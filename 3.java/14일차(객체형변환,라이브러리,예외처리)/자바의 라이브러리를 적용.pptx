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2017-06-13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2017-06-13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2017-06-13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2017-06-13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2017-06-13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2017-06-13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pPr/>
              <a:t>2017-06-13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자바의 라이브러리 적용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라이브러리 작성을 위한 </a:t>
            </a:r>
            <a:r>
              <a:rPr lang="en-US" altLang="ko-KR" sz="2400" dirty="0" smtClean="0"/>
              <a:t>jar </a:t>
            </a:r>
            <a:r>
              <a:rPr lang="ko-KR" altLang="en-US" sz="2400" dirty="0" smtClean="0"/>
              <a:t>명령어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785926"/>
            <a:ext cx="8429684" cy="4656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 smtClean="0"/>
              <a:t>javac</a:t>
            </a:r>
            <a:r>
              <a:rPr lang="en-US" altLang="ko-KR" sz="2400" dirty="0" smtClean="0"/>
              <a:t> –d </a:t>
            </a:r>
            <a:r>
              <a:rPr lang="ko-KR" altLang="en-US" sz="2400" dirty="0" smtClean="0"/>
              <a:t>패키지컴파일 할 위치 적용대상 자바소스파일명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jar </a:t>
            </a:r>
            <a:r>
              <a:rPr lang="en-US" altLang="ko-KR" sz="2400" dirty="0" err="1" smtClean="0"/>
              <a:t>cvf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압축파일명</a:t>
            </a:r>
            <a:r>
              <a:rPr lang="en-US" altLang="ko-KR" sz="2400" dirty="0" smtClean="0"/>
              <a:t>.jar </a:t>
            </a:r>
            <a:r>
              <a:rPr lang="ko-KR" altLang="en-US" sz="2400" dirty="0" smtClean="0"/>
              <a:t>적용대상자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785926"/>
            <a:ext cx="8286807" cy="4513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생성된 </a:t>
            </a:r>
            <a:r>
              <a:rPr lang="en-US" altLang="ko-KR" sz="2400" dirty="0" smtClean="0"/>
              <a:t>ch.jar</a:t>
            </a:r>
            <a:r>
              <a:rPr lang="ko-KR" altLang="en-US" sz="2400" dirty="0" smtClean="0"/>
              <a:t>파일의 구조확인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928802"/>
            <a:ext cx="6929486" cy="4216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 smtClean="0"/>
              <a:t>이클립스에서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ch.jar</a:t>
            </a:r>
            <a:r>
              <a:rPr lang="ko-KR" altLang="en-US" sz="2400" dirty="0" smtClean="0"/>
              <a:t>파일 불러와서 적용</a:t>
            </a:r>
            <a:endParaRPr lang="ko-KR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500174"/>
            <a:ext cx="3203093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86182" y="3143248"/>
            <a:ext cx="4929190" cy="3142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오른쪽 화살표 5"/>
          <p:cNvSpPr/>
          <p:nvPr/>
        </p:nvSpPr>
        <p:spPr>
          <a:xfrm rot="1599064">
            <a:off x="3069932" y="3661259"/>
            <a:ext cx="500066" cy="4286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오른쪽 화살표 6"/>
          <p:cNvSpPr/>
          <p:nvPr/>
        </p:nvSpPr>
        <p:spPr>
          <a:xfrm rot="14350800">
            <a:off x="5549556" y="3954583"/>
            <a:ext cx="428628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아래쪽 화살표 7"/>
          <p:cNvSpPr/>
          <p:nvPr/>
        </p:nvSpPr>
        <p:spPr>
          <a:xfrm>
            <a:off x="7786710" y="5715016"/>
            <a:ext cx="285752" cy="2857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34" y="4357694"/>
            <a:ext cx="2247900" cy="232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오른쪽 화살표 9"/>
          <p:cNvSpPr/>
          <p:nvPr/>
        </p:nvSpPr>
        <p:spPr>
          <a:xfrm rot="10800000">
            <a:off x="2786050" y="5286388"/>
            <a:ext cx="571504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 smtClean="0"/>
              <a:t>이클립스에서</a:t>
            </a:r>
            <a:r>
              <a:rPr lang="ko-KR" altLang="en-US" sz="2400" dirty="0" smtClean="0"/>
              <a:t> 라이브러리 적용확인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643050"/>
            <a:ext cx="8429652" cy="4938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28</Words>
  <Application>Microsoft Office PowerPoint</Application>
  <PresentationFormat>화면 슬라이드 쇼(4:3)</PresentationFormat>
  <Paragraphs>6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자바의 라이브러리 적용</vt:lpstr>
      <vt:lpstr>라이브러리 작성을 위한 jar 명령어</vt:lpstr>
      <vt:lpstr>javac –d 패키지컴파일 할 위치 적용대상 자바소스파일명 jar cvf 압축파일명.jar 적용대상자</vt:lpstr>
      <vt:lpstr>생성된 ch.jar파일의 구조확인</vt:lpstr>
      <vt:lpstr>이클립스에서 ch.jar파일 불러와서 적용</vt:lpstr>
      <vt:lpstr>이클립스에서 라이브러리 적용확인</vt:lpstr>
    </vt:vector>
  </TitlesOfParts>
  <Company>R&amp;D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자바의 라이브러리 적용</dc:title>
  <dc:creator>Microsoft Corporation</dc:creator>
  <cp:lastModifiedBy>kitcoop</cp:lastModifiedBy>
  <cp:revision>8</cp:revision>
  <dcterms:created xsi:type="dcterms:W3CDTF">2006-10-05T04:04:58Z</dcterms:created>
  <dcterms:modified xsi:type="dcterms:W3CDTF">2017-06-13T10:20:04Z</dcterms:modified>
</cp:coreProperties>
</file>