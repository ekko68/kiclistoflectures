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notesSlides/notesSlide2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ppt/notesSlides/notesSlide15.xml" ContentType="application/vnd.openxmlformats-officedocument.presentationml.notesSlide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10.xml" ContentType="application/vnd.openxmlformats-officedocument.presentationml.notes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notesSlides/notesSlide1.xml" ContentType="application/vnd.openxmlformats-officedocument.presentationml.notesSlide+xml"/>
  <Override PartName="/ppt/notesSlides/notesSlide3.xml" ContentType="application/vnd.openxmlformats-officedocument.presentationml.notesSlide+xml"/>
  <Default Extension="png" ContentType="image/png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0"/>
  </p:notesMasterIdLst>
  <p:sldIdLst>
    <p:sldId id="270" r:id="rId2"/>
    <p:sldId id="290" r:id="rId3"/>
    <p:sldId id="291" r:id="rId4"/>
    <p:sldId id="293" r:id="rId5"/>
    <p:sldId id="288" r:id="rId6"/>
    <p:sldId id="296" r:id="rId7"/>
    <p:sldId id="278" r:id="rId8"/>
    <p:sldId id="280" r:id="rId9"/>
    <p:sldId id="279" r:id="rId10"/>
    <p:sldId id="281" r:id="rId11"/>
    <p:sldId id="282" r:id="rId12"/>
    <p:sldId id="286" r:id="rId13"/>
    <p:sldId id="283" r:id="rId14"/>
    <p:sldId id="285" r:id="rId15"/>
    <p:sldId id="287" r:id="rId16"/>
    <p:sldId id="294" r:id="rId17"/>
    <p:sldId id="289" r:id="rId18"/>
    <p:sldId id="295" r:id="rId19"/>
  </p:sldIdLst>
  <p:sldSz cx="12188825" cy="6858000"/>
  <p:notesSz cx="6858000" cy="9144000"/>
  <p:defaultTextStyle>
    <a:defPPr>
      <a:defRPr lang="en-US"/>
    </a:defPPr>
    <a:lvl1pPr marL="0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1pPr>
    <a:lvl2pPr marL="609493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2pPr>
    <a:lvl3pPr marL="1218987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3pPr>
    <a:lvl4pPr marL="1828480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4pPr>
    <a:lvl5pPr marL="2437973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5pPr>
    <a:lvl6pPr marL="3047467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6pPr>
    <a:lvl7pPr marL="3656960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7pPr>
    <a:lvl8pPr marL="4266453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8pPr>
    <a:lvl9pPr marL="4875947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2160">
          <p15:clr>
            <a:srgbClr val="A4A3A4"/>
          </p15:clr>
        </p15:guide>
        <p15:guide id="2" pos="3839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 xmlns="">
          <a:srgbClr val="FF0000"/>
        </p14:laserClr>
      </p:ext>
      <p:ext uri="{2FDB2607-1784-4EEB-B798-7EB5836EED8A}">
        <p14:showMediaCtrls xmlns:p14="http://schemas.microsoft.com/office/powerpoint/2010/main" xmlns="" val="1"/>
      </p:ext>
    </p:extLst>
  </p:showPr>
  <p:clrMru>
    <a:srgbClr val="DDD9C3"/>
    <a:srgbClr val="CFC095"/>
    <a:srgbClr val="D6CB9A"/>
  </p:clrMru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220"/>
    </p:ext>
    <p:ext uri="{FD5EFAAD-0ECE-453E-9831-46B23BE46B34}">
      <p15:chartTrackingRefBased xmlns:p15="http://schemas.microsoft.com/office/powerpoint/2012/main" xmlns="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9DCAF9ED-07DC-4A11-8D7F-57B35C25682E}" styleName="보통 스타일 1 - 강조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1FECB4D8-DB02-4DC6-A0A2-4F2EBAE1DC90}" styleName="보통 스타일 1 - 강조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20486" autoAdjust="0"/>
    <p:restoredTop sz="83522" autoAdjust="0"/>
  </p:normalViewPr>
  <p:slideViewPr>
    <p:cSldViewPr>
      <p:cViewPr varScale="1">
        <p:scale>
          <a:sx n="65" d="100"/>
          <a:sy n="65" d="100"/>
        </p:scale>
        <p:origin x="-264" y="-114"/>
      </p:cViewPr>
      <p:guideLst>
        <p:guide orient="horz" pos="2160"/>
        <p:guide pos="3839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AB488F7-1FAC-40D2-BB7E-BA3CE28D8950}" type="datetimeFigureOut">
              <a:rPr lang="en-US" smtClean="0"/>
              <a:pPr/>
              <a:t>1/6/2017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A2D21D1-52E2-420B-B491-CFF6D7BB79F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223947869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1pPr>
    <a:lvl2pPr marL="609493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2pPr>
    <a:lvl3pPr marL="1218987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3pPr>
    <a:lvl4pPr marL="1828480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4pPr>
    <a:lvl5pPr marL="2437973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5pPr>
    <a:lvl6pPr marL="3047467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6pPr>
    <a:lvl7pPr marL="3656960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7pPr>
    <a:lvl8pPr marL="4266453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8pPr>
    <a:lvl9pPr marL="4875947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ko-KR" altLang="en-US" dirty="0" smtClean="0"/>
              <a:t>학생 수강 신청 프로그램을 제작</a:t>
            </a:r>
            <a:endParaRPr lang="en-US" altLang="ko-KR" dirty="0" smtClean="0"/>
          </a:p>
          <a:p>
            <a:r>
              <a:rPr lang="ko-KR" altLang="en-US" dirty="0" err="1" smtClean="0"/>
              <a:t>다섯명의</a:t>
            </a:r>
            <a:r>
              <a:rPr lang="ko-KR" altLang="en-US" dirty="0" smtClean="0"/>
              <a:t> 조원이 개발에 함께 했으며 발표자는 장수용입니다</a:t>
            </a:r>
            <a:r>
              <a:rPr lang="en-US" altLang="ko-KR" dirty="0" smtClean="0"/>
              <a:t>.</a:t>
            </a:r>
          </a:p>
          <a:p>
            <a:endParaRPr lang="en-US" altLang="ko-KR" dirty="0" smtClean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A2D21D1-52E2-420B-B491-CFF6D7BB79FB}" type="slidenum">
              <a:rPr lang="en-US" smtClean="0"/>
              <a:pPr/>
              <a:t>2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ko-KR" altLang="en-US" dirty="0" smtClean="0"/>
              <a:t>지금껏 배운 여러 기술들을 이용하여 프로그램을 제작</a:t>
            </a:r>
            <a:r>
              <a:rPr lang="en-US" altLang="ko-KR" dirty="0" smtClean="0"/>
              <a:t>,</a:t>
            </a:r>
            <a:r>
              <a:rPr lang="en-US" altLang="ko-KR" baseline="0" dirty="0" smtClean="0"/>
              <a:t> </a:t>
            </a:r>
          </a:p>
          <a:p>
            <a:r>
              <a:rPr lang="ko-KR" altLang="en-US" baseline="0" dirty="0" smtClean="0"/>
              <a:t>습득한 기술들을 활용하는 데에 목적을 두었고</a:t>
            </a:r>
            <a:endParaRPr lang="en-US" altLang="ko-KR" baseline="0" dirty="0" smtClean="0"/>
          </a:p>
          <a:p>
            <a:r>
              <a:rPr lang="ko-KR" altLang="en-US" baseline="0" dirty="0" smtClean="0"/>
              <a:t>수강신청 프로그램은 모두 한번쯤은 접해 보았고</a:t>
            </a:r>
            <a:r>
              <a:rPr lang="en-US" altLang="ko-KR" baseline="0" dirty="0" smtClean="0"/>
              <a:t>, </a:t>
            </a:r>
          </a:p>
          <a:p>
            <a:r>
              <a:rPr lang="ko-KR" altLang="en-US" baseline="0" dirty="0" smtClean="0"/>
              <a:t>익숙한 주제를 통해 시스템의 이해도 보다는 개발 방법 기술에 대한 정리를 목적으로</a:t>
            </a:r>
            <a:endParaRPr lang="en-US" altLang="ko-KR" baseline="0" dirty="0" smtClean="0"/>
          </a:p>
          <a:p>
            <a:r>
              <a:rPr lang="ko-KR" altLang="en-US" baseline="0" dirty="0" smtClean="0"/>
              <a:t>이 주제를 선정하게 되었습니다</a:t>
            </a:r>
            <a:r>
              <a:rPr lang="en-US" altLang="ko-KR" baseline="0" dirty="0" smtClean="0"/>
              <a:t>.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A2D21D1-52E2-420B-B491-CFF6D7BB79FB}" type="slidenum">
              <a:rPr lang="en-US" smtClean="0"/>
              <a:pPr/>
              <a:t>3</a:t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ko-KR" altLang="en-US" dirty="0" smtClean="0"/>
              <a:t>초반 설계 작업과 구현과정을 동시에 진행함으로써 </a:t>
            </a:r>
            <a:endParaRPr lang="en-US" altLang="ko-KR" dirty="0" smtClean="0"/>
          </a:p>
          <a:p>
            <a:r>
              <a:rPr lang="ko-KR" altLang="en-US" dirty="0" smtClean="0"/>
              <a:t>구현 중 필요에 의한 추가 삭제 작업이 이루어지는 경우 설계의 수정이 이루어 질 수 있게 진행하였고</a:t>
            </a:r>
            <a:endParaRPr lang="en-US" altLang="ko-KR" dirty="0" smtClean="0"/>
          </a:p>
          <a:p>
            <a:r>
              <a:rPr lang="ko-KR" altLang="en-US" dirty="0" smtClean="0"/>
              <a:t>프로그램의 통합</a:t>
            </a:r>
            <a:r>
              <a:rPr lang="en-US" altLang="ko-KR" dirty="0" smtClean="0"/>
              <a:t>, </a:t>
            </a:r>
            <a:r>
              <a:rPr lang="ko-KR" altLang="en-US" dirty="0" smtClean="0"/>
              <a:t>예외처리</a:t>
            </a:r>
            <a:r>
              <a:rPr lang="en-US" altLang="ko-KR" dirty="0" smtClean="0"/>
              <a:t>, </a:t>
            </a:r>
            <a:r>
              <a:rPr lang="ko-KR" altLang="en-US" dirty="0" smtClean="0"/>
              <a:t>추가기능 구현을 진행하고 테스트 하는 과정도 여유있게 충분히 진행하였습니다</a:t>
            </a:r>
            <a:r>
              <a:rPr lang="en-US" altLang="ko-KR" dirty="0" smtClean="0"/>
              <a:t>.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A2D21D1-52E2-420B-B491-CFF6D7BB79FB}" type="slidenum">
              <a:rPr lang="en-US" smtClean="0"/>
              <a:pPr/>
              <a:t>4</a:t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ko-KR" altLang="en-US" dirty="0" smtClean="0"/>
              <a:t>각 팀원들이 하나의 기능만을 담당하지 않고</a:t>
            </a:r>
            <a:endParaRPr kumimoji="1" lang="en-US" altLang="ko-KR" dirty="0" smtClean="0"/>
          </a:p>
          <a:p>
            <a:r>
              <a:rPr kumimoji="1" lang="ko-KR" altLang="en-US" dirty="0" smtClean="0"/>
              <a:t>모두가 프로젝트가 진행되는 프로세스의 이해와 학습한 개발 기술에 대한 정리를 위해 </a:t>
            </a:r>
            <a:endParaRPr kumimoji="1" lang="en-US" altLang="ko-KR" dirty="0" smtClean="0"/>
          </a:p>
          <a:p>
            <a:r>
              <a:rPr kumimoji="1" lang="ko-KR" altLang="en-US" dirty="0" smtClean="0"/>
              <a:t>각각의 과정에 모두가 참가하는 방식으로 진행했습니다</a:t>
            </a:r>
            <a:r>
              <a:rPr kumimoji="1" lang="en-US" altLang="ko-KR" dirty="0" smtClean="0"/>
              <a:t>.</a:t>
            </a:r>
          </a:p>
          <a:p>
            <a:r>
              <a:rPr kumimoji="1" lang="ko-KR" altLang="en-US" dirty="0" smtClean="0"/>
              <a:t>차후 프로젝트 진행시에는 조금더 세분화된 역할 분담이 이루어지도록 할 예정입니다</a:t>
            </a:r>
            <a:r>
              <a:rPr kumimoji="1" lang="en-US" altLang="ko-KR" dirty="0" smtClean="0"/>
              <a:t>.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A2D21D1-52E2-420B-B491-CFF6D7BB79FB}" type="slidenum">
              <a:rPr lang="en-US" smtClean="0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31347388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ko-KR" altLang="en-US" dirty="0" smtClean="0"/>
              <a:t>테이블 설계 부분은 </a:t>
            </a:r>
            <a:endParaRPr lang="en-US" altLang="ko-KR" dirty="0" smtClean="0"/>
          </a:p>
          <a:p>
            <a:r>
              <a:rPr lang="ko-KR" altLang="en-US" dirty="0" smtClean="0"/>
              <a:t>크게 학생 테이블과 과목 테이블로 나누어 각 테이블에 학생과 과목에 대한 정보를 담고</a:t>
            </a:r>
            <a:endParaRPr lang="en-US" altLang="ko-KR" dirty="0" smtClean="0"/>
          </a:p>
          <a:p>
            <a:r>
              <a:rPr lang="ko-KR" altLang="en-US" dirty="0" smtClean="0"/>
              <a:t>수강정보 테이블에서는 학번과 과목번호 두개의 컬럼을 합쳐 </a:t>
            </a:r>
            <a:r>
              <a:rPr lang="en-US" altLang="ko-KR" dirty="0" smtClean="0"/>
              <a:t>primary</a:t>
            </a:r>
            <a:r>
              <a:rPr lang="ko-KR" altLang="en-US" dirty="0" smtClean="0"/>
              <a:t> </a:t>
            </a:r>
            <a:r>
              <a:rPr lang="en-US" altLang="ko-KR" dirty="0" smtClean="0"/>
              <a:t>key</a:t>
            </a:r>
            <a:r>
              <a:rPr lang="ko-KR" altLang="en-US" dirty="0" smtClean="0"/>
              <a:t> 지정해서 중복된 수강신청을 막고</a:t>
            </a:r>
            <a:endParaRPr lang="en-US" altLang="ko-KR" dirty="0" smtClean="0"/>
          </a:p>
          <a:p>
            <a:r>
              <a:rPr lang="ko-KR" altLang="en-US" dirty="0" smtClean="0"/>
              <a:t>학번은 학생 테이블의 학번을 참조하는 </a:t>
            </a:r>
            <a:r>
              <a:rPr lang="en-US" altLang="ko-KR" dirty="0" smtClean="0"/>
              <a:t>foreign</a:t>
            </a:r>
            <a:r>
              <a:rPr lang="en-US" altLang="ko-KR" baseline="0" dirty="0" smtClean="0"/>
              <a:t> key</a:t>
            </a:r>
            <a:r>
              <a:rPr lang="ko-KR" altLang="en-US" baseline="0" dirty="0" smtClean="0"/>
              <a:t>로</a:t>
            </a:r>
            <a:endParaRPr lang="en-US" altLang="ko-KR" baseline="0" dirty="0" smtClean="0"/>
          </a:p>
          <a:p>
            <a:r>
              <a:rPr lang="ko-KR" altLang="en-US" baseline="0" dirty="0" smtClean="0"/>
              <a:t>과목번호는 과목 테이블의 과목번호를 참조하는 </a:t>
            </a:r>
            <a:r>
              <a:rPr lang="en-US" altLang="ko-KR" baseline="0" dirty="0" smtClean="0"/>
              <a:t>foreign key</a:t>
            </a:r>
            <a:r>
              <a:rPr lang="ko-KR" altLang="en-US" baseline="0" dirty="0" smtClean="0"/>
              <a:t>로 지정했습니다</a:t>
            </a:r>
            <a:r>
              <a:rPr lang="en-US" altLang="ko-KR" baseline="0" dirty="0" smtClean="0"/>
              <a:t>.</a:t>
            </a:r>
            <a:endParaRPr lang="en-US" altLang="ko-KR" dirty="0" smtClean="0"/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A2D21D1-52E2-420B-B491-CFF6D7BB79FB}" type="slidenum">
              <a:rPr lang="en-US" smtClean="0"/>
              <a:pPr/>
              <a:t>6</a:t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ko-KR" altLang="en-US" dirty="0" smtClean="0"/>
              <a:t>기존의 수강 신청 프로세스는 로그인을 통해 관리자와 학생이 수행 할 수 있는 기능이 다르지만</a:t>
            </a:r>
            <a:endParaRPr kumimoji="1" lang="en-US" altLang="ko-KR" dirty="0" smtClean="0"/>
          </a:p>
          <a:p>
            <a:r>
              <a:rPr kumimoji="1" lang="ko-KR" altLang="en-US" dirty="0" smtClean="0"/>
              <a:t>현재 프로그램은 로그인 과정이 없고 사용자에 대한 구분이 따로 존재 하지 않습니다</a:t>
            </a:r>
            <a:r>
              <a:rPr kumimoji="1" lang="en-US" altLang="ko-KR" dirty="0" smtClean="0"/>
              <a:t>.</a:t>
            </a:r>
          </a:p>
          <a:p>
            <a:r>
              <a:rPr kumimoji="1" lang="ko-KR" altLang="en-US" dirty="0" smtClean="0"/>
              <a:t>메뉴에 따라 그 기능을 구분해 놓았고</a:t>
            </a:r>
            <a:endParaRPr kumimoji="1" lang="en-US" altLang="ko-KR" dirty="0" smtClean="0"/>
          </a:p>
          <a:p>
            <a:r>
              <a:rPr kumimoji="1" lang="ko-KR" altLang="en-US" dirty="0" smtClean="0"/>
              <a:t>관리자는 학생</a:t>
            </a:r>
            <a:r>
              <a:rPr kumimoji="1" lang="en-US" altLang="ko-KR" dirty="0" smtClean="0"/>
              <a:t>,</a:t>
            </a:r>
            <a:r>
              <a:rPr kumimoji="1" lang="ko-KR" altLang="en-US" dirty="0" smtClean="0"/>
              <a:t> 과목</a:t>
            </a:r>
            <a:r>
              <a:rPr kumimoji="1" lang="en-US" altLang="ko-KR" dirty="0" smtClean="0"/>
              <a:t>,</a:t>
            </a:r>
            <a:r>
              <a:rPr kumimoji="1" lang="ko-KR" altLang="en-US" dirty="0" smtClean="0"/>
              <a:t> 전공</a:t>
            </a:r>
            <a:r>
              <a:rPr kumimoji="1" lang="en-US" altLang="ko-KR" dirty="0" smtClean="0"/>
              <a:t>,</a:t>
            </a:r>
            <a:r>
              <a:rPr kumimoji="1" lang="ko-KR" altLang="en-US" dirty="0" smtClean="0"/>
              <a:t> 개설과목에 대한 정보를 조회하고</a:t>
            </a:r>
            <a:endParaRPr kumimoji="1" lang="en-US" altLang="ko-KR" dirty="0" smtClean="0"/>
          </a:p>
          <a:p>
            <a:r>
              <a:rPr kumimoji="1" lang="ko-KR" altLang="en-US" dirty="0" smtClean="0"/>
              <a:t>학생은 수강 신청과</a:t>
            </a:r>
            <a:r>
              <a:rPr kumimoji="1" lang="en-US" altLang="ko-KR" dirty="0" smtClean="0"/>
              <a:t>,</a:t>
            </a:r>
            <a:r>
              <a:rPr kumimoji="1" lang="ko-KR" altLang="en-US" dirty="0" smtClean="0"/>
              <a:t> 수강 조회 할 수 있는 기능을 구현했습니다</a:t>
            </a:r>
            <a:r>
              <a:rPr kumimoji="1" lang="en-US" altLang="ko-KR" dirty="0" smtClean="0"/>
              <a:t>.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A2D21D1-52E2-420B-B491-CFF6D7BB79FB}" type="slidenum">
              <a:rPr lang="en-US" smtClean="0"/>
              <a:pPr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53290171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ko-KR" altLang="en-US" dirty="0" smtClean="0"/>
              <a:t>메인 페이지는 설명 드린대로</a:t>
            </a:r>
            <a:endParaRPr kumimoji="1" lang="en-US" altLang="ko-KR" dirty="0" smtClean="0"/>
          </a:p>
          <a:p>
            <a:r>
              <a:rPr kumimoji="1" lang="ko-KR" altLang="en-US" dirty="0" smtClean="0"/>
              <a:t>관리자와 학생 기능을 구분 해 두었고 그 세부항목들로 이루어져 있습니다</a:t>
            </a:r>
            <a:r>
              <a:rPr kumimoji="1" lang="en-US" altLang="ko-KR" dirty="0" smtClean="0"/>
              <a:t>.</a:t>
            </a:r>
            <a:endParaRPr kumimoji="1"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A2D21D1-52E2-420B-B491-CFF6D7BB79FB}" type="slidenum">
              <a:rPr lang="en-US" smtClean="0"/>
              <a:pPr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16635804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ko-KR" altLang="en-US" dirty="0" smtClean="0"/>
              <a:t>학생관리 창은 관리자가 학생 정보를 조회하고</a:t>
            </a:r>
            <a:endParaRPr kumimoji="1" lang="en-US" altLang="ko-KR" dirty="0" smtClean="0"/>
          </a:p>
          <a:p>
            <a:r>
              <a:rPr kumimoji="1" lang="ko-KR" altLang="en-US" dirty="0" smtClean="0"/>
              <a:t>생성</a:t>
            </a:r>
            <a:r>
              <a:rPr kumimoji="1" lang="en-US" altLang="ko-KR" dirty="0" smtClean="0"/>
              <a:t>,</a:t>
            </a:r>
            <a:r>
              <a:rPr kumimoji="1" lang="ko-KR" altLang="en-US" dirty="0" smtClean="0"/>
              <a:t> 수정</a:t>
            </a:r>
            <a:r>
              <a:rPr kumimoji="1" lang="en-US" altLang="ko-KR" dirty="0" smtClean="0"/>
              <a:t>,</a:t>
            </a:r>
            <a:r>
              <a:rPr kumimoji="1" lang="ko-KR" altLang="en-US" dirty="0" smtClean="0"/>
              <a:t> 삭제</a:t>
            </a:r>
            <a:r>
              <a:rPr kumimoji="1" lang="en-US" altLang="ko-KR" dirty="0" smtClean="0"/>
              <a:t>,</a:t>
            </a:r>
            <a:r>
              <a:rPr kumimoji="1" lang="ko-KR" altLang="en-US" dirty="0" smtClean="0"/>
              <a:t> 검색의 기능을 가지고 있습니다</a:t>
            </a:r>
            <a:r>
              <a:rPr kumimoji="1" lang="en-US" altLang="ko-KR" dirty="0" smtClean="0"/>
              <a:t>.</a:t>
            </a:r>
          </a:p>
          <a:p>
            <a:endParaRPr kumimoji="1" lang="en-US" altLang="ko-KR" dirty="0" smtClean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A2D21D1-52E2-420B-B491-CFF6D7BB79FB}" type="slidenum">
              <a:rPr lang="en-US" smtClean="0"/>
              <a:pPr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23937498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ko-KR" altLang="en-US" dirty="0" smtClean="0"/>
              <a:t>과목관리 역시 학생관리와 동일하게 </a:t>
            </a:r>
            <a:endParaRPr kumimoji="1" lang="en-US" altLang="ko-KR" dirty="0" smtClean="0"/>
          </a:p>
          <a:p>
            <a:r>
              <a:rPr kumimoji="1" lang="ko-KR" altLang="en-US" dirty="0" smtClean="0"/>
              <a:t>과목에 대한 정보를 추가</a:t>
            </a:r>
            <a:r>
              <a:rPr kumimoji="1" lang="en-US" altLang="ko-KR" dirty="0" smtClean="0"/>
              <a:t>,</a:t>
            </a:r>
            <a:r>
              <a:rPr kumimoji="1" lang="ko-KR" altLang="en-US" dirty="0" smtClean="0"/>
              <a:t> 수정</a:t>
            </a:r>
            <a:r>
              <a:rPr kumimoji="1" lang="en-US" altLang="ko-KR" dirty="0" smtClean="0"/>
              <a:t>,</a:t>
            </a:r>
            <a:r>
              <a:rPr kumimoji="1" lang="ko-KR" altLang="en-US" dirty="0" smtClean="0"/>
              <a:t> 삭제</a:t>
            </a:r>
            <a:r>
              <a:rPr kumimoji="1" lang="en-US" altLang="ko-KR" dirty="0" smtClean="0"/>
              <a:t>,</a:t>
            </a:r>
            <a:r>
              <a:rPr kumimoji="1" lang="ko-KR" altLang="en-US" dirty="0" smtClean="0"/>
              <a:t> 검색 할 수 있는 기능이 있습니다</a:t>
            </a:r>
            <a:r>
              <a:rPr kumimoji="1" lang="en-US" altLang="ko-KR" dirty="0" smtClean="0"/>
              <a:t>.</a:t>
            </a:r>
          </a:p>
          <a:p>
            <a:endParaRPr kumimoji="1" lang="en-US" altLang="ko-KR" dirty="0" smtClean="0"/>
          </a:p>
          <a:p>
            <a:endParaRPr kumimoji="1"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A2D21D1-52E2-420B-B491-CFF6D7BB79FB}" type="slidenum">
              <a:rPr lang="en-US" smtClean="0"/>
              <a:pPr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98373117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ko-KR" altLang="en-US" dirty="0" smtClean="0"/>
              <a:t>학과 조회는 조회 하고자 하는 학과에 소속되어 있는 학생의 리스트를 출력해줍니다</a:t>
            </a:r>
            <a:r>
              <a:rPr kumimoji="1" lang="en-US" altLang="ko-KR" dirty="0" smtClean="0"/>
              <a:t>.</a:t>
            </a:r>
          </a:p>
          <a:p>
            <a:r>
              <a:rPr kumimoji="1" lang="ko-KR" altLang="en-US" dirty="0" smtClean="0"/>
              <a:t>테이블 결과에서 원하는 행을 더블클릭하면 학생의 정보와 현재 신청 가능한 과목의 리스트를 출력해 줍니다</a:t>
            </a:r>
            <a:r>
              <a:rPr kumimoji="1" lang="en-US" altLang="ko-KR" dirty="0" smtClean="0"/>
              <a:t>.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A2D21D1-52E2-420B-B491-CFF6D7BB79FB}" type="slidenum">
              <a:rPr lang="en-US" smtClean="0"/>
              <a:pPr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64954604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ko-KR" altLang="en-US" dirty="0" smtClean="0"/>
              <a:t>과목 조회창에서는 과목이름으로 직접</a:t>
            </a:r>
            <a:r>
              <a:rPr kumimoji="1" lang="en-US" altLang="ko-KR" dirty="0" smtClean="0"/>
              <a:t>,</a:t>
            </a:r>
            <a:r>
              <a:rPr kumimoji="1" lang="ko-KR" altLang="en-US" dirty="0" smtClean="0"/>
              <a:t> 혹은 콤보박스에서 현재 개설되어있는 과목에 대한 리스트를 검색 할 수 있고</a:t>
            </a:r>
            <a:endParaRPr kumimoji="1" lang="en-US" altLang="ko-KR" dirty="0" smtClean="0"/>
          </a:p>
          <a:p>
            <a:r>
              <a:rPr kumimoji="1" lang="ko-KR" altLang="en-US" dirty="0" smtClean="0"/>
              <a:t>결과 테이블에 현재 과목을 수강신청한 학생의 정보가 나타나게 됩니다</a:t>
            </a:r>
            <a:r>
              <a:rPr kumimoji="1" lang="en-US" altLang="ko-KR" dirty="0" smtClean="0"/>
              <a:t>.</a:t>
            </a:r>
          </a:p>
          <a:p>
            <a:endParaRPr kumimoji="1" lang="en-US" altLang="ko-KR" dirty="0" smtClean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A2D21D1-52E2-420B-B491-CFF6D7BB79FB}" type="slidenum">
              <a:rPr lang="en-US" smtClean="0"/>
              <a:pPr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96501447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ko-KR" altLang="en-US" dirty="0" smtClean="0"/>
              <a:t>수강 신청은 학생 기능에 속하는 기능이고</a:t>
            </a:r>
            <a:endParaRPr kumimoji="1" lang="en-US" altLang="ko-KR" dirty="0" smtClean="0"/>
          </a:p>
          <a:p>
            <a:r>
              <a:rPr kumimoji="1" lang="ko-KR" altLang="en-US" dirty="0" smtClean="0"/>
              <a:t>학번을 이용해 검색 하게 되면</a:t>
            </a:r>
            <a:endParaRPr kumimoji="1" lang="en-US" altLang="ko-KR" dirty="0" smtClean="0"/>
          </a:p>
          <a:p>
            <a:r>
              <a:rPr kumimoji="1" lang="ko-KR" altLang="en-US" dirty="0" smtClean="0"/>
              <a:t>현재 수강 신청 가능한 과목의 정보와 현재 신청된 인원수를 테이블에 출력합니다</a:t>
            </a:r>
            <a:r>
              <a:rPr kumimoji="1" lang="en-US" altLang="ko-KR" dirty="0" smtClean="0"/>
              <a:t>.</a:t>
            </a:r>
          </a:p>
          <a:p>
            <a:r>
              <a:rPr kumimoji="1" lang="ko-KR" altLang="en-US" dirty="0" smtClean="0"/>
              <a:t>원하는 과목을 더블클릭하게 되면 해당 과목에 대한 상세 정보와</a:t>
            </a:r>
            <a:endParaRPr kumimoji="1" lang="en-US" altLang="ko-KR" dirty="0" smtClean="0"/>
          </a:p>
          <a:p>
            <a:r>
              <a:rPr kumimoji="1" lang="ko-KR" altLang="en-US" dirty="0" smtClean="0"/>
              <a:t>수강 신청 할 수 있는 창이 나타나게 됩니다</a:t>
            </a:r>
            <a:r>
              <a:rPr kumimoji="1" lang="en-US" altLang="ko-KR" dirty="0" smtClean="0"/>
              <a:t>.</a:t>
            </a:r>
            <a:endParaRPr kumimoji="1"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A2D21D1-52E2-420B-B491-CFF6D7BB79FB}" type="slidenum">
              <a:rPr lang="en-US" smtClean="0"/>
              <a:pPr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25099236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ko-KR" altLang="en-US" dirty="0" smtClean="0"/>
              <a:t>수강 조회 역시 학번으로 검색하고</a:t>
            </a:r>
            <a:endParaRPr kumimoji="1" lang="en-US" altLang="ko-KR" dirty="0" smtClean="0"/>
          </a:p>
          <a:p>
            <a:r>
              <a:rPr kumimoji="1" lang="ko-KR" altLang="en-US" dirty="0" smtClean="0"/>
              <a:t>학번으로 검색된 학생이 신청한 과목의 리스트가 테이블에 출력되고</a:t>
            </a:r>
            <a:endParaRPr kumimoji="1" lang="en-US" altLang="ko-KR" dirty="0" smtClean="0"/>
          </a:p>
          <a:p>
            <a:r>
              <a:rPr kumimoji="1" lang="ko-KR" altLang="en-US" dirty="0" smtClean="0"/>
              <a:t>조회된 과목들 중에 취소 하고 싶은 행을 더블클릭하면 상세 페이지와 함께 삭제 할 수 있는 창이 나타납니다</a:t>
            </a:r>
            <a:r>
              <a:rPr kumimoji="1" lang="en-US" altLang="ko-KR" dirty="0" smtClean="0"/>
              <a:t>.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A2D21D1-52E2-420B-B491-CFF6D7BB79FB}" type="slidenum">
              <a:rPr lang="en-US" smtClean="0"/>
              <a:pPr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57703885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ko-KR" altLang="en-US" dirty="0" smtClean="0"/>
              <a:t>기존에 계획 했던 스케줄에 따라 프로젝트가 적절히 진행되었고 </a:t>
            </a:r>
            <a:endParaRPr kumimoji="1"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A2D21D1-52E2-420B-B491-CFF6D7BB79FB}" type="slidenum">
              <a:rPr lang="en-US" smtClean="0"/>
              <a:pPr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6194058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ko-KR" altLang="en-US" dirty="0" smtClean="0"/>
              <a:t>지금까지 수업과정중에 배웠던 </a:t>
            </a:r>
            <a:r>
              <a:rPr kumimoji="1" lang="en-US" altLang="ko-KR" dirty="0" smtClean="0"/>
              <a:t>Java,</a:t>
            </a:r>
            <a:r>
              <a:rPr kumimoji="1" lang="en-US" altLang="ko-KR" baseline="0" dirty="0" smtClean="0"/>
              <a:t> JDBC, Swing</a:t>
            </a:r>
            <a:r>
              <a:rPr kumimoji="1" lang="ko-KR" altLang="en-US" baseline="0" dirty="0" smtClean="0"/>
              <a:t>을 한 프로그램에 적용하는 방법을 알게 되었고</a:t>
            </a:r>
            <a:endParaRPr kumimoji="1" lang="en-US" altLang="ko-KR" baseline="0" dirty="0" smtClean="0"/>
          </a:p>
          <a:p>
            <a:r>
              <a:rPr kumimoji="1" lang="ko-KR" altLang="en-US" baseline="0" dirty="0" smtClean="0"/>
              <a:t>팀원들이 모든 과정을 함께 참여하면서</a:t>
            </a:r>
            <a:r>
              <a:rPr kumimoji="1" lang="en-US" altLang="ko-KR" baseline="0" dirty="0" smtClean="0"/>
              <a:t>,</a:t>
            </a:r>
            <a:r>
              <a:rPr kumimoji="1" lang="ko-KR" altLang="en-US" baseline="0" dirty="0" smtClean="0"/>
              <a:t> 프로젝트 진행 흐름에 대해 이해하는데 많은 도움이 되었습니다</a:t>
            </a:r>
            <a:r>
              <a:rPr kumimoji="1" lang="en-US" altLang="ko-KR" baseline="0" dirty="0" smtClean="0"/>
              <a:t>.</a:t>
            </a:r>
          </a:p>
          <a:p>
            <a:endParaRPr kumimoji="1" lang="en-US" altLang="ko-KR" baseline="0" dirty="0" smtClean="0"/>
          </a:p>
          <a:p>
            <a:r>
              <a:rPr kumimoji="1" lang="ko-KR" altLang="en-US" baseline="0" dirty="0" smtClean="0"/>
              <a:t>그리고 프로젝트 기간이 짧아 기존의 수강신청 프로세스와 비교했을때 많은 기능을 구현하지 못해 아쉬웠고</a:t>
            </a:r>
            <a:endParaRPr kumimoji="1" lang="en-US" altLang="ko-KR" baseline="0" dirty="0" smtClean="0"/>
          </a:p>
          <a:p>
            <a:r>
              <a:rPr kumimoji="1" lang="ko-KR" altLang="en-US" baseline="0" dirty="0" smtClean="0"/>
              <a:t>구체적인 설계 단계를 거치지 못해</a:t>
            </a:r>
            <a:r>
              <a:rPr kumimoji="1" lang="en-US" altLang="ko-KR" baseline="0" dirty="0" smtClean="0"/>
              <a:t>,</a:t>
            </a:r>
            <a:r>
              <a:rPr kumimoji="1" lang="ko-KR" altLang="en-US" baseline="0" dirty="0" smtClean="0"/>
              <a:t> 개발단계에서 기능의 변경이 발생하면 다시 설계를 수정하는 경우가 많았던 점도</a:t>
            </a:r>
            <a:endParaRPr kumimoji="1" lang="en-US" altLang="ko-KR" baseline="0" dirty="0" smtClean="0"/>
          </a:p>
          <a:p>
            <a:r>
              <a:rPr kumimoji="1" lang="ko-KR" altLang="en-US" baseline="0" dirty="0" smtClean="0"/>
              <a:t>아쉬운 부분이었습니다</a:t>
            </a:r>
            <a:r>
              <a:rPr kumimoji="1" lang="en-US" altLang="ko-KR" baseline="0" dirty="0" smtClean="0"/>
              <a:t>.</a:t>
            </a:r>
            <a:endParaRPr kumimoji="1"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A2D21D1-52E2-420B-B491-CFF6D7BB79FB}" type="slidenum">
              <a:rPr lang="en-US" smtClean="0"/>
              <a:pPr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88926201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Slide">
    <p:bg>
      <p:bgPr>
        <a:gradFill>
          <a:gsLst>
            <a:gs pos="81000">
              <a:srgbClr val="EEEEEE"/>
            </a:gs>
            <a:gs pos="0">
              <a:schemeClr val="bg1"/>
            </a:gs>
            <a:gs pos="100000">
              <a:schemeClr val="bg1">
                <a:lumMod val="85000"/>
              </a:schemeClr>
            </a:gs>
          </a:gsLst>
          <a:path path="circle">
            <a:fillToRect l="50000" t="50000" r="50000" b="5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627448" y="3043730"/>
            <a:ext cx="5471438" cy="2137870"/>
          </a:xfrm>
        </p:spPr>
        <p:txBody>
          <a:bodyPr lIns="0" tIns="0" rIns="0" bIns="0" anchor="b" anchorCtr="0">
            <a:noAutofit/>
          </a:bodyPr>
          <a:lstStyle>
            <a:lvl1pPr algn="l">
              <a:defRPr lang="en-US" sz="4000" b="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r>
              <a:rPr lang="en-US" dirty="0" smtClean="0"/>
              <a:t>CLICK TO EDIT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78D6DB-6798-42D2-B9AD-FC6F1C72FC30}" type="datetimeFigureOut">
              <a:rPr lang="en-US" smtClean="0"/>
              <a:pPr/>
              <a:t>1/6/2017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EDE275-BE14-4364-AEA2-5F5667C0FD4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Content Placeholder 6"/>
          <p:cNvSpPr>
            <a:spLocks noGrp="1"/>
          </p:cNvSpPr>
          <p:nvPr>
            <p:ph sz="quarter" idx="13"/>
          </p:nvPr>
        </p:nvSpPr>
        <p:spPr>
          <a:xfrm>
            <a:off x="614137" y="5357596"/>
            <a:ext cx="5480275" cy="738404"/>
          </a:xfrm>
        </p:spPr>
        <p:txBody>
          <a:bodyPr lIns="0" rIns="0">
            <a:normAutofit/>
          </a:bodyPr>
          <a:lstStyle>
            <a:lvl1pPr marL="0" indent="0">
              <a:buFontTx/>
              <a:buNone/>
              <a:defRPr sz="18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xmlns="" val="2763945410"/>
      </p:ext>
    </p:extLst>
  </p:cSld>
  <p:clrMapOvr>
    <a:masterClrMapping/>
  </p:clrMapOvr>
  <p:transition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bg>
      <p:bgPr>
        <a:gradFill>
          <a:gsLst>
            <a:gs pos="81000">
              <a:srgbClr val="EEEEEE"/>
            </a:gs>
            <a:gs pos="0">
              <a:schemeClr val="bg1"/>
            </a:gs>
            <a:gs pos="100000">
              <a:schemeClr val="bg1">
                <a:lumMod val="85000"/>
              </a:schemeClr>
            </a:gs>
          </a:gsLst>
          <a:path path="circle">
            <a:fillToRect l="50000" t="50000" r="50000" b="5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404F2-BE9A-4460-8815-8F645183555F}" type="datetimeFigureOut">
              <a:rPr lang="en-US" smtClean="0"/>
              <a:pPr/>
              <a:t>1/6/2017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E69268-9C8B-4EBF-A9EE-DC5DC2D48D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351923658"/>
      </p:ext>
    </p:extLst>
  </p:cSld>
  <p:clrMapOvr>
    <a:masterClrMapping/>
  </p:clrMapOvr>
  <p:transition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bg>
      <p:bgPr>
        <a:gradFill>
          <a:gsLst>
            <a:gs pos="81000">
              <a:srgbClr val="EEEEEE"/>
            </a:gs>
            <a:gs pos="0">
              <a:schemeClr val="bg1"/>
            </a:gs>
            <a:gs pos="100000">
              <a:schemeClr val="bg1">
                <a:lumMod val="85000"/>
              </a:schemeClr>
            </a:gs>
          </a:gsLst>
          <a:path path="circle">
            <a:fillToRect l="50000" t="50000" r="50000" b="5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441" y="1600201"/>
            <a:ext cx="5383398" cy="4525963"/>
          </a:xfrm>
        </p:spPr>
        <p:txBody>
          <a:bodyPr>
            <a:normAutofit/>
          </a:bodyPr>
          <a:lstStyle>
            <a:lvl1pPr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 dirty="0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5986" y="1600201"/>
            <a:ext cx="5383398" cy="4525963"/>
          </a:xfrm>
        </p:spPr>
        <p:txBody>
          <a:bodyPr>
            <a:normAutofit/>
          </a:bodyPr>
          <a:lstStyle>
            <a:lvl1pPr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 dirty="0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404F2-BE9A-4460-8815-8F645183555F}" type="datetimeFigureOut">
              <a:rPr lang="en-US" smtClean="0"/>
              <a:pPr/>
              <a:t>1/6/2017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E69268-9C8B-4EBF-A9EE-DC5DC2D48D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305318654"/>
      </p:ext>
    </p:extLst>
  </p:cSld>
  <p:clrMapOvr>
    <a:masterClrMapping/>
  </p:clrMapOvr>
  <p:transition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bg>
      <p:bgPr>
        <a:gradFill>
          <a:gsLst>
            <a:gs pos="81000">
              <a:srgbClr val="EEEEEE"/>
            </a:gs>
            <a:gs pos="0">
              <a:schemeClr val="bg1"/>
            </a:gs>
            <a:gs pos="100000">
              <a:schemeClr val="bg1">
                <a:lumMod val="85000"/>
              </a:schemeClr>
            </a:gs>
          </a:gsLst>
          <a:path path="circle">
            <a:fillToRect l="50000" t="50000" r="50000" b="5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>
            <a:lvl1pPr>
              <a:defRPr sz="3600"/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404F2-BE9A-4460-8815-8F645183555F}" type="datetimeFigureOut">
              <a:rPr lang="en-US" smtClean="0"/>
              <a:pPr/>
              <a:t>1/6/2017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E69268-9C8B-4EBF-A9EE-DC5DC2D48D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42987430"/>
      </p:ext>
    </p:extLst>
  </p:cSld>
  <p:clrMapOvr>
    <a:masterClrMapping/>
  </p:clrMapOvr>
  <p:transition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bg>
      <p:bgPr>
        <a:gradFill>
          <a:gsLst>
            <a:gs pos="81000">
              <a:srgbClr val="EEEEEE"/>
            </a:gs>
            <a:gs pos="0">
              <a:schemeClr val="bg1"/>
            </a:gs>
            <a:gs pos="100000">
              <a:schemeClr val="bg1">
                <a:lumMod val="85000"/>
              </a:schemeClr>
            </a:gs>
          </a:gsLst>
          <a:path path="circle">
            <a:fillToRect l="50000" t="50000" r="50000" b="5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404F2-BE9A-4460-8815-8F645183555F}" type="datetimeFigureOut">
              <a:rPr lang="en-US" smtClean="0"/>
              <a:pPr/>
              <a:t>1/6/2017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E69268-9C8B-4EBF-A9EE-DC5DC2D48D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681249425"/>
      </p:ext>
    </p:extLst>
  </p:cSld>
  <p:clrMapOvr>
    <a:masterClrMapping/>
  </p:clrMapOvr>
  <p:transition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914162" y="2130426"/>
            <a:ext cx="10360501" cy="1470025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828324" y="3886200"/>
            <a:ext cx="8532178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693772-8441-4EAD-B005-DAD6BE1944E2}" type="datetimeFigureOut">
              <a:rPr lang="ko-KR" altLang="en-US" smtClean="0"/>
              <a:pPr/>
              <a:t>2017-01-06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72BE39-A09F-43FA-95EC-A4FF30BEE8C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81000">
              <a:srgbClr val="EEEEEE"/>
            </a:gs>
            <a:gs pos="0">
              <a:schemeClr val="bg1"/>
            </a:gs>
            <a:gs pos="100000">
              <a:schemeClr val="bg1">
                <a:lumMod val="85000"/>
              </a:schemeClr>
            </a:gs>
          </a:gsLst>
          <a:path path="circle">
            <a:fillToRect l="50000" t="50000" r="50000" b="5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441" y="274639"/>
            <a:ext cx="10969943" cy="711081"/>
          </a:xfrm>
          <a:prstGeom prst="rect">
            <a:avLst/>
          </a:prstGeom>
        </p:spPr>
        <p:txBody>
          <a:bodyPr vert="horz" lIns="0" tIns="60949" rIns="0" bIns="60949" rtlCol="0" anchor="ctr">
            <a:normAutofit/>
          </a:bodyPr>
          <a:lstStyle/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441" y="1138425"/>
            <a:ext cx="10969943" cy="4987739"/>
          </a:xfrm>
          <a:prstGeom prst="rect">
            <a:avLst/>
          </a:prstGeom>
        </p:spPr>
        <p:txBody>
          <a:bodyPr vert="horz" lIns="0" tIns="60949" rIns="0" bIns="60949" rtlCol="0">
            <a:normAutofit/>
          </a:bodyPr>
          <a:lstStyle/>
          <a:p>
            <a:pPr lvl="0"/>
            <a:r>
              <a:rPr lang="en-US" dirty="0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441" y="6356351"/>
            <a:ext cx="2844059" cy="365125"/>
          </a:xfrm>
          <a:prstGeom prst="rect">
            <a:avLst/>
          </a:prstGeom>
        </p:spPr>
        <p:txBody>
          <a:bodyPr vert="horz" lIns="121899" tIns="60949" rIns="121899" bIns="60949" rtlCol="0" anchor="ctr"/>
          <a:lstStyle>
            <a:lvl1pPr algn="l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5404F2-BE9A-4460-8815-8F645183555F}" type="datetimeFigureOut">
              <a:rPr lang="en-US" smtClean="0"/>
              <a:pPr/>
              <a:t>1/6/2017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4515" y="6356351"/>
            <a:ext cx="3859795" cy="365125"/>
          </a:xfrm>
          <a:prstGeom prst="rect">
            <a:avLst/>
          </a:prstGeom>
        </p:spPr>
        <p:txBody>
          <a:bodyPr vert="horz" lIns="121899" tIns="60949" rIns="121899" bIns="60949" rtlCol="0" anchor="ctr"/>
          <a:lstStyle>
            <a:lvl1pPr algn="ct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5325" y="6356351"/>
            <a:ext cx="2844059" cy="365125"/>
          </a:xfrm>
          <a:prstGeom prst="rect">
            <a:avLst/>
          </a:prstGeom>
        </p:spPr>
        <p:txBody>
          <a:bodyPr vert="horz" lIns="121899" tIns="60949" rIns="121899" bIns="60949" rtlCol="0" anchor="ctr"/>
          <a:lstStyle>
            <a:lvl1pPr algn="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6E69268-9C8B-4EBF-A9EE-DC5DC2D48D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9745080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50" r:id="rId2"/>
    <p:sldLayoutId id="2147483652" r:id="rId3"/>
    <p:sldLayoutId id="2147483654" r:id="rId4"/>
    <p:sldLayoutId id="2147483655" r:id="rId5"/>
    <p:sldLayoutId id="2147483663" r:id="rId6"/>
  </p:sldLayoutIdLst>
  <p:transition/>
  <p:txStyles>
    <p:titleStyle>
      <a:lvl1pPr algn="l" defTabSz="1218987" rtl="0" eaLnBrk="1" latinLnBrk="0" hangingPunct="1">
        <a:spcBef>
          <a:spcPct val="0"/>
        </a:spcBef>
        <a:buNone/>
        <a:defRPr sz="3600" kern="120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Arial" panose="020B0604020202020204" pitchFamily="34" charset="0"/>
        </a:defRPr>
      </a:lvl1pPr>
    </p:titleStyle>
    <p:bodyStyle>
      <a:lvl1pPr marL="0" indent="0" algn="l" defTabSz="1218987" rtl="0" eaLnBrk="1" latinLnBrk="0" hangingPunct="1">
        <a:spcBef>
          <a:spcPct val="20000"/>
        </a:spcBef>
        <a:buFontTx/>
        <a:buNone/>
        <a:defRPr sz="1800" kern="1200">
          <a:solidFill>
            <a:schemeClr val="tx1">
              <a:lumMod val="75000"/>
              <a:lumOff val="25000"/>
            </a:schemeClr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609494" indent="0" algn="l" defTabSz="1218987" rtl="0" eaLnBrk="1" latinLnBrk="0" hangingPunct="1">
        <a:spcBef>
          <a:spcPct val="20000"/>
        </a:spcBef>
        <a:buFontTx/>
        <a:buNone/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218986" indent="0" algn="l" defTabSz="1218987" rtl="0" eaLnBrk="1" latinLnBrk="0" hangingPunct="1">
        <a:spcBef>
          <a:spcPct val="20000"/>
        </a:spcBef>
        <a:buFontTx/>
        <a:buNone/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828480" indent="0" algn="l" defTabSz="1218987" rtl="0" eaLnBrk="1" latinLnBrk="0" hangingPunct="1">
        <a:spcBef>
          <a:spcPct val="20000"/>
        </a:spcBef>
        <a:buFontTx/>
        <a:buNone/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437973" indent="0" algn="l" defTabSz="1218987" rtl="0" eaLnBrk="1" latinLnBrk="0" hangingPunct="1">
        <a:spcBef>
          <a:spcPct val="20000"/>
        </a:spcBef>
        <a:buFontTx/>
        <a:buNone/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3352213" indent="-304747" algn="l" defTabSz="1218987" rtl="0" eaLnBrk="1" latinLnBrk="0" hangingPunct="1">
        <a:spcBef>
          <a:spcPct val="20000"/>
        </a:spcBef>
        <a:buFont typeface="Arial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6pPr>
      <a:lvl7pPr marL="3961707" indent="-304747" algn="l" defTabSz="1218987" rtl="0" eaLnBrk="1" latinLnBrk="0" hangingPunct="1">
        <a:spcBef>
          <a:spcPct val="20000"/>
        </a:spcBef>
        <a:buFont typeface="Arial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7pPr>
      <a:lvl8pPr marL="4571200" indent="-304747" algn="l" defTabSz="1218987" rtl="0" eaLnBrk="1" latinLnBrk="0" hangingPunct="1">
        <a:spcBef>
          <a:spcPct val="20000"/>
        </a:spcBef>
        <a:buFont typeface="Arial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8pPr>
      <a:lvl9pPr marL="5180693" indent="-304747" algn="l" defTabSz="1218987" rtl="0" eaLnBrk="1" latinLnBrk="0" hangingPunct="1">
        <a:spcBef>
          <a:spcPct val="20000"/>
        </a:spcBef>
        <a:buFont typeface="Arial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493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8987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480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7973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467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6960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6453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5947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5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7" Type="http://schemas.openxmlformats.org/officeDocument/2006/relationships/image" Target="../media/image2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제목 52"/>
          <p:cNvSpPr>
            <a:spLocks noGrp="1"/>
          </p:cNvSpPr>
          <p:nvPr>
            <p:ph type="title"/>
          </p:nvPr>
        </p:nvSpPr>
        <p:spPr>
          <a:xfrm>
            <a:off x="522248" y="214290"/>
            <a:ext cx="10969943" cy="6429420"/>
          </a:xfrm>
        </p:spPr>
        <p:txBody>
          <a:bodyPr/>
          <a:lstStyle/>
          <a:p>
            <a:r>
              <a:rPr lang="en-US" altLang="ko-KR" sz="1800" strike="sngStrike" dirty="0" smtClean="0">
                <a:latin typeface="+mn-ea"/>
                <a:ea typeface="+mn-ea"/>
              </a:rPr>
              <a:t>1.</a:t>
            </a:r>
            <a:r>
              <a:rPr lang="ko-KR" altLang="en-US" sz="1800" strike="sngStrike" dirty="0" smtClean="0">
                <a:latin typeface="+mn-ea"/>
                <a:ea typeface="+mn-ea"/>
              </a:rPr>
              <a:t>프로젝트제목</a:t>
            </a:r>
            <a:r>
              <a:rPr lang="en-US" altLang="ko-KR" sz="1800" strike="sngStrike" dirty="0" smtClean="0">
                <a:latin typeface="+mn-ea"/>
                <a:ea typeface="+mn-ea"/>
              </a:rPr>
              <a:t/>
            </a:r>
            <a:br>
              <a:rPr lang="en-US" altLang="ko-KR" sz="1800" strike="sngStrike" dirty="0" smtClean="0">
                <a:latin typeface="+mn-ea"/>
                <a:ea typeface="+mn-ea"/>
              </a:rPr>
            </a:br>
            <a:r>
              <a:rPr lang="en-US" altLang="ko-KR" sz="1800" strike="sngStrike" dirty="0" smtClean="0">
                <a:latin typeface="+mn-ea"/>
                <a:ea typeface="+mn-ea"/>
              </a:rPr>
              <a:t>	</a:t>
            </a:r>
            <a:r>
              <a:rPr lang="ko-KR" altLang="en-US" sz="1800" strike="sngStrike" dirty="0" smtClean="0">
                <a:latin typeface="+mn-ea"/>
                <a:ea typeface="+mn-ea"/>
              </a:rPr>
              <a:t>하단</a:t>
            </a:r>
            <a:r>
              <a:rPr lang="en-US" altLang="ko-KR" sz="1800" strike="sngStrike" dirty="0" smtClean="0">
                <a:latin typeface="+mn-ea"/>
                <a:ea typeface="+mn-ea"/>
              </a:rPr>
              <a:t>=&gt;</a:t>
            </a:r>
            <a:r>
              <a:rPr lang="ko-KR" altLang="en-US" sz="1800" strike="sngStrike" dirty="0" err="1" smtClean="0">
                <a:latin typeface="+mn-ea"/>
                <a:ea typeface="+mn-ea"/>
              </a:rPr>
              <a:t>팀원들이름</a:t>
            </a:r>
            <a:r>
              <a:rPr lang="en-US" altLang="ko-KR" sz="1800" strike="sngStrike" dirty="0" smtClean="0">
                <a:latin typeface="+mn-ea"/>
                <a:ea typeface="+mn-ea"/>
              </a:rPr>
              <a:t/>
            </a:r>
            <a:br>
              <a:rPr lang="en-US" altLang="ko-KR" sz="1800" strike="sngStrike" dirty="0" smtClean="0">
                <a:latin typeface="+mn-ea"/>
                <a:ea typeface="+mn-ea"/>
              </a:rPr>
            </a:br>
            <a:r>
              <a:rPr lang="en-US" altLang="ko-KR" sz="1800" strike="sngStrike" dirty="0" smtClean="0">
                <a:latin typeface="+mn-ea"/>
                <a:ea typeface="+mn-ea"/>
              </a:rPr>
              <a:t>	</a:t>
            </a:r>
            <a:r>
              <a:rPr lang="ko-KR" altLang="en-US" sz="1800" strike="sngStrike" dirty="0" smtClean="0">
                <a:latin typeface="+mn-ea"/>
                <a:ea typeface="+mn-ea"/>
              </a:rPr>
              <a:t>발표자 소개</a:t>
            </a:r>
            <a:r>
              <a:rPr lang="en-US" altLang="ko-KR" sz="1800" dirty="0" smtClean="0">
                <a:latin typeface="+mn-ea"/>
                <a:ea typeface="+mn-ea"/>
              </a:rPr>
              <a:t/>
            </a:r>
            <a:br>
              <a:rPr lang="en-US" altLang="ko-KR" sz="1800" dirty="0" smtClean="0">
                <a:latin typeface="+mn-ea"/>
                <a:ea typeface="+mn-ea"/>
              </a:rPr>
            </a:br>
            <a:r>
              <a:rPr lang="en-US" altLang="ko-KR" sz="1800" strike="sngStrike" dirty="0" smtClean="0">
                <a:latin typeface="+mn-ea"/>
                <a:ea typeface="+mn-ea"/>
              </a:rPr>
              <a:t>2.</a:t>
            </a:r>
            <a:r>
              <a:rPr lang="ko-KR" altLang="en-US" sz="1800" strike="sngStrike" dirty="0" smtClean="0">
                <a:latin typeface="+mn-ea"/>
                <a:ea typeface="+mn-ea"/>
              </a:rPr>
              <a:t>프로젝트를 선택한 이유</a:t>
            </a:r>
            <a:r>
              <a:rPr lang="en-US" altLang="ko-KR" sz="1800" strike="sngStrike" dirty="0" smtClean="0">
                <a:latin typeface="+mn-ea"/>
                <a:ea typeface="+mn-ea"/>
              </a:rPr>
              <a:t/>
            </a:r>
            <a:br>
              <a:rPr lang="en-US" altLang="ko-KR" sz="1800" strike="sngStrike" dirty="0" smtClean="0">
                <a:latin typeface="+mn-ea"/>
                <a:ea typeface="+mn-ea"/>
              </a:rPr>
            </a:br>
            <a:r>
              <a:rPr lang="en-US" altLang="ko-KR" sz="1800" strike="sngStrike" dirty="0" smtClean="0">
                <a:latin typeface="+mn-ea"/>
                <a:ea typeface="+mn-ea"/>
              </a:rPr>
              <a:t>	</a:t>
            </a:r>
            <a:r>
              <a:rPr lang="ko-KR" altLang="en-US" sz="1800" strike="sngStrike" dirty="0" smtClean="0">
                <a:latin typeface="+mn-ea"/>
                <a:ea typeface="+mn-ea"/>
              </a:rPr>
              <a:t>자바의 문법 정리</a:t>
            </a:r>
            <a:r>
              <a:rPr lang="en-US" altLang="ko-KR" sz="1800" strike="sngStrike" dirty="0" smtClean="0">
                <a:latin typeface="+mn-ea"/>
                <a:ea typeface="+mn-ea"/>
              </a:rPr>
              <a:t>, JDBC Programming </a:t>
            </a:r>
            <a:r>
              <a:rPr lang="ko-KR" altLang="en-US" sz="1800" strike="sngStrike" dirty="0" smtClean="0">
                <a:latin typeface="+mn-ea"/>
                <a:ea typeface="+mn-ea"/>
              </a:rPr>
              <a:t>습득</a:t>
            </a:r>
            <a:r>
              <a:rPr lang="en-US" altLang="ko-KR" sz="1800" strike="sngStrike" dirty="0" smtClean="0">
                <a:latin typeface="+mn-ea"/>
                <a:ea typeface="+mn-ea"/>
              </a:rPr>
              <a:t/>
            </a:r>
            <a:br>
              <a:rPr lang="en-US" altLang="ko-KR" sz="1800" strike="sngStrike" dirty="0" smtClean="0">
                <a:latin typeface="+mn-ea"/>
                <a:ea typeface="+mn-ea"/>
              </a:rPr>
            </a:br>
            <a:r>
              <a:rPr lang="en-US" altLang="ko-KR" sz="1800" strike="sngStrike" dirty="0" smtClean="0">
                <a:latin typeface="+mn-ea"/>
                <a:ea typeface="+mn-ea"/>
              </a:rPr>
              <a:t>	</a:t>
            </a:r>
            <a:r>
              <a:rPr lang="ko-KR" altLang="en-US" sz="1800" strike="sngStrike" dirty="0" smtClean="0">
                <a:latin typeface="+mn-ea"/>
                <a:ea typeface="+mn-ea"/>
              </a:rPr>
              <a:t>이 프로젝트로 얻을 수 있는 이점</a:t>
            </a:r>
            <a:r>
              <a:rPr lang="en-US" altLang="ko-KR" sz="1800" strike="sngStrike" dirty="0" smtClean="0">
                <a:latin typeface="+mn-ea"/>
                <a:ea typeface="+mn-ea"/>
              </a:rPr>
              <a:t>(</a:t>
            </a:r>
            <a:r>
              <a:rPr lang="ko-KR" altLang="en-US" sz="1800" strike="sngStrike" dirty="0" smtClean="0">
                <a:latin typeface="+mn-ea"/>
                <a:ea typeface="+mn-ea"/>
              </a:rPr>
              <a:t>효과</a:t>
            </a:r>
            <a:r>
              <a:rPr lang="en-US" altLang="ko-KR" sz="1800" strike="sngStrike" dirty="0" smtClean="0">
                <a:latin typeface="+mn-ea"/>
                <a:ea typeface="+mn-ea"/>
              </a:rPr>
              <a:t>)</a:t>
            </a:r>
            <a:r>
              <a:rPr lang="en-US" altLang="ko-KR" sz="1800" dirty="0" smtClean="0">
                <a:latin typeface="+mn-ea"/>
                <a:ea typeface="+mn-ea"/>
              </a:rPr>
              <a:t/>
            </a:r>
            <a:br>
              <a:rPr lang="en-US" altLang="ko-KR" sz="1800" dirty="0" smtClean="0">
                <a:latin typeface="+mn-ea"/>
                <a:ea typeface="+mn-ea"/>
              </a:rPr>
            </a:br>
            <a:r>
              <a:rPr lang="en-US" altLang="ko-KR" sz="1800" dirty="0" smtClean="0">
                <a:latin typeface="+mn-ea"/>
                <a:ea typeface="+mn-ea"/>
              </a:rPr>
              <a:t>3</a:t>
            </a:r>
            <a:r>
              <a:rPr lang="en-US" altLang="ko-KR" sz="1800" strike="sngStrike" dirty="0" smtClean="0">
                <a:latin typeface="+mn-ea"/>
                <a:ea typeface="+mn-ea"/>
              </a:rPr>
              <a:t>.</a:t>
            </a:r>
            <a:r>
              <a:rPr lang="ko-KR" altLang="en-US" sz="1800" strike="sngStrike" dirty="0" smtClean="0">
                <a:latin typeface="+mn-ea"/>
                <a:ea typeface="+mn-ea"/>
              </a:rPr>
              <a:t>프로젝트 일정계획이 나와라</a:t>
            </a:r>
            <a:r>
              <a:rPr lang="en-US" altLang="ko-KR" sz="1800" strike="sngStrike" dirty="0" smtClean="0">
                <a:latin typeface="+mn-ea"/>
                <a:ea typeface="+mn-ea"/>
              </a:rPr>
              <a:t/>
            </a:r>
            <a:br>
              <a:rPr lang="en-US" altLang="ko-KR" sz="1800" strike="sngStrike" dirty="0" smtClean="0">
                <a:latin typeface="+mn-ea"/>
                <a:ea typeface="+mn-ea"/>
              </a:rPr>
            </a:br>
            <a:r>
              <a:rPr lang="en-US" altLang="ko-KR" sz="1800" strike="sngStrike" dirty="0" smtClean="0">
                <a:latin typeface="+mn-ea"/>
                <a:ea typeface="+mn-ea"/>
              </a:rPr>
              <a:t>	</a:t>
            </a:r>
            <a:r>
              <a:rPr lang="ko-KR" altLang="en-US" sz="1800" strike="sngStrike" dirty="0" smtClean="0">
                <a:latin typeface="+mn-ea"/>
                <a:ea typeface="+mn-ea"/>
              </a:rPr>
              <a:t>화살표로 표시하라</a:t>
            </a:r>
            <a:r>
              <a:rPr lang="en-US" altLang="ko-KR" sz="1800" strike="sngStrike" dirty="0" smtClean="0">
                <a:latin typeface="+mn-ea"/>
                <a:ea typeface="+mn-ea"/>
              </a:rPr>
              <a:t/>
            </a:r>
            <a:br>
              <a:rPr lang="en-US" altLang="ko-KR" sz="1800" strike="sngStrike" dirty="0" smtClean="0">
                <a:latin typeface="+mn-ea"/>
                <a:ea typeface="+mn-ea"/>
              </a:rPr>
            </a:br>
            <a:r>
              <a:rPr lang="en-US" altLang="ko-KR" sz="1800" strike="sngStrike" dirty="0" smtClean="0">
                <a:latin typeface="+mn-ea"/>
                <a:ea typeface="+mn-ea"/>
              </a:rPr>
              <a:t>	(</a:t>
            </a:r>
            <a:r>
              <a:rPr lang="ko-KR" altLang="en-US" sz="1800" strike="sngStrike" dirty="0" smtClean="0">
                <a:latin typeface="+mn-ea"/>
                <a:ea typeface="+mn-ea"/>
              </a:rPr>
              <a:t>일정 작성시</a:t>
            </a:r>
            <a:r>
              <a:rPr lang="en-US" altLang="ko-KR" sz="1800" strike="sngStrike" dirty="0" smtClean="0">
                <a:latin typeface="+mn-ea"/>
                <a:ea typeface="+mn-ea"/>
              </a:rPr>
              <a:t>: 2</a:t>
            </a:r>
            <a:r>
              <a:rPr lang="ko-KR" altLang="en-US" sz="1800" strike="sngStrike" dirty="0" smtClean="0">
                <a:latin typeface="+mn-ea"/>
                <a:ea typeface="+mn-ea"/>
              </a:rPr>
              <a:t>일</a:t>
            </a:r>
            <a:r>
              <a:rPr lang="en-US" altLang="ko-KR" sz="1800" strike="sngStrike" dirty="0" smtClean="0">
                <a:latin typeface="+mn-ea"/>
                <a:ea typeface="+mn-ea"/>
              </a:rPr>
              <a:t>+1,2</a:t>
            </a:r>
            <a:r>
              <a:rPr lang="ko-KR" altLang="en-US" sz="1800" strike="sngStrike" dirty="0" smtClean="0">
                <a:latin typeface="+mn-ea"/>
                <a:ea typeface="+mn-ea"/>
              </a:rPr>
              <a:t>일</a:t>
            </a:r>
            <a:r>
              <a:rPr lang="en-US" altLang="ko-KR" sz="1800" strike="sngStrike" dirty="0" smtClean="0">
                <a:latin typeface="+mn-ea"/>
                <a:ea typeface="+mn-ea"/>
              </a:rPr>
              <a:t>)</a:t>
            </a:r>
            <a:r>
              <a:rPr lang="en-US" altLang="ko-KR" sz="1800" dirty="0" smtClean="0">
                <a:latin typeface="+mn-ea"/>
                <a:ea typeface="+mn-ea"/>
              </a:rPr>
              <a:t/>
            </a:r>
            <a:br>
              <a:rPr lang="en-US" altLang="ko-KR" sz="1800" dirty="0" smtClean="0">
                <a:latin typeface="+mn-ea"/>
                <a:ea typeface="+mn-ea"/>
              </a:rPr>
            </a:br>
            <a:r>
              <a:rPr lang="en-US" altLang="ko-KR" sz="1800" strike="sngStrike" dirty="0" smtClean="0">
                <a:latin typeface="+mn-ea"/>
                <a:ea typeface="+mn-ea"/>
              </a:rPr>
              <a:t>4.</a:t>
            </a:r>
            <a:r>
              <a:rPr lang="ko-KR" altLang="en-US" sz="1800" strike="sngStrike" dirty="0" smtClean="0">
                <a:latin typeface="+mn-ea"/>
                <a:ea typeface="+mn-ea"/>
              </a:rPr>
              <a:t>역할분담</a:t>
            </a:r>
            <a:r>
              <a:rPr lang="en-US" altLang="ko-KR" sz="1800" strike="sngStrike" dirty="0" smtClean="0">
                <a:latin typeface="+mn-ea"/>
                <a:ea typeface="+mn-ea"/>
              </a:rPr>
              <a:t/>
            </a:r>
            <a:br>
              <a:rPr lang="en-US" altLang="ko-KR" sz="1800" strike="sngStrike" dirty="0" smtClean="0">
                <a:latin typeface="+mn-ea"/>
                <a:ea typeface="+mn-ea"/>
              </a:rPr>
            </a:br>
            <a:r>
              <a:rPr lang="en-US" altLang="ko-KR" sz="1800" strike="sngStrike" dirty="0" smtClean="0">
                <a:latin typeface="+mn-ea"/>
                <a:ea typeface="+mn-ea"/>
              </a:rPr>
              <a:t>	</a:t>
            </a:r>
            <a:r>
              <a:rPr lang="ko-KR" altLang="en-US" sz="1800" strike="sngStrike" dirty="0" smtClean="0">
                <a:latin typeface="+mn-ea"/>
                <a:ea typeface="+mn-ea"/>
              </a:rPr>
              <a:t>표형태로 출력</a:t>
            </a:r>
            <a:r>
              <a:rPr lang="en-US" altLang="ko-KR" sz="1800" strike="sngStrike" dirty="0" smtClean="0">
                <a:latin typeface="+mn-ea"/>
                <a:ea typeface="+mn-ea"/>
              </a:rPr>
              <a:t>?</a:t>
            </a:r>
            <a:r>
              <a:rPr lang="en-US" altLang="ko-KR" sz="1800" dirty="0" smtClean="0">
                <a:latin typeface="+mn-ea"/>
                <a:ea typeface="+mn-ea"/>
              </a:rPr>
              <a:t/>
            </a:r>
            <a:br>
              <a:rPr lang="en-US" altLang="ko-KR" sz="1800" dirty="0" smtClean="0">
                <a:latin typeface="+mn-ea"/>
                <a:ea typeface="+mn-ea"/>
              </a:rPr>
            </a:br>
            <a:r>
              <a:rPr lang="en-US" altLang="ko-KR" sz="1800" dirty="0" smtClean="0">
                <a:latin typeface="+mn-ea"/>
                <a:ea typeface="+mn-ea"/>
              </a:rPr>
              <a:t>5.DB</a:t>
            </a:r>
            <a:r>
              <a:rPr lang="ko-KR" altLang="en-US" sz="1800" dirty="0" smtClean="0">
                <a:latin typeface="+mn-ea"/>
                <a:ea typeface="+mn-ea"/>
              </a:rPr>
              <a:t>설계</a:t>
            </a:r>
            <a:r>
              <a:rPr lang="en-US" altLang="ko-KR" sz="1800" dirty="0" smtClean="0">
                <a:latin typeface="+mn-ea"/>
                <a:ea typeface="+mn-ea"/>
              </a:rPr>
              <a:t/>
            </a:r>
            <a:br>
              <a:rPr lang="en-US" altLang="ko-KR" sz="1800" dirty="0" smtClean="0">
                <a:latin typeface="+mn-ea"/>
                <a:ea typeface="+mn-ea"/>
              </a:rPr>
            </a:br>
            <a:r>
              <a:rPr lang="en-US" altLang="ko-KR" sz="1800" dirty="0" smtClean="0">
                <a:latin typeface="+mn-ea"/>
                <a:ea typeface="+mn-ea"/>
              </a:rPr>
              <a:t>	</a:t>
            </a:r>
            <a:r>
              <a:rPr lang="ko-KR" altLang="en-US" sz="1800" dirty="0" err="1" smtClean="0">
                <a:latin typeface="+mn-ea"/>
                <a:ea typeface="+mn-ea"/>
              </a:rPr>
              <a:t>네모칸</a:t>
            </a:r>
            <a:r>
              <a:rPr lang="en-US" altLang="ko-KR" sz="1800" dirty="0" smtClean="0">
                <a:latin typeface="+mn-ea"/>
                <a:ea typeface="+mn-ea"/>
              </a:rPr>
              <a:t>, </a:t>
            </a:r>
            <a:r>
              <a:rPr lang="ko-KR" altLang="en-US" sz="1800" dirty="0" smtClean="0">
                <a:latin typeface="+mn-ea"/>
                <a:ea typeface="+mn-ea"/>
              </a:rPr>
              <a:t>화살표 등으로 강조</a:t>
            </a:r>
            <a:r>
              <a:rPr lang="en-US" altLang="ko-KR" sz="1800" dirty="0" smtClean="0">
                <a:latin typeface="+mn-ea"/>
                <a:ea typeface="+mn-ea"/>
              </a:rPr>
              <a:t> </a:t>
            </a:r>
            <a:r>
              <a:rPr lang="ko-KR" altLang="en-US" sz="1800" dirty="0" smtClean="0">
                <a:latin typeface="+mn-ea"/>
                <a:ea typeface="+mn-ea"/>
              </a:rPr>
              <a:t>및 표시</a:t>
            </a:r>
            <a:r>
              <a:rPr lang="en-US" altLang="ko-KR" sz="1800" dirty="0" smtClean="0">
                <a:latin typeface="+mn-ea"/>
                <a:ea typeface="+mn-ea"/>
              </a:rPr>
              <a:t/>
            </a:r>
            <a:br>
              <a:rPr lang="en-US" altLang="ko-KR" sz="1800" dirty="0" smtClean="0">
                <a:latin typeface="+mn-ea"/>
                <a:ea typeface="+mn-ea"/>
              </a:rPr>
            </a:br>
            <a:r>
              <a:rPr lang="en-US" altLang="ko-KR" sz="1800" dirty="0" smtClean="0">
                <a:latin typeface="+mn-ea"/>
                <a:ea typeface="+mn-ea"/>
              </a:rPr>
              <a:t>6.FlowChart</a:t>
            </a:r>
            <a:br>
              <a:rPr lang="en-US" altLang="ko-KR" sz="1800" dirty="0" smtClean="0">
                <a:latin typeface="+mn-ea"/>
                <a:ea typeface="+mn-ea"/>
              </a:rPr>
            </a:br>
            <a:r>
              <a:rPr lang="en-US" altLang="ko-KR" sz="1800" dirty="0" smtClean="0">
                <a:latin typeface="+mn-ea"/>
                <a:ea typeface="+mn-ea"/>
              </a:rPr>
              <a:t>	</a:t>
            </a:r>
            <a:r>
              <a:rPr lang="ko-KR" altLang="en-US" sz="1800" dirty="0" smtClean="0">
                <a:latin typeface="+mn-ea"/>
                <a:ea typeface="+mn-ea"/>
              </a:rPr>
              <a:t>설계흐름도</a:t>
            </a:r>
            <a:r>
              <a:rPr lang="en-US" altLang="ko-KR" sz="1800" dirty="0" smtClean="0">
                <a:latin typeface="+mn-ea"/>
                <a:ea typeface="+mn-ea"/>
              </a:rPr>
              <a:t/>
            </a:r>
            <a:br>
              <a:rPr lang="en-US" altLang="ko-KR" sz="1800" dirty="0" smtClean="0">
                <a:latin typeface="+mn-ea"/>
                <a:ea typeface="+mn-ea"/>
              </a:rPr>
            </a:br>
            <a:r>
              <a:rPr lang="en-US" altLang="ko-KR" sz="1800" strike="sngStrike" dirty="0" smtClean="0">
                <a:latin typeface="+mn-ea"/>
                <a:ea typeface="+mn-ea"/>
              </a:rPr>
              <a:t>7.</a:t>
            </a:r>
            <a:r>
              <a:rPr lang="ko-KR" altLang="en-US" sz="1800" strike="sngStrike" dirty="0" smtClean="0">
                <a:latin typeface="+mn-ea"/>
                <a:ea typeface="+mn-ea"/>
              </a:rPr>
              <a:t>현재 진행 상황</a:t>
            </a:r>
            <a:r>
              <a:rPr lang="en-US" altLang="ko-KR" sz="1800" strike="sngStrike" dirty="0" smtClean="0">
                <a:latin typeface="+mn-ea"/>
                <a:ea typeface="+mn-ea"/>
              </a:rPr>
              <a:t/>
            </a:r>
            <a:br>
              <a:rPr lang="en-US" altLang="ko-KR" sz="1800" strike="sngStrike" dirty="0" smtClean="0">
                <a:latin typeface="+mn-ea"/>
                <a:ea typeface="+mn-ea"/>
              </a:rPr>
            </a:br>
            <a:r>
              <a:rPr lang="en-US" altLang="ko-KR" sz="1800" strike="sngStrike" dirty="0" smtClean="0">
                <a:latin typeface="+mn-ea"/>
                <a:ea typeface="+mn-ea"/>
              </a:rPr>
              <a:t>	</a:t>
            </a:r>
            <a:r>
              <a:rPr lang="ko-KR" altLang="en-US" sz="1800" strike="sngStrike" dirty="0" smtClean="0">
                <a:latin typeface="+mn-ea"/>
                <a:ea typeface="+mn-ea"/>
              </a:rPr>
              <a:t>남은 상황에 대한 언급</a:t>
            </a:r>
            <a:r>
              <a:rPr lang="en-US" altLang="ko-KR" sz="1800" dirty="0" smtClean="0">
                <a:latin typeface="+mn-ea"/>
                <a:ea typeface="+mn-ea"/>
              </a:rPr>
              <a:t/>
            </a:r>
            <a:br>
              <a:rPr lang="en-US" altLang="ko-KR" sz="1800" dirty="0" smtClean="0">
                <a:latin typeface="+mn-ea"/>
                <a:ea typeface="+mn-ea"/>
              </a:rPr>
            </a:br>
            <a:r>
              <a:rPr lang="en-US" altLang="ko-KR" sz="1800" strike="sngStrike" dirty="0" smtClean="0">
                <a:latin typeface="+mn-ea"/>
                <a:ea typeface="+mn-ea"/>
              </a:rPr>
              <a:t>8</a:t>
            </a:r>
            <a:r>
              <a:rPr lang="en-US" altLang="ko-KR" sz="1800" strike="sngStrike" dirty="0" smtClean="0">
                <a:latin typeface="+mn-ea"/>
              </a:rPr>
              <a:t>,</a:t>
            </a:r>
            <a:r>
              <a:rPr lang="ko-KR" altLang="en-US" sz="1800" strike="sngStrike" dirty="0" smtClean="0">
                <a:latin typeface="+mn-ea"/>
              </a:rPr>
              <a:t>프로젝트를 통한 향상 및 이점 </a:t>
            </a:r>
            <a:r>
              <a:rPr lang="en-US" altLang="ko-KR" sz="1800" strike="sngStrike" dirty="0" smtClean="0">
                <a:latin typeface="+mn-ea"/>
                <a:ea typeface="+mn-ea"/>
              </a:rPr>
              <a:t/>
            </a:r>
            <a:br>
              <a:rPr lang="en-US" altLang="ko-KR" sz="1800" strike="sngStrike" dirty="0" smtClean="0">
                <a:latin typeface="+mn-ea"/>
                <a:ea typeface="+mn-ea"/>
              </a:rPr>
            </a:br>
            <a:r>
              <a:rPr lang="en-US" altLang="ko-KR" sz="1800" strike="sngStrike" dirty="0" smtClean="0">
                <a:latin typeface="+mn-ea"/>
                <a:ea typeface="+mn-ea"/>
              </a:rPr>
              <a:t>9.</a:t>
            </a:r>
            <a:r>
              <a:rPr lang="ko-KR" altLang="en-US" sz="1800" strike="sngStrike" dirty="0" err="1" smtClean="0">
                <a:latin typeface="+mn-ea"/>
                <a:ea typeface="+mn-ea"/>
              </a:rPr>
              <a:t>아쉬운점</a:t>
            </a:r>
            <a:r>
              <a:rPr lang="en-US" altLang="ko-KR" sz="1800" strike="sngStrike" dirty="0" smtClean="0">
                <a:latin typeface="+mn-ea"/>
                <a:ea typeface="+mn-ea"/>
              </a:rPr>
              <a:t/>
            </a:r>
            <a:br>
              <a:rPr lang="en-US" altLang="ko-KR" sz="1800" strike="sngStrike" dirty="0" smtClean="0">
                <a:latin typeface="+mn-ea"/>
                <a:ea typeface="+mn-ea"/>
              </a:rPr>
            </a:br>
            <a:r>
              <a:rPr lang="en-US" altLang="ko-KR" sz="1800" strike="sngStrike" dirty="0" smtClean="0">
                <a:latin typeface="+mn-ea"/>
                <a:ea typeface="+mn-ea"/>
              </a:rPr>
              <a:t>	</a:t>
            </a:r>
            <a:r>
              <a:rPr lang="ko-KR" altLang="en-US" sz="1800" strike="sngStrike" dirty="0" smtClean="0">
                <a:latin typeface="+mn-ea"/>
                <a:ea typeface="+mn-ea"/>
              </a:rPr>
              <a:t>시간이 더 있었더라면</a:t>
            </a:r>
            <a:r>
              <a:rPr lang="en-US" altLang="ko-KR" sz="1800" strike="sngStrike" dirty="0" smtClean="0">
                <a:latin typeface="+mn-ea"/>
                <a:ea typeface="+mn-ea"/>
              </a:rPr>
              <a:t>!</a:t>
            </a:r>
            <a:br>
              <a:rPr lang="en-US" altLang="ko-KR" sz="1800" strike="sngStrike" dirty="0" smtClean="0">
                <a:latin typeface="+mn-ea"/>
                <a:ea typeface="+mn-ea"/>
              </a:rPr>
            </a:br>
            <a:r>
              <a:rPr lang="en-US" altLang="ko-KR" sz="1800" strike="sngStrike" dirty="0" smtClean="0">
                <a:latin typeface="+mn-ea"/>
                <a:ea typeface="+mn-ea"/>
              </a:rPr>
              <a:t>	</a:t>
            </a:r>
            <a:r>
              <a:rPr lang="ko-KR" altLang="en-US" sz="1800" strike="sngStrike" dirty="0" smtClean="0">
                <a:latin typeface="+mn-ea"/>
                <a:ea typeface="+mn-ea"/>
              </a:rPr>
              <a:t>보강 사항</a:t>
            </a:r>
            <a:r>
              <a:rPr lang="en-US" altLang="ko-KR" sz="1800" dirty="0" smtClean="0">
                <a:latin typeface="+mn-ea"/>
                <a:ea typeface="+mn-ea"/>
              </a:rPr>
              <a:t/>
            </a:r>
            <a:br>
              <a:rPr lang="en-US" altLang="ko-KR" sz="1800" dirty="0" smtClean="0">
                <a:latin typeface="+mn-ea"/>
                <a:ea typeface="+mn-ea"/>
              </a:rPr>
            </a:br>
            <a:r>
              <a:rPr lang="en-US" altLang="ko-KR" sz="1800" strike="sngStrike" dirty="0" smtClean="0">
                <a:latin typeface="+mn-ea"/>
                <a:ea typeface="+mn-ea"/>
              </a:rPr>
              <a:t>10.</a:t>
            </a:r>
            <a:r>
              <a:rPr lang="ko-KR" altLang="en-US" sz="1800" strike="sngStrike" dirty="0" smtClean="0">
                <a:latin typeface="+mn-ea"/>
                <a:ea typeface="+mn-ea"/>
              </a:rPr>
              <a:t>질문을 하라</a:t>
            </a:r>
            <a:r>
              <a:rPr lang="en-US" altLang="ko-KR" sz="1800" dirty="0" smtClean="0">
                <a:latin typeface="+mn-ea"/>
                <a:ea typeface="+mn-ea"/>
              </a:rPr>
              <a:t/>
            </a:r>
            <a:br>
              <a:rPr lang="en-US" altLang="ko-KR" sz="1800" dirty="0" smtClean="0">
                <a:latin typeface="+mn-ea"/>
                <a:ea typeface="+mn-ea"/>
              </a:rPr>
            </a:br>
            <a:r>
              <a:rPr lang="en-US" altLang="ko-KR" sz="1800" dirty="0" smtClean="0">
                <a:latin typeface="+mn-ea"/>
                <a:ea typeface="+mn-ea"/>
              </a:rPr>
              <a:t/>
            </a:r>
            <a:br>
              <a:rPr lang="en-US" altLang="ko-KR" sz="1800" dirty="0" smtClean="0">
                <a:latin typeface="+mn-ea"/>
                <a:ea typeface="+mn-ea"/>
              </a:rPr>
            </a:br>
            <a:endParaRPr lang="ko-KR" altLang="en-US" sz="1800" dirty="0">
              <a:latin typeface="+mn-ea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1935223717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307934" y="274639"/>
            <a:ext cx="10969943" cy="711081"/>
          </a:xfrm>
        </p:spPr>
        <p:txBody>
          <a:bodyPr/>
          <a:lstStyle/>
          <a:p>
            <a:r>
              <a:rPr lang="en-US" dirty="0" smtClean="0">
                <a:solidFill>
                  <a:schemeClr val="bg1">
                    <a:lumMod val="50000"/>
                  </a:schemeClr>
                </a:solidFill>
              </a:rPr>
              <a:t>-JAVA PROGRAMMING</a:t>
            </a:r>
            <a:endParaRPr lang="en-US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50" name="Title 3"/>
          <p:cNvSpPr txBox="1">
            <a:spLocks/>
          </p:cNvSpPr>
          <p:nvPr/>
        </p:nvSpPr>
        <p:spPr>
          <a:xfrm>
            <a:off x="1736694" y="2428868"/>
            <a:ext cx="8858312" cy="1785950"/>
          </a:xfrm>
          <a:prstGeom prst="rect">
            <a:avLst/>
          </a:prstGeom>
        </p:spPr>
        <p:txBody>
          <a:bodyPr vert="horz" lIns="0" tIns="60949" rIns="0" bIns="60949" rtlCol="0" anchor="ctr">
            <a:noAutofit/>
          </a:bodyPr>
          <a:lstStyle/>
          <a:p>
            <a:pPr marL="0" marR="0" lvl="0" indent="0" algn="ctr" defTabSz="1218987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4000" b="1" dirty="0" smtClean="0">
                <a:solidFill>
                  <a:schemeClr val="tx1">
                    <a:lumMod val="95000"/>
                    <a:lumOff val="5000"/>
                  </a:schemeClr>
                </a:solidFill>
                <a:effectLst>
                  <a:glow rad="63500">
                    <a:schemeClr val="accent5">
                      <a:satMod val="175000"/>
                      <a:alpha val="40000"/>
                    </a:schemeClr>
                  </a:glow>
                  <a:reflection blurRad="6350" stA="60000" endA="900" endPos="60000" dist="29997" dir="5400000" sy="-100000" algn="bl" rotWithShape="0"/>
                </a:effectLst>
                <a:latin typeface="+mj-lt"/>
                <a:ea typeface="+mj-ea"/>
                <a:cs typeface="Arial" panose="020B0604020202020204" pitchFamily="34" charset="0"/>
              </a:rPr>
              <a:t>(</a:t>
            </a:r>
            <a:r>
              <a:rPr kumimoji="0" lang="ko-KR" altLang="en-US" sz="40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>
                    <a:lumMod val="95000"/>
                    <a:lumOff val="5000"/>
                  </a:schemeClr>
                </a:solidFill>
                <a:effectLst>
                  <a:glow rad="63500">
                    <a:schemeClr val="accent5">
                      <a:satMod val="175000"/>
                      <a:alpha val="40000"/>
                    </a:schemeClr>
                  </a:glow>
                  <a:reflection blurRad="6350" stA="60000" endA="900" endPos="60000" dist="29997" dir="5400000" sy="-100000" algn="bl" rotWithShape="0"/>
                </a:effectLst>
                <a:uLnTx/>
                <a:uFillTx/>
                <a:latin typeface="+mj-lt"/>
                <a:ea typeface="+mj-ea"/>
                <a:cs typeface="Arial" panose="020B0604020202020204" pitchFamily="34" charset="0"/>
              </a:rPr>
              <a:t>학생 수강 신청 프로그램</a:t>
            </a:r>
            <a:r>
              <a:rPr kumimoji="0" lang="en-US" altLang="ko-KR" sz="40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>
                    <a:lumMod val="95000"/>
                    <a:lumOff val="5000"/>
                  </a:schemeClr>
                </a:solidFill>
                <a:effectLst>
                  <a:glow rad="63500">
                    <a:schemeClr val="accent5">
                      <a:satMod val="175000"/>
                      <a:alpha val="40000"/>
                    </a:schemeClr>
                  </a:glow>
                  <a:reflection blurRad="6350" stA="60000" endA="900" endPos="60000" dist="29997" dir="5400000" sy="-100000" algn="bl" rotWithShape="0"/>
                </a:effectLst>
                <a:uLnTx/>
                <a:uFillTx/>
                <a:latin typeface="+mj-lt"/>
                <a:ea typeface="+mj-ea"/>
                <a:cs typeface="Arial" panose="020B0604020202020204" pitchFamily="34" charset="0"/>
              </a:rPr>
              <a:t>)</a:t>
            </a:r>
            <a:endParaRPr kumimoji="0" lang="en-US" sz="4000" b="1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95000"/>
                  <a:lumOff val="5000"/>
                </a:schemeClr>
              </a:solidFill>
              <a:effectLst>
                <a:glow rad="63500">
                  <a:schemeClr val="accent5">
                    <a:satMod val="175000"/>
                    <a:alpha val="40000"/>
                  </a:schemeClr>
                </a:glow>
                <a:reflection blurRad="6350" stA="60000" endA="900" endPos="60000" dist="29997" dir="5400000" sy="-100000" algn="bl" rotWithShape="0"/>
              </a:effectLst>
              <a:uLnTx/>
              <a:uFillTx/>
              <a:latin typeface="+mj-lt"/>
              <a:ea typeface="+mj-ea"/>
              <a:cs typeface="Arial" panose="020B0604020202020204" pitchFamily="34" charset="0"/>
            </a:endParaRPr>
          </a:p>
        </p:txBody>
      </p:sp>
      <p:sp>
        <p:nvSpPr>
          <p:cNvPr id="53" name="Title 3"/>
          <p:cNvSpPr txBox="1">
            <a:spLocks/>
          </p:cNvSpPr>
          <p:nvPr/>
        </p:nvSpPr>
        <p:spPr>
          <a:xfrm>
            <a:off x="7197689" y="6215082"/>
            <a:ext cx="4991136" cy="285752"/>
          </a:xfrm>
          <a:prstGeom prst="rect">
            <a:avLst/>
          </a:prstGeom>
        </p:spPr>
        <p:txBody>
          <a:bodyPr vert="horz" lIns="0" tIns="60949" rIns="0" bIns="60949" rtlCol="0" anchor="ctr">
            <a:noAutofit/>
          </a:bodyPr>
          <a:lstStyle/>
          <a:p>
            <a:pPr lvl="0" algn="ctr">
              <a:spcBef>
                <a:spcPct val="0"/>
              </a:spcBef>
              <a:defRPr/>
            </a:pPr>
            <a:r>
              <a:rPr lang="ko-KR" altLang="en-US" sz="1800" dirty="0" smtClean="0">
                <a:solidFill>
                  <a:schemeClr val="bg1">
                    <a:lumMod val="50000"/>
                  </a:schemeClr>
                </a:solidFill>
                <a:cs typeface="Arial" panose="020B0604020202020204" pitchFamily="34" charset="0"/>
              </a:rPr>
              <a:t>장수용</a:t>
            </a:r>
            <a:r>
              <a:rPr lang="en-US" altLang="ko-KR" sz="1800" b="1" dirty="0" smtClean="0">
                <a:solidFill>
                  <a:srgbClr val="C00000"/>
                </a:solidFill>
                <a:latin typeface="+mj-lt"/>
                <a:ea typeface="+mj-ea"/>
                <a:cs typeface="Arial" panose="020B0604020202020204" pitchFamily="34" charset="0"/>
              </a:rPr>
              <a:t>  | </a:t>
            </a:r>
            <a:r>
              <a:rPr lang="ko-KR" altLang="en-US" sz="1800" dirty="0" err="1" smtClean="0">
                <a:solidFill>
                  <a:schemeClr val="bg1">
                    <a:lumMod val="50000"/>
                  </a:schemeClr>
                </a:solidFill>
                <a:latin typeface="+mj-lt"/>
                <a:ea typeface="+mj-ea"/>
                <a:cs typeface="Arial" panose="020B0604020202020204" pitchFamily="34" charset="0"/>
              </a:rPr>
              <a:t>이대한</a:t>
            </a:r>
            <a:r>
              <a:rPr lang="ko-KR" altLang="en-US" sz="1800" dirty="0" smtClean="0">
                <a:solidFill>
                  <a:srgbClr val="C00000"/>
                </a:solidFill>
                <a:latin typeface="+mj-lt"/>
                <a:ea typeface="+mj-ea"/>
                <a:cs typeface="Arial" panose="020B0604020202020204" pitchFamily="34" charset="0"/>
              </a:rPr>
              <a:t> </a:t>
            </a:r>
            <a:r>
              <a:rPr lang="en-US" altLang="ko-KR" sz="1800" dirty="0" smtClean="0">
                <a:solidFill>
                  <a:srgbClr val="C00000"/>
                </a:solidFill>
                <a:latin typeface="+mj-lt"/>
                <a:ea typeface="+mj-ea"/>
                <a:cs typeface="Arial" panose="020B0604020202020204" pitchFamily="34" charset="0"/>
              </a:rPr>
              <a:t>| </a:t>
            </a:r>
            <a:r>
              <a:rPr lang="ko-KR" altLang="en-US" sz="1800" dirty="0" smtClean="0">
                <a:solidFill>
                  <a:schemeClr val="bg1">
                    <a:lumMod val="50000"/>
                  </a:schemeClr>
                </a:solidFill>
                <a:latin typeface="+mj-lt"/>
                <a:ea typeface="+mj-ea"/>
                <a:cs typeface="Arial" panose="020B0604020202020204" pitchFamily="34" charset="0"/>
              </a:rPr>
              <a:t>최주연</a:t>
            </a:r>
            <a:r>
              <a:rPr lang="ko-KR" altLang="en-US" sz="18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Arial" panose="020B0604020202020204" pitchFamily="34" charset="0"/>
              </a:rPr>
              <a:t> </a:t>
            </a:r>
            <a:r>
              <a:rPr lang="en-US" altLang="ko-KR" sz="1800" dirty="0" smtClean="0">
                <a:solidFill>
                  <a:srgbClr val="C00000"/>
                </a:solidFill>
                <a:latin typeface="+mj-lt"/>
                <a:ea typeface="+mj-ea"/>
                <a:cs typeface="Arial" panose="020B0604020202020204" pitchFamily="34" charset="0"/>
              </a:rPr>
              <a:t>|</a:t>
            </a:r>
            <a:r>
              <a:rPr lang="en-US" altLang="ko-KR" sz="18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Arial" panose="020B0604020202020204" pitchFamily="34" charset="0"/>
              </a:rPr>
              <a:t> </a:t>
            </a:r>
            <a:r>
              <a:rPr lang="ko-KR" altLang="en-US" sz="1800" dirty="0" smtClean="0">
                <a:solidFill>
                  <a:schemeClr val="bg1">
                    <a:lumMod val="50000"/>
                  </a:schemeClr>
                </a:solidFill>
                <a:latin typeface="+mj-lt"/>
                <a:ea typeface="+mj-ea"/>
                <a:cs typeface="Arial" panose="020B0604020202020204" pitchFamily="34" charset="0"/>
              </a:rPr>
              <a:t>강경완</a:t>
            </a:r>
            <a:r>
              <a:rPr lang="ko-KR" altLang="en-US" sz="1800" dirty="0" smtClean="0">
                <a:solidFill>
                  <a:srgbClr val="C00000"/>
                </a:solidFill>
                <a:latin typeface="+mj-lt"/>
                <a:ea typeface="+mj-ea"/>
                <a:cs typeface="Arial" panose="020B0604020202020204" pitchFamily="34" charset="0"/>
              </a:rPr>
              <a:t> </a:t>
            </a:r>
            <a:r>
              <a:rPr lang="en-US" altLang="ko-KR" sz="1800" dirty="0" smtClean="0">
                <a:solidFill>
                  <a:srgbClr val="C00000"/>
                </a:solidFill>
                <a:latin typeface="+mj-lt"/>
                <a:ea typeface="+mj-ea"/>
                <a:cs typeface="Arial" panose="020B0604020202020204" pitchFamily="34" charset="0"/>
              </a:rPr>
              <a:t>| </a:t>
            </a:r>
            <a:r>
              <a:rPr lang="ko-KR" altLang="en-US" sz="1800" dirty="0" smtClean="0">
                <a:solidFill>
                  <a:schemeClr val="bg1">
                    <a:lumMod val="50000"/>
                  </a:schemeClr>
                </a:solidFill>
                <a:latin typeface="+mj-lt"/>
                <a:ea typeface="+mj-ea"/>
                <a:cs typeface="Arial" panose="020B0604020202020204" pitchFamily="34" charset="0"/>
              </a:rPr>
              <a:t>심동규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chemeClr val="bg1">
                  <a:lumMod val="50000"/>
                </a:schemeClr>
              </a:solidFill>
              <a:effectLst/>
              <a:uLnTx/>
              <a:uFillTx/>
              <a:latin typeface="+mj-lt"/>
              <a:ea typeface="+mj-ea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1935223717"/>
      </p:ext>
    </p:extLst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5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2000" fill="hold"/>
                                        <p:tgtEl>
                                          <p:spTgt spid="5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2000" fill="hold"/>
                                        <p:tgtEl>
                                          <p:spTgt spid="5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307934" y="274639"/>
            <a:ext cx="10969943" cy="711081"/>
          </a:xfrm>
        </p:spPr>
        <p:txBody>
          <a:bodyPr/>
          <a:lstStyle/>
          <a:p>
            <a:r>
              <a:rPr lang="en-US" dirty="0" smtClean="0">
                <a:solidFill>
                  <a:schemeClr val="bg1">
                    <a:lumMod val="50000"/>
                  </a:schemeClr>
                </a:solidFill>
              </a:rPr>
              <a:t>-JAVA PROGRAMMING</a:t>
            </a:r>
            <a:endParaRPr lang="en-US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50" name="Title 3"/>
          <p:cNvSpPr txBox="1">
            <a:spLocks/>
          </p:cNvSpPr>
          <p:nvPr/>
        </p:nvSpPr>
        <p:spPr>
          <a:xfrm>
            <a:off x="1736694" y="2428868"/>
            <a:ext cx="8858312" cy="1785950"/>
          </a:xfrm>
          <a:prstGeom prst="rect">
            <a:avLst/>
          </a:prstGeom>
        </p:spPr>
        <p:txBody>
          <a:bodyPr vert="horz" lIns="0" tIns="60949" rIns="0" bIns="60949" rtlCol="0" anchor="ctr">
            <a:noAutofit/>
          </a:bodyPr>
          <a:lstStyle/>
          <a:p>
            <a:pPr marL="0" marR="0" lvl="0" indent="0" algn="ctr" defTabSz="1218987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4000" b="1" dirty="0" smtClean="0">
                <a:solidFill>
                  <a:schemeClr val="tx1">
                    <a:lumMod val="95000"/>
                    <a:lumOff val="5000"/>
                  </a:schemeClr>
                </a:solidFill>
                <a:effectLst>
                  <a:glow rad="63500">
                    <a:schemeClr val="accent5">
                      <a:satMod val="175000"/>
                      <a:alpha val="40000"/>
                    </a:schemeClr>
                  </a:glow>
                  <a:reflection blurRad="6350" stA="60000" endA="900" endPos="60000" dist="29997" dir="5400000" sy="-100000" algn="bl" rotWithShape="0"/>
                </a:effectLst>
                <a:latin typeface="+mj-lt"/>
                <a:ea typeface="+mj-ea"/>
                <a:cs typeface="Arial" panose="020B0604020202020204" pitchFamily="34" charset="0"/>
              </a:rPr>
              <a:t>(</a:t>
            </a:r>
            <a:r>
              <a:rPr kumimoji="0" lang="ko-KR" altLang="en-US" sz="40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>
                    <a:lumMod val="95000"/>
                    <a:lumOff val="5000"/>
                  </a:schemeClr>
                </a:solidFill>
                <a:effectLst>
                  <a:glow rad="63500">
                    <a:schemeClr val="accent5">
                      <a:satMod val="175000"/>
                      <a:alpha val="40000"/>
                    </a:schemeClr>
                  </a:glow>
                  <a:reflection blurRad="6350" stA="60000" endA="900" endPos="60000" dist="29997" dir="5400000" sy="-100000" algn="bl" rotWithShape="0"/>
                </a:effectLst>
                <a:uLnTx/>
                <a:uFillTx/>
                <a:latin typeface="+mj-lt"/>
                <a:ea typeface="+mj-ea"/>
                <a:cs typeface="Arial" panose="020B0604020202020204" pitchFamily="34" charset="0"/>
              </a:rPr>
              <a:t>학생 수강 신청 프로그램</a:t>
            </a:r>
            <a:r>
              <a:rPr kumimoji="0" lang="en-US" altLang="ko-KR" sz="40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>
                    <a:lumMod val="95000"/>
                    <a:lumOff val="5000"/>
                  </a:schemeClr>
                </a:solidFill>
                <a:effectLst>
                  <a:glow rad="63500">
                    <a:schemeClr val="accent5">
                      <a:satMod val="175000"/>
                      <a:alpha val="40000"/>
                    </a:schemeClr>
                  </a:glow>
                  <a:reflection blurRad="6350" stA="60000" endA="900" endPos="60000" dist="29997" dir="5400000" sy="-100000" algn="bl" rotWithShape="0"/>
                </a:effectLst>
                <a:uLnTx/>
                <a:uFillTx/>
                <a:latin typeface="+mj-lt"/>
                <a:ea typeface="+mj-ea"/>
                <a:cs typeface="Arial" panose="020B0604020202020204" pitchFamily="34" charset="0"/>
              </a:rPr>
              <a:t>)</a:t>
            </a:r>
            <a:endParaRPr kumimoji="0" lang="en-US" sz="4000" b="1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95000"/>
                  <a:lumOff val="5000"/>
                </a:schemeClr>
              </a:solidFill>
              <a:effectLst>
                <a:glow rad="63500">
                  <a:schemeClr val="accent5">
                    <a:satMod val="175000"/>
                    <a:alpha val="40000"/>
                  </a:schemeClr>
                </a:glow>
                <a:reflection blurRad="6350" stA="60000" endA="900" endPos="60000" dist="29997" dir="5400000" sy="-100000" algn="bl" rotWithShape="0"/>
              </a:effectLst>
              <a:uLnTx/>
              <a:uFillTx/>
              <a:latin typeface="+mj-lt"/>
              <a:ea typeface="+mj-ea"/>
              <a:cs typeface="Arial" panose="020B0604020202020204" pitchFamily="34" charset="0"/>
            </a:endParaRPr>
          </a:p>
        </p:txBody>
      </p:sp>
      <p:sp>
        <p:nvSpPr>
          <p:cNvPr id="5" name="Title 3"/>
          <p:cNvSpPr txBox="1">
            <a:spLocks/>
          </p:cNvSpPr>
          <p:nvPr/>
        </p:nvSpPr>
        <p:spPr>
          <a:xfrm>
            <a:off x="1236628" y="857232"/>
            <a:ext cx="3214710" cy="357190"/>
          </a:xfrm>
          <a:prstGeom prst="rect">
            <a:avLst/>
          </a:prstGeom>
        </p:spPr>
        <p:txBody>
          <a:bodyPr vert="horz" lIns="0" tIns="60949" rIns="0" bIns="60949" rtlCol="0" anchor="ctr">
            <a:noAutofit/>
          </a:bodyPr>
          <a:lstStyle/>
          <a:p>
            <a:pPr marL="0" marR="0" lvl="0" indent="0" algn="r" defTabSz="1218987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6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Arial" panose="020B0604020202020204" pitchFamily="34" charset="0"/>
              </a:rPr>
              <a:t>(</a:t>
            </a:r>
            <a:r>
              <a:rPr lang="ko-KR" altLang="en-US" sz="16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Arial" panose="020B0604020202020204" pitchFamily="34" charset="0"/>
              </a:rPr>
              <a:t>이 프로젝트를 선택하게 된 이유는</a:t>
            </a:r>
            <a:r>
              <a:rPr lang="en-US" altLang="ko-KR" sz="16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Arial" panose="020B0604020202020204" pitchFamily="34" charset="0"/>
              </a:rPr>
              <a:t>..</a:t>
            </a:r>
            <a:r>
              <a:rPr kumimoji="0" lang="en-US" altLang="ko-KR" sz="16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+mj-lt"/>
                <a:ea typeface="+mj-ea"/>
                <a:cs typeface="Arial" panose="020B0604020202020204" pitchFamily="34" charset="0"/>
              </a:rPr>
              <a:t>)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75000"/>
                  <a:lumOff val="25000"/>
                </a:schemeClr>
              </a:solidFill>
              <a:effectLst/>
              <a:uLnTx/>
              <a:uFillTx/>
              <a:latin typeface="+mj-lt"/>
              <a:ea typeface="+mj-ea"/>
              <a:cs typeface="Arial" panose="020B0604020202020204" pitchFamily="34" charset="0"/>
            </a:endParaRPr>
          </a:p>
        </p:txBody>
      </p:sp>
      <p:sp>
        <p:nvSpPr>
          <p:cNvPr id="8" name="모서리가 둥근 직사각형 7"/>
          <p:cNvSpPr/>
          <p:nvPr/>
        </p:nvSpPr>
        <p:spPr>
          <a:xfrm>
            <a:off x="1522380" y="2284818"/>
            <a:ext cx="9144066" cy="2930132"/>
          </a:xfrm>
          <a:prstGeom prst="roundRect">
            <a:avLst/>
          </a:prstGeom>
          <a:noFill/>
          <a:ln w="12700">
            <a:solidFill>
              <a:schemeClr val="accent6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2000" dirty="0" smtClean="0">
                <a:solidFill>
                  <a:schemeClr val="tx1"/>
                </a:solidFill>
              </a:rPr>
              <a:t>-</a:t>
            </a:r>
            <a:r>
              <a:rPr lang="ko-KR" altLang="en-US" sz="2800" b="1" dirty="0" smtClean="0">
                <a:solidFill>
                  <a:schemeClr val="accent5"/>
                </a:solidFill>
              </a:rPr>
              <a:t>지</a:t>
            </a:r>
            <a:r>
              <a:rPr lang="ko-KR" altLang="en-US" sz="2000" dirty="0" smtClean="0">
                <a:solidFill>
                  <a:schemeClr val="tx1"/>
                </a:solidFill>
              </a:rPr>
              <a:t>금까지 배운 </a:t>
            </a:r>
            <a:r>
              <a:rPr lang="en-US" altLang="ko-KR" sz="2000" dirty="0" smtClean="0">
                <a:solidFill>
                  <a:schemeClr val="tx1"/>
                </a:solidFill>
              </a:rPr>
              <a:t>Java, JDBC, Swing </a:t>
            </a:r>
            <a:r>
              <a:rPr lang="ko-KR" altLang="en-US" sz="2000" dirty="0" smtClean="0">
                <a:solidFill>
                  <a:schemeClr val="tx1"/>
                </a:solidFill>
              </a:rPr>
              <a:t>등의 </a:t>
            </a:r>
            <a:endParaRPr lang="en-US" altLang="ko-KR" sz="2000" dirty="0" smtClean="0">
              <a:solidFill>
                <a:schemeClr val="tx1"/>
              </a:solidFill>
            </a:endParaRPr>
          </a:p>
          <a:p>
            <a:endParaRPr lang="en-US" altLang="ko-KR" sz="2000" dirty="0" smtClean="0">
              <a:solidFill>
                <a:schemeClr val="tx1"/>
              </a:solidFill>
            </a:endParaRPr>
          </a:p>
          <a:p>
            <a:r>
              <a:rPr lang="ko-KR" altLang="en-US" sz="2000" dirty="0" smtClean="0">
                <a:solidFill>
                  <a:schemeClr val="tx1"/>
                </a:solidFill>
              </a:rPr>
              <a:t>다양한 기술들을 통합</a:t>
            </a:r>
            <a:r>
              <a:rPr lang="en-US" altLang="ko-KR" sz="2000" dirty="0" smtClean="0">
                <a:solidFill>
                  <a:schemeClr val="tx1"/>
                </a:solidFill>
              </a:rPr>
              <a:t>, </a:t>
            </a:r>
            <a:r>
              <a:rPr lang="ko-KR" altLang="en-US" sz="2000" dirty="0" smtClean="0">
                <a:solidFill>
                  <a:schemeClr val="tx1"/>
                </a:solidFill>
              </a:rPr>
              <a:t>활용할 수 있는 프로그램을 개발하고</a:t>
            </a:r>
            <a:r>
              <a:rPr lang="en-US" altLang="ko-KR" sz="2000" dirty="0" smtClean="0">
                <a:solidFill>
                  <a:schemeClr val="tx1"/>
                </a:solidFill>
              </a:rPr>
              <a:t>, </a:t>
            </a:r>
            <a:br>
              <a:rPr lang="en-US" altLang="ko-KR" sz="2000" dirty="0" smtClean="0">
                <a:solidFill>
                  <a:schemeClr val="tx1"/>
                </a:solidFill>
              </a:rPr>
            </a:br>
            <a:r>
              <a:rPr lang="en-US" altLang="ko-KR" sz="2000" dirty="0" smtClean="0">
                <a:solidFill>
                  <a:schemeClr val="tx1"/>
                </a:solidFill>
              </a:rPr>
              <a:t/>
            </a:r>
            <a:br>
              <a:rPr lang="en-US" altLang="ko-KR" sz="2000" dirty="0" smtClean="0">
                <a:solidFill>
                  <a:schemeClr val="tx1"/>
                </a:solidFill>
              </a:rPr>
            </a:br>
            <a:r>
              <a:rPr lang="ko-KR" altLang="en-US" sz="2000" dirty="0" smtClean="0">
                <a:solidFill>
                  <a:schemeClr val="tx1"/>
                </a:solidFill>
              </a:rPr>
              <a:t>개발 인원들이 한번 쯤은 접해봤던 주제를 선정하고자 </a:t>
            </a:r>
            <a:endParaRPr lang="en-US" altLang="ko-KR" sz="2000" dirty="0" smtClean="0">
              <a:solidFill>
                <a:schemeClr val="tx1"/>
              </a:solidFill>
            </a:endParaRPr>
          </a:p>
          <a:p>
            <a:endParaRPr lang="en-US" altLang="ko-KR" sz="2000" dirty="0" smtClean="0">
              <a:solidFill>
                <a:schemeClr val="tx1"/>
              </a:solidFill>
            </a:endParaRPr>
          </a:p>
          <a:p>
            <a:r>
              <a:rPr lang="ko-KR" altLang="en-US" sz="2000" dirty="0" smtClean="0">
                <a:solidFill>
                  <a:schemeClr val="tx1"/>
                </a:solidFill>
              </a:rPr>
              <a:t>수강 신청 프로그램을 선정하게 되었습니다</a:t>
            </a:r>
            <a:r>
              <a:rPr lang="en-US" altLang="ko-KR" sz="2000" dirty="0" smtClean="0">
                <a:solidFill>
                  <a:schemeClr val="tx1"/>
                </a:solidFill>
              </a:rPr>
              <a:t>.</a:t>
            </a:r>
          </a:p>
        </p:txBody>
      </p:sp>
      <p:grpSp>
        <p:nvGrpSpPr>
          <p:cNvPr id="10" name="그룹 9"/>
          <p:cNvGrpSpPr/>
          <p:nvPr/>
        </p:nvGrpSpPr>
        <p:grpSpPr>
          <a:xfrm>
            <a:off x="11452262" y="6142964"/>
            <a:ext cx="736563" cy="715036"/>
            <a:chOff x="4228307" y="2232261"/>
            <a:chExt cx="4037011" cy="3919022"/>
          </a:xfrm>
        </p:grpSpPr>
        <p:grpSp>
          <p:nvGrpSpPr>
            <p:cNvPr id="11" name="그룹 50"/>
            <p:cNvGrpSpPr/>
            <p:nvPr/>
          </p:nvGrpSpPr>
          <p:grpSpPr>
            <a:xfrm>
              <a:off x="5500764" y="2232261"/>
              <a:ext cx="1504804" cy="1944083"/>
              <a:chOff x="5348364" y="2079861"/>
              <a:chExt cx="1504804" cy="1944083"/>
            </a:xfrm>
          </p:grpSpPr>
          <p:sp>
            <p:nvSpPr>
              <p:cNvPr id="36" name="Freeform 24"/>
              <p:cNvSpPr>
                <a:spLocks noEditPoints="1"/>
              </p:cNvSpPr>
              <p:nvPr/>
            </p:nvSpPr>
            <p:spPr bwMode="auto">
              <a:xfrm>
                <a:off x="5348364" y="2079861"/>
                <a:ext cx="1504804" cy="1944083"/>
              </a:xfrm>
              <a:custGeom>
                <a:avLst/>
                <a:gdLst>
                  <a:gd name="T0" fmla="*/ 679 w 1658"/>
                  <a:gd name="T1" fmla="*/ 110 h 2143"/>
                  <a:gd name="T2" fmla="*/ 476 w 1658"/>
                  <a:gd name="T3" fmla="*/ 189 h 2143"/>
                  <a:gd name="T4" fmla="*/ 310 w 1658"/>
                  <a:gd name="T5" fmla="*/ 324 h 2143"/>
                  <a:gd name="T6" fmla="*/ 193 w 1658"/>
                  <a:gd name="T7" fmla="*/ 503 h 2143"/>
                  <a:gd name="T8" fmla="*/ 134 w 1658"/>
                  <a:gd name="T9" fmla="*/ 717 h 2143"/>
                  <a:gd name="T10" fmla="*/ 146 w 1658"/>
                  <a:gd name="T11" fmla="*/ 942 h 2143"/>
                  <a:gd name="T12" fmla="*/ 225 w 1658"/>
                  <a:gd name="T13" fmla="*/ 1145 h 2143"/>
                  <a:gd name="T14" fmla="*/ 360 w 1658"/>
                  <a:gd name="T15" fmla="*/ 1311 h 2143"/>
                  <a:gd name="T16" fmla="*/ 541 w 1658"/>
                  <a:gd name="T17" fmla="*/ 1429 h 2143"/>
                  <a:gd name="T18" fmla="*/ 753 w 1658"/>
                  <a:gd name="T19" fmla="*/ 1487 h 2143"/>
                  <a:gd name="T20" fmla="*/ 979 w 1658"/>
                  <a:gd name="T21" fmla="*/ 1475 h 2143"/>
                  <a:gd name="T22" fmla="*/ 1182 w 1658"/>
                  <a:gd name="T23" fmla="*/ 1396 h 2143"/>
                  <a:gd name="T24" fmla="*/ 1348 w 1658"/>
                  <a:gd name="T25" fmla="*/ 1260 h 2143"/>
                  <a:gd name="T26" fmla="*/ 1465 w 1658"/>
                  <a:gd name="T27" fmla="*/ 1081 h 2143"/>
                  <a:gd name="T28" fmla="*/ 1525 w 1658"/>
                  <a:gd name="T29" fmla="*/ 869 h 2143"/>
                  <a:gd name="T30" fmla="*/ 1512 w 1658"/>
                  <a:gd name="T31" fmla="*/ 642 h 2143"/>
                  <a:gd name="T32" fmla="*/ 1433 w 1658"/>
                  <a:gd name="T33" fmla="*/ 440 h 2143"/>
                  <a:gd name="T34" fmla="*/ 1298 w 1658"/>
                  <a:gd name="T35" fmla="*/ 274 h 2143"/>
                  <a:gd name="T36" fmla="*/ 1117 w 1658"/>
                  <a:gd name="T37" fmla="*/ 155 h 2143"/>
                  <a:gd name="T38" fmla="*/ 905 w 1658"/>
                  <a:gd name="T39" fmla="*/ 97 h 2143"/>
                  <a:gd name="T40" fmla="*/ 913 w 1658"/>
                  <a:gd name="T41" fmla="*/ 4 h 2143"/>
                  <a:gd name="T42" fmla="*/ 1152 w 1658"/>
                  <a:gd name="T43" fmla="*/ 65 h 2143"/>
                  <a:gd name="T44" fmla="*/ 1356 w 1658"/>
                  <a:gd name="T45" fmla="*/ 189 h 2143"/>
                  <a:gd name="T46" fmla="*/ 1516 w 1658"/>
                  <a:gd name="T47" fmla="*/ 366 h 2143"/>
                  <a:gd name="T48" fmla="*/ 1620 w 1658"/>
                  <a:gd name="T49" fmla="*/ 583 h 2143"/>
                  <a:gd name="T50" fmla="*/ 1658 w 1658"/>
                  <a:gd name="T51" fmla="*/ 828 h 2143"/>
                  <a:gd name="T52" fmla="*/ 1637 w 1658"/>
                  <a:gd name="T53" fmla="*/ 971 h 2143"/>
                  <a:gd name="T54" fmla="*/ 1577 w 1658"/>
                  <a:gd name="T55" fmla="*/ 1131 h 2143"/>
                  <a:gd name="T56" fmla="*/ 1489 w 1658"/>
                  <a:gd name="T57" fmla="*/ 1298 h 2143"/>
                  <a:gd name="T58" fmla="*/ 1382 w 1658"/>
                  <a:gd name="T59" fmla="*/ 1468 h 2143"/>
                  <a:gd name="T60" fmla="*/ 1264 w 1658"/>
                  <a:gd name="T61" fmla="*/ 1631 h 2143"/>
                  <a:gd name="T62" fmla="*/ 1144 w 1658"/>
                  <a:gd name="T63" fmla="*/ 1785 h 2143"/>
                  <a:gd name="T64" fmla="*/ 1032 w 1658"/>
                  <a:gd name="T65" fmla="*/ 1918 h 2143"/>
                  <a:gd name="T66" fmla="*/ 936 w 1658"/>
                  <a:gd name="T67" fmla="*/ 2027 h 2143"/>
                  <a:gd name="T68" fmla="*/ 868 w 1658"/>
                  <a:gd name="T69" fmla="*/ 2103 h 2143"/>
                  <a:gd name="T70" fmla="*/ 831 w 1658"/>
                  <a:gd name="T71" fmla="*/ 2141 h 2143"/>
                  <a:gd name="T72" fmla="*/ 819 w 1658"/>
                  <a:gd name="T73" fmla="*/ 2133 h 2143"/>
                  <a:gd name="T74" fmla="*/ 772 w 1658"/>
                  <a:gd name="T75" fmla="*/ 2081 h 2143"/>
                  <a:gd name="T76" fmla="*/ 692 w 1658"/>
                  <a:gd name="T77" fmla="*/ 1994 h 2143"/>
                  <a:gd name="T78" fmla="*/ 590 w 1658"/>
                  <a:gd name="T79" fmla="*/ 1876 h 2143"/>
                  <a:gd name="T80" fmla="*/ 475 w 1658"/>
                  <a:gd name="T81" fmla="*/ 1735 h 2143"/>
                  <a:gd name="T82" fmla="*/ 355 w 1658"/>
                  <a:gd name="T83" fmla="*/ 1577 h 2143"/>
                  <a:gd name="T84" fmla="*/ 239 w 1658"/>
                  <a:gd name="T85" fmla="*/ 1411 h 2143"/>
                  <a:gd name="T86" fmla="*/ 138 w 1658"/>
                  <a:gd name="T87" fmla="*/ 1241 h 2143"/>
                  <a:gd name="T88" fmla="*/ 58 w 1658"/>
                  <a:gd name="T89" fmla="*/ 1077 h 2143"/>
                  <a:gd name="T90" fmla="*/ 9 w 1658"/>
                  <a:gd name="T91" fmla="*/ 923 h 2143"/>
                  <a:gd name="T92" fmla="*/ 4 w 1658"/>
                  <a:gd name="T93" fmla="*/ 745 h 2143"/>
                  <a:gd name="T94" fmla="*/ 65 w 1658"/>
                  <a:gd name="T95" fmla="*/ 506 h 2143"/>
                  <a:gd name="T96" fmla="*/ 189 w 1658"/>
                  <a:gd name="T97" fmla="*/ 302 h 2143"/>
                  <a:gd name="T98" fmla="*/ 366 w 1658"/>
                  <a:gd name="T99" fmla="*/ 142 h 2143"/>
                  <a:gd name="T100" fmla="*/ 583 w 1658"/>
                  <a:gd name="T101" fmla="*/ 38 h 2143"/>
                  <a:gd name="T102" fmla="*/ 828 w 1658"/>
                  <a:gd name="T103" fmla="*/ 0 h 21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</a:cxnLst>
                <a:rect l="0" t="0" r="r" b="b"/>
                <a:pathLst>
                  <a:path w="1658" h="2143">
                    <a:moveTo>
                      <a:pt x="828" y="93"/>
                    </a:moveTo>
                    <a:lnTo>
                      <a:pt x="753" y="97"/>
                    </a:lnTo>
                    <a:lnTo>
                      <a:pt x="679" y="110"/>
                    </a:lnTo>
                    <a:lnTo>
                      <a:pt x="608" y="130"/>
                    </a:lnTo>
                    <a:lnTo>
                      <a:pt x="541" y="155"/>
                    </a:lnTo>
                    <a:lnTo>
                      <a:pt x="476" y="189"/>
                    </a:lnTo>
                    <a:lnTo>
                      <a:pt x="417" y="228"/>
                    </a:lnTo>
                    <a:lnTo>
                      <a:pt x="360" y="274"/>
                    </a:lnTo>
                    <a:lnTo>
                      <a:pt x="310" y="324"/>
                    </a:lnTo>
                    <a:lnTo>
                      <a:pt x="264" y="379"/>
                    </a:lnTo>
                    <a:lnTo>
                      <a:pt x="225" y="440"/>
                    </a:lnTo>
                    <a:lnTo>
                      <a:pt x="193" y="503"/>
                    </a:lnTo>
                    <a:lnTo>
                      <a:pt x="166" y="572"/>
                    </a:lnTo>
                    <a:lnTo>
                      <a:pt x="146" y="642"/>
                    </a:lnTo>
                    <a:lnTo>
                      <a:pt x="134" y="717"/>
                    </a:lnTo>
                    <a:lnTo>
                      <a:pt x="130" y="792"/>
                    </a:lnTo>
                    <a:lnTo>
                      <a:pt x="134" y="869"/>
                    </a:lnTo>
                    <a:lnTo>
                      <a:pt x="146" y="942"/>
                    </a:lnTo>
                    <a:lnTo>
                      <a:pt x="166" y="1013"/>
                    </a:lnTo>
                    <a:lnTo>
                      <a:pt x="193" y="1081"/>
                    </a:lnTo>
                    <a:lnTo>
                      <a:pt x="225" y="1145"/>
                    </a:lnTo>
                    <a:lnTo>
                      <a:pt x="264" y="1205"/>
                    </a:lnTo>
                    <a:lnTo>
                      <a:pt x="310" y="1260"/>
                    </a:lnTo>
                    <a:lnTo>
                      <a:pt x="360" y="1311"/>
                    </a:lnTo>
                    <a:lnTo>
                      <a:pt x="417" y="1356"/>
                    </a:lnTo>
                    <a:lnTo>
                      <a:pt x="476" y="1396"/>
                    </a:lnTo>
                    <a:lnTo>
                      <a:pt x="541" y="1429"/>
                    </a:lnTo>
                    <a:lnTo>
                      <a:pt x="608" y="1456"/>
                    </a:lnTo>
                    <a:lnTo>
                      <a:pt x="679" y="1475"/>
                    </a:lnTo>
                    <a:lnTo>
                      <a:pt x="753" y="1487"/>
                    </a:lnTo>
                    <a:lnTo>
                      <a:pt x="828" y="1491"/>
                    </a:lnTo>
                    <a:lnTo>
                      <a:pt x="905" y="1487"/>
                    </a:lnTo>
                    <a:lnTo>
                      <a:pt x="979" y="1475"/>
                    </a:lnTo>
                    <a:lnTo>
                      <a:pt x="1050" y="1456"/>
                    </a:lnTo>
                    <a:lnTo>
                      <a:pt x="1117" y="1429"/>
                    </a:lnTo>
                    <a:lnTo>
                      <a:pt x="1182" y="1396"/>
                    </a:lnTo>
                    <a:lnTo>
                      <a:pt x="1241" y="1356"/>
                    </a:lnTo>
                    <a:lnTo>
                      <a:pt x="1298" y="1311"/>
                    </a:lnTo>
                    <a:lnTo>
                      <a:pt x="1348" y="1260"/>
                    </a:lnTo>
                    <a:lnTo>
                      <a:pt x="1394" y="1205"/>
                    </a:lnTo>
                    <a:lnTo>
                      <a:pt x="1433" y="1145"/>
                    </a:lnTo>
                    <a:lnTo>
                      <a:pt x="1465" y="1081"/>
                    </a:lnTo>
                    <a:lnTo>
                      <a:pt x="1492" y="1013"/>
                    </a:lnTo>
                    <a:lnTo>
                      <a:pt x="1512" y="942"/>
                    </a:lnTo>
                    <a:lnTo>
                      <a:pt x="1525" y="869"/>
                    </a:lnTo>
                    <a:lnTo>
                      <a:pt x="1529" y="792"/>
                    </a:lnTo>
                    <a:lnTo>
                      <a:pt x="1525" y="717"/>
                    </a:lnTo>
                    <a:lnTo>
                      <a:pt x="1512" y="642"/>
                    </a:lnTo>
                    <a:lnTo>
                      <a:pt x="1492" y="572"/>
                    </a:lnTo>
                    <a:lnTo>
                      <a:pt x="1465" y="503"/>
                    </a:lnTo>
                    <a:lnTo>
                      <a:pt x="1433" y="440"/>
                    </a:lnTo>
                    <a:lnTo>
                      <a:pt x="1394" y="379"/>
                    </a:lnTo>
                    <a:lnTo>
                      <a:pt x="1348" y="324"/>
                    </a:lnTo>
                    <a:lnTo>
                      <a:pt x="1298" y="274"/>
                    </a:lnTo>
                    <a:lnTo>
                      <a:pt x="1241" y="228"/>
                    </a:lnTo>
                    <a:lnTo>
                      <a:pt x="1182" y="189"/>
                    </a:lnTo>
                    <a:lnTo>
                      <a:pt x="1117" y="155"/>
                    </a:lnTo>
                    <a:lnTo>
                      <a:pt x="1050" y="130"/>
                    </a:lnTo>
                    <a:lnTo>
                      <a:pt x="979" y="110"/>
                    </a:lnTo>
                    <a:lnTo>
                      <a:pt x="905" y="97"/>
                    </a:lnTo>
                    <a:lnTo>
                      <a:pt x="828" y="93"/>
                    </a:lnTo>
                    <a:close/>
                    <a:moveTo>
                      <a:pt x="828" y="0"/>
                    </a:moveTo>
                    <a:lnTo>
                      <a:pt x="913" y="4"/>
                    </a:lnTo>
                    <a:lnTo>
                      <a:pt x="996" y="18"/>
                    </a:lnTo>
                    <a:lnTo>
                      <a:pt x="1075" y="38"/>
                    </a:lnTo>
                    <a:lnTo>
                      <a:pt x="1152" y="65"/>
                    </a:lnTo>
                    <a:lnTo>
                      <a:pt x="1224" y="100"/>
                    </a:lnTo>
                    <a:lnTo>
                      <a:pt x="1292" y="142"/>
                    </a:lnTo>
                    <a:lnTo>
                      <a:pt x="1356" y="189"/>
                    </a:lnTo>
                    <a:lnTo>
                      <a:pt x="1415" y="243"/>
                    </a:lnTo>
                    <a:lnTo>
                      <a:pt x="1469" y="302"/>
                    </a:lnTo>
                    <a:lnTo>
                      <a:pt x="1516" y="366"/>
                    </a:lnTo>
                    <a:lnTo>
                      <a:pt x="1558" y="435"/>
                    </a:lnTo>
                    <a:lnTo>
                      <a:pt x="1593" y="506"/>
                    </a:lnTo>
                    <a:lnTo>
                      <a:pt x="1620" y="583"/>
                    </a:lnTo>
                    <a:lnTo>
                      <a:pt x="1641" y="663"/>
                    </a:lnTo>
                    <a:lnTo>
                      <a:pt x="1654" y="745"/>
                    </a:lnTo>
                    <a:lnTo>
                      <a:pt x="1658" y="828"/>
                    </a:lnTo>
                    <a:lnTo>
                      <a:pt x="1655" y="874"/>
                    </a:lnTo>
                    <a:lnTo>
                      <a:pt x="1649" y="923"/>
                    </a:lnTo>
                    <a:lnTo>
                      <a:pt x="1637" y="971"/>
                    </a:lnTo>
                    <a:lnTo>
                      <a:pt x="1620" y="1024"/>
                    </a:lnTo>
                    <a:lnTo>
                      <a:pt x="1600" y="1077"/>
                    </a:lnTo>
                    <a:lnTo>
                      <a:pt x="1577" y="1131"/>
                    </a:lnTo>
                    <a:lnTo>
                      <a:pt x="1550" y="1186"/>
                    </a:lnTo>
                    <a:lnTo>
                      <a:pt x="1520" y="1241"/>
                    </a:lnTo>
                    <a:lnTo>
                      <a:pt x="1489" y="1298"/>
                    </a:lnTo>
                    <a:lnTo>
                      <a:pt x="1454" y="1354"/>
                    </a:lnTo>
                    <a:lnTo>
                      <a:pt x="1419" y="1411"/>
                    </a:lnTo>
                    <a:lnTo>
                      <a:pt x="1382" y="1468"/>
                    </a:lnTo>
                    <a:lnTo>
                      <a:pt x="1342" y="1523"/>
                    </a:lnTo>
                    <a:lnTo>
                      <a:pt x="1303" y="1577"/>
                    </a:lnTo>
                    <a:lnTo>
                      <a:pt x="1264" y="1631"/>
                    </a:lnTo>
                    <a:lnTo>
                      <a:pt x="1224" y="1684"/>
                    </a:lnTo>
                    <a:lnTo>
                      <a:pt x="1183" y="1735"/>
                    </a:lnTo>
                    <a:lnTo>
                      <a:pt x="1144" y="1785"/>
                    </a:lnTo>
                    <a:lnTo>
                      <a:pt x="1105" y="1831"/>
                    </a:lnTo>
                    <a:lnTo>
                      <a:pt x="1069" y="1876"/>
                    </a:lnTo>
                    <a:lnTo>
                      <a:pt x="1032" y="1918"/>
                    </a:lnTo>
                    <a:lnTo>
                      <a:pt x="998" y="1957"/>
                    </a:lnTo>
                    <a:lnTo>
                      <a:pt x="966" y="1994"/>
                    </a:lnTo>
                    <a:lnTo>
                      <a:pt x="936" y="2027"/>
                    </a:lnTo>
                    <a:lnTo>
                      <a:pt x="911" y="2056"/>
                    </a:lnTo>
                    <a:lnTo>
                      <a:pt x="886" y="2081"/>
                    </a:lnTo>
                    <a:lnTo>
                      <a:pt x="868" y="2103"/>
                    </a:lnTo>
                    <a:lnTo>
                      <a:pt x="851" y="2121"/>
                    </a:lnTo>
                    <a:lnTo>
                      <a:pt x="839" y="2133"/>
                    </a:lnTo>
                    <a:lnTo>
                      <a:pt x="831" y="2141"/>
                    </a:lnTo>
                    <a:lnTo>
                      <a:pt x="828" y="2143"/>
                    </a:lnTo>
                    <a:lnTo>
                      <a:pt x="827" y="2141"/>
                    </a:lnTo>
                    <a:lnTo>
                      <a:pt x="819" y="2133"/>
                    </a:lnTo>
                    <a:lnTo>
                      <a:pt x="807" y="2121"/>
                    </a:lnTo>
                    <a:lnTo>
                      <a:pt x="791" y="2103"/>
                    </a:lnTo>
                    <a:lnTo>
                      <a:pt x="772" y="2081"/>
                    </a:lnTo>
                    <a:lnTo>
                      <a:pt x="747" y="2056"/>
                    </a:lnTo>
                    <a:lnTo>
                      <a:pt x="722" y="2027"/>
                    </a:lnTo>
                    <a:lnTo>
                      <a:pt x="692" y="1994"/>
                    </a:lnTo>
                    <a:lnTo>
                      <a:pt x="660" y="1957"/>
                    </a:lnTo>
                    <a:lnTo>
                      <a:pt x="626" y="1918"/>
                    </a:lnTo>
                    <a:lnTo>
                      <a:pt x="590" y="1876"/>
                    </a:lnTo>
                    <a:lnTo>
                      <a:pt x="553" y="1831"/>
                    </a:lnTo>
                    <a:lnTo>
                      <a:pt x="514" y="1785"/>
                    </a:lnTo>
                    <a:lnTo>
                      <a:pt x="475" y="1735"/>
                    </a:lnTo>
                    <a:lnTo>
                      <a:pt x="434" y="1684"/>
                    </a:lnTo>
                    <a:lnTo>
                      <a:pt x="394" y="1631"/>
                    </a:lnTo>
                    <a:lnTo>
                      <a:pt x="355" y="1577"/>
                    </a:lnTo>
                    <a:lnTo>
                      <a:pt x="316" y="1523"/>
                    </a:lnTo>
                    <a:lnTo>
                      <a:pt x="277" y="1468"/>
                    </a:lnTo>
                    <a:lnTo>
                      <a:pt x="239" y="1411"/>
                    </a:lnTo>
                    <a:lnTo>
                      <a:pt x="204" y="1354"/>
                    </a:lnTo>
                    <a:lnTo>
                      <a:pt x="169" y="1298"/>
                    </a:lnTo>
                    <a:lnTo>
                      <a:pt x="138" y="1241"/>
                    </a:lnTo>
                    <a:lnTo>
                      <a:pt x="108" y="1186"/>
                    </a:lnTo>
                    <a:lnTo>
                      <a:pt x="81" y="1131"/>
                    </a:lnTo>
                    <a:lnTo>
                      <a:pt x="58" y="1077"/>
                    </a:lnTo>
                    <a:lnTo>
                      <a:pt x="38" y="1024"/>
                    </a:lnTo>
                    <a:lnTo>
                      <a:pt x="22" y="971"/>
                    </a:lnTo>
                    <a:lnTo>
                      <a:pt x="9" y="923"/>
                    </a:lnTo>
                    <a:lnTo>
                      <a:pt x="3" y="874"/>
                    </a:lnTo>
                    <a:lnTo>
                      <a:pt x="0" y="828"/>
                    </a:lnTo>
                    <a:lnTo>
                      <a:pt x="4" y="745"/>
                    </a:lnTo>
                    <a:lnTo>
                      <a:pt x="18" y="663"/>
                    </a:lnTo>
                    <a:lnTo>
                      <a:pt x="38" y="583"/>
                    </a:lnTo>
                    <a:lnTo>
                      <a:pt x="65" y="506"/>
                    </a:lnTo>
                    <a:lnTo>
                      <a:pt x="100" y="435"/>
                    </a:lnTo>
                    <a:lnTo>
                      <a:pt x="142" y="366"/>
                    </a:lnTo>
                    <a:lnTo>
                      <a:pt x="189" y="302"/>
                    </a:lnTo>
                    <a:lnTo>
                      <a:pt x="243" y="243"/>
                    </a:lnTo>
                    <a:lnTo>
                      <a:pt x="302" y="189"/>
                    </a:lnTo>
                    <a:lnTo>
                      <a:pt x="366" y="142"/>
                    </a:lnTo>
                    <a:lnTo>
                      <a:pt x="434" y="100"/>
                    </a:lnTo>
                    <a:lnTo>
                      <a:pt x="506" y="65"/>
                    </a:lnTo>
                    <a:lnTo>
                      <a:pt x="583" y="38"/>
                    </a:lnTo>
                    <a:lnTo>
                      <a:pt x="662" y="18"/>
                    </a:lnTo>
                    <a:lnTo>
                      <a:pt x="745" y="4"/>
                    </a:lnTo>
                    <a:lnTo>
                      <a:pt x="828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grpSp>
            <p:nvGrpSpPr>
              <p:cNvPr id="37" name="Group 76"/>
              <p:cNvGrpSpPr/>
              <p:nvPr/>
            </p:nvGrpSpPr>
            <p:grpSpPr>
              <a:xfrm>
                <a:off x="5767211" y="2423034"/>
                <a:ext cx="650753" cy="714990"/>
                <a:chOff x="2171700" y="1574800"/>
                <a:chExt cx="739776" cy="812800"/>
              </a:xfrm>
              <a:solidFill>
                <a:schemeClr val="accent1"/>
              </a:solidFill>
            </p:grpSpPr>
            <p:sp>
              <p:nvSpPr>
                <p:cNvPr id="38" name="Freeform 33"/>
                <p:cNvSpPr>
                  <a:spLocks noEditPoints="1"/>
                </p:cNvSpPr>
                <p:nvPr/>
              </p:nvSpPr>
              <p:spPr bwMode="auto">
                <a:xfrm>
                  <a:off x="2292350" y="1700213"/>
                  <a:ext cx="498475" cy="687387"/>
                </a:xfrm>
                <a:custGeom>
                  <a:avLst/>
                  <a:gdLst>
                    <a:gd name="T0" fmla="*/ 813 w 2197"/>
                    <a:gd name="T1" fmla="*/ 324 h 3032"/>
                    <a:gd name="T2" fmla="*/ 519 w 2197"/>
                    <a:gd name="T3" fmla="*/ 505 h 3032"/>
                    <a:gd name="T4" fmla="*/ 329 w 2197"/>
                    <a:gd name="T5" fmla="*/ 783 h 3032"/>
                    <a:gd name="T6" fmla="*/ 281 w 2197"/>
                    <a:gd name="T7" fmla="*/ 1120 h 3032"/>
                    <a:gd name="T8" fmla="*/ 340 w 2197"/>
                    <a:gd name="T9" fmla="*/ 1390 h 3032"/>
                    <a:gd name="T10" fmla="*/ 449 w 2197"/>
                    <a:gd name="T11" fmla="*/ 1594 h 3032"/>
                    <a:gd name="T12" fmla="*/ 575 w 2197"/>
                    <a:gd name="T13" fmla="*/ 1783 h 3032"/>
                    <a:gd name="T14" fmla="*/ 653 w 2197"/>
                    <a:gd name="T15" fmla="*/ 1996 h 3032"/>
                    <a:gd name="T16" fmla="*/ 700 w 2197"/>
                    <a:gd name="T17" fmla="*/ 2142 h 3032"/>
                    <a:gd name="T18" fmla="*/ 1457 w 2197"/>
                    <a:gd name="T19" fmla="*/ 2178 h 3032"/>
                    <a:gd name="T20" fmla="*/ 1539 w 2197"/>
                    <a:gd name="T21" fmla="*/ 2071 h 3032"/>
                    <a:gd name="T22" fmla="*/ 1581 w 2197"/>
                    <a:gd name="T23" fmla="*/ 1864 h 3032"/>
                    <a:gd name="T24" fmla="*/ 1700 w 2197"/>
                    <a:gd name="T25" fmla="*/ 1666 h 3032"/>
                    <a:gd name="T26" fmla="*/ 1817 w 2197"/>
                    <a:gd name="T27" fmla="*/ 1478 h 3032"/>
                    <a:gd name="T28" fmla="*/ 1902 w 2197"/>
                    <a:gd name="T29" fmla="*/ 1238 h 3032"/>
                    <a:gd name="T30" fmla="*/ 1907 w 2197"/>
                    <a:gd name="T31" fmla="*/ 915 h 3032"/>
                    <a:gd name="T32" fmla="*/ 1769 w 2197"/>
                    <a:gd name="T33" fmla="*/ 606 h 3032"/>
                    <a:gd name="T34" fmla="*/ 1513 w 2197"/>
                    <a:gd name="T35" fmla="*/ 382 h 3032"/>
                    <a:gd name="T36" fmla="*/ 1174 w 2197"/>
                    <a:gd name="T37" fmla="*/ 279 h 3032"/>
                    <a:gd name="T38" fmla="*/ 1362 w 2197"/>
                    <a:gd name="T39" fmla="*/ 32 h 3032"/>
                    <a:gd name="T40" fmla="*/ 1747 w 2197"/>
                    <a:gd name="T41" fmla="*/ 204 h 3032"/>
                    <a:gd name="T42" fmla="*/ 2033 w 2197"/>
                    <a:gd name="T43" fmla="*/ 499 h 3032"/>
                    <a:gd name="T44" fmla="*/ 2182 w 2197"/>
                    <a:gd name="T45" fmla="*/ 883 h 3032"/>
                    <a:gd name="T46" fmla="*/ 2180 w 2197"/>
                    <a:gd name="T47" fmla="*/ 1263 h 3032"/>
                    <a:gd name="T48" fmla="*/ 2095 w 2197"/>
                    <a:gd name="T49" fmla="*/ 1542 h 3032"/>
                    <a:gd name="T50" fmla="*/ 1977 w 2197"/>
                    <a:gd name="T51" fmla="*/ 1752 h 3032"/>
                    <a:gd name="T52" fmla="*/ 1857 w 2197"/>
                    <a:gd name="T53" fmla="*/ 1933 h 3032"/>
                    <a:gd name="T54" fmla="*/ 1816 w 2197"/>
                    <a:gd name="T55" fmla="*/ 2095 h 3032"/>
                    <a:gd name="T56" fmla="*/ 1702 w 2197"/>
                    <a:gd name="T57" fmla="*/ 2328 h 3032"/>
                    <a:gd name="T58" fmla="*/ 1611 w 2197"/>
                    <a:gd name="T59" fmla="*/ 2485 h 3032"/>
                    <a:gd name="T60" fmla="*/ 1603 w 2197"/>
                    <a:gd name="T61" fmla="*/ 2631 h 3032"/>
                    <a:gd name="T62" fmla="*/ 1599 w 2197"/>
                    <a:gd name="T63" fmla="*/ 2699 h 3032"/>
                    <a:gd name="T64" fmla="*/ 1566 w 2197"/>
                    <a:gd name="T65" fmla="*/ 2789 h 3032"/>
                    <a:gd name="T66" fmla="*/ 1452 w 2197"/>
                    <a:gd name="T67" fmla="*/ 2888 h 3032"/>
                    <a:gd name="T68" fmla="*/ 1283 w 2197"/>
                    <a:gd name="T69" fmla="*/ 3010 h 3032"/>
                    <a:gd name="T70" fmla="*/ 965 w 2197"/>
                    <a:gd name="T71" fmla="*/ 3030 h 3032"/>
                    <a:gd name="T72" fmla="*/ 825 w 2197"/>
                    <a:gd name="T73" fmla="*/ 2922 h 3032"/>
                    <a:gd name="T74" fmla="*/ 657 w 2197"/>
                    <a:gd name="T75" fmla="*/ 2823 h 3032"/>
                    <a:gd name="T76" fmla="*/ 602 w 2197"/>
                    <a:gd name="T77" fmla="*/ 2718 h 3032"/>
                    <a:gd name="T78" fmla="*/ 597 w 2197"/>
                    <a:gd name="T79" fmla="*/ 2671 h 3032"/>
                    <a:gd name="T80" fmla="*/ 590 w 2197"/>
                    <a:gd name="T81" fmla="*/ 2546 h 3032"/>
                    <a:gd name="T82" fmla="*/ 582 w 2197"/>
                    <a:gd name="T83" fmla="*/ 2406 h 3032"/>
                    <a:gd name="T84" fmla="*/ 408 w 2197"/>
                    <a:gd name="T85" fmla="*/ 2193 h 3032"/>
                    <a:gd name="T86" fmla="*/ 368 w 2197"/>
                    <a:gd name="T87" fmla="*/ 1991 h 3032"/>
                    <a:gd name="T88" fmla="*/ 268 w 2197"/>
                    <a:gd name="T89" fmla="*/ 1821 h 3032"/>
                    <a:gd name="T90" fmla="*/ 149 w 2197"/>
                    <a:gd name="T91" fmla="*/ 1633 h 3032"/>
                    <a:gd name="T92" fmla="*/ 45 w 2197"/>
                    <a:gd name="T93" fmla="*/ 1384 h 3032"/>
                    <a:gd name="T94" fmla="*/ 0 w 2197"/>
                    <a:gd name="T95" fmla="*/ 1054 h 3032"/>
                    <a:gd name="T96" fmla="*/ 87 w 2197"/>
                    <a:gd name="T97" fmla="*/ 644 h 3032"/>
                    <a:gd name="T98" fmla="*/ 323 w 2197"/>
                    <a:gd name="T99" fmla="*/ 310 h 3032"/>
                    <a:gd name="T100" fmla="*/ 672 w 2197"/>
                    <a:gd name="T101" fmla="*/ 83 h 3032"/>
                    <a:gd name="T102" fmla="*/ 1099 w 2197"/>
                    <a:gd name="T103" fmla="*/ 0 h 303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</a:cxnLst>
                  <a:rect l="0" t="0" r="r" b="b"/>
                  <a:pathLst>
                    <a:path w="2197" h="3032">
                      <a:moveTo>
                        <a:pt x="1099" y="276"/>
                      </a:moveTo>
                      <a:lnTo>
                        <a:pt x="1024" y="279"/>
                      </a:lnTo>
                      <a:lnTo>
                        <a:pt x="951" y="288"/>
                      </a:lnTo>
                      <a:lnTo>
                        <a:pt x="881" y="304"/>
                      </a:lnTo>
                      <a:lnTo>
                        <a:pt x="813" y="324"/>
                      </a:lnTo>
                      <a:lnTo>
                        <a:pt x="747" y="352"/>
                      </a:lnTo>
                      <a:lnTo>
                        <a:pt x="685" y="383"/>
                      </a:lnTo>
                      <a:lnTo>
                        <a:pt x="626" y="419"/>
                      </a:lnTo>
                      <a:lnTo>
                        <a:pt x="571" y="460"/>
                      </a:lnTo>
                      <a:lnTo>
                        <a:pt x="519" y="505"/>
                      </a:lnTo>
                      <a:lnTo>
                        <a:pt x="471" y="553"/>
                      </a:lnTo>
                      <a:lnTo>
                        <a:pt x="429" y="606"/>
                      </a:lnTo>
                      <a:lnTo>
                        <a:pt x="391" y="662"/>
                      </a:lnTo>
                      <a:lnTo>
                        <a:pt x="358" y="721"/>
                      </a:lnTo>
                      <a:lnTo>
                        <a:pt x="329" y="783"/>
                      </a:lnTo>
                      <a:lnTo>
                        <a:pt x="308" y="848"/>
                      </a:lnTo>
                      <a:lnTo>
                        <a:pt x="292" y="915"/>
                      </a:lnTo>
                      <a:lnTo>
                        <a:pt x="282" y="983"/>
                      </a:lnTo>
                      <a:lnTo>
                        <a:pt x="278" y="1054"/>
                      </a:lnTo>
                      <a:lnTo>
                        <a:pt x="281" y="1120"/>
                      </a:lnTo>
                      <a:lnTo>
                        <a:pt x="286" y="1181"/>
                      </a:lnTo>
                      <a:lnTo>
                        <a:pt x="295" y="1238"/>
                      </a:lnTo>
                      <a:lnTo>
                        <a:pt x="308" y="1292"/>
                      </a:lnTo>
                      <a:lnTo>
                        <a:pt x="323" y="1343"/>
                      </a:lnTo>
                      <a:lnTo>
                        <a:pt x="340" y="1390"/>
                      </a:lnTo>
                      <a:lnTo>
                        <a:pt x="359" y="1435"/>
                      </a:lnTo>
                      <a:lnTo>
                        <a:pt x="380" y="1478"/>
                      </a:lnTo>
                      <a:lnTo>
                        <a:pt x="402" y="1518"/>
                      </a:lnTo>
                      <a:lnTo>
                        <a:pt x="426" y="1557"/>
                      </a:lnTo>
                      <a:lnTo>
                        <a:pt x="449" y="1594"/>
                      </a:lnTo>
                      <a:lnTo>
                        <a:pt x="474" y="1630"/>
                      </a:lnTo>
                      <a:lnTo>
                        <a:pt x="496" y="1665"/>
                      </a:lnTo>
                      <a:lnTo>
                        <a:pt x="523" y="1704"/>
                      </a:lnTo>
                      <a:lnTo>
                        <a:pt x="550" y="1744"/>
                      </a:lnTo>
                      <a:lnTo>
                        <a:pt x="575" y="1783"/>
                      </a:lnTo>
                      <a:lnTo>
                        <a:pt x="597" y="1823"/>
                      </a:lnTo>
                      <a:lnTo>
                        <a:pt x="617" y="1864"/>
                      </a:lnTo>
                      <a:lnTo>
                        <a:pt x="632" y="1906"/>
                      </a:lnTo>
                      <a:lnTo>
                        <a:pt x="645" y="1950"/>
                      </a:lnTo>
                      <a:lnTo>
                        <a:pt x="653" y="1996"/>
                      </a:lnTo>
                      <a:lnTo>
                        <a:pt x="655" y="2044"/>
                      </a:lnTo>
                      <a:lnTo>
                        <a:pt x="658" y="2071"/>
                      </a:lnTo>
                      <a:lnTo>
                        <a:pt x="669" y="2097"/>
                      </a:lnTo>
                      <a:lnTo>
                        <a:pt x="682" y="2121"/>
                      </a:lnTo>
                      <a:lnTo>
                        <a:pt x="700" y="2142"/>
                      </a:lnTo>
                      <a:lnTo>
                        <a:pt x="720" y="2162"/>
                      </a:lnTo>
                      <a:lnTo>
                        <a:pt x="740" y="2178"/>
                      </a:lnTo>
                      <a:lnTo>
                        <a:pt x="759" y="2193"/>
                      </a:lnTo>
                      <a:lnTo>
                        <a:pt x="1438" y="2193"/>
                      </a:lnTo>
                      <a:lnTo>
                        <a:pt x="1457" y="2178"/>
                      </a:lnTo>
                      <a:lnTo>
                        <a:pt x="1478" y="2162"/>
                      </a:lnTo>
                      <a:lnTo>
                        <a:pt x="1498" y="2142"/>
                      </a:lnTo>
                      <a:lnTo>
                        <a:pt x="1515" y="2121"/>
                      </a:lnTo>
                      <a:lnTo>
                        <a:pt x="1529" y="2097"/>
                      </a:lnTo>
                      <a:lnTo>
                        <a:pt x="1539" y="2071"/>
                      </a:lnTo>
                      <a:lnTo>
                        <a:pt x="1542" y="2044"/>
                      </a:lnTo>
                      <a:lnTo>
                        <a:pt x="1545" y="1996"/>
                      </a:lnTo>
                      <a:lnTo>
                        <a:pt x="1553" y="1950"/>
                      </a:lnTo>
                      <a:lnTo>
                        <a:pt x="1565" y="1906"/>
                      </a:lnTo>
                      <a:lnTo>
                        <a:pt x="1581" y="1864"/>
                      </a:lnTo>
                      <a:lnTo>
                        <a:pt x="1600" y="1824"/>
                      </a:lnTo>
                      <a:lnTo>
                        <a:pt x="1623" y="1783"/>
                      </a:lnTo>
                      <a:lnTo>
                        <a:pt x="1647" y="1744"/>
                      </a:lnTo>
                      <a:lnTo>
                        <a:pt x="1673" y="1705"/>
                      </a:lnTo>
                      <a:lnTo>
                        <a:pt x="1700" y="1666"/>
                      </a:lnTo>
                      <a:lnTo>
                        <a:pt x="1724" y="1631"/>
                      </a:lnTo>
                      <a:lnTo>
                        <a:pt x="1748" y="1595"/>
                      </a:lnTo>
                      <a:lnTo>
                        <a:pt x="1772" y="1558"/>
                      </a:lnTo>
                      <a:lnTo>
                        <a:pt x="1796" y="1518"/>
                      </a:lnTo>
                      <a:lnTo>
                        <a:pt x="1817" y="1478"/>
                      </a:lnTo>
                      <a:lnTo>
                        <a:pt x="1839" y="1435"/>
                      </a:lnTo>
                      <a:lnTo>
                        <a:pt x="1858" y="1390"/>
                      </a:lnTo>
                      <a:lnTo>
                        <a:pt x="1875" y="1343"/>
                      </a:lnTo>
                      <a:lnTo>
                        <a:pt x="1890" y="1292"/>
                      </a:lnTo>
                      <a:lnTo>
                        <a:pt x="1902" y="1238"/>
                      </a:lnTo>
                      <a:lnTo>
                        <a:pt x="1911" y="1181"/>
                      </a:lnTo>
                      <a:lnTo>
                        <a:pt x="1917" y="1120"/>
                      </a:lnTo>
                      <a:lnTo>
                        <a:pt x="1919" y="1054"/>
                      </a:lnTo>
                      <a:lnTo>
                        <a:pt x="1916" y="983"/>
                      </a:lnTo>
                      <a:lnTo>
                        <a:pt x="1907" y="915"/>
                      </a:lnTo>
                      <a:lnTo>
                        <a:pt x="1890" y="847"/>
                      </a:lnTo>
                      <a:lnTo>
                        <a:pt x="1868" y="783"/>
                      </a:lnTo>
                      <a:lnTo>
                        <a:pt x="1841" y="721"/>
                      </a:lnTo>
                      <a:lnTo>
                        <a:pt x="1807" y="661"/>
                      </a:lnTo>
                      <a:lnTo>
                        <a:pt x="1769" y="606"/>
                      </a:lnTo>
                      <a:lnTo>
                        <a:pt x="1726" y="553"/>
                      </a:lnTo>
                      <a:lnTo>
                        <a:pt x="1679" y="505"/>
                      </a:lnTo>
                      <a:lnTo>
                        <a:pt x="1628" y="460"/>
                      </a:lnTo>
                      <a:lnTo>
                        <a:pt x="1572" y="418"/>
                      </a:lnTo>
                      <a:lnTo>
                        <a:pt x="1513" y="382"/>
                      </a:lnTo>
                      <a:lnTo>
                        <a:pt x="1451" y="352"/>
                      </a:lnTo>
                      <a:lnTo>
                        <a:pt x="1385" y="324"/>
                      </a:lnTo>
                      <a:lnTo>
                        <a:pt x="1317" y="304"/>
                      </a:lnTo>
                      <a:lnTo>
                        <a:pt x="1246" y="288"/>
                      </a:lnTo>
                      <a:lnTo>
                        <a:pt x="1174" y="279"/>
                      </a:lnTo>
                      <a:lnTo>
                        <a:pt x="1099" y="276"/>
                      </a:lnTo>
                      <a:close/>
                      <a:moveTo>
                        <a:pt x="1099" y="0"/>
                      </a:moveTo>
                      <a:lnTo>
                        <a:pt x="1188" y="3"/>
                      </a:lnTo>
                      <a:lnTo>
                        <a:pt x="1277" y="15"/>
                      </a:lnTo>
                      <a:lnTo>
                        <a:pt x="1362" y="32"/>
                      </a:lnTo>
                      <a:lnTo>
                        <a:pt x="1446" y="54"/>
                      </a:lnTo>
                      <a:lnTo>
                        <a:pt x="1525" y="83"/>
                      </a:lnTo>
                      <a:lnTo>
                        <a:pt x="1603" y="118"/>
                      </a:lnTo>
                      <a:lnTo>
                        <a:pt x="1676" y="159"/>
                      </a:lnTo>
                      <a:lnTo>
                        <a:pt x="1747" y="204"/>
                      </a:lnTo>
                      <a:lnTo>
                        <a:pt x="1813" y="255"/>
                      </a:lnTo>
                      <a:lnTo>
                        <a:pt x="1875" y="310"/>
                      </a:lnTo>
                      <a:lnTo>
                        <a:pt x="1932" y="368"/>
                      </a:lnTo>
                      <a:lnTo>
                        <a:pt x="1985" y="433"/>
                      </a:lnTo>
                      <a:lnTo>
                        <a:pt x="2033" y="499"/>
                      </a:lnTo>
                      <a:lnTo>
                        <a:pt x="2075" y="570"/>
                      </a:lnTo>
                      <a:lnTo>
                        <a:pt x="2111" y="644"/>
                      </a:lnTo>
                      <a:lnTo>
                        <a:pt x="2140" y="722"/>
                      </a:lnTo>
                      <a:lnTo>
                        <a:pt x="2165" y="801"/>
                      </a:lnTo>
                      <a:lnTo>
                        <a:pt x="2182" y="883"/>
                      </a:lnTo>
                      <a:lnTo>
                        <a:pt x="2194" y="968"/>
                      </a:lnTo>
                      <a:lnTo>
                        <a:pt x="2197" y="1054"/>
                      </a:lnTo>
                      <a:lnTo>
                        <a:pt x="2195" y="1128"/>
                      </a:lnTo>
                      <a:lnTo>
                        <a:pt x="2189" y="1197"/>
                      </a:lnTo>
                      <a:lnTo>
                        <a:pt x="2180" y="1263"/>
                      </a:lnTo>
                      <a:lnTo>
                        <a:pt x="2168" y="1326"/>
                      </a:lnTo>
                      <a:lnTo>
                        <a:pt x="2153" y="1384"/>
                      </a:lnTo>
                      <a:lnTo>
                        <a:pt x="2136" y="1440"/>
                      </a:lnTo>
                      <a:lnTo>
                        <a:pt x="2116" y="1493"/>
                      </a:lnTo>
                      <a:lnTo>
                        <a:pt x="2095" y="1542"/>
                      </a:lnTo>
                      <a:lnTo>
                        <a:pt x="2072" y="1588"/>
                      </a:lnTo>
                      <a:lnTo>
                        <a:pt x="2050" y="1632"/>
                      </a:lnTo>
                      <a:lnTo>
                        <a:pt x="2025" y="1675"/>
                      </a:lnTo>
                      <a:lnTo>
                        <a:pt x="2001" y="1714"/>
                      </a:lnTo>
                      <a:lnTo>
                        <a:pt x="1977" y="1752"/>
                      </a:lnTo>
                      <a:lnTo>
                        <a:pt x="1953" y="1787"/>
                      </a:lnTo>
                      <a:lnTo>
                        <a:pt x="1929" y="1820"/>
                      </a:lnTo>
                      <a:lnTo>
                        <a:pt x="1902" y="1862"/>
                      </a:lnTo>
                      <a:lnTo>
                        <a:pt x="1877" y="1899"/>
                      </a:lnTo>
                      <a:lnTo>
                        <a:pt x="1857" y="1933"/>
                      </a:lnTo>
                      <a:lnTo>
                        <a:pt x="1841" y="1963"/>
                      </a:lnTo>
                      <a:lnTo>
                        <a:pt x="1830" y="1991"/>
                      </a:lnTo>
                      <a:lnTo>
                        <a:pt x="1822" y="2019"/>
                      </a:lnTo>
                      <a:lnTo>
                        <a:pt x="1819" y="2044"/>
                      </a:lnTo>
                      <a:lnTo>
                        <a:pt x="1816" y="2095"/>
                      </a:lnTo>
                      <a:lnTo>
                        <a:pt x="1806" y="2145"/>
                      </a:lnTo>
                      <a:lnTo>
                        <a:pt x="1790" y="2193"/>
                      </a:lnTo>
                      <a:lnTo>
                        <a:pt x="1766" y="2240"/>
                      </a:lnTo>
                      <a:lnTo>
                        <a:pt x="1738" y="2285"/>
                      </a:lnTo>
                      <a:lnTo>
                        <a:pt x="1702" y="2328"/>
                      </a:lnTo>
                      <a:lnTo>
                        <a:pt x="1662" y="2369"/>
                      </a:lnTo>
                      <a:lnTo>
                        <a:pt x="1615" y="2406"/>
                      </a:lnTo>
                      <a:lnTo>
                        <a:pt x="1614" y="2429"/>
                      </a:lnTo>
                      <a:lnTo>
                        <a:pt x="1613" y="2456"/>
                      </a:lnTo>
                      <a:lnTo>
                        <a:pt x="1611" y="2485"/>
                      </a:lnTo>
                      <a:lnTo>
                        <a:pt x="1609" y="2515"/>
                      </a:lnTo>
                      <a:lnTo>
                        <a:pt x="1607" y="2546"/>
                      </a:lnTo>
                      <a:lnTo>
                        <a:pt x="1606" y="2576"/>
                      </a:lnTo>
                      <a:lnTo>
                        <a:pt x="1604" y="2605"/>
                      </a:lnTo>
                      <a:lnTo>
                        <a:pt x="1603" y="2631"/>
                      </a:lnTo>
                      <a:lnTo>
                        <a:pt x="1601" y="2653"/>
                      </a:lnTo>
                      <a:lnTo>
                        <a:pt x="1600" y="2671"/>
                      </a:lnTo>
                      <a:lnTo>
                        <a:pt x="1600" y="2682"/>
                      </a:lnTo>
                      <a:lnTo>
                        <a:pt x="1599" y="2685"/>
                      </a:lnTo>
                      <a:lnTo>
                        <a:pt x="1599" y="2699"/>
                      </a:lnTo>
                      <a:lnTo>
                        <a:pt x="1597" y="2715"/>
                      </a:lnTo>
                      <a:lnTo>
                        <a:pt x="1592" y="2732"/>
                      </a:lnTo>
                      <a:lnTo>
                        <a:pt x="1587" y="2750"/>
                      </a:lnTo>
                      <a:lnTo>
                        <a:pt x="1578" y="2770"/>
                      </a:lnTo>
                      <a:lnTo>
                        <a:pt x="1566" y="2789"/>
                      </a:lnTo>
                      <a:lnTo>
                        <a:pt x="1552" y="2809"/>
                      </a:lnTo>
                      <a:lnTo>
                        <a:pt x="1533" y="2831"/>
                      </a:lnTo>
                      <a:lnTo>
                        <a:pt x="1511" y="2850"/>
                      </a:lnTo>
                      <a:lnTo>
                        <a:pt x="1483" y="2870"/>
                      </a:lnTo>
                      <a:lnTo>
                        <a:pt x="1452" y="2888"/>
                      </a:lnTo>
                      <a:lnTo>
                        <a:pt x="1415" y="2906"/>
                      </a:lnTo>
                      <a:lnTo>
                        <a:pt x="1372" y="2922"/>
                      </a:lnTo>
                      <a:lnTo>
                        <a:pt x="1347" y="2953"/>
                      </a:lnTo>
                      <a:lnTo>
                        <a:pt x="1317" y="2983"/>
                      </a:lnTo>
                      <a:lnTo>
                        <a:pt x="1283" y="3010"/>
                      </a:lnTo>
                      <a:lnTo>
                        <a:pt x="1259" y="3022"/>
                      </a:lnTo>
                      <a:lnTo>
                        <a:pt x="1233" y="3030"/>
                      </a:lnTo>
                      <a:lnTo>
                        <a:pt x="1205" y="3032"/>
                      </a:lnTo>
                      <a:lnTo>
                        <a:pt x="992" y="3032"/>
                      </a:lnTo>
                      <a:lnTo>
                        <a:pt x="965" y="3030"/>
                      </a:lnTo>
                      <a:lnTo>
                        <a:pt x="939" y="3022"/>
                      </a:lnTo>
                      <a:lnTo>
                        <a:pt x="915" y="3010"/>
                      </a:lnTo>
                      <a:lnTo>
                        <a:pt x="881" y="2983"/>
                      </a:lnTo>
                      <a:lnTo>
                        <a:pt x="850" y="2953"/>
                      </a:lnTo>
                      <a:lnTo>
                        <a:pt x="825" y="2922"/>
                      </a:lnTo>
                      <a:lnTo>
                        <a:pt x="780" y="2904"/>
                      </a:lnTo>
                      <a:lnTo>
                        <a:pt x="741" y="2886"/>
                      </a:lnTo>
                      <a:lnTo>
                        <a:pt x="707" y="2866"/>
                      </a:lnTo>
                      <a:lnTo>
                        <a:pt x="680" y="2844"/>
                      </a:lnTo>
                      <a:lnTo>
                        <a:pt x="657" y="2823"/>
                      </a:lnTo>
                      <a:lnTo>
                        <a:pt x="639" y="2800"/>
                      </a:lnTo>
                      <a:lnTo>
                        <a:pt x="626" y="2779"/>
                      </a:lnTo>
                      <a:lnTo>
                        <a:pt x="614" y="2757"/>
                      </a:lnTo>
                      <a:lnTo>
                        <a:pt x="607" y="2737"/>
                      </a:lnTo>
                      <a:lnTo>
                        <a:pt x="602" y="2718"/>
                      </a:lnTo>
                      <a:lnTo>
                        <a:pt x="599" y="2701"/>
                      </a:lnTo>
                      <a:lnTo>
                        <a:pt x="598" y="2685"/>
                      </a:lnTo>
                      <a:lnTo>
                        <a:pt x="598" y="2685"/>
                      </a:lnTo>
                      <a:lnTo>
                        <a:pt x="598" y="2682"/>
                      </a:lnTo>
                      <a:lnTo>
                        <a:pt x="597" y="2671"/>
                      </a:lnTo>
                      <a:lnTo>
                        <a:pt x="596" y="2653"/>
                      </a:lnTo>
                      <a:lnTo>
                        <a:pt x="595" y="2631"/>
                      </a:lnTo>
                      <a:lnTo>
                        <a:pt x="594" y="2605"/>
                      </a:lnTo>
                      <a:lnTo>
                        <a:pt x="592" y="2576"/>
                      </a:lnTo>
                      <a:lnTo>
                        <a:pt x="590" y="2546"/>
                      </a:lnTo>
                      <a:lnTo>
                        <a:pt x="588" y="2515"/>
                      </a:lnTo>
                      <a:lnTo>
                        <a:pt x="587" y="2485"/>
                      </a:lnTo>
                      <a:lnTo>
                        <a:pt x="585" y="2456"/>
                      </a:lnTo>
                      <a:lnTo>
                        <a:pt x="584" y="2429"/>
                      </a:lnTo>
                      <a:lnTo>
                        <a:pt x="582" y="2406"/>
                      </a:lnTo>
                      <a:lnTo>
                        <a:pt x="536" y="2369"/>
                      </a:lnTo>
                      <a:lnTo>
                        <a:pt x="495" y="2328"/>
                      </a:lnTo>
                      <a:lnTo>
                        <a:pt x="460" y="2285"/>
                      </a:lnTo>
                      <a:lnTo>
                        <a:pt x="432" y="2240"/>
                      </a:lnTo>
                      <a:lnTo>
                        <a:pt x="408" y="2193"/>
                      </a:lnTo>
                      <a:lnTo>
                        <a:pt x="392" y="2145"/>
                      </a:lnTo>
                      <a:lnTo>
                        <a:pt x="382" y="2095"/>
                      </a:lnTo>
                      <a:lnTo>
                        <a:pt x="378" y="2044"/>
                      </a:lnTo>
                      <a:lnTo>
                        <a:pt x="376" y="2019"/>
                      </a:lnTo>
                      <a:lnTo>
                        <a:pt x="368" y="1991"/>
                      </a:lnTo>
                      <a:lnTo>
                        <a:pt x="357" y="1963"/>
                      </a:lnTo>
                      <a:lnTo>
                        <a:pt x="341" y="1933"/>
                      </a:lnTo>
                      <a:lnTo>
                        <a:pt x="320" y="1899"/>
                      </a:lnTo>
                      <a:lnTo>
                        <a:pt x="297" y="1862"/>
                      </a:lnTo>
                      <a:lnTo>
                        <a:pt x="268" y="1821"/>
                      </a:lnTo>
                      <a:lnTo>
                        <a:pt x="245" y="1788"/>
                      </a:lnTo>
                      <a:lnTo>
                        <a:pt x="222" y="1752"/>
                      </a:lnTo>
                      <a:lnTo>
                        <a:pt x="197" y="1714"/>
                      </a:lnTo>
                      <a:lnTo>
                        <a:pt x="173" y="1675"/>
                      </a:lnTo>
                      <a:lnTo>
                        <a:pt x="149" y="1633"/>
                      </a:lnTo>
                      <a:lnTo>
                        <a:pt x="125" y="1588"/>
                      </a:lnTo>
                      <a:lnTo>
                        <a:pt x="102" y="1542"/>
                      </a:lnTo>
                      <a:lnTo>
                        <a:pt x="82" y="1493"/>
                      </a:lnTo>
                      <a:lnTo>
                        <a:pt x="62" y="1440"/>
                      </a:lnTo>
                      <a:lnTo>
                        <a:pt x="45" y="1384"/>
                      </a:lnTo>
                      <a:lnTo>
                        <a:pt x="30" y="1326"/>
                      </a:lnTo>
                      <a:lnTo>
                        <a:pt x="17" y="1263"/>
                      </a:lnTo>
                      <a:lnTo>
                        <a:pt x="8" y="1197"/>
                      </a:lnTo>
                      <a:lnTo>
                        <a:pt x="3" y="1128"/>
                      </a:lnTo>
                      <a:lnTo>
                        <a:pt x="0" y="1054"/>
                      </a:lnTo>
                      <a:lnTo>
                        <a:pt x="4" y="968"/>
                      </a:lnTo>
                      <a:lnTo>
                        <a:pt x="15" y="883"/>
                      </a:lnTo>
                      <a:lnTo>
                        <a:pt x="32" y="801"/>
                      </a:lnTo>
                      <a:lnTo>
                        <a:pt x="57" y="722"/>
                      </a:lnTo>
                      <a:lnTo>
                        <a:pt x="87" y="644"/>
                      </a:lnTo>
                      <a:lnTo>
                        <a:pt x="123" y="570"/>
                      </a:lnTo>
                      <a:lnTo>
                        <a:pt x="165" y="499"/>
                      </a:lnTo>
                      <a:lnTo>
                        <a:pt x="213" y="433"/>
                      </a:lnTo>
                      <a:lnTo>
                        <a:pt x="266" y="368"/>
                      </a:lnTo>
                      <a:lnTo>
                        <a:pt x="323" y="310"/>
                      </a:lnTo>
                      <a:lnTo>
                        <a:pt x="385" y="255"/>
                      </a:lnTo>
                      <a:lnTo>
                        <a:pt x="451" y="204"/>
                      </a:lnTo>
                      <a:lnTo>
                        <a:pt x="521" y="159"/>
                      </a:lnTo>
                      <a:lnTo>
                        <a:pt x="595" y="118"/>
                      </a:lnTo>
                      <a:lnTo>
                        <a:pt x="672" y="83"/>
                      </a:lnTo>
                      <a:lnTo>
                        <a:pt x="753" y="54"/>
                      </a:lnTo>
                      <a:lnTo>
                        <a:pt x="836" y="32"/>
                      </a:lnTo>
                      <a:lnTo>
                        <a:pt x="921" y="15"/>
                      </a:lnTo>
                      <a:lnTo>
                        <a:pt x="1009" y="3"/>
                      </a:lnTo>
                      <a:lnTo>
                        <a:pt x="1099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39" name="Freeform 34"/>
                <p:cNvSpPr>
                  <a:spLocks/>
                </p:cNvSpPr>
                <p:nvPr/>
              </p:nvSpPr>
              <p:spPr bwMode="auto">
                <a:xfrm>
                  <a:off x="2525713" y="1574800"/>
                  <a:ext cx="31750" cy="79375"/>
                </a:xfrm>
                <a:custGeom>
                  <a:avLst/>
                  <a:gdLst>
                    <a:gd name="T0" fmla="*/ 69 w 138"/>
                    <a:gd name="T1" fmla="*/ 0 h 344"/>
                    <a:gd name="T2" fmla="*/ 69 w 138"/>
                    <a:gd name="T3" fmla="*/ 0 h 344"/>
                    <a:gd name="T4" fmla="*/ 87 w 138"/>
                    <a:gd name="T5" fmla="*/ 3 h 344"/>
                    <a:gd name="T6" fmla="*/ 104 w 138"/>
                    <a:gd name="T7" fmla="*/ 9 h 344"/>
                    <a:gd name="T8" fmla="*/ 118 w 138"/>
                    <a:gd name="T9" fmla="*/ 21 h 344"/>
                    <a:gd name="T10" fmla="*/ 129 w 138"/>
                    <a:gd name="T11" fmla="*/ 34 h 344"/>
                    <a:gd name="T12" fmla="*/ 136 w 138"/>
                    <a:gd name="T13" fmla="*/ 51 h 344"/>
                    <a:gd name="T14" fmla="*/ 138 w 138"/>
                    <a:gd name="T15" fmla="*/ 69 h 344"/>
                    <a:gd name="T16" fmla="*/ 138 w 138"/>
                    <a:gd name="T17" fmla="*/ 275 h 344"/>
                    <a:gd name="T18" fmla="*/ 136 w 138"/>
                    <a:gd name="T19" fmla="*/ 294 h 344"/>
                    <a:gd name="T20" fmla="*/ 129 w 138"/>
                    <a:gd name="T21" fmla="*/ 310 h 344"/>
                    <a:gd name="T22" fmla="*/ 118 w 138"/>
                    <a:gd name="T23" fmla="*/ 325 h 344"/>
                    <a:gd name="T24" fmla="*/ 104 w 138"/>
                    <a:gd name="T25" fmla="*/ 335 h 344"/>
                    <a:gd name="T26" fmla="*/ 87 w 138"/>
                    <a:gd name="T27" fmla="*/ 342 h 344"/>
                    <a:gd name="T28" fmla="*/ 69 w 138"/>
                    <a:gd name="T29" fmla="*/ 344 h 344"/>
                    <a:gd name="T30" fmla="*/ 51 w 138"/>
                    <a:gd name="T31" fmla="*/ 342 h 344"/>
                    <a:gd name="T32" fmla="*/ 34 w 138"/>
                    <a:gd name="T33" fmla="*/ 335 h 344"/>
                    <a:gd name="T34" fmla="*/ 20 w 138"/>
                    <a:gd name="T35" fmla="*/ 325 h 344"/>
                    <a:gd name="T36" fmla="*/ 9 w 138"/>
                    <a:gd name="T37" fmla="*/ 310 h 344"/>
                    <a:gd name="T38" fmla="*/ 2 w 138"/>
                    <a:gd name="T39" fmla="*/ 294 h 344"/>
                    <a:gd name="T40" fmla="*/ 0 w 138"/>
                    <a:gd name="T41" fmla="*/ 275 h 344"/>
                    <a:gd name="T42" fmla="*/ 0 w 138"/>
                    <a:gd name="T43" fmla="*/ 69 h 344"/>
                    <a:gd name="T44" fmla="*/ 2 w 138"/>
                    <a:gd name="T45" fmla="*/ 51 h 344"/>
                    <a:gd name="T46" fmla="*/ 9 w 138"/>
                    <a:gd name="T47" fmla="*/ 34 h 344"/>
                    <a:gd name="T48" fmla="*/ 20 w 138"/>
                    <a:gd name="T49" fmla="*/ 21 h 344"/>
                    <a:gd name="T50" fmla="*/ 34 w 138"/>
                    <a:gd name="T51" fmla="*/ 9 h 344"/>
                    <a:gd name="T52" fmla="*/ 51 w 138"/>
                    <a:gd name="T53" fmla="*/ 3 h 344"/>
                    <a:gd name="T54" fmla="*/ 69 w 138"/>
                    <a:gd name="T55" fmla="*/ 0 h 34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</a:cxnLst>
                  <a:rect l="0" t="0" r="r" b="b"/>
                  <a:pathLst>
                    <a:path w="138" h="344">
                      <a:moveTo>
                        <a:pt x="69" y="0"/>
                      </a:moveTo>
                      <a:lnTo>
                        <a:pt x="69" y="0"/>
                      </a:lnTo>
                      <a:lnTo>
                        <a:pt x="87" y="3"/>
                      </a:lnTo>
                      <a:lnTo>
                        <a:pt x="104" y="9"/>
                      </a:lnTo>
                      <a:lnTo>
                        <a:pt x="118" y="21"/>
                      </a:lnTo>
                      <a:lnTo>
                        <a:pt x="129" y="34"/>
                      </a:lnTo>
                      <a:lnTo>
                        <a:pt x="136" y="51"/>
                      </a:lnTo>
                      <a:lnTo>
                        <a:pt x="138" y="69"/>
                      </a:lnTo>
                      <a:lnTo>
                        <a:pt x="138" y="275"/>
                      </a:lnTo>
                      <a:lnTo>
                        <a:pt x="136" y="294"/>
                      </a:lnTo>
                      <a:lnTo>
                        <a:pt x="129" y="310"/>
                      </a:lnTo>
                      <a:lnTo>
                        <a:pt x="118" y="325"/>
                      </a:lnTo>
                      <a:lnTo>
                        <a:pt x="104" y="335"/>
                      </a:lnTo>
                      <a:lnTo>
                        <a:pt x="87" y="342"/>
                      </a:lnTo>
                      <a:lnTo>
                        <a:pt x="69" y="344"/>
                      </a:lnTo>
                      <a:lnTo>
                        <a:pt x="51" y="342"/>
                      </a:lnTo>
                      <a:lnTo>
                        <a:pt x="34" y="335"/>
                      </a:lnTo>
                      <a:lnTo>
                        <a:pt x="20" y="325"/>
                      </a:lnTo>
                      <a:lnTo>
                        <a:pt x="9" y="310"/>
                      </a:lnTo>
                      <a:lnTo>
                        <a:pt x="2" y="294"/>
                      </a:lnTo>
                      <a:lnTo>
                        <a:pt x="0" y="275"/>
                      </a:lnTo>
                      <a:lnTo>
                        <a:pt x="0" y="69"/>
                      </a:lnTo>
                      <a:lnTo>
                        <a:pt x="2" y="51"/>
                      </a:lnTo>
                      <a:lnTo>
                        <a:pt x="9" y="34"/>
                      </a:lnTo>
                      <a:lnTo>
                        <a:pt x="20" y="21"/>
                      </a:lnTo>
                      <a:lnTo>
                        <a:pt x="34" y="9"/>
                      </a:lnTo>
                      <a:lnTo>
                        <a:pt x="51" y="3"/>
                      </a:lnTo>
                      <a:lnTo>
                        <a:pt x="69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40" name="Freeform 35"/>
                <p:cNvSpPr>
                  <a:spLocks/>
                </p:cNvSpPr>
                <p:nvPr/>
              </p:nvSpPr>
              <p:spPr bwMode="auto">
                <a:xfrm>
                  <a:off x="2349500" y="1622425"/>
                  <a:ext cx="53975" cy="71437"/>
                </a:xfrm>
                <a:custGeom>
                  <a:avLst/>
                  <a:gdLst>
                    <a:gd name="T0" fmla="*/ 69 w 243"/>
                    <a:gd name="T1" fmla="*/ 0 h 317"/>
                    <a:gd name="T2" fmla="*/ 87 w 243"/>
                    <a:gd name="T3" fmla="*/ 2 h 317"/>
                    <a:gd name="T4" fmla="*/ 103 w 243"/>
                    <a:gd name="T5" fmla="*/ 9 h 317"/>
                    <a:gd name="T6" fmla="*/ 118 w 243"/>
                    <a:gd name="T7" fmla="*/ 20 h 317"/>
                    <a:gd name="T8" fmla="*/ 129 w 243"/>
                    <a:gd name="T9" fmla="*/ 34 h 317"/>
                    <a:gd name="T10" fmla="*/ 233 w 243"/>
                    <a:gd name="T11" fmla="*/ 214 h 317"/>
                    <a:gd name="T12" fmla="*/ 240 w 243"/>
                    <a:gd name="T13" fmla="*/ 230 h 317"/>
                    <a:gd name="T14" fmla="*/ 243 w 243"/>
                    <a:gd name="T15" fmla="*/ 248 h 317"/>
                    <a:gd name="T16" fmla="*/ 240 w 243"/>
                    <a:gd name="T17" fmla="*/ 265 h 317"/>
                    <a:gd name="T18" fmla="*/ 233 w 243"/>
                    <a:gd name="T19" fmla="*/ 282 h 317"/>
                    <a:gd name="T20" fmla="*/ 223 w 243"/>
                    <a:gd name="T21" fmla="*/ 297 h 317"/>
                    <a:gd name="T22" fmla="*/ 209 w 243"/>
                    <a:gd name="T23" fmla="*/ 308 h 317"/>
                    <a:gd name="T24" fmla="*/ 191 w 243"/>
                    <a:gd name="T25" fmla="*/ 315 h 317"/>
                    <a:gd name="T26" fmla="*/ 173 w 243"/>
                    <a:gd name="T27" fmla="*/ 317 h 317"/>
                    <a:gd name="T28" fmla="*/ 155 w 243"/>
                    <a:gd name="T29" fmla="*/ 315 h 317"/>
                    <a:gd name="T30" fmla="*/ 139 w 243"/>
                    <a:gd name="T31" fmla="*/ 308 h 317"/>
                    <a:gd name="T32" fmla="*/ 125 w 243"/>
                    <a:gd name="T33" fmla="*/ 297 h 317"/>
                    <a:gd name="T34" fmla="*/ 113 w 243"/>
                    <a:gd name="T35" fmla="*/ 282 h 317"/>
                    <a:gd name="T36" fmla="*/ 9 w 243"/>
                    <a:gd name="T37" fmla="*/ 103 h 317"/>
                    <a:gd name="T38" fmla="*/ 2 w 243"/>
                    <a:gd name="T39" fmla="*/ 86 h 317"/>
                    <a:gd name="T40" fmla="*/ 0 w 243"/>
                    <a:gd name="T41" fmla="*/ 68 h 317"/>
                    <a:gd name="T42" fmla="*/ 2 w 243"/>
                    <a:gd name="T43" fmla="*/ 51 h 317"/>
                    <a:gd name="T44" fmla="*/ 9 w 243"/>
                    <a:gd name="T45" fmla="*/ 34 h 317"/>
                    <a:gd name="T46" fmla="*/ 20 w 243"/>
                    <a:gd name="T47" fmla="*/ 21 h 317"/>
                    <a:gd name="T48" fmla="*/ 34 w 243"/>
                    <a:gd name="T49" fmla="*/ 10 h 317"/>
                    <a:gd name="T50" fmla="*/ 52 w 243"/>
                    <a:gd name="T51" fmla="*/ 2 h 317"/>
                    <a:gd name="T52" fmla="*/ 69 w 243"/>
                    <a:gd name="T53" fmla="*/ 0 h 3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</a:cxnLst>
                  <a:rect l="0" t="0" r="r" b="b"/>
                  <a:pathLst>
                    <a:path w="243" h="317">
                      <a:moveTo>
                        <a:pt x="69" y="0"/>
                      </a:moveTo>
                      <a:lnTo>
                        <a:pt x="87" y="2"/>
                      </a:lnTo>
                      <a:lnTo>
                        <a:pt x="103" y="9"/>
                      </a:lnTo>
                      <a:lnTo>
                        <a:pt x="118" y="20"/>
                      </a:lnTo>
                      <a:lnTo>
                        <a:pt x="129" y="34"/>
                      </a:lnTo>
                      <a:lnTo>
                        <a:pt x="233" y="214"/>
                      </a:lnTo>
                      <a:lnTo>
                        <a:pt x="240" y="230"/>
                      </a:lnTo>
                      <a:lnTo>
                        <a:pt x="243" y="248"/>
                      </a:lnTo>
                      <a:lnTo>
                        <a:pt x="240" y="265"/>
                      </a:lnTo>
                      <a:lnTo>
                        <a:pt x="233" y="282"/>
                      </a:lnTo>
                      <a:lnTo>
                        <a:pt x="223" y="297"/>
                      </a:lnTo>
                      <a:lnTo>
                        <a:pt x="209" y="308"/>
                      </a:lnTo>
                      <a:lnTo>
                        <a:pt x="191" y="315"/>
                      </a:lnTo>
                      <a:lnTo>
                        <a:pt x="173" y="317"/>
                      </a:lnTo>
                      <a:lnTo>
                        <a:pt x="155" y="315"/>
                      </a:lnTo>
                      <a:lnTo>
                        <a:pt x="139" y="308"/>
                      </a:lnTo>
                      <a:lnTo>
                        <a:pt x="125" y="297"/>
                      </a:lnTo>
                      <a:lnTo>
                        <a:pt x="113" y="282"/>
                      </a:lnTo>
                      <a:lnTo>
                        <a:pt x="9" y="103"/>
                      </a:lnTo>
                      <a:lnTo>
                        <a:pt x="2" y="86"/>
                      </a:lnTo>
                      <a:lnTo>
                        <a:pt x="0" y="68"/>
                      </a:lnTo>
                      <a:lnTo>
                        <a:pt x="2" y="51"/>
                      </a:lnTo>
                      <a:lnTo>
                        <a:pt x="9" y="34"/>
                      </a:lnTo>
                      <a:lnTo>
                        <a:pt x="20" y="21"/>
                      </a:lnTo>
                      <a:lnTo>
                        <a:pt x="34" y="10"/>
                      </a:lnTo>
                      <a:lnTo>
                        <a:pt x="52" y="2"/>
                      </a:lnTo>
                      <a:lnTo>
                        <a:pt x="69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41" name="Freeform 36"/>
                <p:cNvSpPr>
                  <a:spLocks/>
                </p:cNvSpPr>
                <p:nvPr/>
              </p:nvSpPr>
              <p:spPr bwMode="auto">
                <a:xfrm>
                  <a:off x="2219325" y="1751013"/>
                  <a:ext cx="71438" cy="55562"/>
                </a:xfrm>
                <a:custGeom>
                  <a:avLst/>
                  <a:gdLst>
                    <a:gd name="T0" fmla="*/ 69 w 319"/>
                    <a:gd name="T1" fmla="*/ 0 h 241"/>
                    <a:gd name="T2" fmla="*/ 86 w 319"/>
                    <a:gd name="T3" fmla="*/ 3 h 241"/>
                    <a:gd name="T4" fmla="*/ 104 w 319"/>
                    <a:gd name="T5" fmla="*/ 9 h 241"/>
                    <a:gd name="T6" fmla="*/ 285 w 319"/>
                    <a:gd name="T7" fmla="*/ 112 h 241"/>
                    <a:gd name="T8" fmla="*/ 299 w 319"/>
                    <a:gd name="T9" fmla="*/ 124 h 241"/>
                    <a:gd name="T10" fmla="*/ 310 w 319"/>
                    <a:gd name="T11" fmla="*/ 138 h 241"/>
                    <a:gd name="T12" fmla="*/ 316 w 319"/>
                    <a:gd name="T13" fmla="*/ 155 h 241"/>
                    <a:gd name="T14" fmla="*/ 319 w 319"/>
                    <a:gd name="T15" fmla="*/ 172 h 241"/>
                    <a:gd name="T16" fmla="*/ 316 w 319"/>
                    <a:gd name="T17" fmla="*/ 190 h 241"/>
                    <a:gd name="T18" fmla="*/ 310 w 319"/>
                    <a:gd name="T19" fmla="*/ 206 h 241"/>
                    <a:gd name="T20" fmla="*/ 298 w 319"/>
                    <a:gd name="T21" fmla="*/ 221 h 241"/>
                    <a:gd name="T22" fmla="*/ 283 w 319"/>
                    <a:gd name="T23" fmla="*/ 232 h 241"/>
                    <a:gd name="T24" fmla="*/ 266 w 319"/>
                    <a:gd name="T25" fmla="*/ 239 h 241"/>
                    <a:gd name="T26" fmla="*/ 249 w 319"/>
                    <a:gd name="T27" fmla="*/ 241 h 241"/>
                    <a:gd name="T28" fmla="*/ 231 w 319"/>
                    <a:gd name="T29" fmla="*/ 239 h 241"/>
                    <a:gd name="T30" fmla="*/ 214 w 319"/>
                    <a:gd name="T31" fmla="*/ 231 h 241"/>
                    <a:gd name="T32" fmla="*/ 34 w 319"/>
                    <a:gd name="T33" fmla="*/ 129 h 241"/>
                    <a:gd name="T34" fmla="*/ 19 w 319"/>
                    <a:gd name="T35" fmla="*/ 118 h 241"/>
                    <a:gd name="T36" fmla="*/ 9 w 319"/>
                    <a:gd name="T37" fmla="*/ 103 h 241"/>
                    <a:gd name="T38" fmla="*/ 2 w 319"/>
                    <a:gd name="T39" fmla="*/ 87 h 241"/>
                    <a:gd name="T40" fmla="*/ 0 w 319"/>
                    <a:gd name="T41" fmla="*/ 69 h 241"/>
                    <a:gd name="T42" fmla="*/ 2 w 319"/>
                    <a:gd name="T43" fmla="*/ 51 h 241"/>
                    <a:gd name="T44" fmla="*/ 9 w 319"/>
                    <a:gd name="T45" fmla="*/ 34 h 241"/>
                    <a:gd name="T46" fmla="*/ 20 w 319"/>
                    <a:gd name="T47" fmla="*/ 20 h 241"/>
                    <a:gd name="T48" fmla="*/ 35 w 319"/>
                    <a:gd name="T49" fmla="*/ 9 h 241"/>
                    <a:gd name="T50" fmla="*/ 51 w 319"/>
                    <a:gd name="T51" fmla="*/ 3 h 241"/>
                    <a:gd name="T52" fmla="*/ 69 w 319"/>
                    <a:gd name="T53" fmla="*/ 0 h 24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</a:cxnLst>
                  <a:rect l="0" t="0" r="r" b="b"/>
                  <a:pathLst>
                    <a:path w="319" h="241">
                      <a:moveTo>
                        <a:pt x="69" y="0"/>
                      </a:moveTo>
                      <a:lnTo>
                        <a:pt x="86" y="3"/>
                      </a:lnTo>
                      <a:lnTo>
                        <a:pt x="104" y="9"/>
                      </a:lnTo>
                      <a:lnTo>
                        <a:pt x="285" y="112"/>
                      </a:lnTo>
                      <a:lnTo>
                        <a:pt x="299" y="124"/>
                      </a:lnTo>
                      <a:lnTo>
                        <a:pt x="310" y="138"/>
                      </a:lnTo>
                      <a:lnTo>
                        <a:pt x="316" y="155"/>
                      </a:lnTo>
                      <a:lnTo>
                        <a:pt x="319" y="172"/>
                      </a:lnTo>
                      <a:lnTo>
                        <a:pt x="316" y="190"/>
                      </a:lnTo>
                      <a:lnTo>
                        <a:pt x="310" y="206"/>
                      </a:lnTo>
                      <a:lnTo>
                        <a:pt x="298" y="221"/>
                      </a:lnTo>
                      <a:lnTo>
                        <a:pt x="283" y="232"/>
                      </a:lnTo>
                      <a:lnTo>
                        <a:pt x="266" y="239"/>
                      </a:lnTo>
                      <a:lnTo>
                        <a:pt x="249" y="241"/>
                      </a:lnTo>
                      <a:lnTo>
                        <a:pt x="231" y="239"/>
                      </a:lnTo>
                      <a:lnTo>
                        <a:pt x="214" y="231"/>
                      </a:lnTo>
                      <a:lnTo>
                        <a:pt x="34" y="129"/>
                      </a:lnTo>
                      <a:lnTo>
                        <a:pt x="19" y="118"/>
                      </a:lnTo>
                      <a:lnTo>
                        <a:pt x="9" y="103"/>
                      </a:lnTo>
                      <a:lnTo>
                        <a:pt x="2" y="87"/>
                      </a:lnTo>
                      <a:lnTo>
                        <a:pt x="0" y="69"/>
                      </a:lnTo>
                      <a:lnTo>
                        <a:pt x="2" y="51"/>
                      </a:lnTo>
                      <a:lnTo>
                        <a:pt x="9" y="34"/>
                      </a:lnTo>
                      <a:lnTo>
                        <a:pt x="20" y="20"/>
                      </a:lnTo>
                      <a:lnTo>
                        <a:pt x="35" y="9"/>
                      </a:lnTo>
                      <a:lnTo>
                        <a:pt x="51" y="3"/>
                      </a:lnTo>
                      <a:lnTo>
                        <a:pt x="69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42" name="Freeform 37"/>
                <p:cNvSpPr>
                  <a:spLocks/>
                </p:cNvSpPr>
                <p:nvPr/>
              </p:nvSpPr>
              <p:spPr bwMode="auto">
                <a:xfrm>
                  <a:off x="2171700" y="1927225"/>
                  <a:ext cx="77788" cy="31750"/>
                </a:xfrm>
                <a:custGeom>
                  <a:avLst/>
                  <a:gdLst>
                    <a:gd name="T0" fmla="*/ 69 w 347"/>
                    <a:gd name="T1" fmla="*/ 0 h 139"/>
                    <a:gd name="T2" fmla="*/ 278 w 347"/>
                    <a:gd name="T3" fmla="*/ 0 h 139"/>
                    <a:gd name="T4" fmla="*/ 296 w 347"/>
                    <a:gd name="T5" fmla="*/ 4 h 139"/>
                    <a:gd name="T6" fmla="*/ 313 w 347"/>
                    <a:gd name="T7" fmla="*/ 10 h 139"/>
                    <a:gd name="T8" fmla="*/ 327 w 347"/>
                    <a:gd name="T9" fmla="*/ 21 h 139"/>
                    <a:gd name="T10" fmla="*/ 338 w 347"/>
                    <a:gd name="T11" fmla="*/ 35 h 139"/>
                    <a:gd name="T12" fmla="*/ 345 w 347"/>
                    <a:gd name="T13" fmla="*/ 51 h 139"/>
                    <a:gd name="T14" fmla="*/ 347 w 347"/>
                    <a:gd name="T15" fmla="*/ 70 h 139"/>
                    <a:gd name="T16" fmla="*/ 345 w 347"/>
                    <a:gd name="T17" fmla="*/ 88 h 139"/>
                    <a:gd name="T18" fmla="*/ 338 w 347"/>
                    <a:gd name="T19" fmla="*/ 104 h 139"/>
                    <a:gd name="T20" fmla="*/ 327 w 347"/>
                    <a:gd name="T21" fmla="*/ 119 h 139"/>
                    <a:gd name="T22" fmla="*/ 313 w 347"/>
                    <a:gd name="T23" fmla="*/ 129 h 139"/>
                    <a:gd name="T24" fmla="*/ 296 w 347"/>
                    <a:gd name="T25" fmla="*/ 137 h 139"/>
                    <a:gd name="T26" fmla="*/ 278 w 347"/>
                    <a:gd name="T27" fmla="*/ 139 h 139"/>
                    <a:gd name="T28" fmla="*/ 69 w 347"/>
                    <a:gd name="T29" fmla="*/ 139 h 139"/>
                    <a:gd name="T30" fmla="*/ 51 w 347"/>
                    <a:gd name="T31" fmla="*/ 137 h 139"/>
                    <a:gd name="T32" fmla="*/ 35 w 347"/>
                    <a:gd name="T33" fmla="*/ 129 h 139"/>
                    <a:gd name="T34" fmla="*/ 20 w 347"/>
                    <a:gd name="T35" fmla="*/ 119 h 139"/>
                    <a:gd name="T36" fmla="*/ 10 w 347"/>
                    <a:gd name="T37" fmla="*/ 104 h 139"/>
                    <a:gd name="T38" fmla="*/ 2 w 347"/>
                    <a:gd name="T39" fmla="*/ 88 h 139"/>
                    <a:gd name="T40" fmla="*/ 0 w 347"/>
                    <a:gd name="T41" fmla="*/ 70 h 139"/>
                    <a:gd name="T42" fmla="*/ 2 w 347"/>
                    <a:gd name="T43" fmla="*/ 51 h 139"/>
                    <a:gd name="T44" fmla="*/ 10 w 347"/>
                    <a:gd name="T45" fmla="*/ 35 h 139"/>
                    <a:gd name="T46" fmla="*/ 20 w 347"/>
                    <a:gd name="T47" fmla="*/ 21 h 139"/>
                    <a:gd name="T48" fmla="*/ 35 w 347"/>
                    <a:gd name="T49" fmla="*/ 10 h 139"/>
                    <a:gd name="T50" fmla="*/ 51 w 347"/>
                    <a:gd name="T51" fmla="*/ 4 h 139"/>
                    <a:gd name="T52" fmla="*/ 69 w 347"/>
                    <a:gd name="T53" fmla="*/ 0 h 13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</a:cxnLst>
                  <a:rect l="0" t="0" r="r" b="b"/>
                  <a:pathLst>
                    <a:path w="347" h="139">
                      <a:moveTo>
                        <a:pt x="69" y="0"/>
                      </a:moveTo>
                      <a:lnTo>
                        <a:pt x="278" y="0"/>
                      </a:lnTo>
                      <a:lnTo>
                        <a:pt x="296" y="4"/>
                      </a:lnTo>
                      <a:lnTo>
                        <a:pt x="313" y="10"/>
                      </a:lnTo>
                      <a:lnTo>
                        <a:pt x="327" y="21"/>
                      </a:lnTo>
                      <a:lnTo>
                        <a:pt x="338" y="35"/>
                      </a:lnTo>
                      <a:lnTo>
                        <a:pt x="345" y="51"/>
                      </a:lnTo>
                      <a:lnTo>
                        <a:pt x="347" y="70"/>
                      </a:lnTo>
                      <a:lnTo>
                        <a:pt x="345" y="88"/>
                      </a:lnTo>
                      <a:lnTo>
                        <a:pt x="338" y="104"/>
                      </a:lnTo>
                      <a:lnTo>
                        <a:pt x="327" y="119"/>
                      </a:lnTo>
                      <a:lnTo>
                        <a:pt x="313" y="129"/>
                      </a:lnTo>
                      <a:lnTo>
                        <a:pt x="296" y="137"/>
                      </a:lnTo>
                      <a:lnTo>
                        <a:pt x="278" y="139"/>
                      </a:lnTo>
                      <a:lnTo>
                        <a:pt x="69" y="139"/>
                      </a:lnTo>
                      <a:lnTo>
                        <a:pt x="51" y="137"/>
                      </a:lnTo>
                      <a:lnTo>
                        <a:pt x="35" y="129"/>
                      </a:lnTo>
                      <a:lnTo>
                        <a:pt x="20" y="119"/>
                      </a:lnTo>
                      <a:lnTo>
                        <a:pt x="10" y="104"/>
                      </a:lnTo>
                      <a:lnTo>
                        <a:pt x="2" y="88"/>
                      </a:lnTo>
                      <a:lnTo>
                        <a:pt x="0" y="70"/>
                      </a:lnTo>
                      <a:lnTo>
                        <a:pt x="2" y="51"/>
                      </a:lnTo>
                      <a:lnTo>
                        <a:pt x="10" y="35"/>
                      </a:lnTo>
                      <a:lnTo>
                        <a:pt x="20" y="21"/>
                      </a:lnTo>
                      <a:lnTo>
                        <a:pt x="35" y="10"/>
                      </a:lnTo>
                      <a:lnTo>
                        <a:pt x="51" y="4"/>
                      </a:lnTo>
                      <a:lnTo>
                        <a:pt x="69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43" name="Freeform 38"/>
                <p:cNvSpPr>
                  <a:spLocks/>
                </p:cNvSpPr>
                <p:nvPr/>
              </p:nvSpPr>
              <p:spPr bwMode="auto">
                <a:xfrm>
                  <a:off x="2219325" y="2079625"/>
                  <a:ext cx="71438" cy="55562"/>
                </a:xfrm>
                <a:custGeom>
                  <a:avLst/>
                  <a:gdLst>
                    <a:gd name="T0" fmla="*/ 249 w 319"/>
                    <a:gd name="T1" fmla="*/ 0 h 242"/>
                    <a:gd name="T2" fmla="*/ 268 w 319"/>
                    <a:gd name="T3" fmla="*/ 3 h 242"/>
                    <a:gd name="T4" fmla="*/ 283 w 319"/>
                    <a:gd name="T5" fmla="*/ 9 h 242"/>
                    <a:gd name="T6" fmla="*/ 298 w 319"/>
                    <a:gd name="T7" fmla="*/ 20 h 242"/>
                    <a:gd name="T8" fmla="*/ 310 w 319"/>
                    <a:gd name="T9" fmla="*/ 35 h 242"/>
                    <a:gd name="T10" fmla="*/ 316 w 319"/>
                    <a:gd name="T11" fmla="*/ 52 h 242"/>
                    <a:gd name="T12" fmla="*/ 319 w 319"/>
                    <a:gd name="T13" fmla="*/ 70 h 242"/>
                    <a:gd name="T14" fmla="*/ 316 w 319"/>
                    <a:gd name="T15" fmla="*/ 86 h 242"/>
                    <a:gd name="T16" fmla="*/ 310 w 319"/>
                    <a:gd name="T17" fmla="*/ 103 h 242"/>
                    <a:gd name="T18" fmla="*/ 298 w 319"/>
                    <a:gd name="T19" fmla="*/ 118 h 242"/>
                    <a:gd name="T20" fmla="*/ 285 w 319"/>
                    <a:gd name="T21" fmla="*/ 129 h 242"/>
                    <a:gd name="T22" fmla="*/ 104 w 319"/>
                    <a:gd name="T23" fmla="*/ 232 h 242"/>
                    <a:gd name="T24" fmla="*/ 87 w 319"/>
                    <a:gd name="T25" fmla="*/ 239 h 242"/>
                    <a:gd name="T26" fmla="*/ 69 w 319"/>
                    <a:gd name="T27" fmla="*/ 242 h 242"/>
                    <a:gd name="T28" fmla="*/ 51 w 319"/>
                    <a:gd name="T29" fmla="*/ 239 h 242"/>
                    <a:gd name="T30" fmla="*/ 35 w 319"/>
                    <a:gd name="T31" fmla="*/ 233 h 242"/>
                    <a:gd name="T32" fmla="*/ 20 w 319"/>
                    <a:gd name="T33" fmla="*/ 222 h 242"/>
                    <a:gd name="T34" fmla="*/ 9 w 319"/>
                    <a:gd name="T35" fmla="*/ 207 h 242"/>
                    <a:gd name="T36" fmla="*/ 2 w 319"/>
                    <a:gd name="T37" fmla="*/ 190 h 242"/>
                    <a:gd name="T38" fmla="*/ 0 w 319"/>
                    <a:gd name="T39" fmla="*/ 172 h 242"/>
                    <a:gd name="T40" fmla="*/ 2 w 319"/>
                    <a:gd name="T41" fmla="*/ 155 h 242"/>
                    <a:gd name="T42" fmla="*/ 9 w 319"/>
                    <a:gd name="T43" fmla="*/ 138 h 242"/>
                    <a:gd name="T44" fmla="*/ 19 w 319"/>
                    <a:gd name="T45" fmla="*/ 125 h 242"/>
                    <a:gd name="T46" fmla="*/ 34 w 319"/>
                    <a:gd name="T47" fmla="*/ 114 h 242"/>
                    <a:gd name="T48" fmla="*/ 214 w 319"/>
                    <a:gd name="T49" fmla="*/ 10 h 242"/>
                    <a:gd name="T50" fmla="*/ 232 w 319"/>
                    <a:gd name="T51" fmla="*/ 2 h 242"/>
                    <a:gd name="T52" fmla="*/ 249 w 319"/>
                    <a:gd name="T53" fmla="*/ 0 h 24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</a:cxnLst>
                  <a:rect l="0" t="0" r="r" b="b"/>
                  <a:pathLst>
                    <a:path w="319" h="242">
                      <a:moveTo>
                        <a:pt x="249" y="0"/>
                      </a:moveTo>
                      <a:lnTo>
                        <a:pt x="268" y="3"/>
                      </a:lnTo>
                      <a:lnTo>
                        <a:pt x="283" y="9"/>
                      </a:lnTo>
                      <a:lnTo>
                        <a:pt x="298" y="20"/>
                      </a:lnTo>
                      <a:lnTo>
                        <a:pt x="310" y="35"/>
                      </a:lnTo>
                      <a:lnTo>
                        <a:pt x="316" y="52"/>
                      </a:lnTo>
                      <a:lnTo>
                        <a:pt x="319" y="70"/>
                      </a:lnTo>
                      <a:lnTo>
                        <a:pt x="316" y="86"/>
                      </a:lnTo>
                      <a:lnTo>
                        <a:pt x="310" y="103"/>
                      </a:lnTo>
                      <a:lnTo>
                        <a:pt x="298" y="118"/>
                      </a:lnTo>
                      <a:lnTo>
                        <a:pt x="285" y="129"/>
                      </a:lnTo>
                      <a:lnTo>
                        <a:pt x="104" y="232"/>
                      </a:lnTo>
                      <a:lnTo>
                        <a:pt x="87" y="239"/>
                      </a:lnTo>
                      <a:lnTo>
                        <a:pt x="69" y="242"/>
                      </a:lnTo>
                      <a:lnTo>
                        <a:pt x="51" y="239"/>
                      </a:lnTo>
                      <a:lnTo>
                        <a:pt x="35" y="233"/>
                      </a:lnTo>
                      <a:lnTo>
                        <a:pt x="20" y="222"/>
                      </a:lnTo>
                      <a:lnTo>
                        <a:pt x="9" y="207"/>
                      </a:lnTo>
                      <a:lnTo>
                        <a:pt x="2" y="190"/>
                      </a:lnTo>
                      <a:lnTo>
                        <a:pt x="0" y="172"/>
                      </a:lnTo>
                      <a:lnTo>
                        <a:pt x="2" y="155"/>
                      </a:lnTo>
                      <a:lnTo>
                        <a:pt x="9" y="138"/>
                      </a:lnTo>
                      <a:lnTo>
                        <a:pt x="19" y="125"/>
                      </a:lnTo>
                      <a:lnTo>
                        <a:pt x="34" y="114"/>
                      </a:lnTo>
                      <a:lnTo>
                        <a:pt x="214" y="10"/>
                      </a:lnTo>
                      <a:lnTo>
                        <a:pt x="232" y="2"/>
                      </a:lnTo>
                      <a:lnTo>
                        <a:pt x="249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44" name="Freeform 39"/>
                <p:cNvSpPr>
                  <a:spLocks/>
                </p:cNvSpPr>
                <p:nvPr/>
              </p:nvSpPr>
              <p:spPr bwMode="auto">
                <a:xfrm>
                  <a:off x="2792413" y="2079625"/>
                  <a:ext cx="71438" cy="55562"/>
                </a:xfrm>
                <a:custGeom>
                  <a:avLst/>
                  <a:gdLst>
                    <a:gd name="T0" fmla="*/ 69 w 319"/>
                    <a:gd name="T1" fmla="*/ 0 h 242"/>
                    <a:gd name="T2" fmla="*/ 87 w 319"/>
                    <a:gd name="T3" fmla="*/ 2 h 242"/>
                    <a:gd name="T4" fmla="*/ 104 w 319"/>
                    <a:gd name="T5" fmla="*/ 10 h 242"/>
                    <a:gd name="T6" fmla="*/ 285 w 319"/>
                    <a:gd name="T7" fmla="*/ 114 h 242"/>
                    <a:gd name="T8" fmla="*/ 299 w 319"/>
                    <a:gd name="T9" fmla="*/ 125 h 242"/>
                    <a:gd name="T10" fmla="*/ 310 w 319"/>
                    <a:gd name="T11" fmla="*/ 138 h 242"/>
                    <a:gd name="T12" fmla="*/ 316 w 319"/>
                    <a:gd name="T13" fmla="*/ 155 h 242"/>
                    <a:gd name="T14" fmla="*/ 319 w 319"/>
                    <a:gd name="T15" fmla="*/ 172 h 242"/>
                    <a:gd name="T16" fmla="*/ 316 w 319"/>
                    <a:gd name="T17" fmla="*/ 190 h 242"/>
                    <a:gd name="T18" fmla="*/ 310 w 319"/>
                    <a:gd name="T19" fmla="*/ 207 h 242"/>
                    <a:gd name="T20" fmla="*/ 298 w 319"/>
                    <a:gd name="T21" fmla="*/ 222 h 242"/>
                    <a:gd name="T22" fmla="*/ 284 w 319"/>
                    <a:gd name="T23" fmla="*/ 233 h 242"/>
                    <a:gd name="T24" fmla="*/ 268 w 319"/>
                    <a:gd name="T25" fmla="*/ 239 h 242"/>
                    <a:gd name="T26" fmla="*/ 250 w 319"/>
                    <a:gd name="T27" fmla="*/ 242 h 242"/>
                    <a:gd name="T28" fmla="*/ 231 w 319"/>
                    <a:gd name="T29" fmla="*/ 239 h 242"/>
                    <a:gd name="T30" fmla="*/ 214 w 319"/>
                    <a:gd name="T31" fmla="*/ 232 h 242"/>
                    <a:gd name="T32" fmla="*/ 34 w 319"/>
                    <a:gd name="T33" fmla="*/ 129 h 242"/>
                    <a:gd name="T34" fmla="*/ 20 w 319"/>
                    <a:gd name="T35" fmla="*/ 118 h 242"/>
                    <a:gd name="T36" fmla="*/ 9 w 319"/>
                    <a:gd name="T37" fmla="*/ 103 h 242"/>
                    <a:gd name="T38" fmla="*/ 2 w 319"/>
                    <a:gd name="T39" fmla="*/ 86 h 242"/>
                    <a:gd name="T40" fmla="*/ 0 w 319"/>
                    <a:gd name="T41" fmla="*/ 70 h 242"/>
                    <a:gd name="T42" fmla="*/ 2 w 319"/>
                    <a:gd name="T43" fmla="*/ 52 h 242"/>
                    <a:gd name="T44" fmla="*/ 9 w 319"/>
                    <a:gd name="T45" fmla="*/ 35 h 242"/>
                    <a:gd name="T46" fmla="*/ 20 w 319"/>
                    <a:gd name="T47" fmla="*/ 20 h 242"/>
                    <a:gd name="T48" fmla="*/ 35 w 319"/>
                    <a:gd name="T49" fmla="*/ 9 h 242"/>
                    <a:gd name="T50" fmla="*/ 51 w 319"/>
                    <a:gd name="T51" fmla="*/ 3 h 242"/>
                    <a:gd name="T52" fmla="*/ 69 w 319"/>
                    <a:gd name="T53" fmla="*/ 0 h 24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</a:cxnLst>
                  <a:rect l="0" t="0" r="r" b="b"/>
                  <a:pathLst>
                    <a:path w="319" h="242">
                      <a:moveTo>
                        <a:pt x="69" y="0"/>
                      </a:moveTo>
                      <a:lnTo>
                        <a:pt x="87" y="2"/>
                      </a:lnTo>
                      <a:lnTo>
                        <a:pt x="104" y="10"/>
                      </a:lnTo>
                      <a:lnTo>
                        <a:pt x="285" y="114"/>
                      </a:lnTo>
                      <a:lnTo>
                        <a:pt x="299" y="125"/>
                      </a:lnTo>
                      <a:lnTo>
                        <a:pt x="310" y="138"/>
                      </a:lnTo>
                      <a:lnTo>
                        <a:pt x="316" y="155"/>
                      </a:lnTo>
                      <a:lnTo>
                        <a:pt x="319" y="172"/>
                      </a:lnTo>
                      <a:lnTo>
                        <a:pt x="316" y="190"/>
                      </a:lnTo>
                      <a:lnTo>
                        <a:pt x="310" y="207"/>
                      </a:lnTo>
                      <a:lnTo>
                        <a:pt x="298" y="222"/>
                      </a:lnTo>
                      <a:lnTo>
                        <a:pt x="284" y="233"/>
                      </a:lnTo>
                      <a:lnTo>
                        <a:pt x="268" y="239"/>
                      </a:lnTo>
                      <a:lnTo>
                        <a:pt x="250" y="242"/>
                      </a:lnTo>
                      <a:lnTo>
                        <a:pt x="231" y="239"/>
                      </a:lnTo>
                      <a:lnTo>
                        <a:pt x="214" y="232"/>
                      </a:lnTo>
                      <a:lnTo>
                        <a:pt x="34" y="129"/>
                      </a:lnTo>
                      <a:lnTo>
                        <a:pt x="20" y="118"/>
                      </a:lnTo>
                      <a:lnTo>
                        <a:pt x="9" y="103"/>
                      </a:lnTo>
                      <a:lnTo>
                        <a:pt x="2" y="86"/>
                      </a:lnTo>
                      <a:lnTo>
                        <a:pt x="0" y="70"/>
                      </a:lnTo>
                      <a:lnTo>
                        <a:pt x="2" y="52"/>
                      </a:lnTo>
                      <a:lnTo>
                        <a:pt x="9" y="35"/>
                      </a:lnTo>
                      <a:lnTo>
                        <a:pt x="20" y="20"/>
                      </a:lnTo>
                      <a:lnTo>
                        <a:pt x="35" y="9"/>
                      </a:lnTo>
                      <a:lnTo>
                        <a:pt x="51" y="3"/>
                      </a:lnTo>
                      <a:lnTo>
                        <a:pt x="69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45" name="Freeform 40"/>
                <p:cNvSpPr>
                  <a:spLocks/>
                </p:cNvSpPr>
                <p:nvPr/>
              </p:nvSpPr>
              <p:spPr bwMode="auto">
                <a:xfrm>
                  <a:off x="2833688" y="1927225"/>
                  <a:ext cx="77788" cy="31750"/>
                </a:xfrm>
                <a:custGeom>
                  <a:avLst/>
                  <a:gdLst>
                    <a:gd name="T0" fmla="*/ 70 w 348"/>
                    <a:gd name="T1" fmla="*/ 0 h 139"/>
                    <a:gd name="T2" fmla="*/ 278 w 348"/>
                    <a:gd name="T3" fmla="*/ 0 h 139"/>
                    <a:gd name="T4" fmla="*/ 297 w 348"/>
                    <a:gd name="T5" fmla="*/ 4 h 139"/>
                    <a:gd name="T6" fmla="*/ 314 w 348"/>
                    <a:gd name="T7" fmla="*/ 10 h 139"/>
                    <a:gd name="T8" fmla="*/ 327 w 348"/>
                    <a:gd name="T9" fmla="*/ 21 h 139"/>
                    <a:gd name="T10" fmla="*/ 337 w 348"/>
                    <a:gd name="T11" fmla="*/ 35 h 139"/>
                    <a:gd name="T12" fmla="*/ 345 w 348"/>
                    <a:gd name="T13" fmla="*/ 51 h 139"/>
                    <a:gd name="T14" fmla="*/ 348 w 348"/>
                    <a:gd name="T15" fmla="*/ 70 h 139"/>
                    <a:gd name="T16" fmla="*/ 345 w 348"/>
                    <a:gd name="T17" fmla="*/ 88 h 139"/>
                    <a:gd name="T18" fmla="*/ 337 w 348"/>
                    <a:gd name="T19" fmla="*/ 104 h 139"/>
                    <a:gd name="T20" fmla="*/ 327 w 348"/>
                    <a:gd name="T21" fmla="*/ 119 h 139"/>
                    <a:gd name="T22" fmla="*/ 314 w 348"/>
                    <a:gd name="T23" fmla="*/ 129 h 139"/>
                    <a:gd name="T24" fmla="*/ 297 w 348"/>
                    <a:gd name="T25" fmla="*/ 137 h 139"/>
                    <a:gd name="T26" fmla="*/ 278 w 348"/>
                    <a:gd name="T27" fmla="*/ 139 h 139"/>
                    <a:gd name="T28" fmla="*/ 70 w 348"/>
                    <a:gd name="T29" fmla="*/ 139 h 139"/>
                    <a:gd name="T30" fmla="*/ 52 w 348"/>
                    <a:gd name="T31" fmla="*/ 137 h 139"/>
                    <a:gd name="T32" fmla="*/ 34 w 348"/>
                    <a:gd name="T33" fmla="*/ 129 h 139"/>
                    <a:gd name="T34" fmla="*/ 21 w 348"/>
                    <a:gd name="T35" fmla="*/ 119 h 139"/>
                    <a:gd name="T36" fmla="*/ 10 w 348"/>
                    <a:gd name="T37" fmla="*/ 104 h 139"/>
                    <a:gd name="T38" fmla="*/ 3 w 348"/>
                    <a:gd name="T39" fmla="*/ 88 h 139"/>
                    <a:gd name="T40" fmla="*/ 0 w 348"/>
                    <a:gd name="T41" fmla="*/ 70 h 139"/>
                    <a:gd name="T42" fmla="*/ 3 w 348"/>
                    <a:gd name="T43" fmla="*/ 51 h 139"/>
                    <a:gd name="T44" fmla="*/ 10 w 348"/>
                    <a:gd name="T45" fmla="*/ 35 h 139"/>
                    <a:gd name="T46" fmla="*/ 21 w 348"/>
                    <a:gd name="T47" fmla="*/ 21 h 139"/>
                    <a:gd name="T48" fmla="*/ 34 w 348"/>
                    <a:gd name="T49" fmla="*/ 10 h 139"/>
                    <a:gd name="T50" fmla="*/ 52 w 348"/>
                    <a:gd name="T51" fmla="*/ 4 h 139"/>
                    <a:gd name="T52" fmla="*/ 70 w 348"/>
                    <a:gd name="T53" fmla="*/ 0 h 13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</a:cxnLst>
                  <a:rect l="0" t="0" r="r" b="b"/>
                  <a:pathLst>
                    <a:path w="348" h="139">
                      <a:moveTo>
                        <a:pt x="70" y="0"/>
                      </a:moveTo>
                      <a:lnTo>
                        <a:pt x="278" y="0"/>
                      </a:lnTo>
                      <a:lnTo>
                        <a:pt x="297" y="4"/>
                      </a:lnTo>
                      <a:lnTo>
                        <a:pt x="314" y="10"/>
                      </a:lnTo>
                      <a:lnTo>
                        <a:pt x="327" y="21"/>
                      </a:lnTo>
                      <a:lnTo>
                        <a:pt x="337" y="35"/>
                      </a:lnTo>
                      <a:lnTo>
                        <a:pt x="345" y="51"/>
                      </a:lnTo>
                      <a:lnTo>
                        <a:pt x="348" y="70"/>
                      </a:lnTo>
                      <a:lnTo>
                        <a:pt x="345" y="88"/>
                      </a:lnTo>
                      <a:lnTo>
                        <a:pt x="337" y="104"/>
                      </a:lnTo>
                      <a:lnTo>
                        <a:pt x="327" y="119"/>
                      </a:lnTo>
                      <a:lnTo>
                        <a:pt x="314" y="129"/>
                      </a:lnTo>
                      <a:lnTo>
                        <a:pt x="297" y="137"/>
                      </a:lnTo>
                      <a:lnTo>
                        <a:pt x="278" y="139"/>
                      </a:lnTo>
                      <a:lnTo>
                        <a:pt x="70" y="139"/>
                      </a:lnTo>
                      <a:lnTo>
                        <a:pt x="52" y="137"/>
                      </a:lnTo>
                      <a:lnTo>
                        <a:pt x="34" y="129"/>
                      </a:lnTo>
                      <a:lnTo>
                        <a:pt x="21" y="119"/>
                      </a:lnTo>
                      <a:lnTo>
                        <a:pt x="10" y="104"/>
                      </a:lnTo>
                      <a:lnTo>
                        <a:pt x="3" y="88"/>
                      </a:lnTo>
                      <a:lnTo>
                        <a:pt x="0" y="70"/>
                      </a:lnTo>
                      <a:lnTo>
                        <a:pt x="3" y="51"/>
                      </a:lnTo>
                      <a:lnTo>
                        <a:pt x="10" y="35"/>
                      </a:lnTo>
                      <a:lnTo>
                        <a:pt x="21" y="21"/>
                      </a:lnTo>
                      <a:lnTo>
                        <a:pt x="34" y="10"/>
                      </a:lnTo>
                      <a:lnTo>
                        <a:pt x="52" y="4"/>
                      </a:lnTo>
                      <a:lnTo>
                        <a:pt x="70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46" name="Freeform 41"/>
                <p:cNvSpPr>
                  <a:spLocks/>
                </p:cNvSpPr>
                <p:nvPr/>
              </p:nvSpPr>
              <p:spPr bwMode="auto">
                <a:xfrm>
                  <a:off x="2792413" y="1751013"/>
                  <a:ext cx="71438" cy="55562"/>
                </a:xfrm>
                <a:custGeom>
                  <a:avLst/>
                  <a:gdLst>
                    <a:gd name="T0" fmla="*/ 250 w 319"/>
                    <a:gd name="T1" fmla="*/ 0 h 241"/>
                    <a:gd name="T2" fmla="*/ 268 w 319"/>
                    <a:gd name="T3" fmla="*/ 3 h 241"/>
                    <a:gd name="T4" fmla="*/ 284 w 319"/>
                    <a:gd name="T5" fmla="*/ 9 h 241"/>
                    <a:gd name="T6" fmla="*/ 298 w 319"/>
                    <a:gd name="T7" fmla="*/ 20 h 241"/>
                    <a:gd name="T8" fmla="*/ 310 w 319"/>
                    <a:gd name="T9" fmla="*/ 34 h 241"/>
                    <a:gd name="T10" fmla="*/ 316 w 319"/>
                    <a:gd name="T11" fmla="*/ 51 h 241"/>
                    <a:gd name="T12" fmla="*/ 319 w 319"/>
                    <a:gd name="T13" fmla="*/ 69 h 241"/>
                    <a:gd name="T14" fmla="*/ 316 w 319"/>
                    <a:gd name="T15" fmla="*/ 87 h 241"/>
                    <a:gd name="T16" fmla="*/ 310 w 319"/>
                    <a:gd name="T17" fmla="*/ 103 h 241"/>
                    <a:gd name="T18" fmla="*/ 299 w 319"/>
                    <a:gd name="T19" fmla="*/ 118 h 241"/>
                    <a:gd name="T20" fmla="*/ 285 w 319"/>
                    <a:gd name="T21" fmla="*/ 129 h 241"/>
                    <a:gd name="T22" fmla="*/ 104 w 319"/>
                    <a:gd name="T23" fmla="*/ 231 h 241"/>
                    <a:gd name="T24" fmla="*/ 87 w 319"/>
                    <a:gd name="T25" fmla="*/ 239 h 241"/>
                    <a:gd name="T26" fmla="*/ 69 w 319"/>
                    <a:gd name="T27" fmla="*/ 241 h 241"/>
                    <a:gd name="T28" fmla="*/ 52 w 319"/>
                    <a:gd name="T29" fmla="*/ 239 h 241"/>
                    <a:gd name="T30" fmla="*/ 35 w 319"/>
                    <a:gd name="T31" fmla="*/ 232 h 241"/>
                    <a:gd name="T32" fmla="*/ 20 w 319"/>
                    <a:gd name="T33" fmla="*/ 221 h 241"/>
                    <a:gd name="T34" fmla="*/ 9 w 319"/>
                    <a:gd name="T35" fmla="*/ 206 h 241"/>
                    <a:gd name="T36" fmla="*/ 2 w 319"/>
                    <a:gd name="T37" fmla="*/ 190 h 241"/>
                    <a:gd name="T38" fmla="*/ 0 w 319"/>
                    <a:gd name="T39" fmla="*/ 172 h 241"/>
                    <a:gd name="T40" fmla="*/ 2 w 319"/>
                    <a:gd name="T41" fmla="*/ 155 h 241"/>
                    <a:gd name="T42" fmla="*/ 9 w 319"/>
                    <a:gd name="T43" fmla="*/ 138 h 241"/>
                    <a:gd name="T44" fmla="*/ 20 w 319"/>
                    <a:gd name="T45" fmla="*/ 124 h 241"/>
                    <a:gd name="T46" fmla="*/ 34 w 319"/>
                    <a:gd name="T47" fmla="*/ 112 h 241"/>
                    <a:gd name="T48" fmla="*/ 214 w 319"/>
                    <a:gd name="T49" fmla="*/ 9 h 241"/>
                    <a:gd name="T50" fmla="*/ 233 w 319"/>
                    <a:gd name="T51" fmla="*/ 3 h 241"/>
                    <a:gd name="T52" fmla="*/ 250 w 319"/>
                    <a:gd name="T53" fmla="*/ 0 h 24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</a:cxnLst>
                  <a:rect l="0" t="0" r="r" b="b"/>
                  <a:pathLst>
                    <a:path w="319" h="241">
                      <a:moveTo>
                        <a:pt x="250" y="0"/>
                      </a:moveTo>
                      <a:lnTo>
                        <a:pt x="268" y="3"/>
                      </a:lnTo>
                      <a:lnTo>
                        <a:pt x="284" y="9"/>
                      </a:lnTo>
                      <a:lnTo>
                        <a:pt x="298" y="20"/>
                      </a:lnTo>
                      <a:lnTo>
                        <a:pt x="310" y="34"/>
                      </a:lnTo>
                      <a:lnTo>
                        <a:pt x="316" y="51"/>
                      </a:lnTo>
                      <a:lnTo>
                        <a:pt x="319" y="69"/>
                      </a:lnTo>
                      <a:lnTo>
                        <a:pt x="316" y="87"/>
                      </a:lnTo>
                      <a:lnTo>
                        <a:pt x="310" y="103"/>
                      </a:lnTo>
                      <a:lnTo>
                        <a:pt x="299" y="118"/>
                      </a:lnTo>
                      <a:lnTo>
                        <a:pt x="285" y="129"/>
                      </a:lnTo>
                      <a:lnTo>
                        <a:pt x="104" y="231"/>
                      </a:lnTo>
                      <a:lnTo>
                        <a:pt x="87" y="239"/>
                      </a:lnTo>
                      <a:lnTo>
                        <a:pt x="69" y="241"/>
                      </a:lnTo>
                      <a:lnTo>
                        <a:pt x="52" y="239"/>
                      </a:lnTo>
                      <a:lnTo>
                        <a:pt x="35" y="232"/>
                      </a:lnTo>
                      <a:lnTo>
                        <a:pt x="20" y="221"/>
                      </a:lnTo>
                      <a:lnTo>
                        <a:pt x="9" y="206"/>
                      </a:lnTo>
                      <a:lnTo>
                        <a:pt x="2" y="190"/>
                      </a:lnTo>
                      <a:lnTo>
                        <a:pt x="0" y="172"/>
                      </a:lnTo>
                      <a:lnTo>
                        <a:pt x="2" y="155"/>
                      </a:lnTo>
                      <a:lnTo>
                        <a:pt x="9" y="138"/>
                      </a:lnTo>
                      <a:lnTo>
                        <a:pt x="20" y="124"/>
                      </a:lnTo>
                      <a:lnTo>
                        <a:pt x="34" y="112"/>
                      </a:lnTo>
                      <a:lnTo>
                        <a:pt x="214" y="9"/>
                      </a:lnTo>
                      <a:lnTo>
                        <a:pt x="233" y="3"/>
                      </a:lnTo>
                      <a:lnTo>
                        <a:pt x="250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47" name="Freeform 42"/>
                <p:cNvSpPr>
                  <a:spLocks/>
                </p:cNvSpPr>
                <p:nvPr/>
              </p:nvSpPr>
              <p:spPr bwMode="auto">
                <a:xfrm>
                  <a:off x="2679700" y="1622425"/>
                  <a:ext cx="55563" cy="71437"/>
                </a:xfrm>
                <a:custGeom>
                  <a:avLst/>
                  <a:gdLst>
                    <a:gd name="T0" fmla="*/ 172 w 243"/>
                    <a:gd name="T1" fmla="*/ 0 h 316"/>
                    <a:gd name="T2" fmla="*/ 191 w 243"/>
                    <a:gd name="T3" fmla="*/ 2 h 316"/>
                    <a:gd name="T4" fmla="*/ 208 w 243"/>
                    <a:gd name="T5" fmla="*/ 10 h 316"/>
                    <a:gd name="T6" fmla="*/ 222 w 243"/>
                    <a:gd name="T7" fmla="*/ 21 h 316"/>
                    <a:gd name="T8" fmla="*/ 234 w 243"/>
                    <a:gd name="T9" fmla="*/ 34 h 316"/>
                    <a:gd name="T10" fmla="*/ 241 w 243"/>
                    <a:gd name="T11" fmla="*/ 51 h 316"/>
                    <a:gd name="T12" fmla="*/ 243 w 243"/>
                    <a:gd name="T13" fmla="*/ 68 h 316"/>
                    <a:gd name="T14" fmla="*/ 241 w 243"/>
                    <a:gd name="T15" fmla="*/ 86 h 316"/>
                    <a:gd name="T16" fmla="*/ 234 w 243"/>
                    <a:gd name="T17" fmla="*/ 103 h 316"/>
                    <a:gd name="T18" fmla="*/ 129 w 243"/>
                    <a:gd name="T19" fmla="*/ 282 h 316"/>
                    <a:gd name="T20" fmla="*/ 118 w 243"/>
                    <a:gd name="T21" fmla="*/ 297 h 316"/>
                    <a:gd name="T22" fmla="*/ 103 w 243"/>
                    <a:gd name="T23" fmla="*/ 308 h 316"/>
                    <a:gd name="T24" fmla="*/ 87 w 243"/>
                    <a:gd name="T25" fmla="*/ 314 h 316"/>
                    <a:gd name="T26" fmla="*/ 69 w 243"/>
                    <a:gd name="T27" fmla="*/ 316 h 316"/>
                    <a:gd name="T28" fmla="*/ 52 w 243"/>
                    <a:gd name="T29" fmla="*/ 314 h 316"/>
                    <a:gd name="T30" fmla="*/ 35 w 243"/>
                    <a:gd name="T31" fmla="*/ 307 h 316"/>
                    <a:gd name="T32" fmla="*/ 19 w 243"/>
                    <a:gd name="T33" fmla="*/ 296 h 316"/>
                    <a:gd name="T34" fmla="*/ 9 w 243"/>
                    <a:gd name="T35" fmla="*/ 282 h 316"/>
                    <a:gd name="T36" fmla="*/ 2 w 243"/>
                    <a:gd name="T37" fmla="*/ 265 h 316"/>
                    <a:gd name="T38" fmla="*/ 0 w 243"/>
                    <a:gd name="T39" fmla="*/ 248 h 316"/>
                    <a:gd name="T40" fmla="*/ 2 w 243"/>
                    <a:gd name="T41" fmla="*/ 230 h 316"/>
                    <a:gd name="T42" fmla="*/ 9 w 243"/>
                    <a:gd name="T43" fmla="*/ 214 h 316"/>
                    <a:gd name="T44" fmla="*/ 113 w 243"/>
                    <a:gd name="T45" fmla="*/ 34 h 316"/>
                    <a:gd name="T46" fmla="*/ 125 w 243"/>
                    <a:gd name="T47" fmla="*/ 20 h 316"/>
                    <a:gd name="T48" fmla="*/ 140 w 243"/>
                    <a:gd name="T49" fmla="*/ 9 h 316"/>
                    <a:gd name="T50" fmla="*/ 155 w 243"/>
                    <a:gd name="T51" fmla="*/ 2 h 316"/>
                    <a:gd name="T52" fmla="*/ 172 w 243"/>
                    <a:gd name="T53" fmla="*/ 0 h 31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</a:cxnLst>
                  <a:rect l="0" t="0" r="r" b="b"/>
                  <a:pathLst>
                    <a:path w="243" h="316">
                      <a:moveTo>
                        <a:pt x="172" y="0"/>
                      </a:moveTo>
                      <a:lnTo>
                        <a:pt x="191" y="2"/>
                      </a:lnTo>
                      <a:lnTo>
                        <a:pt x="208" y="10"/>
                      </a:lnTo>
                      <a:lnTo>
                        <a:pt x="222" y="21"/>
                      </a:lnTo>
                      <a:lnTo>
                        <a:pt x="234" y="34"/>
                      </a:lnTo>
                      <a:lnTo>
                        <a:pt x="241" y="51"/>
                      </a:lnTo>
                      <a:lnTo>
                        <a:pt x="243" y="68"/>
                      </a:lnTo>
                      <a:lnTo>
                        <a:pt x="241" y="86"/>
                      </a:lnTo>
                      <a:lnTo>
                        <a:pt x="234" y="103"/>
                      </a:lnTo>
                      <a:lnTo>
                        <a:pt x="129" y="282"/>
                      </a:lnTo>
                      <a:lnTo>
                        <a:pt x="118" y="297"/>
                      </a:lnTo>
                      <a:lnTo>
                        <a:pt x="103" y="308"/>
                      </a:lnTo>
                      <a:lnTo>
                        <a:pt x="87" y="314"/>
                      </a:lnTo>
                      <a:lnTo>
                        <a:pt x="69" y="316"/>
                      </a:lnTo>
                      <a:lnTo>
                        <a:pt x="52" y="314"/>
                      </a:lnTo>
                      <a:lnTo>
                        <a:pt x="35" y="307"/>
                      </a:lnTo>
                      <a:lnTo>
                        <a:pt x="19" y="296"/>
                      </a:lnTo>
                      <a:lnTo>
                        <a:pt x="9" y="282"/>
                      </a:lnTo>
                      <a:lnTo>
                        <a:pt x="2" y="265"/>
                      </a:lnTo>
                      <a:lnTo>
                        <a:pt x="0" y="248"/>
                      </a:lnTo>
                      <a:lnTo>
                        <a:pt x="2" y="230"/>
                      </a:lnTo>
                      <a:lnTo>
                        <a:pt x="9" y="214"/>
                      </a:lnTo>
                      <a:lnTo>
                        <a:pt x="113" y="34"/>
                      </a:lnTo>
                      <a:lnTo>
                        <a:pt x="125" y="20"/>
                      </a:lnTo>
                      <a:lnTo>
                        <a:pt x="140" y="9"/>
                      </a:lnTo>
                      <a:lnTo>
                        <a:pt x="155" y="2"/>
                      </a:lnTo>
                      <a:lnTo>
                        <a:pt x="172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48" name="Freeform 43"/>
                <p:cNvSpPr>
                  <a:spLocks/>
                </p:cNvSpPr>
                <p:nvPr/>
              </p:nvSpPr>
              <p:spPr bwMode="auto">
                <a:xfrm>
                  <a:off x="2503488" y="1811338"/>
                  <a:ext cx="76200" cy="242887"/>
                </a:xfrm>
                <a:custGeom>
                  <a:avLst/>
                  <a:gdLst>
                    <a:gd name="T0" fmla="*/ 167 w 334"/>
                    <a:gd name="T1" fmla="*/ 0 h 1073"/>
                    <a:gd name="T2" fmla="*/ 201 w 334"/>
                    <a:gd name="T3" fmla="*/ 2 h 1073"/>
                    <a:gd name="T4" fmla="*/ 230 w 334"/>
                    <a:gd name="T5" fmla="*/ 8 h 1073"/>
                    <a:gd name="T6" fmla="*/ 258 w 334"/>
                    <a:gd name="T7" fmla="*/ 18 h 1073"/>
                    <a:gd name="T8" fmla="*/ 280 w 334"/>
                    <a:gd name="T9" fmla="*/ 33 h 1073"/>
                    <a:gd name="T10" fmla="*/ 300 w 334"/>
                    <a:gd name="T11" fmla="*/ 51 h 1073"/>
                    <a:gd name="T12" fmla="*/ 314 w 334"/>
                    <a:gd name="T13" fmla="*/ 72 h 1073"/>
                    <a:gd name="T14" fmla="*/ 326 w 334"/>
                    <a:gd name="T15" fmla="*/ 98 h 1073"/>
                    <a:gd name="T16" fmla="*/ 331 w 334"/>
                    <a:gd name="T17" fmla="*/ 128 h 1073"/>
                    <a:gd name="T18" fmla="*/ 334 w 334"/>
                    <a:gd name="T19" fmla="*/ 162 h 1073"/>
                    <a:gd name="T20" fmla="*/ 334 w 334"/>
                    <a:gd name="T21" fmla="*/ 406 h 1073"/>
                    <a:gd name="T22" fmla="*/ 332 w 334"/>
                    <a:gd name="T23" fmla="*/ 438 h 1073"/>
                    <a:gd name="T24" fmla="*/ 329 w 334"/>
                    <a:gd name="T25" fmla="*/ 471 h 1073"/>
                    <a:gd name="T26" fmla="*/ 326 w 334"/>
                    <a:gd name="T27" fmla="*/ 505 h 1073"/>
                    <a:gd name="T28" fmla="*/ 260 w 334"/>
                    <a:gd name="T29" fmla="*/ 996 h 1073"/>
                    <a:gd name="T30" fmla="*/ 255 w 334"/>
                    <a:gd name="T31" fmla="*/ 1019 h 1073"/>
                    <a:gd name="T32" fmla="*/ 247 w 334"/>
                    <a:gd name="T33" fmla="*/ 1039 h 1073"/>
                    <a:gd name="T34" fmla="*/ 237 w 334"/>
                    <a:gd name="T35" fmla="*/ 1052 h 1073"/>
                    <a:gd name="T36" fmla="*/ 224 w 334"/>
                    <a:gd name="T37" fmla="*/ 1062 h 1073"/>
                    <a:gd name="T38" fmla="*/ 208 w 334"/>
                    <a:gd name="T39" fmla="*/ 1069 h 1073"/>
                    <a:gd name="T40" fmla="*/ 188 w 334"/>
                    <a:gd name="T41" fmla="*/ 1072 h 1073"/>
                    <a:gd name="T42" fmla="*/ 167 w 334"/>
                    <a:gd name="T43" fmla="*/ 1073 h 1073"/>
                    <a:gd name="T44" fmla="*/ 145 w 334"/>
                    <a:gd name="T45" fmla="*/ 1072 h 1073"/>
                    <a:gd name="T46" fmla="*/ 126 w 334"/>
                    <a:gd name="T47" fmla="*/ 1069 h 1073"/>
                    <a:gd name="T48" fmla="*/ 110 w 334"/>
                    <a:gd name="T49" fmla="*/ 1062 h 1073"/>
                    <a:gd name="T50" fmla="*/ 96 w 334"/>
                    <a:gd name="T51" fmla="*/ 1052 h 1073"/>
                    <a:gd name="T52" fmla="*/ 86 w 334"/>
                    <a:gd name="T53" fmla="*/ 1039 h 1073"/>
                    <a:gd name="T54" fmla="*/ 78 w 334"/>
                    <a:gd name="T55" fmla="*/ 1019 h 1073"/>
                    <a:gd name="T56" fmla="*/ 74 w 334"/>
                    <a:gd name="T57" fmla="*/ 996 h 1073"/>
                    <a:gd name="T58" fmla="*/ 8 w 334"/>
                    <a:gd name="T59" fmla="*/ 505 h 1073"/>
                    <a:gd name="T60" fmla="*/ 5 w 334"/>
                    <a:gd name="T61" fmla="*/ 471 h 1073"/>
                    <a:gd name="T62" fmla="*/ 1 w 334"/>
                    <a:gd name="T63" fmla="*/ 438 h 1073"/>
                    <a:gd name="T64" fmla="*/ 0 w 334"/>
                    <a:gd name="T65" fmla="*/ 406 h 1073"/>
                    <a:gd name="T66" fmla="*/ 0 w 334"/>
                    <a:gd name="T67" fmla="*/ 162 h 1073"/>
                    <a:gd name="T68" fmla="*/ 2 w 334"/>
                    <a:gd name="T69" fmla="*/ 128 h 1073"/>
                    <a:gd name="T70" fmla="*/ 8 w 334"/>
                    <a:gd name="T71" fmla="*/ 98 h 1073"/>
                    <a:gd name="T72" fmla="*/ 19 w 334"/>
                    <a:gd name="T73" fmla="*/ 72 h 1073"/>
                    <a:gd name="T74" fmla="*/ 34 w 334"/>
                    <a:gd name="T75" fmla="*/ 51 h 1073"/>
                    <a:gd name="T76" fmla="*/ 53 w 334"/>
                    <a:gd name="T77" fmla="*/ 33 h 1073"/>
                    <a:gd name="T78" fmla="*/ 76 w 334"/>
                    <a:gd name="T79" fmla="*/ 18 h 1073"/>
                    <a:gd name="T80" fmla="*/ 103 w 334"/>
                    <a:gd name="T81" fmla="*/ 8 h 1073"/>
                    <a:gd name="T82" fmla="*/ 133 w 334"/>
                    <a:gd name="T83" fmla="*/ 2 h 1073"/>
                    <a:gd name="T84" fmla="*/ 167 w 334"/>
                    <a:gd name="T85" fmla="*/ 0 h 107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</a:cxnLst>
                  <a:rect l="0" t="0" r="r" b="b"/>
                  <a:pathLst>
                    <a:path w="334" h="1073">
                      <a:moveTo>
                        <a:pt x="167" y="0"/>
                      </a:moveTo>
                      <a:lnTo>
                        <a:pt x="201" y="2"/>
                      </a:lnTo>
                      <a:lnTo>
                        <a:pt x="230" y="8"/>
                      </a:lnTo>
                      <a:lnTo>
                        <a:pt x="258" y="18"/>
                      </a:lnTo>
                      <a:lnTo>
                        <a:pt x="280" y="33"/>
                      </a:lnTo>
                      <a:lnTo>
                        <a:pt x="300" y="51"/>
                      </a:lnTo>
                      <a:lnTo>
                        <a:pt x="314" y="72"/>
                      </a:lnTo>
                      <a:lnTo>
                        <a:pt x="326" y="98"/>
                      </a:lnTo>
                      <a:lnTo>
                        <a:pt x="331" y="128"/>
                      </a:lnTo>
                      <a:lnTo>
                        <a:pt x="334" y="162"/>
                      </a:lnTo>
                      <a:lnTo>
                        <a:pt x="334" y="406"/>
                      </a:lnTo>
                      <a:lnTo>
                        <a:pt x="332" y="438"/>
                      </a:lnTo>
                      <a:lnTo>
                        <a:pt x="329" y="471"/>
                      </a:lnTo>
                      <a:lnTo>
                        <a:pt x="326" y="505"/>
                      </a:lnTo>
                      <a:lnTo>
                        <a:pt x="260" y="996"/>
                      </a:lnTo>
                      <a:lnTo>
                        <a:pt x="255" y="1019"/>
                      </a:lnTo>
                      <a:lnTo>
                        <a:pt x="247" y="1039"/>
                      </a:lnTo>
                      <a:lnTo>
                        <a:pt x="237" y="1052"/>
                      </a:lnTo>
                      <a:lnTo>
                        <a:pt x="224" y="1062"/>
                      </a:lnTo>
                      <a:lnTo>
                        <a:pt x="208" y="1069"/>
                      </a:lnTo>
                      <a:lnTo>
                        <a:pt x="188" y="1072"/>
                      </a:lnTo>
                      <a:lnTo>
                        <a:pt x="167" y="1073"/>
                      </a:lnTo>
                      <a:lnTo>
                        <a:pt x="145" y="1072"/>
                      </a:lnTo>
                      <a:lnTo>
                        <a:pt x="126" y="1069"/>
                      </a:lnTo>
                      <a:lnTo>
                        <a:pt x="110" y="1062"/>
                      </a:lnTo>
                      <a:lnTo>
                        <a:pt x="96" y="1052"/>
                      </a:lnTo>
                      <a:lnTo>
                        <a:pt x="86" y="1039"/>
                      </a:lnTo>
                      <a:lnTo>
                        <a:pt x="78" y="1019"/>
                      </a:lnTo>
                      <a:lnTo>
                        <a:pt x="74" y="996"/>
                      </a:lnTo>
                      <a:lnTo>
                        <a:pt x="8" y="505"/>
                      </a:lnTo>
                      <a:lnTo>
                        <a:pt x="5" y="471"/>
                      </a:lnTo>
                      <a:lnTo>
                        <a:pt x="1" y="438"/>
                      </a:lnTo>
                      <a:lnTo>
                        <a:pt x="0" y="406"/>
                      </a:lnTo>
                      <a:lnTo>
                        <a:pt x="0" y="162"/>
                      </a:lnTo>
                      <a:lnTo>
                        <a:pt x="2" y="128"/>
                      </a:lnTo>
                      <a:lnTo>
                        <a:pt x="8" y="98"/>
                      </a:lnTo>
                      <a:lnTo>
                        <a:pt x="19" y="72"/>
                      </a:lnTo>
                      <a:lnTo>
                        <a:pt x="34" y="51"/>
                      </a:lnTo>
                      <a:lnTo>
                        <a:pt x="53" y="33"/>
                      </a:lnTo>
                      <a:lnTo>
                        <a:pt x="76" y="18"/>
                      </a:lnTo>
                      <a:lnTo>
                        <a:pt x="103" y="8"/>
                      </a:lnTo>
                      <a:lnTo>
                        <a:pt x="133" y="2"/>
                      </a:lnTo>
                      <a:lnTo>
                        <a:pt x="167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49" name="Freeform 44"/>
                <p:cNvSpPr>
                  <a:spLocks/>
                </p:cNvSpPr>
                <p:nvPr/>
              </p:nvSpPr>
              <p:spPr bwMode="auto">
                <a:xfrm>
                  <a:off x="2501900" y="2085975"/>
                  <a:ext cx="79375" cy="77787"/>
                </a:xfrm>
                <a:custGeom>
                  <a:avLst/>
                  <a:gdLst>
                    <a:gd name="T0" fmla="*/ 174 w 347"/>
                    <a:gd name="T1" fmla="*/ 0 h 344"/>
                    <a:gd name="T2" fmla="*/ 209 w 347"/>
                    <a:gd name="T3" fmla="*/ 4 h 344"/>
                    <a:gd name="T4" fmla="*/ 241 w 347"/>
                    <a:gd name="T5" fmla="*/ 14 h 344"/>
                    <a:gd name="T6" fmla="*/ 270 w 347"/>
                    <a:gd name="T7" fmla="*/ 30 h 344"/>
                    <a:gd name="T8" fmla="*/ 296 w 347"/>
                    <a:gd name="T9" fmla="*/ 50 h 344"/>
                    <a:gd name="T10" fmla="*/ 318 w 347"/>
                    <a:gd name="T11" fmla="*/ 76 h 344"/>
                    <a:gd name="T12" fmla="*/ 334 w 347"/>
                    <a:gd name="T13" fmla="*/ 106 h 344"/>
                    <a:gd name="T14" fmla="*/ 344 w 347"/>
                    <a:gd name="T15" fmla="*/ 138 h 344"/>
                    <a:gd name="T16" fmla="*/ 347 w 347"/>
                    <a:gd name="T17" fmla="*/ 172 h 344"/>
                    <a:gd name="T18" fmla="*/ 344 w 347"/>
                    <a:gd name="T19" fmla="*/ 207 h 344"/>
                    <a:gd name="T20" fmla="*/ 334 w 347"/>
                    <a:gd name="T21" fmla="*/ 240 h 344"/>
                    <a:gd name="T22" fmla="*/ 318 w 347"/>
                    <a:gd name="T23" fmla="*/ 269 h 344"/>
                    <a:gd name="T24" fmla="*/ 296 w 347"/>
                    <a:gd name="T25" fmla="*/ 294 h 344"/>
                    <a:gd name="T26" fmla="*/ 270 w 347"/>
                    <a:gd name="T27" fmla="*/ 315 h 344"/>
                    <a:gd name="T28" fmla="*/ 241 w 347"/>
                    <a:gd name="T29" fmla="*/ 331 h 344"/>
                    <a:gd name="T30" fmla="*/ 209 w 347"/>
                    <a:gd name="T31" fmla="*/ 341 h 344"/>
                    <a:gd name="T32" fmla="*/ 174 w 347"/>
                    <a:gd name="T33" fmla="*/ 344 h 344"/>
                    <a:gd name="T34" fmla="*/ 139 w 347"/>
                    <a:gd name="T35" fmla="*/ 341 h 344"/>
                    <a:gd name="T36" fmla="*/ 107 w 347"/>
                    <a:gd name="T37" fmla="*/ 331 h 344"/>
                    <a:gd name="T38" fmla="*/ 77 w 347"/>
                    <a:gd name="T39" fmla="*/ 315 h 344"/>
                    <a:gd name="T40" fmla="*/ 51 w 347"/>
                    <a:gd name="T41" fmla="*/ 294 h 344"/>
                    <a:gd name="T42" fmla="*/ 30 w 347"/>
                    <a:gd name="T43" fmla="*/ 269 h 344"/>
                    <a:gd name="T44" fmla="*/ 14 w 347"/>
                    <a:gd name="T45" fmla="*/ 240 h 344"/>
                    <a:gd name="T46" fmla="*/ 4 w 347"/>
                    <a:gd name="T47" fmla="*/ 207 h 344"/>
                    <a:gd name="T48" fmla="*/ 0 w 347"/>
                    <a:gd name="T49" fmla="*/ 172 h 344"/>
                    <a:gd name="T50" fmla="*/ 4 w 347"/>
                    <a:gd name="T51" fmla="*/ 138 h 344"/>
                    <a:gd name="T52" fmla="*/ 14 w 347"/>
                    <a:gd name="T53" fmla="*/ 106 h 344"/>
                    <a:gd name="T54" fmla="*/ 30 w 347"/>
                    <a:gd name="T55" fmla="*/ 76 h 344"/>
                    <a:gd name="T56" fmla="*/ 51 w 347"/>
                    <a:gd name="T57" fmla="*/ 50 h 344"/>
                    <a:gd name="T58" fmla="*/ 77 w 347"/>
                    <a:gd name="T59" fmla="*/ 30 h 344"/>
                    <a:gd name="T60" fmla="*/ 107 w 347"/>
                    <a:gd name="T61" fmla="*/ 14 h 344"/>
                    <a:gd name="T62" fmla="*/ 139 w 347"/>
                    <a:gd name="T63" fmla="*/ 4 h 344"/>
                    <a:gd name="T64" fmla="*/ 174 w 347"/>
                    <a:gd name="T65" fmla="*/ 0 h 34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</a:cxnLst>
                  <a:rect l="0" t="0" r="r" b="b"/>
                  <a:pathLst>
                    <a:path w="347" h="344">
                      <a:moveTo>
                        <a:pt x="174" y="0"/>
                      </a:moveTo>
                      <a:lnTo>
                        <a:pt x="209" y="4"/>
                      </a:lnTo>
                      <a:lnTo>
                        <a:pt x="241" y="14"/>
                      </a:lnTo>
                      <a:lnTo>
                        <a:pt x="270" y="30"/>
                      </a:lnTo>
                      <a:lnTo>
                        <a:pt x="296" y="50"/>
                      </a:lnTo>
                      <a:lnTo>
                        <a:pt x="318" y="76"/>
                      </a:lnTo>
                      <a:lnTo>
                        <a:pt x="334" y="106"/>
                      </a:lnTo>
                      <a:lnTo>
                        <a:pt x="344" y="138"/>
                      </a:lnTo>
                      <a:lnTo>
                        <a:pt x="347" y="172"/>
                      </a:lnTo>
                      <a:lnTo>
                        <a:pt x="344" y="207"/>
                      </a:lnTo>
                      <a:lnTo>
                        <a:pt x="334" y="240"/>
                      </a:lnTo>
                      <a:lnTo>
                        <a:pt x="318" y="269"/>
                      </a:lnTo>
                      <a:lnTo>
                        <a:pt x="296" y="294"/>
                      </a:lnTo>
                      <a:lnTo>
                        <a:pt x="270" y="315"/>
                      </a:lnTo>
                      <a:lnTo>
                        <a:pt x="241" y="331"/>
                      </a:lnTo>
                      <a:lnTo>
                        <a:pt x="209" y="341"/>
                      </a:lnTo>
                      <a:lnTo>
                        <a:pt x="174" y="344"/>
                      </a:lnTo>
                      <a:lnTo>
                        <a:pt x="139" y="341"/>
                      </a:lnTo>
                      <a:lnTo>
                        <a:pt x="107" y="331"/>
                      </a:lnTo>
                      <a:lnTo>
                        <a:pt x="77" y="315"/>
                      </a:lnTo>
                      <a:lnTo>
                        <a:pt x="51" y="294"/>
                      </a:lnTo>
                      <a:lnTo>
                        <a:pt x="30" y="269"/>
                      </a:lnTo>
                      <a:lnTo>
                        <a:pt x="14" y="240"/>
                      </a:lnTo>
                      <a:lnTo>
                        <a:pt x="4" y="207"/>
                      </a:lnTo>
                      <a:lnTo>
                        <a:pt x="0" y="172"/>
                      </a:lnTo>
                      <a:lnTo>
                        <a:pt x="4" y="138"/>
                      </a:lnTo>
                      <a:lnTo>
                        <a:pt x="14" y="106"/>
                      </a:lnTo>
                      <a:lnTo>
                        <a:pt x="30" y="76"/>
                      </a:lnTo>
                      <a:lnTo>
                        <a:pt x="51" y="50"/>
                      </a:lnTo>
                      <a:lnTo>
                        <a:pt x="77" y="30"/>
                      </a:lnTo>
                      <a:lnTo>
                        <a:pt x="107" y="14"/>
                      </a:lnTo>
                      <a:lnTo>
                        <a:pt x="139" y="4"/>
                      </a:lnTo>
                      <a:lnTo>
                        <a:pt x="174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</p:grpSp>
        </p:grpSp>
        <p:grpSp>
          <p:nvGrpSpPr>
            <p:cNvPr id="12" name="그룹 51"/>
            <p:cNvGrpSpPr/>
            <p:nvPr/>
          </p:nvGrpSpPr>
          <p:grpSpPr>
            <a:xfrm>
              <a:off x="6377507" y="3161645"/>
              <a:ext cx="1887811" cy="1488466"/>
              <a:chOff x="6225107" y="3009245"/>
              <a:chExt cx="1887811" cy="1488466"/>
            </a:xfrm>
          </p:grpSpPr>
          <p:sp>
            <p:nvSpPr>
              <p:cNvPr id="34" name="Freeform 25"/>
              <p:cNvSpPr>
                <a:spLocks noEditPoints="1"/>
              </p:cNvSpPr>
              <p:nvPr/>
            </p:nvSpPr>
            <p:spPr bwMode="auto">
              <a:xfrm>
                <a:off x="6225107" y="3009245"/>
                <a:ext cx="1887811" cy="1488466"/>
              </a:xfrm>
              <a:custGeom>
                <a:avLst/>
                <a:gdLst>
                  <a:gd name="T0" fmla="*/ 1139 w 2079"/>
                  <a:gd name="T1" fmla="*/ 134 h 1640"/>
                  <a:gd name="T2" fmla="*/ 941 w 2079"/>
                  <a:gd name="T3" fmla="*/ 210 h 1640"/>
                  <a:gd name="T4" fmla="*/ 779 w 2079"/>
                  <a:gd name="T5" fmla="*/ 336 h 1640"/>
                  <a:gd name="T6" fmla="*/ 663 w 2079"/>
                  <a:gd name="T7" fmla="*/ 500 h 1640"/>
                  <a:gd name="T8" fmla="*/ 598 w 2079"/>
                  <a:gd name="T9" fmla="*/ 691 h 1640"/>
                  <a:gd name="T10" fmla="*/ 591 w 2079"/>
                  <a:gd name="T11" fmla="*/ 896 h 1640"/>
                  <a:gd name="T12" fmla="*/ 647 w 2079"/>
                  <a:gd name="T13" fmla="*/ 1101 h 1640"/>
                  <a:gd name="T14" fmla="*/ 757 w 2079"/>
                  <a:gd name="T15" fmla="*/ 1275 h 1640"/>
                  <a:gd name="T16" fmla="*/ 911 w 2079"/>
                  <a:gd name="T17" fmla="*/ 1407 h 1640"/>
                  <a:gd name="T18" fmla="*/ 1093 w 2079"/>
                  <a:gd name="T19" fmla="*/ 1489 h 1640"/>
                  <a:gd name="T20" fmla="*/ 1294 w 2079"/>
                  <a:gd name="T21" fmla="*/ 1516 h 1640"/>
                  <a:gd name="T22" fmla="*/ 1502 w 2079"/>
                  <a:gd name="T23" fmla="*/ 1482 h 1640"/>
                  <a:gd name="T24" fmla="*/ 1689 w 2079"/>
                  <a:gd name="T25" fmla="*/ 1388 h 1640"/>
                  <a:gd name="T26" fmla="*/ 1836 w 2079"/>
                  <a:gd name="T27" fmla="*/ 1248 h 1640"/>
                  <a:gd name="T28" fmla="*/ 1936 w 2079"/>
                  <a:gd name="T29" fmla="*/ 1074 h 1640"/>
                  <a:gd name="T30" fmla="*/ 1982 w 2079"/>
                  <a:gd name="T31" fmla="*/ 877 h 1640"/>
                  <a:gd name="T32" fmla="*/ 1970 w 2079"/>
                  <a:gd name="T33" fmla="*/ 670 h 1640"/>
                  <a:gd name="T34" fmla="*/ 1893 w 2079"/>
                  <a:gd name="T35" fmla="*/ 472 h 1640"/>
                  <a:gd name="T36" fmla="*/ 1768 w 2079"/>
                  <a:gd name="T37" fmla="*/ 310 h 1640"/>
                  <a:gd name="T38" fmla="*/ 1603 w 2079"/>
                  <a:gd name="T39" fmla="*/ 194 h 1640"/>
                  <a:gd name="T40" fmla="*/ 1413 w 2079"/>
                  <a:gd name="T41" fmla="*/ 130 h 1640"/>
                  <a:gd name="T42" fmla="*/ 1286 w 2079"/>
                  <a:gd name="T43" fmla="*/ 0 h 1640"/>
                  <a:gd name="T44" fmla="*/ 1496 w 2079"/>
                  <a:gd name="T45" fmla="*/ 36 h 1640"/>
                  <a:gd name="T46" fmla="*/ 1689 w 2079"/>
                  <a:gd name="T47" fmla="*/ 125 h 1640"/>
                  <a:gd name="T48" fmla="*/ 1854 w 2079"/>
                  <a:gd name="T49" fmla="*/ 259 h 1640"/>
                  <a:gd name="T50" fmla="*/ 1981 w 2079"/>
                  <a:gd name="T51" fmla="*/ 436 h 1640"/>
                  <a:gd name="T52" fmla="*/ 2059 w 2079"/>
                  <a:gd name="T53" fmla="*/ 645 h 1640"/>
                  <a:gd name="T54" fmla="*/ 2079 w 2079"/>
                  <a:gd name="T55" fmla="*/ 863 h 1640"/>
                  <a:gd name="T56" fmla="*/ 2043 w 2079"/>
                  <a:gd name="T57" fmla="*/ 1074 h 1640"/>
                  <a:gd name="T58" fmla="*/ 1955 w 2079"/>
                  <a:gd name="T59" fmla="*/ 1267 h 1640"/>
                  <a:gd name="T60" fmla="*/ 1820 w 2079"/>
                  <a:gd name="T61" fmla="*/ 1431 h 1640"/>
                  <a:gd name="T62" fmla="*/ 1645 w 2079"/>
                  <a:gd name="T63" fmla="*/ 1558 h 1640"/>
                  <a:gd name="T64" fmla="*/ 1461 w 2079"/>
                  <a:gd name="T65" fmla="*/ 1629 h 1640"/>
                  <a:gd name="T66" fmla="*/ 1304 w 2079"/>
                  <a:gd name="T67" fmla="*/ 1640 h 1640"/>
                  <a:gd name="T68" fmla="*/ 1120 w 2079"/>
                  <a:gd name="T69" fmla="*/ 1623 h 1640"/>
                  <a:gd name="T70" fmla="*/ 923 w 2079"/>
                  <a:gd name="T71" fmla="*/ 1581 h 1640"/>
                  <a:gd name="T72" fmla="*/ 722 w 2079"/>
                  <a:gd name="T73" fmla="*/ 1523 h 1640"/>
                  <a:gd name="T74" fmla="*/ 526 w 2079"/>
                  <a:gd name="T75" fmla="*/ 1455 h 1640"/>
                  <a:gd name="T76" fmla="*/ 348 w 2079"/>
                  <a:gd name="T77" fmla="*/ 1388 h 1640"/>
                  <a:gd name="T78" fmla="*/ 197 w 2079"/>
                  <a:gd name="T79" fmla="*/ 1324 h 1640"/>
                  <a:gd name="T80" fmla="*/ 83 w 2079"/>
                  <a:gd name="T81" fmla="*/ 1273 h 1640"/>
                  <a:gd name="T82" fmla="*/ 15 w 2079"/>
                  <a:gd name="T83" fmla="*/ 1241 h 1640"/>
                  <a:gd name="T84" fmla="*/ 3 w 2079"/>
                  <a:gd name="T85" fmla="*/ 1231 h 1640"/>
                  <a:gd name="T86" fmla="*/ 29 w 2079"/>
                  <a:gd name="T87" fmla="*/ 1183 h 1640"/>
                  <a:gd name="T88" fmla="*/ 84 w 2079"/>
                  <a:gd name="T89" fmla="*/ 1088 h 1640"/>
                  <a:gd name="T90" fmla="*/ 162 w 2079"/>
                  <a:gd name="T91" fmla="*/ 956 h 1640"/>
                  <a:gd name="T92" fmla="*/ 261 w 2079"/>
                  <a:gd name="T93" fmla="*/ 801 h 1640"/>
                  <a:gd name="T94" fmla="*/ 374 w 2079"/>
                  <a:gd name="T95" fmla="*/ 634 h 1640"/>
                  <a:gd name="T96" fmla="*/ 500 w 2079"/>
                  <a:gd name="T97" fmla="*/ 467 h 1640"/>
                  <a:gd name="T98" fmla="*/ 633 w 2079"/>
                  <a:gd name="T99" fmla="*/ 310 h 1640"/>
                  <a:gd name="T100" fmla="*/ 771 w 2079"/>
                  <a:gd name="T101" fmla="*/ 178 h 1640"/>
                  <a:gd name="T102" fmla="*/ 907 w 2079"/>
                  <a:gd name="T103" fmla="*/ 81 h 1640"/>
                  <a:gd name="T104" fmla="*/ 1067 w 2079"/>
                  <a:gd name="T105" fmla="*/ 20 h 1640"/>
                  <a:gd name="T106" fmla="*/ 1286 w 2079"/>
                  <a:gd name="T107" fmla="*/ 0 h 164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</a:cxnLst>
                <a:rect l="0" t="0" r="r" b="b"/>
                <a:pathLst>
                  <a:path w="2079" h="1640">
                    <a:moveTo>
                      <a:pt x="1278" y="119"/>
                    </a:moveTo>
                    <a:lnTo>
                      <a:pt x="1208" y="123"/>
                    </a:lnTo>
                    <a:lnTo>
                      <a:pt x="1139" y="134"/>
                    </a:lnTo>
                    <a:lnTo>
                      <a:pt x="1070" y="152"/>
                    </a:lnTo>
                    <a:lnTo>
                      <a:pt x="1003" y="178"/>
                    </a:lnTo>
                    <a:lnTo>
                      <a:pt x="941" y="210"/>
                    </a:lnTo>
                    <a:lnTo>
                      <a:pt x="883" y="247"/>
                    </a:lnTo>
                    <a:lnTo>
                      <a:pt x="829" y="289"/>
                    </a:lnTo>
                    <a:lnTo>
                      <a:pt x="779" y="336"/>
                    </a:lnTo>
                    <a:lnTo>
                      <a:pt x="736" y="387"/>
                    </a:lnTo>
                    <a:lnTo>
                      <a:pt x="696" y="442"/>
                    </a:lnTo>
                    <a:lnTo>
                      <a:pt x="663" y="500"/>
                    </a:lnTo>
                    <a:lnTo>
                      <a:pt x="636" y="561"/>
                    </a:lnTo>
                    <a:lnTo>
                      <a:pt x="614" y="625"/>
                    </a:lnTo>
                    <a:lnTo>
                      <a:pt x="598" y="691"/>
                    </a:lnTo>
                    <a:lnTo>
                      <a:pt x="590" y="758"/>
                    </a:lnTo>
                    <a:lnTo>
                      <a:pt x="587" y="825"/>
                    </a:lnTo>
                    <a:lnTo>
                      <a:pt x="591" y="896"/>
                    </a:lnTo>
                    <a:lnTo>
                      <a:pt x="602" y="964"/>
                    </a:lnTo>
                    <a:lnTo>
                      <a:pt x="621" y="1033"/>
                    </a:lnTo>
                    <a:lnTo>
                      <a:pt x="647" y="1101"/>
                    </a:lnTo>
                    <a:lnTo>
                      <a:pt x="679" y="1163"/>
                    </a:lnTo>
                    <a:lnTo>
                      <a:pt x="715" y="1221"/>
                    </a:lnTo>
                    <a:lnTo>
                      <a:pt x="757" y="1275"/>
                    </a:lnTo>
                    <a:lnTo>
                      <a:pt x="804" y="1324"/>
                    </a:lnTo>
                    <a:lnTo>
                      <a:pt x="856" y="1368"/>
                    </a:lnTo>
                    <a:lnTo>
                      <a:pt x="911" y="1407"/>
                    </a:lnTo>
                    <a:lnTo>
                      <a:pt x="969" y="1440"/>
                    </a:lnTo>
                    <a:lnTo>
                      <a:pt x="1030" y="1467"/>
                    </a:lnTo>
                    <a:lnTo>
                      <a:pt x="1093" y="1489"/>
                    </a:lnTo>
                    <a:lnTo>
                      <a:pt x="1159" y="1505"/>
                    </a:lnTo>
                    <a:lnTo>
                      <a:pt x="1227" y="1513"/>
                    </a:lnTo>
                    <a:lnTo>
                      <a:pt x="1294" y="1516"/>
                    </a:lnTo>
                    <a:lnTo>
                      <a:pt x="1364" y="1512"/>
                    </a:lnTo>
                    <a:lnTo>
                      <a:pt x="1433" y="1501"/>
                    </a:lnTo>
                    <a:lnTo>
                      <a:pt x="1502" y="1482"/>
                    </a:lnTo>
                    <a:lnTo>
                      <a:pt x="1569" y="1457"/>
                    </a:lnTo>
                    <a:lnTo>
                      <a:pt x="1631" y="1424"/>
                    </a:lnTo>
                    <a:lnTo>
                      <a:pt x="1689" y="1388"/>
                    </a:lnTo>
                    <a:lnTo>
                      <a:pt x="1743" y="1346"/>
                    </a:lnTo>
                    <a:lnTo>
                      <a:pt x="1793" y="1299"/>
                    </a:lnTo>
                    <a:lnTo>
                      <a:pt x="1836" y="1248"/>
                    </a:lnTo>
                    <a:lnTo>
                      <a:pt x="1876" y="1192"/>
                    </a:lnTo>
                    <a:lnTo>
                      <a:pt x="1909" y="1134"/>
                    </a:lnTo>
                    <a:lnTo>
                      <a:pt x="1936" y="1074"/>
                    </a:lnTo>
                    <a:lnTo>
                      <a:pt x="1958" y="1010"/>
                    </a:lnTo>
                    <a:lnTo>
                      <a:pt x="1974" y="944"/>
                    </a:lnTo>
                    <a:lnTo>
                      <a:pt x="1982" y="877"/>
                    </a:lnTo>
                    <a:lnTo>
                      <a:pt x="1985" y="809"/>
                    </a:lnTo>
                    <a:lnTo>
                      <a:pt x="1981" y="739"/>
                    </a:lnTo>
                    <a:lnTo>
                      <a:pt x="1970" y="670"/>
                    </a:lnTo>
                    <a:lnTo>
                      <a:pt x="1951" y="602"/>
                    </a:lnTo>
                    <a:lnTo>
                      <a:pt x="1926" y="534"/>
                    </a:lnTo>
                    <a:lnTo>
                      <a:pt x="1893" y="472"/>
                    </a:lnTo>
                    <a:lnTo>
                      <a:pt x="1857" y="414"/>
                    </a:lnTo>
                    <a:lnTo>
                      <a:pt x="1815" y="360"/>
                    </a:lnTo>
                    <a:lnTo>
                      <a:pt x="1768" y="310"/>
                    </a:lnTo>
                    <a:lnTo>
                      <a:pt x="1716" y="267"/>
                    </a:lnTo>
                    <a:lnTo>
                      <a:pt x="1661" y="228"/>
                    </a:lnTo>
                    <a:lnTo>
                      <a:pt x="1603" y="194"/>
                    </a:lnTo>
                    <a:lnTo>
                      <a:pt x="1542" y="167"/>
                    </a:lnTo>
                    <a:lnTo>
                      <a:pt x="1479" y="146"/>
                    </a:lnTo>
                    <a:lnTo>
                      <a:pt x="1413" y="130"/>
                    </a:lnTo>
                    <a:lnTo>
                      <a:pt x="1345" y="121"/>
                    </a:lnTo>
                    <a:lnTo>
                      <a:pt x="1278" y="119"/>
                    </a:lnTo>
                    <a:close/>
                    <a:moveTo>
                      <a:pt x="1286" y="0"/>
                    </a:moveTo>
                    <a:lnTo>
                      <a:pt x="1358" y="7"/>
                    </a:lnTo>
                    <a:lnTo>
                      <a:pt x="1428" y="19"/>
                    </a:lnTo>
                    <a:lnTo>
                      <a:pt x="1496" y="36"/>
                    </a:lnTo>
                    <a:lnTo>
                      <a:pt x="1563" y="61"/>
                    </a:lnTo>
                    <a:lnTo>
                      <a:pt x="1627" y="90"/>
                    </a:lnTo>
                    <a:lnTo>
                      <a:pt x="1689" y="125"/>
                    </a:lnTo>
                    <a:lnTo>
                      <a:pt x="1747" y="165"/>
                    </a:lnTo>
                    <a:lnTo>
                      <a:pt x="1803" y="210"/>
                    </a:lnTo>
                    <a:lnTo>
                      <a:pt x="1854" y="259"/>
                    </a:lnTo>
                    <a:lnTo>
                      <a:pt x="1901" y="313"/>
                    </a:lnTo>
                    <a:lnTo>
                      <a:pt x="1943" y="372"/>
                    </a:lnTo>
                    <a:lnTo>
                      <a:pt x="1981" y="436"/>
                    </a:lnTo>
                    <a:lnTo>
                      <a:pt x="2013" y="502"/>
                    </a:lnTo>
                    <a:lnTo>
                      <a:pt x="2040" y="572"/>
                    </a:lnTo>
                    <a:lnTo>
                      <a:pt x="2059" y="645"/>
                    </a:lnTo>
                    <a:lnTo>
                      <a:pt x="2073" y="719"/>
                    </a:lnTo>
                    <a:lnTo>
                      <a:pt x="2079" y="792"/>
                    </a:lnTo>
                    <a:lnTo>
                      <a:pt x="2079" y="863"/>
                    </a:lnTo>
                    <a:lnTo>
                      <a:pt x="2074" y="935"/>
                    </a:lnTo>
                    <a:lnTo>
                      <a:pt x="2062" y="1005"/>
                    </a:lnTo>
                    <a:lnTo>
                      <a:pt x="2043" y="1074"/>
                    </a:lnTo>
                    <a:lnTo>
                      <a:pt x="2019" y="1141"/>
                    </a:lnTo>
                    <a:lnTo>
                      <a:pt x="1990" y="1204"/>
                    </a:lnTo>
                    <a:lnTo>
                      <a:pt x="1955" y="1267"/>
                    </a:lnTo>
                    <a:lnTo>
                      <a:pt x="1915" y="1324"/>
                    </a:lnTo>
                    <a:lnTo>
                      <a:pt x="1870" y="1380"/>
                    </a:lnTo>
                    <a:lnTo>
                      <a:pt x="1820" y="1431"/>
                    </a:lnTo>
                    <a:lnTo>
                      <a:pt x="1766" y="1478"/>
                    </a:lnTo>
                    <a:lnTo>
                      <a:pt x="1708" y="1520"/>
                    </a:lnTo>
                    <a:lnTo>
                      <a:pt x="1645" y="1558"/>
                    </a:lnTo>
                    <a:lnTo>
                      <a:pt x="1579" y="1590"/>
                    </a:lnTo>
                    <a:lnTo>
                      <a:pt x="1507" y="1617"/>
                    </a:lnTo>
                    <a:lnTo>
                      <a:pt x="1461" y="1629"/>
                    </a:lnTo>
                    <a:lnTo>
                      <a:pt x="1413" y="1636"/>
                    </a:lnTo>
                    <a:lnTo>
                      <a:pt x="1359" y="1640"/>
                    </a:lnTo>
                    <a:lnTo>
                      <a:pt x="1304" y="1640"/>
                    </a:lnTo>
                    <a:lnTo>
                      <a:pt x="1244" y="1637"/>
                    </a:lnTo>
                    <a:lnTo>
                      <a:pt x="1184" y="1631"/>
                    </a:lnTo>
                    <a:lnTo>
                      <a:pt x="1120" y="1623"/>
                    </a:lnTo>
                    <a:lnTo>
                      <a:pt x="1055" y="1610"/>
                    </a:lnTo>
                    <a:lnTo>
                      <a:pt x="991" y="1597"/>
                    </a:lnTo>
                    <a:lnTo>
                      <a:pt x="923" y="1581"/>
                    </a:lnTo>
                    <a:lnTo>
                      <a:pt x="856" y="1563"/>
                    </a:lnTo>
                    <a:lnTo>
                      <a:pt x="790" y="1543"/>
                    </a:lnTo>
                    <a:lnTo>
                      <a:pt x="722" y="1523"/>
                    </a:lnTo>
                    <a:lnTo>
                      <a:pt x="656" y="1501"/>
                    </a:lnTo>
                    <a:lnTo>
                      <a:pt x="591" y="1478"/>
                    </a:lnTo>
                    <a:lnTo>
                      <a:pt x="526" y="1455"/>
                    </a:lnTo>
                    <a:lnTo>
                      <a:pt x="466" y="1432"/>
                    </a:lnTo>
                    <a:lnTo>
                      <a:pt x="405" y="1409"/>
                    </a:lnTo>
                    <a:lnTo>
                      <a:pt x="348" y="1388"/>
                    </a:lnTo>
                    <a:lnTo>
                      <a:pt x="294" y="1365"/>
                    </a:lnTo>
                    <a:lnTo>
                      <a:pt x="245" y="1343"/>
                    </a:lnTo>
                    <a:lnTo>
                      <a:pt x="197" y="1324"/>
                    </a:lnTo>
                    <a:lnTo>
                      <a:pt x="154" y="1306"/>
                    </a:lnTo>
                    <a:lnTo>
                      <a:pt x="115" y="1288"/>
                    </a:lnTo>
                    <a:lnTo>
                      <a:pt x="83" y="1273"/>
                    </a:lnTo>
                    <a:lnTo>
                      <a:pt x="54" y="1260"/>
                    </a:lnTo>
                    <a:lnTo>
                      <a:pt x="31" y="1249"/>
                    </a:lnTo>
                    <a:lnTo>
                      <a:pt x="15" y="1241"/>
                    </a:lnTo>
                    <a:lnTo>
                      <a:pt x="4" y="1237"/>
                    </a:lnTo>
                    <a:lnTo>
                      <a:pt x="0" y="1235"/>
                    </a:lnTo>
                    <a:lnTo>
                      <a:pt x="3" y="1231"/>
                    </a:lnTo>
                    <a:lnTo>
                      <a:pt x="8" y="1222"/>
                    </a:lnTo>
                    <a:lnTo>
                      <a:pt x="17" y="1206"/>
                    </a:lnTo>
                    <a:lnTo>
                      <a:pt x="29" y="1183"/>
                    </a:lnTo>
                    <a:lnTo>
                      <a:pt x="45" y="1156"/>
                    </a:lnTo>
                    <a:lnTo>
                      <a:pt x="62" y="1124"/>
                    </a:lnTo>
                    <a:lnTo>
                      <a:pt x="84" y="1088"/>
                    </a:lnTo>
                    <a:lnTo>
                      <a:pt x="107" y="1048"/>
                    </a:lnTo>
                    <a:lnTo>
                      <a:pt x="134" y="1003"/>
                    </a:lnTo>
                    <a:lnTo>
                      <a:pt x="162" y="956"/>
                    </a:lnTo>
                    <a:lnTo>
                      <a:pt x="192" y="906"/>
                    </a:lnTo>
                    <a:lnTo>
                      <a:pt x="226" y="855"/>
                    </a:lnTo>
                    <a:lnTo>
                      <a:pt x="261" y="801"/>
                    </a:lnTo>
                    <a:lnTo>
                      <a:pt x="297" y="747"/>
                    </a:lnTo>
                    <a:lnTo>
                      <a:pt x="335" y="691"/>
                    </a:lnTo>
                    <a:lnTo>
                      <a:pt x="374" y="634"/>
                    </a:lnTo>
                    <a:lnTo>
                      <a:pt x="415" y="579"/>
                    </a:lnTo>
                    <a:lnTo>
                      <a:pt x="458" y="522"/>
                    </a:lnTo>
                    <a:lnTo>
                      <a:pt x="500" y="467"/>
                    </a:lnTo>
                    <a:lnTo>
                      <a:pt x="544" y="413"/>
                    </a:lnTo>
                    <a:lnTo>
                      <a:pt x="589" y="362"/>
                    </a:lnTo>
                    <a:lnTo>
                      <a:pt x="633" y="310"/>
                    </a:lnTo>
                    <a:lnTo>
                      <a:pt x="679" y="263"/>
                    </a:lnTo>
                    <a:lnTo>
                      <a:pt x="725" y="219"/>
                    </a:lnTo>
                    <a:lnTo>
                      <a:pt x="771" y="178"/>
                    </a:lnTo>
                    <a:lnTo>
                      <a:pt x="817" y="142"/>
                    </a:lnTo>
                    <a:lnTo>
                      <a:pt x="861" y="108"/>
                    </a:lnTo>
                    <a:lnTo>
                      <a:pt x="907" y="81"/>
                    </a:lnTo>
                    <a:lnTo>
                      <a:pt x="951" y="58"/>
                    </a:lnTo>
                    <a:lnTo>
                      <a:pt x="995" y="41"/>
                    </a:lnTo>
                    <a:lnTo>
                      <a:pt x="1067" y="20"/>
                    </a:lnTo>
                    <a:lnTo>
                      <a:pt x="1140" y="7"/>
                    </a:lnTo>
                    <a:lnTo>
                      <a:pt x="1213" y="0"/>
                    </a:lnTo>
                    <a:lnTo>
                      <a:pt x="1286" y="0"/>
                    </a:lnTo>
                    <a:close/>
                  </a:path>
                </a:pathLst>
              </a:custGeom>
              <a:solidFill>
                <a:schemeClr val="accent3"/>
              </a:solidFill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35" name="Freeform 49"/>
              <p:cNvSpPr>
                <a:spLocks noEditPoints="1"/>
              </p:cNvSpPr>
              <p:nvPr/>
            </p:nvSpPr>
            <p:spPr bwMode="auto">
              <a:xfrm>
                <a:off x="7130965" y="3464081"/>
                <a:ext cx="615949" cy="615949"/>
              </a:xfrm>
              <a:custGeom>
                <a:avLst/>
                <a:gdLst>
                  <a:gd name="T0" fmla="*/ 2959 w 3962"/>
                  <a:gd name="T1" fmla="*/ 2546 h 3963"/>
                  <a:gd name="T2" fmla="*/ 3397 w 3962"/>
                  <a:gd name="T3" fmla="*/ 2984 h 3963"/>
                  <a:gd name="T4" fmla="*/ 3464 w 3962"/>
                  <a:gd name="T5" fmla="*/ 3124 h 3963"/>
                  <a:gd name="T6" fmla="*/ 3343 w 3962"/>
                  <a:gd name="T7" fmla="*/ 3219 h 3963"/>
                  <a:gd name="T8" fmla="*/ 2736 w 3962"/>
                  <a:gd name="T9" fmla="*/ 3150 h 3963"/>
                  <a:gd name="T10" fmla="*/ 2752 w 3962"/>
                  <a:gd name="T11" fmla="*/ 2523 h 3963"/>
                  <a:gd name="T12" fmla="*/ 2896 w 3962"/>
                  <a:gd name="T13" fmla="*/ 2232 h 3963"/>
                  <a:gd name="T14" fmla="*/ 2500 w 3962"/>
                  <a:gd name="T15" fmla="*/ 2399 h 3963"/>
                  <a:gd name="T16" fmla="*/ 2262 w 3962"/>
                  <a:gd name="T17" fmla="*/ 2752 h 3963"/>
                  <a:gd name="T18" fmla="*/ 2262 w 3962"/>
                  <a:gd name="T19" fmla="*/ 3193 h 3963"/>
                  <a:gd name="T20" fmla="*/ 2500 w 3962"/>
                  <a:gd name="T21" fmla="*/ 3544 h 3963"/>
                  <a:gd name="T22" fmla="*/ 2896 w 3962"/>
                  <a:gd name="T23" fmla="*/ 3711 h 3963"/>
                  <a:gd name="T24" fmla="*/ 3325 w 3962"/>
                  <a:gd name="T25" fmla="*/ 3625 h 3963"/>
                  <a:gd name="T26" fmla="*/ 3625 w 3962"/>
                  <a:gd name="T27" fmla="*/ 3325 h 3963"/>
                  <a:gd name="T28" fmla="*/ 3711 w 3962"/>
                  <a:gd name="T29" fmla="*/ 2896 h 3963"/>
                  <a:gd name="T30" fmla="*/ 3544 w 3962"/>
                  <a:gd name="T31" fmla="*/ 2500 h 3963"/>
                  <a:gd name="T32" fmla="*/ 3193 w 3962"/>
                  <a:gd name="T33" fmla="*/ 2262 h 3963"/>
                  <a:gd name="T34" fmla="*/ 1734 w 3962"/>
                  <a:gd name="T35" fmla="*/ 2724 h 3963"/>
                  <a:gd name="T36" fmla="*/ 495 w 3962"/>
                  <a:gd name="T37" fmla="*/ 2724 h 3963"/>
                  <a:gd name="T38" fmla="*/ 3300 w 3962"/>
                  <a:gd name="T39" fmla="*/ 2037 h 3963"/>
                  <a:gd name="T40" fmla="*/ 3700 w 3962"/>
                  <a:gd name="T41" fmla="*/ 2300 h 3963"/>
                  <a:gd name="T42" fmla="*/ 3930 w 3962"/>
                  <a:gd name="T43" fmla="*/ 2722 h 3963"/>
                  <a:gd name="T44" fmla="*/ 3930 w 3962"/>
                  <a:gd name="T45" fmla="*/ 3222 h 3963"/>
                  <a:gd name="T46" fmla="*/ 3700 w 3962"/>
                  <a:gd name="T47" fmla="*/ 3643 h 3963"/>
                  <a:gd name="T48" fmla="*/ 3300 w 3962"/>
                  <a:gd name="T49" fmla="*/ 3907 h 3963"/>
                  <a:gd name="T50" fmla="*/ 2802 w 3962"/>
                  <a:gd name="T51" fmla="*/ 3948 h 3963"/>
                  <a:gd name="T52" fmla="*/ 2361 w 3962"/>
                  <a:gd name="T53" fmla="*/ 3752 h 3963"/>
                  <a:gd name="T54" fmla="*/ 2067 w 3962"/>
                  <a:gd name="T55" fmla="*/ 3376 h 3963"/>
                  <a:gd name="T56" fmla="*/ 1984 w 3962"/>
                  <a:gd name="T57" fmla="*/ 2887 h 3963"/>
                  <a:gd name="T58" fmla="*/ 2144 w 3962"/>
                  <a:gd name="T59" fmla="*/ 2426 h 3963"/>
                  <a:gd name="T60" fmla="*/ 2495 w 3962"/>
                  <a:gd name="T61" fmla="*/ 2103 h 3963"/>
                  <a:gd name="T62" fmla="*/ 2972 w 3962"/>
                  <a:gd name="T63" fmla="*/ 1982 h 3963"/>
                  <a:gd name="T64" fmla="*/ 1238 w 3962"/>
                  <a:gd name="T65" fmla="*/ 1486 h 3963"/>
                  <a:gd name="T66" fmla="*/ 990 w 3962"/>
                  <a:gd name="T67" fmla="*/ 1486 h 3963"/>
                  <a:gd name="T68" fmla="*/ 371 w 3962"/>
                  <a:gd name="T69" fmla="*/ 619 h 3963"/>
                  <a:gd name="T70" fmla="*/ 473 w 3962"/>
                  <a:gd name="T71" fmla="*/ 819 h 3963"/>
                  <a:gd name="T72" fmla="*/ 697 w 3962"/>
                  <a:gd name="T73" fmla="*/ 854 h 3963"/>
                  <a:gd name="T74" fmla="*/ 854 w 3962"/>
                  <a:gd name="T75" fmla="*/ 697 h 3963"/>
                  <a:gd name="T76" fmla="*/ 2355 w 3962"/>
                  <a:gd name="T77" fmla="*/ 659 h 3963"/>
                  <a:gd name="T78" fmla="*/ 2487 w 3962"/>
                  <a:gd name="T79" fmla="*/ 839 h 3963"/>
                  <a:gd name="T80" fmla="*/ 2714 w 3962"/>
                  <a:gd name="T81" fmla="*/ 839 h 3963"/>
                  <a:gd name="T82" fmla="*/ 2844 w 3962"/>
                  <a:gd name="T83" fmla="*/ 659 h 3963"/>
                  <a:gd name="T84" fmla="*/ 3074 w 3962"/>
                  <a:gd name="T85" fmla="*/ 526 h 3963"/>
                  <a:gd name="T86" fmla="*/ 3215 w 3962"/>
                  <a:gd name="T87" fmla="*/ 724 h 3963"/>
                  <a:gd name="T88" fmla="*/ 248 w 3962"/>
                  <a:gd name="T89" fmla="*/ 2947 h 3963"/>
                  <a:gd name="T90" fmla="*/ 268 w 3962"/>
                  <a:gd name="T91" fmla="*/ 3219 h 3963"/>
                  <a:gd name="T92" fmla="*/ 52 w 3962"/>
                  <a:gd name="T93" fmla="*/ 3108 h 3963"/>
                  <a:gd name="T94" fmla="*/ 3 w 3962"/>
                  <a:gd name="T95" fmla="*/ 724 h 3963"/>
                  <a:gd name="T96" fmla="*/ 144 w 3962"/>
                  <a:gd name="T97" fmla="*/ 526 h 3963"/>
                  <a:gd name="T98" fmla="*/ 2654 w 3962"/>
                  <a:gd name="T99" fmla="*/ 13 h 3963"/>
                  <a:gd name="T100" fmla="*/ 2724 w 3962"/>
                  <a:gd name="T101" fmla="*/ 619 h 3963"/>
                  <a:gd name="T102" fmla="*/ 2629 w 3962"/>
                  <a:gd name="T103" fmla="*/ 739 h 3963"/>
                  <a:gd name="T104" fmla="*/ 2489 w 3962"/>
                  <a:gd name="T105" fmla="*/ 673 h 3963"/>
                  <a:gd name="T106" fmla="*/ 2503 w 3962"/>
                  <a:gd name="T107" fmla="*/ 47 h 3963"/>
                  <a:gd name="T108" fmla="*/ 647 w 3962"/>
                  <a:gd name="T109" fmla="*/ 3 h 3963"/>
                  <a:gd name="T110" fmla="*/ 743 w 3962"/>
                  <a:gd name="T111" fmla="*/ 124 h 3963"/>
                  <a:gd name="T112" fmla="*/ 673 w 3962"/>
                  <a:gd name="T113" fmla="*/ 730 h 3963"/>
                  <a:gd name="T114" fmla="*/ 523 w 3962"/>
                  <a:gd name="T115" fmla="*/ 696 h 3963"/>
                  <a:gd name="T116" fmla="*/ 508 w 3962"/>
                  <a:gd name="T117" fmla="*/ 69 h 396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</a:cxnLst>
                <a:rect l="0" t="0" r="r" b="b"/>
                <a:pathLst>
                  <a:path w="3962" h="3963">
                    <a:moveTo>
                      <a:pt x="2848" y="2477"/>
                    </a:moveTo>
                    <a:lnTo>
                      <a:pt x="2876" y="2479"/>
                    </a:lnTo>
                    <a:lnTo>
                      <a:pt x="2902" y="2489"/>
                    </a:lnTo>
                    <a:lnTo>
                      <a:pt x="2925" y="2503"/>
                    </a:lnTo>
                    <a:lnTo>
                      <a:pt x="2944" y="2523"/>
                    </a:lnTo>
                    <a:lnTo>
                      <a:pt x="2959" y="2546"/>
                    </a:lnTo>
                    <a:lnTo>
                      <a:pt x="2968" y="2572"/>
                    </a:lnTo>
                    <a:lnTo>
                      <a:pt x="2972" y="2600"/>
                    </a:lnTo>
                    <a:lnTo>
                      <a:pt x="2972" y="2972"/>
                    </a:lnTo>
                    <a:lnTo>
                      <a:pt x="3343" y="2972"/>
                    </a:lnTo>
                    <a:lnTo>
                      <a:pt x="3371" y="2975"/>
                    </a:lnTo>
                    <a:lnTo>
                      <a:pt x="3397" y="2984"/>
                    </a:lnTo>
                    <a:lnTo>
                      <a:pt x="3420" y="2999"/>
                    </a:lnTo>
                    <a:lnTo>
                      <a:pt x="3440" y="3018"/>
                    </a:lnTo>
                    <a:lnTo>
                      <a:pt x="3454" y="3041"/>
                    </a:lnTo>
                    <a:lnTo>
                      <a:pt x="3464" y="3067"/>
                    </a:lnTo>
                    <a:lnTo>
                      <a:pt x="3467" y="3096"/>
                    </a:lnTo>
                    <a:lnTo>
                      <a:pt x="3464" y="3124"/>
                    </a:lnTo>
                    <a:lnTo>
                      <a:pt x="3454" y="3150"/>
                    </a:lnTo>
                    <a:lnTo>
                      <a:pt x="3440" y="3173"/>
                    </a:lnTo>
                    <a:lnTo>
                      <a:pt x="3420" y="3193"/>
                    </a:lnTo>
                    <a:lnTo>
                      <a:pt x="3397" y="3207"/>
                    </a:lnTo>
                    <a:lnTo>
                      <a:pt x="3371" y="3217"/>
                    </a:lnTo>
                    <a:lnTo>
                      <a:pt x="3343" y="3219"/>
                    </a:lnTo>
                    <a:lnTo>
                      <a:pt x="2848" y="3219"/>
                    </a:lnTo>
                    <a:lnTo>
                      <a:pt x="2819" y="3217"/>
                    </a:lnTo>
                    <a:lnTo>
                      <a:pt x="2794" y="3207"/>
                    </a:lnTo>
                    <a:lnTo>
                      <a:pt x="2771" y="3193"/>
                    </a:lnTo>
                    <a:lnTo>
                      <a:pt x="2752" y="3173"/>
                    </a:lnTo>
                    <a:lnTo>
                      <a:pt x="2736" y="3150"/>
                    </a:lnTo>
                    <a:lnTo>
                      <a:pt x="2727" y="3124"/>
                    </a:lnTo>
                    <a:lnTo>
                      <a:pt x="2724" y="3096"/>
                    </a:lnTo>
                    <a:lnTo>
                      <a:pt x="2724" y="2600"/>
                    </a:lnTo>
                    <a:lnTo>
                      <a:pt x="2727" y="2572"/>
                    </a:lnTo>
                    <a:lnTo>
                      <a:pt x="2736" y="2546"/>
                    </a:lnTo>
                    <a:lnTo>
                      <a:pt x="2752" y="2523"/>
                    </a:lnTo>
                    <a:lnTo>
                      <a:pt x="2771" y="2503"/>
                    </a:lnTo>
                    <a:lnTo>
                      <a:pt x="2794" y="2489"/>
                    </a:lnTo>
                    <a:lnTo>
                      <a:pt x="2819" y="2479"/>
                    </a:lnTo>
                    <a:lnTo>
                      <a:pt x="2848" y="2477"/>
                    </a:lnTo>
                    <a:close/>
                    <a:moveTo>
                      <a:pt x="2972" y="2229"/>
                    </a:moveTo>
                    <a:lnTo>
                      <a:pt x="2896" y="2232"/>
                    </a:lnTo>
                    <a:lnTo>
                      <a:pt x="2821" y="2244"/>
                    </a:lnTo>
                    <a:lnTo>
                      <a:pt x="2750" y="2262"/>
                    </a:lnTo>
                    <a:lnTo>
                      <a:pt x="2683" y="2288"/>
                    </a:lnTo>
                    <a:lnTo>
                      <a:pt x="2618" y="2319"/>
                    </a:lnTo>
                    <a:lnTo>
                      <a:pt x="2556" y="2356"/>
                    </a:lnTo>
                    <a:lnTo>
                      <a:pt x="2500" y="2399"/>
                    </a:lnTo>
                    <a:lnTo>
                      <a:pt x="2447" y="2447"/>
                    </a:lnTo>
                    <a:lnTo>
                      <a:pt x="2399" y="2500"/>
                    </a:lnTo>
                    <a:lnTo>
                      <a:pt x="2355" y="2556"/>
                    </a:lnTo>
                    <a:lnTo>
                      <a:pt x="2318" y="2618"/>
                    </a:lnTo>
                    <a:lnTo>
                      <a:pt x="2287" y="2683"/>
                    </a:lnTo>
                    <a:lnTo>
                      <a:pt x="2262" y="2752"/>
                    </a:lnTo>
                    <a:lnTo>
                      <a:pt x="2243" y="2823"/>
                    </a:lnTo>
                    <a:lnTo>
                      <a:pt x="2232" y="2896"/>
                    </a:lnTo>
                    <a:lnTo>
                      <a:pt x="2229" y="2972"/>
                    </a:lnTo>
                    <a:lnTo>
                      <a:pt x="2232" y="3048"/>
                    </a:lnTo>
                    <a:lnTo>
                      <a:pt x="2243" y="3122"/>
                    </a:lnTo>
                    <a:lnTo>
                      <a:pt x="2262" y="3193"/>
                    </a:lnTo>
                    <a:lnTo>
                      <a:pt x="2287" y="3261"/>
                    </a:lnTo>
                    <a:lnTo>
                      <a:pt x="2318" y="3325"/>
                    </a:lnTo>
                    <a:lnTo>
                      <a:pt x="2355" y="3387"/>
                    </a:lnTo>
                    <a:lnTo>
                      <a:pt x="2399" y="3444"/>
                    </a:lnTo>
                    <a:lnTo>
                      <a:pt x="2447" y="3497"/>
                    </a:lnTo>
                    <a:lnTo>
                      <a:pt x="2500" y="3544"/>
                    </a:lnTo>
                    <a:lnTo>
                      <a:pt x="2556" y="3588"/>
                    </a:lnTo>
                    <a:lnTo>
                      <a:pt x="2618" y="3625"/>
                    </a:lnTo>
                    <a:lnTo>
                      <a:pt x="2683" y="3657"/>
                    </a:lnTo>
                    <a:lnTo>
                      <a:pt x="2750" y="3682"/>
                    </a:lnTo>
                    <a:lnTo>
                      <a:pt x="2821" y="3700"/>
                    </a:lnTo>
                    <a:lnTo>
                      <a:pt x="2896" y="3711"/>
                    </a:lnTo>
                    <a:lnTo>
                      <a:pt x="2972" y="3714"/>
                    </a:lnTo>
                    <a:lnTo>
                      <a:pt x="3048" y="3711"/>
                    </a:lnTo>
                    <a:lnTo>
                      <a:pt x="3121" y="3700"/>
                    </a:lnTo>
                    <a:lnTo>
                      <a:pt x="3193" y="3682"/>
                    </a:lnTo>
                    <a:lnTo>
                      <a:pt x="3260" y="3657"/>
                    </a:lnTo>
                    <a:lnTo>
                      <a:pt x="3325" y="3625"/>
                    </a:lnTo>
                    <a:lnTo>
                      <a:pt x="3386" y="3588"/>
                    </a:lnTo>
                    <a:lnTo>
                      <a:pt x="3444" y="3544"/>
                    </a:lnTo>
                    <a:lnTo>
                      <a:pt x="3496" y="3497"/>
                    </a:lnTo>
                    <a:lnTo>
                      <a:pt x="3544" y="3444"/>
                    </a:lnTo>
                    <a:lnTo>
                      <a:pt x="3588" y="3387"/>
                    </a:lnTo>
                    <a:lnTo>
                      <a:pt x="3625" y="3325"/>
                    </a:lnTo>
                    <a:lnTo>
                      <a:pt x="3656" y="3261"/>
                    </a:lnTo>
                    <a:lnTo>
                      <a:pt x="3680" y="3193"/>
                    </a:lnTo>
                    <a:lnTo>
                      <a:pt x="3700" y="3122"/>
                    </a:lnTo>
                    <a:lnTo>
                      <a:pt x="3711" y="3048"/>
                    </a:lnTo>
                    <a:lnTo>
                      <a:pt x="3714" y="2972"/>
                    </a:lnTo>
                    <a:lnTo>
                      <a:pt x="3711" y="2896"/>
                    </a:lnTo>
                    <a:lnTo>
                      <a:pt x="3700" y="2823"/>
                    </a:lnTo>
                    <a:lnTo>
                      <a:pt x="3680" y="2752"/>
                    </a:lnTo>
                    <a:lnTo>
                      <a:pt x="3656" y="2683"/>
                    </a:lnTo>
                    <a:lnTo>
                      <a:pt x="3625" y="2618"/>
                    </a:lnTo>
                    <a:lnTo>
                      <a:pt x="3588" y="2556"/>
                    </a:lnTo>
                    <a:lnTo>
                      <a:pt x="3544" y="2500"/>
                    </a:lnTo>
                    <a:lnTo>
                      <a:pt x="3496" y="2447"/>
                    </a:lnTo>
                    <a:lnTo>
                      <a:pt x="3444" y="2399"/>
                    </a:lnTo>
                    <a:lnTo>
                      <a:pt x="3386" y="2356"/>
                    </a:lnTo>
                    <a:lnTo>
                      <a:pt x="3325" y="2319"/>
                    </a:lnTo>
                    <a:lnTo>
                      <a:pt x="3260" y="2288"/>
                    </a:lnTo>
                    <a:lnTo>
                      <a:pt x="3193" y="2262"/>
                    </a:lnTo>
                    <a:lnTo>
                      <a:pt x="3121" y="2244"/>
                    </a:lnTo>
                    <a:lnTo>
                      <a:pt x="3048" y="2232"/>
                    </a:lnTo>
                    <a:lnTo>
                      <a:pt x="2972" y="2229"/>
                    </a:lnTo>
                    <a:close/>
                    <a:moveTo>
                      <a:pt x="1238" y="2229"/>
                    </a:moveTo>
                    <a:lnTo>
                      <a:pt x="1734" y="2229"/>
                    </a:lnTo>
                    <a:lnTo>
                      <a:pt x="1734" y="2724"/>
                    </a:lnTo>
                    <a:lnTo>
                      <a:pt x="1238" y="2724"/>
                    </a:lnTo>
                    <a:lnTo>
                      <a:pt x="1238" y="2229"/>
                    </a:lnTo>
                    <a:close/>
                    <a:moveTo>
                      <a:pt x="495" y="2229"/>
                    </a:moveTo>
                    <a:lnTo>
                      <a:pt x="990" y="2229"/>
                    </a:lnTo>
                    <a:lnTo>
                      <a:pt x="990" y="2724"/>
                    </a:lnTo>
                    <a:lnTo>
                      <a:pt x="495" y="2724"/>
                    </a:lnTo>
                    <a:lnTo>
                      <a:pt x="495" y="2229"/>
                    </a:lnTo>
                    <a:close/>
                    <a:moveTo>
                      <a:pt x="2972" y="1982"/>
                    </a:moveTo>
                    <a:lnTo>
                      <a:pt x="3058" y="1985"/>
                    </a:lnTo>
                    <a:lnTo>
                      <a:pt x="3141" y="1996"/>
                    </a:lnTo>
                    <a:lnTo>
                      <a:pt x="3221" y="2013"/>
                    </a:lnTo>
                    <a:lnTo>
                      <a:pt x="3300" y="2037"/>
                    </a:lnTo>
                    <a:lnTo>
                      <a:pt x="3376" y="2067"/>
                    </a:lnTo>
                    <a:lnTo>
                      <a:pt x="3448" y="2103"/>
                    </a:lnTo>
                    <a:lnTo>
                      <a:pt x="3517" y="2144"/>
                    </a:lnTo>
                    <a:lnTo>
                      <a:pt x="3582" y="2191"/>
                    </a:lnTo>
                    <a:lnTo>
                      <a:pt x="3643" y="2243"/>
                    </a:lnTo>
                    <a:lnTo>
                      <a:pt x="3700" y="2300"/>
                    </a:lnTo>
                    <a:lnTo>
                      <a:pt x="3752" y="2361"/>
                    </a:lnTo>
                    <a:lnTo>
                      <a:pt x="3799" y="2426"/>
                    </a:lnTo>
                    <a:lnTo>
                      <a:pt x="3841" y="2495"/>
                    </a:lnTo>
                    <a:lnTo>
                      <a:pt x="3876" y="2567"/>
                    </a:lnTo>
                    <a:lnTo>
                      <a:pt x="3906" y="2643"/>
                    </a:lnTo>
                    <a:lnTo>
                      <a:pt x="3930" y="2722"/>
                    </a:lnTo>
                    <a:lnTo>
                      <a:pt x="3948" y="2803"/>
                    </a:lnTo>
                    <a:lnTo>
                      <a:pt x="3959" y="2887"/>
                    </a:lnTo>
                    <a:lnTo>
                      <a:pt x="3962" y="2972"/>
                    </a:lnTo>
                    <a:lnTo>
                      <a:pt x="3959" y="3058"/>
                    </a:lnTo>
                    <a:lnTo>
                      <a:pt x="3948" y="3141"/>
                    </a:lnTo>
                    <a:lnTo>
                      <a:pt x="3930" y="3222"/>
                    </a:lnTo>
                    <a:lnTo>
                      <a:pt x="3906" y="3300"/>
                    </a:lnTo>
                    <a:lnTo>
                      <a:pt x="3876" y="3376"/>
                    </a:lnTo>
                    <a:lnTo>
                      <a:pt x="3841" y="3448"/>
                    </a:lnTo>
                    <a:lnTo>
                      <a:pt x="3799" y="3518"/>
                    </a:lnTo>
                    <a:lnTo>
                      <a:pt x="3752" y="3583"/>
                    </a:lnTo>
                    <a:lnTo>
                      <a:pt x="3700" y="3643"/>
                    </a:lnTo>
                    <a:lnTo>
                      <a:pt x="3643" y="3700"/>
                    </a:lnTo>
                    <a:lnTo>
                      <a:pt x="3582" y="3752"/>
                    </a:lnTo>
                    <a:lnTo>
                      <a:pt x="3517" y="3799"/>
                    </a:lnTo>
                    <a:lnTo>
                      <a:pt x="3448" y="3841"/>
                    </a:lnTo>
                    <a:lnTo>
                      <a:pt x="3376" y="3877"/>
                    </a:lnTo>
                    <a:lnTo>
                      <a:pt x="3300" y="3907"/>
                    </a:lnTo>
                    <a:lnTo>
                      <a:pt x="3221" y="3931"/>
                    </a:lnTo>
                    <a:lnTo>
                      <a:pt x="3141" y="3948"/>
                    </a:lnTo>
                    <a:lnTo>
                      <a:pt x="3058" y="3959"/>
                    </a:lnTo>
                    <a:lnTo>
                      <a:pt x="2972" y="3963"/>
                    </a:lnTo>
                    <a:lnTo>
                      <a:pt x="2886" y="3959"/>
                    </a:lnTo>
                    <a:lnTo>
                      <a:pt x="2802" y="3948"/>
                    </a:lnTo>
                    <a:lnTo>
                      <a:pt x="2721" y="3931"/>
                    </a:lnTo>
                    <a:lnTo>
                      <a:pt x="2643" y="3907"/>
                    </a:lnTo>
                    <a:lnTo>
                      <a:pt x="2567" y="3877"/>
                    </a:lnTo>
                    <a:lnTo>
                      <a:pt x="2495" y="3841"/>
                    </a:lnTo>
                    <a:lnTo>
                      <a:pt x="2426" y="3799"/>
                    </a:lnTo>
                    <a:lnTo>
                      <a:pt x="2361" y="3752"/>
                    </a:lnTo>
                    <a:lnTo>
                      <a:pt x="2300" y="3700"/>
                    </a:lnTo>
                    <a:lnTo>
                      <a:pt x="2243" y="3643"/>
                    </a:lnTo>
                    <a:lnTo>
                      <a:pt x="2191" y="3583"/>
                    </a:lnTo>
                    <a:lnTo>
                      <a:pt x="2144" y="3518"/>
                    </a:lnTo>
                    <a:lnTo>
                      <a:pt x="2103" y="3448"/>
                    </a:lnTo>
                    <a:lnTo>
                      <a:pt x="2067" y="3376"/>
                    </a:lnTo>
                    <a:lnTo>
                      <a:pt x="2037" y="3300"/>
                    </a:lnTo>
                    <a:lnTo>
                      <a:pt x="2013" y="3222"/>
                    </a:lnTo>
                    <a:lnTo>
                      <a:pt x="1995" y="3141"/>
                    </a:lnTo>
                    <a:lnTo>
                      <a:pt x="1984" y="3058"/>
                    </a:lnTo>
                    <a:lnTo>
                      <a:pt x="1980" y="2972"/>
                    </a:lnTo>
                    <a:lnTo>
                      <a:pt x="1984" y="2887"/>
                    </a:lnTo>
                    <a:lnTo>
                      <a:pt x="1995" y="2803"/>
                    </a:lnTo>
                    <a:lnTo>
                      <a:pt x="2013" y="2722"/>
                    </a:lnTo>
                    <a:lnTo>
                      <a:pt x="2037" y="2643"/>
                    </a:lnTo>
                    <a:lnTo>
                      <a:pt x="2067" y="2567"/>
                    </a:lnTo>
                    <a:lnTo>
                      <a:pt x="2103" y="2495"/>
                    </a:lnTo>
                    <a:lnTo>
                      <a:pt x="2144" y="2426"/>
                    </a:lnTo>
                    <a:lnTo>
                      <a:pt x="2191" y="2361"/>
                    </a:lnTo>
                    <a:lnTo>
                      <a:pt x="2243" y="2300"/>
                    </a:lnTo>
                    <a:lnTo>
                      <a:pt x="2300" y="2243"/>
                    </a:lnTo>
                    <a:lnTo>
                      <a:pt x="2361" y="2191"/>
                    </a:lnTo>
                    <a:lnTo>
                      <a:pt x="2426" y="2144"/>
                    </a:lnTo>
                    <a:lnTo>
                      <a:pt x="2495" y="2103"/>
                    </a:lnTo>
                    <a:lnTo>
                      <a:pt x="2567" y="2067"/>
                    </a:lnTo>
                    <a:lnTo>
                      <a:pt x="2643" y="2037"/>
                    </a:lnTo>
                    <a:lnTo>
                      <a:pt x="2721" y="2013"/>
                    </a:lnTo>
                    <a:lnTo>
                      <a:pt x="2802" y="1996"/>
                    </a:lnTo>
                    <a:lnTo>
                      <a:pt x="2886" y="1985"/>
                    </a:lnTo>
                    <a:lnTo>
                      <a:pt x="2972" y="1982"/>
                    </a:lnTo>
                    <a:close/>
                    <a:moveTo>
                      <a:pt x="1980" y="1486"/>
                    </a:moveTo>
                    <a:lnTo>
                      <a:pt x="2476" y="1486"/>
                    </a:lnTo>
                    <a:lnTo>
                      <a:pt x="2476" y="1982"/>
                    </a:lnTo>
                    <a:lnTo>
                      <a:pt x="1980" y="1982"/>
                    </a:lnTo>
                    <a:lnTo>
                      <a:pt x="1980" y="1486"/>
                    </a:lnTo>
                    <a:close/>
                    <a:moveTo>
                      <a:pt x="1238" y="1486"/>
                    </a:moveTo>
                    <a:lnTo>
                      <a:pt x="1734" y="1486"/>
                    </a:lnTo>
                    <a:lnTo>
                      <a:pt x="1734" y="1982"/>
                    </a:lnTo>
                    <a:lnTo>
                      <a:pt x="1238" y="1982"/>
                    </a:lnTo>
                    <a:lnTo>
                      <a:pt x="1238" y="1486"/>
                    </a:lnTo>
                    <a:close/>
                    <a:moveTo>
                      <a:pt x="495" y="1486"/>
                    </a:moveTo>
                    <a:lnTo>
                      <a:pt x="990" y="1486"/>
                    </a:lnTo>
                    <a:lnTo>
                      <a:pt x="990" y="1982"/>
                    </a:lnTo>
                    <a:lnTo>
                      <a:pt x="495" y="1982"/>
                    </a:lnTo>
                    <a:lnTo>
                      <a:pt x="495" y="1486"/>
                    </a:lnTo>
                    <a:close/>
                    <a:moveTo>
                      <a:pt x="268" y="495"/>
                    </a:moveTo>
                    <a:lnTo>
                      <a:pt x="371" y="495"/>
                    </a:lnTo>
                    <a:lnTo>
                      <a:pt x="371" y="619"/>
                    </a:lnTo>
                    <a:lnTo>
                      <a:pt x="374" y="659"/>
                    </a:lnTo>
                    <a:lnTo>
                      <a:pt x="384" y="697"/>
                    </a:lnTo>
                    <a:lnTo>
                      <a:pt x="399" y="732"/>
                    </a:lnTo>
                    <a:lnTo>
                      <a:pt x="419" y="765"/>
                    </a:lnTo>
                    <a:lnTo>
                      <a:pt x="444" y="794"/>
                    </a:lnTo>
                    <a:lnTo>
                      <a:pt x="473" y="819"/>
                    </a:lnTo>
                    <a:lnTo>
                      <a:pt x="505" y="839"/>
                    </a:lnTo>
                    <a:lnTo>
                      <a:pt x="541" y="854"/>
                    </a:lnTo>
                    <a:lnTo>
                      <a:pt x="579" y="864"/>
                    </a:lnTo>
                    <a:lnTo>
                      <a:pt x="619" y="867"/>
                    </a:lnTo>
                    <a:lnTo>
                      <a:pt x="659" y="864"/>
                    </a:lnTo>
                    <a:lnTo>
                      <a:pt x="697" y="854"/>
                    </a:lnTo>
                    <a:lnTo>
                      <a:pt x="732" y="839"/>
                    </a:lnTo>
                    <a:lnTo>
                      <a:pt x="765" y="819"/>
                    </a:lnTo>
                    <a:lnTo>
                      <a:pt x="794" y="794"/>
                    </a:lnTo>
                    <a:lnTo>
                      <a:pt x="819" y="765"/>
                    </a:lnTo>
                    <a:lnTo>
                      <a:pt x="838" y="732"/>
                    </a:lnTo>
                    <a:lnTo>
                      <a:pt x="854" y="697"/>
                    </a:lnTo>
                    <a:lnTo>
                      <a:pt x="864" y="659"/>
                    </a:lnTo>
                    <a:lnTo>
                      <a:pt x="866" y="619"/>
                    </a:lnTo>
                    <a:lnTo>
                      <a:pt x="866" y="495"/>
                    </a:lnTo>
                    <a:lnTo>
                      <a:pt x="2353" y="495"/>
                    </a:lnTo>
                    <a:lnTo>
                      <a:pt x="2353" y="619"/>
                    </a:lnTo>
                    <a:lnTo>
                      <a:pt x="2355" y="659"/>
                    </a:lnTo>
                    <a:lnTo>
                      <a:pt x="2365" y="697"/>
                    </a:lnTo>
                    <a:lnTo>
                      <a:pt x="2380" y="732"/>
                    </a:lnTo>
                    <a:lnTo>
                      <a:pt x="2400" y="765"/>
                    </a:lnTo>
                    <a:lnTo>
                      <a:pt x="2425" y="794"/>
                    </a:lnTo>
                    <a:lnTo>
                      <a:pt x="2454" y="819"/>
                    </a:lnTo>
                    <a:lnTo>
                      <a:pt x="2487" y="839"/>
                    </a:lnTo>
                    <a:lnTo>
                      <a:pt x="2521" y="854"/>
                    </a:lnTo>
                    <a:lnTo>
                      <a:pt x="2560" y="864"/>
                    </a:lnTo>
                    <a:lnTo>
                      <a:pt x="2600" y="867"/>
                    </a:lnTo>
                    <a:lnTo>
                      <a:pt x="2641" y="864"/>
                    </a:lnTo>
                    <a:lnTo>
                      <a:pt x="2678" y="854"/>
                    </a:lnTo>
                    <a:lnTo>
                      <a:pt x="2714" y="839"/>
                    </a:lnTo>
                    <a:lnTo>
                      <a:pt x="2747" y="819"/>
                    </a:lnTo>
                    <a:lnTo>
                      <a:pt x="2776" y="794"/>
                    </a:lnTo>
                    <a:lnTo>
                      <a:pt x="2800" y="765"/>
                    </a:lnTo>
                    <a:lnTo>
                      <a:pt x="2820" y="732"/>
                    </a:lnTo>
                    <a:lnTo>
                      <a:pt x="2835" y="697"/>
                    </a:lnTo>
                    <a:lnTo>
                      <a:pt x="2844" y="659"/>
                    </a:lnTo>
                    <a:lnTo>
                      <a:pt x="2848" y="619"/>
                    </a:lnTo>
                    <a:lnTo>
                      <a:pt x="2848" y="495"/>
                    </a:lnTo>
                    <a:lnTo>
                      <a:pt x="2952" y="495"/>
                    </a:lnTo>
                    <a:lnTo>
                      <a:pt x="2995" y="498"/>
                    </a:lnTo>
                    <a:lnTo>
                      <a:pt x="3036" y="509"/>
                    </a:lnTo>
                    <a:lnTo>
                      <a:pt x="3074" y="526"/>
                    </a:lnTo>
                    <a:lnTo>
                      <a:pt x="3109" y="548"/>
                    </a:lnTo>
                    <a:lnTo>
                      <a:pt x="3141" y="574"/>
                    </a:lnTo>
                    <a:lnTo>
                      <a:pt x="3167" y="607"/>
                    </a:lnTo>
                    <a:lnTo>
                      <a:pt x="3189" y="642"/>
                    </a:lnTo>
                    <a:lnTo>
                      <a:pt x="3206" y="682"/>
                    </a:lnTo>
                    <a:lnTo>
                      <a:pt x="3215" y="724"/>
                    </a:lnTo>
                    <a:lnTo>
                      <a:pt x="3219" y="767"/>
                    </a:lnTo>
                    <a:lnTo>
                      <a:pt x="3219" y="1733"/>
                    </a:lnTo>
                    <a:lnTo>
                      <a:pt x="2972" y="1733"/>
                    </a:lnTo>
                    <a:lnTo>
                      <a:pt x="2972" y="1238"/>
                    </a:lnTo>
                    <a:lnTo>
                      <a:pt x="248" y="1238"/>
                    </a:lnTo>
                    <a:lnTo>
                      <a:pt x="248" y="2947"/>
                    </a:lnTo>
                    <a:lnTo>
                      <a:pt x="250" y="2959"/>
                    </a:lnTo>
                    <a:lnTo>
                      <a:pt x="258" y="2969"/>
                    </a:lnTo>
                    <a:lnTo>
                      <a:pt x="268" y="2972"/>
                    </a:lnTo>
                    <a:lnTo>
                      <a:pt x="1734" y="2972"/>
                    </a:lnTo>
                    <a:lnTo>
                      <a:pt x="1734" y="3219"/>
                    </a:lnTo>
                    <a:lnTo>
                      <a:pt x="268" y="3219"/>
                    </a:lnTo>
                    <a:lnTo>
                      <a:pt x="225" y="3216"/>
                    </a:lnTo>
                    <a:lnTo>
                      <a:pt x="183" y="3206"/>
                    </a:lnTo>
                    <a:lnTo>
                      <a:pt x="144" y="3189"/>
                    </a:lnTo>
                    <a:lnTo>
                      <a:pt x="109" y="3167"/>
                    </a:lnTo>
                    <a:lnTo>
                      <a:pt x="78" y="3140"/>
                    </a:lnTo>
                    <a:lnTo>
                      <a:pt x="52" y="3108"/>
                    </a:lnTo>
                    <a:lnTo>
                      <a:pt x="30" y="3072"/>
                    </a:lnTo>
                    <a:lnTo>
                      <a:pt x="13" y="3034"/>
                    </a:lnTo>
                    <a:lnTo>
                      <a:pt x="3" y="2991"/>
                    </a:lnTo>
                    <a:lnTo>
                      <a:pt x="0" y="2947"/>
                    </a:lnTo>
                    <a:lnTo>
                      <a:pt x="0" y="767"/>
                    </a:lnTo>
                    <a:lnTo>
                      <a:pt x="3" y="724"/>
                    </a:lnTo>
                    <a:lnTo>
                      <a:pt x="13" y="682"/>
                    </a:lnTo>
                    <a:lnTo>
                      <a:pt x="30" y="642"/>
                    </a:lnTo>
                    <a:lnTo>
                      <a:pt x="52" y="607"/>
                    </a:lnTo>
                    <a:lnTo>
                      <a:pt x="78" y="574"/>
                    </a:lnTo>
                    <a:lnTo>
                      <a:pt x="109" y="548"/>
                    </a:lnTo>
                    <a:lnTo>
                      <a:pt x="144" y="526"/>
                    </a:lnTo>
                    <a:lnTo>
                      <a:pt x="183" y="509"/>
                    </a:lnTo>
                    <a:lnTo>
                      <a:pt x="225" y="498"/>
                    </a:lnTo>
                    <a:lnTo>
                      <a:pt x="268" y="495"/>
                    </a:lnTo>
                    <a:close/>
                    <a:moveTo>
                      <a:pt x="2600" y="0"/>
                    </a:moveTo>
                    <a:lnTo>
                      <a:pt x="2629" y="3"/>
                    </a:lnTo>
                    <a:lnTo>
                      <a:pt x="2654" y="13"/>
                    </a:lnTo>
                    <a:lnTo>
                      <a:pt x="2678" y="27"/>
                    </a:lnTo>
                    <a:lnTo>
                      <a:pt x="2696" y="47"/>
                    </a:lnTo>
                    <a:lnTo>
                      <a:pt x="2712" y="69"/>
                    </a:lnTo>
                    <a:lnTo>
                      <a:pt x="2720" y="95"/>
                    </a:lnTo>
                    <a:lnTo>
                      <a:pt x="2724" y="124"/>
                    </a:lnTo>
                    <a:lnTo>
                      <a:pt x="2724" y="619"/>
                    </a:lnTo>
                    <a:lnTo>
                      <a:pt x="2720" y="648"/>
                    </a:lnTo>
                    <a:lnTo>
                      <a:pt x="2712" y="673"/>
                    </a:lnTo>
                    <a:lnTo>
                      <a:pt x="2696" y="696"/>
                    </a:lnTo>
                    <a:lnTo>
                      <a:pt x="2678" y="715"/>
                    </a:lnTo>
                    <a:lnTo>
                      <a:pt x="2654" y="730"/>
                    </a:lnTo>
                    <a:lnTo>
                      <a:pt x="2629" y="739"/>
                    </a:lnTo>
                    <a:lnTo>
                      <a:pt x="2600" y="743"/>
                    </a:lnTo>
                    <a:lnTo>
                      <a:pt x="2572" y="739"/>
                    </a:lnTo>
                    <a:lnTo>
                      <a:pt x="2546" y="730"/>
                    </a:lnTo>
                    <a:lnTo>
                      <a:pt x="2523" y="715"/>
                    </a:lnTo>
                    <a:lnTo>
                      <a:pt x="2503" y="696"/>
                    </a:lnTo>
                    <a:lnTo>
                      <a:pt x="2489" y="673"/>
                    </a:lnTo>
                    <a:lnTo>
                      <a:pt x="2479" y="648"/>
                    </a:lnTo>
                    <a:lnTo>
                      <a:pt x="2476" y="619"/>
                    </a:lnTo>
                    <a:lnTo>
                      <a:pt x="2476" y="124"/>
                    </a:lnTo>
                    <a:lnTo>
                      <a:pt x="2479" y="95"/>
                    </a:lnTo>
                    <a:lnTo>
                      <a:pt x="2489" y="69"/>
                    </a:lnTo>
                    <a:lnTo>
                      <a:pt x="2503" y="47"/>
                    </a:lnTo>
                    <a:lnTo>
                      <a:pt x="2523" y="27"/>
                    </a:lnTo>
                    <a:lnTo>
                      <a:pt x="2546" y="13"/>
                    </a:lnTo>
                    <a:lnTo>
                      <a:pt x="2572" y="3"/>
                    </a:lnTo>
                    <a:lnTo>
                      <a:pt x="2600" y="0"/>
                    </a:lnTo>
                    <a:close/>
                    <a:moveTo>
                      <a:pt x="619" y="0"/>
                    </a:moveTo>
                    <a:lnTo>
                      <a:pt x="647" y="3"/>
                    </a:lnTo>
                    <a:lnTo>
                      <a:pt x="673" y="13"/>
                    </a:lnTo>
                    <a:lnTo>
                      <a:pt x="696" y="27"/>
                    </a:lnTo>
                    <a:lnTo>
                      <a:pt x="715" y="47"/>
                    </a:lnTo>
                    <a:lnTo>
                      <a:pt x="730" y="69"/>
                    </a:lnTo>
                    <a:lnTo>
                      <a:pt x="740" y="95"/>
                    </a:lnTo>
                    <a:lnTo>
                      <a:pt x="743" y="124"/>
                    </a:lnTo>
                    <a:lnTo>
                      <a:pt x="743" y="619"/>
                    </a:lnTo>
                    <a:lnTo>
                      <a:pt x="740" y="648"/>
                    </a:lnTo>
                    <a:lnTo>
                      <a:pt x="730" y="673"/>
                    </a:lnTo>
                    <a:lnTo>
                      <a:pt x="715" y="696"/>
                    </a:lnTo>
                    <a:lnTo>
                      <a:pt x="696" y="715"/>
                    </a:lnTo>
                    <a:lnTo>
                      <a:pt x="673" y="730"/>
                    </a:lnTo>
                    <a:lnTo>
                      <a:pt x="647" y="739"/>
                    </a:lnTo>
                    <a:lnTo>
                      <a:pt x="619" y="743"/>
                    </a:lnTo>
                    <a:lnTo>
                      <a:pt x="590" y="739"/>
                    </a:lnTo>
                    <a:lnTo>
                      <a:pt x="565" y="730"/>
                    </a:lnTo>
                    <a:lnTo>
                      <a:pt x="542" y="715"/>
                    </a:lnTo>
                    <a:lnTo>
                      <a:pt x="523" y="696"/>
                    </a:lnTo>
                    <a:lnTo>
                      <a:pt x="508" y="673"/>
                    </a:lnTo>
                    <a:lnTo>
                      <a:pt x="499" y="648"/>
                    </a:lnTo>
                    <a:lnTo>
                      <a:pt x="495" y="619"/>
                    </a:lnTo>
                    <a:lnTo>
                      <a:pt x="495" y="124"/>
                    </a:lnTo>
                    <a:lnTo>
                      <a:pt x="499" y="95"/>
                    </a:lnTo>
                    <a:lnTo>
                      <a:pt x="508" y="69"/>
                    </a:lnTo>
                    <a:lnTo>
                      <a:pt x="523" y="47"/>
                    </a:lnTo>
                    <a:lnTo>
                      <a:pt x="542" y="27"/>
                    </a:lnTo>
                    <a:lnTo>
                      <a:pt x="565" y="13"/>
                    </a:lnTo>
                    <a:lnTo>
                      <a:pt x="590" y="3"/>
                    </a:lnTo>
                    <a:lnTo>
                      <a:pt x="619" y="0"/>
                    </a:lnTo>
                    <a:close/>
                  </a:path>
                </a:pathLst>
              </a:custGeom>
              <a:solidFill>
                <a:schemeClr val="accent3"/>
              </a:solidFill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  <p:grpSp>
          <p:nvGrpSpPr>
            <p:cNvPr id="13" name="그룹 60"/>
            <p:cNvGrpSpPr/>
            <p:nvPr/>
          </p:nvGrpSpPr>
          <p:grpSpPr>
            <a:xfrm>
              <a:off x="4228307" y="3143493"/>
              <a:ext cx="1884180" cy="1488466"/>
              <a:chOff x="4075907" y="2991093"/>
              <a:chExt cx="1884180" cy="1488466"/>
            </a:xfrm>
          </p:grpSpPr>
          <p:sp>
            <p:nvSpPr>
              <p:cNvPr id="26" name="Freeform 26"/>
              <p:cNvSpPr>
                <a:spLocks noEditPoints="1"/>
              </p:cNvSpPr>
              <p:nvPr/>
            </p:nvSpPr>
            <p:spPr bwMode="auto">
              <a:xfrm>
                <a:off x="4075907" y="2991093"/>
                <a:ext cx="1884180" cy="1488466"/>
              </a:xfrm>
              <a:custGeom>
                <a:avLst/>
                <a:gdLst>
                  <a:gd name="T0" fmla="*/ 667 w 2078"/>
                  <a:gd name="T1" fmla="*/ 130 h 1640"/>
                  <a:gd name="T2" fmla="*/ 477 w 2078"/>
                  <a:gd name="T3" fmla="*/ 194 h 1640"/>
                  <a:gd name="T4" fmla="*/ 312 w 2078"/>
                  <a:gd name="T5" fmla="*/ 310 h 1640"/>
                  <a:gd name="T6" fmla="*/ 185 w 2078"/>
                  <a:gd name="T7" fmla="*/ 472 h 1640"/>
                  <a:gd name="T8" fmla="*/ 110 w 2078"/>
                  <a:gd name="T9" fmla="*/ 670 h 1640"/>
                  <a:gd name="T10" fmla="*/ 96 w 2078"/>
                  <a:gd name="T11" fmla="*/ 877 h 1640"/>
                  <a:gd name="T12" fmla="*/ 143 w 2078"/>
                  <a:gd name="T13" fmla="*/ 1074 h 1640"/>
                  <a:gd name="T14" fmla="*/ 242 w 2078"/>
                  <a:gd name="T15" fmla="*/ 1248 h 1640"/>
                  <a:gd name="T16" fmla="*/ 389 w 2078"/>
                  <a:gd name="T17" fmla="*/ 1388 h 1640"/>
                  <a:gd name="T18" fmla="*/ 578 w 2078"/>
                  <a:gd name="T19" fmla="*/ 1482 h 1640"/>
                  <a:gd name="T20" fmla="*/ 784 w 2078"/>
                  <a:gd name="T21" fmla="*/ 1516 h 1640"/>
                  <a:gd name="T22" fmla="*/ 985 w 2078"/>
                  <a:gd name="T23" fmla="*/ 1489 h 1640"/>
                  <a:gd name="T24" fmla="*/ 1169 w 2078"/>
                  <a:gd name="T25" fmla="*/ 1407 h 1640"/>
                  <a:gd name="T26" fmla="*/ 1321 w 2078"/>
                  <a:gd name="T27" fmla="*/ 1275 h 1640"/>
                  <a:gd name="T28" fmla="*/ 1433 w 2078"/>
                  <a:gd name="T29" fmla="*/ 1101 h 1640"/>
                  <a:gd name="T30" fmla="*/ 1488 w 2078"/>
                  <a:gd name="T31" fmla="*/ 894 h 1640"/>
                  <a:gd name="T32" fmla="*/ 1480 w 2078"/>
                  <a:gd name="T33" fmla="*/ 691 h 1640"/>
                  <a:gd name="T34" fmla="*/ 1416 w 2078"/>
                  <a:gd name="T35" fmla="*/ 501 h 1640"/>
                  <a:gd name="T36" fmla="*/ 1300 w 2078"/>
                  <a:gd name="T37" fmla="*/ 336 h 1640"/>
                  <a:gd name="T38" fmla="*/ 1139 w 2078"/>
                  <a:gd name="T39" fmla="*/ 209 h 1640"/>
                  <a:gd name="T40" fmla="*/ 941 w 2078"/>
                  <a:gd name="T41" fmla="*/ 134 h 1640"/>
                  <a:gd name="T42" fmla="*/ 794 w 2078"/>
                  <a:gd name="T43" fmla="*/ 0 h 1640"/>
                  <a:gd name="T44" fmla="*/ 1011 w 2078"/>
                  <a:gd name="T45" fmla="*/ 20 h 1640"/>
                  <a:gd name="T46" fmla="*/ 1173 w 2078"/>
                  <a:gd name="T47" fmla="*/ 81 h 1640"/>
                  <a:gd name="T48" fmla="*/ 1309 w 2078"/>
                  <a:gd name="T49" fmla="*/ 178 h 1640"/>
                  <a:gd name="T50" fmla="*/ 1447 w 2078"/>
                  <a:gd name="T51" fmla="*/ 310 h 1640"/>
                  <a:gd name="T52" fmla="*/ 1579 w 2078"/>
                  <a:gd name="T53" fmla="*/ 467 h 1640"/>
                  <a:gd name="T54" fmla="*/ 1706 w 2078"/>
                  <a:gd name="T55" fmla="*/ 634 h 1640"/>
                  <a:gd name="T56" fmla="*/ 1819 w 2078"/>
                  <a:gd name="T57" fmla="*/ 801 h 1640"/>
                  <a:gd name="T58" fmla="*/ 1917 w 2078"/>
                  <a:gd name="T59" fmla="*/ 956 h 1640"/>
                  <a:gd name="T60" fmla="*/ 1996 w 2078"/>
                  <a:gd name="T61" fmla="*/ 1087 h 1640"/>
                  <a:gd name="T62" fmla="*/ 2051 w 2078"/>
                  <a:gd name="T63" fmla="*/ 1183 h 1640"/>
                  <a:gd name="T64" fmla="*/ 2077 w 2078"/>
                  <a:gd name="T65" fmla="*/ 1232 h 1640"/>
                  <a:gd name="T66" fmla="*/ 2064 w 2078"/>
                  <a:gd name="T67" fmla="*/ 1241 h 1640"/>
                  <a:gd name="T68" fmla="*/ 1997 w 2078"/>
                  <a:gd name="T69" fmla="*/ 1273 h 1640"/>
                  <a:gd name="T70" fmla="*/ 1882 w 2078"/>
                  <a:gd name="T71" fmla="*/ 1323 h 1640"/>
                  <a:gd name="T72" fmla="*/ 1731 w 2078"/>
                  <a:gd name="T73" fmla="*/ 1387 h 1640"/>
                  <a:gd name="T74" fmla="*/ 1552 w 2078"/>
                  <a:gd name="T75" fmla="*/ 1455 h 1640"/>
                  <a:gd name="T76" fmla="*/ 1358 w 2078"/>
                  <a:gd name="T77" fmla="*/ 1523 h 1640"/>
                  <a:gd name="T78" fmla="*/ 1157 w 2078"/>
                  <a:gd name="T79" fmla="*/ 1581 h 1640"/>
                  <a:gd name="T80" fmla="*/ 958 w 2078"/>
                  <a:gd name="T81" fmla="*/ 1623 h 1640"/>
                  <a:gd name="T82" fmla="*/ 776 w 2078"/>
                  <a:gd name="T83" fmla="*/ 1640 h 1640"/>
                  <a:gd name="T84" fmla="*/ 617 w 2078"/>
                  <a:gd name="T85" fmla="*/ 1628 h 1640"/>
                  <a:gd name="T86" fmla="*/ 435 w 2078"/>
                  <a:gd name="T87" fmla="*/ 1558 h 1640"/>
                  <a:gd name="T88" fmla="*/ 258 w 2078"/>
                  <a:gd name="T89" fmla="*/ 1431 h 1640"/>
                  <a:gd name="T90" fmla="*/ 124 w 2078"/>
                  <a:gd name="T91" fmla="*/ 1267 h 1640"/>
                  <a:gd name="T92" fmla="*/ 37 w 2078"/>
                  <a:gd name="T93" fmla="*/ 1074 h 1640"/>
                  <a:gd name="T94" fmla="*/ 0 w 2078"/>
                  <a:gd name="T95" fmla="*/ 863 h 1640"/>
                  <a:gd name="T96" fmla="*/ 19 w 2078"/>
                  <a:gd name="T97" fmla="*/ 645 h 1640"/>
                  <a:gd name="T98" fmla="*/ 99 w 2078"/>
                  <a:gd name="T99" fmla="*/ 434 h 1640"/>
                  <a:gd name="T100" fmla="*/ 226 w 2078"/>
                  <a:gd name="T101" fmla="*/ 259 h 1640"/>
                  <a:gd name="T102" fmla="*/ 390 w 2078"/>
                  <a:gd name="T103" fmla="*/ 126 h 1640"/>
                  <a:gd name="T104" fmla="*/ 583 w 2078"/>
                  <a:gd name="T105" fmla="*/ 37 h 1640"/>
                  <a:gd name="T106" fmla="*/ 794 w 2078"/>
                  <a:gd name="T107" fmla="*/ 0 h 164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</a:cxnLst>
                <a:rect l="0" t="0" r="r" b="b"/>
                <a:pathLst>
                  <a:path w="2078" h="1640">
                    <a:moveTo>
                      <a:pt x="802" y="119"/>
                    </a:moveTo>
                    <a:lnTo>
                      <a:pt x="733" y="122"/>
                    </a:lnTo>
                    <a:lnTo>
                      <a:pt x="667" y="130"/>
                    </a:lnTo>
                    <a:lnTo>
                      <a:pt x="601" y="146"/>
                    </a:lnTo>
                    <a:lnTo>
                      <a:pt x="537" y="167"/>
                    </a:lnTo>
                    <a:lnTo>
                      <a:pt x="477" y="194"/>
                    </a:lnTo>
                    <a:lnTo>
                      <a:pt x="417" y="228"/>
                    </a:lnTo>
                    <a:lnTo>
                      <a:pt x="363" y="267"/>
                    </a:lnTo>
                    <a:lnTo>
                      <a:pt x="312" y="310"/>
                    </a:lnTo>
                    <a:lnTo>
                      <a:pt x="265" y="360"/>
                    </a:lnTo>
                    <a:lnTo>
                      <a:pt x="223" y="413"/>
                    </a:lnTo>
                    <a:lnTo>
                      <a:pt x="185" y="472"/>
                    </a:lnTo>
                    <a:lnTo>
                      <a:pt x="154" y="534"/>
                    </a:lnTo>
                    <a:lnTo>
                      <a:pt x="129" y="602"/>
                    </a:lnTo>
                    <a:lnTo>
                      <a:pt x="110" y="670"/>
                    </a:lnTo>
                    <a:lnTo>
                      <a:pt x="99" y="739"/>
                    </a:lnTo>
                    <a:lnTo>
                      <a:pt x="95" y="808"/>
                    </a:lnTo>
                    <a:lnTo>
                      <a:pt x="96" y="877"/>
                    </a:lnTo>
                    <a:lnTo>
                      <a:pt x="106" y="944"/>
                    </a:lnTo>
                    <a:lnTo>
                      <a:pt x="122" y="1010"/>
                    </a:lnTo>
                    <a:lnTo>
                      <a:pt x="143" y="1074"/>
                    </a:lnTo>
                    <a:lnTo>
                      <a:pt x="170" y="1134"/>
                    </a:lnTo>
                    <a:lnTo>
                      <a:pt x="204" y="1192"/>
                    </a:lnTo>
                    <a:lnTo>
                      <a:pt x="242" y="1248"/>
                    </a:lnTo>
                    <a:lnTo>
                      <a:pt x="286" y="1299"/>
                    </a:lnTo>
                    <a:lnTo>
                      <a:pt x="335" y="1346"/>
                    </a:lnTo>
                    <a:lnTo>
                      <a:pt x="389" y="1388"/>
                    </a:lnTo>
                    <a:lnTo>
                      <a:pt x="448" y="1424"/>
                    </a:lnTo>
                    <a:lnTo>
                      <a:pt x="510" y="1457"/>
                    </a:lnTo>
                    <a:lnTo>
                      <a:pt x="578" y="1482"/>
                    </a:lnTo>
                    <a:lnTo>
                      <a:pt x="647" y="1500"/>
                    </a:lnTo>
                    <a:lnTo>
                      <a:pt x="715" y="1512"/>
                    </a:lnTo>
                    <a:lnTo>
                      <a:pt x="784" y="1516"/>
                    </a:lnTo>
                    <a:lnTo>
                      <a:pt x="853" y="1513"/>
                    </a:lnTo>
                    <a:lnTo>
                      <a:pt x="920" y="1504"/>
                    </a:lnTo>
                    <a:lnTo>
                      <a:pt x="985" y="1489"/>
                    </a:lnTo>
                    <a:lnTo>
                      <a:pt x="1050" y="1468"/>
                    </a:lnTo>
                    <a:lnTo>
                      <a:pt x="1111" y="1439"/>
                    </a:lnTo>
                    <a:lnTo>
                      <a:pt x="1169" y="1407"/>
                    </a:lnTo>
                    <a:lnTo>
                      <a:pt x="1224" y="1368"/>
                    </a:lnTo>
                    <a:lnTo>
                      <a:pt x="1275" y="1325"/>
                    </a:lnTo>
                    <a:lnTo>
                      <a:pt x="1321" y="1275"/>
                    </a:lnTo>
                    <a:lnTo>
                      <a:pt x="1364" y="1221"/>
                    </a:lnTo>
                    <a:lnTo>
                      <a:pt x="1401" y="1163"/>
                    </a:lnTo>
                    <a:lnTo>
                      <a:pt x="1433" y="1101"/>
                    </a:lnTo>
                    <a:lnTo>
                      <a:pt x="1457" y="1033"/>
                    </a:lnTo>
                    <a:lnTo>
                      <a:pt x="1476" y="965"/>
                    </a:lnTo>
                    <a:lnTo>
                      <a:pt x="1488" y="894"/>
                    </a:lnTo>
                    <a:lnTo>
                      <a:pt x="1492" y="826"/>
                    </a:lnTo>
                    <a:lnTo>
                      <a:pt x="1490" y="758"/>
                    </a:lnTo>
                    <a:lnTo>
                      <a:pt x="1480" y="691"/>
                    </a:lnTo>
                    <a:lnTo>
                      <a:pt x="1465" y="625"/>
                    </a:lnTo>
                    <a:lnTo>
                      <a:pt x="1444" y="561"/>
                    </a:lnTo>
                    <a:lnTo>
                      <a:pt x="1416" y="501"/>
                    </a:lnTo>
                    <a:lnTo>
                      <a:pt x="1383" y="441"/>
                    </a:lnTo>
                    <a:lnTo>
                      <a:pt x="1344" y="387"/>
                    </a:lnTo>
                    <a:lnTo>
                      <a:pt x="1300" y="336"/>
                    </a:lnTo>
                    <a:lnTo>
                      <a:pt x="1251" y="289"/>
                    </a:lnTo>
                    <a:lnTo>
                      <a:pt x="1197" y="247"/>
                    </a:lnTo>
                    <a:lnTo>
                      <a:pt x="1139" y="209"/>
                    </a:lnTo>
                    <a:lnTo>
                      <a:pt x="1076" y="178"/>
                    </a:lnTo>
                    <a:lnTo>
                      <a:pt x="1009" y="153"/>
                    </a:lnTo>
                    <a:lnTo>
                      <a:pt x="941" y="134"/>
                    </a:lnTo>
                    <a:lnTo>
                      <a:pt x="871" y="123"/>
                    </a:lnTo>
                    <a:lnTo>
                      <a:pt x="802" y="119"/>
                    </a:lnTo>
                    <a:close/>
                    <a:moveTo>
                      <a:pt x="794" y="0"/>
                    </a:moveTo>
                    <a:lnTo>
                      <a:pt x="865" y="0"/>
                    </a:lnTo>
                    <a:lnTo>
                      <a:pt x="938" y="7"/>
                    </a:lnTo>
                    <a:lnTo>
                      <a:pt x="1011" y="20"/>
                    </a:lnTo>
                    <a:lnTo>
                      <a:pt x="1084" y="41"/>
                    </a:lnTo>
                    <a:lnTo>
                      <a:pt x="1128" y="58"/>
                    </a:lnTo>
                    <a:lnTo>
                      <a:pt x="1173" y="81"/>
                    </a:lnTo>
                    <a:lnTo>
                      <a:pt x="1217" y="108"/>
                    </a:lnTo>
                    <a:lnTo>
                      <a:pt x="1263" y="140"/>
                    </a:lnTo>
                    <a:lnTo>
                      <a:pt x="1309" y="178"/>
                    </a:lnTo>
                    <a:lnTo>
                      <a:pt x="1355" y="219"/>
                    </a:lnTo>
                    <a:lnTo>
                      <a:pt x="1401" y="263"/>
                    </a:lnTo>
                    <a:lnTo>
                      <a:pt x="1447" y="310"/>
                    </a:lnTo>
                    <a:lnTo>
                      <a:pt x="1491" y="360"/>
                    </a:lnTo>
                    <a:lnTo>
                      <a:pt x="1536" y="413"/>
                    </a:lnTo>
                    <a:lnTo>
                      <a:pt x="1579" y="467"/>
                    </a:lnTo>
                    <a:lnTo>
                      <a:pt x="1622" y="522"/>
                    </a:lnTo>
                    <a:lnTo>
                      <a:pt x="1664" y="577"/>
                    </a:lnTo>
                    <a:lnTo>
                      <a:pt x="1706" y="634"/>
                    </a:lnTo>
                    <a:lnTo>
                      <a:pt x="1745" y="691"/>
                    </a:lnTo>
                    <a:lnTo>
                      <a:pt x="1782" y="746"/>
                    </a:lnTo>
                    <a:lnTo>
                      <a:pt x="1819" y="801"/>
                    </a:lnTo>
                    <a:lnTo>
                      <a:pt x="1854" y="855"/>
                    </a:lnTo>
                    <a:lnTo>
                      <a:pt x="1886" y="907"/>
                    </a:lnTo>
                    <a:lnTo>
                      <a:pt x="1917" y="956"/>
                    </a:lnTo>
                    <a:lnTo>
                      <a:pt x="1946" y="1004"/>
                    </a:lnTo>
                    <a:lnTo>
                      <a:pt x="1973" y="1048"/>
                    </a:lnTo>
                    <a:lnTo>
                      <a:pt x="1996" y="1087"/>
                    </a:lnTo>
                    <a:lnTo>
                      <a:pt x="2017" y="1124"/>
                    </a:lnTo>
                    <a:lnTo>
                      <a:pt x="2035" y="1156"/>
                    </a:lnTo>
                    <a:lnTo>
                      <a:pt x="2051" y="1183"/>
                    </a:lnTo>
                    <a:lnTo>
                      <a:pt x="2063" y="1205"/>
                    </a:lnTo>
                    <a:lnTo>
                      <a:pt x="2071" y="1221"/>
                    </a:lnTo>
                    <a:lnTo>
                      <a:pt x="2077" y="1232"/>
                    </a:lnTo>
                    <a:lnTo>
                      <a:pt x="2078" y="1234"/>
                    </a:lnTo>
                    <a:lnTo>
                      <a:pt x="2075" y="1237"/>
                    </a:lnTo>
                    <a:lnTo>
                      <a:pt x="2064" y="1241"/>
                    </a:lnTo>
                    <a:lnTo>
                      <a:pt x="2048" y="1249"/>
                    </a:lnTo>
                    <a:lnTo>
                      <a:pt x="2025" y="1260"/>
                    </a:lnTo>
                    <a:lnTo>
                      <a:pt x="1997" y="1273"/>
                    </a:lnTo>
                    <a:lnTo>
                      <a:pt x="1963" y="1288"/>
                    </a:lnTo>
                    <a:lnTo>
                      <a:pt x="1926" y="1306"/>
                    </a:lnTo>
                    <a:lnTo>
                      <a:pt x="1882" y="1323"/>
                    </a:lnTo>
                    <a:lnTo>
                      <a:pt x="1835" y="1343"/>
                    </a:lnTo>
                    <a:lnTo>
                      <a:pt x="1785" y="1365"/>
                    </a:lnTo>
                    <a:lnTo>
                      <a:pt x="1731" y="1387"/>
                    </a:lnTo>
                    <a:lnTo>
                      <a:pt x="1673" y="1410"/>
                    </a:lnTo>
                    <a:lnTo>
                      <a:pt x="1614" y="1433"/>
                    </a:lnTo>
                    <a:lnTo>
                      <a:pt x="1552" y="1455"/>
                    </a:lnTo>
                    <a:lnTo>
                      <a:pt x="1488" y="1478"/>
                    </a:lnTo>
                    <a:lnTo>
                      <a:pt x="1424" y="1501"/>
                    </a:lnTo>
                    <a:lnTo>
                      <a:pt x="1358" y="1523"/>
                    </a:lnTo>
                    <a:lnTo>
                      <a:pt x="1290" y="1543"/>
                    </a:lnTo>
                    <a:lnTo>
                      <a:pt x="1223" y="1563"/>
                    </a:lnTo>
                    <a:lnTo>
                      <a:pt x="1157" y="1581"/>
                    </a:lnTo>
                    <a:lnTo>
                      <a:pt x="1089" y="1597"/>
                    </a:lnTo>
                    <a:lnTo>
                      <a:pt x="1023" y="1611"/>
                    </a:lnTo>
                    <a:lnTo>
                      <a:pt x="958" y="1623"/>
                    </a:lnTo>
                    <a:lnTo>
                      <a:pt x="896" y="1631"/>
                    </a:lnTo>
                    <a:lnTo>
                      <a:pt x="834" y="1638"/>
                    </a:lnTo>
                    <a:lnTo>
                      <a:pt x="776" y="1640"/>
                    </a:lnTo>
                    <a:lnTo>
                      <a:pt x="719" y="1640"/>
                    </a:lnTo>
                    <a:lnTo>
                      <a:pt x="667" y="1636"/>
                    </a:lnTo>
                    <a:lnTo>
                      <a:pt x="617" y="1628"/>
                    </a:lnTo>
                    <a:lnTo>
                      <a:pt x="572" y="1617"/>
                    </a:lnTo>
                    <a:lnTo>
                      <a:pt x="501" y="1590"/>
                    </a:lnTo>
                    <a:lnTo>
                      <a:pt x="435" y="1558"/>
                    </a:lnTo>
                    <a:lnTo>
                      <a:pt x="371" y="1520"/>
                    </a:lnTo>
                    <a:lnTo>
                      <a:pt x="313" y="1478"/>
                    </a:lnTo>
                    <a:lnTo>
                      <a:pt x="258" y="1431"/>
                    </a:lnTo>
                    <a:lnTo>
                      <a:pt x="209" y="1380"/>
                    </a:lnTo>
                    <a:lnTo>
                      <a:pt x="164" y="1325"/>
                    </a:lnTo>
                    <a:lnTo>
                      <a:pt x="124" y="1267"/>
                    </a:lnTo>
                    <a:lnTo>
                      <a:pt x="89" y="1205"/>
                    </a:lnTo>
                    <a:lnTo>
                      <a:pt x="60" y="1141"/>
                    </a:lnTo>
                    <a:lnTo>
                      <a:pt x="37" y="1074"/>
                    </a:lnTo>
                    <a:lnTo>
                      <a:pt x="18" y="1005"/>
                    </a:lnTo>
                    <a:lnTo>
                      <a:pt x="6" y="935"/>
                    </a:lnTo>
                    <a:lnTo>
                      <a:pt x="0" y="863"/>
                    </a:lnTo>
                    <a:lnTo>
                      <a:pt x="0" y="792"/>
                    </a:lnTo>
                    <a:lnTo>
                      <a:pt x="7" y="718"/>
                    </a:lnTo>
                    <a:lnTo>
                      <a:pt x="19" y="645"/>
                    </a:lnTo>
                    <a:lnTo>
                      <a:pt x="39" y="572"/>
                    </a:lnTo>
                    <a:lnTo>
                      <a:pt x="66" y="502"/>
                    </a:lnTo>
                    <a:lnTo>
                      <a:pt x="99" y="434"/>
                    </a:lnTo>
                    <a:lnTo>
                      <a:pt x="137" y="372"/>
                    </a:lnTo>
                    <a:lnTo>
                      <a:pt x="178" y="313"/>
                    </a:lnTo>
                    <a:lnTo>
                      <a:pt x="226" y="259"/>
                    </a:lnTo>
                    <a:lnTo>
                      <a:pt x="277" y="209"/>
                    </a:lnTo>
                    <a:lnTo>
                      <a:pt x="332" y="165"/>
                    </a:lnTo>
                    <a:lnTo>
                      <a:pt x="390" y="126"/>
                    </a:lnTo>
                    <a:lnTo>
                      <a:pt x="452" y="91"/>
                    </a:lnTo>
                    <a:lnTo>
                      <a:pt x="516" y="61"/>
                    </a:lnTo>
                    <a:lnTo>
                      <a:pt x="583" y="37"/>
                    </a:lnTo>
                    <a:lnTo>
                      <a:pt x="652" y="19"/>
                    </a:lnTo>
                    <a:lnTo>
                      <a:pt x="722" y="7"/>
                    </a:lnTo>
                    <a:lnTo>
                      <a:pt x="794" y="0"/>
                    </a:lnTo>
                    <a:close/>
                  </a:path>
                </a:pathLst>
              </a:custGeom>
              <a:solidFill>
                <a:schemeClr val="accent4"/>
              </a:solidFill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grpSp>
            <p:nvGrpSpPr>
              <p:cNvPr id="27" name="Group 92"/>
              <p:cNvGrpSpPr/>
              <p:nvPr/>
            </p:nvGrpSpPr>
            <p:grpSpPr>
              <a:xfrm>
                <a:off x="4559245" y="3525194"/>
                <a:ext cx="479425" cy="477838"/>
                <a:chOff x="4575175" y="3521076"/>
                <a:chExt cx="479425" cy="477838"/>
              </a:xfrm>
            </p:grpSpPr>
            <p:sp>
              <p:nvSpPr>
                <p:cNvPr id="28" name="Freeform 54"/>
                <p:cNvSpPr>
                  <a:spLocks/>
                </p:cNvSpPr>
                <p:nvPr/>
              </p:nvSpPr>
              <p:spPr bwMode="auto">
                <a:xfrm>
                  <a:off x="4657725" y="3606801"/>
                  <a:ext cx="206375" cy="42863"/>
                </a:xfrm>
                <a:custGeom>
                  <a:avLst/>
                  <a:gdLst>
                    <a:gd name="T0" fmla="*/ 151 w 1438"/>
                    <a:gd name="T1" fmla="*/ 0 h 302"/>
                    <a:gd name="T2" fmla="*/ 1287 w 1438"/>
                    <a:gd name="T3" fmla="*/ 0 h 302"/>
                    <a:gd name="T4" fmla="*/ 1318 w 1438"/>
                    <a:gd name="T5" fmla="*/ 3 h 302"/>
                    <a:gd name="T6" fmla="*/ 1346 w 1438"/>
                    <a:gd name="T7" fmla="*/ 12 h 302"/>
                    <a:gd name="T8" fmla="*/ 1372 w 1438"/>
                    <a:gd name="T9" fmla="*/ 26 h 302"/>
                    <a:gd name="T10" fmla="*/ 1394 w 1438"/>
                    <a:gd name="T11" fmla="*/ 45 h 302"/>
                    <a:gd name="T12" fmla="*/ 1413 w 1438"/>
                    <a:gd name="T13" fmla="*/ 67 h 302"/>
                    <a:gd name="T14" fmla="*/ 1426 w 1438"/>
                    <a:gd name="T15" fmla="*/ 93 h 302"/>
                    <a:gd name="T16" fmla="*/ 1435 w 1438"/>
                    <a:gd name="T17" fmla="*/ 121 h 302"/>
                    <a:gd name="T18" fmla="*/ 1438 w 1438"/>
                    <a:gd name="T19" fmla="*/ 151 h 302"/>
                    <a:gd name="T20" fmla="*/ 1435 w 1438"/>
                    <a:gd name="T21" fmla="*/ 181 h 302"/>
                    <a:gd name="T22" fmla="*/ 1426 w 1438"/>
                    <a:gd name="T23" fmla="*/ 209 h 302"/>
                    <a:gd name="T24" fmla="*/ 1413 w 1438"/>
                    <a:gd name="T25" fmla="*/ 235 h 302"/>
                    <a:gd name="T26" fmla="*/ 1394 w 1438"/>
                    <a:gd name="T27" fmla="*/ 257 h 302"/>
                    <a:gd name="T28" fmla="*/ 1372 w 1438"/>
                    <a:gd name="T29" fmla="*/ 276 h 302"/>
                    <a:gd name="T30" fmla="*/ 1346 w 1438"/>
                    <a:gd name="T31" fmla="*/ 289 h 302"/>
                    <a:gd name="T32" fmla="*/ 1318 w 1438"/>
                    <a:gd name="T33" fmla="*/ 298 h 302"/>
                    <a:gd name="T34" fmla="*/ 1287 w 1438"/>
                    <a:gd name="T35" fmla="*/ 302 h 302"/>
                    <a:gd name="T36" fmla="*/ 151 w 1438"/>
                    <a:gd name="T37" fmla="*/ 302 h 302"/>
                    <a:gd name="T38" fmla="*/ 121 w 1438"/>
                    <a:gd name="T39" fmla="*/ 298 h 302"/>
                    <a:gd name="T40" fmla="*/ 93 w 1438"/>
                    <a:gd name="T41" fmla="*/ 289 h 302"/>
                    <a:gd name="T42" fmla="*/ 66 w 1438"/>
                    <a:gd name="T43" fmla="*/ 276 h 302"/>
                    <a:gd name="T44" fmla="*/ 44 w 1438"/>
                    <a:gd name="T45" fmla="*/ 257 h 302"/>
                    <a:gd name="T46" fmla="*/ 26 w 1438"/>
                    <a:gd name="T47" fmla="*/ 235 h 302"/>
                    <a:gd name="T48" fmla="*/ 12 w 1438"/>
                    <a:gd name="T49" fmla="*/ 209 h 302"/>
                    <a:gd name="T50" fmla="*/ 4 w 1438"/>
                    <a:gd name="T51" fmla="*/ 181 h 302"/>
                    <a:gd name="T52" fmla="*/ 0 w 1438"/>
                    <a:gd name="T53" fmla="*/ 151 h 302"/>
                    <a:gd name="T54" fmla="*/ 4 w 1438"/>
                    <a:gd name="T55" fmla="*/ 121 h 302"/>
                    <a:gd name="T56" fmla="*/ 12 w 1438"/>
                    <a:gd name="T57" fmla="*/ 93 h 302"/>
                    <a:gd name="T58" fmla="*/ 26 w 1438"/>
                    <a:gd name="T59" fmla="*/ 67 h 302"/>
                    <a:gd name="T60" fmla="*/ 44 w 1438"/>
                    <a:gd name="T61" fmla="*/ 45 h 302"/>
                    <a:gd name="T62" fmla="*/ 66 w 1438"/>
                    <a:gd name="T63" fmla="*/ 26 h 302"/>
                    <a:gd name="T64" fmla="*/ 93 w 1438"/>
                    <a:gd name="T65" fmla="*/ 12 h 302"/>
                    <a:gd name="T66" fmla="*/ 121 w 1438"/>
                    <a:gd name="T67" fmla="*/ 3 h 302"/>
                    <a:gd name="T68" fmla="*/ 151 w 1438"/>
                    <a:gd name="T69" fmla="*/ 0 h 30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</a:cxnLst>
                  <a:rect l="0" t="0" r="r" b="b"/>
                  <a:pathLst>
                    <a:path w="1438" h="302">
                      <a:moveTo>
                        <a:pt x="151" y="0"/>
                      </a:moveTo>
                      <a:lnTo>
                        <a:pt x="1287" y="0"/>
                      </a:lnTo>
                      <a:lnTo>
                        <a:pt x="1318" y="3"/>
                      </a:lnTo>
                      <a:lnTo>
                        <a:pt x="1346" y="12"/>
                      </a:lnTo>
                      <a:lnTo>
                        <a:pt x="1372" y="26"/>
                      </a:lnTo>
                      <a:lnTo>
                        <a:pt x="1394" y="45"/>
                      </a:lnTo>
                      <a:lnTo>
                        <a:pt x="1413" y="67"/>
                      </a:lnTo>
                      <a:lnTo>
                        <a:pt x="1426" y="93"/>
                      </a:lnTo>
                      <a:lnTo>
                        <a:pt x="1435" y="121"/>
                      </a:lnTo>
                      <a:lnTo>
                        <a:pt x="1438" y="151"/>
                      </a:lnTo>
                      <a:lnTo>
                        <a:pt x="1435" y="181"/>
                      </a:lnTo>
                      <a:lnTo>
                        <a:pt x="1426" y="209"/>
                      </a:lnTo>
                      <a:lnTo>
                        <a:pt x="1413" y="235"/>
                      </a:lnTo>
                      <a:lnTo>
                        <a:pt x="1394" y="257"/>
                      </a:lnTo>
                      <a:lnTo>
                        <a:pt x="1372" y="276"/>
                      </a:lnTo>
                      <a:lnTo>
                        <a:pt x="1346" y="289"/>
                      </a:lnTo>
                      <a:lnTo>
                        <a:pt x="1318" y="298"/>
                      </a:lnTo>
                      <a:lnTo>
                        <a:pt x="1287" y="302"/>
                      </a:lnTo>
                      <a:lnTo>
                        <a:pt x="151" y="302"/>
                      </a:lnTo>
                      <a:lnTo>
                        <a:pt x="121" y="298"/>
                      </a:lnTo>
                      <a:lnTo>
                        <a:pt x="93" y="289"/>
                      </a:lnTo>
                      <a:lnTo>
                        <a:pt x="66" y="276"/>
                      </a:lnTo>
                      <a:lnTo>
                        <a:pt x="44" y="257"/>
                      </a:lnTo>
                      <a:lnTo>
                        <a:pt x="26" y="235"/>
                      </a:lnTo>
                      <a:lnTo>
                        <a:pt x="12" y="209"/>
                      </a:lnTo>
                      <a:lnTo>
                        <a:pt x="4" y="181"/>
                      </a:lnTo>
                      <a:lnTo>
                        <a:pt x="0" y="151"/>
                      </a:lnTo>
                      <a:lnTo>
                        <a:pt x="4" y="121"/>
                      </a:lnTo>
                      <a:lnTo>
                        <a:pt x="12" y="93"/>
                      </a:lnTo>
                      <a:lnTo>
                        <a:pt x="26" y="67"/>
                      </a:lnTo>
                      <a:lnTo>
                        <a:pt x="44" y="45"/>
                      </a:lnTo>
                      <a:lnTo>
                        <a:pt x="66" y="26"/>
                      </a:lnTo>
                      <a:lnTo>
                        <a:pt x="93" y="12"/>
                      </a:lnTo>
                      <a:lnTo>
                        <a:pt x="121" y="3"/>
                      </a:lnTo>
                      <a:lnTo>
                        <a:pt x="151" y="0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29" name="Freeform 55"/>
                <p:cNvSpPr>
                  <a:spLocks/>
                </p:cNvSpPr>
                <p:nvPr/>
              </p:nvSpPr>
              <p:spPr bwMode="auto">
                <a:xfrm>
                  <a:off x="4657725" y="3687763"/>
                  <a:ext cx="206375" cy="42863"/>
                </a:xfrm>
                <a:custGeom>
                  <a:avLst/>
                  <a:gdLst>
                    <a:gd name="T0" fmla="*/ 151 w 1438"/>
                    <a:gd name="T1" fmla="*/ 0 h 301"/>
                    <a:gd name="T2" fmla="*/ 1287 w 1438"/>
                    <a:gd name="T3" fmla="*/ 0 h 301"/>
                    <a:gd name="T4" fmla="*/ 1318 w 1438"/>
                    <a:gd name="T5" fmla="*/ 3 h 301"/>
                    <a:gd name="T6" fmla="*/ 1346 w 1438"/>
                    <a:gd name="T7" fmla="*/ 12 h 301"/>
                    <a:gd name="T8" fmla="*/ 1372 w 1438"/>
                    <a:gd name="T9" fmla="*/ 26 h 301"/>
                    <a:gd name="T10" fmla="*/ 1394 w 1438"/>
                    <a:gd name="T11" fmla="*/ 44 h 301"/>
                    <a:gd name="T12" fmla="*/ 1413 w 1438"/>
                    <a:gd name="T13" fmla="*/ 66 h 301"/>
                    <a:gd name="T14" fmla="*/ 1426 w 1438"/>
                    <a:gd name="T15" fmla="*/ 92 h 301"/>
                    <a:gd name="T16" fmla="*/ 1435 w 1438"/>
                    <a:gd name="T17" fmla="*/ 120 h 301"/>
                    <a:gd name="T18" fmla="*/ 1438 w 1438"/>
                    <a:gd name="T19" fmla="*/ 150 h 301"/>
                    <a:gd name="T20" fmla="*/ 1435 w 1438"/>
                    <a:gd name="T21" fmla="*/ 181 h 301"/>
                    <a:gd name="T22" fmla="*/ 1426 w 1438"/>
                    <a:gd name="T23" fmla="*/ 210 h 301"/>
                    <a:gd name="T24" fmla="*/ 1413 w 1438"/>
                    <a:gd name="T25" fmla="*/ 235 h 301"/>
                    <a:gd name="T26" fmla="*/ 1394 w 1438"/>
                    <a:gd name="T27" fmla="*/ 258 h 301"/>
                    <a:gd name="T28" fmla="*/ 1372 w 1438"/>
                    <a:gd name="T29" fmla="*/ 275 h 301"/>
                    <a:gd name="T30" fmla="*/ 1346 w 1438"/>
                    <a:gd name="T31" fmla="*/ 290 h 301"/>
                    <a:gd name="T32" fmla="*/ 1318 w 1438"/>
                    <a:gd name="T33" fmla="*/ 298 h 301"/>
                    <a:gd name="T34" fmla="*/ 1287 w 1438"/>
                    <a:gd name="T35" fmla="*/ 301 h 301"/>
                    <a:gd name="T36" fmla="*/ 151 w 1438"/>
                    <a:gd name="T37" fmla="*/ 301 h 301"/>
                    <a:gd name="T38" fmla="*/ 121 w 1438"/>
                    <a:gd name="T39" fmla="*/ 298 h 301"/>
                    <a:gd name="T40" fmla="*/ 93 w 1438"/>
                    <a:gd name="T41" fmla="*/ 290 h 301"/>
                    <a:gd name="T42" fmla="*/ 66 w 1438"/>
                    <a:gd name="T43" fmla="*/ 275 h 301"/>
                    <a:gd name="T44" fmla="*/ 44 w 1438"/>
                    <a:gd name="T45" fmla="*/ 258 h 301"/>
                    <a:gd name="T46" fmla="*/ 26 w 1438"/>
                    <a:gd name="T47" fmla="*/ 235 h 301"/>
                    <a:gd name="T48" fmla="*/ 12 w 1438"/>
                    <a:gd name="T49" fmla="*/ 210 h 301"/>
                    <a:gd name="T50" fmla="*/ 4 w 1438"/>
                    <a:gd name="T51" fmla="*/ 181 h 301"/>
                    <a:gd name="T52" fmla="*/ 0 w 1438"/>
                    <a:gd name="T53" fmla="*/ 150 h 301"/>
                    <a:gd name="T54" fmla="*/ 4 w 1438"/>
                    <a:gd name="T55" fmla="*/ 120 h 301"/>
                    <a:gd name="T56" fmla="*/ 12 w 1438"/>
                    <a:gd name="T57" fmla="*/ 92 h 301"/>
                    <a:gd name="T58" fmla="*/ 26 w 1438"/>
                    <a:gd name="T59" fmla="*/ 66 h 301"/>
                    <a:gd name="T60" fmla="*/ 44 w 1438"/>
                    <a:gd name="T61" fmla="*/ 44 h 301"/>
                    <a:gd name="T62" fmla="*/ 66 w 1438"/>
                    <a:gd name="T63" fmla="*/ 26 h 301"/>
                    <a:gd name="T64" fmla="*/ 93 w 1438"/>
                    <a:gd name="T65" fmla="*/ 12 h 301"/>
                    <a:gd name="T66" fmla="*/ 121 w 1438"/>
                    <a:gd name="T67" fmla="*/ 3 h 301"/>
                    <a:gd name="T68" fmla="*/ 151 w 1438"/>
                    <a:gd name="T69" fmla="*/ 0 h 30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</a:cxnLst>
                  <a:rect l="0" t="0" r="r" b="b"/>
                  <a:pathLst>
                    <a:path w="1438" h="301">
                      <a:moveTo>
                        <a:pt x="151" y="0"/>
                      </a:moveTo>
                      <a:lnTo>
                        <a:pt x="1287" y="0"/>
                      </a:lnTo>
                      <a:lnTo>
                        <a:pt x="1318" y="3"/>
                      </a:lnTo>
                      <a:lnTo>
                        <a:pt x="1346" y="12"/>
                      </a:lnTo>
                      <a:lnTo>
                        <a:pt x="1372" y="26"/>
                      </a:lnTo>
                      <a:lnTo>
                        <a:pt x="1394" y="44"/>
                      </a:lnTo>
                      <a:lnTo>
                        <a:pt x="1413" y="66"/>
                      </a:lnTo>
                      <a:lnTo>
                        <a:pt x="1426" y="92"/>
                      </a:lnTo>
                      <a:lnTo>
                        <a:pt x="1435" y="120"/>
                      </a:lnTo>
                      <a:lnTo>
                        <a:pt x="1438" y="150"/>
                      </a:lnTo>
                      <a:lnTo>
                        <a:pt x="1435" y="181"/>
                      </a:lnTo>
                      <a:lnTo>
                        <a:pt x="1426" y="210"/>
                      </a:lnTo>
                      <a:lnTo>
                        <a:pt x="1413" y="235"/>
                      </a:lnTo>
                      <a:lnTo>
                        <a:pt x="1394" y="258"/>
                      </a:lnTo>
                      <a:lnTo>
                        <a:pt x="1372" y="275"/>
                      </a:lnTo>
                      <a:lnTo>
                        <a:pt x="1346" y="290"/>
                      </a:lnTo>
                      <a:lnTo>
                        <a:pt x="1318" y="298"/>
                      </a:lnTo>
                      <a:lnTo>
                        <a:pt x="1287" y="301"/>
                      </a:lnTo>
                      <a:lnTo>
                        <a:pt x="151" y="301"/>
                      </a:lnTo>
                      <a:lnTo>
                        <a:pt x="121" y="298"/>
                      </a:lnTo>
                      <a:lnTo>
                        <a:pt x="93" y="290"/>
                      </a:lnTo>
                      <a:lnTo>
                        <a:pt x="66" y="275"/>
                      </a:lnTo>
                      <a:lnTo>
                        <a:pt x="44" y="258"/>
                      </a:lnTo>
                      <a:lnTo>
                        <a:pt x="26" y="235"/>
                      </a:lnTo>
                      <a:lnTo>
                        <a:pt x="12" y="210"/>
                      </a:lnTo>
                      <a:lnTo>
                        <a:pt x="4" y="181"/>
                      </a:lnTo>
                      <a:lnTo>
                        <a:pt x="0" y="150"/>
                      </a:lnTo>
                      <a:lnTo>
                        <a:pt x="4" y="120"/>
                      </a:lnTo>
                      <a:lnTo>
                        <a:pt x="12" y="92"/>
                      </a:lnTo>
                      <a:lnTo>
                        <a:pt x="26" y="66"/>
                      </a:lnTo>
                      <a:lnTo>
                        <a:pt x="44" y="44"/>
                      </a:lnTo>
                      <a:lnTo>
                        <a:pt x="66" y="26"/>
                      </a:lnTo>
                      <a:lnTo>
                        <a:pt x="93" y="12"/>
                      </a:lnTo>
                      <a:lnTo>
                        <a:pt x="121" y="3"/>
                      </a:lnTo>
                      <a:lnTo>
                        <a:pt x="151" y="0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30" name="Freeform 56"/>
                <p:cNvSpPr>
                  <a:spLocks/>
                </p:cNvSpPr>
                <p:nvPr/>
              </p:nvSpPr>
              <p:spPr bwMode="auto">
                <a:xfrm>
                  <a:off x="4657725" y="3768726"/>
                  <a:ext cx="125413" cy="44450"/>
                </a:xfrm>
                <a:custGeom>
                  <a:avLst/>
                  <a:gdLst>
                    <a:gd name="T0" fmla="*/ 151 w 870"/>
                    <a:gd name="T1" fmla="*/ 0 h 301"/>
                    <a:gd name="T2" fmla="*/ 720 w 870"/>
                    <a:gd name="T3" fmla="*/ 0 h 301"/>
                    <a:gd name="T4" fmla="*/ 750 w 870"/>
                    <a:gd name="T5" fmla="*/ 4 h 301"/>
                    <a:gd name="T6" fmla="*/ 778 w 870"/>
                    <a:gd name="T7" fmla="*/ 12 h 301"/>
                    <a:gd name="T8" fmla="*/ 805 w 870"/>
                    <a:gd name="T9" fmla="*/ 26 h 301"/>
                    <a:gd name="T10" fmla="*/ 827 w 870"/>
                    <a:gd name="T11" fmla="*/ 44 h 301"/>
                    <a:gd name="T12" fmla="*/ 845 w 870"/>
                    <a:gd name="T13" fmla="*/ 67 h 301"/>
                    <a:gd name="T14" fmla="*/ 859 w 870"/>
                    <a:gd name="T15" fmla="*/ 92 h 301"/>
                    <a:gd name="T16" fmla="*/ 867 w 870"/>
                    <a:gd name="T17" fmla="*/ 120 h 301"/>
                    <a:gd name="T18" fmla="*/ 870 w 870"/>
                    <a:gd name="T19" fmla="*/ 151 h 301"/>
                    <a:gd name="T20" fmla="*/ 867 w 870"/>
                    <a:gd name="T21" fmla="*/ 181 h 301"/>
                    <a:gd name="T22" fmla="*/ 859 w 870"/>
                    <a:gd name="T23" fmla="*/ 209 h 301"/>
                    <a:gd name="T24" fmla="*/ 845 w 870"/>
                    <a:gd name="T25" fmla="*/ 234 h 301"/>
                    <a:gd name="T26" fmla="*/ 827 w 870"/>
                    <a:gd name="T27" fmla="*/ 257 h 301"/>
                    <a:gd name="T28" fmla="*/ 805 w 870"/>
                    <a:gd name="T29" fmla="*/ 275 h 301"/>
                    <a:gd name="T30" fmla="*/ 778 w 870"/>
                    <a:gd name="T31" fmla="*/ 290 h 301"/>
                    <a:gd name="T32" fmla="*/ 750 w 870"/>
                    <a:gd name="T33" fmla="*/ 298 h 301"/>
                    <a:gd name="T34" fmla="*/ 720 w 870"/>
                    <a:gd name="T35" fmla="*/ 301 h 301"/>
                    <a:gd name="T36" fmla="*/ 151 w 870"/>
                    <a:gd name="T37" fmla="*/ 301 h 301"/>
                    <a:gd name="T38" fmla="*/ 121 w 870"/>
                    <a:gd name="T39" fmla="*/ 298 h 301"/>
                    <a:gd name="T40" fmla="*/ 93 w 870"/>
                    <a:gd name="T41" fmla="*/ 290 h 301"/>
                    <a:gd name="T42" fmla="*/ 66 w 870"/>
                    <a:gd name="T43" fmla="*/ 275 h 301"/>
                    <a:gd name="T44" fmla="*/ 44 w 870"/>
                    <a:gd name="T45" fmla="*/ 257 h 301"/>
                    <a:gd name="T46" fmla="*/ 26 w 870"/>
                    <a:gd name="T47" fmla="*/ 234 h 301"/>
                    <a:gd name="T48" fmla="*/ 12 w 870"/>
                    <a:gd name="T49" fmla="*/ 209 h 301"/>
                    <a:gd name="T50" fmla="*/ 4 w 870"/>
                    <a:gd name="T51" fmla="*/ 181 h 301"/>
                    <a:gd name="T52" fmla="*/ 0 w 870"/>
                    <a:gd name="T53" fmla="*/ 151 h 301"/>
                    <a:gd name="T54" fmla="*/ 4 w 870"/>
                    <a:gd name="T55" fmla="*/ 120 h 301"/>
                    <a:gd name="T56" fmla="*/ 12 w 870"/>
                    <a:gd name="T57" fmla="*/ 92 h 301"/>
                    <a:gd name="T58" fmla="*/ 26 w 870"/>
                    <a:gd name="T59" fmla="*/ 67 h 301"/>
                    <a:gd name="T60" fmla="*/ 44 w 870"/>
                    <a:gd name="T61" fmla="*/ 44 h 301"/>
                    <a:gd name="T62" fmla="*/ 66 w 870"/>
                    <a:gd name="T63" fmla="*/ 26 h 301"/>
                    <a:gd name="T64" fmla="*/ 93 w 870"/>
                    <a:gd name="T65" fmla="*/ 12 h 301"/>
                    <a:gd name="T66" fmla="*/ 121 w 870"/>
                    <a:gd name="T67" fmla="*/ 4 h 301"/>
                    <a:gd name="T68" fmla="*/ 151 w 870"/>
                    <a:gd name="T69" fmla="*/ 0 h 30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</a:cxnLst>
                  <a:rect l="0" t="0" r="r" b="b"/>
                  <a:pathLst>
                    <a:path w="870" h="301">
                      <a:moveTo>
                        <a:pt x="151" y="0"/>
                      </a:moveTo>
                      <a:lnTo>
                        <a:pt x="720" y="0"/>
                      </a:lnTo>
                      <a:lnTo>
                        <a:pt x="750" y="4"/>
                      </a:lnTo>
                      <a:lnTo>
                        <a:pt x="778" y="12"/>
                      </a:lnTo>
                      <a:lnTo>
                        <a:pt x="805" y="26"/>
                      </a:lnTo>
                      <a:lnTo>
                        <a:pt x="827" y="44"/>
                      </a:lnTo>
                      <a:lnTo>
                        <a:pt x="845" y="67"/>
                      </a:lnTo>
                      <a:lnTo>
                        <a:pt x="859" y="92"/>
                      </a:lnTo>
                      <a:lnTo>
                        <a:pt x="867" y="120"/>
                      </a:lnTo>
                      <a:lnTo>
                        <a:pt x="870" y="151"/>
                      </a:lnTo>
                      <a:lnTo>
                        <a:pt x="867" y="181"/>
                      </a:lnTo>
                      <a:lnTo>
                        <a:pt x="859" y="209"/>
                      </a:lnTo>
                      <a:lnTo>
                        <a:pt x="845" y="234"/>
                      </a:lnTo>
                      <a:lnTo>
                        <a:pt x="827" y="257"/>
                      </a:lnTo>
                      <a:lnTo>
                        <a:pt x="805" y="275"/>
                      </a:lnTo>
                      <a:lnTo>
                        <a:pt x="778" y="290"/>
                      </a:lnTo>
                      <a:lnTo>
                        <a:pt x="750" y="298"/>
                      </a:lnTo>
                      <a:lnTo>
                        <a:pt x="720" y="301"/>
                      </a:lnTo>
                      <a:lnTo>
                        <a:pt x="151" y="301"/>
                      </a:lnTo>
                      <a:lnTo>
                        <a:pt x="121" y="298"/>
                      </a:lnTo>
                      <a:lnTo>
                        <a:pt x="93" y="290"/>
                      </a:lnTo>
                      <a:lnTo>
                        <a:pt x="66" y="275"/>
                      </a:lnTo>
                      <a:lnTo>
                        <a:pt x="44" y="257"/>
                      </a:lnTo>
                      <a:lnTo>
                        <a:pt x="26" y="234"/>
                      </a:lnTo>
                      <a:lnTo>
                        <a:pt x="12" y="209"/>
                      </a:lnTo>
                      <a:lnTo>
                        <a:pt x="4" y="181"/>
                      </a:lnTo>
                      <a:lnTo>
                        <a:pt x="0" y="151"/>
                      </a:lnTo>
                      <a:lnTo>
                        <a:pt x="4" y="120"/>
                      </a:lnTo>
                      <a:lnTo>
                        <a:pt x="12" y="92"/>
                      </a:lnTo>
                      <a:lnTo>
                        <a:pt x="26" y="67"/>
                      </a:lnTo>
                      <a:lnTo>
                        <a:pt x="44" y="44"/>
                      </a:lnTo>
                      <a:lnTo>
                        <a:pt x="66" y="26"/>
                      </a:lnTo>
                      <a:lnTo>
                        <a:pt x="93" y="12"/>
                      </a:lnTo>
                      <a:lnTo>
                        <a:pt x="121" y="4"/>
                      </a:lnTo>
                      <a:lnTo>
                        <a:pt x="151" y="0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31" name="Freeform 57"/>
                <p:cNvSpPr>
                  <a:spLocks/>
                </p:cNvSpPr>
                <p:nvPr/>
              </p:nvSpPr>
              <p:spPr bwMode="auto">
                <a:xfrm>
                  <a:off x="4575175" y="3521076"/>
                  <a:ext cx="371475" cy="477838"/>
                </a:xfrm>
                <a:custGeom>
                  <a:avLst/>
                  <a:gdLst>
                    <a:gd name="T0" fmla="*/ 152 w 2574"/>
                    <a:gd name="T1" fmla="*/ 0 h 3310"/>
                    <a:gd name="T2" fmla="*/ 2423 w 2574"/>
                    <a:gd name="T3" fmla="*/ 0 h 3310"/>
                    <a:gd name="T4" fmla="*/ 2453 w 2574"/>
                    <a:gd name="T5" fmla="*/ 3 h 3310"/>
                    <a:gd name="T6" fmla="*/ 2481 w 2574"/>
                    <a:gd name="T7" fmla="*/ 12 h 3310"/>
                    <a:gd name="T8" fmla="*/ 2507 w 2574"/>
                    <a:gd name="T9" fmla="*/ 26 h 3310"/>
                    <a:gd name="T10" fmla="*/ 2529 w 2574"/>
                    <a:gd name="T11" fmla="*/ 44 h 3310"/>
                    <a:gd name="T12" fmla="*/ 2548 w 2574"/>
                    <a:gd name="T13" fmla="*/ 67 h 3310"/>
                    <a:gd name="T14" fmla="*/ 2562 w 2574"/>
                    <a:gd name="T15" fmla="*/ 92 h 3310"/>
                    <a:gd name="T16" fmla="*/ 2571 w 2574"/>
                    <a:gd name="T17" fmla="*/ 120 h 3310"/>
                    <a:gd name="T18" fmla="*/ 2574 w 2574"/>
                    <a:gd name="T19" fmla="*/ 150 h 3310"/>
                    <a:gd name="T20" fmla="*/ 2574 w 2574"/>
                    <a:gd name="T21" fmla="*/ 374 h 3310"/>
                    <a:gd name="T22" fmla="*/ 2272 w 2574"/>
                    <a:gd name="T23" fmla="*/ 896 h 3310"/>
                    <a:gd name="T24" fmla="*/ 2272 w 2574"/>
                    <a:gd name="T25" fmla="*/ 301 h 3310"/>
                    <a:gd name="T26" fmla="*/ 304 w 2574"/>
                    <a:gd name="T27" fmla="*/ 301 h 3310"/>
                    <a:gd name="T28" fmla="*/ 304 w 2574"/>
                    <a:gd name="T29" fmla="*/ 3008 h 3310"/>
                    <a:gd name="T30" fmla="*/ 2272 w 2574"/>
                    <a:gd name="T31" fmla="*/ 3008 h 3310"/>
                    <a:gd name="T32" fmla="*/ 2272 w 2574"/>
                    <a:gd name="T33" fmla="*/ 2634 h 3310"/>
                    <a:gd name="T34" fmla="*/ 2430 w 2574"/>
                    <a:gd name="T35" fmla="*/ 2530 h 3310"/>
                    <a:gd name="T36" fmla="*/ 2458 w 2574"/>
                    <a:gd name="T37" fmla="*/ 2508 h 3310"/>
                    <a:gd name="T38" fmla="*/ 2482 w 2574"/>
                    <a:gd name="T39" fmla="*/ 2483 h 3310"/>
                    <a:gd name="T40" fmla="*/ 2502 w 2574"/>
                    <a:gd name="T41" fmla="*/ 2454 h 3310"/>
                    <a:gd name="T42" fmla="*/ 2574 w 2574"/>
                    <a:gd name="T43" fmla="*/ 2330 h 3310"/>
                    <a:gd name="T44" fmla="*/ 2574 w 2574"/>
                    <a:gd name="T45" fmla="*/ 3159 h 3310"/>
                    <a:gd name="T46" fmla="*/ 2571 w 2574"/>
                    <a:gd name="T47" fmla="*/ 3189 h 3310"/>
                    <a:gd name="T48" fmla="*/ 2562 w 2574"/>
                    <a:gd name="T49" fmla="*/ 3217 h 3310"/>
                    <a:gd name="T50" fmla="*/ 2548 w 2574"/>
                    <a:gd name="T51" fmla="*/ 3243 h 3310"/>
                    <a:gd name="T52" fmla="*/ 2529 w 2574"/>
                    <a:gd name="T53" fmla="*/ 3265 h 3310"/>
                    <a:gd name="T54" fmla="*/ 2507 w 2574"/>
                    <a:gd name="T55" fmla="*/ 3284 h 3310"/>
                    <a:gd name="T56" fmla="*/ 2481 w 2574"/>
                    <a:gd name="T57" fmla="*/ 3297 h 3310"/>
                    <a:gd name="T58" fmla="*/ 2453 w 2574"/>
                    <a:gd name="T59" fmla="*/ 3307 h 3310"/>
                    <a:gd name="T60" fmla="*/ 2423 w 2574"/>
                    <a:gd name="T61" fmla="*/ 3310 h 3310"/>
                    <a:gd name="T62" fmla="*/ 152 w 2574"/>
                    <a:gd name="T63" fmla="*/ 3310 h 3310"/>
                    <a:gd name="T64" fmla="*/ 121 w 2574"/>
                    <a:gd name="T65" fmla="*/ 3307 h 3310"/>
                    <a:gd name="T66" fmla="*/ 93 w 2574"/>
                    <a:gd name="T67" fmla="*/ 3297 h 3310"/>
                    <a:gd name="T68" fmla="*/ 67 w 2574"/>
                    <a:gd name="T69" fmla="*/ 3284 h 3310"/>
                    <a:gd name="T70" fmla="*/ 45 w 2574"/>
                    <a:gd name="T71" fmla="*/ 3265 h 3310"/>
                    <a:gd name="T72" fmla="*/ 26 w 2574"/>
                    <a:gd name="T73" fmla="*/ 3243 h 3310"/>
                    <a:gd name="T74" fmla="*/ 13 w 2574"/>
                    <a:gd name="T75" fmla="*/ 3217 h 3310"/>
                    <a:gd name="T76" fmla="*/ 3 w 2574"/>
                    <a:gd name="T77" fmla="*/ 3189 h 3310"/>
                    <a:gd name="T78" fmla="*/ 0 w 2574"/>
                    <a:gd name="T79" fmla="*/ 3159 h 3310"/>
                    <a:gd name="T80" fmla="*/ 0 w 2574"/>
                    <a:gd name="T81" fmla="*/ 150 h 3310"/>
                    <a:gd name="T82" fmla="*/ 3 w 2574"/>
                    <a:gd name="T83" fmla="*/ 120 h 3310"/>
                    <a:gd name="T84" fmla="*/ 13 w 2574"/>
                    <a:gd name="T85" fmla="*/ 92 h 3310"/>
                    <a:gd name="T86" fmla="*/ 26 w 2574"/>
                    <a:gd name="T87" fmla="*/ 67 h 3310"/>
                    <a:gd name="T88" fmla="*/ 45 w 2574"/>
                    <a:gd name="T89" fmla="*/ 44 h 3310"/>
                    <a:gd name="T90" fmla="*/ 67 w 2574"/>
                    <a:gd name="T91" fmla="*/ 26 h 3310"/>
                    <a:gd name="T92" fmla="*/ 93 w 2574"/>
                    <a:gd name="T93" fmla="*/ 12 h 3310"/>
                    <a:gd name="T94" fmla="*/ 121 w 2574"/>
                    <a:gd name="T95" fmla="*/ 3 h 3310"/>
                    <a:gd name="T96" fmla="*/ 152 w 2574"/>
                    <a:gd name="T97" fmla="*/ 0 h 331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</a:cxnLst>
                  <a:rect l="0" t="0" r="r" b="b"/>
                  <a:pathLst>
                    <a:path w="2574" h="3310">
                      <a:moveTo>
                        <a:pt x="152" y="0"/>
                      </a:moveTo>
                      <a:lnTo>
                        <a:pt x="2423" y="0"/>
                      </a:lnTo>
                      <a:lnTo>
                        <a:pt x="2453" y="3"/>
                      </a:lnTo>
                      <a:lnTo>
                        <a:pt x="2481" y="12"/>
                      </a:lnTo>
                      <a:lnTo>
                        <a:pt x="2507" y="26"/>
                      </a:lnTo>
                      <a:lnTo>
                        <a:pt x="2529" y="44"/>
                      </a:lnTo>
                      <a:lnTo>
                        <a:pt x="2548" y="67"/>
                      </a:lnTo>
                      <a:lnTo>
                        <a:pt x="2562" y="92"/>
                      </a:lnTo>
                      <a:lnTo>
                        <a:pt x="2571" y="120"/>
                      </a:lnTo>
                      <a:lnTo>
                        <a:pt x="2574" y="150"/>
                      </a:lnTo>
                      <a:lnTo>
                        <a:pt x="2574" y="374"/>
                      </a:lnTo>
                      <a:lnTo>
                        <a:pt x="2272" y="896"/>
                      </a:lnTo>
                      <a:lnTo>
                        <a:pt x="2272" y="301"/>
                      </a:lnTo>
                      <a:lnTo>
                        <a:pt x="304" y="301"/>
                      </a:lnTo>
                      <a:lnTo>
                        <a:pt x="304" y="3008"/>
                      </a:lnTo>
                      <a:lnTo>
                        <a:pt x="2272" y="3008"/>
                      </a:lnTo>
                      <a:lnTo>
                        <a:pt x="2272" y="2634"/>
                      </a:lnTo>
                      <a:lnTo>
                        <a:pt x="2430" y="2530"/>
                      </a:lnTo>
                      <a:lnTo>
                        <a:pt x="2458" y="2508"/>
                      </a:lnTo>
                      <a:lnTo>
                        <a:pt x="2482" y="2483"/>
                      </a:lnTo>
                      <a:lnTo>
                        <a:pt x="2502" y="2454"/>
                      </a:lnTo>
                      <a:lnTo>
                        <a:pt x="2574" y="2330"/>
                      </a:lnTo>
                      <a:lnTo>
                        <a:pt x="2574" y="3159"/>
                      </a:lnTo>
                      <a:lnTo>
                        <a:pt x="2571" y="3189"/>
                      </a:lnTo>
                      <a:lnTo>
                        <a:pt x="2562" y="3217"/>
                      </a:lnTo>
                      <a:lnTo>
                        <a:pt x="2548" y="3243"/>
                      </a:lnTo>
                      <a:lnTo>
                        <a:pt x="2529" y="3265"/>
                      </a:lnTo>
                      <a:lnTo>
                        <a:pt x="2507" y="3284"/>
                      </a:lnTo>
                      <a:lnTo>
                        <a:pt x="2481" y="3297"/>
                      </a:lnTo>
                      <a:lnTo>
                        <a:pt x="2453" y="3307"/>
                      </a:lnTo>
                      <a:lnTo>
                        <a:pt x="2423" y="3310"/>
                      </a:lnTo>
                      <a:lnTo>
                        <a:pt x="152" y="3310"/>
                      </a:lnTo>
                      <a:lnTo>
                        <a:pt x="121" y="3307"/>
                      </a:lnTo>
                      <a:lnTo>
                        <a:pt x="93" y="3297"/>
                      </a:lnTo>
                      <a:lnTo>
                        <a:pt x="67" y="3284"/>
                      </a:lnTo>
                      <a:lnTo>
                        <a:pt x="45" y="3265"/>
                      </a:lnTo>
                      <a:lnTo>
                        <a:pt x="26" y="3243"/>
                      </a:lnTo>
                      <a:lnTo>
                        <a:pt x="13" y="3217"/>
                      </a:lnTo>
                      <a:lnTo>
                        <a:pt x="3" y="3189"/>
                      </a:lnTo>
                      <a:lnTo>
                        <a:pt x="0" y="3159"/>
                      </a:lnTo>
                      <a:lnTo>
                        <a:pt x="0" y="150"/>
                      </a:lnTo>
                      <a:lnTo>
                        <a:pt x="3" y="120"/>
                      </a:lnTo>
                      <a:lnTo>
                        <a:pt x="13" y="92"/>
                      </a:lnTo>
                      <a:lnTo>
                        <a:pt x="26" y="67"/>
                      </a:lnTo>
                      <a:lnTo>
                        <a:pt x="45" y="44"/>
                      </a:lnTo>
                      <a:lnTo>
                        <a:pt x="67" y="26"/>
                      </a:lnTo>
                      <a:lnTo>
                        <a:pt x="93" y="12"/>
                      </a:lnTo>
                      <a:lnTo>
                        <a:pt x="121" y="3"/>
                      </a:lnTo>
                      <a:lnTo>
                        <a:pt x="152" y="0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32" name="Freeform 58"/>
                <p:cNvSpPr>
                  <a:spLocks noEditPoints="1"/>
                </p:cNvSpPr>
                <p:nvPr/>
              </p:nvSpPr>
              <p:spPr bwMode="auto">
                <a:xfrm>
                  <a:off x="4826000" y="3575051"/>
                  <a:ext cx="228600" cy="341313"/>
                </a:xfrm>
                <a:custGeom>
                  <a:avLst/>
                  <a:gdLst>
                    <a:gd name="T0" fmla="*/ 131 w 1591"/>
                    <a:gd name="T1" fmla="*/ 1996 h 2370"/>
                    <a:gd name="T2" fmla="*/ 223 w 1591"/>
                    <a:gd name="T3" fmla="*/ 2040 h 2370"/>
                    <a:gd name="T4" fmla="*/ 308 w 1591"/>
                    <a:gd name="T5" fmla="*/ 2097 h 2370"/>
                    <a:gd name="T6" fmla="*/ 439 w 1591"/>
                    <a:gd name="T7" fmla="*/ 1980 h 2370"/>
                    <a:gd name="T8" fmla="*/ 389 w 1591"/>
                    <a:gd name="T9" fmla="*/ 1934 h 2370"/>
                    <a:gd name="T10" fmla="*/ 314 w 1591"/>
                    <a:gd name="T11" fmla="*/ 1883 h 2370"/>
                    <a:gd name="T12" fmla="*/ 245 w 1591"/>
                    <a:gd name="T13" fmla="*/ 1849 h 2370"/>
                    <a:gd name="T14" fmla="*/ 187 w 1591"/>
                    <a:gd name="T15" fmla="*/ 1829 h 2370"/>
                    <a:gd name="T16" fmla="*/ 141 w 1591"/>
                    <a:gd name="T17" fmla="*/ 1820 h 2370"/>
                    <a:gd name="T18" fmla="*/ 1118 w 1591"/>
                    <a:gd name="T19" fmla="*/ 0 h 2370"/>
                    <a:gd name="T20" fmla="*/ 1173 w 1591"/>
                    <a:gd name="T21" fmla="*/ 7 h 2370"/>
                    <a:gd name="T22" fmla="*/ 1240 w 1591"/>
                    <a:gd name="T23" fmla="*/ 25 h 2370"/>
                    <a:gd name="T24" fmla="*/ 1319 w 1591"/>
                    <a:gd name="T25" fmla="*/ 57 h 2370"/>
                    <a:gd name="T26" fmla="*/ 1407 w 1591"/>
                    <a:gd name="T27" fmla="*/ 108 h 2370"/>
                    <a:gd name="T28" fmla="*/ 1478 w 1591"/>
                    <a:gd name="T29" fmla="*/ 163 h 2370"/>
                    <a:gd name="T30" fmla="*/ 1528 w 1591"/>
                    <a:gd name="T31" fmla="*/ 215 h 2370"/>
                    <a:gd name="T32" fmla="*/ 1561 w 1591"/>
                    <a:gd name="T33" fmla="*/ 261 h 2370"/>
                    <a:gd name="T34" fmla="*/ 1580 w 1591"/>
                    <a:gd name="T35" fmla="*/ 297 h 2370"/>
                    <a:gd name="T36" fmla="*/ 1588 w 1591"/>
                    <a:gd name="T37" fmla="*/ 320 h 2370"/>
                    <a:gd name="T38" fmla="*/ 1591 w 1591"/>
                    <a:gd name="T39" fmla="*/ 344 h 2370"/>
                    <a:gd name="T40" fmla="*/ 1581 w 1591"/>
                    <a:gd name="T41" fmla="*/ 379 h 2370"/>
                    <a:gd name="T42" fmla="*/ 625 w 1591"/>
                    <a:gd name="T43" fmla="*/ 2021 h 2370"/>
                    <a:gd name="T44" fmla="*/ 116 w 1591"/>
                    <a:gd name="T45" fmla="*/ 2357 h 2370"/>
                    <a:gd name="T46" fmla="*/ 77 w 1591"/>
                    <a:gd name="T47" fmla="*/ 2370 h 2370"/>
                    <a:gd name="T48" fmla="*/ 36 w 1591"/>
                    <a:gd name="T49" fmla="*/ 2359 h 2370"/>
                    <a:gd name="T50" fmla="*/ 12 w 1591"/>
                    <a:gd name="T51" fmla="*/ 2338 h 2370"/>
                    <a:gd name="T52" fmla="*/ 0 w 1591"/>
                    <a:gd name="T53" fmla="*/ 2306 h 2370"/>
                    <a:gd name="T54" fmla="*/ 34 w 1591"/>
                    <a:gd name="T55" fmla="*/ 1702 h 2370"/>
                    <a:gd name="T56" fmla="*/ 45 w 1591"/>
                    <a:gd name="T57" fmla="*/ 1670 h 2370"/>
                    <a:gd name="T58" fmla="*/ 1002 w 1591"/>
                    <a:gd name="T59" fmla="*/ 27 h 2370"/>
                    <a:gd name="T60" fmla="*/ 1034 w 1591"/>
                    <a:gd name="T61" fmla="*/ 7 h 2370"/>
                    <a:gd name="T62" fmla="*/ 1048 w 1591"/>
                    <a:gd name="T63" fmla="*/ 4 h 2370"/>
                    <a:gd name="T64" fmla="*/ 1076 w 1591"/>
                    <a:gd name="T65" fmla="*/ 0 h 237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</a:cxnLst>
                  <a:rect l="0" t="0" r="r" b="b"/>
                  <a:pathLst>
                    <a:path w="1591" h="2370">
                      <a:moveTo>
                        <a:pt x="141" y="1820"/>
                      </a:moveTo>
                      <a:lnTo>
                        <a:pt x="131" y="1996"/>
                      </a:lnTo>
                      <a:lnTo>
                        <a:pt x="177" y="2016"/>
                      </a:lnTo>
                      <a:lnTo>
                        <a:pt x="223" y="2040"/>
                      </a:lnTo>
                      <a:lnTo>
                        <a:pt x="267" y="2067"/>
                      </a:lnTo>
                      <a:lnTo>
                        <a:pt x="308" y="2097"/>
                      </a:lnTo>
                      <a:lnTo>
                        <a:pt x="455" y="2000"/>
                      </a:lnTo>
                      <a:lnTo>
                        <a:pt x="439" y="1980"/>
                      </a:lnTo>
                      <a:lnTo>
                        <a:pt x="417" y="1958"/>
                      </a:lnTo>
                      <a:lnTo>
                        <a:pt x="389" y="1934"/>
                      </a:lnTo>
                      <a:lnTo>
                        <a:pt x="355" y="1909"/>
                      </a:lnTo>
                      <a:lnTo>
                        <a:pt x="314" y="1883"/>
                      </a:lnTo>
                      <a:lnTo>
                        <a:pt x="278" y="1864"/>
                      </a:lnTo>
                      <a:lnTo>
                        <a:pt x="245" y="1849"/>
                      </a:lnTo>
                      <a:lnTo>
                        <a:pt x="214" y="1837"/>
                      </a:lnTo>
                      <a:lnTo>
                        <a:pt x="187" y="1829"/>
                      </a:lnTo>
                      <a:lnTo>
                        <a:pt x="163" y="1824"/>
                      </a:lnTo>
                      <a:lnTo>
                        <a:pt x="141" y="1820"/>
                      </a:lnTo>
                      <a:close/>
                      <a:moveTo>
                        <a:pt x="1095" y="0"/>
                      </a:moveTo>
                      <a:lnTo>
                        <a:pt x="1118" y="0"/>
                      </a:lnTo>
                      <a:lnTo>
                        <a:pt x="1144" y="2"/>
                      </a:lnTo>
                      <a:lnTo>
                        <a:pt x="1173" y="7"/>
                      </a:lnTo>
                      <a:lnTo>
                        <a:pt x="1205" y="14"/>
                      </a:lnTo>
                      <a:lnTo>
                        <a:pt x="1240" y="25"/>
                      </a:lnTo>
                      <a:lnTo>
                        <a:pt x="1278" y="39"/>
                      </a:lnTo>
                      <a:lnTo>
                        <a:pt x="1319" y="57"/>
                      </a:lnTo>
                      <a:lnTo>
                        <a:pt x="1362" y="81"/>
                      </a:lnTo>
                      <a:lnTo>
                        <a:pt x="1407" y="108"/>
                      </a:lnTo>
                      <a:lnTo>
                        <a:pt x="1446" y="136"/>
                      </a:lnTo>
                      <a:lnTo>
                        <a:pt x="1478" y="163"/>
                      </a:lnTo>
                      <a:lnTo>
                        <a:pt x="1505" y="190"/>
                      </a:lnTo>
                      <a:lnTo>
                        <a:pt x="1528" y="215"/>
                      </a:lnTo>
                      <a:lnTo>
                        <a:pt x="1546" y="239"/>
                      </a:lnTo>
                      <a:lnTo>
                        <a:pt x="1561" y="261"/>
                      </a:lnTo>
                      <a:lnTo>
                        <a:pt x="1571" y="280"/>
                      </a:lnTo>
                      <a:lnTo>
                        <a:pt x="1580" y="297"/>
                      </a:lnTo>
                      <a:lnTo>
                        <a:pt x="1585" y="311"/>
                      </a:lnTo>
                      <a:lnTo>
                        <a:pt x="1588" y="320"/>
                      </a:lnTo>
                      <a:lnTo>
                        <a:pt x="1589" y="325"/>
                      </a:lnTo>
                      <a:lnTo>
                        <a:pt x="1591" y="344"/>
                      </a:lnTo>
                      <a:lnTo>
                        <a:pt x="1588" y="363"/>
                      </a:lnTo>
                      <a:lnTo>
                        <a:pt x="1581" y="379"/>
                      </a:lnTo>
                      <a:lnTo>
                        <a:pt x="634" y="2008"/>
                      </a:lnTo>
                      <a:lnTo>
                        <a:pt x="625" y="2021"/>
                      </a:lnTo>
                      <a:lnTo>
                        <a:pt x="611" y="2033"/>
                      </a:lnTo>
                      <a:lnTo>
                        <a:pt x="116" y="2357"/>
                      </a:lnTo>
                      <a:lnTo>
                        <a:pt x="97" y="2367"/>
                      </a:lnTo>
                      <a:lnTo>
                        <a:pt x="77" y="2370"/>
                      </a:lnTo>
                      <a:lnTo>
                        <a:pt x="56" y="2368"/>
                      </a:lnTo>
                      <a:lnTo>
                        <a:pt x="36" y="2359"/>
                      </a:lnTo>
                      <a:lnTo>
                        <a:pt x="23" y="2350"/>
                      </a:lnTo>
                      <a:lnTo>
                        <a:pt x="12" y="2338"/>
                      </a:lnTo>
                      <a:lnTo>
                        <a:pt x="5" y="2323"/>
                      </a:lnTo>
                      <a:lnTo>
                        <a:pt x="0" y="2306"/>
                      </a:lnTo>
                      <a:lnTo>
                        <a:pt x="0" y="2290"/>
                      </a:lnTo>
                      <a:lnTo>
                        <a:pt x="34" y="1702"/>
                      </a:lnTo>
                      <a:lnTo>
                        <a:pt x="38" y="1685"/>
                      </a:lnTo>
                      <a:lnTo>
                        <a:pt x="45" y="1670"/>
                      </a:lnTo>
                      <a:lnTo>
                        <a:pt x="991" y="41"/>
                      </a:lnTo>
                      <a:lnTo>
                        <a:pt x="1002" y="27"/>
                      </a:lnTo>
                      <a:lnTo>
                        <a:pt x="1016" y="15"/>
                      </a:lnTo>
                      <a:lnTo>
                        <a:pt x="1034" y="7"/>
                      </a:lnTo>
                      <a:lnTo>
                        <a:pt x="1038" y="6"/>
                      </a:lnTo>
                      <a:lnTo>
                        <a:pt x="1048" y="4"/>
                      </a:lnTo>
                      <a:lnTo>
                        <a:pt x="1060" y="2"/>
                      </a:lnTo>
                      <a:lnTo>
                        <a:pt x="1076" y="0"/>
                      </a:lnTo>
                      <a:lnTo>
                        <a:pt x="1095" y="0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33" name="Freeform 59"/>
                <p:cNvSpPr>
                  <a:spLocks/>
                </p:cNvSpPr>
                <p:nvPr/>
              </p:nvSpPr>
              <p:spPr bwMode="auto">
                <a:xfrm>
                  <a:off x="4645025" y="3849688"/>
                  <a:ext cx="166688" cy="84138"/>
                </a:xfrm>
                <a:custGeom>
                  <a:avLst/>
                  <a:gdLst>
                    <a:gd name="T0" fmla="*/ 557 w 1155"/>
                    <a:gd name="T1" fmla="*/ 5 h 591"/>
                    <a:gd name="T2" fmla="*/ 583 w 1155"/>
                    <a:gd name="T3" fmla="*/ 28 h 591"/>
                    <a:gd name="T4" fmla="*/ 591 w 1155"/>
                    <a:gd name="T5" fmla="*/ 111 h 591"/>
                    <a:gd name="T6" fmla="*/ 560 w 1155"/>
                    <a:gd name="T7" fmla="*/ 199 h 591"/>
                    <a:gd name="T8" fmla="*/ 569 w 1155"/>
                    <a:gd name="T9" fmla="*/ 242 h 591"/>
                    <a:gd name="T10" fmla="*/ 587 w 1155"/>
                    <a:gd name="T11" fmla="*/ 270 h 591"/>
                    <a:gd name="T12" fmla="*/ 637 w 1155"/>
                    <a:gd name="T13" fmla="*/ 278 h 591"/>
                    <a:gd name="T14" fmla="*/ 681 w 1155"/>
                    <a:gd name="T15" fmla="*/ 323 h 591"/>
                    <a:gd name="T16" fmla="*/ 693 w 1155"/>
                    <a:gd name="T17" fmla="*/ 357 h 591"/>
                    <a:gd name="T18" fmla="*/ 847 w 1155"/>
                    <a:gd name="T19" fmla="*/ 351 h 591"/>
                    <a:gd name="T20" fmla="*/ 996 w 1155"/>
                    <a:gd name="T21" fmla="*/ 366 h 591"/>
                    <a:gd name="T22" fmla="*/ 1118 w 1155"/>
                    <a:gd name="T23" fmla="*/ 373 h 591"/>
                    <a:gd name="T24" fmla="*/ 1149 w 1155"/>
                    <a:gd name="T25" fmla="*/ 400 h 591"/>
                    <a:gd name="T26" fmla="*/ 1154 w 1155"/>
                    <a:gd name="T27" fmla="*/ 441 h 591"/>
                    <a:gd name="T28" fmla="*/ 1131 w 1155"/>
                    <a:gd name="T29" fmla="*/ 475 h 591"/>
                    <a:gd name="T30" fmla="*/ 1066 w 1155"/>
                    <a:gd name="T31" fmla="*/ 482 h 591"/>
                    <a:gd name="T32" fmla="*/ 957 w 1155"/>
                    <a:gd name="T33" fmla="*/ 467 h 591"/>
                    <a:gd name="T34" fmla="*/ 843 w 1155"/>
                    <a:gd name="T35" fmla="*/ 452 h 591"/>
                    <a:gd name="T36" fmla="*/ 738 w 1155"/>
                    <a:gd name="T37" fmla="*/ 461 h 591"/>
                    <a:gd name="T38" fmla="*/ 679 w 1155"/>
                    <a:gd name="T39" fmla="*/ 486 h 591"/>
                    <a:gd name="T40" fmla="*/ 636 w 1155"/>
                    <a:gd name="T41" fmla="*/ 492 h 591"/>
                    <a:gd name="T42" fmla="*/ 603 w 1155"/>
                    <a:gd name="T43" fmla="*/ 477 h 591"/>
                    <a:gd name="T44" fmla="*/ 576 w 1155"/>
                    <a:gd name="T45" fmla="*/ 454 h 591"/>
                    <a:gd name="T46" fmla="*/ 571 w 1155"/>
                    <a:gd name="T47" fmla="*/ 407 h 591"/>
                    <a:gd name="T48" fmla="*/ 537 w 1155"/>
                    <a:gd name="T49" fmla="*/ 457 h 591"/>
                    <a:gd name="T50" fmla="*/ 495 w 1155"/>
                    <a:gd name="T51" fmla="*/ 471 h 591"/>
                    <a:gd name="T52" fmla="*/ 455 w 1155"/>
                    <a:gd name="T53" fmla="*/ 456 h 591"/>
                    <a:gd name="T54" fmla="*/ 439 w 1155"/>
                    <a:gd name="T55" fmla="*/ 419 h 591"/>
                    <a:gd name="T56" fmla="*/ 450 w 1155"/>
                    <a:gd name="T57" fmla="*/ 390 h 591"/>
                    <a:gd name="T58" fmla="*/ 458 w 1155"/>
                    <a:gd name="T59" fmla="*/ 369 h 591"/>
                    <a:gd name="T60" fmla="*/ 422 w 1155"/>
                    <a:gd name="T61" fmla="*/ 404 h 591"/>
                    <a:gd name="T62" fmla="*/ 379 w 1155"/>
                    <a:gd name="T63" fmla="*/ 428 h 591"/>
                    <a:gd name="T64" fmla="*/ 335 w 1155"/>
                    <a:gd name="T65" fmla="*/ 417 h 591"/>
                    <a:gd name="T66" fmla="*/ 314 w 1155"/>
                    <a:gd name="T67" fmla="*/ 379 h 591"/>
                    <a:gd name="T68" fmla="*/ 364 w 1155"/>
                    <a:gd name="T69" fmla="*/ 288 h 591"/>
                    <a:gd name="T70" fmla="*/ 252 w 1155"/>
                    <a:gd name="T71" fmla="*/ 393 h 591"/>
                    <a:gd name="T72" fmla="*/ 96 w 1155"/>
                    <a:gd name="T73" fmla="*/ 581 h 591"/>
                    <a:gd name="T74" fmla="*/ 49 w 1155"/>
                    <a:gd name="T75" fmla="*/ 590 h 591"/>
                    <a:gd name="T76" fmla="*/ 9 w 1155"/>
                    <a:gd name="T77" fmla="*/ 569 h 591"/>
                    <a:gd name="T78" fmla="*/ 2 w 1155"/>
                    <a:gd name="T79" fmla="*/ 527 h 591"/>
                    <a:gd name="T80" fmla="*/ 138 w 1155"/>
                    <a:gd name="T81" fmla="*/ 351 h 591"/>
                    <a:gd name="T82" fmla="*/ 344 w 1155"/>
                    <a:gd name="T83" fmla="*/ 123 h 591"/>
                    <a:gd name="T84" fmla="*/ 398 w 1155"/>
                    <a:gd name="T85" fmla="*/ 70 h 591"/>
                    <a:gd name="T86" fmla="*/ 462 w 1155"/>
                    <a:gd name="T87" fmla="*/ 20 h 591"/>
                    <a:gd name="T88" fmla="*/ 534 w 1155"/>
                    <a:gd name="T89" fmla="*/ 0 h 59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</a:cxnLst>
                  <a:rect l="0" t="0" r="r" b="b"/>
                  <a:pathLst>
                    <a:path w="1155" h="591">
                      <a:moveTo>
                        <a:pt x="534" y="0"/>
                      </a:moveTo>
                      <a:lnTo>
                        <a:pt x="545" y="2"/>
                      </a:lnTo>
                      <a:lnTo>
                        <a:pt x="557" y="5"/>
                      </a:lnTo>
                      <a:lnTo>
                        <a:pt x="567" y="10"/>
                      </a:lnTo>
                      <a:lnTo>
                        <a:pt x="576" y="18"/>
                      </a:lnTo>
                      <a:lnTo>
                        <a:pt x="583" y="28"/>
                      </a:lnTo>
                      <a:lnTo>
                        <a:pt x="591" y="54"/>
                      </a:lnTo>
                      <a:lnTo>
                        <a:pt x="593" y="82"/>
                      </a:lnTo>
                      <a:lnTo>
                        <a:pt x="591" y="111"/>
                      </a:lnTo>
                      <a:lnTo>
                        <a:pt x="584" y="140"/>
                      </a:lnTo>
                      <a:lnTo>
                        <a:pt x="573" y="170"/>
                      </a:lnTo>
                      <a:lnTo>
                        <a:pt x="560" y="199"/>
                      </a:lnTo>
                      <a:lnTo>
                        <a:pt x="543" y="230"/>
                      </a:lnTo>
                      <a:lnTo>
                        <a:pt x="557" y="235"/>
                      </a:lnTo>
                      <a:lnTo>
                        <a:pt x="569" y="242"/>
                      </a:lnTo>
                      <a:lnTo>
                        <a:pt x="579" y="254"/>
                      </a:lnTo>
                      <a:lnTo>
                        <a:pt x="583" y="263"/>
                      </a:lnTo>
                      <a:lnTo>
                        <a:pt x="587" y="270"/>
                      </a:lnTo>
                      <a:lnTo>
                        <a:pt x="604" y="269"/>
                      </a:lnTo>
                      <a:lnTo>
                        <a:pt x="620" y="272"/>
                      </a:lnTo>
                      <a:lnTo>
                        <a:pt x="637" y="278"/>
                      </a:lnTo>
                      <a:lnTo>
                        <a:pt x="653" y="289"/>
                      </a:lnTo>
                      <a:lnTo>
                        <a:pt x="668" y="303"/>
                      </a:lnTo>
                      <a:lnTo>
                        <a:pt x="681" y="323"/>
                      </a:lnTo>
                      <a:lnTo>
                        <a:pt x="689" y="338"/>
                      </a:lnTo>
                      <a:lnTo>
                        <a:pt x="692" y="349"/>
                      </a:lnTo>
                      <a:lnTo>
                        <a:pt x="693" y="357"/>
                      </a:lnTo>
                      <a:lnTo>
                        <a:pt x="746" y="351"/>
                      </a:lnTo>
                      <a:lnTo>
                        <a:pt x="797" y="350"/>
                      </a:lnTo>
                      <a:lnTo>
                        <a:pt x="847" y="351"/>
                      </a:lnTo>
                      <a:lnTo>
                        <a:pt x="897" y="355"/>
                      </a:lnTo>
                      <a:lnTo>
                        <a:pt x="946" y="361"/>
                      </a:lnTo>
                      <a:lnTo>
                        <a:pt x="996" y="366"/>
                      </a:lnTo>
                      <a:lnTo>
                        <a:pt x="1048" y="369"/>
                      </a:lnTo>
                      <a:lnTo>
                        <a:pt x="1101" y="371"/>
                      </a:lnTo>
                      <a:lnTo>
                        <a:pt x="1118" y="373"/>
                      </a:lnTo>
                      <a:lnTo>
                        <a:pt x="1131" y="379"/>
                      </a:lnTo>
                      <a:lnTo>
                        <a:pt x="1142" y="389"/>
                      </a:lnTo>
                      <a:lnTo>
                        <a:pt x="1149" y="400"/>
                      </a:lnTo>
                      <a:lnTo>
                        <a:pt x="1154" y="413"/>
                      </a:lnTo>
                      <a:lnTo>
                        <a:pt x="1155" y="427"/>
                      </a:lnTo>
                      <a:lnTo>
                        <a:pt x="1154" y="441"/>
                      </a:lnTo>
                      <a:lnTo>
                        <a:pt x="1149" y="454"/>
                      </a:lnTo>
                      <a:lnTo>
                        <a:pt x="1142" y="466"/>
                      </a:lnTo>
                      <a:lnTo>
                        <a:pt x="1131" y="475"/>
                      </a:lnTo>
                      <a:lnTo>
                        <a:pt x="1118" y="481"/>
                      </a:lnTo>
                      <a:lnTo>
                        <a:pt x="1101" y="483"/>
                      </a:lnTo>
                      <a:lnTo>
                        <a:pt x="1066" y="482"/>
                      </a:lnTo>
                      <a:lnTo>
                        <a:pt x="1031" y="478"/>
                      </a:lnTo>
                      <a:lnTo>
                        <a:pt x="993" y="473"/>
                      </a:lnTo>
                      <a:lnTo>
                        <a:pt x="957" y="467"/>
                      </a:lnTo>
                      <a:lnTo>
                        <a:pt x="919" y="460"/>
                      </a:lnTo>
                      <a:lnTo>
                        <a:pt x="881" y="455"/>
                      </a:lnTo>
                      <a:lnTo>
                        <a:pt x="843" y="452"/>
                      </a:lnTo>
                      <a:lnTo>
                        <a:pt x="807" y="451"/>
                      </a:lnTo>
                      <a:lnTo>
                        <a:pt x="771" y="454"/>
                      </a:lnTo>
                      <a:lnTo>
                        <a:pt x="738" y="461"/>
                      </a:lnTo>
                      <a:lnTo>
                        <a:pt x="705" y="474"/>
                      </a:lnTo>
                      <a:lnTo>
                        <a:pt x="693" y="480"/>
                      </a:lnTo>
                      <a:lnTo>
                        <a:pt x="679" y="486"/>
                      </a:lnTo>
                      <a:lnTo>
                        <a:pt x="664" y="492"/>
                      </a:lnTo>
                      <a:lnTo>
                        <a:pt x="651" y="494"/>
                      </a:lnTo>
                      <a:lnTo>
                        <a:pt x="636" y="492"/>
                      </a:lnTo>
                      <a:lnTo>
                        <a:pt x="626" y="487"/>
                      </a:lnTo>
                      <a:lnTo>
                        <a:pt x="614" y="482"/>
                      </a:lnTo>
                      <a:lnTo>
                        <a:pt x="603" y="477"/>
                      </a:lnTo>
                      <a:lnTo>
                        <a:pt x="592" y="471"/>
                      </a:lnTo>
                      <a:lnTo>
                        <a:pt x="584" y="464"/>
                      </a:lnTo>
                      <a:lnTo>
                        <a:pt x="576" y="454"/>
                      </a:lnTo>
                      <a:lnTo>
                        <a:pt x="572" y="442"/>
                      </a:lnTo>
                      <a:lnTo>
                        <a:pt x="571" y="423"/>
                      </a:lnTo>
                      <a:lnTo>
                        <a:pt x="571" y="407"/>
                      </a:lnTo>
                      <a:lnTo>
                        <a:pt x="560" y="427"/>
                      </a:lnTo>
                      <a:lnTo>
                        <a:pt x="547" y="446"/>
                      </a:lnTo>
                      <a:lnTo>
                        <a:pt x="537" y="457"/>
                      </a:lnTo>
                      <a:lnTo>
                        <a:pt x="524" y="466"/>
                      </a:lnTo>
                      <a:lnTo>
                        <a:pt x="509" y="470"/>
                      </a:lnTo>
                      <a:lnTo>
                        <a:pt x="495" y="471"/>
                      </a:lnTo>
                      <a:lnTo>
                        <a:pt x="480" y="469"/>
                      </a:lnTo>
                      <a:lnTo>
                        <a:pt x="467" y="464"/>
                      </a:lnTo>
                      <a:lnTo>
                        <a:pt x="455" y="456"/>
                      </a:lnTo>
                      <a:lnTo>
                        <a:pt x="446" y="446"/>
                      </a:lnTo>
                      <a:lnTo>
                        <a:pt x="440" y="433"/>
                      </a:lnTo>
                      <a:lnTo>
                        <a:pt x="439" y="419"/>
                      </a:lnTo>
                      <a:lnTo>
                        <a:pt x="444" y="402"/>
                      </a:lnTo>
                      <a:lnTo>
                        <a:pt x="447" y="396"/>
                      </a:lnTo>
                      <a:lnTo>
                        <a:pt x="450" y="390"/>
                      </a:lnTo>
                      <a:lnTo>
                        <a:pt x="450" y="390"/>
                      </a:lnTo>
                      <a:lnTo>
                        <a:pt x="449" y="390"/>
                      </a:lnTo>
                      <a:lnTo>
                        <a:pt x="458" y="369"/>
                      </a:lnTo>
                      <a:lnTo>
                        <a:pt x="445" y="378"/>
                      </a:lnTo>
                      <a:lnTo>
                        <a:pt x="432" y="390"/>
                      </a:lnTo>
                      <a:lnTo>
                        <a:pt x="422" y="404"/>
                      </a:lnTo>
                      <a:lnTo>
                        <a:pt x="409" y="417"/>
                      </a:lnTo>
                      <a:lnTo>
                        <a:pt x="394" y="425"/>
                      </a:lnTo>
                      <a:lnTo>
                        <a:pt x="379" y="428"/>
                      </a:lnTo>
                      <a:lnTo>
                        <a:pt x="363" y="428"/>
                      </a:lnTo>
                      <a:lnTo>
                        <a:pt x="348" y="424"/>
                      </a:lnTo>
                      <a:lnTo>
                        <a:pt x="335" y="417"/>
                      </a:lnTo>
                      <a:lnTo>
                        <a:pt x="324" y="406"/>
                      </a:lnTo>
                      <a:lnTo>
                        <a:pt x="317" y="394"/>
                      </a:lnTo>
                      <a:lnTo>
                        <a:pt x="314" y="379"/>
                      </a:lnTo>
                      <a:lnTo>
                        <a:pt x="316" y="364"/>
                      </a:lnTo>
                      <a:lnTo>
                        <a:pt x="323" y="347"/>
                      </a:lnTo>
                      <a:lnTo>
                        <a:pt x="364" y="288"/>
                      </a:lnTo>
                      <a:lnTo>
                        <a:pt x="404" y="226"/>
                      </a:lnTo>
                      <a:lnTo>
                        <a:pt x="326" y="309"/>
                      </a:lnTo>
                      <a:lnTo>
                        <a:pt x="252" y="393"/>
                      </a:lnTo>
                      <a:lnTo>
                        <a:pt x="179" y="480"/>
                      </a:lnTo>
                      <a:lnTo>
                        <a:pt x="108" y="569"/>
                      </a:lnTo>
                      <a:lnTo>
                        <a:pt x="96" y="581"/>
                      </a:lnTo>
                      <a:lnTo>
                        <a:pt x="80" y="588"/>
                      </a:lnTo>
                      <a:lnTo>
                        <a:pt x="65" y="591"/>
                      </a:lnTo>
                      <a:lnTo>
                        <a:pt x="49" y="590"/>
                      </a:lnTo>
                      <a:lnTo>
                        <a:pt x="33" y="586"/>
                      </a:lnTo>
                      <a:lnTo>
                        <a:pt x="21" y="579"/>
                      </a:lnTo>
                      <a:lnTo>
                        <a:pt x="9" y="569"/>
                      </a:lnTo>
                      <a:lnTo>
                        <a:pt x="2" y="556"/>
                      </a:lnTo>
                      <a:lnTo>
                        <a:pt x="0" y="542"/>
                      </a:lnTo>
                      <a:lnTo>
                        <a:pt x="2" y="527"/>
                      </a:lnTo>
                      <a:lnTo>
                        <a:pt x="11" y="511"/>
                      </a:lnTo>
                      <a:lnTo>
                        <a:pt x="74" y="431"/>
                      </a:lnTo>
                      <a:lnTo>
                        <a:pt x="138" y="351"/>
                      </a:lnTo>
                      <a:lnTo>
                        <a:pt x="204" y="273"/>
                      </a:lnTo>
                      <a:lnTo>
                        <a:pt x="273" y="196"/>
                      </a:lnTo>
                      <a:lnTo>
                        <a:pt x="344" y="123"/>
                      </a:lnTo>
                      <a:lnTo>
                        <a:pt x="361" y="107"/>
                      </a:lnTo>
                      <a:lnTo>
                        <a:pt x="380" y="89"/>
                      </a:lnTo>
                      <a:lnTo>
                        <a:pt x="398" y="70"/>
                      </a:lnTo>
                      <a:lnTo>
                        <a:pt x="418" y="52"/>
                      </a:lnTo>
                      <a:lnTo>
                        <a:pt x="439" y="35"/>
                      </a:lnTo>
                      <a:lnTo>
                        <a:pt x="462" y="20"/>
                      </a:lnTo>
                      <a:lnTo>
                        <a:pt x="485" y="9"/>
                      </a:lnTo>
                      <a:lnTo>
                        <a:pt x="509" y="2"/>
                      </a:lnTo>
                      <a:lnTo>
                        <a:pt x="534" y="0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</p:grpSp>
        </p:grpSp>
        <p:grpSp>
          <p:nvGrpSpPr>
            <p:cNvPr id="14" name="그룹 54"/>
            <p:cNvGrpSpPr/>
            <p:nvPr/>
          </p:nvGrpSpPr>
          <p:grpSpPr>
            <a:xfrm>
              <a:off x="4700260" y="4423210"/>
              <a:ext cx="1499358" cy="1717182"/>
              <a:chOff x="4547860" y="4270810"/>
              <a:chExt cx="1499358" cy="1717182"/>
            </a:xfrm>
          </p:grpSpPr>
          <p:sp>
            <p:nvSpPr>
              <p:cNvPr id="18" name="Freeform 27"/>
              <p:cNvSpPr>
                <a:spLocks noEditPoints="1"/>
              </p:cNvSpPr>
              <p:nvPr/>
            </p:nvSpPr>
            <p:spPr bwMode="auto">
              <a:xfrm>
                <a:off x="4547860" y="4270810"/>
                <a:ext cx="1499358" cy="1717182"/>
              </a:xfrm>
              <a:custGeom>
                <a:avLst/>
                <a:gdLst>
                  <a:gd name="T0" fmla="*/ 699 w 1653"/>
                  <a:gd name="T1" fmla="*/ 403 h 1892"/>
                  <a:gd name="T2" fmla="*/ 506 w 1653"/>
                  <a:gd name="T3" fmla="*/ 462 h 1892"/>
                  <a:gd name="T4" fmla="*/ 336 w 1653"/>
                  <a:gd name="T5" fmla="*/ 577 h 1892"/>
                  <a:gd name="T6" fmla="*/ 202 w 1653"/>
                  <a:gd name="T7" fmla="*/ 741 h 1892"/>
                  <a:gd name="T8" fmla="*/ 127 w 1653"/>
                  <a:gd name="T9" fmla="*/ 934 h 1892"/>
                  <a:gd name="T10" fmla="*/ 109 w 1653"/>
                  <a:gd name="T11" fmla="*/ 1135 h 1892"/>
                  <a:gd name="T12" fmla="*/ 151 w 1653"/>
                  <a:gd name="T13" fmla="*/ 1332 h 1892"/>
                  <a:gd name="T14" fmla="*/ 247 w 1653"/>
                  <a:gd name="T15" fmla="*/ 1510 h 1892"/>
                  <a:gd name="T16" fmla="*/ 397 w 1653"/>
                  <a:gd name="T17" fmla="*/ 1659 h 1892"/>
                  <a:gd name="T18" fmla="*/ 583 w 1653"/>
                  <a:gd name="T19" fmla="*/ 1754 h 1892"/>
                  <a:gd name="T20" fmla="*/ 783 w 1653"/>
                  <a:gd name="T21" fmla="*/ 1791 h 1892"/>
                  <a:gd name="T22" fmla="*/ 982 w 1653"/>
                  <a:gd name="T23" fmla="*/ 1769 h 1892"/>
                  <a:gd name="T24" fmla="*/ 1168 w 1653"/>
                  <a:gd name="T25" fmla="*/ 1691 h 1892"/>
                  <a:gd name="T26" fmla="*/ 1328 w 1653"/>
                  <a:gd name="T27" fmla="*/ 1559 h 1892"/>
                  <a:gd name="T28" fmla="*/ 1445 w 1653"/>
                  <a:gd name="T29" fmla="*/ 1381 h 1892"/>
                  <a:gd name="T30" fmla="*/ 1500 w 1653"/>
                  <a:gd name="T31" fmla="*/ 1184 h 1892"/>
                  <a:gd name="T32" fmla="*/ 1498 w 1653"/>
                  <a:gd name="T33" fmla="*/ 983 h 1892"/>
                  <a:gd name="T34" fmla="*/ 1438 w 1653"/>
                  <a:gd name="T35" fmla="*/ 791 h 1892"/>
                  <a:gd name="T36" fmla="*/ 1324 w 1653"/>
                  <a:gd name="T37" fmla="*/ 621 h 1892"/>
                  <a:gd name="T38" fmla="*/ 1159 w 1653"/>
                  <a:gd name="T39" fmla="*/ 488 h 1892"/>
                  <a:gd name="T40" fmla="*/ 966 w 1653"/>
                  <a:gd name="T41" fmla="*/ 412 h 1892"/>
                  <a:gd name="T42" fmla="*/ 1601 w 1653"/>
                  <a:gd name="T43" fmla="*/ 0 h 1892"/>
                  <a:gd name="T44" fmla="*/ 1607 w 1653"/>
                  <a:gd name="T45" fmla="*/ 37 h 1892"/>
                  <a:gd name="T46" fmla="*/ 1619 w 1653"/>
                  <a:gd name="T47" fmla="*/ 143 h 1892"/>
                  <a:gd name="T48" fmla="*/ 1634 w 1653"/>
                  <a:gd name="T49" fmla="*/ 299 h 1892"/>
                  <a:gd name="T50" fmla="*/ 1646 w 1653"/>
                  <a:gd name="T51" fmla="*/ 493 h 1892"/>
                  <a:gd name="T52" fmla="*/ 1653 w 1653"/>
                  <a:gd name="T53" fmla="*/ 710 h 1892"/>
                  <a:gd name="T54" fmla="*/ 1649 w 1653"/>
                  <a:gd name="T55" fmla="*/ 934 h 1892"/>
                  <a:gd name="T56" fmla="*/ 1630 w 1653"/>
                  <a:gd name="T57" fmla="*/ 1151 h 1892"/>
                  <a:gd name="T58" fmla="*/ 1591 w 1653"/>
                  <a:gd name="T59" fmla="*/ 1348 h 1892"/>
                  <a:gd name="T60" fmla="*/ 1527 w 1653"/>
                  <a:gd name="T61" fmla="*/ 1507 h 1892"/>
                  <a:gd name="T62" fmla="*/ 1402 w 1653"/>
                  <a:gd name="T63" fmla="*/ 1663 h 1892"/>
                  <a:gd name="T64" fmla="*/ 1226 w 1653"/>
                  <a:gd name="T65" fmla="*/ 1791 h 1892"/>
                  <a:gd name="T66" fmla="*/ 1028 w 1653"/>
                  <a:gd name="T67" fmla="*/ 1868 h 1892"/>
                  <a:gd name="T68" fmla="*/ 818 w 1653"/>
                  <a:gd name="T69" fmla="*/ 1892 h 1892"/>
                  <a:gd name="T70" fmla="*/ 606 w 1653"/>
                  <a:gd name="T71" fmla="*/ 1861 h 1892"/>
                  <a:gd name="T72" fmla="*/ 405 w 1653"/>
                  <a:gd name="T73" fmla="*/ 1775 h 1892"/>
                  <a:gd name="T74" fmla="*/ 229 w 1653"/>
                  <a:gd name="T75" fmla="*/ 1636 h 1892"/>
                  <a:gd name="T76" fmla="*/ 101 w 1653"/>
                  <a:gd name="T77" fmla="*/ 1460 h 1892"/>
                  <a:gd name="T78" fmla="*/ 24 w 1653"/>
                  <a:gd name="T79" fmla="*/ 1262 h 1892"/>
                  <a:gd name="T80" fmla="*/ 0 w 1653"/>
                  <a:gd name="T81" fmla="*/ 1052 h 1892"/>
                  <a:gd name="T82" fmla="*/ 31 w 1653"/>
                  <a:gd name="T83" fmla="*/ 840 h 1892"/>
                  <a:gd name="T84" fmla="*/ 117 w 1653"/>
                  <a:gd name="T85" fmla="*/ 639 h 1892"/>
                  <a:gd name="T86" fmla="*/ 229 w 1653"/>
                  <a:gd name="T87" fmla="*/ 499 h 1892"/>
                  <a:gd name="T88" fmla="*/ 378 w 1653"/>
                  <a:gd name="T89" fmla="*/ 393 h 1892"/>
                  <a:gd name="T90" fmla="*/ 563 w 1653"/>
                  <a:gd name="T91" fmla="*/ 300 h 1892"/>
                  <a:gd name="T92" fmla="*/ 769 w 1653"/>
                  <a:gd name="T93" fmla="*/ 218 h 1892"/>
                  <a:gd name="T94" fmla="*/ 981 w 1653"/>
                  <a:gd name="T95" fmla="*/ 149 h 1892"/>
                  <a:gd name="T96" fmla="*/ 1185 w 1653"/>
                  <a:gd name="T97" fmla="*/ 93 h 1892"/>
                  <a:gd name="T98" fmla="*/ 1363 w 1653"/>
                  <a:gd name="T99" fmla="*/ 49 h 1892"/>
                  <a:gd name="T100" fmla="*/ 1502 w 1653"/>
                  <a:gd name="T101" fmla="*/ 18 h 1892"/>
                  <a:gd name="T102" fmla="*/ 1585 w 1653"/>
                  <a:gd name="T103" fmla="*/ 2 h 189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</a:cxnLst>
                <a:rect l="0" t="0" r="r" b="b"/>
                <a:pathLst>
                  <a:path w="1653" h="1892">
                    <a:moveTo>
                      <a:pt x="832" y="395"/>
                    </a:moveTo>
                    <a:lnTo>
                      <a:pt x="765" y="395"/>
                    </a:lnTo>
                    <a:lnTo>
                      <a:pt x="699" y="403"/>
                    </a:lnTo>
                    <a:lnTo>
                      <a:pt x="633" y="416"/>
                    </a:lnTo>
                    <a:lnTo>
                      <a:pt x="568" y="437"/>
                    </a:lnTo>
                    <a:lnTo>
                      <a:pt x="506" y="462"/>
                    </a:lnTo>
                    <a:lnTo>
                      <a:pt x="447" y="495"/>
                    </a:lnTo>
                    <a:lnTo>
                      <a:pt x="390" y="532"/>
                    </a:lnTo>
                    <a:lnTo>
                      <a:pt x="336" y="577"/>
                    </a:lnTo>
                    <a:lnTo>
                      <a:pt x="287" y="627"/>
                    </a:lnTo>
                    <a:lnTo>
                      <a:pt x="242" y="682"/>
                    </a:lnTo>
                    <a:lnTo>
                      <a:pt x="202" y="741"/>
                    </a:lnTo>
                    <a:lnTo>
                      <a:pt x="171" y="805"/>
                    </a:lnTo>
                    <a:lnTo>
                      <a:pt x="146" y="868"/>
                    </a:lnTo>
                    <a:lnTo>
                      <a:pt x="127" y="934"/>
                    </a:lnTo>
                    <a:lnTo>
                      <a:pt x="115" y="1000"/>
                    </a:lnTo>
                    <a:lnTo>
                      <a:pt x="109" y="1068"/>
                    </a:lnTo>
                    <a:lnTo>
                      <a:pt x="109" y="1135"/>
                    </a:lnTo>
                    <a:lnTo>
                      <a:pt x="117" y="1201"/>
                    </a:lnTo>
                    <a:lnTo>
                      <a:pt x="131" y="1267"/>
                    </a:lnTo>
                    <a:lnTo>
                      <a:pt x="151" y="1332"/>
                    </a:lnTo>
                    <a:lnTo>
                      <a:pt x="177" y="1394"/>
                    </a:lnTo>
                    <a:lnTo>
                      <a:pt x="209" y="1454"/>
                    </a:lnTo>
                    <a:lnTo>
                      <a:pt x="247" y="1510"/>
                    </a:lnTo>
                    <a:lnTo>
                      <a:pt x="292" y="1564"/>
                    </a:lnTo>
                    <a:lnTo>
                      <a:pt x="341" y="1613"/>
                    </a:lnTo>
                    <a:lnTo>
                      <a:pt x="397" y="1659"/>
                    </a:lnTo>
                    <a:lnTo>
                      <a:pt x="456" y="1698"/>
                    </a:lnTo>
                    <a:lnTo>
                      <a:pt x="519" y="1729"/>
                    </a:lnTo>
                    <a:lnTo>
                      <a:pt x="583" y="1754"/>
                    </a:lnTo>
                    <a:lnTo>
                      <a:pt x="649" y="1773"/>
                    </a:lnTo>
                    <a:lnTo>
                      <a:pt x="716" y="1785"/>
                    </a:lnTo>
                    <a:lnTo>
                      <a:pt x="783" y="1791"/>
                    </a:lnTo>
                    <a:lnTo>
                      <a:pt x="850" y="1791"/>
                    </a:lnTo>
                    <a:lnTo>
                      <a:pt x="917" y="1783"/>
                    </a:lnTo>
                    <a:lnTo>
                      <a:pt x="982" y="1769"/>
                    </a:lnTo>
                    <a:lnTo>
                      <a:pt x="1047" y="1749"/>
                    </a:lnTo>
                    <a:lnTo>
                      <a:pt x="1109" y="1723"/>
                    </a:lnTo>
                    <a:lnTo>
                      <a:pt x="1168" y="1691"/>
                    </a:lnTo>
                    <a:lnTo>
                      <a:pt x="1225" y="1653"/>
                    </a:lnTo>
                    <a:lnTo>
                      <a:pt x="1279" y="1609"/>
                    </a:lnTo>
                    <a:lnTo>
                      <a:pt x="1328" y="1559"/>
                    </a:lnTo>
                    <a:lnTo>
                      <a:pt x="1373" y="1503"/>
                    </a:lnTo>
                    <a:lnTo>
                      <a:pt x="1413" y="1444"/>
                    </a:lnTo>
                    <a:lnTo>
                      <a:pt x="1445" y="1381"/>
                    </a:lnTo>
                    <a:lnTo>
                      <a:pt x="1469" y="1317"/>
                    </a:lnTo>
                    <a:lnTo>
                      <a:pt x="1488" y="1251"/>
                    </a:lnTo>
                    <a:lnTo>
                      <a:pt x="1500" y="1184"/>
                    </a:lnTo>
                    <a:lnTo>
                      <a:pt x="1506" y="1118"/>
                    </a:lnTo>
                    <a:lnTo>
                      <a:pt x="1506" y="1050"/>
                    </a:lnTo>
                    <a:lnTo>
                      <a:pt x="1498" y="983"/>
                    </a:lnTo>
                    <a:lnTo>
                      <a:pt x="1484" y="918"/>
                    </a:lnTo>
                    <a:lnTo>
                      <a:pt x="1464" y="853"/>
                    </a:lnTo>
                    <a:lnTo>
                      <a:pt x="1438" y="791"/>
                    </a:lnTo>
                    <a:lnTo>
                      <a:pt x="1406" y="732"/>
                    </a:lnTo>
                    <a:lnTo>
                      <a:pt x="1368" y="675"/>
                    </a:lnTo>
                    <a:lnTo>
                      <a:pt x="1324" y="621"/>
                    </a:lnTo>
                    <a:lnTo>
                      <a:pt x="1274" y="573"/>
                    </a:lnTo>
                    <a:lnTo>
                      <a:pt x="1218" y="527"/>
                    </a:lnTo>
                    <a:lnTo>
                      <a:pt x="1159" y="488"/>
                    </a:lnTo>
                    <a:lnTo>
                      <a:pt x="1096" y="455"/>
                    </a:lnTo>
                    <a:lnTo>
                      <a:pt x="1032" y="431"/>
                    </a:lnTo>
                    <a:lnTo>
                      <a:pt x="966" y="412"/>
                    </a:lnTo>
                    <a:lnTo>
                      <a:pt x="900" y="400"/>
                    </a:lnTo>
                    <a:lnTo>
                      <a:pt x="832" y="395"/>
                    </a:lnTo>
                    <a:close/>
                    <a:moveTo>
                      <a:pt x="1601" y="0"/>
                    </a:moveTo>
                    <a:lnTo>
                      <a:pt x="1603" y="4"/>
                    </a:lnTo>
                    <a:lnTo>
                      <a:pt x="1604" y="17"/>
                    </a:lnTo>
                    <a:lnTo>
                      <a:pt x="1607" y="37"/>
                    </a:lnTo>
                    <a:lnTo>
                      <a:pt x="1611" y="66"/>
                    </a:lnTo>
                    <a:lnTo>
                      <a:pt x="1615" y="101"/>
                    </a:lnTo>
                    <a:lnTo>
                      <a:pt x="1619" y="143"/>
                    </a:lnTo>
                    <a:lnTo>
                      <a:pt x="1624" y="190"/>
                    </a:lnTo>
                    <a:lnTo>
                      <a:pt x="1628" y="242"/>
                    </a:lnTo>
                    <a:lnTo>
                      <a:pt x="1634" y="299"/>
                    </a:lnTo>
                    <a:lnTo>
                      <a:pt x="1638" y="361"/>
                    </a:lnTo>
                    <a:lnTo>
                      <a:pt x="1643" y="426"/>
                    </a:lnTo>
                    <a:lnTo>
                      <a:pt x="1646" y="493"/>
                    </a:lnTo>
                    <a:lnTo>
                      <a:pt x="1650" y="563"/>
                    </a:lnTo>
                    <a:lnTo>
                      <a:pt x="1651" y="636"/>
                    </a:lnTo>
                    <a:lnTo>
                      <a:pt x="1653" y="710"/>
                    </a:lnTo>
                    <a:lnTo>
                      <a:pt x="1653" y="785"/>
                    </a:lnTo>
                    <a:lnTo>
                      <a:pt x="1651" y="859"/>
                    </a:lnTo>
                    <a:lnTo>
                      <a:pt x="1649" y="934"/>
                    </a:lnTo>
                    <a:lnTo>
                      <a:pt x="1645" y="1008"/>
                    </a:lnTo>
                    <a:lnTo>
                      <a:pt x="1638" y="1081"/>
                    </a:lnTo>
                    <a:lnTo>
                      <a:pt x="1630" y="1151"/>
                    </a:lnTo>
                    <a:lnTo>
                      <a:pt x="1619" y="1220"/>
                    </a:lnTo>
                    <a:lnTo>
                      <a:pt x="1606" y="1286"/>
                    </a:lnTo>
                    <a:lnTo>
                      <a:pt x="1591" y="1348"/>
                    </a:lnTo>
                    <a:lnTo>
                      <a:pt x="1572" y="1406"/>
                    </a:lnTo>
                    <a:lnTo>
                      <a:pt x="1552" y="1459"/>
                    </a:lnTo>
                    <a:lnTo>
                      <a:pt x="1527" y="1507"/>
                    </a:lnTo>
                    <a:lnTo>
                      <a:pt x="1500" y="1551"/>
                    </a:lnTo>
                    <a:lnTo>
                      <a:pt x="1453" y="1609"/>
                    </a:lnTo>
                    <a:lnTo>
                      <a:pt x="1402" y="1663"/>
                    </a:lnTo>
                    <a:lnTo>
                      <a:pt x="1346" y="1711"/>
                    </a:lnTo>
                    <a:lnTo>
                      <a:pt x="1287" y="1753"/>
                    </a:lnTo>
                    <a:lnTo>
                      <a:pt x="1226" y="1791"/>
                    </a:lnTo>
                    <a:lnTo>
                      <a:pt x="1162" y="1822"/>
                    </a:lnTo>
                    <a:lnTo>
                      <a:pt x="1096" y="1847"/>
                    </a:lnTo>
                    <a:lnTo>
                      <a:pt x="1028" y="1868"/>
                    </a:lnTo>
                    <a:lnTo>
                      <a:pt x="959" y="1881"/>
                    </a:lnTo>
                    <a:lnTo>
                      <a:pt x="889" y="1889"/>
                    </a:lnTo>
                    <a:lnTo>
                      <a:pt x="818" y="1892"/>
                    </a:lnTo>
                    <a:lnTo>
                      <a:pt x="747" y="1888"/>
                    </a:lnTo>
                    <a:lnTo>
                      <a:pt x="676" y="1877"/>
                    </a:lnTo>
                    <a:lnTo>
                      <a:pt x="606" y="1861"/>
                    </a:lnTo>
                    <a:lnTo>
                      <a:pt x="537" y="1839"/>
                    </a:lnTo>
                    <a:lnTo>
                      <a:pt x="471" y="1810"/>
                    </a:lnTo>
                    <a:lnTo>
                      <a:pt x="405" y="1775"/>
                    </a:lnTo>
                    <a:lnTo>
                      <a:pt x="341" y="1734"/>
                    </a:lnTo>
                    <a:lnTo>
                      <a:pt x="283" y="1687"/>
                    </a:lnTo>
                    <a:lnTo>
                      <a:pt x="229" y="1636"/>
                    </a:lnTo>
                    <a:lnTo>
                      <a:pt x="181" y="1580"/>
                    </a:lnTo>
                    <a:lnTo>
                      <a:pt x="139" y="1521"/>
                    </a:lnTo>
                    <a:lnTo>
                      <a:pt x="101" y="1460"/>
                    </a:lnTo>
                    <a:lnTo>
                      <a:pt x="70" y="1396"/>
                    </a:lnTo>
                    <a:lnTo>
                      <a:pt x="45" y="1329"/>
                    </a:lnTo>
                    <a:lnTo>
                      <a:pt x="24" y="1262"/>
                    </a:lnTo>
                    <a:lnTo>
                      <a:pt x="11" y="1193"/>
                    </a:lnTo>
                    <a:lnTo>
                      <a:pt x="3" y="1123"/>
                    </a:lnTo>
                    <a:lnTo>
                      <a:pt x="0" y="1052"/>
                    </a:lnTo>
                    <a:lnTo>
                      <a:pt x="4" y="981"/>
                    </a:lnTo>
                    <a:lnTo>
                      <a:pt x="15" y="910"/>
                    </a:lnTo>
                    <a:lnTo>
                      <a:pt x="31" y="840"/>
                    </a:lnTo>
                    <a:lnTo>
                      <a:pt x="53" y="771"/>
                    </a:lnTo>
                    <a:lnTo>
                      <a:pt x="82" y="705"/>
                    </a:lnTo>
                    <a:lnTo>
                      <a:pt x="117" y="639"/>
                    </a:lnTo>
                    <a:lnTo>
                      <a:pt x="159" y="575"/>
                    </a:lnTo>
                    <a:lnTo>
                      <a:pt x="190" y="536"/>
                    </a:lnTo>
                    <a:lnTo>
                      <a:pt x="229" y="499"/>
                    </a:lnTo>
                    <a:lnTo>
                      <a:pt x="274" y="462"/>
                    </a:lnTo>
                    <a:lnTo>
                      <a:pt x="324" y="427"/>
                    </a:lnTo>
                    <a:lnTo>
                      <a:pt x="378" y="393"/>
                    </a:lnTo>
                    <a:lnTo>
                      <a:pt x="436" y="361"/>
                    </a:lnTo>
                    <a:lnTo>
                      <a:pt x="498" y="330"/>
                    </a:lnTo>
                    <a:lnTo>
                      <a:pt x="563" y="300"/>
                    </a:lnTo>
                    <a:lnTo>
                      <a:pt x="630" y="271"/>
                    </a:lnTo>
                    <a:lnTo>
                      <a:pt x="699" y="244"/>
                    </a:lnTo>
                    <a:lnTo>
                      <a:pt x="769" y="218"/>
                    </a:lnTo>
                    <a:lnTo>
                      <a:pt x="839" y="194"/>
                    </a:lnTo>
                    <a:lnTo>
                      <a:pt x="911" y="171"/>
                    </a:lnTo>
                    <a:lnTo>
                      <a:pt x="981" y="149"/>
                    </a:lnTo>
                    <a:lnTo>
                      <a:pt x="1051" y="129"/>
                    </a:lnTo>
                    <a:lnTo>
                      <a:pt x="1118" y="110"/>
                    </a:lnTo>
                    <a:lnTo>
                      <a:pt x="1185" y="93"/>
                    </a:lnTo>
                    <a:lnTo>
                      <a:pt x="1248" y="76"/>
                    </a:lnTo>
                    <a:lnTo>
                      <a:pt x="1307" y="62"/>
                    </a:lnTo>
                    <a:lnTo>
                      <a:pt x="1363" y="49"/>
                    </a:lnTo>
                    <a:lnTo>
                      <a:pt x="1414" y="37"/>
                    </a:lnTo>
                    <a:lnTo>
                      <a:pt x="1461" y="28"/>
                    </a:lnTo>
                    <a:lnTo>
                      <a:pt x="1502" y="18"/>
                    </a:lnTo>
                    <a:lnTo>
                      <a:pt x="1537" y="12"/>
                    </a:lnTo>
                    <a:lnTo>
                      <a:pt x="1564" y="6"/>
                    </a:lnTo>
                    <a:lnTo>
                      <a:pt x="1585" y="2"/>
                    </a:lnTo>
                    <a:lnTo>
                      <a:pt x="1597" y="1"/>
                    </a:lnTo>
                    <a:lnTo>
                      <a:pt x="1601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grpSp>
            <p:nvGrpSpPr>
              <p:cNvPr id="19" name="Group 103"/>
              <p:cNvGrpSpPr/>
              <p:nvPr/>
            </p:nvGrpSpPr>
            <p:grpSpPr>
              <a:xfrm>
                <a:off x="4967287" y="4952988"/>
                <a:ext cx="650639" cy="625474"/>
                <a:chOff x="4967288" y="5026025"/>
                <a:chExt cx="574676" cy="552451"/>
              </a:xfrm>
            </p:grpSpPr>
            <p:sp>
              <p:nvSpPr>
                <p:cNvPr id="20" name="Freeform 64"/>
                <p:cNvSpPr>
                  <a:spLocks/>
                </p:cNvSpPr>
                <p:nvPr/>
              </p:nvSpPr>
              <p:spPr bwMode="auto">
                <a:xfrm>
                  <a:off x="5049838" y="5100638"/>
                  <a:ext cx="131763" cy="128588"/>
                </a:xfrm>
                <a:custGeom>
                  <a:avLst/>
                  <a:gdLst>
                    <a:gd name="T0" fmla="*/ 327 w 833"/>
                    <a:gd name="T1" fmla="*/ 0 h 811"/>
                    <a:gd name="T2" fmla="*/ 372 w 833"/>
                    <a:gd name="T3" fmla="*/ 3 h 811"/>
                    <a:gd name="T4" fmla="*/ 414 w 833"/>
                    <a:gd name="T5" fmla="*/ 12 h 811"/>
                    <a:gd name="T6" fmla="*/ 454 w 833"/>
                    <a:gd name="T7" fmla="*/ 25 h 811"/>
                    <a:gd name="T8" fmla="*/ 492 w 833"/>
                    <a:gd name="T9" fmla="*/ 44 h 811"/>
                    <a:gd name="T10" fmla="*/ 527 w 833"/>
                    <a:gd name="T11" fmla="*/ 68 h 811"/>
                    <a:gd name="T12" fmla="*/ 558 w 833"/>
                    <a:gd name="T13" fmla="*/ 95 h 811"/>
                    <a:gd name="T14" fmla="*/ 586 w 833"/>
                    <a:gd name="T15" fmla="*/ 127 h 811"/>
                    <a:gd name="T16" fmla="*/ 609 w 833"/>
                    <a:gd name="T17" fmla="*/ 162 h 811"/>
                    <a:gd name="T18" fmla="*/ 628 w 833"/>
                    <a:gd name="T19" fmla="*/ 200 h 811"/>
                    <a:gd name="T20" fmla="*/ 642 w 833"/>
                    <a:gd name="T21" fmla="*/ 239 h 811"/>
                    <a:gd name="T22" fmla="*/ 651 w 833"/>
                    <a:gd name="T23" fmla="*/ 283 h 811"/>
                    <a:gd name="T24" fmla="*/ 654 w 833"/>
                    <a:gd name="T25" fmla="*/ 327 h 811"/>
                    <a:gd name="T26" fmla="*/ 651 w 833"/>
                    <a:gd name="T27" fmla="*/ 369 h 811"/>
                    <a:gd name="T28" fmla="*/ 642 w 833"/>
                    <a:gd name="T29" fmla="*/ 409 h 811"/>
                    <a:gd name="T30" fmla="*/ 629 w 833"/>
                    <a:gd name="T31" fmla="*/ 447 h 811"/>
                    <a:gd name="T32" fmla="*/ 612 w 833"/>
                    <a:gd name="T33" fmla="*/ 483 h 811"/>
                    <a:gd name="T34" fmla="*/ 833 w 833"/>
                    <a:gd name="T35" fmla="*/ 692 h 811"/>
                    <a:gd name="T36" fmla="*/ 792 w 833"/>
                    <a:gd name="T37" fmla="*/ 729 h 811"/>
                    <a:gd name="T38" fmla="*/ 754 w 833"/>
                    <a:gd name="T39" fmla="*/ 768 h 811"/>
                    <a:gd name="T40" fmla="*/ 720 w 833"/>
                    <a:gd name="T41" fmla="*/ 811 h 811"/>
                    <a:gd name="T42" fmla="*/ 499 w 833"/>
                    <a:gd name="T43" fmla="*/ 603 h 811"/>
                    <a:gd name="T44" fmla="*/ 461 w 833"/>
                    <a:gd name="T45" fmla="*/ 624 h 811"/>
                    <a:gd name="T46" fmla="*/ 418 w 833"/>
                    <a:gd name="T47" fmla="*/ 640 h 811"/>
                    <a:gd name="T48" fmla="*/ 374 w 833"/>
                    <a:gd name="T49" fmla="*/ 650 h 811"/>
                    <a:gd name="T50" fmla="*/ 327 w 833"/>
                    <a:gd name="T51" fmla="*/ 653 h 811"/>
                    <a:gd name="T52" fmla="*/ 283 w 833"/>
                    <a:gd name="T53" fmla="*/ 651 h 811"/>
                    <a:gd name="T54" fmla="*/ 240 w 833"/>
                    <a:gd name="T55" fmla="*/ 642 h 811"/>
                    <a:gd name="T56" fmla="*/ 200 w 833"/>
                    <a:gd name="T57" fmla="*/ 628 h 811"/>
                    <a:gd name="T58" fmla="*/ 162 w 833"/>
                    <a:gd name="T59" fmla="*/ 609 h 811"/>
                    <a:gd name="T60" fmla="*/ 127 w 833"/>
                    <a:gd name="T61" fmla="*/ 585 h 811"/>
                    <a:gd name="T62" fmla="*/ 96 w 833"/>
                    <a:gd name="T63" fmla="*/ 558 h 811"/>
                    <a:gd name="T64" fmla="*/ 68 w 833"/>
                    <a:gd name="T65" fmla="*/ 527 h 811"/>
                    <a:gd name="T66" fmla="*/ 45 w 833"/>
                    <a:gd name="T67" fmla="*/ 491 h 811"/>
                    <a:gd name="T68" fmla="*/ 26 w 833"/>
                    <a:gd name="T69" fmla="*/ 454 h 811"/>
                    <a:gd name="T70" fmla="*/ 11 w 833"/>
                    <a:gd name="T71" fmla="*/ 414 h 811"/>
                    <a:gd name="T72" fmla="*/ 4 w 833"/>
                    <a:gd name="T73" fmla="*/ 371 h 811"/>
                    <a:gd name="T74" fmla="*/ 0 w 833"/>
                    <a:gd name="T75" fmla="*/ 327 h 811"/>
                    <a:gd name="T76" fmla="*/ 4 w 833"/>
                    <a:gd name="T77" fmla="*/ 283 h 811"/>
                    <a:gd name="T78" fmla="*/ 11 w 833"/>
                    <a:gd name="T79" fmla="*/ 239 h 811"/>
                    <a:gd name="T80" fmla="*/ 26 w 833"/>
                    <a:gd name="T81" fmla="*/ 200 h 811"/>
                    <a:gd name="T82" fmla="*/ 45 w 833"/>
                    <a:gd name="T83" fmla="*/ 162 h 811"/>
                    <a:gd name="T84" fmla="*/ 68 w 833"/>
                    <a:gd name="T85" fmla="*/ 127 h 811"/>
                    <a:gd name="T86" fmla="*/ 96 w 833"/>
                    <a:gd name="T87" fmla="*/ 95 h 811"/>
                    <a:gd name="T88" fmla="*/ 127 w 833"/>
                    <a:gd name="T89" fmla="*/ 68 h 811"/>
                    <a:gd name="T90" fmla="*/ 162 w 833"/>
                    <a:gd name="T91" fmla="*/ 44 h 811"/>
                    <a:gd name="T92" fmla="*/ 200 w 833"/>
                    <a:gd name="T93" fmla="*/ 25 h 811"/>
                    <a:gd name="T94" fmla="*/ 240 w 833"/>
                    <a:gd name="T95" fmla="*/ 12 h 811"/>
                    <a:gd name="T96" fmla="*/ 283 w 833"/>
                    <a:gd name="T97" fmla="*/ 3 h 811"/>
                    <a:gd name="T98" fmla="*/ 327 w 833"/>
                    <a:gd name="T99" fmla="*/ 0 h 81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</a:cxnLst>
                  <a:rect l="0" t="0" r="r" b="b"/>
                  <a:pathLst>
                    <a:path w="833" h="811">
                      <a:moveTo>
                        <a:pt x="327" y="0"/>
                      </a:moveTo>
                      <a:lnTo>
                        <a:pt x="372" y="3"/>
                      </a:lnTo>
                      <a:lnTo>
                        <a:pt x="414" y="12"/>
                      </a:lnTo>
                      <a:lnTo>
                        <a:pt x="454" y="25"/>
                      </a:lnTo>
                      <a:lnTo>
                        <a:pt x="492" y="44"/>
                      </a:lnTo>
                      <a:lnTo>
                        <a:pt x="527" y="68"/>
                      </a:lnTo>
                      <a:lnTo>
                        <a:pt x="558" y="95"/>
                      </a:lnTo>
                      <a:lnTo>
                        <a:pt x="586" y="127"/>
                      </a:lnTo>
                      <a:lnTo>
                        <a:pt x="609" y="162"/>
                      </a:lnTo>
                      <a:lnTo>
                        <a:pt x="628" y="200"/>
                      </a:lnTo>
                      <a:lnTo>
                        <a:pt x="642" y="239"/>
                      </a:lnTo>
                      <a:lnTo>
                        <a:pt x="651" y="283"/>
                      </a:lnTo>
                      <a:lnTo>
                        <a:pt x="654" y="327"/>
                      </a:lnTo>
                      <a:lnTo>
                        <a:pt x="651" y="369"/>
                      </a:lnTo>
                      <a:lnTo>
                        <a:pt x="642" y="409"/>
                      </a:lnTo>
                      <a:lnTo>
                        <a:pt x="629" y="447"/>
                      </a:lnTo>
                      <a:lnTo>
                        <a:pt x="612" y="483"/>
                      </a:lnTo>
                      <a:lnTo>
                        <a:pt x="833" y="692"/>
                      </a:lnTo>
                      <a:lnTo>
                        <a:pt x="792" y="729"/>
                      </a:lnTo>
                      <a:lnTo>
                        <a:pt x="754" y="768"/>
                      </a:lnTo>
                      <a:lnTo>
                        <a:pt x="720" y="811"/>
                      </a:lnTo>
                      <a:lnTo>
                        <a:pt x="499" y="603"/>
                      </a:lnTo>
                      <a:lnTo>
                        <a:pt x="461" y="624"/>
                      </a:lnTo>
                      <a:lnTo>
                        <a:pt x="418" y="640"/>
                      </a:lnTo>
                      <a:lnTo>
                        <a:pt x="374" y="650"/>
                      </a:lnTo>
                      <a:lnTo>
                        <a:pt x="327" y="653"/>
                      </a:lnTo>
                      <a:lnTo>
                        <a:pt x="283" y="651"/>
                      </a:lnTo>
                      <a:lnTo>
                        <a:pt x="240" y="642"/>
                      </a:lnTo>
                      <a:lnTo>
                        <a:pt x="200" y="628"/>
                      </a:lnTo>
                      <a:lnTo>
                        <a:pt x="162" y="609"/>
                      </a:lnTo>
                      <a:lnTo>
                        <a:pt x="127" y="585"/>
                      </a:lnTo>
                      <a:lnTo>
                        <a:pt x="96" y="558"/>
                      </a:lnTo>
                      <a:lnTo>
                        <a:pt x="68" y="527"/>
                      </a:lnTo>
                      <a:lnTo>
                        <a:pt x="45" y="491"/>
                      </a:lnTo>
                      <a:lnTo>
                        <a:pt x="26" y="454"/>
                      </a:lnTo>
                      <a:lnTo>
                        <a:pt x="11" y="414"/>
                      </a:lnTo>
                      <a:lnTo>
                        <a:pt x="4" y="371"/>
                      </a:lnTo>
                      <a:lnTo>
                        <a:pt x="0" y="327"/>
                      </a:lnTo>
                      <a:lnTo>
                        <a:pt x="4" y="283"/>
                      </a:lnTo>
                      <a:lnTo>
                        <a:pt x="11" y="239"/>
                      </a:lnTo>
                      <a:lnTo>
                        <a:pt x="26" y="200"/>
                      </a:lnTo>
                      <a:lnTo>
                        <a:pt x="45" y="162"/>
                      </a:lnTo>
                      <a:lnTo>
                        <a:pt x="68" y="127"/>
                      </a:lnTo>
                      <a:lnTo>
                        <a:pt x="96" y="95"/>
                      </a:lnTo>
                      <a:lnTo>
                        <a:pt x="127" y="68"/>
                      </a:lnTo>
                      <a:lnTo>
                        <a:pt x="162" y="44"/>
                      </a:lnTo>
                      <a:lnTo>
                        <a:pt x="200" y="25"/>
                      </a:lnTo>
                      <a:lnTo>
                        <a:pt x="240" y="12"/>
                      </a:lnTo>
                      <a:lnTo>
                        <a:pt x="283" y="3"/>
                      </a:lnTo>
                      <a:lnTo>
                        <a:pt x="327" y="0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21" name="Freeform 65"/>
                <p:cNvSpPr>
                  <a:spLocks/>
                </p:cNvSpPr>
                <p:nvPr/>
              </p:nvSpPr>
              <p:spPr bwMode="auto">
                <a:xfrm>
                  <a:off x="5307013" y="5026025"/>
                  <a:ext cx="136525" cy="179388"/>
                </a:xfrm>
                <a:custGeom>
                  <a:avLst/>
                  <a:gdLst>
                    <a:gd name="T0" fmla="*/ 524 w 852"/>
                    <a:gd name="T1" fmla="*/ 0 h 1132"/>
                    <a:gd name="T2" fmla="*/ 524 w 852"/>
                    <a:gd name="T3" fmla="*/ 0 h 1132"/>
                    <a:gd name="T4" fmla="*/ 569 w 852"/>
                    <a:gd name="T5" fmla="*/ 3 h 1132"/>
                    <a:gd name="T6" fmla="*/ 611 w 852"/>
                    <a:gd name="T7" fmla="*/ 12 h 1132"/>
                    <a:gd name="T8" fmla="*/ 652 w 852"/>
                    <a:gd name="T9" fmla="*/ 27 h 1132"/>
                    <a:gd name="T10" fmla="*/ 690 w 852"/>
                    <a:gd name="T11" fmla="*/ 45 h 1132"/>
                    <a:gd name="T12" fmla="*/ 724 w 852"/>
                    <a:gd name="T13" fmla="*/ 69 h 1132"/>
                    <a:gd name="T14" fmla="*/ 755 w 852"/>
                    <a:gd name="T15" fmla="*/ 96 h 1132"/>
                    <a:gd name="T16" fmla="*/ 783 w 852"/>
                    <a:gd name="T17" fmla="*/ 128 h 1132"/>
                    <a:gd name="T18" fmla="*/ 806 w 852"/>
                    <a:gd name="T19" fmla="*/ 162 h 1132"/>
                    <a:gd name="T20" fmla="*/ 825 w 852"/>
                    <a:gd name="T21" fmla="*/ 200 h 1132"/>
                    <a:gd name="T22" fmla="*/ 839 w 852"/>
                    <a:gd name="T23" fmla="*/ 241 h 1132"/>
                    <a:gd name="T24" fmla="*/ 848 w 852"/>
                    <a:gd name="T25" fmla="*/ 283 h 1132"/>
                    <a:gd name="T26" fmla="*/ 852 w 852"/>
                    <a:gd name="T27" fmla="*/ 327 h 1132"/>
                    <a:gd name="T28" fmla="*/ 848 w 852"/>
                    <a:gd name="T29" fmla="*/ 372 h 1132"/>
                    <a:gd name="T30" fmla="*/ 839 w 852"/>
                    <a:gd name="T31" fmla="*/ 414 h 1132"/>
                    <a:gd name="T32" fmla="*/ 825 w 852"/>
                    <a:gd name="T33" fmla="*/ 455 h 1132"/>
                    <a:gd name="T34" fmla="*/ 806 w 852"/>
                    <a:gd name="T35" fmla="*/ 492 h 1132"/>
                    <a:gd name="T36" fmla="*/ 783 w 852"/>
                    <a:gd name="T37" fmla="*/ 527 h 1132"/>
                    <a:gd name="T38" fmla="*/ 755 w 852"/>
                    <a:gd name="T39" fmla="*/ 558 h 1132"/>
                    <a:gd name="T40" fmla="*/ 724 w 852"/>
                    <a:gd name="T41" fmla="*/ 586 h 1132"/>
                    <a:gd name="T42" fmla="*/ 690 w 852"/>
                    <a:gd name="T43" fmla="*/ 609 h 1132"/>
                    <a:gd name="T44" fmla="*/ 652 w 852"/>
                    <a:gd name="T45" fmla="*/ 628 h 1132"/>
                    <a:gd name="T46" fmla="*/ 611 w 852"/>
                    <a:gd name="T47" fmla="*/ 642 h 1132"/>
                    <a:gd name="T48" fmla="*/ 569 w 852"/>
                    <a:gd name="T49" fmla="*/ 651 h 1132"/>
                    <a:gd name="T50" fmla="*/ 524 w 852"/>
                    <a:gd name="T51" fmla="*/ 654 h 1132"/>
                    <a:gd name="T52" fmla="*/ 493 w 852"/>
                    <a:gd name="T53" fmla="*/ 652 h 1132"/>
                    <a:gd name="T54" fmla="*/ 463 w 852"/>
                    <a:gd name="T55" fmla="*/ 647 h 1132"/>
                    <a:gd name="T56" fmla="*/ 434 w 852"/>
                    <a:gd name="T57" fmla="*/ 640 h 1132"/>
                    <a:gd name="T58" fmla="*/ 142 w 852"/>
                    <a:gd name="T59" fmla="*/ 1132 h 1132"/>
                    <a:gd name="T60" fmla="*/ 96 w 852"/>
                    <a:gd name="T61" fmla="*/ 1100 h 1132"/>
                    <a:gd name="T62" fmla="*/ 50 w 852"/>
                    <a:gd name="T63" fmla="*/ 1072 h 1132"/>
                    <a:gd name="T64" fmla="*/ 0 w 852"/>
                    <a:gd name="T65" fmla="*/ 1048 h 1132"/>
                    <a:gd name="T66" fmla="*/ 292 w 852"/>
                    <a:gd name="T67" fmla="*/ 557 h 1132"/>
                    <a:gd name="T68" fmla="*/ 265 w 852"/>
                    <a:gd name="T69" fmla="*/ 526 h 1132"/>
                    <a:gd name="T70" fmla="*/ 242 w 852"/>
                    <a:gd name="T71" fmla="*/ 491 h 1132"/>
                    <a:gd name="T72" fmla="*/ 223 w 852"/>
                    <a:gd name="T73" fmla="*/ 454 h 1132"/>
                    <a:gd name="T74" fmla="*/ 209 w 852"/>
                    <a:gd name="T75" fmla="*/ 414 h 1132"/>
                    <a:gd name="T76" fmla="*/ 201 w 852"/>
                    <a:gd name="T77" fmla="*/ 372 h 1132"/>
                    <a:gd name="T78" fmla="*/ 197 w 852"/>
                    <a:gd name="T79" fmla="*/ 327 h 1132"/>
                    <a:gd name="T80" fmla="*/ 201 w 852"/>
                    <a:gd name="T81" fmla="*/ 283 h 1132"/>
                    <a:gd name="T82" fmla="*/ 209 w 852"/>
                    <a:gd name="T83" fmla="*/ 240 h 1132"/>
                    <a:gd name="T84" fmla="*/ 223 w 852"/>
                    <a:gd name="T85" fmla="*/ 200 h 1132"/>
                    <a:gd name="T86" fmla="*/ 242 w 852"/>
                    <a:gd name="T87" fmla="*/ 162 h 1132"/>
                    <a:gd name="T88" fmla="*/ 266 w 852"/>
                    <a:gd name="T89" fmla="*/ 128 h 1132"/>
                    <a:gd name="T90" fmla="*/ 293 w 852"/>
                    <a:gd name="T91" fmla="*/ 96 h 1132"/>
                    <a:gd name="T92" fmla="*/ 325 w 852"/>
                    <a:gd name="T93" fmla="*/ 69 h 1132"/>
                    <a:gd name="T94" fmla="*/ 359 w 852"/>
                    <a:gd name="T95" fmla="*/ 45 h 1132"/>
                    <a:gd name="T96" fmla="*/ 397 w 852"/>
                    <a:gd name="T97" fmla="*/ 27 h 1132"/>
                    <a:gd name="T98" fmla="*/ 437 w 852"/>
                    <a:gd name="T99" fmla="*/ 12 h 1132"/>
                    <a:gd name="T100" fmla="*/ 480 w 852"/>
                    <a:gd name="T101" fmla="*/ 3 h 1132"/>
                    <a:gd name="T102" fmla="*/ 524 w 852"/>
                    <a:gd name="T103" fmla="*/ 0 h 113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</a:cxnLst>
                  <a:rect l="0" t="0" r="r" b="b"/>
                  <a:pathLst>
                    <a:path w="852" h="1132">
                      <a:moveTo>
                        <a:pt x="524" y="0"/>
                      </a:moveTo>
                      <a:lnTo>
                        <a:pt x="524" y="0"/>
                      </a:lnTo>
                      <a:lnTo>
                        <a:pt x="569" y="3"/>
                      </a:lnTo>
                      <a:lnTo>
                        <a:pt x="611" y="12"/>
                      </a:lnTo>
                      <a:lnTo>
                        <a:pt x="652" y="27"/>
                      </a:lnTo>
                      <a:lnTo>
                        <a:pt x="690" y="45"/>
                      </a:lnTo>
                      <a:lnTo>
                        <a:pt x="724" y="69"/>
                      </a:lnTo>
                      <a:lnTo>
                        <a:pt x="755" y="96"/>
                      </a:lnTo>
                      <a:lnTo>
                        <a:pt x="783" y="128"/>
                      </a:lnTo>
                      <a:lnTo>
                        <a:pt x="806" y="162"/>
                      </a:lnTo>
                      <a:lnTo>
                        <a:pt x="825" y="200"/>
                      </a:lnTo>
                      <a:lnTo>
                        <a:pt x="839" y="241"/>
                      </a:lnTo>
                      <a:lnTo>
                        <a:pt x="848" y="283"/>
                      </a:lnTo>
                      <a:lnTo>
                        <a:pt x="852" y="327"/>
                      </a:lnTo>
                      <a:lnTo>
                        <a:pt x="848" y="372"/>
                      </a:lnTo>
                      <a:lnTo>
                        <a:pt x="839" y="414"/>
                      </a:lnTo>
                      <a:lnTo>
                        <a:pt x="825" y="455"/>
                      </a:lnTo>
                      <a:lnTo>
                        <a:pt x="806" y="492"/>
                      </a:lnTo>
                      <a:lnTo>
                        <a:pt x="783" y="527"/>
                      </a:lnTo>
                      <a:lnTo>
                        <a:pt x="755" y="558"/>
                      </a:lnTo>
                      <a:lnTo>
                        <a:pt x="724" y="586"/>
                      </a:lnTo>
                      <a:lnTo>
                        <a:pt x="690" y="609"/>
                      </a:lnTo>
                      <a:lnTo>
                        <a:pt x="652" y="628"/>
                      </a:lnTo>
                      <a:lnTo>
                        <a:pt x="611" y="642"/>
                      </a:lnTo>
                      <a:lnTo>
                        <a:pt x="569" y="651"/>
                      </a:lnTo>
                      <a:lnTo>
                        <a:pt x="524" y="654"/>
                      </a:lnTo>
                      <a:lnTo>
                        <a:pt x="493" y="652"/>
                      </a:lnTo>
                      <a:lnTo>
                        <a:pt x="463" y="647"/>
                      </a:lnTo>
                      <a:lnTo>
                        <a:pt x="434" y="640"/>
                      </a:lnTo>
                      <a:lnTo>
                        <a:pt x="142" y="1132"/>
                      </a:lnTo>
                      <a:lnTo>
                        <a:pt x="96" y="1100"/>
                      </a:lnTo>
                      <a:lnTo>
                        <a:pt x="50" y="1072"/>
                      </a:lnTo>
                      <a:lnTo>
                        <a:pt x="0" y="1048"/>
                      </a:lnTo>
                      <a:lnTo>
                        <a:pt x="292" y="557"/>
                      </a:lnTo>
                      <a:lnTo>
                        <a:pt x="265" y="526"/>
                      </a:lnTo>
                      <a:lnTo>
                        <a:pt x="242" y="491"/>
                      </a:lnTo>
                      <a:lnTo>
                        <a:pt x="223" y="454"/>
                      </a:lnTo>
                      <a:lnTo>
                        <a:pt x="209" y="414"/>
                      </a:lnTo>
                      <a:lnTo>
                        <a:pt x="201" y="372"/>
                      </a:lnTo>
                      <a:lnTo>
                        <a:pt x="197" y="327"/>
                      </a:lnTo>
                      <a:lnTo>
                        <a:pt x="201" y="283"/>
                      </a:lnTo>
                      <a:lnTo>
                        <a:pt x="209" y="240"/>
                      </a:lnTo>
                      <a:lnTo>
                        <a:pt x="223" y="200"/>
                      </a:lnTo>
                      <a:lnTo>
                        <a:pt x="242" y="162"/>
                      </a:lnTo>
                      <a:lnTo>
                        <a:pt x="266" y="128"/>
                      </a:lnTo>
                      <a:lnTo>
                        <a:pt x="293" y="96"/>
                      </a:lnTo>
                      <a:lnTo>
                        <a:pt x="325" y="69"/>
                      </a:lnTo>
                      <a:lnTo>
                        <a:pt x="359" y="45"/>
                      </a:lnTo>
                      <a:lnTo>
                        <a:pt x="397" y="27"/>
                      </a:lnTo>
                      <a:lnTo>
                        <a:pt x="437" y="12"/>
                      </a:lnTo>
                      <a:lnTo>
                        <a:pt x="480" y="3"/>
                      </a:lnTo>
                      <a:lnTo>
                        <a:pt x="524" y="0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22" name="Freeform 66"/>
                <p:cNvSpPr>
                  <a:spLocks/>
                </p:cNvSpPr>
                <p:nvPr/>
              </p:nvSpPr>
              <p:spPr bwMode="auto">
                <a:xfrm>
                  <a:off x="5375276" y="5272088"/>
                  <a:ext cx="166688" cy="103188"/>
                </a:xfrm>
                <a:custGeom>
                  <a:avLst/>
                  <a:gdLst>
                    <a:gd name="T0" fmla="*/ 729 w 1055"/>
                    <a:gd name="T1" fmla="*/ 0 h 653"/>
                    <a:gd name="T2" fmla="*/ 773 w 1055"/>
                    <a:gd name="T3" fmla="*/ 2 h 653"/>
                    <a:gd name="T4" fmla="*/ 816 w 1055"/>
                    <a:gd name="T5" fmla="*/ 11 h 653"/>
                    <a:gd name="T6" fmla="*/ 856 w 1055"/>
                    <a:gd name="T7" fmla="*/ 25 h 653"/>
                    <a:gd name="T8" fmla="*/ 893 w 1055"/>
                    <a:gd name="T9" fmla="*/ 44 h 653"/>
                    <a:gd name="T10" fmla="*/ 929 w 1055"/>
                    <a:gd name="T11" fmla="*/ 68 h 653"/>
                    <a:gd name="T12" fmla="*/ 960 w 1055"/>
                    <a:gd name="T13" fmla="*/ 95 h 653"/>
                    <a:gd name="T14" fmla="*/ 988 w 1055"/>
                    <a:gd name="T15" fmla="*/ 126 h 653"/>
                    <a:gd name="T16" fmla="*/ 1011 w 1055"/>
                    <a:gd name="T17" fmla="*/ 162 h 653"/>
                    <a:gd name="T18" fmla="*/ 1030 w 1055"/>
                    <a:gd name="T19" fmla="*/ 200 h 653"/>
                    <a:gd name="T20" fmla="*/ 1044 w 1055"/>
                    <a:gd name="T21" fmla="*/ 239 h 653"/>
                    <a:gd name="T22" fmla="*/ 1053 w 1055"/>
                    <a:gd name="T23" fmla="*/ 282 h 653"/>
                    <a:gd name="T24" fmla="*/ 1055 w 1055"/>
                    <a:gd name="T25" fmla="*/ 326 h 653"/>
                    <a:gd name="T26" fmla="*/ 1053 w 1055"/>
                    <a:gd name="T27" fmla="*/ 370 h 653"/>
                    <a:gd name="T28" fmla="*/ 1044 w 1055"/>
                    <a:gd name="T29" fmla="*/ 414 h 653"/>
                    <a:gd name="T30" fmla="*/ 1030 w 1055"/>
                    <a:gd name="T31" fmla="*/ 454 h 653"/>
                    <a:gd name="T32" fmla="*/ 1011 w 1055"/>
                    <a:gd name="T33" fmla="*/ 491 h 653"/>
                    <a:gd name="T34" fmla="*/ 988 w 1055"/>
                    <a:gd name="T35" fmla="*/ 526 h 653"/>
                    <a:gd name="T36" fmla="*/ 960 w 1055"/>
                    <a:gd name="T37" fmla="*/ 558 h 653"/>
                    <a:gd name="T38" fmla="*/ 929 w 1055"/>
                    <a:gd name="T39" fmla="*/ 584 h 653"/>
                    <a:gd name="T40" fmla="*/ 893 w 1055"/>
                    <a:gd name="T41" fmla="*/ 609 h 653"/>
                    <a:gd name="T42" fmla="*/ 856 w 1055"/>
                    <a:gd name="T43" fmla="*/ 628 h 653"/>
                    <a:gd name="T44" fmla="*/ 816 w 1055"/>
                    <a:gd name="T45" fmla="*/ 641 h 653"/>
                    <a:gd name="T46" fmla="*/ 773 w 1055"/>
                    <a:gd name="T47" fmla="*/ 650 h 653"/>
                    <a:gd name="T48" fmla="*/ 729 w 1055"/>
                    <a:gd name="T49" fmla="*/ 653 h 653"/>
                    <a:gd name="T50" fmla="*/ 685 w 1055"/>
                    <a:gd name="T51" fmla="*/ 650 h 653"/>
                    <a:gd name="T52" fmla="*/ 644 w 1055"/>
                    <a:gd name="T53" fmla="*/ 642 h 653"/>
                    <a:gd name="T54" fmla="*/ 604 w 1055"/>
                    <a:gd name="T55" fmla="*/ 628 h 653"/>
                    <a:gd name="T56" fmla="*/ 566 w 1055"/>
                    <a:gd name="T57" fmla="*/ 610 h 653"/>
                    <a:gd name="T58" fmla="*/ 532 w 1055"/>
                    <a:gd name="T59" fmla="*/ 587 h 653"/>
                    <a:gd name="T60" fmla="*/ 501 w 1055"/>
                    <a:gd name="T61" fmla="*/ 560 h 653"/>
                    <a:gd name="T62" fmla="*/ 474 w 1055"/>
                    <a:gd name="T63" fmla="*/ 529 h 653"/>
                    <a:gd name="T64" fmla="*/ 450 w 1055"/>
                    <a:gd name="T65" fmla="*/ 495 h 653"/>
                    <a:gd name="T66" fmla="*/ 431 w 1055"/>
                    <a:gd name="T67" fmla="*/ 458 h 653"/>
                    <a:gd name="T68" fmla="*/ 416 w 1055"/>
                    <a:gd name="T69" fmla="*/ 419 h 653"/>
                    <a:gd name="T70" fmla="*/ 407 w 1055"/>
                    <a:gd name="T71" fmla="*/ 377 h 653"/>
                    <a:gd name="T72" fmla="*/ 0 w 1055"/>
                    <a:gd name="T73" fmla="*/ 337 h 653"/>
                    <a:gd name="T74" fmla="*/ 9 w 1055"/>
                    <a:gd name="T75" fmla="*/ 287 h 653"/>
                    <a:gd name="T76" fmla="*/ 15 w 1055"/>
                    <a:gd name="T77" fmla="*/ 235 h 653"/>
                    <a:gd name="T78" fmla="*/ 17 w 1055"/>
                    <a:gd name="T79" fmla="*/ 182 h 653"/>
                    <a:gd name="T80" fmla="*/ 16 w 1055"/>
                    <a:gd name="T81" fmla="*/ 173 h 653"/>
                    <a:gd name="T82" fmla="*/ 423 w 1055"/>
                    <a:gd name="T83" fmla="*/ 214 h 653"/>
                    <a:gd name="T84" fmla="*/ 441 w 1055"/>
                    <a:gd name="T85" fmla="*/ 173 h 653"/>
                    <a:gd name="T86" fmla="*/ 464 w 1055"/>
                    <a:gd name="T87" fmla="*/ 136 h 653"/>
                    <a:gd name="T88" fmla="*/ 492 w 1055"/>
                    <a:gd name="T89" fmla="*/ 103 h 653"/>
                    <a:gd name="T90" fmla="*/ 524 w 1055"/>
                    <a:gd name="T91" fmla="*/ 73 h 653"/>
                    <a:gd name="T92" fmla="*/ 558 w 1055"/>
                    <a:gd name="T93" fmla="*/ 48 h 653"/>
                    <a:gd name="T94" fmla="*/ 597 w 1055"/>
                    <a:gd name="T95" fmla="*/ 28 h 653"/>
                    <a:gd name="T96" fmla="*/ 639 w 1055"/>
                    <a:gd name="T97" fmla="*/ 12 h 653"/>
                    <a:gd name="T98" fmla="*/ 683 w 1055"/>
                    <a:gd name="T99" fmla="*/ 3 h 653"/>
                    <a:gd name="T100" fmla="*/ 729 w 1055"/>
                    <a:gd name="T101" fmla="*/ 0 h 65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</a:cxnLst>
                  <a:rect l="0" t="0" r="r" b="b"/>
                  <a:pathLst>
                    <a:path w="1055" h="653">
                      <a:moveTo>
                        <a:pt x="729" y="0"/>
                      </a:moveTo>
                      <a:lnTo>
                        <a:pt x="773" y="2"/>
                      </a:lnTo>
                      <a:lnTo>
                        <a:pt x="816" y="11"/>
                      </a:lnTo>
                      <a:lnTo>
                        <a:pt x="856" y="25"/>
                      </a:lnTo>
                      <a:lnTo>
                        <a:pt x="893" y="44"/>
                      </a:lnTo>
                      <a:lnTo>
                        <a:pt x="929" y="68"/>
                      </a:lnTo>
                      <a:lnTo>
                        <a:pt x="960" y="95"/>
                      </a:lnTo>
                      <a:lnTo>
                        <a:pt x="988" y="126"/>
                      </a:lnTo>
                      <a:lnTo>
                        <a:pt x="1011" y="162"/>
                      </a:lnTo>
                      <a:lnTo>
                        <a:pt x="1030" y="200"/>
                      </a:lnTo>
                      <a:lnTo>
                        <a:pt x="1044" y="239"/>
                      </a:lnTo>
                      <a:lnTo>
                        <a:pt x="1053" y="282"/>
                      </a:lnTo>
                      <a:lnTo>
                        <a:pt x="1055" y="326"/>
                      </a:lnTo>
                      <a:lnTo>
                        <a:pt x="1053" y="370"/>
                      </a:lnTo>
                      <a:lnTo>
                        <a:pt x="1044" y="414"/>
                      </a:lnTo>
                      <a:lnTo>
                        <a:pt x="1030" y="454"/>
                      </a:lnTo>
                      <a:lnTo>
                        <a:pt x="1011" y="491"/>
                      </a:lnTo>
                      <a:lnTo>
                        <a:pt x="988" y="526"/>
                      </a:lnTo>
                      <a:lnTo>
                        <a:pt x="960" y="558"/>
                      </a:lnTo>
                      <a:lnTo>
                        <a:pt x="929" y="584"/>
                      </a:lnTo>
                      <a:lnTo>
                        <a:pt x="893" y="609"/>
                      </a:lnTo>
                      <a:lnTo>
                        <a:pt x="856" y="628"/>
                      </a:lnTo>
                      <a:lnTo>
                        <a:pt x="816" y="641"/>
                      </a:lnTo>
                      <a:lnTo>
                        <a:pt x="773" y="650"/>
                      </a:lnTo>
                      <a:lnTo>
                        <a:pt x="729" y="653"/>
                      </a:lnTo>
                      <a:lnTo>
                        <a:pt x="685" y="650"/>
                      </a:lnTo>
                      <a:lnTo>
                        <a:pt x="644" y="642"/>
                      </a:lnTo>
                      <a:lnTo>
                        <a:pt x="604" y="628"/>
                      </a:lnTo>
                      <a:lnTo>
                        <a:pt x="566" y="610"/>
                      </a:lnTo>
                      <a:lnTo>
                        <a:pt x="532" y="587"/>
                      </a:lnTo>
                      <a:lnTo>
                        <a:pt x="501" y="560"/>
                      </a:lnTo>
                      <a:lnTo>
                        <a:pt x="474" y="529"/>
                      </a:lnTo>
                      <a:lnTo>
                        <a:pt x="450" y="495"/>
                      </a:lnTo>
                      <a:lnTo>
                        <a:pt x="431" y="458"/>
                      </a:lnTo>
                      <a:lnTo>
                        <a:pt x="416" y="419"/>
                      </a:lnTo>
                      <a:lnTo>
                        <a:pt x="407" y="377"/>
                      </a:lnTo>
                      <a:lnTo>
                        <a:pt x="0" y="337"/>
                      </a:lnTo>
                      <a:lnTo>
                        <a:pt x="9" y="287"/>
                      </a:lnTo>
                      <a:lnTo>
                        <a:pt x="15" y="235"/>
                      </a:lnTo>
                      <a:lnTo>
                        <a:pt x="17" y="182"/>
                      </a:lnTo>
                      <a:lnTo>
                        <a:pt x="16" y="173"/>
                      </a:lnTo>
                      <a:lnTo>
                        <a:pt x="423" y="214"/>
                      </a:lnTo>
                      <a:lnTo>
                        <a:pt x="441" y="173"/>
                      </a:lnTo>
                      <a:lnTo>
                        <a:pt x="464" y="136"/>
                      </a:lnTo>
                      <a:lnTo>
                        <a:pt x="492" y="103"/>
                      </a:lnTo>
                      <a:lnTo>
                        <a:pt x="524" y="73"/>
                      </a:lnTo>
                      <a:lnTo>
                        <a:pt x="558" y="48"/>
                      </a:lnTo>
                      <a:lnTo>
                        <a:pt x="597" y="28"/>
                      </a:lnTo>
                      <a:lnTo>
                        <a:pt x="639" y="12"/>
                      </a:lnTo>
                      <a:lnTo>
                        <a:pt x="683" y="3"/>
                      </a:lnTo>
                      <a:lnTo>
                        <a:pt x="729" y="0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23" name="Freeform 67"/>
                <p:cNvSpPr>
                  <a:spLocks/>
                </p:cNvSpPr>
                <p:nvPr/>
              </p:nvSpPr>
              <p:spPr bwMode="auto">
                <a:xfrm>
                  <a:off x="5259388" y="5411788"/>
                  <a:ext cx="103188" cy="166688"/>
                </a:xfrm>
                <a:custGeom>
                  <a:avLst/>
                  <a:gdLst>
                    <a:gd name="T0" fmla="*/ 246 w 654"/>
                    <a:gd name="T1" fmla="*/ 0 h 1049"/>
                    <a:gd name="T2" fmla="*/ 337 w 654"/>
                    <a:gd name="T3" fmla="*/ 397 h 1049"/>
                    <a:gd name="T4" fmla="*/ 383 w 654"/>
                    <a:gd name="T5" fmla="*/ 402 h 1049"/>
                    <a:gd name="T6" fmla="*/ 429 w 654"/>
                    <a:gd name="T7" fmla="*/ 413 h 1049"/>
                    <a:gd name="T8" fmla="*/ 471 w 654"/>
                    <a:gd name="T9" fmla="*/ 431 h 1049"/>
                    <a:gd name="T10" fmla="*/ 510 w 654"/>
                    <a:gd name="T11" fmla="*/ 453 h 1049"/>
                    <a:gd name="T12" fmla="*/ 545 w 654"/>
                    <a:gd name="T13" fmla="*/ 480 h 1049"/>
                    <a:gd name="T14" fmla="*/ 576 w 654"/>
                    <a:gd name="T15" fmla="*/ 513 h 1049"/>
                    <a:gd name="T16" fmla="*/ 603 w 654"/>
                    <a:gd name="T17" fmla="*/ 548 h 1049"/>
                    <a:gd name="T18" fmla="*/ 624 w 654"/>
                    <a:gd name="T19" fmla="*/ 588 h 1049"/>
                    <a:gd name="T20" fmla="*/ 641 w 654"/>
                    <a:gd name="T21" fmla="*/ 630 h 1049"/>
                    <a:gd name="T22" fmla="*/ 651 w 654"/>
                    <a:gd name="T23" fmla="*/ 676 h 1049"/>
                    <a:gd name="T24" fmla="*/ 654 w 654"/>
                    <a:gd name="T25" fmla="*/ 723 h 1049"/>
                    <a:gd name="T26" fmla="*/ 651 w 654"/>
                    <a:gd name="T27" fmla="*/ 768 h 1049"/>
                    <a:gd name="T28" fmla="*/ 642 w 654"/>
                    <a:gd name="T29" fmla="*/ 810 h 1049"/>
                    <a:gd name="T30" fmla="*/ 628 w 654"/>
                    <a:gd name="T31" fmla="*/ 850 h 1049"/>
                    <a:gd name="T32" fmla="*/ 608 w 654"/>
                    <a:gd name="T33" fmla="*/ 887 h 1049"/>
                    <a:gd name="T34" fmla="*/ 585 w 654"/>
                    <a:gd name="T35" fmla="*/ 923 h 1049"/>
                    <a:gd name="T36" fmla="*/ 557 w 654"/>
                    <a:gd name="T37" fmla="*/ 954 h 1049"/>
                    <a:gd name="T38" fmla="*/ 526 w 654"/>
                    <a:gd name="T39" fmla="*/ 982 h 1049"/>
                    <a:gd name="T40" fmla="*/ 492 w 654"/>
                    <a:gd name="T41" fmla="*/ 1005 h 1049"/>
                    <a:gd name="T42" fmla="*/ 454 w 654"/>
                    <a:gd name="T43" fmla="*/ 1024 h 1049"/>
                    <a:gd name="T44" fmla="*/ 413 w 654"/>
                    <a:gd name="T45" fmla="*/ 1038 h 1049"/>
                    <a:gd name="T46" fmla="*/ 371 w 654"/>
                    <a:gd name="T47" fmla="*/ 1047 h 1049"/>
                    <a:gd name="T48" fmla="*/ 327 w 654"/>
                    <a:gd name="T49" fmla="*/ 1049 h 1049"/>
                    <a:gd name="T50" fmla="*/ 282 w 654"/>
                    <a:gd name="T51" fmla="*/ 1047 h 1049"/>
                    <a:gd name="T52" fmla="*/ 240 w 654"/>
                    <a:gd name="T53" fmla="*/ 1038 h 1049"/>
                    <a:gd name="T54" fmla="*/ 199 w 654"/>
                    <a:gd name="T55" fmla="*/ 1024 h 1049"/>
                    <a:gd name="T56" fmla="*/ 161 w 654"/>
                    <a:gd name="T57" fmla="*/ 1005 h 1049"/>
                    <a:gd name="T58" fmla="*/ 127 w 654"/>
                    <a:gd name="T59" fmla="*/ 982 h 1049"/>
                    <a:gd name="T60" fmla="*/ 96 w 654"/>
                    <a:gd name="T61" fmla="*/ 954 h 1049"/>
                    <a:gd name="T62" fmla="*/ 68 w 654"/>
                    <a:gd name="T63" fmla="*/ 923 h 1049"/>
                    <a:gd name="T64" fmla="*/ 45 w 654"/>
                    <a:gd name="T65" fmla="*/ 887 h 1049"/>
                    <a:gd name="T66" fmla="*/ 26 w 654"/>
                    <a:gd name="T67" fmla="*/ 850 h 1049"/>
                    <a:gd name="T68" fmla="*/ 12 w 654"/>
                    <a:gd name="T69" fmla="*/ 810 h 1049"/>
                    <a:gd name="T70" fmla="*/ 3 w 654"/>
                    <a:gd name="T71" fmla="*/ 768 h 1049"/>
                    <a:gd name="T72" fmla="*/ 0 w 654"/>
                    <a:gd name="T73" fmla="*/ 723 h 1049"/>
                    <a:gd name="T74" fmla="*/ 3 w 654"/>
                    <a:gd name="T75" fmla="*/ 677 h 1049"/>
                    <a:gd name="T76" fmla="*/ 13 w 654"/>
                    <a:gd name="T77" fmla="*/ 632 h 1049"/>
                    <a:gd name="T78" fmla="*/ 28 w 654"/>
                    <a:gd name="T79" fmla="*/ 591 h 1049"/>
                    <a:gd name="T80" fmla="*/ 49 w 654"/>
                    <a:gd name="T81" fmla="*/ 553 h 1049"/>
                    <a:gd name="T82" fmla="*/ 75 w 654"/>
                    <a:gd name="T83" fmla="*/ 517 h 1049"/>
                    <a:gd name="T84" fmla="*/ 105 w 654"/>
                    <a:gd name="T85" fmla="*/ 485 h 1049"/>
                    <a:gd name="T86" fmla="*/ 139 w 654"/>
                    <a:gd name="T87" fmla="*/ 457 h 1049"/>
                    <a:gd name="T88" fmla="*/ 177 w 654"/>
                    <a:gd name="T89" fmla="*/ 435 h 1049"/>
                    <a:gd name="T90" fmla="*/ 85 w 654"/>
                    <a:gd name="T91" fmla="*/ 37 h 1049"/>
                    <a:gd name="T92" fmla="*/ 140 w 654"/>
                    <a:gd name="T93" fmla="*/ 28 h 1049"/>
                    <a:gd name="T94" fmla="*/ 194 w 654"/>
                    <a:gd name="T95" fmla="*/ 16 h 1049"/>
                    <a:gd name="T96" fmla="*/ 246 w 654"/>
                    <a:gd name="T97" fmla="*/ 0 h 104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</a:cxnLst>
                  <a:rect l="0" t="0" r="r" b="b"/>
                  <a:pathLst>
                    <a:path w="654" h="1049">
                      <a:moveTo>
                        <a:pt x="246" y="0"/>
                      </a:moveTo>
                      <a:lnTo>
                        <a:pt x="337" y="397"/>
                      </a:lnTo>
                      <a:lnTo>
                        <a:pt x="383" y="402"/>
                      </a:lnTo>
                      <a:lnTo>
                        <a:pt x="429" y="413"/>
                      </a:lnTo>
                      <a:lnTo>
                        <a:pt x="471" y="431"/>
                      </a:lnTo>
                      <a:lnTo>
                        <a:pt x="510" y="453"/>
                      </a:lnTo>
                      <a:lnTo>
                        <a:pt x="545" y="480"/>
                      </a:lnTo>
                      <a:lnTo>
                        <a:pt x="576" y="513"/>
                      </a:lnTo>
                      <a:lnTo>
                        <a:pt x="603" y="548"/>
                      </a:lnTo>
                      <a:lnTo>
                        <a:pt x="624" y="588"/>
                      </a:lnTo>
                      <a:lnTo>
                        <a:pt x="641" y="630"/>
                      </a:lnTo>
                      <a:lnTo>
                        <a:pt x="651" y="676"/>
                      </a:lnTo>
                      <a:lnTo>
                        <a:pt x="654" y="723"/>
                      </a:lnTo>
                      <a:lnTo>
                        <a:pt x="651" y="768"/>
                      </a:lnTo>
                      <a:lnTo>
                        <a:pt x="642" y="810"/>
                      </a:lnTo>
                      <a:lnTo>
                        <a:pt x="628" y="850"/>
                      </a:lnTo>
                      <a:lnTo>
                        <a:pt x="608" y="887"/>
                      </a:lnTo>
                      <a:lnTo>
                        <a:pt x="585" y="923"/>
                      </a:lnTo>
                      <a:lnTo>
                        <a:pt x="557" y="954"/>
                      </a:lnTo>
                      <a:lnTo>
                        <a:pt x="526" y="982"/>
                      </a:lnTo>
                      <a:lnTo>
                        <a:pt x="492" y="1005"/>
                      </a:lnTo>
                      <a:lnTo>
                        <a:pt x="454" y="1024"/>
                      </a:lnTo>
                      <a:lnTo>
                        <a:pt x="413" y="1038"/>
                      </a:lnTo>
                      <a:lnTo>
                        <a:pt x="371" y="1047"/>
                      </a:lnTo>
                      <a:lnTo>
                        <a:pt x="327" y="1049"/>
                      </a:lnTo>
                      <a:lnTo>
                        <a:pt x="282" y="1047"/>
                      </a:lnTo>
                      <a:lnTo>
                        <a:pt x="240" y="1038"/>
                      </a:lnTo>
                      <a:lnTo>
                        <a:pt x="199" y="1024"/>
                      </a:lnTo>
                      <a:lnTo>
                        <a:pt x="161" y="1005"/>
                      </a:lnTo>
                      <a:lnTo>
                        <a:pt x="127" y="982"/>
                      </a:lnTo>
                      <a:lnTo>
                        <a:pt x="96" y="954"/>
                      </a:lnTo>
                      <a:lnTo>
                        <a:pt x="68" y="923"/>
                      </a:lnTo>
                      <a:lnTo>
                        <a:pt x="45" y="887"/>
                      </a:lnTo>
                      <a:lnTo>
                        <a:pt x="26" y="850"/>
                      </a:lnTo>
                      <a:lnTo>
                        <a:pt x="12" y="810"/>
                      </a:lnTo>
                      <a:lnTo>
                        <a:pt x="3" y="768"/>
                      </a:lnTo>
                      <a:lnTo>
                        <a:pt x="0" y="723"/>
                      </a:lnTo>
                      <a:lnTo>
                        <a:pt x="3" y="677"/>
                      </a:lnTo>
                      <a:lnTo>
                        <a:pt x="13" y="632"/>
                      </a:lnTo>
                      <a:lnTo>
                        <a:pt x="28" y="591"/>
                      </a:lnTo>
                      <a:lnTo>
                        <a:pt x="49" y="553"/>
                      </a:lnTo>
                      <a:lnTo>
                        <a:pt x="75" y="517"/>
                      </a:lnTo>
                      <a:lnTo>
                        <a:pt x="105" y="485"/>
                      </a:lnTo>
                      <a:lnTo>
                        <a:pt x="139" y="457"/>
                      </a:lnTo>
                      <a:lnTo>
                        <a:pt x="177" y="435"/>
                      </a:lnTo>
                      <a:lnTo>
                        <a:pt x="85" y="37"/>
                      </a:lnTo>
                      <a:lnTo>
                        <a:pt x="140" y="28"/>
                      </a:lnTo>
                      <a:lnTo>
                        <a:pt x="194" y="16"/>
                      </a:lnTo>
                      <a:lnTo>
                        <a:pt x="246" y="0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24" name="Freeform 68"/>
                <p:cNvSpPr>
                  <a:spLocks/>
                </p:cNvSpPr>
                <p:nvPr/>
              </p:nvSpPr>
              <p:spPr bwMode="auto">
                <a:xfrm>
                  <a:off x="4967288" y="5326063"/>
                  <a:ext cx="184150" cy="106363"/>
                </a:xfrm>
                <a:custGeom>
                  <a:avLst/>
                  <a:gdLst>
                    <a:gd name="T0" fmla="*/ 1106 w 1159"/>
                    <a:gd name="T1" fmla="*/ 0 h 675"/>
                    <a:gd name="T2" fmla="*/ 1120 w 1159"/>
                    <a:gd name="T3" fmla="*/ 54 h 675"/>
                    <a:gd name="T4" fmla="*/ 1138 w 1159"/>
                    <a:gd name="T5" fmla="*/ 106 h 675"/>
                    <a:gd name="T6" fmla="*/ 1159 w 1159"/>
                    <a:gd name="T7" fmla="*/ 156 h 675"/>
                    <a:gd name="T8" fmla="*/ 651 w 1159"/>
                    <a:gd name="T9" fmla="*/ 326 h 675"/>
                    <a:gd name="T10" fmla="*/ 652 w 1159"/>
                    <a:gd name="T11" fmla="*/ 336 h 675"/>
                    <a:gd name="T12" fmla="*/ 653 w 1159"/>
                    <a:gd name="T13" fmla="*/ 348 h 675"/>
                    <a:gd name="T14" fmla="*/ 651 w 1159"/>
                    <a:gd name="T15" fmla="*/ 392 h 675"/>
                    <a:gd name="T16" fmla="*/ 642 w 1159"/>
                    <a:gd name="T17" fmla="*/ 435 h 675"/>
                    <a:gd name="T18" fmla="*/ 628 w 1159"/>
                    <a:gd name="T19" fmla="*/ 475 h 675"/>
                    <a:gd name="T20" fmla="*/ 609 w 1159"/>
                    <a:gd name="T21" fmla="*/ 513 h 675"/>
                    <a:gd name="T22" fmla="*/ 586 w 1159"/>
                    <a:gd name="T23" fmla="*/ 547 h 675"/>
                    <a:gd name="T24" fmla="*/ 558 w 1159"/>
                    <a:gd name="T25" fmla="*/ 579 h 675"/>
                    <a:gd name="T26" fmla="*/ 527 w 1159"/>
                    <a:gd name="T27" fmla="*/ 607 h 675"/>
                    <a:gd name="T28" fmla="*/ 491 w 1159"/>
                    <a:gd name="T29" fmla="*/ 630 h 675"/>
                    <a:gd name="T30" fmla="*/ 454 w 1159"/>
                    <a:gd name="T31" fmla="*/ 649 h 675"/>
                    <a:gd name="T32" fmla="*/ 414 w 1159"/>
                    <a:gd name="T33" fmla="*/ 664 h 675"/>
                    <a:gd name="T34" fmla="*/ 370 w 1159"/>
                    <a:gd name="T35" fmla="*/ 671 h 675"/>
                    <a:gd name="T36" fmla="*/ 326 w 1159"/>
                    <a:gd name="T37" fmla="*/ 675 h 675"/>
                    <a:gd name="T38" fmla="*/ 282 w 1159"/>
                    <a:gd name="T39" fmla="*/ 671 h 675"/>
                    <a:gd name="T40" fmla="*/ 240 w 1159"/>
                    <a:gd name="T41" fmla="*/ 664 h 675"/>
                    <a:gd name="T42" fmla="*/ 200 w 1159"/>
                    <a:gd name="T43" fmla="*/ 649 h 675"/>
                    <a:gd name="T44" fmla="*/ 162 w 1159"/>
                    <a:gd name="T45" fmla="*/ 630 h 675"/>
                    <a:gd name="T46" fmla="*/ 126 w 1159"/>
                    <a:gd name="T47" fmla="*/ 607 h 675"/>
                    <a:gd name="T48" fmla="*/ 95 w 1159"/>
                    <a:gd name="T49" fmla="*/ 579 h 675"/>
                    <a:gd name="T50" fmla="*/ 68 w 1159"/>
                    <a:gd name="T51" fmla="*/ 547 h 675"/>
                    <a:gd name="T52" fmla="*/ 44 w 1159"/>
                    <a:gd name="T53" fmla="*/ 513 h 675"/>
                    <a:gd name="T54" fmla="*/ 26 w 1159"/>
                    <a:gd name="T55" fmla="*/ 475 h 675"/>
                    <a:gd name="T56" fmla="*/ 12 w 1159"/>
                    <a:gd name="T57" fmla="*/ 435 h 675"/>
                    <a:gd name="T58" fmla="*/ 3 w 1159"/>
                    <a:gd name="T59" fmla="*/ 392 h 675"/>
                    <a:gd name="T60" fmla="*/ 0 w 1159"/>
                    <a:gd name="T61" fmla="*/ 348 h 675"/>
                    <a:gd name="T62" fmla="*/ 3 w 1159"/>
                    <a:gd name="T63" fmla="*/ 303 h 675"/>
                    <a:gd name="T64" fmla="*/ 12 w 1159"/>
                    <a:gd name="T65" fmla="*/ 261 h 675"/>
                    <a:gd name="T66" fmla="*/ 26 w 1159"/>
                    <a:gd name="T67" fmla="*/ 221 h 675"/>
                    <a:gd name="T68" fmla="*/ 44 w 1159"/>
                    <a:gd name="T69" fmla="*/ 183 h 675"/>
                    <a:gd name="T70" fmla="*/ 68 w 1159"/>
                    <a:gd name="T71" fmla="*/ 148 h 675"/>
                    <a:gd name="T72" fmla="*/ 95 w 1159"/>
                    <a:gd name="T73" fmla="*/ 117 h 675"/>
                    <a:gd name="T74" fmla="*/ 126 w 1159"/>
                    <a:gd name="T75" fmla="*/ 89 h 675"/>
                    <a:gd name="T76" fmla="*/ 162 w 1159"/>
                    <a:gd name="T77" fmla="*/ 66 h 675"/>
                    <a:gd name="T78" fmla="*/ 200 w 1159"/>
                    <a:gd name="T79" fmla="*/ 47 h 675"/>
                    <a:gd name="T80" fmla="*/ 240 w 1159"/>
                    <a:gd name="T81" fmla="*/ 33 h 675"/>
                    <a:gd name="T82" fmla="*/ 282 w 1159"/>
                    <a:gd name="T83" fmla="*/ 25 h 675"/>
                    <a:gd name="T84" fmla="*/ 326 w 1159"/>
                    <a:gd name="T85" fmla="*/ 21 h 675"/>
                    <a:gd name="T86" fmla="*/ 369 w 1159"/>
                    <a:gd name="T87" fmla="*/ 24 h 675"/>
                    <a:gd name="T88" fmla="*/ 409 w 1159"/>
                    <a:gd name="T89" fmla="*/ 33 h 675"/>
                    <a:gd name="T90" fmla="*/ 448 w 1159"/>
                    <a:gd name="T91" fmla="*/ 45 h 675"/>
                    <a:gd name="T92" fmla="*/ 485 w 1159"/>
                    <a:gd name="T93" fmla="*/ 63 h 675"/>
                    <a:gd name="T94" fmla="*/ 518 w 1159"/>
                    <a:gd name="T95" fmla="*/ 84 h 675"/>
                    <a:gd name="T96" fmla="*/ 549 w 1159"/>
                    <a:gd name="T97" fmla="*/ 109 h 675"/>
                    <a:gd name="T98" fmla="*/ 577 w 1159"/>
                    <a:gd name="T99" fmla="*/ 138 h 675"/>
                    <a:gd name="T100" fmla="*/ 600 w 1159"/>
                    <a:gd name="T101" fmla="*/ 170 h 675"/>
                    <a:gd name="T102" fmla="*/ 1106 w 1159"/>
                    <a:gd name="T103" fmla="*/ 0 h 6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</a:cxnLst>
                  <a:rect l="0" t="0" r="r" b="b"/>
                  <a:pathLst>
                    <a:path w="1159" h="675">
                      <a:moveTo>
                        <a:pt x="1106" y="0"/>
                      </a:moveTo>
                      <a:lnTo>
                        <a:pt x="1120" y="54"/>
                      </a:lnTo>
                      <a:lnTo>
                        <a:pt x="1138" y="106"/>
                      </a:lnTo>
                      <a:lnTo>
                        <a:pt x="1159" y="156"/>
                      </a:lnTo>
                      <a:lnTo>
                        <a:pt x="651" y="326"/>
                      </a:lnTo>
                      <a:lnTo>
                        <a:pt x="652" y="336"/>
                      </a:lnTo>
                      <a:lnTo>
                        <a:pt x="653" y="348"/>
                      </a:lnTo>
                      <a:lnTo>
                        <a:pt x="651" y="392"/>
                      </a:lnTo>
                      <a:lnTo>
                        <a:pt x="642" y="435"/>
                      </a:lnTo>
                      <a:lnTo>
                        <a:pt x="628" y="475"/>
                      </a:lnTo>
                      <a:lnTo>
                        <a:pt x="609" y="513"/>
                      </a:lnTo>
                      <a:lnTo>
                        <a:pt x="586" y="547"/>
                      </a:lnTo>
                      <a:lnTo>
                        <a:pt x="558" y="579"/>
                      </a:lnTo>
                      <a:lnTo>
                        <a:pt x="527" y="607"/>
                      </a:lnTo>
                      <a:lnTo>
                        <a:pt x="491" y="630"/>
                      </a:lnTo>
                      <a:lnTo>
                        <a:pt x="454" y="649"/>
                      </a:lnTo>
                      <a:lnTo>
                        <a:pt x="414" y="664"/>
                      </a:lnTo>
                      <a:lnTo>
                        <a:pt x="370" y="671"/>
                      </a:lnTo>
                      <a:lnTo>
                        <a:pt x="326" y="675"/>
                      </a:lnTo>
                      <a:lnTo>
                        <a:pt x="282" y="671"/>
                      </a:lnTo>
                      <a:lnTo>
                        <a:pt x="240" y="664"/>
                      </a:lnTo>
                      <a:lnTo>
                        <a:pt x="200" y="649"/>
                      </a:lnTo>
                      <a:lnTo>
                        <a:pt x="162" y="630"/>
                      </a:lnTo>
                      <a:lnTo>
                        <a:pt x="126" y="607"/>
                      </a:lnTo>
                      <a:lnTo>
                        <a:pt x="95" y="579"/>
                      </a:lnTo>
                      <a:lnTo>
                        <a:pt x="68" y="547"/>
                      </a:lnTo>
                      <a:lnTo>
                        <a:pt x="44" y="513"/>
                      </a:lnTo>
                      <a:lnTo>
                        <a:pt x="26" y="475"/>
                      </a:lnTo>
                      <a:lnTo>
                        <a:pt x="12" y="435"/>
                      </a:lnTo>
                      <a:lnTo>
                        <a:pt x="3" y="392"/>
                      </a:lnTo>
                      <a:lnTo>
                        <a:pt x="0" y="348"/>
                      </a:lnTo>
                      <a:lnTo>
                        <a:pt x="3" y="303"/>
                      </a:lnTo>
                      <a:lnTo>
                        <a:pt x="12" y="261"/>
                      </a:lnTo>
                      <a:lnTo>
                        <a:pt x="26" y="221"/>
                      </a:lnTo>
                      <a:lnTo>
                        <a:pt x="44" y="183"/>
                      </a:lnTo>
                      <a:lnTo>
                        <a:pt x="68" y="148"/>
                      </a:lnTo>
                      <a:lnTo>
                        <a:pt x="95" y="117"/>
                      </a:lnTo>
                      <a:lnTo>
                        <a:pt x="126" y="89"/>
                      </a:lnTo>
                      <a:lnTo>
                        <a:pt x="162" y="66"/>
                      </a:lnTo>
                      <a:lnTo>
                        <a:pt x="200" y="47"/>
                      </a:lnTo>
                      <a:lnTo>
                        <a:pt x="240" y="33"/>
                      </a:lnTo>
                      <a:lnTo>
                        <a:pt x="282" y="25"/>
                      </a:lnTo>
                      <a:lnTo>
                        <a:pt x="326" y="21"/>
                      </a:lnTo>
                      <a:lnTo>
                        <a:pt x="369" y="24"/>
                      </a:lnTo>
                      <a:lnTo>
                        <a:pt x="409" y="33"/>
                      </a:lnTo>
                      <a:lnTo>
                        <a:pt x="448" y="45"/>
                      </a:lnTo>
                      <a:lnTo>
                        <a:pt x="485" y="63"/>
                      </a:lnTo>
                      <a:lnTo>
                        <a:pt x="518" y="84"/>
                      </a:lnTo>
                      <a:lnTo>
                        <a:pt x="549" y="109"/>
                      </a:lnTo>
                      <a:lnTo>
                        <a:pt x="577" y="138"/>
                      </a:lnTo>
                      <a:lnTo>
                        <a:pt x="600" y="170"/>
                      </a:lnTo>
                      <a:lnTo>
                        <a:pt x="1106" y="0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25" name="Freeform 69"/>
                <p:cNvSpPr>
                  <a:spLocks/>
                </p:cNvSpPr>
                <p:nvPr/>
              </p:nvSpPr>
              <p:spPr bwMode="auto">
                <a:xfrm>
                  <a:off x="5170488" y="5211763"/>
                  <a:ext cx="177800" cy="177800"/>
                </a:xfrm>
                <a:custGeom>
                  <a:avLst/>
                  <a:gdLst>
                    <a:gd name="T0" fmla="*/ 561 w 1122"/>
                    <a:gd name="T1" fmla="*/ 0 h 1121"/>
                    <a:gd name="T2" fmla="*/ 622 w 1122"/>
                    <a:gd name="T3" fmla="*/ 3 h 1121"/>
                    <a:gd name="T4" fmla="*/ 681 w 1122"/>
                    <a:gd name="T5" fmla="*/ 13 h 1121"/>
                    <a:gd name="T6" fmla="*/ 738 w 1122"/>
                    <a:gd name="T7" fmla="*/ 29 h 1121"/>
                    <a:gd name="T8" fmla="*/ 792 w 1122"/>
                    <a:gd name="T9" fmla="*/ 50 h 1121"/>
                    <a:gd name="T10" fmla="*/ 843 w 1122"/>
                    <a:gd name="T11" fmla="*/ 76 h 1121"/>
                    <a:gd name="T12" fmla="*/ 892 w 1122"/>
                    <a:gd name="T13" fmla="*/ 108 h 1121"/>
                    <a:gd name="T14" fmla="*/ 937 w 1122"/>
                    <a:gd name="T15" fmla="*/ 145 h 1121"/>
                    <a:gd name="T16" fmla="*/ 976 w 1122"/>
                    <a:gd name="T17" fmla="*/ 185 h 1121"/>
                    <a:gd name="T18" fmla="*/ 1013 w 1122"/>
                    <a:gd name="T19" fmla="*/ 229 h 1121"/>
                    <a:gd name="T20" fmla="*/ 1045 w 1122"/>
                    <a:gd name="T21" fmla="*/ 278 h 1121"/>
                    <a:gd name="T22" fmla="*/ 1072 w 1122"/>
                    <a:gd name="T23" fmla="*/ 329 h 1121"/>
                    <a:gd name="T24" fmla="*/ 1093 w 1122"/>
                    <a:gd name="T25" fmla="*/ 383 h 1121"/>
                    <a:gd name="T26" fmla="*/ 1108 w 1122"/>
                    <a:gd name="T27" fmla="*/ 440 h 1121"/>
                    <a:gd name="T28" fmla="*/ 1118 w 1122"/>
                    <a:gd name="T29" fmla="*/ 499 h 1121"/>
                    <a:gd name="T30" fmla="*/ 1122 w 1122"/>
                    <a:gd name="T31" fmla="*/ 560 h 1121"/>
                    <a:gd name="T32" fmla="*/ 1118 w 1122"/>
                    <a:gd name="T33" fmla="*/ 621 h 1121"/>
                    <a:gd name="T34" fmla="*/ 1108 w 1122"/>
                    <a:gd name="T35" fmla="*/ 681 h 1121"/>
                    <a:gd name="T36" fmla="*/ 1093 w 1122"/>
                    <a:gd name="T37" fmla="*/ 737 h 1121"/>
                    <a:gd name="T38" fmla="*/ 1072 w 1122"/>
                    <a:gd name="T39" fmla="*/ 792 h 1121"/>
                    <a:gd name="T40" fmla="*/ 1045 w 1122"/>
                    <a:gd name="T41" fmla="*/ 843 h 1121"/>
                    <a:gd name="T42" fmla="*/ 1013 w 1122"/>
                    <a:gd name="T43" fmla="*/ 891 h 1121"/>
                    <a:gd name="T44" fmla="*/ 976 w 1122"/>
                    <a:gd name="T45" fmla="*/ 936 h 1121"/>
                    <a:gd name="T46" fmla="*/ 937 w 1122"/>
                    <a:gd name="T47" fmla="*/ 977 h 1121"/>
                    <a:gd name="T48" fmla="*/ 892 w 1122"/>
                    <a:gd name="T49" fmla="*/ 1012 h 1121"/>
                    <a:gd name="T50" fmla="*/ 843 w 1122"/>
                    <a:gd name="T51" fmla="*/ 1044 h 1121"/>
                    <a:gd name="T52" fmla="*/ 792 w 1122"/>
                    <a:gd name="T53" fmla="*/ 1071 h 1121"/>
                    <a:gd name="T54" fmla="*/ 738 w 1122"/>
                    <a:gd name="T55" fmla="*/ 1092 h 1121"/>
                    <a:gd name="T56" fmla="*/ 681 w 1122"/>
                    <a:gd name="T57" fmla="*/ 1108 h 1121"/>
                    <a:gd name="T58" fmla="*/ 622 w 1122"/>
                    <a:gd name="T59" fmla="*/ 1118 h 1121"/>
                    <a:gd name="T60" fmla="*/ 561 w 1122"/>
                    <a:gd name="T61" fmla="*/ 1121 h 1121"/>
                    <a:gd name="T62" fmla="*/ 500 w 1122"/>
                    <a:gd name="T63" fmla="*/ 1118 h 1121"/>
                    <a:gd name="T64" fmla="*/ 441 w 1122"/>
                    <a:gd name="T65" fmla="*/ 1108 h 1121"/>
                    <a:gd name="T66" fmla="*/ 384 w 1122"/>
                    <a:gd name="T67" fmla="*/ 1092 h 1121"/>
                    <a:gd name="T68" fmla="*/ 330 w 1122"/>
                    <a:gd name="T69" fmla="*/ 1071 h 1121"/>
                    <a:gd name="T70" fmla="*/ 279 w 1122"/>
                    <a:gd name="T71" fmla="*/ 1044 h 1121"/>
                    <a:gd name="T72" fmla="*/ 230 w 1122"/>
                    <a:gd name="T73" fmla="*/ 1012 h 1121"/>
                    <a:gd name="T74" fmla="*/ 186 w 1122"/>
                    <a:gd name="T75" fmla="*/ 977 h 1121"/>
                    <a:gd name="T76" fmla="*/ 145 w 1122"/>
                    <a:gd name="T77" fmla="*/ 936 h 1121"/>
                    <a:gd name="T78" fmla="*/ 109 w 1122"/>
                    <a:gd name="T79" fmla="*/ 891 h 1121"/>
                    <a:gd name="T80" fmla="*/ 77 w 1122"/>
                    <a:gd name="T81" fmla="*/ 843 h 1121"/>
                    <a:gd name="T82" fmla="*/ 50 w 1122"/>
                    <a:gd name="T83" fmla="*/ 792 h 1121"/>
                    <a:gd name="T84" fmla="*/ 29 w 1122"/>
                    <a:gd name="T85" fmla="*/ 737 h 1121"/>
                    <a:gd name="T86" fmla="*/ 14 w 1122"/>
                    <a:gd name="T87" fmla="*/ 681 h 1121"/>
                    <a:gd name="T88" fmla="*/ 4 w 1122"/>
                    <a:gd name="T89" fmla="*/ 621 h 1121"/>
                    <a:gd name="T90" fmla="*/ 0 w 1122"/>
                    <a:gd name="T91" fmla="*/ 560 h 1121"/>
                    <a:gd name="T92" fmla="*/ 4 w 1122"/>
                    <a:gd name="T93" fmla="*/ 499 h 1121"/>
                    <a:gd name="T94" fmla="*/ 14 w 1122"/>
                    <a:gd name="T95" fmla="*/ 440 h 1121"/>
                    <a:gd name="T96" fmla="*/ 29 w 1122"/>
                    <a:gd name="T97" fmla="*/ 383 h 1121"/>
                    <a:gd name="T98" fmla="*/ 50 w 1122"/>
                    <a:gd name="T99" fmla="*/ 329 h 1121"/>
                    <a:gd name="T100" fmla="*/ 77 w 1122"/>
                    <a:gd name="T101" fmla="*/ 278 h 1121"/>
                    <a:gd name="T102" fmla="*/ 109 w 1122"/>
                    <a:gd name="T103" fmla="*/ 229 h 1121"/>
                    <a:gd name="T104" fmla="*/ 145 w 1122"/>
                    <a:gd name="T105" fmla="*/ 185 h 1121"/>
                    <a:gd name="T106" fmla="*/ 186 w 1122"/>
                    <a:gd name="T107" fmla="*/ 145 h 1121"/>
                    <a:gd name="T108" fmla="*/ 230 w 1122"/>
                    <a:gd name="T109" fmla="*/ 108 h 1121"/>
                    <a:gd name="T110" fmla="*/ 279 w 1122"/>
                    <a:gd name="T111" fmla="*/ 76 h 1121"/>
                    <a:gd name="T112" fmla="*/ 330 w 1122"/>
                    <a:gd name="T113" fmla="*/ 50 h 1121"/>
                    <a:gd name="T114" fmla="*/ 384 w 1122"/>
                    <a:gd name="T115" fmla="*/ 29 h 1121"/>
                    <a:gd name="T116" fmla="*/ 441 w 1122"/>
                    <a:gd name="T117" fmla="*/ 13 h 1121"/>
                    <a:gd name="T118" fmla="*/ 500 w 1122"/>
                    <a:gd name="T119" fmla="*/ 3 h 1121"/>
                    <a:gd name="T120" fmla="*/ 561 w 1122"/>
                    <a:gd name="T121" fmla="*/ 0 h 112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  <a:cxn ang="0">
                      <a:pos x="T110" y="T111"/>
                    </a:cxn>
                    <a:cxn ang="0">
                      <a:pos x="T112" y="T113"/>
                    </a:cxn>
                    <a:cxn ang="0">
                      <a:pos x="T114" y="T115"/>
                    </a:cxn>
                    <a:cxn ang="0">
                      <a:pos x="T116" y="T117"/>
                    </a:cxn>
                    <a:cxn ang="0">
                      <a:pos x="T118" y="T119"/>
                    </a:cxn>
                    <a:cxn ang="0">
                      <a:pos x="T120" y="T121"/>
                    </a:cxn>
                  </a:cxnLst>
                  <a:rect l="0" t="0" r="r" b="b"/>
                  <a:pathLst>
                    <a:path w="1122" h="1121">
                      <a:moveTo>
                        <a:pt x="561" y="0"/>
                      </a:moveTo>
                      <a:lnTo>
                        <a:pt x="622" y="3"/>
                      </a:lnTo>
                      <a:lnTo>
                        <a:pt x="681" y="13"/>
                      </a:lnTo>
                      <a:lnTo>
                        <a:pt x="738" y="29"/>
                      </a:lnTo>
                      <a:lnTo>
                        <a:pt x="792" y="50"/>
                      </a:lnTo>
                      <a:lnTo>
                        <a:pt x="843" y="76"/>
                      </a:lnTo>
                      <a:lnTo>
                        <a:pt x="892" y="108"/>
                      </a:lnTo>
                      <a:lnTo>
                        <a:pt x="937" y="145"/>
                      </a:lnTo>
                      <a:lnTo>
                        <a:pt x="976" y="185"/>
                      </a:lnTo>
                      <a:lnTo>
                        <a:pt x="1013" y="229"/>
                      </a:lnTo>
                      <a:lnTo>
                        <a:pt x="1045" y="278"/>
                      </a:lnTo>
                      <a:lnTo>
                        <a:pt x="1072" y="329"/>
                      </a:lnTo>
                      <a:lnTo>
                        <a:pt x="1093" y="383"/>
                      </a:lnTo>
                      <a:lnTo>
                        <a:pt x="1108" y="440"/>
                      </a:lnTo>
                      <a:lnTo>
                        <a:pt x="1118" y="499"/>
                      </a:lnTo>
                      <a:lnTo>
                        <a:pt x="1122" y="560"/>
                      </a:lnTo>
                      <a:lnTo>
                        <a:pt x="1118" y="621"/>
                      </a:lnTo>
                      <a:lnTo>
                        <a:pt x="1108" y="681"/>
                      </a:lnTo>
                      <a:lnTo>
                        <a:pt x="1093" y="737"/>
                      </a:lnTo>
                      <a:lnTo>
                        <a:pt x="1072" y="792"/>
                      </a:lnTo>
                      <a:lnTo>
                        <a:pt x="1045" y="843"/>
                      </a:lnTo>
                      <a:lnTo>
                        <a:pt x="1013" y="891"/>
                      </a:lnTo>
                      <a:lnTo>
                        <a:pt x="976" y="936"/>
                      </a:lnTo>
                      <a:lnTo>
                        <a:pt x="937" y="977"/>
                      </a:lnTo>
                      <a:lnTo>
                        <a:pt x="892" y="1012"/>
                      </a:lnTo>
                      <a:lnTo>
                        <a:pt x="843" y="1044"/>
                      </a:lnTo>
                      <a:lnTo>
                        <a:pt x="792" y="1071"/>
                      </a:lnTo>
                      <a:lnTo>
                        <a:pt x="738" y="1092"/>
                      </a:lnTo>
                      <a:lnTo>
                        <a:pt x="681" y="1108"/>
                      </a:lnTo>
                      <a:lnTo>
                        <a:pt x="622" y="1118"/>
                      </a:lnTo>
                      <a:lnTo>
                        <a:pt x="561" y="1121"/>
                      </a:lnTo>
                      <a:lnTo>
                        <a:pt x="500" y="1118"/>
                      </a:lnTo>
                      <a:lnTo>
                        <a:pt x="441" y="1108"/>
                      </a:lnTo>
                      <a:lnTo>
                        <a:pt x="384" y="1092"/>
                      </a:lnTo>
                      <a:lnTo>
                        <a:pt x="330" y="1071"/>
                      </a:lnTo>
                      <a:lnTo>
                        <a:pt x="279" y="1044"/>
                      </a:lnTo>
                      <a:lnTo>
                        <a:pt x="230" y="1012"/>
                      </a:lnTo>
                      <a:lnTo>
                        <a:pt x="186" y="977"/>
                      </a:lnTo>
                      <a:lnTo>
                        <a:pt x="145" y="936"/>
                      </a:lnTo>
                      <a:lnTo>
                        <a:pt x="109" y="891"/>
                      </a:lnTo>
                      <a:lnTo>
                        <a:pt x="77" y="843"/>
                      </a:lnTo>
                      <a:lnTo>
                        <a:pt x="50" y="792"/>
                      </a:lnTo>
                      <a:lnTo>
                        <a:pt x="29" y="737"/>
                      </a:lnTo>
                      <a:lnTo>
                        <a:pt x="14" y="681"/>
                      </a:lnTo>
                      <a:lnTo>
                        <a:pt x="4" y="621"/>
                      </a:lnTo>
                      <a:lnTo>
                        <a:pt x="0" y="560"/>
                      </a:lnTo>
                      <a:lnTo>
                        <a:pt x="4" y="499"/>
                      </a:lnTo>
                      <a:lnTo>
                        <a:pt x="14" y="440"/>
                      </a:lnTo>
                      <a:lnTo>
                        <a:pt x="29" y="383"/>
                      </a:lnTo>
                      <a:lnTo>
                        <a:pt x="50" y="329"/>
                      </a:lnTo>
                      <a:lnTo>
                        <a:pt x="77" y="278"/>
                      </a:lnTo>
                      <a:lnTo>
                        <a:pt x="109" y="229"/>
                      </a:lnTo>
                      <a:lnTo>
                        <a:pt x="145" y="185"/>
                      </a:lnTo>
                      <a:lnTo>
                        <a:pt x="186" y="145"/>
                      </a:lnTo>
                      <a:lnTo>
                        <a:pt x="230" y="108"/>
                      </a:lnTo>
                      <a:lnTo>
                        <a:pt x="279" y="76"/>
                      </a:lnTo>
                      <a:lnTo>
                        <a:pt x="330" y="50"/>
                      </a:lnTo>
                      <a:lnTo>
                        <a:pt x="384" y="29"/>
                      </a:lnTo>
                      <a:lnTo>
                        <a:pt x="441" y="13"/>
                      </a:lnTo>
                      <a:lnTo>
                        <a:pt x="500" y="3"/>
                      </a:lnTo>
                      <a:lnTo>
                        <a:pt x="561" y="0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</p:grpSp>
        </p:grpSp>
        <p:grpSp>
          <p:nvGrpSpPr>
            <p:cNvPr id="15" name="그룹 53"/>
            <p:cNvGrpSpPr/>
            <p:nvPr/>
          </p:nvGrpSpPr>
          <p:grpSpPr>
            <a:xfrm>
              <a:off x="6270410" y="4434101"/>
              <a:ext cx="1501173" cy="1717182"/>
              <a:chOff x="6118010" y="4281701"/>
              <a:chExt cx="1501173" cy="1717182"/>
            </a:xfrm>
          </p:grpSpPr>
          <p:sp>
            <p:nvSpPr>
              <p:cNvPr id="16" name="Freeform 28"/>
              <p:cNvSpPr>
                <a:spLocks noEditPoints="1"/>
              </p:cNvSpPr>
              <p:nvPr/>
            </p:nvSpPr>
            <p:spPr bwMode="auto">
              <a:xfrm>
                <a:off x="6118010" y="4281701"/>
                <a:ext cx="1501173" cy="1717182"/>
              </a:xfrm>
              <a:custGeom>
                <a:avLst/>
                <a:gdLst>
                  <a:gd name="T0" fmla="*/ 687 w 1653"/>
                  <a:gd name="T1" fmla="*/ 411 h 1892"/>
                  <a:gd name="T2" fmla="*/ 495 w 1653"/>
                  <a:gd name="T3" fmla="*/ 488 h 1892"/>
                  <a:gd name="T4" fmla="*/ 329 w 1653"/>
                  <a:gd name="T5" fmla="*/ 621 h 1892"/>
                  <a:gd name="T6" fmla="*/ 214 w 1653"/>
                  <a:gd name="T7" fmla="*/ 791 h 1892"/>
                  <a:gd name="T8" fmla="*/ 155 w 1653"/>
                  <a:gd name="T9" fmla="*/ 983 h 1892"/>
                  <a:gd name="T10" fmla="*/ 152 w 1653"/>
                  <a:gd name="T11" fmla="*/ 1184 h 1892"/>
                  <a:gd name="T12" fmla="*/ 209 w 1653"/>
                  <a:gd name="T13" fmla="*/ 1381 h 1892"/>
                  <a:gd name="T14" fmla="*/ 325 w 1653"/>
                  <a:gd name="T15" fmla="*/ 1559 h 1892"/>
                  <a:gd name="T16" fmla="*/ 484 w 1653"/>
                  <a:gd name="T17" fmla="*/ 1691 h 1892"/>
                  <a:gd name="T18" fmla="*/ 670 w 1653"/>
                  <a:gd name="T19" fmla="*/ 1769 h 1892"/>
                  <a:gd name="T20" fmla="*/ 870 w 1653"/>
                  <a:gd name="T21" fmla="*/ 1791 h 1892"/>
                  <a:gd name="T22" fmla="*/ 1070 w 1653"/>
                  <a:gd name="T23" fmla="*/ 1754 h 1892"/>
                  <a:gd name="T24" fmla="*/ 1256 w 1653"/>
                  <a:gd name="T25" fmla="*/ 1657 h 1892"/>
                  <a:gd name="T26" fmla="*/ 1406 w 1653"/>
                  <a:gd name="T27" fmla="*/ 1510 h 1892"/>
                  <a:gd name="T28" fmla="*/ 1502 w 1653"/>
                  <a:gd name="T29" fmla="*/ 1331 h 1892"/>
                  <a:gd name="T30" fmla="*/ 1543 w 1653"/>
                  <a:gd name="T31" fmla="*/ 1135 h 1892"/>
                  <a:gd name="T32" fmla="*/ 1526 w 1653"/>
                  <a:gd name="T33" fmla="*/ 934 h 1892"/>
                  <a:gd name="T34" fmla="*/ 1450 w 1653"/>
                  <a:gd name="T35" fmla="*/ 742 h 1892"/>
                  <a:gd name="T36" fmla="*/ 1317 w 1653"/>
                  <a:gd name="T37" fmla="*/ 576 h 1892"/>
                  <a:gd name="T38" fmla="*/ 1147 w 1653"/>
                  <a:gd name="T39" fmla="*/ 462 h 1892"/>
                  <a:gd name="T40" fmla="*/ 955 w 1653"/>
                  <a:gd name="T41" fmla="*/ 402 h 1892"/>
                  <a:gd name="T42" fmla="*/ 51 w 1653"/>
                  <a:gd name="T43" fmla="*/ 0 h 1892"/>
                  <a:gd name="T44" fmla="*/ 89 w 1653"/>
                  <a:gd name="T45" fmla="*/ 6 h 1892"/>
                  <a:gd name="T46" fmla="*/ 193 w 1653"/>
                  <a:gd name="T47" fmla="*/ 27 h 1892"/>
                  <a:gd name="T48" fmla="*/ 345 w 1653"/>
                  <a:gd name="T49" fmla="*/ 62 h 1892"/>
                  <a:gd name="T50" fmla="*/ 534 w 1653"/>
                  <a:gd name="T51" fmla="*/ 109 h 1892"/>
                  <a:gd name="T52" fmla="*/ 742 w 1653"/>
                  <a:gd name="T53" fmla="*/ 171 h 1892"/>
                  <a:gd name="T54" fmla="*/ 954 w 1653"/>
                  <a:gd name="T55" fmla="*/ 244 h 1892"/>
                  <a:gd name="T56" fmla="*/ 1155 w 1653"/>
                  <a:gd name="T57" fmla="*/ 329 h 1892"/>
                  <a:gd name="T58" fmla="*/ 1330 w 1653"/>
                  <a:gd name="T59" fmla="*/ 427 h 1892"/>
                  <a:gd name="T60" fmla="*/ 1462 w 1653"/>
                  <a:gd name="T61" fmla="*/ 537 h 1892"/>
                  <a:gd name="T62" fmla="*/ 1572 w 1653"/>
                  <a:gd name="T63" fmla="*/ 704 h 1892"/>
                  <a:gd name="T64" fmla="*/ 1639 w 1653"/>
                  <a:gd name="T65" fmla="*/ 910 h 1892"/>
                  <a:gd name="T66" fmla="*/ 1650 w 1653"/>
                  <a:gd name="T67" fmla="*/ 1122 h 1892"/>
                  <a:gd name="T68" fmla="*/ 1608 w 1653"/>
                  <a:gd name="T69" fmla="*/ 1330 h 1892"/>
                  <a:gd name="T70" fmla="*/ 1515 w 1653"/>
                  <a:gd name="T71" fmla="*/ 1521 h 1892"/>
                  <a:gd name="T72" fmla="*/ 1371 w 1653"/>
                  <a:gd name="T73" fmla="*/ 1686 h 1892"/>
                  <a:gd name="T74" fmla="*/ 1183 w 1653"/>
                  <a:gd name="T75" fmla="*/ 1810 h 1892"/>
                  <a:gd name="T76" fmla="*/ 977 w 1653"/>
                  <a:gd name="T77" fmla="*/ 1877 h 1892"/>
                  <a:gd name="T78" fmla="*/ 765 w 1653"/>
                  <a:gd name="T79" fmla="*/ 1889 h 1892"/>
                  <a:gd name="T80" fmla="*/ 557 w 1653"/>
                  <a:gd name="T81" fmla="*/ 1847 h 1892"/>
                  <a:gd name="T82" fmla="*/ 366 w 1653"/>
                  <a:gd name="T83" fmla="*/ 1753 h 1892"/>
                  <a:gd name="T84" fmla="*/ 201 w 1653"/>
                  <a:gd name="T85" fmla="*/ 1609 h 1892"/>
                  <a:gd name="T86" fmla="*/ 103 w 1653"/>
                  <a:gd name="T87" fmla="*/ 1459 h 1892"/>
                  <a:gd name="T88" fmla="*/ 47 w 1653"/>
                  <a:gd name="T89" fmla="*/ 1285 h 1892"/>
                  <a:gd name="T90" fmla="*/ 15 w 1653"/>
                  <a:gd name="T91" fmla="*/ 1080 h 1892"/>
                  <a:gd name="T92" fmla="*/ 1 w 1653"/>
                  <a:gd name="T93" fmla="*/ 859 h 1892"/>
                  <a:gd name="T94" fmla="*/ 1 w 1653"/>
                  <a:gd name="T95" fmla="*/ 636 h 1892"/>
                  <a:gd name="T96" fmla="*/ 11 w 1653"/>
                  <a:gd name="T97" fmla="*/ 425 h 1892"/>
                  <a:gd name="T98" fmla="*/ 24 w 1653"/>
                  <a:gd name="T99" fmla="*/ 242 h 1892"/>
                  <a:gd name="T100" fmla="*/ 39 w 1653"/>
                  <a:gd name="T101" fmla="*/ 101 h 1892"/>
                  <a:gd name="T102" fmla="*/ 49 w 1653"/>
                  <a:gd name="T103" fmla="*/ 17 h 189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</a:cxnLst>
                <a:rect l="0" t="0" r="r" b="b"/>
                <a:pathLst>
                  <a:path w="1653" h="1892">
                    <a:moveTo>
                      <a:pt x="820" y="394"/>
                    </a:moveTo>
                    <a:lnTo>
                      <a:pt x="754" y="399"/>
                    </a:lnTo>
                    <a:lnTo>
                      <a:pt x="687" y="411"/>
                    </a:lnTo>
                    <a:lnTo>
                      <a:pt x="621" y="430"/>
                    </a:lnTo>
                    <a:lnTo>
                      <a:pt x="557" y="456"/>
                    </a:lnTo>
                    <a:lnTo>
                      <a:pt x="495" y="488"/>
                    </a:lnTo>
                    <a:lnTo>
                      <a:pt x="434" y="527"/>
                    </a:lnTo>
                    <a:lnTo>
                      <a:pt x="379" y="572"/>
                    </a:lnTo>
                    <a:lnTo>
                      <a:pt x="329" y="621"/>
                    </a:lnTo>
                    <a:lnTo>
                      <a:pt x="285" y="674"/>
                    </a:lnTo>
                    <a:lnTo>
                      <a:pt x="247" y="731"/>
                    </a:lnTo>
                    <a:lnTo>
                      <a:pt x="214" y="791"/>
                    </a:lnTo>
                    <a:lnTo>
                      <a:pt x="189" y="853"/>
                    </a:lnTo>
                    <a:lnTo>
                      <a:pt x="169" y="917"/>
                    </a:lnTo>
                    <a:lnTo>
                      <a:pt x="155" y="983"/>
                    </a:lnTo>
                    <a:lnTo>
                      <a:pt x="147" y="1050"/>
                    </a:lnTo>
                    <a:lnTo>
                      <a:pt x="147" y="1116"/>
                    </a:lnTo>
                    <a:lnTo>
                      <a:pt x="152" y="1184"/>
                    </a:lnTo>
                    <a:lnTo>
                      <a:pt x="165" y="1251"/>
                    </a:lnTo>
                    <a:lnTo>
                      <a:pt x="183" y="1316"/>
                    </a:lnTo>
                    <a:lnTo>
                      <a:pt x="209" y="1381"/>
                    </a:lnTo>
                    <a:lnTo>
                      <a:pt x="241" y="1443"/>
                    </a:lnTo>
                    <a:lnTo>
                      <a:pt x="279" y="1504"/>
                    </a:lnTo>
                    <a:lnTo>
                      <a:pt x="325" y="1559"/>
                    </a:lnTo>
                    <a:lnTo>
                      <a:pt x="374" y="1609"/>
                    </a:lnTo>
                    <a:lnTo>
                      <a:pt x="428" y="1653"/>
                    </a:lnTo>
                    <a:lnTo>
                      <a:pt x="484" y="1691"/>
                    </a:lnTo>
                    <a:lnTo>
                      <a:pt x="544" y="1723"/>
                    </a:lnTo>
                    <a:lnTo>
                      <a:pt x="606" y="1749"/>
                    </a:lnTo>
                    <a:lnTo>
                      <a:pt x="670" y="1769"/>
                    </a:lnTo>
                    <a:lnTo>
                      <a:pt x="737" y="1783"/>
                    </a:lnTo>
                    <a:lnTo>
                      <a:pt x="803" y="1789"/>
                    </a:lnTo>
                    <a:lnTo>
                      <a:pt x="870" y="1791"/>
                    </a:lnTo>
                    <a:lnTo>
                      <a:pt x="938" y="1785"/>
                    </a:lnTo>
                    <a:lnTo>
                      <a:pt x="1004" y="1773"/>
                    </a:lnTo>
                    <a:lnTo>
                      <a:pt x="1070" y="1754"/>
                    </a:lnTo>
                    <a:lnTo>
                      <a:pt x="1133" y="1729"/>
                    </a:lnTo>
                    <a:lnTo>
                      <a:pt x="1197" y="1696"/>
                    </a:lnTo>
                    <a:lnTo>
                      <a:pt x="1256" y="1657"/>
                    </a:lnTo>
                    <a:lnTo>
                      <a:pt x="1311" y="1613"/>
                    </a:lnTo>
                    <a:lnTo>
                      <a:pt x="1361" y="1563"/>
                    </a:lnTo>
                    <a:lnTo>
                      <a:pt x="1406" y="1510"/>
                    </a:lnTo>
                    <a:lnTo>
                      <a:pt x="1444" y="1454"/>
                    </a:lnTo>
                    <a:lnTo>
                      <a:pt x="1476" y="1394"/>
                    </a:lnTo>
                    <a:lnTo>
                      <a:pt x="1502" y="1331"/>
                    </a:lnTo>
                    <a:lnTo>
                      <a:pt x="1522" y="1268"/>
                    </a:lnTo>
                    <a:lnTo>
                      <a:pt x="1535" y="1201"/>
                    </a:lnTo>
                    <a:lnTo>
                      <a:pt x="1543" y="1135"/>
                    </a:lnTo>
                    <a:lnTo>
                      <a:pt x="1543" y="1068"/>
                    </a:lnTo>
                    <a:lnTo>
                      <a:pt x="1538" y="1000"/>
                    </a:lnTo>
                    <a:lnTo>
                      <a:pt x="1526" y="934"/>
                    </a:lnTo>
                    <a:lnTo>
                      <a:pt x="1507" y="868"/>
                    </a:lnTo>
                    <a:lnTo>
                      <a:pt x="1483" y="804"/>
                    </a:lnTo>
                    <a:lnTo>
                      <a:pt x="1450" y="742"/>
                    </a:lnTo>
                    <a:lnTo>
                      <a:pt x="1411" y="682"/>
                    </a:lnTo>
                    <a:lnTo>
                      <a:pt x="1365" y="626"/>
                    </a:lnTo>
                    <a:lnTo>
                      <a:pt x="1317" y="576"/>
                    </a:lnTo>
                    <a:lnTo>
                      <a:pt x="1263" y="532"/>
                    </a:lnTo>
                    <a:lnTo>
                      <a:pt x="1206" y="493"/>
                    </a:lnTo>
                    <a:lnTo>
                      <a:pt x="1147" y="462"/>
                    </a:lnTo>
                    <a:lnTo>
                      <a:pt x="1085" y="435"/>
                    </a:lnTo>
                    <a:lnTo>
                      <a:pt x="1020" y="416"/>
                    </a:lnTo>
                    <a:lnTo>
                      <a:pt x="955" y="402"/>
                    </a:lnTo>
                    <a:lnTo>
                      <a:pt x="888" y="395"/>
                    </a:lnTo>
                    <a:lnTo>
                      <a:pt x="820" y="394"/>
                    </a:lnTo>
                    <a:close/>
                    <a:moveTo>
                      <a:pt x="51" y="0"/>
                    </a:moveTo>
                    <a:lnTo>
                      <a:pt x="55" y="0"/>
                    </a:lnTo>
                    <a:lnTo>
                      <a:pt x="69" y="2"/>
                    </a:lnTo>
                    <a:lnTo>
                      <a:pt x="89" y="6"/>
                    </a:lnTo>
                    <a:lnTo>
                      <a:pt x="117" y="12"/>
                    </a:lnTo>
                    <a:lnTo>
                      <a:pt x="151" y="19"/>
                    </a:lnTo>
                    <a:lnTo>
                      <a:pt x="193" y="27"/>
                    </a:lnTo>
                    <a:lnTo>
                      <a:pt x="239" y="37"/>
                    </a:lnTo>
                    <a:lnTo>
                      <a:pt x="290" y="48"/>
                    </a:lnTo>
                    <a:lnTo>
                      <a:pt x="345" y="62"/>
                    </a:lnTo>
                    <a:lnTo>
                      <a:pt x="406" y="77"/>
                    </a:lnTo>
                    <a:lnTo>
                      <a:pt x="468" y="93"/>
                    </a:lnTo>
                    <a:lnTo>
                      <a:pt x="534" y="109"/>
                    </a:lnTo>
                    <a:lnTo>
                      <a:pt x="602" y="128"/>
                    </a:lnTo>
                    <a:lnTo>
                      <a:pt x="672" y="148"/>
                    </a:lnTo>
                    <a:lnTo>
                      <a:pt x="742" y="171"/>
                    </a:lnTo>
                    <a:lnTo>
                      <a:pt x="813" y="194"/>
                    </a:lnTo>
                    <a:lnTo>
                      <a:pt x="884" y="218"/>
                    </a:lnTo>
                    <a:lnTo>
                      <a:pt x="954" y="244"/>
                    </a:lnTo>
                    <a:lnTo>
                      <a:pt x="1024" y="271"/>
                    </a:lnTo>
                    <a:lnTo>
                      <a:pt x="1090" y="299"/>
                    </a:lnTo>
                    <a:lnTo>
                      <a:pt x="1155" y="329"/>
                    </a:lnTo>
                    <a:lnTo>
                      <a:pt x="1217" y="361"/>
                    </a:lnTo>
                    <a:lnTo>
                      <a:pt x="1275" y="394"/>
                    </a:lnTo>
                    <a:lnTo>
                      <a:pt x="1330" y="427"/>
                    </a:lnTo>
                    <a:lnTo>
                      <a:pt x="1379" y="462"/>
                    </a:lnTo>
                    <a:lnTo>
                      <a:pt x="1423" y="499"/>
                    </a:lnTo>
                    <a:lnTo>
                      <a:pt x="1462" y="537"/>
                    </a:lnTo>
                    <a:lnTo>
                      <a:pt x="1495" y="576"/>
                    </a:lnTo>
                    <a:lnTo>
                      <a:pt x="1537" y="639"/>
                    </a:lnTo>
                    <a:lnTo>
                      <a:pt x="1572" y="704"/>
                    </a:lnTo>
                    <a:lnTo>
                      <a:pt x="1600" y="771"/>
                    </a:lnTo>
                    <a:lnTo>
                      <a:pt x="1623" y="840"/>
                    </a:lnTo>
                    <a:lnTo>
                      <a:pt x="1639" y="910"/>
                    </a:lnTo>
                    <a:lnTo>
                      <a:pt x="1649" y="980"/>
                    </a:lnTo>
                    <a:lnTo>
                      <a:pt x="1653" y="1052"/>
                    </a:lnTo>
                    <a:lnTo>
                      <a:pt x="1650" y="1122"/>
                    </a:lnTo>
                    <a:lnTo>
                      <a:pt x="1642" y="1192"/>
                    </a:lnTo>
                    <a:lnTo>
                      <a:pt x="1628" y="1262"/>
                    </a:lnTo>
                    <a:lnTo>
                      <a:pt x="1608" y="1330"/>
                    </a:lnTo>
                    <a:lnTo>
                      <a:pt x="1582" y="1396"/>
                    </a:lnTo>
                    <a:lnTo>
                      <a:pt x="1551" y="1460"/>
                    </a:lnTo>
                    <a:lnTo>
                      <a:pt x="1515" y="1521"/>
                    </a:lnTo>
                    <a:lnTo>
                      <a:pt x="1472" y="1579"/>
                    </a:lnTo>
                    <a:lnTo>
                      <a:pt x="1423" y="1634"/>
                    </a:lnTo>
                    <a:lnTo>
                      <a:pt x="1371" y="1686"/>
                    </a:lnTo>
                    <a:lnTo>
                      <a:pt x="1311" y="1733"/>
                    </a:lnTo>
                    <a:lnTo>
                      <a:pt x="1248" y="1775"/>
                    </a:lnTo>
                    <a:lnTo>
                      <a:pt x="1183" y="1810"/>
                    </a:lnTo>
                    <a:lnTo>
                      <a:pt x="1116" y="1838"/>
                    </a:lnTo>
                    <a:lnTo>
                      <a:pt x="1047" y="1861"/>
                    </a:lnTo>
                    <a:lnTo>
                      <a:pt x="977" y="1877"/>
                    </a:lnTo>
                    <a:lnTo>
                      <a:pt x="907" y="1888"/>
                    </a:lnTo>
                    <a:lnTo>
                      <a:pt x="835" y="1892"/>
                    </a:lnTo>
                    <a:lnTo>
                      <a:pt x="765" y="1889"/>
                    </a:lnTo>
                    <a:lnTo>
                      <a:pt x="695" y="1881"/>
                    </a:lnTo>
                    <a:lnTo>
                      <a:pt x="625" y="1868"/>
                    </a:lnTo>
                    <a:lnTo>
                      <a:pt x="557" y="1847"/>
                    </a:lnTo>
                    <a:lnTo>
                      <a:pt x="491" y="1822"/>
                    </a:lnTo>
                    <a:lnTo>
                      <a:pt x="426" y="1791"/>
                    </a:lnTo>
                    <a:lnTo>
                      <a:pt x="366" y="1753"/>
                    </a:lnTo>
                    <a:lnTo>
                      <a:pt x="306" y="1711"/>
                    </a:lnTo>
                    <a:lnTo>
                      <a:pt x="252" y="1663"/>
                    </a:lnTo>
                    <a:lnTo>
                      <a:pt x="201" y="1609"/>
                    </a:lnTo>
                    <a:lnTo>
                      <a:pt x="154" y="1549"/>
                    </a:lnTo>
                    <a:lnTo>
                      <a:pt x="125" y="1508"/>
                    </a:lnTo>
                    <a:lnTo>
                      <a:pt x="103" y="1459"/>
                    </a:lnTo>
                    <a:lnTo>
                      <a:pt x="81" y="1405"/>
                    </a:lnTo>
                    <a:lnTo>
                      <a:pt x="63" y="1347"/>
                    </a:lnTo>
                    <a:lnTo>
                      <a:pt x="47" y="1285"/>
                    </a:lnTo>
                    <a:lnTo>
                      <a:pt x="35" y="1220"/>
                    </a:lnTo>
                    <a:lnTo>
                      <a:pt x="24" y="1152"/>
                    </a:lnTo>
                    <a:lnTo>
                      <a:pt x="15" y="1080"/>
                    </a:lnTo>
                    <a:lnTo>
                      <a:pt x="9" y="1007"/>
                    </a:lnTo>
                    <a:lnTo>
                      <a:pt x="4" y="934"/>
                    </a:lnTo>
                    <a:lnTo>
                      <a:pt x="1" y="859"/>
                    </a:lnTo>
                    <a:lnTo>
                      <a:pt x="0" y="785"/>
                    </a:lnTo>
                    <a:lnTo>
                      <a:pt x="0" y="709"/>
                    </a:lnTo>
                    <a:lnTo>
                      <a:pt x="1" y="636"/>
                    </a:lnTo>
                    <a:lnTo>
                      <a:pt x="4" y="563"/>
                    </a:lnTo>
                    <a:lnTo>
                      <a:pt x="7" y="493"/>
                    </a:lnTo>
                    <a:lnTo>
                      <a:pt x="11" y="425"/>
                    </a:lnTo>
                    <a:lnTo>
                      <a:pt x="15" y="360"/>
                    </a:lnTo>
                    <a:lnTo>
                      <a:pt x="19" y="299"/>
                    </a:lnTo>
                    <a:lnTo>
                      <a:pt x="24" y="242"/>
                    </a:lnTo>
                    <a:lnTo>
                      <a:pt x="30" y="190"/>
                    </a:lnTo>
                    <a:lnTo>
                      <a:pt x="34" y="143"/>
                    </a:lnTo>
                    <a:lnTo>
                      <a:pt x="39" y="101"/>
                    </a:lnTo>
                    <a:lnTo>
                      <a:pt x="43" y="66"/>
                    </a:lnTo>
                    <a:lnTo>
                      <a:pt x="46" y="37"/>
                    </a:lnTo>
                    <a:lnTo>
                      <a:pt x="49" y="17"/>
                    </a:lnTo>
                    <a:lnTo>
                      <a:pt x="50" y="4"/>
                    </a:lnTo>
                    <a:lnTo>
                      <a:pt x="51" y="0"/>
                    </a:lnTo>
                    <a:close/>
                  </a:path>
                </a:pathLst>
              </a:custGeom>
              <a:solidFill>
                <a:schemeClr val="accent6"/>
              </a:solidFill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7" name="Freeform 74"/>
              <p:cNvSpPr>
                <a:spLocks noEditPoints="1"/>
              </p:cNvSpPr>
              <p:nvPr/>
            </p:nvSpPr>
            <p:spPr bwMode="auto">
              <a:xfrm>
                <a:off x="6650038" y="4946650"/>
                <a:ext cx="517525" cy="635000"/>
              </a:xfrm>
              <a:custGeom>
                <a:avLst/>
                <a:gdLst>
                  <a:gd name="T0" fmla="*/ 2003 w 2939"/>
                  <a:gd name="T1" fmla="*/ 2890 h 3600"/>
                  <a:gd name="T2" fmla="*/ 1859 w 2939"/>
                  <a:gd name="T3" fmla="*/ 2961 h 3600"/>
                  <a:gd name="T4" fmla="*/ 2195 w 2939"/>
                  <a:gd name="T5" fmla="*/ 3289 h 3600"/>
                  <a:gd name="T6" fmla="*/ 2729 w 2939"/>
                  <a:gd name="T7" fmla="*/ 2753 h 3600"/>
                  <a:gd name="T8" fmla="*/ 2634 w 2939"/>
                  <a:gd name="T9" fmla="*/ 2623 h 3600"/>
                  <a:gd name="T10" fmla="*/ 1495 w 2939"/>
                  <a:gd name="T11" fmla="*/ 2623 h 3600"/>
                  <a:gd name="T12" fmla="*/ 949 w 2939"/>
                  <a:gd name="T13" fmla="*/ 2664 h 3600"/>
                  <a:gd name="T14" fmla="*/ 963 w 2939"/>
                  <a:gd name="T15" fmla="*/ 2522 h 3600"/>
                  <a:gd name="T16" fmla="*/ 838 w 2939"/>
                  <a:gd name="T17" fmla="*/ 2470 h 3600"/>
                  <a:gd name="T18" fmla="*/ 456 w 2939"/>
                  <a:gd name="T19" fmla="*/ 2606 h 3600"/>
                  <a:gd name="T20" fmla="*/ 488 w 2939"/>
                  <a:gd name="T21" fmla="*/ 2522 h 3600"/>
                  <a:gd name="T22" fmla="*/ 2269 w 2939"/>
                  <a:gd name="T23" fmla="*/ 2263 h 3600"/>
                  <a:gd name="T24" fmla="*/ 2743 w 2939"/>
                  <a:gd name="T25" fmla="*/ 2459 h 3600"/>
                  <a:gd name="T26" fmla="*/ 2939 w 2939"/>
                  <a:gd name="T27" fmla="*/ 2931 h 3600"/>
                  <a:gd name="T28" fmla="*/ 2743 w 2939"/>
                  <a:gd name="T29" fmla="*/ 3404 h 3600"/>
                  <a:gd name="T30" fmla="*/ 2269 w 2939"/>
                  <a:gd name="T31" fmla="*/ 3600 h 3600"/>
                  <a:gd name="T32" fmla="*/ 1795 w 2939"/>
                  <a:gd name="T33" fmla="*/ 3404 h 3600"/>
                  <a:gd name="T34" fmla="*/ 1599 w 2939"/>
                  <a:gd name="T35" fmla="*/ 2931 h 3600"/>
                  <a:gd name="T36" fmla="*/ 1795 w 2939"/>
                  <a:gd name="T37" fmla="*/ 2459 h 3600"/>
                  <a:gd name="T38" fmla="*/ 2269 w 2939"/>
                  <a:gd name="T39" fmla="*/ 2263 h 3600"/>
                  <a:gd name="T40" fmla="*/ 1599 w 2939"/>
                  <a:gd name="T41" fmla="*/ 2160 h 3600"/>
                  <a:gd name="T42" fmla="*/ 949 w 2939"/>
                  <a:gd name="T43" fmla="*/ 2201 h 3600"/>
                  <a:gd name="T44" fmla="*/ 963 w 2939"/>
                  <a:gd name="T45" fmla="*/ 2060 h 3600"/>
                  <a:gd name="T46" fmla="*/ 838 w 2939"/>
                  <a:gd name="T47" fmla="*/ 2029 h 3600"/>
                  <a:gd name="T48" fmla="*/ 456 w 2939"/>
                  <a:gd name="T49" fmla="*/ 2165 h 3600"/>
                  <a:gd name="T50" fmla="*/ 488 w 2939"/>
                  <a:gd name="T51" fmla="*/ 2081 h 3600"/>
                  <a:gd name="T52" fmla="*/ 980 w 2939"/>
                  <a:gd name="T53" fmla="*/ 1646 h 3600"/>
                  <a:gd name="T54" fmla="*/ 1854 w 2939"/>
                  <a:gd name="T55" fmla="*/ 1765 h 3600"/>
                  <a:gd name="T56" fmla="*/ 938 w 2939"/>
                  <a:gd name="T57" fmla="*/ 1779 h 3600"/>
                  <a:gd name="T58" fmla="*/ 980 w 2939"/>
                  <a:gd name="T59" fmla="*/ 1646 h 3600"/>
                  <a:gd name="T60" fmla="*/ 830 w 2939"/>
                  <a:gd name="T61" fmla="*/ 1605 h 3600"/>
                  <a:gd name="T62" fmla="*/ 446 w 2939"/>
                  <a:gd name="T63" fmla="*/ 1717 h 3600"/>
                  <a:gd name="T64" fmla="*/ 502 w 2939"/>
                  <a:gd name="T65" fmla="*/ 1647 h 3600"/>
                  <a:gd name="T66" fmla="*/ 1804 w 2939"/>
                  <a:gd name="T67" fmla="*/ 1183 h 3600"/>
                  <a:gd name="T68" fmla="*/ 1846 w 2939"/>
                  <a:gd name="T69" fmla="*/ 1316 h 3600"/>
                  <a:gd name="T70" fmla="*/ 931 w 2939"/>
                  <a:gd name="T71" fmla="*/ 1301 h 3600"/>
                  <a:gd name="T72" fmla="*/ 798 w 2939"/>
                  <a:gd name="T73" fmla="*/ 1068 h 3600"/>
                  <a:gd name="T74" fmla="*/ 640 w 2939"/>
                  <a:gd name="T75" fmla="*/ 1360 h 3600"/>
                  <a:gd name="T76" fmla="*/ 440 w 2939"/>
                  <a:gd name="T77" fmla="*/ 1246 h 3600"/>
                  <a:gd name="T78" fmla="*/ 515 w 2939"/>
                  <a:gd name="T79" fmla="*/ 1197 h 3600"/>
                  <a:gd name="T80" fmla="*/ 569 w 2939"/>
                  <a:gd name="T81" fmla="*/ 386 h 3600"/>
                  <a:gd name="T82" fmla="*/ 706 w 2939"/>
                  <a:gd name="T83" fmla="*/ 640 h 3600"/>
                  <a:gd name="T84" fmla="*/ 1648 w 2939"/>
                  <a:gd name="T85" fmla="*/ 619 h 3600"/>
                  <a:gd name="T86" fmla="*/ 1748 w 2939"/>
                  <a:gd name="T87" fmla="*/ 360 h 3600"/>
                  <a:gd name="T88" fmla="*/ 2285 w 2939"/>
                  <a:gd name="T89" fmla="*/ 454 h 3600"/>
                  <a:gd name="T90" fmla="*/ 2198 w 2939"/>
                  <a:gd name="T91" fmla="*/ 2112 h 3600"/>
                  <a:gd name="T92" fmla="*/ 1465 w 2939"/>
                  <a:gd name="T93" fmla="*/ 3116 h 3600"/>
                  <a:gd name="T94" fmla="*/ 49 w 2939"/>
                  <a:gd name="T95" fmla="*/ 3167 h 3600"/>
                  <a:gd name="T96" fmla="*/ 22 w 2939"/>
                  <a:gd name="T97" fmla="*/ 471 h 3600"/>
                  <a:gd name="T98" fmla="*/ 1160 w 2939"/>
                  <a:gd name="T99" fmla="*/ 103 h 3600"/>
                  <a:gd name="T100" fmla="*/ 1094 w 2939"/>
                  <a:gd name="T101" fmla="*/ 219 h 3600"/>
                  <a:gd name="T102" fmla="*/ 1227 w 2939"/>
                  <a:gd name="T103" fmla="*/ 219 h 3600"/>
                  <a:gd name="T104" fmla="*/ 1160 w 2939"/>
                  <a:gd name="T105" fmla="*/ 103 h 3600"/>
                  <a:gd name="T106" fmla="*/ 1317 w 2939"/>
                  <a:gd name="T107" fmla="*/ 88 h 3600"/>
                  <a:gd name="T108" fmla="*/ 1379 w 2939"/>
                  <a:gd name="T109" fmla="*/ 247 h 3600"/>
                  <a:gd name="T110" fmla="*/ 1624 w 2939"/>
                  <a:gd name="T111" fmla="*/ 324 h 3600"/>
                  <a:gd name="T112" fmla="*/ 1605 w 2939"/>
                  <a:gd name="T113" fmla="*/ 521 h 3600"/>
                  <a:gd name="T114" fmla="*/ 738 w 2939"/>
                  <a:gd name="T115" fmla="*/ 540 h 3600"/>
                  <a:gd name="T116" fmla="*/ 682 w 2939"/>
                  <a:gd name="T117" fmla="*/ 350 h 3600"/>
                  <a:gd name="T118" fmla="*/ 923 w 2939"/>
                  <a:gd name="T119" fmla="*/ 254 h 3600"/>
                  <a:gd name="T120" fmla="*/ 991 w 2939"/>
                  <a:gd name="T121" fmla="*/ 116 h 36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</a:cxnLst>
                <a:rect l="0" t="0" r="r" b="b"/>
                <a:pathLst>
                  <a:path w="2939" h="3600">
                    <a:moveTo>
                      <a:pt x="2634" y="2623"/>
                    </a:moveTo>
                    <a:lnTo>
                      <a:pt x="2613" y="2625"/>
                    </a:lnTo>
                    <a:lnTo>
                      <a:pt x="2591" y="2630"/>
                    </a:lnTo>
                    <a:lnTo>
                      <a:pt x="2570" y="2641"/>
                    </a:lnTo>
                    <a:lnTo>
                      <a:pt x="2552" y="2657"/>
                    </a:lnTo>
                    <a:lnTo>
                      <a:pt x="2205" y="3047"/>
                    </a:lnTo>
                    <a:lnTo>
                      <a:pt x="2024" y="2903"/>
                    </a:lnTo>
                    <a:lnTo>
                      <a:pt x="2003" y="2890"/>
                    </a:lnTo>
                    <a:lnTo>
                      <a:pt x="1982" y="2882"/>
                    </a:lnTo>
                    <a:lnTo>
                      <a:pt x="1960" y="2880"/>
                    </a:lnTo>
                    <a:lnTo>
                      <a:pt x="1937" y="2882"/>
                    </a:lnTo>
                    <a:lnTo>
                      <a:pt x="1915" y="2890"/>
                    </a:lnTo>
                    <a:lnTo>
                      <a:pt x="1895" y="2902"/>
                    </a:lnTo>
                    <a:lnTo>
                      <a:pt x="1879" y="2918"/>
                    </a:lnTo>
                    <a:lnTo>
                      <a:pt x="1866" y="2939"/>
                    </a:lnTo>
                    <a:lnTo>
                      <a:pt x="1859" y="2961"/>
                    </a:lnTo>
                    <a:lnTo>
                      <a:pt x="1856" y="2983"/>
                    </a:lnTo>
                    <a:lnTo>
                      <a:pt x="1859" y="3005"/>
                    </a:lnTo>
                    <a:lnTo>
                      <a:pt x="1866" y="3027"/>
                    </a:lnTo>
                    <a:lnTo>
                      <a:pt x="1878" y="3046"/>
                    </a:lnTo>
                    <a:lnTo>
                      <a:pt x="1895" y="3063"/>
                    </a:lnTo>
                    <a:lnTo>
                      <a:pt x="2152" y="3268"/>
                    </a:lnTo>
                    <a:lnTo>
                      <a:pt x="2173" y="3281"/>
                    </a:lnTo>
                    <a:lnTo>
                      <a:pt x="2195" y="3289"/>
                    </a:lnTo>
                    <a:lnTo>
                      <a:pt x="2217" y="3291"/>
                    </a:lnTo>
                    <a:lnTo>
                      <a:pt x="2239" y="3289"/>
                    </a:lnTo>
                    <a:lnTo>
                      <a:pt x="2258" y="3283"/>
                    </a:lnTo>
                    <a:lnTo>
                      <a:pt x="2278" y="3272"/>
                    </a:lnTo>
                    <a:lnTo>
                      <a:pt x="2294" y="3257"/>
                    </a:lnTo>
                    <a:lnTo>
                      <a:pt x="2707" y="2794"/>
                    </a:lnTo>
                    <a:lnTo>
                      <a:pt x="2720" y="2774"/>
                    </a:lnTo>
                    <a:lnTo>
                      <a:pt x="2729" y="2753"/>
                    </a:lnTo>
                    <a:lnTo>
                      <a:pt x="2733" y="2731"/>
                    </a:lnTo>
                    <a:lnTo>
                      <a:pt x="2731" y="2709"/>
                    </a:lnTo>
                    <a:lnTo>
                      <a:pt x="2725" y="2687"/>
                    </a:lnTo>
                    <a:lnTo>
                      <a:pt x="2714" y="2666"/>
                    </a:lnTo>
                    <a:lnTo>
                      <a:pt x="2698" y="2649"/>
                    </a:lnTo>
                    <a:lnTo>
                      <a:pt x="2678" y="2636"/>
                    </a:lnTo>
                    <a:lnTo>
                      <a:pt x="2657" y="2627"/>
                    </a:lnTo>
                    <a:lnTo>
                      <a:pt x="2634" y="2623"/>
                    </a:lnTo>
                    <a:close/>
                    <a:moveTo>
                      <a:pt x="980" y="2520"/>
                    </a:moveTo>
                    <a:lnTo>
                      <a:pt x="1444" y="2520"/>
                    </a:lnTo>
                    <a:lnTo>
                      <a:pt x="1460" y="2522"/>
                    </a:lnTo>
                    <a:lnTo>
                      <a:pt x="1474" y="2530"/>
                    </a:lnTo>
                    <a:lnTo>
                      <a:pt x="1485" y="2541"/>
                    </a:lnTo>
                    <a:lnTo>
                      <a:pt x="1493" y="2555"/>
                    </a:lnTo>
                    <a:lnTo>
                      <a:pt x="1495" y="2571"/>
                    </a:lnTo>
                    <a:lnTo>
                      <a:pt x="1495" y="2623"/>
                    </a:lnTo>
                    <a:lnTo>
                      <a:pt x="1493" y="2639"/>
                    </a:lnTo>
                    <a:lnTo>
                      <a:pt x="1485" y="2653"/>
                    </a:lnTo>
                    <a:lnTo>
                      <a:pt x="1474" y="2664"/>
                    </a:lnTo>
                    <a:lnTo>
                      <a:pt x="1460" y="2672"/>
                    </a:lnTo>
                    <a:lnTo>
                      <a:pt x="1444" y="2674"/>
                    </a:lnTo>
                    <a:lnTo>
                      <a:pt x="980" y="2674"/>
                    </a:lnTo>
                    <a:lnTo>
                      <a:pt x="963" y="2672"/>
                    </a:lnTo>
                    <a:lnTo>
                      <a:pt x="949" y="2664"/>
                    </a:lnTo>
                    <a:lnTo>
                      <a:pt x="938" y="2653"/>
                    </a:lnTo>
                    <a:lnTo>
                      <a:pt x="931" y="2639"/>
                    </a:lnTo>
                    <a:lnTo>
                      <a:pt x="928" y="2623"/>
                    </a:lnTo>
                    <a:lnTo>
                      <a:pt x="928" y="2571"/>
                    </a:lnTo>
                    <a:lnTo>
                      <a:pt x="931" y="2555"/>
                    </a:lnTo>
                    <a:lnTo>
                      <a:pt x="938" y="2541"/>
                    </a:lnTo>
                    <a:lnTo>
                      <a:pt x="949" y="2530"/>
                    </a:lnTo>
                    <a:lnTo>
                      <a:pt x="963" y="2522"/>
                    </a:lnTo>
                    <a:lnTo>
                      <a:pt x="980" y="2520"/>
                    </a:lnTo>
                    <a:close/>
                    <a:moveTo>
                      <a:pt x="798" y="2404"/>
                    </a:moveTo>
                    <a:lnTo>
                      <a:pt x="812" y="2408"/>
                    </a:lnTo>
                    <a:lnTo>
                      <a:pt x="826" y="2416"/>
                    </a:lnTo>
                    <a:lnTo>
                      <a:pt x="835" y="2427"/>
                    </a:lnTo>
                    <a:lnTo>
                      <a:pt x="841" y="2441"/>
                    </a:lnTo>
                    <a:lnTo>
                      <a:pt x="841" y="2456"/>
                    </a:lnTo>
                    <a:lnTo>
                      <a:pt x="838" y="2470"/>
                    </a:lnTo>
                    <a:lnTo>
                      <a:pt x="830" y="2483"/>
                    </a:lnTo>
                    <a:lnTo>
                      <a:pt x="640" y="2696"/>
                    </a:lnTo>
                    <a:lnTo>
                      <a:pt x="629" y="2704"/>
                    </a:lnTo>
                    <a:lnTo>
                      <a:pt x="617" y="2710"/>
                    </a:lnTo>
                    <a:lnTo>
                      <a:pt x="604" y="2712"/>
                    </a:lnTo>
                    <a:lnTo>
                      <a:pt x="588" y="2709"/>
                    </a:lnTo>
                    <a:lnTo>
                      <a:pt x="574" y="2701"/>
                    </a:lnTo>
                    <a:lnTo>
                      <a:pt x="456" y="2606"/>
                    </a:lnTo>
                    <a:lnTo>
                      <a:pt x="446" y="2595"/>
                    </a:lnTo>
                    <a:lnTo>
                      <a:pt x="440" y="2582"/>
                    </a:lnTo>
                    <a:lnTo>
                      <a:pt x="438" y="2568"/>
                    </a:lnTo>
                    <a:lnTo>
                      <a:pt x="441" y="2554"/>
                    </a:lnTo>
                    <a:lnTo>
                      <a:pt x="448" y="2540"/>
                    </a:lnTo>
                    <a:lnTo>
                      <a:pt x="459" y="2530"/>
                    </a:lnTo>
                    <a:lnTo>
                      <a:pt x="473" y="2524"/>
                    </a:lnTo>
                    <a:lnTo>
                      <a:pt x="488" y="2522"/>
                    </a:lnTo>
                    <a:lnTo>
                      <a:pt x="502" y="2525"/>
                    </a:lnTo>
                    <a:lnTo>
                      <a:pt x="515" y="2533"/>
                    </a:lnTo>
                    <a:lnTo>
                      <a:pt x="598" y="2600"/>
                    </a:lnTo>
                    <a:lnTo>
                      <a:pt x="759" y="2420"/>
                    </a:lnTo>
                    <a:lnTo>
                      <a:pt x="770" y="2410"/>
                    </a:lnTo>
                    <a:lnTo>
                      <a:pt x="784" y="2405"/>
                    </a:lnTo>
                    <a:lnTo>
                      <a:pt x="798" y="2404"/>
                    </a:lnTo>
                    <a:close/>
                    <a:moveTo>
                      <a:pt x="2269" y="2263"/>
                    </a:moveTo>
                    <a:lnTo>
                      <a:pt x="2337" y="2266"/>
                    </a:lnTo>
                    <a:lnTo>
                      <a:pt x="2404" y="2277"/>
                    </a:lnTo>
                    <a:lnTo>
                      <a:pt x="2468" y="2293"/>
                    </a:lnTo>
                    <a:lnTo>
                      <a:pt x="2530" y="2315"/>
                    </a:lnTo>
                    <a:lnTo>
                      <a:pt x="2589" y="2343"/>
                    </a:lnTo>
                    <a:lnTo>
                      <a:pt x="2643" y="2377"/>
                    </a:lnTo>
                    <a:lnTo>
                      <a:pt x="2695" y="2415"/>
                    </a:lnTo>
                    <a:lnTo>
                      <a:pt x="2743" y="2459"/>
                    </a:lnTo>
                    <a:lnTo>
                      <a:pt x="2785" y="2506"/>
                    </a:lnTo>
                    <a:lnTo>
                      <a:pt x="2825" y="2557"/>
                    </a:lnTo>
                    <a:lnTo>
                      <a:pt x="2858" y="2613"/>
                    </a:lnTo>
                    <a:lnTo>
                      <a:pt x="2886" y="2672"/>
                    </a:lnTo>
                    <a:lnTo>
                      <a:pt x="2909" y="2733"/>
                    </a:lnTo>
                    <a:lnTo>
                      <a:pt x="2925" y="2797"/>
                    </a:lnTo>
                    <a:lnTo>
                      <a:pt x="2935" y="2863"/>
                    </a:lnTo>
                    <a:lnTo>
                      <a:pt x="2939" y="2931"/>
                    </a:lnTo>
                    <a:lnTo>
                      <a:pt x="2935" y="3000"/>
                    </a:lnTo>
                    <a:lnTo>
                      <a:pt x="2925" y="3067"/>
                    </a:lnTo>
                    <a:lnTo>
                      <a:pt x="2909" y="3130"/>
                    </a:lnTo>
                    <a:lnTo>
                      <a:pt x="2886" y="3192"/>
                    </a:lnTo>
                    <a:lnTo>
                      <a:pt x="2858" y="3250"/>
                    </a:lnTo>
                    <a:lnTo>
                      <a:pt x="2825" y="3305"/>
                    </a:lnTo>
                    <a:lnTo>
                      <a:pt x="2785" y="3357"/>
                    </a:lnTo>
                    <a:lnTo>
                      <a:pt x="2743" y="3404"/>
                    </a:lnTo>
                    <a:lnTo>
                      <a:pt x="2695" y="3447"/>
                    </a:lnTo>
                    <a:lnTo>
                      <a:pt x="2643" y="3485"/>
                    </a:lnTo>
                    <a:lnTo>
                      <a:pt x="2589" y="3519"/>
                    </a:lnTo>
                    <a:lnTo>
                      <a:pt x="2530" y="3548"/>
                    </a:lnTo>
                    <a:lnTo>
                      <a:pt x="2468" y="3569"/>
                    </a:lnTo>
                    <a:lnTo>
                      <a:pt x="2404" y="3587"/>
                    </a:lnTo>
                    <a:lnTo>
                      <a:pt x="2337" y="3597"/>
                    </a:lnTo>
                    <a:lnTo>
                      <a:pt x="2269" y="3600"/>
                    </a:lnTo>
                    <a:lnTo>
                      <a:pt x="2200" y="3597"/>
                    </a:lnTo>
                    <a:lnTo>
                      <a:pt x="2134" y="3587"/>
                    </a:lnTo>
                    <a:lnTo>
                      <a:pt x="2069" y="3569"/>
                    </a:lnTo>
                    <a:lnTo>
                      <a:pt x="2008" y="3548"/>
                    </a:lnTo>
                    <a:lnTo>
                      <a:pt x="1949" y="3519"/>
                    </a:lnTo>
                    <a:lnTo>
                      <a:pt x="1894" y="3485"/>
                    </a:lnTo>
                    <a:lnTo>
                      <a:pt x="1843" y="3447"/>
                    </a:lnTo>
                    <a:lnTo>
                      <a:pt x="1795" y="3404"/>
                    </a:lnTo>
                    <a:lnTo>
                      <a:pt x="1752" y="3357"/>
                    </a:lnTo>
                    <a:lnTo>
                      <a:pt x="1713" y="3305"/>
                    </a:lnTo>
                    <a:lnTo>
                      <a:pt x="1680" y="3250"/>
                    </a:lnTo>
                    <a:lnTo>
                      <a:pt x="1651" y="3192"/>
                    </a:lnTo>
                    <a:lnTo>
                      <a:pt x="1628" y="3130"/>
                    </a:lnTo>
                    <a:lnTo>
                      <a:pt x="1612" y="3067"/>
                    </a:lnTo>
                    <a:lnTo>
                      <a:pt x="1602" y="3000"/>
                    </a:lnTo>
                    <a:lnTo>
                      <a:pt x="1599" y="2931"/>
                    </a:lnTo>
                    <a:lnTo>
                      <a:pt x="1602" y="2863"/>
                    </a:lnTo>
                    <a:lnTo>
                      <a:pt x="1612" y="2797"/>
                    </a:lnTo>
                    <a:lnTo>
                      <a:pt x="1628" y="2733"/>
                    </a:lnTo>
                    <a:lnTo>
                      <a:pt x="1651" y="2672"/>
                    </a:lnTo>
                    <a:lnTo>
                      <a:pt x="1680" y="2613"/>
                    </a:lnTo>
                    <a:lnTo>
                      <a:pt x="1713" y="2557"/>
                    </a:lnTo>
                    <a:lnTo>
                      <a:pt x="1752" y="2506"/>
                    </a:lnTo>
                    <a:lnTo>
                      <a:pt x="1795" y="2459"/>
                    </a:lnTo>
                    <a:lnTo>
                      <a:pt x="1843" y="2415"/>
                    </a:lnTo>
                    <a:lnTo>
                      <a:pt x="1894" y="2377"/>
                    </a:lnTo>
                    <a:lnTo>
                      <a:pt x="1949" y="2343"/>
                    </a:lnTo>
                    <a:lnTo>
                      <a:pt x="2008" y="2315"/>
                    </a:lnTo>
                    <a:lnTo>
                      <a:pt x="2069" y="2293"/>
                    </a:lnTo>
                    <a:lnTo>
                      <a:pt x="2134" y="2277"/>
                    </a:lnTo>
                    <a:lnTo>
                      <a:pt x="2200" y="2266"/>
                    </a:lnTo>
                    <a:lnTo>
                      <a:pt x="2269" y="2263"/>
                    </a:lnTo>
                    <a:close/>
                    <a:moveTo>
                      <a:pt x="980" y="2057"/>
                    </a:moveTo>
                    <a:lnTo>
                      <a:pt x="1547" y="2057"/>
                    </a:lnTo>
                    <a:lnTo>
                      <a:pt x="1563" y="2060"/>
                    </a:lnTo>
                    <a:lnTo>
                      <a:pt x="1577" y="2067"/>
                    </a:lnTo>
                    <a:lnTo>
                      <a:pt x="1589" y="2078"/>
                    </a:lnTo>
                    <a:lnTo>
                      <a:pt x="1596" y="2092"/>
                    </a:lnTo>
                    <a:lnTo>
                      <a:pt x="1599" y="2109"/>
                    </a:lnTo>
                    <a:lnTo>
                      <a:pt x="1599" y="2160"/>
                    </a:lnTo>
                    <a:lnTo>
                      <a:pt x="1596" y="2176"/>
                    </a:lnTo>
                    <a:lnTo>
                      <a:pt x="1589" y="2191"/>
                    </a:lnTo>
                    <a:lnTo>
                      <a:pt x="1577" y="2201"/>
                    </a:lnTo>
                    <a:lnTo>
                      <a:pt x="1563" y="2209"/>
                    </a:lnTo>
                    <a:lnTo>
                      <a:pt x="1547" y="2211"/>
                    </a:lnTo>
                    <a:lnTo>
                      <a:pt x="980" y="2211"/>
                    </a:lnTo>
                    <a:lnTo>
                      <a:pt x="963" y="2209"/>
                    </a:lnTo>
                    <a:lnTo>
                      <a:pt x="949" y="2201"/>
                    </a:lnTo>
                    <a:lnTo>
                      <a:pt x="938" y="2191"/>
                    </a:lnTo>
                    <a:lnTo>
                      <a:pt x="931" y="2176"/>
                    </a:lnTo>
                    <a:lnTo>
                      <a:pt x="928" y="2160"/>
                    </a:lnTo>
                    <a:lnTo>
                      <a:pt x="928" y="2109"/>
                    </a:lnTo>
                    <a:lnTo>
                      <a:pt x="931" y="2092"/>
                    </a:lnTo>
                    <a:lnTo>
                      <a:pt x="938" y="2078"/>
                    </a:lnTo>
                    <a:lnTo>
                      <a:pt x="949" y="2067"/>
                    </a:lnTo>
                    <a:lnTo>
                      <a:pt x="963" y="2060"/>
                    </a:lnTo>
                    <a:lnTo>
                      <a:pt x="980" y="2057"/>
                    </a:lnTo>
                    <a:close/>
                    <a:moveTo>
                      <a:pt x="798" y="1964"/>
                    </a:moveTo>
                    <a:lnTo>
                      <a:pt x="812" y="1967"/>
                    </a:lnTo>
                    <a:lnTo>
                      <a:pt x="826" y="1976"/>
                    </a:lnTo>
                    <a:lnTo>
                      <a:pt x="835" y="1987"/>
                    </a:lnTo>
                    <a:lnTo>
                      <a:pt x="841" y="2001"/>
                    </a:lnTo>
                    <a:lnTo>
                      <a:pt x="841" y="2015"/>
                    </a:lnTo>
                    <a:lnTo>
                      <a:pt x="838" y="2029"/>
                    </a:lnTo>
                    <a:lnTo>
                      <a:pt x="830" y="2042"/>
                    </a:lnTo>
                    <a:lnTo>
                      <a:pt x="640" y="2255"/>
                    </a:lnTo>
                    <a:lnTo>
                      <a:pt x="629" y="2264"/>
                    </a:lnTo>
                    <a:lnTo>
                      <a:pt x="617" y="2269"/>
                    </a:lnTo>
                    <a:lnTo>
                      <a:pt x="604" y="2271"/>
                    </a:lnTo>
                    <a:lnTo>
                      <a:pt x="588" y="2268"/>
                    </a:lnTo>
                    <a:lnTo>
                      <a:pt x="574" y="2260"/>
                    </a:lnTo>
                    <a:lnTo>
                      <a:pt x="456" y="2165"/>
                    </a:lnTo>
                    <a:lnTo>
                      <a:pt x="446" y="2155"/>
                    </a:lnTo>
                    <a:lnTo>
                      <a:pt x="440" y="2141"/>
                    </a:lnTo>
                    <a:lnTo>
                      <a:pt x="438" y="2127"/>
                    </a:lnTo>
                    <a:lnTo>
                      <a:pt x="441" y="2113"/>
                    </a:lnTo>
                    <a:lnTo>
                      <a:pt x="448" y="2099"/>
                    </a:lnTo>
                    <a:lnTo>
                      <a:pt x="459" y="2089"/>
                    </a:lnTo>
                    <a:lnTo>
                      <a:pt x="473" y="2084"/>
                    </a:lnTo>
                    <a:lnTo>
                      <a:pt x="488" y="2081"/>
                    </a:lnTo>
                    <a:lnTo>
                      <a:pt x="502" y="2085"/>
                    </a:lnTo>
                    <a:lnTo>
                      <a:pt x="515" y="2092"/>
                    </a:lnTo>
                    <a:lnTo>
                      <a:pt x="598" y="2159"/>
                    </a:lnTo>
                    <a:lnTo>
                      <a:pt x="759" y="1979"/>
                    </a:lnTo>
                    <a:lnTo>
                      <a:pt x="770" y="1969"/>
                    </a:lnTo>
                    <a:lnTo>
                      <a:pt x="784" y="1965"/>
                    </a:lnTo>
                    <a:lnTo>
                      <a:pt x="798" y="1964"/>
                    </a:lnTo>
                    <a:close/>
                    <a:moveTo>
                      <a:pt x="980" y="1646"/>
                    </a:moveTo>
                    <a:lnTo>
                      <a:pt x="1804" y="1646"/>
                    </a:lnTo>
                    <a:lnTo>
                      <a:pt x="1821" y="1648"/>
                    </a:lnTo>
                    <a:lnTo>
                      <a:pt x="1835" y="1656"/>
                    </a:lnTo>
                    <a:lnTo>
                      <a:pt x="1846" y="1667"/>
                    </a:lnTo>
                    <a:lnTo>
                      <a:pt x="1854" y="1681"/>
                    </a:lnTo>
                    <a:lnTo>
                      <a:pt x="1856" y="1697"/>
                    </a:lnTo>
                    <a:lnTo>
                      <a:pt x="1856" y="1749"/>
                    </a:lnTo>
                    <a:lnTo>
                      <a:pt x="1854" y="1765"/>
                    </a:lnTo>
                    <a:lnTo>
                      <a:pt x="1846" y="1779"/>
                    </a:lnTo>
                    <a:lnTo>
                      <a:pt x="1835" y="1790"/>
                    </a:lnTo>
                    <a:lnTo>
                      <a:pt x="1821" y="1798"/>
                    </a:lnTo>
                    <a:lnTo>
                      <a:pt x="1804" y="1800"/>
                    </a:lnTo>
                    <a:lnTo>
                      <a:pt x="980" y="1800"/>
                    </a:lnTo>
                    <a:lnTo>
                      <a:pt x="963" y="1798"/>
                    </a:lnTo>
                    <a:lnTo>
                      <a:pt x="949" y="1790"/>
                    </a:lnTo>
                    <a:lnTo>
                      <a:pt x="938" y="1779"/>
                    </a:lnTo>
                    <a:lnTo>
                      <a:pt x="931" y="1765"/>
                    </a:lnTo>
                    <a:lnTo>
                      <a:pt x="928" y="1749"/>
                    </a:lnTo>
                    <a:lnTo>
                      <a:pt x="928" y="1697"/>
                    </a:lnTo>
                    <a:lnTo>
                      <a:pt x="931" y="1681"/>
                    </a:lnTo>
                    <a:lnTo>
                      <a:pt x="938" y="1667"/>
                    </a:lnTo>
                    <a:lnTo>
                      <a:pt x="949" y="1656"/>
                    </a:lnTo>
                    <a:lnTo>
                      <a:pt x="963" y="1648"/>
                    </a:lnTo>
                    <a:lnTo>
                      <a:pt x="980" y="1646"/>
                    </a:lnTo>
                    <a:close/>
                    <a:moveTo>
                      <a:pt x="798" y="1526"/>
                    </a:moveTo>
                    <a:lnTo>
                      <a:pt x="812" y="1529"/>
                    </a:lnTo>
                    <a:lnTo>
                      <a:pt x="826" y="1538"/>
                    </a:lnTo>
                    <a:lnTo>
                      <a:pt x="835" y="1549"/>
                    </a:lnTo>
                    <a:lnTo>
                      <a:pt x="841" y="1563"/>
                    </a:lnTo>
                    <a:lnTo>
                      <a:pt x="841" y="1577"/>
                    </a:lnTo>
                    <a:lnTo>
                      <a:pt x="838" y="1592"/>
                    </a:lnTo>
                    <a:lnTo>
                      <a:pt x="830" y="1605"/>
                    </a:lnTo>
                    <a:lnTo>
                      <a:pt x="640" y="1817"/>
                    </a:lnTo>
                    <a:lnTo>
                      <a:pt x="629" y="1826"/>
                    </a:lnTo>
                    <a:lnTo>
                      <a:pt x="617" y="1832"/>
                    </a:lnTo>
                    <a:lnTo>
                      <a:pt x="604" y="1834"/>
                    </a:lnTo>
                    <a:lnTo>
                      <a:pt x="588" y="1831"/>
                    </a:lnTo>
                    <a:lnTo>
                      <a:pt x="574" y="1823"/>
                    </a:lnTo>
                    <a:lnTo>
                      <a:pt x="456" y="1728"/>
                    </a:lnTo>
                    <a:lnTo>
                      <a:pt x="446" y="1717"/>
                    </a:lnTo>
                    <a:lnTo>
                      <a:pt x="440" y="1704"/>
                    </a:lnTo>
                    <a:lnTo>
                      <a:pt x="438" y="1690"/>
                    </a:lnTo>
                    <a:lnTo>
                      <a:pt x="441" y="1675"/>
                    </a:lnTo>
                    <a:lnTo>
                      <a:pt x="448" y="1661"/>
                    </a:lnTo>
                    <a:lnTo>
                      <a:pt x="459" y="1652"/>
                    </a:lnTo>
                    <a:lnTo>
                      <a:pt x="473" y="1646"/>
                    </a:lnTo>
                    <a:lnTo>
                      <a:pt x="488" y="1644"/>
                    </a:lnTo>
                    <a:lnTo>
                      <a:pt x="502" y="1647"/>
                    </a:lnTo>
                    <a:lnTo>
                      <a:pt x="515" y="1655"/>
                    </a:lnTo>
                    <a:lnTo>
                      <a:pt x="598" y="1721"/>
                    </a:lnTo>
                    <a:lnTo>
                      <a:pt x="759" y="1541"/>
                    </a:lnTo>
                    <a:lnTo>
                      <a:pt x="770" y="1532"/>
                    </a:lnTo>
                    <a:lnTo>
                      <a:pt x="784" y="1527"/>
                    </a:lnTo>
                    <a:lnTo>
                      <a:pt x="798" y="1526"/>
                    </a:lnTo>
                    <a:close/>
                    <a:moveTo>
                      <a:pt x="980" y="1183"/>
                    </a:moveTo>
                    <a:lnTo>
                      <a:pt x="1804" y="1183"/>
                    </a:lnTo>
                    <a:lnTo>
                      <a:pt x="1821" y="1186"/>
                    </a:lnTo>
                    <a:lnTo>
                      <a:pt x="1835" y="1192"/>
                    </a:lnTo>
                    <a:lnTo>
                      <a:pt x="1846" y="1204"/>
                    </a:lnTo>
                    <a:lnTo>
                      <a:pt x="1854" y="1219"/>
                    </a:lnTo>
                    <a:lnTo>
                      <a:pt x="1856" y="1234"/>
                    </a:lnTo>
                    <a:lnTo>
                      <a:pt x="1856" y="1286"/>
                    </a:lnTo>
                    <a:lnTo>
                      <a:pt x="1854" y="1301"/>
                    </a:lnTo>
                    <a:lnTo>
                      <a:pt x="1846" y="1316"/>
                    </a:lnTo>
                    <a:lnTo>
                      <a:pt x="1835" y="1328"/>
                    </a:lnTo>
                    <a:lnTo>
                      <a:pt x="1821" y="1334"/>
                    </a:lnTo>
                    <a:lnTo>
                      <a:pt x="1804" y="1337"/>
                    </a:lnTo>
                    <a:lnTo>
                      <a:pt x="980" y="1337"/>
                    </a:lnTo>
                    <a:lnTo>
                      <a:pt x="963" y="1334"/>
                    </a:lnTo>
                    <a:lnTo>
                      <a:pt x="949" y="1328"/>
                    </a:lnTo>
                    <a:lnTo>
                      <a:pt x="938" y="1316"/>
                    </a:lnTo>
                    <a:lnTo>
                      <a:pt x="931" y="1301"/>
                    </a:lnTo>
                    <a:lnTo>
                      <a:pt x="928" y="1286"/>
                    </a:lnTo>
                    <a:lnTo>
                      <a:pt x="928" y="1234"/>
                    </a:lnTo>
                    <a:lnTo>
                      <a:pt x="931" y="1219"/>
                    </a:lnTo>
                    <a:lnTo>
                      <a:pt x="938" y="1204"/>
                    </a:lnTo>
                    <a:lnTo>
                      <a:pt x="949" y="1192"/>
                    </a:lnTo>
                    <a:lnTo>
                      <a:pt x="963" y="1186"/>
                    </a:lnTo>
                    <a:lnTo>
                      <a:pt x="980" y="1183"/>
                    </a:lnTo>
                    <a:close/>
                    <a:moveTo>
                      <a:pt x="798" y="1068"/>
                    </a:moveTo>
                    <a:lnTo>
                      <a:pt x="812" y="1072"/>
                    </a:lnTo>
                    <a:lnTo>
                      <a:pt x="826" y="1080"/>
                    </a:lnTo>
                    <a:lnTo>
                      <a:pt x="835" y="1092"/>
                    </a:lnTo>
                    <a:lnTo>
                      <a:pt x="841" y="1105"/>
                    </a:lnTo>
                    <a:lnTo>
                      <a:pt x="841" y="1120"/>
                    </a:lnTo>
                    <a:lnTo>
                      <a:pt x="838" y="1135"/>
                    </a:lnTo>
                    <a:lnTo>
                      <a:pt x="830" y="1147"/>
                    </a:lnTo>
                    <a:lnTo>
                      <a:pt x="640" y="1360"/>
                    </a:lnTo>
                    <a:lnTo>
                      <a:pt x="629" y="1369"/>
                    </a:lnTo>
                    <a:lnTo>
                      <a:pt x="617" y="1375"/>
                    </a:lnTo>
                    <a:lnTo>
                      <a:pt x="604" y="1376"/>
                    </a:lnTo>
                    <a:lnTo>
                      <a:pt x="588" y="1373"/>
                    </a:lnTo>
                    <a:lnTo>
                      <a:pt x="574" y="1366"/>
                    </a:lnTo>
                    <a:lnTo>
                      <a:pt x="456" y="1271"/>
                    </a:lnTo>
                    <a:lnTo>
                      <a:pt x="446" y="1260"/>
                    </a:lnTo>
                    <a:lnTo>
                      <a:pt x="440" y="1246"/>
                    </a:lnTo>
                    <a:lnTo>
                      <a:pt x="438" y="1232"/>
                    </a:lnTo>
                    <a:lnTo>
                      <a:pt x="441" y="1217"/>
                    </a:lnTo>
                    <a:lnTo>
                      <a:pt x="448" y="1204"/>
                    </a:lnTo>
                    <a:lnTo>
                      <a:pt x="459" y="1195"/>
                    </a:lnTo>
                    <a:lnTo>
                      <a:pt x="473" y="1188"/>
                    </a:lnTo>
                    <a:lnTo>
                      <a:pt x="488" y="1187"/>
                    </a:lnTo>
                    <a:lnTo>
                      <a:pt x="502" y="1189"/>
                    </a:lnTo>
                    <a:lnTo>
                      <a:pt x="515" y="1197"/>
                    </a:lnTo>
                    <a:lnTo>
                      <a:pt x="598" y="1263"/>
                    </a:lnTo>
                    <a:lnTo>
                      <a:pt x="759" y="1084"/>
                    </a:lnTo>
                    <a:lnTo>
                      <a:pt x="770" y="1075"/>
                    </a:lnTo>
                    <a:lnTo>
                      <a:pt x="784" y="1069"/>
                    </a:lnTo>
                    <a:lnTo>
                      <a:pt x="798" y="1068"/>
                    </a:lnTo>
                    <a:close/>
                    <a:moveTo>
                      <a:pt x="155" y="360"/>
                    </a:moveTo>
                    <a:lnTo>
                      <a:pt x="573" y="360"/>
                    </a:lnTo>
                    <a:lnTo>
                      <a:pt x="569" y="386"/>
                    </a:lnTo>
                    <a:lnTo>
                      <a:pt x="568" y="413"/>
                    </a:lnTo>
                    <a:lnTo>
                      <a:pt x="571" y="455"/>
                    </a:lnTo>
                    <a:lnTo>
                      <a:pt x="581" y="494"/>
                    </a:lnTo>
                    <a:lnTo>
                      <a:pt x="596" y="530"/>
                    </a:lnTo>
                    <a:lnTo>
                      <a:pt x="617" y="564"/>
                    </a:lnTo>
                    <a:lnTo>
                      <a:pt x="642" y="593"/>
                    </a:lnTo>
                    <a:lnTo>
                      <a:pt x="672" y="620"/>
                    </a:lnTo>
                    <a:lnTo>
                      <a:pt x="706" y="640"/>
                    </a:lnTo>
                    <a:lnTo>
                      <a:pt x="742" y="656"/>
                    </a:lnTo>
                    <a:lnTo>
                      <a:pt x="782" y="665"/>
                    </a:lnTo>
                    <a:lnTo>
                      <a:pt x="823" y="669"/>
                    </a:lnTo>
                    <a:lnTo>
                      <a:pt x="1497" y="669"/>
                    </a:lnTo>
                    <a:lnTo>
                      <a:pt x="1539" y="665"/>
                    </a:lnTo>
                    <a:lnTo>
                      <a:pt x="1578" y="656"/>
                    </a:lnTo>
                    <a:lnTo>
                      <a:pt x="1614" y="640"/>
                    </a:lnTo>
                    <a:lnTo>
                      <a:pt x="1648" y="619"/>
                    </a:lnTo>
                    <a:lnTo>
                      <a:pt x="1678" y="593"/>
                    </a:lnTo>
                    <a:lnTo>
                      <a:pt x="1704" y="563"/>
                    </a:lnTo>
                    <a:lnTo>
                      <a:pt x="1725" y="529"/>
                    </a:lnTo>
                    <a:lnTo>
                      <a:pt x="1740" y="492"/>
                    </a:lnTo>
                    <a:lnTo>
                      <a:pt x="1750" y="452"/>
                    </a:lnTo>
                    <a:lnTo>
                      <a:pt x="1753" y="410"/>
                    </a:lnTo>
                    <a:lnTo>
                      <a:pt x="1752" y="385"/>
                    </a:lnTo>
                    <a:lnTo>
                      <a:pt x="1748" y="360"/>
                    </a:lnTo>
                    <a:lnTo>
                      <a:pt x="2063" y="360"/>
                    </a:lnTo>
                    <a:lnTo>
                      <a:pt x="2106" y="362"/>
                    </a:lnTo>
                    <a:lnTo>
                      <a:pt x="2146" y="369"/>
                    </a:lnTo>
                    <a:lnTo>
                      <a:pt x="2181" y="380"/>
                    </a:lnTo>
                    <a:lnTo>
                      <a:pt x="2213" y="393"/>
                    </a:lnTo>
                    <a:lnTo>
                      <a:pt x="2241" y="410"/>
                    </a:lnTo>
                    <a:lnTo>
                      <a:pt x="2265" y="431"/>
                    </a:lnTo>
                    <a:lnTo>
                      <a:pt x="2285" y="454"/>
                    </a:lnTo>
                    <a:lnTo>
                      <a:pt x="2300" y="479"/>
                    </a:lnTo>
                    <a:lnTo>
                      <a:pt x="2311" y="506"/>
                    </a:lnTo>
                    <a:lnTo>
                      <a:pt x="2318" y="536"/>
                    </a:lnTo>
                    <a:lnTo>
                      <a:pt x="2321" y="566"/>
                    </a:lnTo>
                    <a:lnTo>
                      <a:pt x="2321" y="2111"/>
                    </a:lnTo>
                    <a:lnTo>
                      <a:pt x="2294" y="2110"/>
                    </a:lnTo>
                    <a:lnTo>
                      <a:pt x="2269" y="2109"/>
                    </a:lnTo>
                    <a:lnTo>
                      <a:pt x="2198" y="2112"/>
                    </a:lnTo>
                    <a:lnTo>
                      <a:pt x="2129" y="2121"/>
                    </a:lnTo>
                    <a:lnTo>
                      <a:pt x="2063" y="2136"/>
                    </a:lnTo>
                    <a:lnTo>
                      <a:pt x="2063" y="926"/>
                    </a:lnTo>
                    <a:lnTo>
                      <a:pt x="258" y="926"/>
                    </a:lnTo>
                    <a:lnTo>
                      <a:pt x="258" y="2983"/>
                    </a:lnTo>
                    <a:lnTo>
                      <a:pt x="1447" y="2983"/>
                    </a:lnTo>
                    <a:lnTo>
                      <a:pt x="1453" y="3050"/>
                    </a:lnTo>
                    <a:lnTo>
                      <a:pt x="1465" y="3116"/>
                    </a:lnTo>
                    <a:lnTo>
                      <a:pt x="1483" y="3179"/>
                    </a:lnTo>
                    <a:lnTo>
                      <a:pt x="1505" y="3240"/>
                    </a:lnTo>
                    <a:lnTo>
                      <a:pt x="207" y="3240"/>
                    </a:lnTo>
                    <a:lnTo>
                      <a:pt x="169" y="3237"/>
                    </a:lnTo>
                    <a:lnTo>
                      <a:pt x="134" y="3227"/>
                    </a:lnTo>
                    <a:lnTo>
                      <a:pt x="103" y="3212"/>
                    </a:lnTo>
                    <a:lnTo>
                      <a:pt x="73" y="3192"/>
                    </a:lnTo>
                    <a:lnTo>
                      <a:pt x="49" y="3167"/>
                    </a:lnTo>
                    <a:lnTo>
                      <a:pt x="28" y="3139"/>
                    </a:lnTo>
                    <a:lnTo>
                      <a:pt x="13" y="3106"/>
                    </a:lnTo>
                    <a:lnTo>
                      <a:pt x="3" y="3071"/>
                    </a:lnTo>
                    <a:lnTo>
                      <a:pt x="0" y="3034"/>
                    </a:lnTo>
                    <a:lnTo>
                      <a:pt x="0" y="566"/>
                    </a:lnTo>
                    <a:lnTo>
                      <a:pt x="3" y="532"/>
                    </a:lnTo>
                    <a:lnTo>
                      <a:pt x="10" y="501"/>
                    </a:lnTo>
                    <a:lnTo>
                      <a:pt x="22" y="471"/>
                    </a:lnTo>
                    <a:lnTo>
                      <a:pt x="37" y="444"/>
                    </a:lnTo>
                    <a:lnTo>
                      <a:pt x="55" y="420"/>
                    </a:lnTo>
                    <a:lnTo>
                      <a:pt x="73" y="399"/>
                    </a:lnTo>
                    <a:lnTo>
                      <a:pt x="94" y="383"/>
                    </a:lnTo>
                    <a:lnTo>
                      <a:pt x="115" y="371"/>
                    </a:lnTo>
                    <a:lnTo>
                      <a:pt x="136" y="362"/>
                    </a:lnTo>
                    <a:lnTo>
                      <a:pt x="155" y="360"/>
                    </a:lnTo>
                    <a:close/>
                    <a:moveTo>
                      <a:pt x="1160" y="103"/>
                    </a:moveTo>
                    <a:lnTo>
                      <a:pt x="1139" y="106"/>
                    </a:lnTo>
                    <a:lnTo>
                      <a:pt x="1121" y="113"/>
                    </a:lnTo>
                    <a:lnTo>
                      <a:pt x="1106" y="125"/>
                    </a:lnTo>
                    <a:lnTo>
                      <a:pt x="1094" y="141"/>
                    </a:lnTo>
                    <a:lnTo>
                      <a:pt x="1086" y="159"/>
                    </a:lnTo>
                    <a:lnTo>
                      <a:pt x="1083" y="180"/>
                    </a:lnTo>
                    <a:lnTo>
                      <a:pt x="1086" y="201"/>
                    </a:lnTo>
                    <a:lnTo>
                      <a:pt x="1094" y="219"/>
                    </a:lnTo>
                    <a:lnTo>
                      <a:pt x="1106" y="235"/>
                    </a:lnTo>
                    <a:lnTo>
                      <a:pt x="1121" y="247"/>
                    </a:lnTo>
                    <a:lnTo>
                      <a:pt x="1139" y="254"/>
                    </a:lnTo>
                    <a:lnTo>
                      <a:pt x="1160" y="257"/>
                    </a:lnTo>
                    <a:lnTo>
                      <a:pt x="1181" y="254"/>
                    </a:lnTo>
                    <a:lnTo>
                      <a:pt x="1200" y="247"/>
                    </a:lnTo>
                    <a:lnTo>
                      <a:pt x="1215" y="235"/>
                    </a:lnTo>
                    <a:lnTo>
                      <a:pt x="1227" y="219"/>
                    </a:lnTo>
                    <a:lnTo>
                      <a:pt x="1235" y="201"/>
                    </a:lnTo>
                    <a:lnTo>
                      <a:pt x="1238" y="180"/>
                    </a:lnTo>
                    <a:lnTo>
                      <a:pt x="1235" y="159"/>
                    </a:lnTo>
                    <a:lnTo>
                      <a:pt x="1227" y="141"/>
                    </a:lnTo>
                    <a:lnTo>
                      <a:pt x="1215" y="125"/>
                    </a:lnTo>
                    <a:lnTo>
                      <a:pt x="1200" y="113"/>
                    </a:lnTo>
                    <a:lnTo>
                      <a:pt x="1181" y="106"/>
                    </a:lnTo>
                    <a:lnTo>
                      <a:pt x="1160" y="103"/>
                    </a:lnTo>
                    <a:close/>
                    <a:moveTo>
                      <a:pt x="1158" y="0"/>
                    </a:moveTo>
                    <a:lnTo>
                      <a:pt x="1162" y="0"/>
                    </a:lnTo>
                    <a:lnTo>
                      <a:pt x="1194" y="3"/>
                    </a:lnTo>
                    <a:lnTo>
                      <a:pt x="1225" y="11"/>
                    </a:lnTo>
                    <a:lnTo>
                      <a:pt x="1252" y="24"/>
                    </a:lnTo>
                    <a:lnTo>
                      <a:pt x="1277" y="41"/>
                    </a:lnTo>
                    <a:lnTo>
                      <a:pt x="1299" y="63"/>
                    </a:lnTo>
                    <a:lnTo>
                      <a:pt x="1317" y="88"/>
                    </a:lnTo>
                    <a:lnTo>
                      <a:pt x="1330" y="116"/>
                    </a:lnTo>
                    <a:lnTo>
                      <a:pt x="1337" y="146"/>
                    </a:lnTo>
                    <a:lnTo>
                      <a:pt x="1341" y="178"/>
                    </a:lnTo>
                    <a:lnTo>
                      <a:pt x="1341" y="180"/>
                    </a:lnTo>
                    <a:lnTo>
                      <a:pt x="1343" y="201"/>
                    </a:lnTo>
                    <a:lnTo>
                      <a:pt x="1352" y="219"/>
                    </a:lnTo>
                    <a:lnTo>
                      <a:pt x="1364" y="235"/>
                    </a:lnTo>
                    <a:lnTo>
                      <a:pt x="1379" y="247"/>
                    </a:lnTo>
                    <a:lnTo>
                      <a:pt x="1396" y="254"/>
                    </a:lnTo>
                    <a:lnTo>
                      <a:pt x="1417" y="257"/>
                    </a:lnTo>
                    <a:lnTo>
                      <a:pt x="1497" y="257"/>
                    </a:lnTo>
                    <a:lnTo>
                      <a:pt x="1528" y="261"/>
                    </a:lnTo>
                    <a:lnTo>
                      <a:pt x="1556" y="269"/>
                    </a:lnTo>
                    <a:lnTo>
                      <a:pt x="1582" y="284"/>
                    </a:lnTo>
                    <a:lnTo>
                      <a:pt x="1605" y="302"/>
                    </a:lnTo>
                    <a:lnTo>
                      <a:pt x="1624" y="324"/>
                    </a:lnTo>
                    <a:lnTo>
                      <a:pt x="1638" y="350"/>
                    </a:lnTo>
                    <a:lnTo>
                      <a:pt x="1647" y="380"/>
                    </a:lnTo>
                    <a:lnTo>
                      <a:pt x="1650" y="410"/>
                    </a:lnTo>
                    <a:lnTo>
                      <a:pt x="1650" y="413"/>
                    </a:lnTo>
                    <a:lnTo>
                      <a:pt x="1647" y="444"/>
                    </a:lnTo>
                    <a:lnTo>
                      <a:pt x="1638" y="472"/>
                    </a:lnTo>
                    <a:lnTo>
                      <a:pt x="1624" y="499"/>
                    </a:lnTo>
                    <a:lnTo>
                      <a:pt x="1605" y="521"/>
                    </a:lnTo>
                    <a:lnTo>
                      <a:pt x="1582" y="540"/>
                    </a:lnTo>
                    <a:lnTo>
                      <a:pt x="1556" y="554"/>
                    </a:lnTo>
                    <a:lnTo>
                      <a:pt x="1528" y="563"/>
                    </a:lnTo>
                    <a:lnTo>
                      <a:pt x="1497" y="566"/>
                    </a:lnTo>
                    <a:lnTo>
                      <a:pt x="823" y="566"/>
                    </a:lnTo>
                    <a:lnTo>
                      <a:pt x="793" y="563"/>
                    </a:lnTo>
                    <a:lnTo>
                      <a:pt x="764" y="554"/>
                    </a:lnTo>
                    <a:lnTo>
                      <a:pt x="738" y="540"/>
                    </a:lnTo>
                    <a:lnTo>
                      <a:pt x="715" y="521"/>
                    </a:lnTo>
                    <a:lnTo>
                      <a:pt x="697" y="499"/>
                    </a:lnTo>
                    <a:lnTo>
                      <a:pt x="682" y="472"/>
                    </a:lnTo>
                    <a:lnTo>
                      <a:pt x="674" y="444"/>
                    </a:lnTo>
                    <a:lnTo>
                      <a:pt x="670" y="413"/>
                    </a:lnTo>
                    <a:lnTo>
                      <a:pt x="670" y="410"/>
                    </a:lnTo>
                    <a:lnTo>
                      <a:pt x="674" y="380"/>
                    </a:lnTo>
                    <a:lnTo>
                      <a:pt x="682" y="350"/>
                    </a:lnTo>
                    <a:lnTo>
                      <a:pt x="697" y="324"/>
                    </a:lnTo>
                    <a:lnTo>
                      <a:pt x="715" y="302"/>
                    </a:lnTo>
                    <a:lnTo>
                      <a:pt x="738" y="284"/>
                    </a:lnTo>
                    <a:lnTo>
                      <a:pt x="764" y="269"/>
                    </a:lnTo>
                    <a:lnTo>
                      <a:pt x="793" y="261"/>
                    </a:lnTo>
                    <a:lnTo>
                      <a:pt x="823" y="257"/>
                    </a:lnTo>
                    <a:lnTo>
                      <a:pt x="903" y="257"/>
                    </a:lnTo>
                    <a:lnTo>
                      <a:pt x="923" y="254"/>
                    </a:lnTo>
                    <a:lnTo>
                      <a:pt x="942" y="247"/>
                    </a:lnTo>
                    <a:lnTo>
                      <a:pt x="957" y="235"/>
                    </a:lnTo>
                    <a:lnTo>
                      <a:pt x="969" y="219"/>
                    </a:lnTo>
                    <a:lnTo>
                      <a:pt x="977" y="201"/>
                    </a:lnTo>
                    <a:lnTo>
                      <a:pt x="980" y="180"/>
                    </a:lnTo>
                    <a:lnTo>
                      <a:pt x="980" y="178"/>
                    </a:lnTo>
                    <a:lnTo>
                      <a:pt x="983" y="146"/>
                    </a:lnTo>
                    <a:lnTo>
                      <a:pt x="991" y="116"/>
                    </a:lnTo>
                    <a:lnTo>
                      <a:pt x="1004" y="88"/>
                    </a:lnTo>
                    <a:lnTo>
                      <a:pt x="1021" y="63"/>
                    </a:lnTo>
                    <a:lnTo>
                      <a:pt x="1043" y="41"/>
                    </a:lnTo>
                    <a:lnTo>
                      <a:pt x="1068" y="24"/>
                    </a:lnTo>
                    <a:lnTo>
                      <a:pt x="1096" y="11"/>
                    </a:lnTo>
                    <a:lnTo>
                      <a:pt x="1126" y="3"/>
                    </a:lnTo>
                    <a:lnTo>
                      <a:pt x="1158" y="0"/>
                    </a:lnTo>
                    <a:close/>
                  </a:path>
                </a:pathLst>
              </a:custGeom>
              <a:solidFill>
                <a:schemeClr val="accent6"/>
              </a:solidFill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</p:grpSp>
      <p:sp>
        <p:nvSpPr>
          <p:cNvPr id="51" name="모서리가 둥근 직사각형 50"/>
          <p:cNvSpPr/>
          <p:nvPr/>
        </p:nvSpPr>
        <p:spPr>
          <a:xfrm>
            <a:off x="1236628" y="1999066"/>
            <a:ext cx="9715566" cy="3524004"/>
          </a:xfrm>
          <a:prstGeom prst="roundRect">
            <a:avLst/>
          </a:prstGeom>
          <a:noFill/>
          <a:ln w="12700">
            <a:solidFill>
              <a:schemeClr val="accent6">
                <a:lumMod val="60000"/>
                <a:lumOff val="40000"/>
              </a:schemeClr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altLang="ko-KR" sz="2000" dirty="0" smtClean="0">
              <a:solidFill>
                <a:schemeClr val="tx1"/>
              </a:solidFill>
            </a:endParaRPr>
          </a:p>
        </p:txBody>
      </p:sp>
      <p:sp>
        <p:nvSpPr>
          <p:cNvPr id="52" name="모서리가 둥근 직사각형 51"/>
          <p:cNvSpPr/>
          <p:nvPr/>
        </p:nvSpPr>
        <p:spPr>
          <a:xfrm>
            <a:off x="950876" y="1713314"/>
            <a:ext cx="10287070" cy="4073140"/>
          </a:xfrm>
          <a:prstGeom prst="roundRect">
            <a:avLst/>
          </a:prstGeom>
          <a:noFill/>
          <a:ln w="12700">
            <a:solidFill>
              <a:schemeClr val="accent6">
                <a:lumMod val="20000"/>
                <a:lumOff val="80000"/>
              </a:schemeClr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altLang="ko-KR" sz="2000" dirty="0" smtClean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xmlns="" val="1935223717"/>
      </p:ext>
    </p:extLst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10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2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20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20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0" grpId="0"/>
      <p:bldP spid="5" grpId="0"/>
      <p:bldP spid="8" grpId="0" animBg="1"/>
      <p:bldP spid="51" grpId="0" animBg="1"/>
      <p:bldP spid="52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879438" y="3071810"/>
            <a:ext cx="1571636" cy="785818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400" b="1" dirty="0" smtClean="0">
                <a:solidFill>
                  <a:schemeClr val="tx1"/>
                </a:solidFill>
              </a:rPr>
              <a:t>-</a:t>
            </a:r>
            <a:r>
              <a:rPr lang="ko-KR" altLang="en-US" sz="1400" b="1" dirty="0" smtClean="0">
                <a:solidFill>
                  <a:schemeClr val="tx1"/>
                </a:solidFill>
              </a:rPr>
              <a:t>화면설계</a:t>
            </a:r>
            <a:endParaRPr lang="en-US" altLang="ko-KR" sz="1400" b="1" dirty="0" smtClean="0">
              <a:solidFill>
                <a:schemeClr val="tx1"/>
              </a:solidFill>
            </a:endParaRPr>
          </a:p>
          <a:p>
            <a:r>
              <a:rPr lang="en-US" altLang="ko-KR" sz="1400" b="1" dirty="0" smtClean="0">
                <a:solidFill>
                  <a:schemeClr val="tx1"/>
                </a:solidFill>
              </a:rPr>
              <a:t>-DB</a:t>
            </a:r>
            <a:r>
              <a:rPr lang="ko-KR" altLang="en-US" sz="1400" b="1" dirty="0" smtClean="0">
                <a:solidFill>
                  <a:schemeClr val="tx1"/>
                </a:solidFill>
              </a:rPr>
              <a:t>설계</a:t>
            </a:r>
            <a:endParaRPr lang="ko-KR" altLang="en-US" sz="1400" b="1" dirty="0">
              <a:solidFill>
                <a:schemeClr val="tx1"/>
              </a:solidFill>
            </a:endParaRPr>
          </a:p>
        </p:txBody>
      </p:sp>
      <p:sp>
        <p:nvSpPr>
          <p:cNvPr id="5" name="Title 3"/>
          <p:cNvSpPr>
            <a:spLocks noGrp="1"/>
          </p:cNvSpPr>
          <p:nvPr>
            <p:ph type="title"/>
          </p:nvPr>
        </p:nvSpPr>
        <p:spPr>
          <a:xfrm>
            <a:off x="307934" y="274639"/>
            <a:ext cx="10969943" cy="711081"/>
          </a:xfrm>
        </p:spPr>
        <p:txBody>
          <a:bodyPr/>
          <a:lstStyle/>
          <a:p>
            <a:r>
              <a:rPr lang="en-US" dirty="0" smtClean="0">
                <a:solidFill>
                  <a:schemeClr val="bg1">
                    <a:lumMod val="50000"/>
                  </a:schemeClr>
                </a:solidFill>
              </a:rPr>
              <a:t>-JAVA PROGRAMMING</a:t>
            </a:r>
            <a:endParaRPr lang="en-US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6" name="Title 3"/>
          <p:cNvSpPr txBox="1">
            <a:spLocks/>
          </p:cNvSpPr>
          <p:nvPr/>
        </p:nvSpPr>
        <p:spPr>
          <a:xfrm>
            <a:off x="2093884" y="857232"/>
            <a:ext cx="2357454" cy="353891"/>
          </a:xfrm>
          <a:prstGeom prst="rect">
            <a:avLst/>
          </a:prstGeom>
        </p:spPr>
        <p:txBody>
          <a:bodyPr vert="horz" lIns="0" tIns="60949" rIns="0" bIns="60949" rtlCol="0" anchor="ctr">
            <a:noAutofit/>
          </a:bodyPr>
          <a:lstStyle/>
          <a:p>
            <a:pPr marL="0" marR="0" lvl="0" indent="0" algn="r" defTabSz="1218987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6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Arial" panose="020B0604020202020204" pitchFamily="34" charset="0"/>
              </a:rPr>
              <a:t>(</a:t>
            </a:r>
            <a:r>
              <a:rPr lang="ko-KR" altLang="en-US" sz="16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Arial" panose="020B0604020202020204" pitchFamily="34" charset="0"/>
              </a:rPr>
              <a:t>프로젝트 일정 계획안</a:t>
            </a:r>
            <a:r>
              <a:rPr kumimoji="0" lang="en-US" altLang="ko-KR" sz="16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+mj-lt"/>
                <a:ea typeface="+mj-ea"/>
                <a:cs typeface="Arial" panose="020B0604020202020204" pitchFamily="34" charset="0"/>
              </a:rPr>
              <a:t>)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75000"/>
                  <a:lumOff val="25000"/>
                </a:schemeClr>
              </a:solidFill>
              <a:effectLst/>
              <a:uLnTx/>
              <a:uFillTx/>
              <a:latin typeface="+mj-lt"/>
              <a:ea typeface="+mj-ea"/>
              <a:cs typeface="Arial" panose="020B0604020202020204" pitchFamily="34" charset="0"/>
            </a:endParaRPr>
          </a:p>
        </p:txBody>
      </p:sp>
      <p:sp>
        <p:nvSpPr>
          <p:cNvPr id="10" name="직사각형 9"/>
          <p:cNvSpPr/>
          <p:nvPr/>
        </p:nvSpPr>
        <p:spPr>
          <a:xfrm>
            <a:off x="879438" y="4000504"/>
            <a:ext cx="1571636" cy="785818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400" b="1" dirty="0" smtClean="0">
                <a:solidFill>
                  <a:schemeClr val="tx1"/>
                </a:solidFill>
              </a:rPr>
              <a:t>-</a:t>
            </a:r>
            <a:r>
              <a:rPr lang="ko-KR" altLang="en-US" sz="1400" b="1" dirty="0" smtClean="0">
                <a:solidFill>
                  <a:schemeClr val="tx1"/>
                </a:solidFill>
              </a:rPr>
              <a:t>관리자 화면 구현</a:t>
            </a:r>
            <a:endParaRPr lang="en-US" altLang="ko-KR" sz="1400" b="1" dirty="0" smtClean="0">
              <a:solidFill>
                <a:schemeClr val="tx1"/>
              </a:solidFill>
            </a:endParaRPr>
          </a:p>
          <a:p>
            <a:r>
              <a:rPr lang="en-US" altLang="ko-KR" sz="1400" b="1" dirty="0" smtClean="0">
                <a:solidFill>
                  <a:schemeClr val="tx1"/>
                </a:solidFill>
              </a:rPr>
              <a:t>-</a:t>
            </a:r>
            <a:r>
              <a:rPr lang="ko-KR" altLang="en-US" sz="1400" b="1" dirty="0" smtClean="0">
                <a:solidFill>
                  <a:schemeClr val="tx1"/>
                </a:solidFill>
              </a:rPr>
              <a:t>학생 화면 구현</a:t>
            </a:r>
            <a:endParaRPr lang="en-US" altLang="ko-KR" sz="1400" b="1" dirty="0" smtClean="0">
              <a:solidFill>
                <a:schemeClr val="tx1"/>
              </a:solidFill>
            </a:endParaRPr>
          </a:p>
          <a:p>
            <a:r>
              <a:rPr lang="en-US" altLang="ko-KR" sz="1400" b="1" dirty="0" smtClean="0">
                <a:solidFill>
                  <a:schemeClr val="tx1"/>
                </a:solidFill>
              </a:rPr>
              <a:t>-</a:t>
            </a:r>
            <a:r>
              <a:rPr lang="ko-KR" altLang="en-US" sz="1400" b="1" dirty="0" smtClean="0">
                <a:solidFill>
                  <a:schemeClr val="tx1"/>
                </a:solidFill>
              </a:rPr>
              <a:t>프레임 구축</a:t>
            </a:r>
            <a:endParaRPr lang="ko-KR" altLang="en-US" sz="1400" b="1" dirty="0">
              <a:solidFill>
                <a:schemeClr val="tx1"/>
              </a:solidFill>
            </a:endParaRPr>
          </a:p>
        </p:txBody>
      </p:sp>
      <p:sp>
        <p:nvSpPr>
          <p:cNvPr id="11" name="직사각형 10"/>
          <p:cNvSpPr/>
          <p:nvPr/>
        </p:nvSpPr>
        <p:spPr>
          <a:xfrm>
            <a:off x="879438" y="4929198"/>
            <a:ext cx="1571636" cy="101452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400" b="1" dirty="0" smtClean="0">
                <a:solidFill>
                  <a:schemeClr val="tx1"/>
                </a:solidFill>
              </a:rPr>
              <a:t>-</a:t>
            </a:r>
            <a:r>
              <a:rPr lang="ko-KR" altLang="en-US" sz="1400" b="1" dirty="0" smtClean="0">
                <a:solidFill>
                  <a:schemeClr val="tx1"/>
                </a:solidFill>
              </a:rPr>
              <a:t>프레임 통합</a:t>
            </a:r>
            <a:endParaRPr lang="en-US" altLang="ko-KR" sz="1400" b="1" dirty="0" smtClean="0">
              <a:solidFill>
                <a:schemeClr val="tx1"/>
              </a:solidFill>
            </a:endParaRPr>
          </a:p>
          <a:p>
            <a:r>
              <a:rPr lang="en-US" altLang="ko-KR" sz="1400" b="1" dirty="0" smtClean="0">
                <a:solidFill>
                  <a:schemeClr val="tx1"/>
                </a:solidFill>
              </a:rPr>
              <a:t>-</a:t>
            </a:r>
            <a:r>
              <a:rPr lang="ko-KR" altLang="en-US" sz="1400" b="1" dirty="0" smtClean="0">
                <a:solidFill>
                  <a:schemeClr val="tx1"/>
                </a:solidFill>
              </a:rPr>
              <a:t>예외 처리 추가</a:t>
            </a:r>
            <a:endParaRPr lang="en-US" altLang="ko-KR" sz="1400" b="1" dirty="0" smtClean="0">
              <a:solidFill>
                <a:schemeClr val="tx1"/>
              </a:solidFill>
            </a:endParaRPr>
          </a:p>
          <a:p>
            <a:r>
              <a:rPr lang="en-US" altLang="ko-KR" sz="1400" b="1" dirty="0" smtClean="0">
                <a:solidFill>
                  <a:schemeClr val="tx1"/>
                </a:solidFill>
              </a:rPr>
              <a:t>-</a:t>
            </a:r>
            <a:r>
              <a:rPr lang="ko-KR" altLang="en-US" sz="1400" b="1" dirty="0" smtClean="0">
                <a:solidFill>
                  <a:schemeClr val="tx1"/>
                </a:solidFill>
              </a:rPr>
              <a:t>추가 기능 구현</a:t>
            </a:r>
            <a:endParaRPr lang="en-US" altLang="ko-KR" sz="1400" b="1" dirty="0" smtClean="0">
              <a:solidFill>
                <a:schemeClr val="tx1"/>
              </a:solidFill>
            </a:endParaRPr>
          </a:p>
          <a:p>
            <a:r>
              <a:rPr lang="en-US" altLang="ko-KR" sz="1400" b="1" dirty="0" smtClean="0">
                <a:solidFill>
                  <a:schemeClr val="tx1"/>
                </a:solidFill>
              </a:rPr>
              <a:t>-</a:t>
            </a:r>
            <a:r>
              <a:rPr lang="ko-KR" altLang="en-US" sz="1400" b="1" dirty="0" smtClean="0">
                <a:solidFill>
                  <a:schemeClr val="tx1"/>
                </a:solidFill>
              </a:rPr>
              <a:t>테스트</a:t>
            </a:r>
            <a:endParaRPr lang="en-US" altLang="ko-KR" sz="1400" b="1" dirty="0" smtClean="0">
              <a:solidFill>
                <a:schemeClr val="tx1"/>
              </a:solidFill>
            </a:endParaRPr>
          </a:p>
        </p:txBody>
      </p:sp>
      <p:sp>
        <p:nvSpPr>
          <p:cNvPr id="12" name="직사각형 11"/>
          <p:cNvSpPr/>
          <p:nvPr/>
        </p:nvSpPr>
        <p:spPr>
          <a:xfrm>
            <a:off x="3094016" y="2071678"/>
            <a:ext cx="574210" cy="500066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b="1" dirty="0" smtClean="0">
                <a:solidFill>
                  <a:schemeClr val="tx1"/>
                </a:solidFill>
              </a:rPr>
              <a:t>1</a:t>
            </a:r>
            <a:r>
              <a:rPr lang="ko-KR" altLang="en-US" sz="1400" b="1" dirty="0" smtClean="0">
                <a:solidFill>
                  <a:schemeClr val="tx1"/>
                </a:solidFill>
              </a:rPr>
              <a:t>일</a:t>
            </a:r>
            <a:endParaRPr lang="ko-KR" altLang="en-US" sz="1400" b="1" dirty="0">
              <a:solidFill>
                <a:schemeClr val="tx1"/>
              </a:solidFill>
            </a:endParaRPr>
          </a:p>
        </p:txBody>
      </p:sp>
      <p:sp>
        <p:nvSpPr>
          <p:cNvPr id="13" name="직사각형 12"/>
          <p:cNvSpPr/>
          <p:nvPr/>
        </p:nvSpPr>
        <p:spPr>
          <a:xfrm>
            <a:off x="3805690" y="2071678"/>
            <a:ext cx="574210" cy="500066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b="1" dirty="0" smtClean="0">
                <a:solidFill>
                  <a:schemeClr val="tx1"/>
                </a:solidFill>
              </a:rPr>
              <a:t>2</a:t>
            </a:r>
            <a:r>
              <a:rPr lang="ko-KR" altLang="en-US" sz="1400" b="1" dirty="0" smtClean="0">
                <a:solidFill>
                  <a:schemeClr val="tx1"/>
                </a:solidFill>
              </a:rPr>
              <a:t>일</a:t>
            </a:r>
            <a:endParaRPr lang="ko-KR" altLang="en-US" sz="1400" b="1" dirty="0">
              <a:solidFill>
                <a:schemeClr val="tx1"/>
              </a:solidFill>
            </a:endParaRPr>
          </a:p>
        </p:txBody>
      </p:sp>
      <p:sp>
        <p:nvSpPr>
          <p:cNvPr id="14" name="직사각형 13"/>
          <p:cNvSpPr/>
          <p:nvPr/>
        </p:nvSpPr>
        <p:spPr>
          <a:xfrm>
            <a:off x="4520070" y="2071678"/>
            <a:ext cx="574210" cy="500066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b="1" dirty="0" smtClean="0">
                <a:solidFill>
                  <a:schemeClr val="tx1"/>
                </a:solidFill>
              </a:rPr>
              <a:t>3</a:t>
            </a:r>
            <a:r>
              <a:rPr lang="ko-KR" altLang="en-US" sz="1400" b="1" dirty="0" smtClean="0">
                <a:solidFill>
                  <a:schemeClr val="tx1"/>
                </a:solidFill>
              </a:rPr>
              <a:t>일</a:t>
            </a:r>
            <a:endParaRPr lang="ko-KR" altLang="en-US" sz="1400" b="1" dirty="0">
              <a:solidFill>
                <a:schemeClr val="tx1"/>
              </a:solidFill>
            </a:endParaRPr>
          </a:p>
        </p:txBody>
      </p:sp>
      <p:sp>
        <p:nvSpPr>
          <p:cNvPr id="15" name="직사각형 14"/>
          <p:cNvSpPr/>
          <p:nvPr/>
        </p:nvSpPr>
        <p:spPr>
          <a:xfrm>
            <a:off x="5234450" y="2071678"/>
            <a:ext cx="574210" cy="500066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b="1" dirty="0" smtClean="0">
                <a:solidFill>
                  <a:schemeClr val="tx1"/>
                </a:solidFill>
              </a:rPr>
              <a:t>4</a:t>
            </a:r>
            <a:r>
              <a:rPr lang="ko-KR" altLang="en-US" sz="1400" b="1" dirty="0" smtClean="0">
                <a:solidFill>
                  <a:schemeClr val="tx1"/>
                </a:solidFill>
              </a:rPr>
              <a:t>일</a:t>
            </a:r>
            <a:endParaRPr lang="ko-KR" altLang="en-US" sz="1400" b="1" dirty="0">
              <a:solidFill>
                <a:schemeClr val="tx1"/>
              </a:solidFill>
            </a:endParaRPr>
          </a:p>
        </p:txBody>
      </p:sp>
      <p:sp>
        <p:nvSpPr>
          <p:cNvPr id="16" name="직사각형 15"/>
          <p:cNvSpPr/>
          <p:nvPr/>
        </p:nvSpPr>
        <p:spPr>
          <a:xfrm>
            <a:off x="3094016" y="3071810"/>
            <a:ext cx="7000924" cy="2643206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000" b="1">
              <a:solidFill>
                <a:schemeClr val="tx1"/>
              </a:solidFill>
            </a:endParaRPr>
          </a:p>
        </p:txBody>
      </p:sp>
      <p:sp>
        <p:nvSpPr>
          <p:cNvPr id="17" name="직사각형 16"/>
          <p:cNvSpPr/>
          <p:nvPr/>
        </p:nvSpPr>
        <p:spPr>
          <a:xfrm>
            <a:off x="7377590" y="2071678"/>
            <a:ext cx="574210" cy="500066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b="1" dirty="0" smtClean="0">
                <a:solidFill>
                  <a:schemeClr val="tx1"/>
                </a:solidFill>
              </a:rPr>
              <a:t>7</a:t>
            </a:r>
            <a:r>
              <a:rPr lang="ko-KR" altLang="en-US" sz="1400" b="1" dirty="0" smtClean="0">
                <a:solidFill>
                  <a:schemeClr val="tx1"/>
                </a:solidFill>
              </a:rPr>
              <a:t>일</a:t>
            </a:r>
            <a:endParaRPr lang="ko-KR" altLang="en-US" sz="1400" b="1" dirty="0">
              <a:solidFill>
                <a:schemeClr val="tx1"/>
              </a:solidFill>
            </a:endParaRPr>
          </a:p>
        </p:txBody>
      </p:sp>
      <p:sp>
        <p:nvSpPr>
          <p:cNvPr id="18" name="직사각형 17"/>
          <p:cNvSpPr/>
          <p:nvPr/>
        </p:nvSpPr>
        <p:spPr>
          <a:xfrm>
            <a:off x="5948830" y="2071678"/>
            <a:ext cx="574210" cy="500066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b="1" dirty="0" smtClean="0">
                <a:solidFill>
                  <a:schemeClr val="tx1"/>
                </a:solidFill>
              </a:rPr>
              <a:t>5</a:t>
            </a:r>
            <a:r>
              <a:rPr lang="ko-KR" altLang="en-US" sz="1400" b="1" dirty="0" smtClean="0">
                <a:solidFill>
                  <a:schemeClr val="tx1"/>
                </a:solidFill>
              </a:rPr>
              <a:t>일</a:t>
            </a:r>
            <a:endParaRPr lang="ko-KR" altLang="en-US" sz="1400" b="1" dirty="0">
              <a:solidFill>
                <a:schemeClr val="tx1"/>
              </a:solidFill>
            </a:endParaRPr>
          </a:p>
        </p:txBody>
      </p:sp>
      <p:sp>
        <p:nvSpPr>
          <p:cNvPr id="19" name="직사각형 18"/>
          <p:cNvSpPr/>
          <p:nvPr/>
        </p:nvSpPr>
        <p:spPr>
          <a:xfrm>
            <a:off x="6663210" y="2071678"/>
            <a:ext cx="574210" cy="500066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b="1" dirty="0" smtClean="0">
                <a:solidFill>
                  <a:schemeClr val="tx1"/>
                </a:solidFill>
              </a:rPr>
              <a:t>6</a:t>
            </a:r>
            <a:r>
              <a:rPr lang="ko-KR" altLang="en-US" sz="1400" b="1" dirty="0" smtClean="0">
                <a:solidFill>
                  <a:schemeClr val="tx1"/>
                </a:solidFill>
              </a:rPr>
              <a:t>일</a:t>
            </a:r>
            <a:endParaRPr lang="ko-KR" altLang="en-US" sz="1400" b="1" dirty="0">
              <a:solidFill>
                <a:schemeClr val="tx1"/>
              </a:solidFill>
            </a:endParaRPr>
          </a:p>
        </p:txBody>
      </p:sp>
      <p:sp>
        <p:nvSpPr>
          <p:cNvPr id="20" name="직사각형 19"/>
          <p:cNvSpPr/>
          <p:nvPr/>
        </p:nvSpPr>
        <p:spPr>
          <a:xfrm>
            <a:off x="8091970" y="2071678"/>
            <a:ext cx="574210" cy="500066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b="1" dirty="0" smtClean="0">
                <a:solidFill>
                  <a:schemeClr val="tx1"/>
                </a:solidFill>
              </a:rPr>
              <a:t>8</a:t>
            </a:r>
            <a:r>
              <a:rPr lang="ko-KR" altLang="en-US" sz="1400" b="1" dirty="0" smtClean="0">
                <a:solidFill>
                  <a:schemeClr val="tx1"/>
                </a:solidFill>
              </a:rPr>
              <a:t>일</a:t>
            </a:r>
            <a:endParaRPr lang="en-US" altLang="ko-KR" sz="1400" b="1" dirty="0" smtClean="0">
              <a:solidFill>
                <a:schemeClr val="tx1"/>
              </a:solidFill>
            </a:endParaRPr>
          </a:p>
        </p:txBody>
      </p:sp>
      <p:sp>
        <p:nvSpPr>
          <p:cNvPr id="21" name="직사각형 20"/>
          <p:cNvSpPr/>
          <p:nvPr/>
        </p:nvSpPr>
        <p:spPr>
          <a:xfrm>
            <a:off x="8806350" y="2071678"/>
            <a:ext cx="574210" cy="500066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b="1" dirty="0" smtClean="0">
                <a:solidFill>
                  <a:schemeClr val="tx1"/>
                </a:solidFill>
              </a:rPr>
              <a:t>9</a:t>
            </a:r>
            <a:r>
              <a:rPr lang="ko-KR" altLang="en-US" sz="1400" b="1" dirty="0" smtClean="0">
                <a:solidFill>
                  <a:schemeClr val="tx1"/>
                </a:solidFill>
              </a:rPr>
              <a:t>일</a:t>
            </a:r>
            <a:endParaRPr lang="en-US" altLang="ko-KR" sz="1400" b="1" dirty="0" smtClean="0">
              <a:solidFill>
                <a:schemeClr val="tx1"/>
              </a:solidFill>
            </a:endParaRPr>
          </a:p>
        </p:txBody>
      </p:sp>
      <p:sp>
        <p:nvSpPr>
          <p:cNvPr id="22" name="직사각형 21"/>
          <p:cNvSpPr/>
          <p:nvPr/>
        </p:nvSpPr>
        <p:spPr>
          <a:xfrm>
            <a:off x="9520730" y="2071678"/>
            <a:ext cx="574210" cy="500066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b="1" dirty="0" smtClean="0">
                <a:solidFill>
                  <a:schemeClr val="tx1"/>
                </a:solidFill>
              </a:rPr>
              <a:t>10</a:t>
            </a:r>
            <a:r>
              <a:rPr lang="ko-KR" altLang="en-US" sz="1400" b="1" dirty="0" smtClean="0">
                <a:solidFill>
                  <a:schemeClr val="tx1"/>
                </a:solidFill>
              </a:rPr>
              <a:t>일</a:t>
            </a:r>
            <a:endParaRPr lang="en-US" altLang="ko-KR" sz="1400" b="1" dirty="0" smtClean="0">
              <a:solidFill>
                <a:schemeClr val="tx1"/>
              </a:solidFill>
            </a:endParaRPr>
          </a:p>
        </p:txBody>
      </p:sp>
      <p:sp>
        <p:nvSpPr>
          <p:cNvPr id="23" name="직사각형 22"/>
          <p:cNvSpPr/>
          <p:nvPr/>
        </p:nvSpPr>
        <p:spPr>
          <a:xfrm flipV="1">
            <a:off x="3094016" y="3857628"/>
            <a:ext cx="7000924" cy="14287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" name="직사각형 23"/>
          <p:cNvSpPr/>
          <p:nvPr/>
        </p:nvSpPr>
        <p:spPr>
          <a:xfrm flipV="1">
            <a:off x="3094016" y="4786322"/>
            <a:ext cx="7000924" cy="14287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5" name="직사각형 24"/>
          <p:cNvSpPr/>
          <p:nvPr/>
        </p:nvSpPr>
        <p:spPr>
          <a:xfrm>
            <a:off x="5808660" y="3071810"/>
            <a:ext cx="142876" cy="264320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6" name="직사각형 25"/>
          <p:cNvSpPr/>
          <p:nvPr/>
        </p:nvSpPr>
        <p:spPr>
          <a:xfrm>
            <a:off x="3665520" y="3071810"/>
            <a:ext cx="142876" cy="264320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7" name="직사각형 26"/>
          <p:cNvSpPr/>
          <p:nvPr/>
        </p:nvSpPr>
        <p:spPr>
          <a:xfrm>
            <a:off x="4379900" y="3071810"/>
            <a:ext cx="142876" cy="264320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8" name="직사각형 27"/>
          <p:cNvSpPr/>
          <p:nvPr/>
        </p:nvSpPr>
        <p:spPr>
          <a:xfrm>
            <a:off x="5094280" y="3071810"/>
            <a:ext cx="142876" cy="264320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9" name="직사각형 28"/>
          <p:cNvSpPr/>
          <p:nvPr/>
        </p:nvSpPr>
        <p:spPr>
          <a:xfrm>
            <a:off x="6523040" y="3071810"/>
            <a:ext cx="142876" cy="264320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0" name="직사각형 29"/>
          <p:cNvSpPr/>
          <p:nvPr/>
        </p:nvSpPr>
        <p:spPr>
          <a:xfrm>
            <a:off x="7237420" y="3071810"/>
            <a:ext cx="142876" cy="264320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1" name="직사각형 30"/>
          <p:cNvSpPr/>
          <p:nvPr/>
        </p:nvSpPr>
        <p:spPr>
          <a:xfrm>
            <a:off x="7951800" y="3071810"/>
            <a:ext cx="142876" cy="264320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2" name="직사각형 31"/>
          <p:cNvSpPr/>
          <p:nvPr/>
        </p:nvSpPr>
        <p:spPr>
          <a:xfrm>
            <a:off x="8666180" y="3071810"/>
            <a:ext cx="142876" cy="264320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3" name="직사각형 32"/>
          <p:cNvSpPr/>
          <p:nvPr/>
        </p:nvSpPr>
        <p:spPr>
          <a:xfrm>
            <a:off x="9380560" y="3071810"/>
            <a:ext cx="142876" cy="264320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4" name="직사각형 33"/>
          <p:cNvSpPr/>
          <p:nvPr/>
        </p:nvSpPr>
        <p:spPr>
          <a:xfrm>
            <a:off x="2736826" y="2786058"/>
            <a:ext cx="7715304" cy="3214710"/>
          </a:xfrm>
          <a:prstGeom prst="rect">
            <a:avLst/>
          </a:prstGeom>
          <a:noFill/>
          <a:ln w="19050">
            <a:solidFill>
              <a:schemeClr val="accent2">
                <a:lumMod val="60000"/>
                <a:lumOff val="40000"/>
              </a:schemeClr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000" b="1">
              <a:solidFill>
                <a:schemeClr val="tx1"/>
              </a:solidFill>
            </a:endParaRPr>
          </a:p>
        </p:txBody>
      </p:sp>
      <p:sp>
        <p:nvSpPr>
          <p:cNvPr id="35" name="오른쪽 화살표 34"/>
          <p:cNvSpPr/>
          <p:nvPr/>
        </p:nvSpPr>
        <p:spPr>
          <a:xfrm>
            <a:off x="3094016" y="3143248"/>
            <a:ext cx="3429024" cy="642942"/>
          </a:xfrm>
          <a:prstGeom prst="rightArrow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6" name="오른쪽 화살표 35"/>
          <p:cNvSpPr/>
          <p:nvPr/>
        </p:nvSpPr>
        <p:spPr>
          <a:xfrm>
            <a:off x="3808396" y="4071942"/>
            <a:ext cx="4857784" cy="642942"/>
          </a:xfrm>
          <a:prstGeom prst="rightArrow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7" name="오른쪽 화살표 36"/>
          <p:cNvSpPr/>
          <p:nvPr/>
        </p:nvSpPr>
        <p:spPr>
          <a:xfrm>
            <a:off x="6663210" y="5000636"/>
            <a:ext cx="3431730" cy="642942"/>
          </a:xfrm>
          <a:prstGeom prst="rightArrow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000" b="1" dirty="0" smtClean="0"/>
              <a:t>현재 </a:t>
            </a:r>
            <a:endParaRPr lang="ko-KR" altLang="en-US" sz="2000" b="1" dirty="0"/>
          </a:p>
        </p:txBody>
      </p:sp>
      <p:grpSp>
        <p:nvGrpSpPr>
          <p:cNvPr id="38" name="그룹 37"/>
          <p:cNvGrpSpPr/>
          <p:nvPr/>
        </p:nvGrpSpPr>
        <p:grpSpPr>
          <a:xfrm>
            <a:off x="11452262" y="6142964"/>
            <a:ext cx="736563" cy="715036"/>
            <a:chOff x="4228307" y="2232261"/>
            <a:chExt cx="4037011" cy="3919022"/>
          </a:xfrm>
        </p:grpSpPr>
        <p:grpSp>
          <p:nvGrpSpPr>
            <p:cNvPr id="39" name="그룹 50"/>
            <p:cNvGrpSpPr/>
            <p:nvPr/>
          </p:nvGrpSpPr>
          <p:grpSpPr>
            <a:xfrm>
              <a:off x="5500764" y="2232261"/>
              <a:ext cx="1504804" cy="1944083"/>
              <a:chOff x="5348364" y="2079861"/>
              <a:chExt cx="1504804" cy="1944083"/>
            </a:xfrm>
          </p:grpSpPr>
          <p:sp>
            <p:nvSpPr>
              <p:cNvPr id="64" name="Freeform 24"/>
              <p:cNvSpPr>
                <a:spLocks noEditPoints="1"/>
              </p:cNvSpPr>
              <p:nvPr/>
            </p:nvSpPr>
            <p:spPr bwMode="auto">
              <a:xfrm>
                <a:off x="5348364" y="2079861"/>
                <a:ext cx="1504804" cy="1944083"/>
              </a:xfrm>
              <a:custGeom>
                <a:avLst/>
                <a:gdLst>
                  <a:gd name="T0" fmla="*/ 679 w 1658"/>
                  <a:gd name="T1" fmla="*/ 110 h 2143"/>
                  <a:gd name="T2" fmla="*/ 476 w 1658"/>
                  <a:gd name="T3" fmla="*/ 189 h 2143"/>
                  <a:gd name="T4" fmla="*/ 310 w 1658"/>
                  <a:gd name="T5" fmla="*/ 324 h 2143"/>
                  <a:gd name="T6" fmla="*/ 193 w 1658"/>
                  <a:gd name="T7" fmla="*/ 503 h 2143"/>
                  <a:gd name="T8" fmla="*/ 134 w 1658"/>
                  <a:gd name="T9" fmla="*/ 717 h 2143"/>
                  <a:gd name="T10" fmla="*/ 146 w 1658"/>
                  <a:gd name="T11" fmla="*/ 942 h 2143"/>
                  <a:gd name="T12" fmla="*/ 225 w 1658"/>
                  <a:gd name="T13" fmla="*/ 1145 h 2143"/>
                  <a:gd name="T14" fmla="*/ 360 w 1658"/>
                  <a:gd name="T15" fmla="*/ 1311 h 2143"/>
                  <a:gd name="T16" fmla="*/ 541 w 1658"/>
                  <a:gd name="T17" fmla="*/ 1429 h 2143"/>
                  <a:gd name="T18" fmla="*/ 753 w 1658"/>
                  <a:gd name="T19" fmla="*/ 1487 h 2143"/>
                  <a:gd name="T20" fmla="*/ 979 w 1658"/>
                  <a:gd name="T21" fmla="*/ 1475 h 2143"/>
                  <a:gd name="T22" fmla="*/ 1182 w 1658"/>
                  <a:gd name="T23" fmla="*/ 1396 h 2143"/>
                  <a:gd name="T24" fmla="*/ 1348 w 1658"/>
                  <a:gd name="T25" fmla="*/ 1260 h 2143"/>
                  <a:gd name="T26" fmla="*/ 1465 w 1658"/>
                  <a:gd name="T27" fmla="*/ 1081 h 2143"/>
                  <a:gd name="T28" fmla="*/ 1525 w 1658"/>
                  <a:gd name="T29" fmla="*/ 869 h 2143"/>
                  <a:gd name="T30" fmla="*/ 1512 w 1658"/>
                  <a:gd name="T31" fmla="*/ 642 h 2143"/>
                  <a:gd name="T32" fmla="*/ 1433 w 1658"/>
                  <a:gd name="T33" fmla="*/ 440 h 2143"/>
                  <a:gd name="T34" fmla="*/ 1298 w 1658"/>
                  <a:gd name="T35" fmla="*/ 274 h 2143"/>
                  <a:gd name="T36" fmla="*/ 1117 w 1658"/>
                  <a:gd name="T37" fmla="*/ 155 h 2143"/>
                  <a:gd name="T38" fmla="*/ 905 w 1658"/>
                  <a:gd name="T39" fmla="*/ 97 h 2143"/>
                  <a:gd name="T40" fmla="*/ 913 w 1658"/>
                  <a:gd name="T41" fmla="*/ 4 h 2143"/>
                  <a:gd name="T42" fmla="*/ 1152 w 1658"/>
                  <a:gd name="T43" fmla="*/ 65 h 2143"/>
                  <a:gd name="T44" fmla="*/ 1356 w 1658"/>
                  <a:gd name="T45" fmla="*/ 189 h 2143"/>
                  <a:gd name="T46" fmla="*/ 1516 w 1658"/>
                  <a:gd name="T47" fmla="*/ 366 h 2143"/>
                  <a:gd name="T48" fmla="*/ 1620 w 1658"/>
                  <a:gd name="T49" fmla="*/ 583 h 2143"/>
                  <a:gd name="T50" fmla="*/ 1658 w 1658"/>
                  <a:gd name="T51" fmla="*/ 828 h 2143"/>
                  <a:gd name="T52" fmla="*/ 1637 w 1658"/>
                  <a:gd name="T53" fmla="*/ 971 h 2143"/>
                  <a:gd name="T54" fmla="*/ 1577 w 1658"/>
                  <a:gd name="T55" fmla="*/ 1131 h 2143"/>
                  <a:gd name="T56" fmla="*/ 1489 w 1658"/>
                  <a:gd name="T57" fmla="*/ 1298 h 2143"/>
                  <a:gd name="T58" fmla="*/ 1382 w 1658"/>
                  <a:gd name="T59" fmla="*/ 1468 h 2143"/>
                  <a:gd name="T60" fmla="*/ 1264 w 1658"/>
                  <a:gd name="T61" fmla="*/ 1631 h 2143"/>
                  <a:gd name="T62" fmla="*/ 1144 w 1658"/>
                  <a:gd name="T63" fmla="*/ 1785 h 2143"/>
                  <a:gd name="T64" fmla="*/ 1032 w 1658"/>
                  <a:gd name="T65" fmla="*/ 1918 h 2143"/>
                  <a:gd name="T66" fmla="*/ 936 w 1658"/>
                  <a:gd name="T67" fmla="*/ 2027 h 2143"/>
                  <a:gd name="T68" fmla="*/ 868 w 1658"/>
                  <a:gd name="T69" fmla="*/ 2103 h 2143"/>
                  <a:gd name="T70" fmla="*/ 831 w 1658"/>
                  <a:gd name="T71" fmla="*/ 2141 h 2143"/>
                  <a:gd name="T72" fmla="*/ 819 w 1658"/>
                  <a:gd name="T73" fmla="*/ 2133 h 2143"/>
                  <a:gd name="T74" fmla="*/ 772 w 1658"/>
                  <a:gd name="T75" fmla="*/ 2081 h 2143"/>
                  <a:gd name="T76" fmla="*/ 692 w 1658"/>
                  <a:gd name="T77" fmla="*/ 1994 h 2143"/>
                  <a:gd name="T78" fmla="*/ 590 w 1658"/>
                  <a:gd name="T79" fmla="*/ 1876 h 2143"/>
                  <a:gd name="T80" fmla="*/ 475 w 1658"/>
                  <a:gd name="T81" fmla="*/ 1735 h 2143"/>
                  <a:gd name="T82" fmla="*/ 355 w 1658"/>
                  <a:gd name="T83" fmla="*/ 1577 h 2143"/>
                  <a:gd name="T84" fmla="*/ 239 w 1658"/>
                  <a:gd name="T85" fmla="*/ 1411 h 2143"/>
                  <a:gd name="T86" fmla="*/ 138 w 1658"/>
                  <a:gd name="T87" fmla="*/ 1241 h 2143"/>
                  <a:gd name="T88" fmla="*/ 58 w 1658"/>
                  <a:gd name="T89" fmla="*/ 1077 h 2143"/>
                  <a:gd name="T90" fmla="*/ 9 w 1658"/>
                  <a:gd name="T91" fmla="*/ 923 h 2143"/>
                  <a:gd name="T92" fmla="*/ 4 w 1658"/>
                  <a:gd name="T93" fmla="*/ 745 h 2143"/>
                  <a:gd name="T94" fmla="*/ 65 w 1658"/>
                  <a:gd name="T95" fmla="*/ 506 h 2143"/>
                  <a:gd name="T96" fmla="*/ 189 w 1658"/>
                  <a:gd name="T97" fmla="*/ 302 h 2143"/>
                  <a:gd name="T98" fmla="*/ 366 w 1658"/>
                  <a:gd name="T99" fmla="*/ 142 h 2143"/>
                  <a:gd name="T100" fmla="*/ 583 w 1658"/>
                  <a:gd name="T101" fmla="*/ 38 h 2143"/>
                  <a:gd name="T102" fmla="*/ 828 w 1658"/>
                  <a:gd name="T103" fmla="*/ 0 h 21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</a:cxnLst>
                <a:rect l="0" t="0" r="r" b="b"/>
                <a:pathLst>
                  <a:path w="1658" h="2143">
                    <a:moveTo>
                      <a:pt x="828" y="93"/>
                    </a:moveTo>
                    <a:lnTo>
                      <a:pt x="753" y="97"/>
                    </a:lnTo>
                    <a:lnTo>
                      <a:pt x="679" y="110"/>
                    </a:lnTo>
                    <a:lnTo>
                      <a:pt x="608" y="130"/>
                    </a:lnTo>
                    <a:lnTo>
                      <a:pt x="541" y="155"/>
                    </a:lnTo>
                    <a:lnTo>
                      <a:pt x="476" y="189"/>
                    </a:lnTo>
                    <a:lnTo>
                      <a:pt x="417" y="228"/>
                    </a:lnTo>
                    <a:lnTo>
                      <a:pt x="360" y="274"/>
                    </a:lnTo>
                    <a:lnTo>
                      <a:pt x="310" y="324"/>
                    </a:lnTo>
                    <a:lnTo>
                      <a:pt x="264" y="379"/>
                    </a:lnTo>
                    <a:lnTo>
                      <a:pt x="225" y="440"/>
                    </a:lnTo>
                    <a:lnTo>
                      <a:pt x="193" y="503"/>
                    </a:lnTo>
                    <a:lnTo>
                      <a:pt x="166" y="572"/>
                    </a:lnTo>
                    <a:lnTo>
                      <a:pt x="146" y="642"/>
                    </a:lnTo>
                    <a:lnTo>
                      <a:pt x="134" y="717"/>
                    </a:lnTo>
                    <a:lnTo>
                      <a:pt x="130" y="792"/>
                    </a:lnTo>
                    <a:lnTo>
                      <a:pt x="134" y="869"/>
                    </a:lnTo>
                    <a:lnTo>
                      <a:pt x="146" y="942"/>
                    </a:lnTo>
                    <a:lnTo>
                      <a:pt x="166" y="1013"/>
                    </a:lnTo>
                    <a:lnTo>
                      <a:pt x="193" y="1081"/>
                    </a:lnTo>
                    <a:lnTo>
                      <a:pt x="225" y="1145"/>
                    </a:lnTo>
                    <a:lnTo>
                      <a:pt x="264" y="1205"/>
                    </a:lnTo>
                    <a:lnTo>
                      <a:pt x="310" y="1260"/>
                    </a:lnTo>
                    <a:lnTo>
                      <a:pt x="360" y="1311"/>
                    </a:lnTo>
                    <a:lnTo>
                      <a:pt x="417" y="1356"/>
                    </a:lnTo>
                    <a:lnTo>
                      <a:pt x="476" y="1396"/>
                    </a:lnTo>
                    <a:lnTo>
                      <a:pt x="541" y="1429"/>
                    </a:lnTo>
                    <a:lnTo>
                      <a:pt x="608" y="1456"/>
                    </a:lnTo>
                    <a:lnTo>
                      <a:pt x="679" y="1475"/>
                    </a:lnTo>
                    <a:lnTo>
                      <a:pt x="753" y="1487"/>
                    </a:lnTo>
                    <a:lnTo>
                      <a:pt x="828" y="1491"/>
                    </a:lnTo>
                    <a:lnTo>
                      <a:pt x="905" y="1487"/>
                    </a:lnTo>
                    <a:lnTo>
                      <a:pt x="979" y="1475"/>
                    </a:lnTo>
                    <a:lnTo>
                      <a:pt x="1050" y="1456"/>
                    </a:lnTo>
                    <a:lnTo>
                      <a:pt x="1117" y="1429"/>
                    </a:lnTo>
                    <a:lnTo>
                      <a:pt x="1182" y="1396"/>
                    </a:lnTo>
                    <a:lnTo>
                      <a:pt x="1241" y="1356"/>
                    </a:lnTo>
                    <a:lnTo>
                      <a:pt x="1298" y="1311"/>
                    </a:lnTo>
                    <a:lnTo>
                      <a:pt x="1348" y="1260"/>
                    </a:lnTo>
                    <a:lnTo>
                      <a:pt x="1394" y="1205"/>
                    </a:lnTo>
                    <a:lnTo>
                      <a:pt x="1433" y="1145"/>
                    </a:lnTo>
                    <a:lnTo>
                      <a:pt x="1465" y="1081"/>
                    </a:lnTo>
                    <a:lnTo>
                      <a:pt x="1492" y="1013"/>
                    </a:lnTo>
                    <a:lnTo>
                      <a:pt x="1512" y="942"/>
                    </a:lnTo>
                    <a:lnTo>
                      <a:pt x="1525" y="869"/>
                    </a:lnTo>
                    <a:lnTo>
                      <a:pt x="1529" y="792"/>
                    </a:lnTo>
                    <a:lnTo>
                      <a:pt x="1525" y="717"/>
                    </a:lnTo>
                    <a:lnTo>
                      <a:pt x="1512" y="642"/>
                    </a:lnTo>
                    <a:lnTo>
                      <a:pt x="1492" y="572"/>
                    </a:lnTo>
                    <a:lnTo>
                      <a:pt x="1465" y="503"/>
                    </a:lnTo>
                    <a:lnTo>
                      <a:pt x="1433" y="440"/>
                    </a:lnTo>
                    <a:lnTo>
                      <a:pt x="1394" y="379"/>
                    </a:lnTo>
                    <a:lnTo>
                      <a:pt x="1348" y="324"/>
                    </a:lnTo>
                    <a:lnTo>
                      <a:pt x="1298" y="274"/>
                    </a:lnTo>
                    <a:lnTo>
                      <a:pt x="1241" y="228"/>
                    </a:lnTo>
                    <a:lnTo>
                      <a:pt x="1182" y="189"/>
                    </a:lnTo>
                    <a:lnTo>
                      <a:pt x="1117" y="155"/>
                    </a:lnTo>
                    <a:lnTo>
                      <a:pt x="1050" y="130"/>
                    </a:lnTo>
                    <a:lnTo>
                      <a:pt x="979" y="110"/>
                    </a:lnTo>
                    <a:lnTo>
                      <a:pt x="905" y="97"/>
                    </a:lnTo>
                    <a:lnTo>
                      <a:pt x="828" y="93"/>
                    </a:lnTo>
                    <a:close/>
                    <a:moveTo>
                      <a:pt x="828" y="0"/>
                    </a:moveTo>
                    <a:lnTo>
                      <a:pt x="913" y="4"/>
                    </a:lnTo>
                    <a:lnTo>
                      <a:pt x="996" y="18"/>
                    </a:lnTo>
                    <a:lnTo>
                      <a:pt x="1075" y="38"/>
                    </a:lnTo>
                    <a:lnTo>
                      <a:pt x="1152" y="65"/>
                    </a:lnTo>
                    <a:lnTo>
                      <a:pt x="1224" y="100"/>
                    </a:lnTo>
                    <a:lnTo>
                      <a:pt x="1292" y="142"/>
                    </a:lnTo>
                    <a:lnTo>
                      <a:pt x="1356" y="189"/>
                    </a:lnTo>
                    <a:lnTo>
                      <a:pt x="1415" y="243"/>
                    </a:lnTo>
                    <a:lnTo>
                      <a:pt x="1469" y="302"/>
                    </a:lnTo>
                    <a:lnTo>
                      <a:pt x="1516" y="366"/>
                    </a:lnTo>
                    <a:lnTo>
                      <a:pt x="1558" y="435"/>
                    </a:lnTo>
                    <a:lnTo>
                      <a:pt x="1593" y="506"/>
                    </a:lnTo>
                    <a:lnTo>
                      <a:pt x="1620" y="583"/>
                    </a:lnTo>
                    <a:lnTo>
                      <a:pt x="1641" y="663"/>
                    </a:lnTo>
                    <a:lnTo>
                      <a:pt x="1654" y="745"/>
                    </a:lnTo>
                    <a:lnTo>
                      <a:pt x="1658" y="828"/>
                    </a:lnTo>
                    <a:lnTo>
                      <a:pt x="1655" y="874"/>
                    </a:lnTo>
                    <a:lnTo>
                      <a:pt x="1649" y="923"/>
                    </a:lnTo>
                    <a:lnTo>
                      <a:pt x="1637" y="971"/>
                    </a:lnTo>
                    <a:lnTo>
                      <a:pt x="1620" y="1024"/>
                    </a:lnTo>
                    <a:lnTo>
                      <a:pt x="1600" y="1077"/>
                    </a:lnTo>
                    <a:lnTo>
                      <a:pt x="1577" y="1131"/>
                    </a:lnTo>
                    <a:lnTo>
                      <a:pt x="1550" y="1186"/>
                    </a:lnTo>
                    <a:lnTo>
                      <a:pt x="1520" y="1241"/>
                    </a:lnTo>
                    <a:lnTo>
                      <a:pt x="1489" y="1298"/>
                    </a:lnTo>
                    <a:lnTo>
                      <a:pt x="1454" y="1354"/>
                    </a:lnTo>
                    <a:lnTo>
                      <a:pt x="1419" y="1411"/>
                    </a:lnTo>
                    <a:lnTo>
                      <a:pt x="1382" y="1468"/>
                    </a:lnTo>
                    <a:lnTo>
                      <a:pt x="1342" y="1523"/>
                    </a:lnTo>
                    <a:lnTo>
                      <a:pt x="1303" y="1577"/>
                    </a:lnTo>
                    <a:lnTo>
                      <a:pt x="1264" y="1631"/>
                    </a:lnTo>
                    <a:lnTo>
                      <a:pt x="1224" y="1684"/>
                    </a:lnTo>
                    <a:lnTo>
                      <a:pt x="1183" y="1735"/>
                    </a:lnTo>
                    <a:lnTo>
                      <a:pt x="1144" y="1785"/>
                    </a:lnTo>
                    <a:lnTo>
                      <a:pt x="1105" y="1831"/>
                    </a:lnTo>
                    <a:lnTo>
                      <a:pt x="1069" y="1876"/>
                    </a:lnTo>
                    <a:lnTo>
                      <a:pt x="1032" y="1918"/>
                    </a:lnTo>
                    <a:lnTo>
                      <a:pt x="998" y="1957"/>
                    </a:lnTo>
                    <a:lnTo>
                      <a:pt x="966" y="1994"/>
                    </a:lnTo>
                    <a:lnTo>
                      <a:pt x="936" y="2027"/>
                    </a:lnTo>
                    <a:lnTo>
                      <a:pt x="911" y="2056"/>
                    </a:lnTo>
                    <a:lnTo>
                      <a:pt x="886" y="2081"/>
                    </a:lnTo>
                    <a:lnTo>
                      <a:pt x="868" y="2103"/>
                    </a:lnTo>
                    <a:lnTo>
                      <a:pt x="851" y="2121"/>
                    </a:lnTo>
                    <a:lnTo>
                      <a:pt x="839" y="2133"/>
                    </a:lnTo>
                    <a:lnTo>
                      <a:pt x="831" y="2141"/>
                    </a:lnTo>
                    <a:lnTo>
                      <a:pt x="828" y="2143"/>
                    </a:lnTo>
                    <a:lnTo>
                      <a:pt x="827" y="2141"/>
                    </a:lnTo>
                    <a:lnTo>
                      <a:pt x="819" y="2133"/>
                    </a:lnTo>
                    <a:lnTo>
                      <a:pt x="807" y="2121"/>
                    </a:lnTo>
                    <a:lnTo>
                      <a:pt x="791" y="2103"/>
                    </a:lnTo>
                    <a:lnTo>
                      <a:pt x="772" y="2081"/>
                    </a:lnTo>
                    <a:lnTo>
                      <a:pt x="747" y="2056"/>
                    </a:lnTo>
                    <a:lnTo>
                      <a:pt x="722" y="2027"/>
                    </a:lnTo>
                    <a:lnTo>
                      <a:pt x="692" y="1994"/>
                    </a:lnTo>
                    <a:lnTo>
                      <a:pt x="660" y="1957"/>
                    </a:lnTo>
                    <a:lnTo>
                      <a:pt x="626" y="1918"/>
                    </a:lnTo>
                    <a:lnTo>
                      <a:pt x="590" y="1876"/>
                    </a:lnTo>
                    <a:lnTo>
                      <a:pt x="553" y="1831"/>
                    </a:lnTo>
                    <a:lnTo>
                      <a:pt x="514" y="1785"/>
                    </a:lnTo>
                    <a:lnTo>
                      <a:pt x="475" y="1735"/>
                    </a:lnTo>
                    <a:lnTo>
                      <a:pt x="434" y="1684"/>
                    </a:lnTo>
                    <a:lnTo>
                      <a:pt x="394" y="1631"/>
                    </a:lnTo>
                    <a:lnTo>
                      <a:pt x="355" y="1577"/>
                    </a:lnTo>
                    <a:lnTo>
                      <a:pt x="316" y="1523"/>
                    </a:lnTo>
                    <a:lnTo>
                      <a:pt x="277" y="1468"/>
                    </a:lnTo>
                    <a:lnTo>
                      <a:pt x="239" y="1411"/>
                    </a:lnTo>
                    <a:lnTo>
                      <a:pt x="204" y="1354"/>
                    </a:lnTo>
                    <a:lnTo>
                      <a:pt x="169" y="1298"/>
                    </a:lnTo>
                    <a:lnTo>
                      <a:pt x="138" y="1241"/>
                    </a:lnTo>
                    <a:lnTo>
                      <a:pt x="108" y="1186"/>
                    </a:lnTo>
                    <a:lnTo>
                      <a:pt x="81" y="1131"/>
                    </a:lnTo>
                    <a:lnTo>
                      <a:pt x="58" y="1077"/>
                    </a:lnTo>
                    <a:lnTo>
                      <a:pt x="38" y="1024"/>
                    </a:lnTo>
                    <a:lnTo>
                      <a:pt x="22" y="971"/>
                    </a:lnTo>
                    <a:lnTo>
                      <a:pt x="9" y="923"/>
                    </a:lnTo>
                    <a:lnTo>
                      <a:pt x="3" y="874"/>
                    </a:lnTo>
                    <a:lnTo>
                      <a:pt x="0" y="828"/>
                    </a:lnTo>
                    <a:lnTo>
                      <a:pt x="4" y="745"/>
                    </a:lnTo>
                    <a:lnTo>
                      <a:pt x="18" y="663"/>
                    </a:lnTo>
                    <a:lnTo>
                      <a:pt x="38" y="583"/>
                    </a:lnTo>
                    <a:lnTo>
                      <a:pt x="65" y="506"/>
                    </a:lnTo>
                    <a:lnTo>
                      <a:pt x="100" y="435"/>
                    </a:lnTo>
                    <a:lnTo>
                      <a:pt x="142" y="366"/>
                    </a:lnTo>
                    <a:lnTo>
                      <a:pt x="189" y="302"/>
                    </a:lnTo>
                    <a:lnTo>
                      <a:pt x="243" y="243"/>
                    </a:lnTo>
                    <a:lnTo>
                      <a:pt x="302" y="189"/>
                    </a:lnTo>
                    <a:lnTo>
                      <a:pt x="366" y="142"/>
                    </a:lnTo>
                    <a:lnTo>
                      <a:pt x="434" y="100"/>
                    </a:lnTo>
                    <a:lnTo>
                      <a:pt x="506" y="65"/>
                    </a:lnTo>
                    <a:lnTo>
                      <a:pt x="583" y="38"/>
                    </a:lnTo>
                    <a:lnTo>
                      <a:pt x="662" y="18"/>
                    </a:lnTo>
                    <a:lnTo>
                      <a:pt x="745" y="4"/>
                    </a:lnTo>
                    <a:lnTo>
                      <a:pt x="828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grpSp>
            <p:nvGrpSpPr>
              <p:cNvPr id="65" name="Group 76"/>
              <p:cNvGrpSpPr/>
              <p:nvPr/>
            </p:nvGrpSpPr>
            <p:grpSpPr>
              <a:xfrm>
                <a:off x="5767211" y="2423034"/>
                <a:ext cx="650753" cy="714990"/>
                <a:chOff x="2171700" y="1574800"/>
                <a:chExt cx="739776" cy="812800"/>
              </a:xfrm>
              <a:solidFill>
                <a:schemeClr val="accent1"/>
              </a:solidFill>
            </p:grpSpPr>
            <p:sp>
              <p:nvSpPr>
                <p:cNvPr id="66" name="Freeform 33"/>
                <p:cNvSpPr>
                  <a:spLocks noEditPoints="1"/>
                </p:cNvSpPr>
                <p:nvPr/>
              </p:nvSpPr>
              <p:spPr bwMode="auto">
                <a:xfrm>
                  <a:off x="2292350" y="1700213"/>
                  <a:ext cx="498475" cy="687387"/>
                </a:xfrm>
                <a:custGeom>
                  <a:avLst/>
                  <a:gdLst>
                    <a:gd name="T0" fmla="*/ 813 w 2197"/>
                    <a:gd name="T1" fmla="*/ 324 h 3032"/>
                    <a:gd name="T2" fmla="*/ 519 w 2197"/>
                    <a:gd name="T3" fmla="*/ 505 h 3032"/>
                    <a:gd name="T4" fmla="*/ 329 w 2197"/>
                    <a:gd name="T5" fmla="*/ 783 h 3032"/>
                    <a:gd name="T6" fmla="*/ 281 w 2197"/>
                    <a:gd name="T7" fmla="*/ 1120 h 3032"/>
                    <a:gd name="T8" fmla="*/ 340 w 2197"/>
                    <a:gd name="T9" fmla="*/ 1390 h 3032"/>
                    <a:gd name="T10" fmla="*/ 449 w 2197"/>
                    <a:gd name="T11" fmla="*/ 1594 h 3032"/>
                    <a:gd name="T12" fmla="*/ 575 w 2197"/>
                    <a:gd name="T13" fmla="*/ 1783 h 3032"/>
                    <a:gd name="T14" fmla="*/ 653 w 2197"/>
                    <a:gd name="T15" fmla="*/ 1996 h 3032"/>
                    <a:gd name="T16" fmla="*/ 700 w 2197"/>
                    <a:gd name="T17" fmla="*/ 2142 h 3032"/>
                    <a:gd name="T18" fmla="*/ 1457 w 2197"/>
                    <a:gd name="T19" fmla="*/ 2178 h 3032"/>
                    <a:gd name="T20" fmla="*/ 1539 w 2197"/>
                    <a:gd name="T21" fmla="*/ 2071 h 3032"/>
                    <a:gd name="T22" fmla="*/ 1581 w 2197"/>
                    <a:gd name="T23" fmla="*/ 1864 h 3032"/>
                    <a:gd name="T24" fmla="*/ 1700 w 2197"/>
                    <a:gd name="T25" fmla="*/ 1666 h 3032"/>
                    <a:gd name="T26" fmla="*/ 1817 w 2197"/>
                    <a:gd name="T27" fmla="*/ 1478 h 3032"/>
                    <a:gd name="T28" fmla="*/ 1902 w 2197"/>
                    <a:gd name="T29" fmla="*/ 1238 h 3032"/>
                    <a:gd name="T30" fmla="*/ 1907 w 2197"/>
                    <a:gd name="T31" fmla="*/ 915 h 3032"/>
                    <a:gd name="T32" fmla="*/ 1769 w 2197"/>
                    <a:gd name="T33" fmla="*/ 606 h 3032"/>
                    <a:gd name="T34" fmla="*/ 1513 w 2197"/>
                    <a:gd name="T35" fmla="*/ 382 h 3032"/>
                    <a:gd name="T36" fmla="*/ 1174 w 2197"/>
                    <a:gd name="T37" fmla="*/ 279 h 3032"/>
                    <a:gd name="T38" fmla="*/ 1362 w 2197"/>
                    <a:gd name="T39" fmla="*/ 32 h 3032"/>
                    <a:gd name="T40" fmla="*/ 1747 w 2197"/>
                    <a:gd name="T41" fmla="*/ 204 h 3032"/>
                    <a:gd name="T42" fmla="*/ 2033 w 2197"/>
                    <a:gd name="T43" fmla="*/ 499 h 3032"/>
                    <a:gd name="T44" fmla="*/ 2182 w 2197"/>
                    <a:gd name="T45" fmla="*/ 883 h 3032"/>
                    <a:gd name="T46" fmla="*/ 2180 w 2197"/>
                    <a:gd name="T47" fmla="*/ 1263 h 3032"/>
                    <a:gd name="T48" fmla="*/ 2095 w 2197"/>
                    <a:gd name="T49" fmla="*/ 1542 h 3032"/>
                    <a:gd name="T50" fmla="*/ 1977 w 2197"/>
                    <a:gd name="T51" fmla="*/ 1752 h 3032"/>
                    <a:gd name="T52" fmla="*/ 1857 w 2197"/>
                    <a:gd name="T53" fmla="*/ 1933 h 3032"/>
                    <a:gd name="T54" fmla="*/ 1816 w 2197"/>
                    <a:gd name="T55" fmla="*/ 2095 h 3032"/>
                    <a:gd name="T56" fmla="*/ 1702 w 2197"/>
                    <a:gd name="T57" fmla="*/ 2328 h 3032"/>
                    <a:gd name="T58" fmla="*/ 1611 w 2197"/>
                    <a:gd name="T59" fmla="*/ 2485 h 3032"/>
                    <a:gd name="T60" fmla="*/ 1603 w 2197"/>
                    <a:gd name="T61" fmla="*/ 2631 h 3032"/>
                    <a:gd name="T62" fmla="*/ 1599 w 2197"/>
                    <a:gd name="T63" fmla="*/ 2699 h 3032"/>
                    <a:gd name="T64" fmla="*/ 1566 w 2197"/>
                    <a:gd name="T65" fmla="*/ 2789 h 3032"/>
                    <a:gd name="T66" fmla="*/ 1452 w 2197"/>
                    <a:gd name="T67" fmla="*/ 2888 h 3032"/>
                    <a:gd name="T68" fmla="*/ 1283 w 2197"/>
                    <a:gd name="T69" fmla="*/ 3010 h 3032"/>
                    <a:gd name="T70" fmla="*/ 965 w 2197"/>
                    <a:gd name="T71" fmla="*/ 3030 h 3032"/>
                    <a:gd name="T72" fmla="*/ 825 w 2197"/>
                    <a:gd name="T73" fmla="*/ 2922 h 3032"/>
                    <a:gd name="T74" fmla="*/ 657 w 2197"/>
                    <a:gd name="T75" fmla="*/ 2823 h 3032"/>
                    <a:gd name="T76" fmla="*/ 602 w 2197"/>
                    <a:gd name="T77" fmla="*/ 2718 h 3032"/>
                    <a:gd name="T78" fmla="*/ 597 w 2197"/>
                    <a:gd name="T79" fmla="*/ 2671 h 3032"/>
                    <a:gd name="T80" fmla="*/ 590 w 2197"/>
                    <a:gd name="T81" fmla="*/ 2546 h 3032"/>
                    <a:gd name="T82" fmla="*/ 582 w 2197"/>
                    <a:gd name="T83" fmla="*/ 2406 h 3032"/>
                    <a:gd name="T84" fmla="*/ 408 w 2197"/>
                    <a:gd name="T85" fmla="*/ 2193 h 3032"/>
                    <a:gd name="T86" fmla="*/ 368 w 2197"/>
                    <a:gd name="T87" fmla="*/ 1991 h 3032"/>
                    <a:gd name="T88" fmla="*/ 268 w 2197"/>
                    <a:gd name="T89" fmla="*/ 1821 h 3032"/>
                    <a:gd name="T90" fmla="*/ 149 w 2197"/>
                    <a:gd name="T91" fmla="*/ 1633 h 3032"/>
                    <a:gd name="T92" fmla="*/ 45 w 2197"/>
                    <a:gd name="T93" fmla="*/ 1384 h 3032"/>
                    <a:gd name="T94" fmla="*/ 0 w 2197"/>
                    <a:gd name="T95" fmla="*/ 1054 h 3032"/>
                    <a:gd name="T96" fmla="*/ 87 w 2197"/>
                    <a:gd name="T97" fmla="*/ 644 h 3032"/>
                    <a:gd name="T98" fmla="*/ 323 w 2197"/>
                    <a:gd name="T99" fmla="*/ 310 h 3032"/>
                    <a:gd name="T100" fmla="*/ 672 w 2197"/>
                    <a:gd name="T101" fmla="*/ 83 h 3032"/>
                    <a:gd name="T102" fmla="*/ 1099 w 2197"/>
                    <a:gd name="T103" fmla="*/ 0 h 303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</a:cxnLst>
                  <a:rect l="0" t="0" r="r" b="b"/>
                  <a:pathLst>
                    <a:path w="2197" h="3032">
                      <a:moveTo>
                        <a:pt x="1099" y="276"/>
                      </a:moveTo>
                      <a:lnTo>
                        <a:pt x="1024" y="279"/>
                      </a:lnTo>
                      <a:lnTo>
                        <a:pt x="951" y="288"/>
                      </a:lnTo>
                      <a:lnTo>
                        <a:pt x="881" y="304"/>
                      </a:lnTo>
                      <a:lnTo>
                        <a:pt x="813" y="324"/>
                      </a:lnTo>
                      <a:lnTo>
                        <a:pt x="747" y="352"/>
                      </a:lnTo>
                      <a:lnTo>
                        <a:pt x="685" y="383"/>
                      </a:lnTo>
                      <a:lnTo>
                        <a:pt x="626" y="419"/>
                      </a:lnTo>
                      <a:lnTo>
                        <a:pt x="571" y="460"/>
                      </a:lnTo>
                      <a:lnTo>
                        <a:pt x="519" y="505"/>
                      </a:lnTo>
                      <a:lnTo>
                        <a:pt x="471" y="553"/>
                      </a:lnTo>
                      <a:lnTo>
                        <a:pt x="429" y="606"/>
                      </a:lnTo>
                      <a:lnTo>
                        <a:pt x="391" y="662"/>
                      </a:lnTo>
                      <a:lnTo>
                        <a:pt x="358" y="721"/>
                      </a:lnTo>
                      <a:lnTo>
                        <a:pt x="329" y="783"/>
                      </a:lnTo>
                      <a:lnTo>
                        <a:pt x="308" y="848"/>
                      </a:lnTo>
                      <a:lnTo>
                        <a:pt x="292" y="915"/>
                      </a:lnTo>
                      <a:lnTo>
                        <a:pt x="282" y="983"/>
                      </a:lnTo>
                      <a:lnTo>
                        <a:pt x="278" y="1054"/>
                      </a:lnTo>
                      <a:lnTo>
                        <a:pt x="281" y="1120"/>
                      </a:lnTo>
                      <a:lnTo>
                        <a:pt x="286" y="1181"/>
                      </a:lnTo>
                      <a:lnTo>
                        <a:pt x="295" y="1238"/>
                      </a:lnTo>
                      <a:lnTo>
                        <a:pt x="308" y="1292"/>
                      </a:lnTo>
                      <a:lnTo>
                        <a:pt x="323" y="1343"/>
                      </a:lnTo>
                      <a:lnTo>
                        <a:pt x="340" y="1390"/>
                      </a:lnTo>
                      <a:lnTo>
                        <a:pt x="359" y="1435"/>
                      </a:lnTo>
                      <a:lnTo>
                        <a:pt x="380" y="1478"/>
                      </a:lnTo>
                      <a:lnTo>
                        <a:pt x="402" y="1518"/>
                      </a:lnTo>
                      <a:lnTo>
                        <a:pt x="426" y="1557"/>
                      </a:lnTo>
                      <a:lnTo>
                        <a:pt x="449" y="1594"/>
                      </a:lnTo>
                      <a:lnTo>
                        <a:pt x="474" y="1630"/>
                      </a:lnTo>
                      <a:lnTo>
                        <a:pt x="496" y="1665"/>
                      </a:lnTo>
                      <a:lnTo>
                        <a:pt x="523" y="1704"/>
                      </a:lnTo>
                      <a:lnTo>
                        <a:pt x="550" y="1744"/>
                      </a:lnTo>
                      <a:lnTo>
                        <a:pt x="575" y="1783"/>
                      </a:lnTo>
                      <a:lnTo>
                        <a:pt x="597" y="1823"/>
                      </a:lnTo>
                      <a:lnTo>
                        <a:pt x="617" y="1864"/>
                      </a:lnTo>
                      <a:lnTo>
                        <a:pt x="632" y="1906"/>
                      </a:lnTo>
                      <a:lnTo>
                        <a:pt x="645" y="1950"/>
                      </a:lnTo>
                      <a:lnTo>
                        <a:pt x="653" y="1996"/>
                      </a:lnTo>
                      <a:lnTo>
                        <a:pt x="655" y="2044"/>
                      </a:lnTo>
                      <a:lnTo>
                        <a:pt x="658" y="2071"/>
                      </a:lnTo>
                      <a:lnTo>
                        <a:pt x="669" y="2097"/>
                      </a:lnTo>
                      <a:lnTo>
                        <a:pt x="682" y="2121"/>
                      </a:lnTo>
                      <a:lnTo>
                        <a:pt x="700" y="2142"/>
                      </a:lnTo>
                      <a:lnTo>
                        <a:pt x="720" y="2162"/>
                      </a:lnTo>
                      <a:lnTo>
                        <a:pt x="740" y="2178"/>
                      </a:lnTo>
                      <a:lnTo>
                        <a:pt x="759" y="2193"/>
                      </a:lnTo>
                      <a:lnTo>
                        <a:pt x="1438" y="2193"/>
                      </a:lnTo>
                      <a:lnTo>
                        <a:pt x="1457" y="2178"/>
                      </a:lnTo>
                      <a:lnTo>
                        <a:pt x="1478" y="2162"/>
                      </a:lnTo>
                      <a:lnTo>
                        <a:pt x="1498" y="2142"/>
                      </a:lnTo>
                      <a:lnTo>
                        <a:pt x="1515" y="2121"/>
                      </a:lnTo>
                      <a:lnTo>
                        <a:pt x="1529" y="2097"/>
                      </a:lnTo>
                      <a:lnTo>
                        <a:pt x="1539" y="2071"/>
                      </a:lnTo>
                      <a:lnTo>
                        <a:pt x="1542" y="2044"/>
                      </a:lnTo>
                      <a:lnTo>
                        <a:pt x="1545" y="1996"/>
                      </a:lnTo>
                      <a:lnTo>
                        <a:pt x="1553" y="1950"/>
                      </a:lnTo>
                      <a:lnTo>
                        <a:pt x="1565" y="1906"/>
                      </a:lnTo>
                      <a:lnTo>
                        <a:pt x="1581" y="1864"/>
                      </a:lnTo>
                      <a:lnTo>
                        <a:pt x="1600" y="1824"/>
                      </a:lnTo>
                      <a:lnTo>
                        <a:pt x="1623" y="1783"/>
                      </a:lnTo>
                      <a:lnTo>
                        <a:pt x="1647" y="1744"/>
                      </a:lnTo>
                      <a:lnTo>
                        <a:pt x="1673" y="1705"/>
                      </a:lnTo>
                      <a:lnTo>
                        <a:pt x="1700" y="1666"/>
                      </a:lnTo>
                      <a:lnTo>
                        <a:pt x="1724" y="1631"/>
                      </a:lnTo>
                      <a:lnTo>
                        <a:pt x="1748" y="1595"/>
                      </a:lnTo>
                      <a:lnTo>
                        <a:pt x="1772" y="1558"/>
                      </a:lnTo>
                      <a:lnTo>
                        <a:pt x="1796" y="1518"/>
                      </a:lnTo>
                      <a:lnTo>
                        <a:pt x="1817" y="1478"/>
                      </a:lnTo>
                      <a:lnTo>
                        <a:pt x="1839" y="1435"/>
                      </a:lnTo>
                      <a:lnTo>
                        <a:pt x="1858" y="1390"/>
                      </a:lnTo>
                      <a:lnTo>
                        <a:pt x="1875" y="1343"/>
                      </a:lnTo>
                      <a:lnTo>
                        <a:pt x="1890" y="1292"/>
                      </a:lnTo>
                      <a:lnTo>
                        <a:pt x="1902" y="1238"/>
                      </a:lnTo>
                      <a:lnTo>
                        <a:pt x="1911" y="1181"/>
                      </a:lnTo>
                      <a:lnTo>
                        <a:pt x="1917" y="1120"/>
                      </a:lnTo>
                      <a:lnTo>
                        <a:pt x="1919" y="1054"/>
                      </a:lnTo>
                      <a:lnTo>
                        <a:pt x="1916" y="983"/>
                      </a:lnTo>
                      <a:lnTo>
                        <a:pt x="1907" y="915"/>
                      </a:lnTo>
                      <a:lnTo>
                        <a:pt x="1890" y="847"/>
                      </a:lnTo>
                      <a:lnTo>
                        <a:pt x="1868" y="783"/>
                      </a:lnTo>
                      <a:lnTo>
                        <a:pt x="1841" y="721"/>
                      </a:lnTo>
                      <a:lnTo>
                        <a:pt x="1807" y="661"/>
                      </a:lnTo>
                      <a:lnTo>
                        <a:pt x="1769" y="606"/>
                      </a:lnTo>
                      <a:lnTo>
                        <a:pt x="1726" y="553"/>
                      </a:lnTo>
                      <a:lnTo>
                        <a:pt x="1679" y="505"/>
                      </a:lnTo>
                      <a:lnTo>
                        <a:pt x="1628" y="460"/>
                      </a:lnTo>
                      <a:lnTo>
                        <a:pt x="1572" y="418"/>
                      </a:lnTo>
                      <a:lnTo>
                        <a:pt x="1513" y="382"/>
                      </a:lnTo>
                      <a:lnTo>
                        <a:pt x="1451" y="352"/>
                      </a:lnTo>
                      <a:lnTo>
                        <a:pt x="1385" y="324"/>
                      </a:lnTo>
                      <a:lnTo>
                        <a:pt x="1317" y="304"/>
                      </a:lnTo>
                      <a:lnTo>
                        <a:pt x="1246" y="288"/>
                      </a:lnTo>
                      <a:lnTo>
                        <a:pt x="1174" y="279"/>
                      </a:lnTo>
                      <a:lnTo>
                        <a:pt x="1099" y="276"/>
                      </a:lnTo>
                      <a:close/>
                      <a:moveTo>
                        <a:pt x="1099" y="0"/>
                      </a:moveTo>
                      <a:lnTo>
                        <a:pt x="1188" y="3"/>
                      </a:lnTo>
                      <a:lnTo>
                        <a:pt x="1277" y="15"/>
                      </a:lnTo>
                      <a:lnTo>
                        <a:pt x="1362" y="32"/>
                      </a:lnTo>
                      <a:lnTo>
                        <a:pt x="1446" y="54"/>
                      </a:lnTo>
                      <a:lnTo>
                        <a:pt x="1525" y="83"/>
                      </a:lnTo>
                      <a:lnTo>
                        <a:pt x="1603" y="118"/>
                      </a:lnTo>
                      <a:lnTo>
                        <a:pt x="1676" y="159"/>
                      </a:lnTo>
                      <a:lnTo>
                        <a:pt x="1747" y="204"/>
                      </a:lnTo>
                      <a:lnTo>
                        <a:pt x="1813" y="255"/>
                      </a:lnTo>
                      <a:lnTo>
                        <a:pt x="1875" y="310"/>
                      </a:lnTo>
                      <a:lnTo>
                        <a:pt x="1932" y="368"/>
                      </a:lnTo>
                      <a:lnTo>
                        <a:pt x="1985" y="433"/>
                      </a:lnTo>
                      <a:lnTo>
                        <a:pt x="2033" y="499"/>
                      </a:lnTo>
                      <a:lnTo>
                        <a:pt x="2075" y="570"/>
                      </a:lnTo>
                      <a:lnTo>
                        <a:pt x="2111" y="644"/>
                      </a:lnTo>
                      <a:lnTo>
                        <a:pt x="2140" y="722"/>
                      </a:lnTo>
                      <a:lnTo>
                        <a:pt x="2165" y="801"/>
                      </a:lnTo>
                      <a:lnTo>
                        <a:pt x="2182" y="883"/>
                      </a:lnTo>
                      <a:lnTo>
                        <a:pt x="2194" y="968"/>
                      </a:lnTo>
                      <a:lnTo>
                        <a:pt x="2197" y="1054"/>
                      </a:lnTo>
                      <a:lnTo>
                        <a:pt x="2195" y="1128"/>
                      </a:lnTo>
                      <a:lnTo>
                        <a:pt x="2189" y="1197"/>
                      </a:lnTo>
                      <a:lnTo>
                        <a:pt x="2180" y="1263"/>
                      </a:lnTo>
                      <a:lnTo>
                        <a:pt x="2168" y="1326"/>
                      </a:lnTo>
                      <a:lnTo>
                        <a:pt x="2153" y="1384"/>
                      </a:lnTo>
                      <a:lnTo>
                        <a:pt x="2136" y="1440"/>
                      </a:lnTo>
                      <a:lnTo>
                        <a:pt x="2116" y="1493"/>
                      </a:lnTo>
                      <a:lnTo>
                        <a:pt x="2095" y="1542"/>
                      </a:lnTo>
                      <a:lnTo>
                        <a:pt x="2072" y="1588"/>
                      </a:lnTo>
                      <a:lnTo>
                        <a:pt x="2050" y="1632"/>
                      </a:lnTo>
                      <a:lnTo>
                        <a:pt x="2025" y="1675"/>
                      </a:lnTo>
                      <a:lnTo>
                        <a:pt x="2001" y="1714"/>
                      </a:lnTo>
                      <a:lnTo>
                        <a:pt x="1977" y="1752"/>
                      </a:lnTo>
                      <a:lnTo>
                        <a:pt x="1953" y="1787"/>
                      </a:lnTo>
                      <a:lnTo>
                        <a:pt x="1929" y="1820"/>
                      </a:lnTo>
                      <a:lnTo>
                        <a:pt x="1902" y="1862"/>
                      </a:lnTo>
                      <a:lnTo>
                        <a:pt x="1877" y="1899"/>
                      </a:lnTo>
                      <a:lnTo>
                        <a:pt x="1857" y="1933"/>
                      </a:lnTo>
                      <a:lnTo>
                        <a:pt x="1841" y="1963"/>
                      </a:lnTo>
                      <a:lnTo>
                        <a:pt x="1830" y="1991"/>
                      </a:lnTo>
                      <a:lnTo>
                        <a:pt x="1822" y="2019"/>
                      </a:lnTo>
                      <a:lnTo>
                        <a:pt x="1819" y="2044"/>
                      </a:lnTo>
                      <a:lnTo>
                        <a:pt x="1816" y="2095"/>
                      </a:lnTo>
                      <a:lnTo>
                        <a:pt x="1806" y="2145"/>
                      </a:lnTo>
                      <a:lnTo>
                        <a:pt x="1790" y="2193"/>
                      </a:lnTo>
                      <a:lnTo>
                        <a:pt x="1766" y="2240"/>
                      </a:lnTo>
                      <a:lnTo>
                        <a:pt x="1738" y="2285"/>
                      </a:lnTo>
                      <a:lnTo>
                        <a:pt x="1702" y="2328"/>
                      </a:lnTo>
                      <a:lnTo>
                        <a:pt x="1662" y="2369"/>
                      </a:lnTo>
                      <a:lnTo>
                        <a:pt x="1615" y="2406"/>
                      </a:lnTo>
                      <a:lnTo>
                        <a:pt x="1614" y="2429"/>
                      </a:lnTo>
                      <a:lnTo>
                        <a:pt x="1613" y="2456"/>
                      </a:lnTo>
                      <a:lnTo>
                        <a:pt x="1611" y="2485"/>
                      </a:lnTo>
                      <a:lnTo>
                        <a:pt x="1609" y="2515"/>
                      </a:lnTo>
                      <a:lnTo>
                        <a:pt x="1607" y="2546"/>
                      </a:lnTo>
                      <a:lnTo>
                        <a:pt x="1606" y="2576"/>
                      </a:lnTo>
                      <a:lnTo>
                        <a:pt x="1604" y="2605"/>
                      </a:lnTo>
                      <a:lnTo>
                        <a:pt x="1603" y="2631"/>
                      </a:lnTo>
                      <a:lnTo>
                        <a:pt x="1601" y="2653"/>
                      </a:lnTo>
                      <a:lnTo>
                        <a:pt x="1600" y="2671"/>
                      </a:lnTo>
                      <a:lnTo>
                        <a:pt x="1600" y="2682"/>
                      </a:lnTo>
                      <a:lnTo>
                        <a:pt x="1599" y="2685"/>
                      </a:lnTo>
                      <a:lnTo>
                        <a:pt x="1599" y="2699"/>
                      </a:lnTo>
                      <a:lnTo>
                        <a:pt x="1597" y="2715"/>
                      </a:lnTo>
                      <a:lnTo>
                        <a:pt x="1592" y="2732"/>
                      </a:lnTo>
                      <a:lnTo>
                        <a:pt x="1587" y="2750"/>
                      </a:lnTo>
                      <a:lnTo>
                        <a:pt x="1578" y="2770"/>
                      </a:lnTo>
                      <a:lnTo>
                        <a:pt x="1566" y="2789"/>
                      </a:lnTo>
                      <a:lnTo>
                        <a:pt x="1552" y="2809"/>
                      </a:lnTo>
                      <a:lnTo>
                        <a:pt x="1533" y="2831"/>
                      </a:lnTo>
                      <a:lnTo>
                        <a:pt x="1511" y="2850"/>
                      </a:lnTo>
                      <a:lnTo>
                        <a:pt x="1483" y="2870"/>
                      </a:lnTo>
                      <a:lnTo>
                        <a:pt x="1452" y="2888"/>
                      </a:lnTo>
                      <a:lnTo>
                        <a:pt x="1415" y="2906"/>
                      </a:lnTo>
                      <a:lnTo>
                        <a:pt x="1372" y="2922"/>
                      </a:lnTo>
                      <a:lnTo>
                        <a:pt x="1347" y="2953"/>
                      </a:lnTo>
                      <a:lnTo>
                        <a:pt x="1317" y="2983"/>
                      </a:lnTo>
                      <a:lnTo>
                        <a:pt x="1283" y="3010"/>
                      </a:lnTo>
                      <a:lnTo>
                        <a:pt x="1259" y="3022"/>
                      </a:lnTo>
                      <a:lnTo>
                        <a:pt x="1233" y="3030"/>
                      </a:lnTo>
                      <a:lnTo>
                        <a:pt x="1205" y="3032"/>
                      </a:lnTo>
                      <a:lnTo>
                        <a:pt x="992" y="3032"/>
                      </a:lnTo>
                      <a:lnTo>
                        <a:pt x="965" y="3030"/>
                      </a:lnTo>
                      <a:lnTo>
                        <a:pt x="939" y="3022"/>
                      </a:lnTo>
                      <a:lnTo>
                        <a:pt x="915" y="3010"/>
                      </a:lnTo>
                      <a:lnTo>
                        <a:pt x="881" y="2983"/>
                      </a:lnTo>
                      <a:lnTo>
                        <a:pt x="850" y="2953"/>
                      </a:lnTo>
                      <a:lnTo>
                        <a:pt x="825" y="2922"/>
                      </a:lnTo>
                      <a:lnTo>
                        <a:pt x="780" y="2904"/>
                      </a:lnTo>
                      <a:lnTo>
                        <a:pt x="741" y="2886"/>
                      </a:lnTo>
                      <a:lnTo>
                        <a:pt x="707" y="2866"/>
                      </a:lnTo>
                      <a:lnTo>
                        <a:pt x="680" y="2844"/>
                      </a:lnTo>
                      <a:lnTo>
                        <a:pt x="657" y="2823"/>
                      </a:lnTo>
                      <a:lnTo>
                        <a:pt x="639" y="2800"/>
                      </a:lnTo>
                      <a:lnTo>
                        <a:pt x="626" y="2779"/>
                      </a:lnTo>
                      <a:lnTo>
                        <a:pt x="614" y="2757"/>
                      </a:lnTo>
                      <a:lnTo>
                        <a:pt x="607" y="2737"/>
                      </a:lnTo>
                      <a:lnTo>
                        <a:pt x="602" y="2718"/>
                      </a:lnTo>
                      <a:lnTo>
                        <a:pt x="599" y="2701"/>
                      </a:lnTo>
                      <a:lnTo>
                        <a:pt x="598" y="2685"/>
                      </a:lnTo>
                      <a:lnTo>
                        <a:pt x="598" y="2685"/>
                      </a:lnTo>
                      <a:lnTo>
                        <a:pt x="598" y="2682"/>
                      </a:lnTo>
                      <a:lnTo>
                        <a:pt x="597" y="2671"/>
                      </a:lnTo>
                      <a:lnTo>
                        <a:pt x="596" y="2653"/>
                      </a:lnTo>
                      <a:lnTo>
                        <a:pt x="595" y="2631"/>
                      </a:lnTo>
                      <a:lnTo>
                        <a:pt x="594" y="2605"/>
                      </a:lnTo>
                      <a:lnTo>
                        <a:pt x="592" y="2576"/>
                      </a:lnTo>
                      <a:lnTo>
                        <a:pt x="590" y="2546"/>
                      </a:lnTo>
                      <a:lnTo>
                        <a:pt x="588" y="2515"/>
                      </a:lnTo>
                      <a:lnTo>
                        <a:pt x="587" y="2485"/>
                      </a:lnTo>
                      <a:lnTo>
                        <a:pt x="585" y="2456"/>
                      </a:lnTo>
                      <a:lnTo>
                        <a:pt x="584" y="2429"/>
                      </a:lnTo>
                      <a:lnTo>
                        <a:pt x="582" y="2406"/>
                      </a:lnTo>
                      <a:lnTo>
                        <a:pt x="536" y="2369"/>
                      </a:lnTo>
                      <a:lnTo>
                        <a:pt x="495" y="2328"/>
                      </a:lnTo>
                      <a:lnTo>
                        <a:pt x="460" y="2285"/>
                      </a:lnTo>
                      <a:lnTo>
                        <a:pt x="432" y="2240"/>
                      </a:lnTo>
                      <a:lnTo>
                        <a:pt x="408" y="2193"/>
                      </a:lnTo>
                      <a:lnTo>
                        <a:pt x="392" y="2145"/>
                      </a:lnTo>
                      <a:lnTo>
                        <a:pt x="382" y="2095"/>
                      </a:lnTo>
                      <a:lnTo>
                        <a:pt x="378" y="2044"/>
                      </a:lnTo>
                      <a:lnTo>
                        <a:pt x="376" y="2019"/>
                      </a:lnTo>
                      <a:lnTo>
                        <a:pt x="368" y="1991"/>
                      </a:lnTo>
                      <a:lnTo>
                        <a:pt x="357" y="1963"/>
                      </a:lnTo>
                      <a:lnTo>
                        <a:pt x="341" y="1933"/>
                      </a:lnTo>
                      <a:lnTo>
                        <a:pt x="320" y="1899"/>
                      </a:lnTo>
                      <a:lnTo>
                        <a:pt x="297" y="1862"/>
                      </a:lnTo>
                      <a:lnTo>
                        <a:pt x="268" y="1821"/>
                      </a:lnTo>
                      <a:lnTo>
                        <a:pt x="245" y="1788"/>
                      </a:lnTo>
                      <a:lnTo>
                        <a:pt x="222" y="1752"/>
                      </a:lnTo>
                      <a:lnTo>
                        <a:pt x="197" y="1714"/>
                      </a:lnTo>
                      <a:lnTo>
                        <a:pt x="173" y="1675"/>
                      </a:lnTo>
                      <a:lnTo>
                        <a:pt x="149" y="1633"/>
                      </a:lnTo>
                      <a:lnTo>
                        <a:pt x="125" y="1588"/>
                      </a:lnTo>
                      <a:lnTo>
                        <a:pt x="102" y="1542"/>
                      </a:lnTo>
                      <a:lnTo>
                        <a:pt x="82" y="1493"/>
                      </a:lnTo>
                      <a:lnTo>
                        <a:pt x="62" y="1440"/>
                      </a:lnTo>
                      <a:lnTo>
                        <a:pt x="45" y="1384"/>
                      </a:lnTo>
                      <a:lnTo>
                        <a:pt x="30" y="1326"/>
                      </a:lnTo>
                      <a:lnTo>
                        <a:pt x="17" y="1263"/>
                      </a:lnTo>
                      <a:lnTo>
                        <a:pt x="8" y="1197"/>
                      </a:lnTo>
                      <a:lnTo>
                        <a:pt x="3" y="1128"/>
                      </a:lnTo>
                      <a:lnTo>
                        <a:pt x="0" y="1054"/>
                      </a:lnTo>
                      <a:lnTo>
                        <a:pt x="4" y="968"/>
                      </a:lnTo>
                      <a:lnTo>
                        <a:pt x="15" y="883"/>
                      </a:lnTo>
                      <a:lnTo>
                        <a:pt x="32" y="801"/>
                      </a:lnTo>
                      <a:lnTo>
                        <a:pt x="57" y="722"/>
                      </a:lnTo>
                      <a:lnTo>
                        <a:pt x="87" y="644"/>
                      </a:lnTo>
                      <a:lnTo>
                        <a:pt x="123" y="570"/>
                      </a:lnTo>
                      <a:lnTo>
                        <a:pt x="165" y="499"/>
                      </a:lnTo>
                      <a:lnTo>
                        <a:pt x="213" y="433"/>
                      </a:lnTo>
                      <a:lnTo>
                        <a:pt x="266" y="368"/>
                      </a:lnTo>
                      <a:lnTo>
                        <a:pt x="323" y="310"/>
                      </a:lnTo>
                      <a:lnTo>
                        <a:pt x="385" y="255"/>
                      </a:lnTo>
                      <a:lnTo>
                        <a:pt x="451" y="204"/>
                      </a:lnTo>
                      <a:lnTo>
                        <a:pt x="521" y="159"/>
                      </a:lnTo>
                      <a:lnTo>
                        <a:pt x="595" y="118"/>
                      </a:lnTo>
                      <a:lnTo>
                        <a:pt x="672" y="83"/>
                      </a:lnTo>
                      <a:lnTo>
                        <a:pt x="753" y="54"/>
                      </a:lnTo>
                      <a:lnTo>
                        <a:pt x="836" y="32"/>
                      </a:lnTo>
                      <a:lnTo>
                        <a:pt x="921" y="15"/>
                      </a:lnTo>
                      <a:lnTo>
                        <a:pt x="1009" y="3"/>
                      </a:lnTo>
                      <a:lnTo>
                        <a:pt x="1099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67" name="Freeform 34"/>
                <p:cNvSpPr>
                  <a:spLocks/>
                </p:cNvSpPr>
                <p:nvPr/>
              </p:nvSpPr>
              <p:spPr bwMode="auto">
                <a:xfrm>
                  <a:off x="2525713" y="1574800"/>
                  <a:ext cx="31750" cy="79375"/>
                </a:xfrm>
                <a:custGeom>
                  <a:avLst/>
                  <a:gdLst>
                    <a:gd name="T0" fmla="*/ 69 w 138"/>
                    <a:gd name="T1" fmla="*/ 0 h 344"/>
                    <a:gd name="T2" fmla="*/ 69 w 138"/>
                    <a:gd name="T3" fmla="*/ 0 h 344"/>
                    <a:gd name="T4" fmla="*/ 87 w 138"/>
                    <a:gd name="T5" fmla="*/ 3 h 344"/>
                    <a:gd name="T6" fmla="*/ 104 w 138"/>
                    <a:gd name="T7" fmla="*/ 9 h 344"/>
                    <a:gd name="T8" fmla="*/ 118 w 138"/>
                    <a:gd name="T9" fmla="*/ 21 h 344"/>
                    <a:gd name="T10" fmla="*/ 129 w 138"/>
                    <a:gd name="T11" fmla="*/ 34 h 344"/>
                    <a:gd name="T12" fmla="*/ 136 w 138"/>
                    <a:gd name="T13" fmla="*/ 51 h 344"/>
                    <a:gd name="T14" fmla="*/ 138 w 138"/>
                    <a:gd name="T15" fmla="*/ 69 h 344"/>
                    <a:gd name="T16" fmla="*/ 138 w 138"/>
                    <a:gd name="T17" fmla="*/ 275 h 344"/>
                    <a:gd name="T18" fmla="*/ 136 w 138"/>
                    <a:gd name="T19" fmla="*/ 294 h 344"/>
                    <a:gd name="T20" fmla="*/ 129 w 138"/>
                    <a:gd name="T21" fmla="*/ 310 h 344"/>
                    <a:gd name="T22" fmla="*/ 118 w 138"/>
                    <a:gd name="T23" fmla="*/ 325 h 344"/>
                    <a:gd name="T24" fmla="*/ 104 w 138"/>
                    <a:gd name="T25" fmla="*/ 335 h 344"/>
                    <a:gd name="T26" fmla="*/ 87 w 138"/>
                    <a:gd name="T27" fmla="*/ 342 h 344"/>
                    <a:gd name="T28" fmla="*/ 69 w 138"/>
                    <a:gd name="T29" fmla="*/ 344 h 344"/>
                    <a:gd name="T30" fmla="*/ 51 w 138"/>
                    <a:gd name="T31" fmla="*/ 342 h 344"/>
                    <a:gd name="T32" fmla="*/ 34 w 138"/>
                    <a:gd name="T33" fmla="*/ 335 h 344"/>
                    <a:gd name="T34" fmla="*/ 20 w 138"/>
                    <a:gd name="T35" fmla="*/ 325 h 344"/>
                    <a:gd name="T36" fmla="*/ 9 w 138"/>
                    <a:gd name="T37" fmla="*/ 310 h 344"/>
                    <a:gd name="T38" fmla="*/ 2 w 138"/>
                    <a:gd name="T39" fmla="*/ 294 h 344"/>
                    <a:gd name="T40" fmla="*/ 0 w 138"/>
                    <a:gd name="T41" fmla="*/ 275 h 344"/>
                    <a:gd name="T42" fmla="*/ 0 w 138"/>
                    <a:gd name="T43" fmla="*/ 69 h 344"/>
                    <a:gd name="T44" fmla="*/ 2 w 138"/>
                    <a:gd name="T45" fmla="*/ 51 h 344"/>
                    <a:gd name="T46" fmla="*/ 9 w 138"/>
                    <a:gd name="T47" fmla="*/ 34 h 344"/>
                    <a:gd name="T48" fmla="*/ 20 w 138"/>
                    <a:gd name="T49" fmla="*/ 21 h 344"/>
                    <a:gd name="T50" fmla="*/ 34 w 138"/>
                    <a:gd name="T51" fmla="*/ 9 h 344"/>
                    <a:gd name="T52" fmla="*/ 51 w 138"/>
                    <a:gd name="T53" fmla="*/ 3 h 344"/>
                    <a:gd name="T54" fmla="*/ 69 w 138"/>
                    <a:gd name="T55" fmla="*/ 0 h 34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</a:cxnLst>
                  <a:rect l="0" t="0" r="r" b="b"/>
                  <a:pathLst>
                    <a:path w="138" h="344">
                      <a:moveTo>
                        <a:pt x="69" y="0"/>
                      </a:moveTo>
                      <a:lnTo>
                        <a:pt x="69" y="0"/>
                      </a:lnTo>
                      <a:lnTo>
                        <a:pt x="87" y="3"/>
                      </a:lnTo>
                      <a:lnTo>
                        <a:pt x="104" y="9"/>
                      </a:lnTo>
                      <a:lnTo>
                        <a:pt x="118" y="21"/>
                      </a:lnTo>
                      <a:lnTo>
                        <a:pt x="129" y="34"/>
                      </a:lnTo>
                      <a:lnTo>
                        <a:pt x="136" y="51"/>
                      </a:lnTo>
                      <a:lnTo>
                        <a:pt x="138" y="69"/>
                      </a:lnTo>
                      <a:lnTo>
                        <a:pt x="138" y="275"/>
                      </a:lnTo>
                      <a:lnTo>
                        <a:pt x="136" y="294"/>
                      </a:lnTo>
                      <a:lnTo>
                        <a:pt x="129" y="310"/>
                      </a:lnTo>
                      <a:lnTo>
                        <a:pt x="118" y="325"/>
                      </a:lnTo>
                      <a:lnTo>
                        <a:pt x="104" y="335"/>
                      </a:lnTo>
                      <a:lnTo>
                        <a:pt x="87" y="342"/>
                      </a:lnTo>
                      <a:lnTo>
                        <a:pt x="69" y="344"/>
                      </a:lnTo>
                      <a:lnTo>
                        <a:pt x="51" y="342"/>
                      </a:lnTo>
                      <a:lnTo>
                        <a:pt x="34" y="335"/>
                      </a:lnTo>
                      <a:lnTo>
                        <a:pt x="20" y="325"/>
                      </a:lnTo>
                      <a:lnTo>
                        <a:pt x="9" y="310"/>
                      </a:lnTo>
                      <a:lnTo>
                        <a:pt x="2" y="294"/>
                      </a:lnTo>
                      <a:lnTo>
                        <a:pt x="0" y="275"/>
                      </a:lnTo>
                      <a:lnTo>
                        <a:pt x="0" y="69"/>
                      </a:lnTo>
                      <a:lnTo>
                        <a:pt x="2" y="51"/>
                      </a:lnTo>
                      <a:lnTo>
                        <a:pt x="9" y="34"/>
                      </a:lnTo>
                      <a:lnTo>
                        <a:pt x="20" y="21"/>
                      </a:lnTo>
                      <a:lnTo>
                        <a:pt x="34" y="9"/>
                      </a:lnTo>
                      <a:lnTo>
                        <a:pt x="51" y="3"/>
                      </a:lnTo>
                      <a:lnTo>
                        <a:pt x="69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68" name="Freeform 35"/>
                <p:cNvSpPr>
                  <a:spLocks/>
                </p:cNvSpPr>
                <p:nvPr/>
              </p:nvSpPr>
              <p:spPr bwMode="auto">
                <a:xfrm>
                  <a:off x="2349500" y="1622425"/>
                  <a:ext cx="53975" cy="71437"/>
                </a:xfrm>
                <a:custGeom>
                  <a:avLst/>
                  <a:gdLst>
                    <a:gd name="T0" fmla="*/ 69 w 243"/>
                    <a:gd name="T1" fmla="*/ 0 h 317"/>
                    <a:gd name="T2" fmla="*/ 87 w 243"/>
                    <a:gd name="T3" fmla="*/ 2 h 317"/>
                    <a:gd name="T4" fmla="*/ 103 w 243"/>
                    <a:gd name="T5" fmla="*/ 9 h 317"/>
                    <a:gd name="T6" fmla="*/ 118 w 243"/>
                    <a:gd name="T7" fmla="*/ 20 h 317"/>
                    <a:gd name="T8" fmla="*/ 129 w 243"/>
                    <a:gd name="T9" fmla="*/ 34 h 317"/>
                    <a:gd name="T10" fmla="*/ 233 w 243"/>
                    <a:gd name="T11" fmla="*/ 214 h 317"/>
                    <a:gd name="T12" fmla="*/ 240 w 243"/>
                    <a:gd name="T13" fmla="*/ 230 h 317"/>
                    <a:gd name="T14" fmla="*/ 243 w 243"/>
                    <a:gd name="T15" fmla="*/ 248 h 317"/>
                    <a:gd name="T16" fmla="*/ 240 w 243"/>
                    <a:gd name="T17" fmla="*/ 265 h 317"/>
                    <a:gd name="T18" fmla="*/ 233 w 243"/>
                    <a:gd name="T19" fmla="*/ 282 h 317"/>
                    <a:gd name="T20" fmla="*/ 223 w 243"/>
                    <a:gd name="T21" fmla="*/ 297 h 317"/>
                    <a:gd name="T22" fmla="*/ 209 w 243"/>
                    <a:gd name="T23" fmla="*/ 308 h 317"/>
                    <a:gd name="T24" fmla="*/ 191 w 243"/>
                    <a:gd name="T25" fmla="*/ 315 h 317"/>
                    <a:gd name="T26" fmla="*/ 173 w 243"/>
                    <a:gd name="T27" fmla="*/ 317 h 317"/>
                    <a:gd name="T28" fmla="*/ 155 w 243"/>
                    <a:gd name="T29" fmla="*/ 315 h 317"/>
                    <a:gd name="T30" fmla="*/ 139 w 243"/>
                    <a:gd name="T31" fmla="*/ 308 h 317"/>
                    <a:gd name="T32" fmla="*/ 125 w 243"/>
                    <a:gd name="T33" fmla="*/ 297 h 317"/>
                    <a:gd name="T34" fmla="*/ 113 w 243"/>
                    <a:gd name="T35" fmla="*/ 282 h 317"/>
                    <a:gd name="T36" fmla="*/ 9 w 243"/>
                    <a:gd name="T37" fmla="*/ 103 h 317"/>
                    <a:gd name="T38" fmla="*/ 2 w 243"/>
                    <a:gd name="T39" fmla="*/ 86 h 317"/>
                    <a:gd name="T40" fmla="*/ 0 w 243"/>
                    <a:gd name="T41" fmla="*/ 68 h 317"/>
                    <a:gd name="T42" fmla="*/ 2 w 243"/>
                    <a:gd name="T43" fmla="*/ 51 h 317"/>
                    <a:gd name="T44" fmla="*/ 9 w 243"/>
                    <a:gd name="T45" fmla="*/ 34 h 317"/>
                    <a:gd name="T46" fmla="*/ 20 w 243"/>
                    <a:gd name="T47" fmla="*/ 21 h 317"/>
                    <a:gd name="T48" fmla="*/ 34 w 243"/>
                    <a:gd name="T49" fmla="*/ 10 h 317"/>
                    <a:gd name="T50" fmla="*/ 52 w 243"/>
                    <a:gd name="T51" fmla="*/ 2 h 317"/>
                    <a:gd name="T52" fmla="*/ 69 w 243"/>
                    <a:gd name="T53" fmla="*/ 0 h 3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</a:cxnLst>
                  <a:rect l="0" t="0" r="r" b="b"/>
                  <a:pathLst>
                    <a:path w="243" h="317">
                      <a:moveTo>
                        <a:pt x="69" y="0"/>
                      </a:moveTo>
                      <a:lnTo>
                        <a:pt x="87" y="2"/>
                      </a:lnTo>
                      <a:lnTo>
                        <a:pt x="103" y="9"/>
                      </a:lnTo>
                      <a:lnTo>
                        <a:pt x="118" y="20"/>
                      </a:lnTo>
                      <a:lnTo>
                        <a:pt x="129" y="34"/>
                      </a:lnTo>
                      <a:lnTo>
                        <a:pt x="233" y="214"/>
                      </a:lnTo>
                      <a:lnTo>
                        <a:pt x="240" y="230"/>
                      </a:lnTo>
                      <a:lnTo>
                        <a:pt x="243" y="248"/>
                      </a:lnTo>
                      <a:lnTo>
                        <a:pt x="240" y="265"/>
                      </a:lnTo>
                      <a:lnTo>
                        <a:pt x="233" y="282"/>
                      </a:lnTo>
                      <a:lnTo>
                        <a:pt x="223" y="297"/>
                      </a:lnTo>
                      <a:lnTo>
                        <a:pt x="209" y="308"/>
                      </a:lnTo>
                      <a:lnTo>
                        <a:pt x="191" y="315"/>
                      </a:lnTo>
                      <a:lnTo>
                        <a:pt x="173" y="317"/>
                      </a:lnTo>
                      <a:lnTo>
                        <a:pt x="155" y="315"/>
                      </a:lnTo>
                      <a:lnTo>
                        <a:pt x="139" y="308"/>
                      </a:lnTo>
                      <a:lnTo>
                        <a:pt x="125" y="297"/>
                      </a:lnTo>
                      <a:lnTo>
                        <a:pt x="113" y="282"/>
                      </a:lnTo>
                      <a:lnTo>
                        <a:pt x="9" y="103"/>
                      </a:lnTo>
                      <a:lnTo>
                        <a:pt x="2" y="86"/>
                      </a:lnTo>
                      <a:lnTo>
                        <a:pt x="0" y="68"/>
                      </a:lnTo>
                      <a:lnTo>
                        <a:pt x="2" y="51"/>
                      </a:lnTo>
                      <a:lnTo>
                        <a:pt x="9" y="34"/>
                      </a:lnTo>
                      <a:lnTo>
                        <a:pt x="20" y="21"/>
                      </a:lnTo>
                      <a:lnTo>
                        <a:pt x="34" y="10"/>
                      </a:lnTo>
                      <a:lnTo>
                        <a:pt x="52" y="2"/>
                      </a:lnTo>
                      <a:lnTo>
                        <a:pt x="69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69" name="Freeform 36"/>
                <p:cNvSpPr>
                  <a:spLocks/>
                </p:cNvSpPr>
                <p:nvPr/>
              </p:nvSpPr>
              <p:spPr bwMode="auto">
                <a:xfrm>
                  <a:off x="2219325" y="1751013"/>
                  <a:ext cx="71438" cy="55562"/>
                </a:xfrm>
                <a:custGeom>
                  <a:avLst/>
                  <a:gdLst>
                    <a:gd name="T0" fmla="*/ 69 w 319"/>
                    <a:gd name="T1" fmla="*/ 0 h 241"/>
                    <a:gd name="T2" fmla="*/ 86 w 319"/>
                    <a:gd name="T3" fmla="*/ 3 h 241"/>
                    <a:gd name="T4" fmla="*/ 104 w 319"/>
                    <a:gd name="T5" fmla="*/ 9 h 241"/>
                    <a:gd name="T6" fmla="*/ 285 w 319"/>
                    <a:gd name="T7" fmla="*/ 112 h 241"/>
                    <a:gd name="T8" fmla="*/ 299 w 319"/>
                    <a:gd name="T9" fmla="*/ 124 h 241"/>
                    <a:gd name="T10" fmla="*/ 310 w 319"/>
                    <a:gd name="T11" fmla="*/ 138 h 241"/>
                    <a:gd name="T12" fmla="*/ 316 w 319"/>
                    <a:gd name="T13" fmla="*/ 155 h 241"/>
                    <a:gd name="T14" fmla="*/ 319 w 319"/>
                    <a:gd name="T15" fmla="*/ 172 h 241"/>
                    <a:gd name="T16" fmla="*/ 316 w 319"/>
                    <a:gd name="T17" fmla="*/ 190 h 241"/>
                    <a:gd name="T18" fmla="*/ 310 w 319"/>
                    <a:gd name="T19" fmla="*/ 206 h 241"/>
                    <a:gd name="T20" fmla="*/ 298 w 319"/>
                    <a:gd name="T21" fmla="*/ 221 h 241"/>
                    <a:gd name="T22" fmla="*/ 283 w 319"/>
                    <a:gd name="T23" fmla="*/ 232 h 241"/>
                    <a:gd name="T24" fmla="*/ 266 w 319"/>
                    <a:gd name="T25" fmla="*/ 239 h 241"/>
                    <a:gd name="T26" fmla="*/ 249 w 319"/>
                    <a:gd name="T27" fmla="*/ 241 h 241"/>
                    <a:gd name="T28" fmla="*/ 231 w 319"/>
                    <a:gd name="T29" fmla="*/ 239 h 241"/>
                    <a:gd name="T30" fmla="*/ 214 w 319"/>
                    <a:gd name="T31" fmla="*/ 231 h 241"/>
                    <a:gd name="T32" fmla="*/ 34 w 319"/>
                    <a:gd name="T33" fmla="*/ 129 h 241"/>
                    <a:gd name="T34" fmla="*/ 19 w 319"/>
                    <a:gd name="T35" fmla="*/ 118 h 241"/>
                    <a:gd name="T36" fmla="*/ 9 w 319"/>
                    <a:gd name="T37" fmla="*/ 103 h 241"/>
                    <a:gd name="T38" fmla="*/ 2 w 319"/>
                    <a:gd name="T39" fmla="*/ 87 h 241"/>
                    <a:gd name="T40" fmla="*/ 0 w 319"/>
                    <a:gd name="T41" fmla="*/ 69 h 241"/>
                    <a:gd name="T42" fmla="*/ 2 w 319"/>
                    <a:gd name="T43" fmla="*/ 51 h 241"/>
                    <a:gd name="T44" fmla="*/ 9 w 319"/>
                    <a:gd name="T45" fmla="*/ 34 h 241"/>
                    <a:gd name="T46" fmla="*/ 20 w 319"/>
                    <a:gd name="T47" fmla="*/ 20 h 241"/>
                    <a:gd name="T48" fmla="*/ 35 w 319"/>
                    <a:gd name="T49" fmla="*/ 9 h 241"/>
                    <a:gd name="T50" fmla="*/ 51 w 319"/>
                    <a:gd name="T51" fmla="*/ 3 h 241"/>
                    <a:gd name="T52" fmla="*/ 69 w 319"/>
                    <a:gd name="T53" fmla="*/ 0 h 24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</a:cxnLst>
                  <a:rect l="0" t="0" r="r" b="b"/>
                  <a:pathLst>
                    <a:path w="319" h="241">
                      <a:moveTo>
                        <a:pt x="69" y="0"/>
                      </a:moveTo>
                      <a:lnTo>
                        <a:pt x="86" y="3"/>
                      </a:lnTo>
                      <a:lnTo>
                        <a:pt x="104" y="9"/>
                      </a:lnTo>
                      <a:lnTo>
                        <a:pt x="285" y="112"/>
                      </a:lnTo>
                      <a:lnTo>
                        <a:pt x="299" y="124"/>
                      </a:lnTo>
                      <a:lnTo>
                        <a:pt x="310" y="138"/>
                      </a:lnTo>
                      <a:lnTo>
                        <a:pt x="316" y="155"/>
                      </a:lnTo>
                      <a:lnTo>
                        <a:pt x="319" y="172"/>
                      </a:lnTo>
                      <a:lnTo>
                        <a:pt x="316" y="190"/>
                      </a:lnTo>
                      <a:lnTo>
                        <a:pt x="310" y="206"/>
                      </a:lnTo>
                      <a:lnTo>
                        <a:pt x="298" y="221"/>
                      </a:lnTo>
                      <a:lnTo>
                        <a:pt x="283" y="232"/>
                      </a:lnTo>
                      <a:lnTo>
                        <a:pt x="266" y="239"/>
                      </a:lnTo>
                      <a:lnTo>
                        <a:pt x="249" y="241"/>
                      </a:lnTo>
                      <a:lnTo>
                        <a:pt x="231" y="239"/>
                      </a:lnTo>
                      <a:lnTo>
                        <a:pt x="214" y="231"/>
                      </a:lnTo>
                      <a:lnTo>
                        <a:pt x="34" y="129"/>
                      </a:lnTo>
                      <a:lnTo>
                        <a:pt x="19" y="118"/>
                      </a:lnTo>
                      <a:lnTo>
                        <a:pt x="9" y="103"/>
                      </a:lnTo>
                      <a:lnTo>
                        <a:pt x="2" y="87"/>
                      </a:lnTo>
                      <a:lnTo>
                        <a:pt x="0" y="69"/>
                      </a:lnTo>
                      <a:lnTo>
                        <a:pt x="2" y="51"/>
                      </a:lnTo>
                      <a:lnTo>
                        <a:pt x="9" y="34"/>
                      </a:lnTo>
                      <a:lnTo>
                        <a:pt x="20" y="20"/>
                      </a:lnTo>
                      <a:lnTo>
                        <a:pt x="35" y="9"/>
                      </a:lnTo>
                      <a:lnTo>
                        <a:pt x="51" y="3"/>
                      </a:lnTo>
                      <a:lnTo>
                        <a:pt x="69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70" name="Freeform 37"/>
                <p:cNvSpPr>
                  <a:spLocks/>
                </p:cNvSpPr>
                <p:nvPr/>
              </p:nvSpPr>
              <p:spPr bwMode="auto">
                <a:xfrm>
                  <a:off x="2171700" y="1927225"/>
                  <a:ext cx="77788" cy="31750"/>
                </a:xfrm>
                <a:custGeom>
                  <a:avLst/>
                  <a:gdLst>
                    <a:gd name="T0" fmla="*/ 69 w 347"/>
                    <a:gd name="T1" fmla="*/ 0 h 139"/>
                    <a:gd name="T2" fmla="*/ 278 w 347"/>
                    <a:gd name="T3" fmla="*/ 0 h 139"/>
                    <a:gd name="T4" fmla="*/ 296 w 347"/>
                    <a:gd name="T5" fmla="*/ 4 h 139"/>
                    <a:gd name="T6" fmla="*/ 313 w 347"/>
                    <a:gd name="T7" fmla="*/ 10 h 139"/>
                    <a:gd name="T8" fmla="*/ 327 w 347"/>
                    <a:gd name="T9" fmla="*/ 21 h 139"/>
                    <a:gd name="T10" fmla="*/ 338 w 347"/>
                    <a:gd name="T11" fmla="*/ 35 h 139"/>
                    <a:gd name="T12" fmla="*/ 345 w 347"/>
                    <a:gd name="T13" fmla="*/ 51 h 139"/>
                    <a:gd name="T14" fmla="*/ 347 w 347"/>
                    <a:gd name="T15" fmla="*/ 70 h 139"/>
                    <a:gd name="T16" fmla="*/ 345 w 347"/>
                    <a:gd name="T17" fmla="*/ 88 h 139"/>
                    <a:gd name="T18" fmla="*/ 338 w 347"/>
                    <a:gd name="T19" fmla="*/ 104 h 139"/>
                    <a:gd name="T20" fmla="*/ 327 w 347"/>
                    <a:gd name="T21" fmla="*/ 119 h 139"/>
                    <a:gd name="T22" fmla="*/ 313 w 347"/>
                    <a:gd name="T23" fmla="*/ 129 h 139"/>
                    <a:gd name="T24" fmla="*/ 296 w 347"/>
                    <a:gd name="T25" fmla="*/ 137 h 139"/>
                    <a:gd name="T26" fmla="*/ 278 w 347"/>
                    <a:gd name="T27" fmla="*/ 139 h 139"/>
                    <a:gd name="T28" fmla="*/ 69 w 347"/>
                    <a:gd name="T29" fmla="*/ 139 h 139"/>
                    <a:gd name="T30" fmla="*/ 51 w 347"/>
                    <a:gd name="T31" fmla="*/ 137 h 139"/>
                    <a:gd name="T32" fmla="*/ 35 w 347"/>
                    <a:gd name="T33" fmla="*/ 129 h 139"/>
                    <a:gd name="T34" fmla="*/ 20 w 347"/>
                    <a:gd name="T35" fmla="*/ 119 h 139"/>
                    <a:gd name="T36" fmla="*/ 10 w 347"/>
                    <a:gd name="T37" fmla="*/ 104 h 139"/>
                    <a:gd name="T38" fmla="*/ 2 w 347"/>
                    <a:gd name="T39" fmla="*/ 88 h 139"/>
                    <a:gd name="T40" fmla="*/ 0 w 347"/>
                    <a:gd name="T41" fmla="*/ 70 h 139"/>
                    <a:gd name="T42" fmla="*/ 2 w 347"/>
                    <a:gd name="T43" fmla="*/ 51 h 139"/>
                    <a:gd name="T44" fmla="*/ 10 w 347"/>
                    <a:gd name="T45" fmla="*/ 35 h 139"/>
                    <a:gd name="T46" fmla="*/ 20 w 347"/>
                    <a:gd name="T47" fmla="*/ 21 h 139"/>
                    <a:gd name="T48" fmla="*/ 35 w 347"/>
                    <a:gd name="T49" fmla="*/ 10 h 139"/>
                    <a:gd name="T50" fmla="*/ 51 w 347"/>
                    <a:gd name="T51" fmla="*/ 4 h 139"/>
                    <a:gd name="T52" fmla="*/ 69 w 347"/>
                    <a:gd name="T53" fmla="*/ 0 h 13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</a:cxnLst>
                  <a:rect l="0" t="0" r="r" b="b"/>
                  <a:pathLst>
                    <a:path w="347" h="139">
                      <a:moveTo>
                        <a:pt x="69" y="0"/>
                      </a:moveTo>
                      <a:lnTo>
                        <a:pt x="278" y="0"/>
                      </a:lnTo>
                      <a:lnTo>
                        <a:pt x="296" y="4"/>
                      </a:lnTo>
                      <a:lnTo>
                        <a:pt x="313" y="10"/>
                      </a:lnTo>
                      <a:lnTo>
                        <a:pt x="327" y="21"/>
                      </a:lnTo>
                      <a:lnTo>
                        <a:pt x="338" y="35"/>
                      </a:lnTo>
                      <a:lnTo>
                        <a:pt x="345" y="51"/>
                      </a:lnTo>
                      <a:lnTo>
                        <a:pt x="347" y="70"/>
                      </a:lnTo>
                      <a:lnTo>
                        <a:pt x="345" y="88"/>
                      </a:lnTo>
                      <a:lnTo>
                        <a:pt x="338" y="104"/>
                      </a:lnTo>
                      <a:lnTo>
                        <a:pt x="327" y="119"/>
                      </a:lnTo>
                      <a:lnTo>
                        <a:pt x="313" y="129"/>
                      </a:lnTo>
                      <a:lnTo>
                        <a:pt x="296" y="137"/>
                      </a:lnTo>
                      <a:lnTo>
                        <a:pt x="278" y="139"/>
                      </a:lnTo>
                      <a:lnTo>
                        <a:pt x="69" y="139"/>
                      </a:lnTo>
                      <a:lnTo>
                        <a:pt x="51" y="137"/>
                      </a:lnTo>
                      <a:lnTo>
                        <a:pt x="35" y="129"/>
                      </a:lnTo>
                      <a:lnTo>
                        <a:pt x="20" y="119"/>
                      </a:lnTo>
                      <a:lnTo>
                        <a:pt x="10" y="104"/>
                      </a:lnTo>
                      <a:lnTo>
                        <a:pt x="2" y="88"/>
                      </a:lnTo>
                      <a:lnTo>
                        <a:pt x="0" y="70"/>
                      </a:lnTo>
                      <a:lnTo>
                        <a:pt x="2" y="51"/>
                      </a:lnTo>
                      <a:lnTo>
                        <a:pt x="10" y="35"/>
                      </a:lnTo>
                      <a:lnTo>
                        <a:pt x="20" y="21"/>
                      </a:lnTo>
                      <a:lnTo>
                        <a:pt x="35" y="10"/>
                      </a:lnTo>
                      <a:lnTo>
                        <a:pt x="51" y="4"/>
                      </a:lnTo>
                      <a:lnTo>
                        <a:pt x="69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71" name="Freeform 38"/>
                <p:cNvSpPr>
                  <a:spLocks/>
                </p:cNvSpPr>
                <p:nvPr/>
              </p:nvSpPr>
              <p:spPr bwMode="auto">
                <a:xfrm>
                  <a:off x="2219325" y="2079625"/>
                  <a:ext cx="71438" cy="55562"/>
                </a:xfrm>
                <a:custGeom>
                  <a:avLst/>
                  <a:gdLst>
                    <a:gd name="T0" fmla="*/ 249 w 319"/>
                    <a:gd name="T1" fmla="*/ 0 h 242"/>
                    <a:gd name="T2" fmla="*/ 268 w 319"/>
                    <a:gd name="T3" fmla="*/ 3 h 242"/>
                    <a:gd name="T4" fmla="*/ 283 w 319"/>
                    <a:gd name="T5" fmla="*/ 9 h 242"/>
                    <a:gd name="T6" fmla="*/ 298 w 319"/>
                    <a:gd name="T7" fmla="*/ 20 h 242"/>
                    <a:gd name="T8" fmla="*/ 310 w 319"/>
                    <a:gd name="T9" fmla="*/ 35 h 242"/>
                    <a:gd name="T10" fmla="*/ 316 w 319"/>
                    <a:gd name="T11" fmla="*/ 52 h 242"/>
                    <a:gd name="T12" fmla="*/ 319 w 319"/>
                    <a:gd name="T13" fmla="*/ 70 h 242"/>
                    <a:gd name="T14" fmla="*/ 316 w 319"/>
                    <a:gd name="T15" fmla="*/ 86 h 242"/>
                    <a:gd name="T16" fmla="*/ 310 w 319"/>
                    <a:gd name="T17" fmla="*/ 103 h 242"/>
                    <a:gd name="T18" fmla="*/ 298 w 319"/>
                    <a:gd name="T19" fmla="*/ 118 h 242"/>
                    <a:gd name="T20" fmla="*/ 285 w 319"/>
                    <a:gd name="T21" fmla="*/ 129 h 242"/>
                    <a:gd name="T22" fmla="*/ 104 w 319"/>
                    <a:gd name="T23" fmla="*/ 232 h 242"/>
                    <a:gd name="T24" fmla="*/ 87 w 319"/>
                    <a:gd name="T25" fmla="*/ 239 h 242"/>
                    <a:gd name="T26" fmla="*/ 69 w 319"/>
                    <a:gd name="T27" fmla="*/ 242 h 242"/>
                    <a:gd name="T28" fmla="*/ 51 w 319"/>
                    <a:gd name="T29" fmla="*/ 239 h 242"/>
                    <a:gd name="T30" fmla="*/ 35 w 319"/>
                    <a:gd name="T31" fmla="*/ 233 h 242"/>
                    <a:gd name="T32" fmla="*/ 20 w 319"/>
                    <a:gd name="T33" fmla="*/ 222 h 242"/>
                    <a:gd name="T34" fmla="*/ 9 w 319"/>
                    <a:gd name="T35" fmla="*/ 207 h 242"/>
                    <a:gd name="T36" fmla="*/ 2 w 319"/>
                    <a:gd name="T37" fmla="*/ 190 h 242"/>
                    <a:gd name="T38" fmla="*/ 0 w 319"/>
                    <a:gd name="T39" fmla="*/ 172 h 242"/>
                    <a:gd name="T40" fmla="*/ 2 w 319"/>
                    <a:gd name="T41" fmla="*/ 155 h 242"/>
                    <a:gd name="T42" fmla="*/ 9 w 319"/>
                    <a:gd name="T43" fmla="*/ 138 h 242"/>
                    <a:gd name="T44" fmla="*/ 19 w 319"/>
                    <a:gd name="T45" fmla="*/ 125 h 242"/>
                    <a:gd name="T46" fmla="*/ 34 w 319"/>
                    <a:gd name="T47" fmla="*/ 114 h 242"/>
                    <a:gd name="T48" fmla="*/ 214 w 319"/>
                    <a:gd name="T49" fmla="*/ 10 h 242"/>
                    <a:gd name="T50" fmla="*/ 232 w 319"/>
                    <a:gd name="T51" fmla="*/ 2 h 242"/>
                    <a:gd name="T52" fmla="*/ 249 w 319"/>
                    <a:gd name="T53" fmla="*/ 0 h 24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</a:cxnLst>
                  <a:rect l="0" t="0" r="r" b="b"/>
                  <a:pathLst>
                    <a:path w="319" h="242">
                      <a:moveTo>
                        <a:pt x="249" y="0"/>
                      </a:moveTo>
                      <a:lnTo>
                        <a:pt x="268" y="3"/>
                      </a:lnTo>
                      <a:lnTo>
                        <a:pt x="283" y="9"/>
                      </a:lnTo>
                      <a:lnTo>
                        <a:pt x="298" y="20"/>
                      </a:lnTo>
                      <a:lnTo>
                        <a:pt x="310" y="35"/>
                      </a:lnTo>
                      <a:lnTo>
                        <a:pt x="316" y="52"/>
                      </a:lnTo>
                      <a:lnTo>
                        <a:pt x="319" y="70"/>
                      </a:lnTo>
                      <a:lnTo>
                        <a:pt x="316" y="86"/>
                      </a:lnTo>
                      <a:lnTo>
                        <a:pt x="310" y="103"/>
                      </a:lnTo>
                      <a:lnTo>
                        <a:pt x="298" y="118"/>
                      </a:lnTo>
                      <a:lnTo>
                        <a:pt x="285" y="129"/>
                      </a:lnTo>
                      <a:lnTo>
                        <a:pt x="104" y="232"/>
                      </a:lnTo>
                      <a:lnTo>
                        <a:pt x="87" y="239"/>
                      </a:lnTo>
                      <a:lnTo>
                        <a:pt x="69" y="242"/>
                      </a:lnTo>
                      <a:lnTo>
                        <a:pt x="51" y="239"/>
                      </a:lnTo>
                      <a:lnTo>
                        <a:pt x="35" y="233"/>
                      </a:lnTo>
                      <a:lnTo>
                        <a:pt x="20" y="222"/>
                      </a:lnTo>
                      <a:lnTo>
                        <a:pt x="9" y="207"/>
                      </a:lnTo>
                      <a:lnTo>
                        <a:pt x="2" y="190"/>
                      </a:lnTo>
                      <a:lnTo>
                        <a:pt x="0" y="172"/>
                      </a:lnTo>
                      <a:lnTo>
                        <a:pt x="2" y="155"/>
                      </a:lnTo>
                      <a:lnTo>
                        <a:pt x="9" y="138"/>
                      </a:lnTo>
                      <a:lnTo>
                        <a:pt x="19" y="125"/>
                      </a:lnTo>
                      <a:lnTo>
                        <a:pt x="34" y="114"/>
                      </a:lnTo>
                      <a:lnTo>
                        <a:pt x="214" y="10"/>
                      </a:lnTo>
                      <a:lnTo>
                        <a:pt x="232" y="2"/>
                      </a:lnTo>
                      <a:lnTo>
                        <a:pt x="249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72" name="Freeform 39"/>
                <p:cNvSpPr>
                  <a:spLocks/>
                </p:cNvSpPr>
                <p:nvPr/>
              </p:nvSpPr>
              <p:spPr bwMode="auto">
                <a:xfrm>
                  <a:off x="2792413" y="2079625"/>
                  <a:ext cx="71438" cy="55562"/>
                </a:xfrm>
                <a:custGeom>
                  <a:avLst/>
                  <a:gdLst>
                    <a:gd name="T0" fmla="*/ 69 w 319"/>
                    <a:gd name="T1" fmla="*/ 0 h 242"/>
                    <a:gd name="T2" fmla="*/ 87 w 319"/>
                    <a:gd name="T3" fmla="*/ 2 h 242"/>
                    <a:gd name="T4" fmla="*/ 104 w 319"/>
                    <a:gd name="T5" fmla="*/ 10 h 242"/>
                    <a:gd name="T6" fmla="*/ 285 w 319"/>
                    <a:gd name="T7" fmla="*/ 114 h 242"/>
                    <a:gd name="T8" fmla="*/ 299 w 319"/>
                    <a:gd name="T9" fmla="*/ 125 h 242"/>
                    <a:gd name="T10" fmla="*/ 310 w 319"/>
                    <a:gd name="T11" fmla="*/ 138 h 242"/>
                    <a:gd name="T12" fmla="*/ 316 w 319"/>
                    <a:gd name="T13" fmla="*/ 155 h 242"/>
                    <a:gd name="T14" fmla="*/ 319 w 319"/>
                    <a:gd name="T15" fmla="*/ 172 h 242"/>
                    <a:gd name="T16" fmla="*/ 316 w 319"/>
                    <a:gd name="T17" fmla="*/ 190 h 242"/>
                    <a:gd name="T18" fmla="*/ 310 w 319"/>
                    <a:gd name="T19" fmla="*/ 207 h 242"/>
                    <a:gd name="T20" fmla="*/ 298 w 319"/>
                    <a:gd name="T21" fmla="*/ 222 h 242"/>
                    <a:gd name="T22" fmla="*/ 284 w 319"/>
                    <a:gd name="T23" fmla="*/ 233 h 242"/>
                    <a:gd name="T24" fmla="*/ 268 w 319"/>
                    <a:gd name="T25" fmla="*/ 239 h 242"/>
                    <a:gd name="T26" fmla="*/ 250 w 319"/>
                    <a:gd name="T27" fmla="*/ 242 h 242"/>
                    <a:gd name="T28" fmla="*/ 231 w 319"/>
                    <a:gd name="T29" fmla="*/ 239 h 242"/>
                    <a:gd name="T30" fmla="*/ 214 w 319"/>
                    <a:gd name="T31" fmla="*/ 232 h 242"/>
                    <a:gd name="T32" fmla="*/ 34 w 319"/>
                    <a:gd name="T33" fmla="*/ 129 h 242"/>
                    <a:gd name="T34" fmla="*/ 20 w 319"/>
                    <a:gd name="T35" fmla="*/ 118 h 242"/>
                    <a:gd name="T36" fmla="*/ 9 w 319"/>
                    <a:gd name="T37" fmla="*/ 103 h 242"/>
                    <a:gd name="T38" fmla="*/ 2 w 319"/>
                    <a:gd name="T39" fmla="*/ 86 h 242"/>
                    <a:gd name="T40" fmla="*/ 0 w 319"/>
                    <a:gd name="T41" fmla="*/ 70 h 242"/>
                    <a:gd name="T42" fmla="*/ 2 w 319"/>
                    <a:gd name="T43" fmla="*/ 52 h 242"/>
                    <a:gd name="T44" fmla="*/ 9 w 319"/>
                    <a:gd name="T45" fmla="*/ 35 h 242"/>
                    <a:gd name="T46" fmla="*/ 20 w 319"/>
                    <a:gd name="T47" fmla="*/ 20 h 242"/>
                    <a:gd name="T48" fmla="*/ 35 w 319"/>
                    <a:gd name="T49" fmla="*/ 9 h 242"/>
                    <a:gd name="T50" fmla="*/ 51 w 319"/>
                    <a:gd name="T51" fmla="*/ 3 h 242"/>
                    <a:gd name="T52" fmla="*/ 69 w 319"/>
                    <a:gd name="T53" fmla="*/ 0 h 24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</a:cxnLst>
                  <a:rect l="0" t="0" r="r" b="b"/>
                  <a:pathLst>
                    <a:path w="319" h="242">
                      <a:moveTo>
                        <a:pt x="69" y="0"/>
                      </a:moveTo>
                      <a:lnTo>
                        <a:pt x="87" y="2"/>
                      </a:lnTo>
                      <a:lnTo>
                        <a:pt x="104" y="10"/>
                      </a:lnTo>
                      <a:lnTo>
                        <a:pt x="285" y="114"/>
                      </a:lnTo>
                      <a:lnTo>
                        <a:pt x="299" y="125"/>
                      </a:lnTo>
                      <a:lnTo>
                        <a:pt x="310" y="138"/>
                      </a:lnTo>
                      <a:lnTo>
                        <a:pt x="316" y="155"/>
                      </a:lnTo>
                      <a:lnTo>
                        <a:pt x="319" y="172"/>
                      </a:lnTo>
                      <a:lnTo>
                        <a:pt x="316" y="190"/>
                      </a:lnTo>
                      <a:lnTo>
                        <a:pt x="310" y="207"/>
                      </a:lnTo>
                      <a:lnTo>
                        <a:pt x="298" y="222"/>
                      </a:lnTo>
                      <a:lnTo>
                        <a:pt x="284" y="233"/>
                      </a:lnTo>
                      <a:lnTo>
                        <a:pt x="268" y="239"/>
                      </a:lnTo>
                      <a:lnTo>
                        <a:pt x="250" y="242"/>
                      </a:lnTo>
                      <a:lnTo>
                        <a:pt x="231" y="239"/>
                      </a:lnTo>
                      <a:lnTo>
                        <a:pt x="214" y="232"/>
                      </a:lnTo>
                      <a:lnTo>
                        <a:pt x="34" y="129"/>
                      </a:lnTo>
                      <a:lnTo>
                        <a:pt x="20" y="118"/>
                      </a:lnTo>
                      <a:lnTo>
                        <a:pt x="9" y="103"/>
                      </a:lnTo>
                      <a:lnTo>
                        <a:pt x="2" y="86"/>
                      </a:lnTo>
                      <a:lnTo>
                        <a:pt x="0" y="70"/>
                      </a:lnTo>
                      <a:lnTo>
                        <a:pt x="2" y="52"/>
                      </a:lnTo>
                      <a:lnTo>
                        <a:pt x="9" y="35"/>
                      </a:lnTo>
                      <a:lnTo>
                        <a:pt x="20" y="20"/>
                      </a:lnTo>
                      <a:lnTo>
                        <a:pt x="35" y="9"/>
                      </a:lnTo>
                      <a:lnTo>
                        <a:pt x="51" y="3"/>
                      </a:lnTo>
                      <a:lnTo>
                        <a:pt x="69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73" name="Freeform 40"/>
                <p:cNvSpPr>
                  <a:spLocks/>
                </p:cNvSpPr>
                <p:nvPr/>
              </p:nvSpPr>
              <p:spPr bwMode="auto">
                <a:xfrm>
                  <a:off x="2833688" y="1927225"/>
                  <a:ext cx="77788" cy="31750"/>
                </a:xfrm>
                <a:custGeom>
                  <a:avLst/>
                  <a:gdLst>
                    <a:gd name="T0" fmla="*/ 70 w 348"/>
                    <a:gd name="T1" fmla="*/ 0 h 139"/>
                    <a:gd name="T2" fmla="*/ 278 w 348"/>
                    <a:gd name="T3" fmla="*/ 0 h 139"/>
                    <a:gd name="T4" fmla="*/ 297 w 348"/>
                    <a:gd name="T5" fmla="*/ 4 h 139"/>
                    <a:gd name="T6" fmla="*/ 314 w 348"/>
                    <a:gd name="T7" fmla="*/ 10 h 139"/>
                    <a:gd name="T8" fmla="*/ 327 w 348"/>
                    <a:gd name="T9" fmla="*/ 21 h 139"/>
                    <a:gd name="T10" fmla="*/ 337 w 348"/>
                    <a:gd name="T11" fmla="*/ 35 h 139"/>
                    <a:gd name="T12" fmla="*/ 345 w 348"/>
                    <a:gd name="T13" fmla="*/ 51 h 139"/>
                    <a:gd name="T14" fmla="*/ 348 w 348"/>
                    <a:gd name="T15" fmla="*/ 70 h 139"/>
                    <a:gd name="T16" fmla="*/ 345 w 348"/>
                    <a:gd name="T17" fmla="*/ 88 h 139"/>
                    <a:gd name="T18" fmla="*/ 337 w 348"/>
                    <a:gd name="T19" fmla="*/ 104 h 139"/>
                    <a:gd name="T20" fmla="*/ 327 w 348"/>
                    <a:gd name="T21" fmla="*/ 119 h 139"/>
                    <a:gd name="T22" fmla="*/ 314 w 348"/>
                    <a:gd name="T23" fmla="*/ 129 h 139"/>
                    <a:gd name="T24" fmla="*/ 297 w 348"/>
                    <a:gd name="T25" fmla="*/ 137 h 139"/>
                    <a:gd name="T26" fmla="*/ 278 w 348"/>
                    <a:gd name="T27" fmla="*/ 139 h 139"/>
                    <a:gd name="T28" fmla="*/ 70 w 348"/>
                    <a:gd name="T29" fmla="*/ 139 h 139"/>
                    <a:gd name="T30" fmla="*/ 52 w 348"/>
                    <a:gd name="T31" fmla="*/ 137 h 139"/>
                    <a:gd name="T32" fmla="*/ 34 w 348"/>
                    <a:gd name="T33" fmla="*/ 129 h 139"/>
                    <a:gd name="T34" fmla="*/ 21 w 348"/>
                    <a:gd name="T35" fmla="*/ 119 h 139"/>
                    <a:gd name="T36" fmla="*/ 10 w 348"/>
                    <a:gd name="T37" fmla="*/ 104 h 139"/>
                    <a:gd name="T38" fmla="*/ 3 w 348"/>
                    <a:gd name="T39" fmla="*/ 88 h 139"/>
                    <a:gd name="T40" fmla="*/ 0 w 348"/>
                    <a:gd name="T41" fmla="*/ 70 h 139"/>
                    <a:gd name="T42" fmla="*/ 3 w 348"/>
                    <a:gd name="T43" fmla="*/ 51 h 139"/>
                    <a:gd name="T44" fmla="*/ 10 w 348"/>
                    <a:gd name="T45" fmla="*/ 35 h 139"/>
                    <a:gd name="T46" fmla="*/ 21 w 348"/>
                    <a:gd name="T47" fmla="*/ 21 h 139"/>
                    <a:gd name="T48" fmla="*/ 34 w 348"/>
                    <a:gd name="T49" fmla="*/ 10 h 139"/>
                    <a:gd name="T50" fmla="*/ 52 w 348"/>
                    <a:gd name="T51" fmla="*/ 4 h 139"/>
                    <a:gd name="T52" fmla="*/ 70 w 348"/>
                    <a:gd name="T53" fmla="*/ 0 h 13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</a:cxnLst>
                  <a:rect l="0" t="0" r="r" b="b"/>
                  <a:pathLst>
                    <a:path w="348" h="139">
                      <a:moveTo>
                        <a:pt x="70" y="0"/>
                      </a:moveTo>
                      <a:lnTo>
                        <a:pt x="278" y="0"/>
                      </a:lnTo>
                      <a:lnTo>
                        <a:pt x="297" y="4"/>
                      </a:lnTo>
                      <a:lnTo>
                        <a:pt x="314" y="10"/>
                      </a:lnTo>
                      <a:lnTo>
                        <a:pt x="327" y="21"/>
                      </a:lnTo>
                      <a:lnTo>
                        <a:pt x="337" y="35"/>
                      </a:lnTo>
                      <a:lnTo>
                        <a:pt x="345" y="51"/>
                      </a:lnTo>
                      <a:lnTo>
                        <a:pt x="348" y="70"/>
                      </a:lnTo>
                      <a:lnTo>
                        <a:pt x="345" y="88"/>
                      </a:lnTo>
                      <a:lnTo>
                        <a:pt x="337" y="104"/>
                      </a:lnTo>
                      <a:lnTo>
                        <a:pt x="327" y="119"/>
                      </a:lnTo>
                      <a:lnTo>
                        <a:pt x="314" y="129"/>
                      </a:lnTo>
                      <a:lnTo>
                        <a:pt x="297" y="137"/>
                      </a:lnTo>
                      <a:lnTo>
                        <a:pt x="278" y="139"/>
                      </a:lnTo>
                      <a:lnTo>
                        <a:pt x="70" y="139"/>
                      </a:lnTo>
                      <a:lnTo>
                        <a:pt x="52" y="137"/>
                      </a:lnTo>
                      <a:lnTo>
                        <a:pt x="34" y="129"/>
                      </a:lnTo>
                      <a:lnTo>
                        <a:pt x="21" y="119"/>
                      </a:lnTo>
                      <a:lnTo>
                        <a:pt x="10" y="104"/>
                      </a:lnTo>
                      <a:lnTo>
                        <a:pt x="3" y="88"/>
                      </a:lnTo>
                      <a:lnTo>
                        <a:pt x="0" y="70"/>
                      </a:lnTo>
                      <a:lnTo>
                        <a:pt x="3" y="51"/>
                      </a:lnTo>
                      <a:lnTo>
                        <a:pt x="10" y="35"/>
                      </a:lnTo>
                      <a:lnTo>
                        <a:pt x="21" y="21"/>
                      </a:lnTo>
                      <a:lnTo>
                        <a:pt x="34" y="10"/>
                      </a:lnTo>
                      <a:lnTo>
                        <a:pt x="52" y="4"/>
                      </a:lnTo>
                      <a:lnTo>
                        <a:pt x="70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74" name="Freeform 41"/>
                <p:cNvSpPr>
                  <a:spLocks/>
                </p:cNvSpPr>
                <p:nvPr/>
              </p:nvSpPr>
              <p:spPr bwMode="auto">
                <a:xfrm>
                  <a:off x="2792413" y="1751013"/>
                  <a:ext cx="71438" cy="55562"/>
                </a:xfrm>
                <a:custGeom>
                  <a:avLst/>
                  <a:gdLst>
                    <a:gd name="T0" fmla="*/ 250 w 319"/>
                    <a:gd name="T1" fmla="*/ 0 h 241"/>
                    <a:gd name="T2" fmla="*/ 268 w 319"/>
                    <a:gd name="T3" fmla="*/ 3 h 241"/>
                    <a:gd name="T4" fmla="*/ 284 w 319"/>
                    <a:gd name="T5" fmla="*/ 9 h 241"/>
                    <a:gd name="T6" fmla="*/ 298 w 319"/>
                    <a:gd name="T7" fmla="*/ 20 h 241"/>
                    <a:gd name="T8" fmla="*/ 310 w 319"/>
                    <a:gd name="T9" fmla="*/ 34 h 241"/>
                    <a:gd name="T10" fmla="*/ 316 w 319"/>
                    <a:gd name="T11" fmla="*/ 51 h 241"/>
                    <a:gd name="T12" fmla="*/ 319 w 319"/>
                    <a:gd name="T13" fmla="*/ 69 h 241"/>
                    <a:gd name="T14" fmla="*/ 316 w 319"/>
                    <a:gd name="T15" fmla="*/ 87 h 241"/>
                    <a:gd name="T16" fmla="*/ 310 w 319"/>
                    <a:gd name="T17" fmla="*/ 103 h 241"/>
                    <a:gd name="T18" fmla="*/ 299 w 319"/>
                    <a:gd name="T19" fmla="*/ 118 h 241"/>
                    <a:gd name="T20" fmla="*/ 285 w 319"/>
                    <a:gd name="T21" fmla="*/ 129 h 241"/>
                    <a:gd name="T22" fmla="*/ 104 w 319"/>
                    <a:gd name="T23" fmla="*/ 231 h 241"/>
                    <a:gd name="T24" fmla="*/ 87 w 319"/>
                    <a:gd name="T25" fmla="*/ 239 h 241"/>
                    <a:gd name="T26" fmla="*/ 69 w 319"/>
                    <a:gd name="T27" fmla="*/ 241 h 241"/>
                    <a:gd name="T28" fmla="*/ 52 w 319"/>
                    <a:gd name="T29" fmla="*/ 239 h 241"/>
                    <a:gd name="T30" fmla="*/ 35 w 319"/>
                    <a:gd name="T31" fmla="*/ 232 h 241"/>
                    <a:gd name="T32" fmla="*/ 20 w 319"/>
                    <a:gd name="T33" fmla="*/ 221 h 241"/>
                    <a:gd name="T34" fmla="*/ 9 w 319"/>
                    <a:gd name="T35" fmla="*/ 206 h 241"/>
                    <a:gd name="T36" fmla="*/ 2 w 319"/>
                    <a:gd name="T37" fmla="*/ 190 h 241"/>
                    <a:gd name="T38" fmla="*/ 0 w 319"/>
                    <a:gd name="T39" fmla="*/ 172 h 241"/>
                    <a:gd name="T40" fmla="*/ 2 w 319"/>
                    <a:gd name="T41" fmla="*/ 155 h 241"/>
                    <a:gd name="T42" fmla="*/ 9 w 319"/>
                    <a:gd name="T43" fmla="*/ 138 h 241"/>
                    <a:gd name="T44" fmla="*/ 20 w 319"/>
                    <a:gd name="T45" fmla="*/ 124 h 241"/>
                    <a:gd name="T46" fmla="*/ 34 w 319"/>
                    <a:gd name="T47" fmla="*/ 112 h 241"/>
                    <a:gd name="T48" fmla="*/ 214 w 319"/>
                    <a:gd name="T49" fmla="*/ 9 h 241"/>
                    <a:gd name="T50" fmla="*/ 233 w 319"/>
                    <a:gd name="T51" fmla="*/ 3 h 241"/>
                    <a:gd name="T52" fmla="*/ 250 w 319"/>
                    <a:gd name="T53" fmla="*/ 0 h 24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</a:cxnLst>
                  <a:rect l="0" t="0" r="r" b="b"/>
                  <a:pathLst>
                    <a:path w="319" h="241">
                      <a:moveTo>
                        <a:pt x="250" y="0"/>
                      </a:moveTo>
                      <a:lnTo>
                        <a:pt x="268" y="3"/>
                      </a:lnTo>
                      <a:lnTo>
                        <a:pt x="284" y="9"/>
                      </a:lnTo>
                      <a:lnTo>
                        <a:pt x="298" y="20"/>
                      </a:lnTo>
                      <a:lnTo>
                        <a:pt x="310" y="34"/>
                      </a:lnTo>
                      <a:lnTo>
                        <a:pt x="316" y="51"/>
                      </a:lnTo>
                      <a:lnTo>
                        <a:pt x="319" y="69"/>
                      </a:lnTo>
                      <a:lnTo>
                        <a:pt x="316" y="87"/>
                      </a:lnTo>
                      <a:lnTo>
                        <a:pt x="310" y="103"/>
                      </a:lnTo>
                      <a:lnTo>
                        <a:pt x="299" y="118"/>
                      </a:lnTo>
                      <a:lnTo>
                        <a:pt x="285" y="129"/>
                      </a:lnTo>
                      <a:lnTo>
                        <a:pt x="104" y="231"/>
                      </a:lnTo>
                      <a:lnTo>
                        <a:pt x="87" y="239"/>
                      </a:lnTo>
                      <a:lnTo>
                        <a:pt x="69" y="241"/>
                      </a:lnTo>
                      <a:lnTo>
                        <a:pt x="52" y="239"/>
                      </a:lnTo>
                      <a:lnTo>
                        <a:pt x="35" y="232"/>
                      </a:lnTo>
                      <a:lnTo>
                        <a:pt x="20" y="221"/>
                      </a:lnTo>
                      <a:lnTo>
                        <a:pt x="9" y="206"/>
                      </a:lnTo>
                      <a:lnTo>
                        <a:pt x="2" y="190"/>
                      </a:lnTo>
                      <a:lnTo>
                        <a:pt x="0" y="172"/>
                      </a:lnTo>
                      <a:lnTo>
                        <a:pt x="2" y="155"/>
                      </a:lnTo>
                      <a:lnTo>
                        <a:pt x="9" y="138"/>
                      </a:lnTo>
                      <a:lnTo>
                        <a:pt x="20" y="124"/>
                      </a:lnTo>
                      <a:lnTo>
                        <a:pt x="34" y="112"/>
                      </a:lnTo>
                      <a:lnTo>
                        <a:pt x="214" y="9"/>
                      </a:lnTo>
                      <a:lnTo>
                        <a:pt x="233" y="3"/>
                      </a:lnTo>
                      <a:lnTo>
                        <a:pt x="250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75" name="Freeform 42"/>
                <p:cNvSpPr>
                  <a:spLocks/>
                </p:cNvSpPr>
                <p:nvPr/>
              </p:nvSpPr>
              <p:spPr bwMode="auto">
                <a:xfrm>
                  <a:off x="2679700" y="1622425"/>
                  <a:ext cx="55563" cy="71437"/>
                </a:xfrm>
                <a:custGeom>
                  <a:avLst/>
                  <a:gdLst>
                    <a:gd name="T0" fmla="*/ 172 w 243"/>
                    <a:gd name="T1" fmla="*/ 0 h 316"/>
                    <a:gd name="T2" fmla="*/ 191 w 243"/>
                    <a:gd name="T3" fmla="*/ 2 h 316"/>
                    <a:gd name="T4" fmla="*/ 208 w 243"/>
                    <a:gd name="T5" fmla="*/ 10 h 316"/>
                    <a:gd name="T6" fmla="*/ 222 w 243"/>
                    <a:gd name="T7" fmla="*/ 21 h 316"/>
                    <a:gd name="T8" fmla="*/ 234 w 243"/>
                    <a:gd name="T9" fmla="*/ 34 h 316"/>
                    <a:gd name="T10" fmla="*/ 241 w 243"/>
                    <a:gd name="T11" fmla="*/ 51 h 316"/>
                    <a:gd name="T12" fmla="*/ 243 w 243"/>
                    <a:gd name="T13" fmla="*/ 68 h 316"/>
                    <a:gd name="T14" fmla="*/ 241 w 243"/>
                    <a:gd name="T15" fmla="*/ 86 h 316"/>
                    <a:gd name="T16" fmla="*/ 234 w 243"/>
                    <a:gd name="T17" fmla="*/ 103 h 316"/>
                    <a:gd name="T18" fmla="*/ 129 w 243"/>
                    <a:gd name="T19" fmla="*/ 282 h 316"/>
                    <a:gd name="T20" fmla="*/ 118 w 243"/>
                    <a:gd name="T21" fmla="*/ 297 h 316"/>
                    <a:gd name="T22" fmla="*/ 103 w 243"/>
                    <a:gd name="T23" fmla="*/ 308 h 316"/>
                    <a:gd name="T24" fmla="*/ 87 w 243"/>
                    <a:gd name="T25" fmla="*/ 314 h 316"/>
                    <a:gd name="T26" fmla="*/ 69 w 243"/>
                    <a:gd name="T27" fmla="*/ 316 h 316"/>
                    <a:gd name="T28" fmla="*/ 52 w 243"/>
                    <a:gd name="T29" fmla="*/ 314 h 316"/>
                    <a:gd name="T30" fmla="*/ 35 w 243"/>
                    <a:gd name="T31" fmla="*/ 307 h 316"/>
                    <a:gd name="T32" fmla="*/ 19 w 243"/>
                    <a:gd name="T33" fmla="*/ 296 h 316"/>
                    <a:gd name="T34" fmla="*/ 9 w 243"/>
                    <a:gd name="T35" fmla="*/ 282 h 316"/>
                    <a:gd name="T36" fmla="*/ 2 w 243"/>
                    <a:gd name="T37" fmla="*/ 265 h 316"/>
                    <a:gd name="T38" fmla="*/ 0 w 243"/>
                    <a:gd name="T39" fmla="*/ 248 h 316"/>
                    <a:gd name="T40" fmla="*/ 2 w 243"/>
                    <a:gd name="T41" fmla="*/ 230 h 316"/>
                    <a:gd name="T42" fmla="*/ 9 w 243"/>
                    <a:gd name="T43" fmla="*/ 214 h 316"/>
                    <a:gd name="T44" fmla="*/ 113 w 243"/>
                    <a:gd name="T45" fmla="*/ 34 h 316"/>
                    <a:gd name="T46" fmla="*/ 125 w 243"/>
                    <a:gd name="T47" fmla="*/ 20 h 316"/>
                    <a:gd name="T48" fmla="*/ 140 w 243"/>
                    <a:gd name="T49" fmla="*/ 9 h 316"/>
                    <a:gd name="T50" fmla="*/ 155 w 243"/>
                    <a:gd name="T51" fmla="*/ 2 h 316"/>
                    <a:gd name="T52" fmla="*/ 172 w 243"/>
                    <a:gd name="T53" fmla="*/ 0 h 31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</a:cxnLst>
                  <a:rect l="0" t="0" r="r" b="b"/>
                  <a:pathLst>
                    <a:path w="243" h="316">
                      <a:moveTo>
                        <a:pt x="172" y="0"/>
                      </a:moveTo>
                      <a:lnTo>
                        <a:pt x="191" y="2"/>
                      </a:lnTo>
                      <a:lnTo>
                        <a:pt x="208" y="10"/>
                      </a:lnTo>
                      <a:lnTo>
                        <a:pt x="222" y="21"/>
                      </a:lnTo>
                      <a:lnTo>
                        <a:pt x="234" y="34"/>
                      </a:lnTo>
                      <a:lnTo>
                        <a:pt x="241" y="51"/>
                      </a:lnTo>
                      <a:lnTo>
                        <a:pt x="243" y="68"/>
                      </a:lnTo>
                      <a:lnTo>
                        <a:pt x="241" y="86"/>
                      </a:lnTo>
                      <a:lnTo>
                        <a:pt x="234" y="103"/>
                      </a:lnTo>
                      <a:lnTo>
                        <a:pt x="129" y="282"/>
                      </a:lnTo>
                      <a:lnTo>
                        <a:pt x="118" y="297"/>
                      </a:lnTo>
                      <a:lnTo>
                        <a:pt x="103" y="308"/>
                      </a:lnTo>
                      <a:lnTo>
                        <a:pt x="87" y="314"/>
                      </a:lnTo>
                      <a:lnTo>
                        <a:pt x="69" y="316"/>
                      </a:lnTo>
                      <a:lnTo>
                        <a:pt x="52" y="314"/>
                      </a:lnTo>
                      <a:lnTo>
                        <a:pt x="35" y="307"/>
                      </a:lnTo>
                      <a:lnTo>
                        <a:pt x="19" y="296"/>
                      </a:lnTo>
                      <a:lnTo>
                        <a:pt x="9" y="282"/>
                      </a:lnTo>
                      <a:lnTo>
                        <a:pt x="2" y="265"/>
                      </a:lnTo>
                      <a:lnTo>
                        <a:pt x="0" y="248"/>
                      </a:lnTo>
                      <a:lnTo>
                        <a:pt x="2" y="230"/>
                      </a:lnTo>
                      <a:lnTo>
                        <a:pt x="9" y="214"/>
                      </a:lnTo>
                      <a:lnTo>
                        <a:pt x="113" y="34"/>
                      </a:lnTo>
                      <a:lnTo>
                        <a:pt x="125" y="20"/>
                      </a:lnTo>
                      <a:lnTo>
                        <a:pt x="140" y="9"/>
                      </a:lnTo>
                      <a:lnTo>
                        <a:pt x="155" y="2"/>
                      </a:lnTo>
                      <a:lnTo>
                        <a:pt x="172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76" name="Freeform 43"/>
                <p:cNvSpPr>
                  <a:spLocks/>
                </p:cNvSpPr>
                <p:nvPr/>
              </p:nvSpPr>
              <p:spPr bwMode="auto">
                <a:xfrm>
                  <a:off x="2503488" y="1811338"/>
                  <a:ext cx="76200" cy="242887"/>
                </a:xfrm>
                <a:custGeom>
                  <a:avLst/>
                  <a:gdLst>
                    <a:gd name="T0" fmla="*/ 167 w 334"/>
                    <a:gd name="T1" fmla="*/ 0 h 1073"/>
                    <a:gd name="T2" fmla="*/ 201 w 334"/>
                    <a:gd name="T3" fmla="*/ 2 h 1073"/>
                    <a:gd name="T4" fmla="*/ 230 w 334"/>
                    <a:gd name="T5" fmla="*/ 8 h 1073"/>
                    <a:gd name="T6" fmla="*/ 258 w 334"/>
                    <a:gd name="T7" fmla="*/ 18 h 1073"/>
                    <a:gd name="T8" fmla="*/ 280 w 334"/>
                    <a:gd name="T9" fmla="*/ 33 h 1073"/>
                    <a:gd name="T10" fmla="*/ 300 w 334"/>
                    <a:gd name="T11" fmla="*/ 51 h 1073"/>
                    <a:gd name="T12" fmla="*/ 314 w 334"/>
                    <a:gd name="T13" fmla="*/ 72 h 1073"/>
                    <a:gd name="T14" fmla="*/ 326 w 334"/>
                    <a:gd name="T15" fmla="*/ 98 h 1073"/>
                    <a:gd name="T16" fmla="*/ 331 w 334"/>
                    <a:gd name="T17" fmla="*/ 128 h 1073"/>
                    <a:gd name="T18" fmla="*/ 334 w 334"/>
                    <a:gd name="T19" fmla="*/ 162 h 1073"/>
                    <a:gd name="T20" fmla="*/ 334 w 334"/>
                    <a:gd name="T21" fmla="*/ 406 h 1073"/>
                    <a:gd name="T22" fmla="*/ 332 w 334"/>
                    <a:gd name="T23" fmla="*/ 438 h 1073"/>
                    <a:gd name="T24" fmla="*/ 329 w 334"/>
                    <a:gd name="T25" fmla="*/ 471 h 1073"/>
                    <a:gd name="T26" fmla="*/ 326 w 334"/>
                    <a:gd name="T27" fmla="*/ 505 h 1073"/>
                    <a:gd name="T28" fmla="*/ 260 w 334"/>
                    <a:gd name="T29" fmla="*/ 996 h 1073"/>
                    <a:gd name="T30" fmla="*/ 255 w 334"/>
                    <a:gd name="T31" fmla="*/ 1019 h 1073"/>
                    <a:gd name="T32" fmla="*/ 247 w 334"/>
                    <a:gd name="T33" fmla="*/ 1039 h 1073"/>
                    <a:gd name="T34" fmla="*/ 237 w 334"/>
                    <a:gd name="T35" fmla="*/ 1052 h 1073"/>
                    <a:gd name="T36" fmla="*/ 224 w 334"/>
                    <a:gd name="T37" fmla="*/ 1062 h 1073"/>
                    <a:gd name="T38" fmla="*/ 208 w 334"/>
                    <a:gd name="T39" fmla="*/ 1069 h 1073"/>
                    <a:gd name="T40" fmla="*/ 188 w 334"/>
                    <a:gd name="T41" fmla="*/ 1072 h 1073"/>
                    <a:gd name="T42" fmla="*/ 167 w 334"/>
                    <a:gd name="T43" fmla="*/ 1073 h 1073"/>
                    <a:gd name="T44" fmla="*/ 145 w 334"/>
                    <a:gd name="T45" fmla="*/ 1072 h 1073"/>
                    <a:gd name="T46" fmla="*/ 126 w 334"/>
                    <a:gd name="T47" fmla="*/ 1069 h 1073"/>
                    <a:gd name="T48" fmla="*/ 110 w 334"/>
                    <a:gd name="T49" fmla="*/ 1062 h 1073"/>
                    <a:gd name="T50" fmla="*/ 96 w 334"/>
                    <a:gd name="T51" fmla="*/ 1052 h 1073"/>
                    <a:gd name="T52" fmla="*/ 86 w 334"/>
                    <a:gd name="T53" fmla="*/ 1039 h 1073"/>
                    <a:gd name="T54" fmla="*/ 78 w 334"/>
                    <a:gd name="T55" fmla="*/ 1019 h 1073"/>
                    <a:gd name="T56" fmla="*/ 74 w 334"/>
                    <a:gd name="T57" fmla="*/ 996 h 1073"/>
                    <a:gd name="T58" fmla="*/ 8 w 334"/>
                    <a:gd name="T59" fmla="*/ 505 h 1073"/>
                    <a:gd name="T60" fmla="*/ 5 w 334"/>
                    <a:gd name="T61" fmla="*/ 471 h 1073"/>
                    <a:gd name="T62" fmla="*/ 1 w 334"/>
                    <a:gd name="T63" fmla="*/ 438 h 1073"/>
                    <a:gd name="T64" fmla="*/ 0 w 334"/>
                    <a:gd name="T65" fmla="*/ 406 h 1073"/>
                    <a:gd name="T66" fmla="*/ 0 w 334"/>
                    <a:gd name="T67" fmla="*/ 162 h 1073"/>
                    <a:gd name="T68" fmla="*/ 2 w 334"/>
                    <a:gd name="T69" fmla="*/ 128 h 1073"/>
                    <a:gd name="T70" fmla="*/ 8 w 334"/>
                    <a:gd name="T71" fmla="*/ 98 h 1073"/>
                    <a:gd name="T72" fmla="*/ 19 w 334"/>
                    <a:gd name="T73" fmla="*/ 72 h 1073"/>
                    <a:gd name="T74" fmla="*/ 34 w 334"/>
                    <a:gd name="T75" fmla="*/ 51 h 1073"/>
                    <a:gd name="T76" fmla="*/ 53 w 334"/>
                    <a:gd name="T77" fmla="*/ 33 h 1073"/>
                    <a:gd name="T78" fmla="*/ 76 w 334"/>
                    <a:gd name="T79" fmla="*/ 18 h 1073"/>
                    <a:gd name="T80" fmla="*/ 103 w 334"/>
                    <a:gd name="T81" fmla="*/ 8 h 1073"/>
                    <a:gd name="T82" fmla="*/ 133 w 334"/>
                    <a:gd name="T83" fmla="*/ 2 h 1073"/>
                    <a:gd name="T84" fmla="*/ 167 w 334"/>
                    <a:gd name="T85" fmla="*/ 0 h 107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</a:cxnLst>
                  <a:rect l="0" t="0" r="r" b="b"/>
                  <a:pathLst>
                    <a:path w="334" h="1073">
                      <a:moveTo>
                        <a:pt x="167" y="0"/>
                      </a:moveTo>
                      <a:lnTo>
                        <a:pt x="201" y="2"/>
                      </a:lnTo>
                      <a:lnTo>
                        <a:pt x="230" y="8"/>
                      </a:lnTo>
                      <a:lnTo>
                        <a:pt x="258" y="18"/>
                      </a:lnTo>
                      <a:lnTo>
                        <a:pt x="280" y="33"/>
                      </a:lnTo>
                      <a:lnTo>
                        <a:pt x="300" y="51"/>
                      </a:lnTo>
                      <a:lnTo>
                        <a:pt x="314" y="72"/>
                      </a:lnTo>
                      <a:lnTo>
                        <a:pt x="326" y="98"/>
                      </a:lnTo>
                      <a:lnTo>
                        <a:pt x="331" y="128"/>
                      </a:lnTo>
                      <a:lnTo>
                        <a:pt x="334" y="162"/>
                      </a:lnTo>
                      <a:lnTo>
                        <a:pt x="334" y="406"/>
                      </a:lnTo>
                      <a:lnTo>
                        <a:pt x="332" y="438"/>
                      </a:lnTo>
                      <a:lnTo>
                        <a:pt x="329" y="471"/>
                      </a:lnTo>
                      <a:lnTo>
                        <a:pt x="326" y="505"/>
                      </a:lnTo>
                      <a:lnTo>
                        <a:pt x="260" y="996"/>
                      </a:lnTo>
                      <a:lnTo>
                        <a:pt x="255" y="1019"/>
                      </a:lnTo>
                      <a:lnTo>
                        <a:pt x="247" y="1039"/>
                      </a:lnTo>
                      <a:lnTo>
                        <a:pt x="237" y="1052"/>
                      </a:lnTo>
                      <a:lnTo>
                        <a:pt x="224" y="1062"/>
                      </a:lnTo>
                      <a:lnTo>
                        <a:pt x="208" y="1069"/>
                      </a:lnTo>
                      <a:lnTo>
                        <a:pt x="188" y="1072"/>
                      </a:lnTo>
                      <a:lnTo>
                        <a:pt x="167" y="1073"/>
                      </a:lnTo>
                      <a:lnTo>
                        <a:pt x="145" y="1072"/>
                      </a:lnTo>
                      <a:lnTo>
                        <a:pt x="126" y="1069"/>
                      </a:lnTo>
                      <a:lnTo>
                        <a:pt x="110" y="1062"/>
                      </a:lnTo>
                      <a:lnTo>
                        <a:pt x="96" y="1052"/>
                      </a:lnTo>
                      <a:lnTo>
                        <a:pt x="86" y="1039"/>
                      </a:lnTo>
                      <a:lnTo>
                        <a:pt x="78" y="1019"/>
                      </a:lnTo>
                      <a:lnTo>
                        <a:pt x="74" y="996"/>
                      </a:lnTo>
                      <a:lnTo>
                        <a:pt x="8" y="505"/>
                      </a:lnTo>
                      <a:lnTo>
                        <a:pt x="5" y="471"/>
                      </a:lnTo>
                      <a:lnTo>
                        <a:pt x="1" y="438"/>
                      </a:lnTo>
                      <a:lnTo>
                        <a:pt x="0" y="406"/>
                      </a:lnTo>
                      <a:lnTo>
                        <a:pt x="0" y="162"/>
                      </a:lnTo>
                      <a:lnTo>
                        <a:pt x="2" y="128"/>
                      </a:lnTo>
                      <a:lnTo>
                        <a:pt x="8" y="98"/>
                      </a:lnTo>
                      <a:lnTo>
                        <a:pt x="19" y="72"/>
                      </a:lnTo>
                      <a:lnTo>
                        <a:pt x="34" y="51"/>
                      </a:lnTo>
                      <a:lnTo>
                        <a:pt x="53" y="33"/>
                      </a:lnTo>
                      <a:lnTo>
                        <a:pt x="76" y="18"/>
                      </a:lnTo>
                      <a:lnTo>
                        <a:pt x="103" y="8"/>
                      </a:lnTo>
                      <a:lnTo>
                        <a:pt x="133" y="2"/>
                      </a:lnTo>
                      <a:lnTo>
                        <a:pt x="167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77" name="Freeform 44"/>
                <p:cNvSpPr>
                  <a:spLocks/>
                </p:cNvSpPr>
                <p:nvPr/>
              </p:nvSpPr>
              <p:spPr bwMode="auto">
                <a:xfrm>
                  <a:off x="2501900" y="2085975"/>
                  <a:ext cx="79375" cy="77787"/>
                </a:xfrm>
                <a:custGeom>
                  <a:avLst/>
                  <a:gdLst>
                    <a:gd name="T0" fmla="*/ 174 w 347"/>
                    <a:gd name="T1" fmla="*/ 0 h 344"/>
                    <a:gd name="T2" fmla="*/ 209 w 347"/>
                    <a:gd name="T3" fmla="*/ 4 h 344"/>
                    <a:gd name="T4" fmla="*/ 241 w 347"/>
                    <a:gd name="T5" fmla="*/ 14 h 344"/>
                    <a:gd name="T6" fmla="*/ 270 w 347"/>
                    <a:gd name="T7" fmla="*/ 30 h 344"/>
                    <a:gd name="T8" fmla="*/ 296 w 347"/>
                    <a:gd name="T9" fmla="*/ 50 h 344"/>
                    <a:gd name="T10" fmla="*/ 318 w 347"/>
                    <a:gd name="T11" fmla="*/ 76 h 344"/>
                    <a:gd name="T12" fmla="*/ 334 w 347"/>
                    <a:gd name="T13" fmla="*/ 106 h 344"/>
                    <a:gd name="T14" fmla="*/ 344 w 347"/>
                    <a:gd name="T15" fmla="*/ 138 h 344"/>
                    <a:gd name="T16" fmla="*/ 347 w 347"/>
                    <a:gd name="T17" fmla="*/ 172 h 344"/>
                    <a:gd name="T18" fmla="*/ 344 w 347"/>
                    <a:gd name="T19" fmla="*/ 207 h 344"/>
                    <a:gd name="T20" fmla="*/ 334 w 347"/>
                    <a:gd name="T21" fmla="*/ 240 h 344"/>
                    <a:gd name="T22" fmla="*/ 318 w 347"/>
                    <a:gd name="T23" fmla="*/ 269 h 344"/>
                    <a:gd name="T24" fmla="*/ 296 w 347"/>
                    <a:gd name="T25" fmla="*/ 294 h 344"/>
                    <a:gd name="T26" fmla="*/ 270 w 347"/>
                    <a:gd name="T27" fmla="*/ 315 h 344"/>
                    <a:gd name="T28" fmla="*/ 241 w 347"/>
                    <a:gd name="T29" fmla="*/ 331 h 344"/>
                    <a:gd name="T30" fmla="*/ 209 w 347"/>
                    <a:gd name="T31" fmla="*/ 341 h 344"/>
                    <a:gd name="T32" fmla="*/ 174 w 347"/>
                    <a:gd name="T33" fmla="*/ 344 h 344"/>
                    <a:gd name="T34" fmla="*/ 139 w 347"/>
                    <a:gd name="T35" fmla="*/ 341 h 344"/>
                    <a:gd name="T36" fmla="*/ 107 w 347"/>
                    <a:gd name="T37" fmla="*/ 331 h 344"/>
                    <a:gd name="T38" fmla="*/ 77 w 347"/>
                    <a:gd name="T39" fmla="*/ 315 h 344"/>
                    <a:gd name="T40" fmla="*/ 51 w 347"/>
                    <a:gd name="T41" fmla="*/ 294 h 344"/>
                    <a:gd name="T42" fmla="*/ 30 w 347"/>
                    <a:gd name="T43" fmla="*/ 269 h 344"/>
                    <a:gd name="T44" fmla="*/ 14 w 347"/>
                    <a:gd name="T45" fmla="*/ 240 h 344"/>
                    <a:gd name="T46" fmla="*/ 4 w 347"/>
                    <a:gd name="T47" fmla="*/ 207 h 344"/>
                    <a:gd name="T48" fmla="*/ 0 w 347"/>
                    <a:gd name="T49" fmla="*/ 172 h 344"/>
                    <a:gd name="T50" fmla="*/ 4 w 347"/>
                    <a:gd name="T51" fmla="*/ 138 h 344"/>
                    <a:gd name="T52" fmla="*/ 14 w 347"/>
                    <a:gd name="T53" fmla="*/ 106 h 344"/>
                    <a:gd name="T54" fmla="*/ 30 w 347"/>
                    <a:gd name="T55" fmla="*/ 76 h 344"/>
                    <a:gd name="T56" fmla="*/ 51 w 347"/>
                    <a:gd name="T57" fmla="*/ 50 h 344"/>
                    <a:gd name="T58" fmla="*/ 77 w 347"/>
                    <a:gd name="T59" fmla="*/ 30 h 344"/>
                    <a:gd name="T60" fmla="*/ 107 w 347"/>
                    <a:gd name="T61" fmla="*/ 14 h 344"/>
                    <a:gd name="T62" fmla="*/ 139 w 347"/>
                    <a:gd name="T63" fmla="*/ 4 h 344"/>
                    <a:gd name="T64" fmla="*/ 174 w 347"/>
                    <a:gd name="T65" fmla="*/ 0 h 34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</a:cxnLst>
                  <a:rect l="0" t="0" r="r" b="b"/>
                  <a:pathLst>
                    <a:path w="347" h="344">
                      <a:moveTo>
                        <a:pt x="174" y="0"/>
                      </a:moveTo>
                      <a:lnTo>
                        <a:pt x="209" y="4"/>
                      </a:lnTo>
                      <a:lnTo>
                        <a:pt x="241" y="14"/>
                      </a:lnTo>
                      <a:lnTo>
                        <a:pt x="270" y="30"/>
                      </a:lnTo>
                      <a:lnTo>
                        <a:pt x="296" y="50"/>
                      </a:lnTo>
                      <a:lnTo>
                        <a:pt x="318" y="76"/>
                      </a:lnTo>
                      <a:lnTo>
                        <a:pt x="334" y="106"/>
                      </a:lnTo>
                      <a:lnTo>
                        <a:pt x="344" y="138"/>
                      </a:lnTo>
                      <a:lnTo>
                        <a:pt x="347" y="172"/>
                      </a:lnTo>
                      <a:lnTo>
                        <a:pt x="344" y="207"/>
                      </a:lnTo>
                      <a:lnTo>
                        <a:pt x="334" y="240"/>
                      </a:lnTo>
                      <a:lnTo>
                        <a:pt x="318" y="269"/>
                      </a:lnTo>
                      <a:lnTo>
                        <a:pt x="296" y="294"/>
                      </a:lnTo>
                      <a:lnTo>
                        <a:pt x="270" y="315"/>
                      </a:lnTo>
                      <a:lnTo>
                        <a:pt x="241" y="331"/>
                      </a:lnTo>
                      <a:lnTo>
                        <a:pt x="209" y="341"/>
                      </a:lnTo>
                      <a:lnTo>
                        <a:pt x="174" y="344"/>
                      </a:lnTo>
                      <a:lnTo>
                        <a:pt x="139" y="341"/>
                      </a:lnTo>
                      <a:lnTo>
                        <a:pt x="107" y="331"/>
                      </a:lnTo>
                      <a:lnTo>
                        <a:pt x="77" y="315"/>
                      </a:lnTo>
                      <a:lnTo>
                        <a:pt x="51" y="294"/>
                      </a:lnTo>
                      <a:lnTo>
                        <a:pt x="30" y="269"/>
                      </a:lnTo>
                      <a:lnTo>
                        <a:pt x="14" y="240"/>
                      </a:lnTo>
                      <a:lnTo>
                        <a:pt x="4" y="207"/>
                      </a:lnTo>
                      <a:lnTo>
                        <a:pt x="0" y="172"/>
                      </a:lnTo>
                      <a:lnTo>
                        <a:pt x="4" y="138"/>
                      </a:lnTo>
                      <a:lnTo>
                        <a:pt x="14" y="106"/>
                      </a:lnTo>
                      <a:lnTo>
                        <a:pt x="30" y="76"/>
                      </a:lnTo>
                      <a:lnTo>
                        <a:pt x="51" y="50"/>
                      </a:lnTo>
                      <a:lnTo>
                        <a:pt x="77" y="30"/>
                      </a:lnTo>
                      <a:lnTo>
                        <a:pt x="107" y="14"/>
                      </a:lnTo>
                      <a:lnTo>
                        <a:pt x="139" y="4"/>
                      </a:lnTo>
                      <a:lnTo>
                        <a:pt x="174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</p:grpSp>
        </p:grpSp>
        <p:grpSp>
          <p:nvGrpSpPr>
            <p:cNvPr id="40" name="그룹 51"/>
            <p:cNvGrpSpPr/>
            <p:nvPr/>
          </p:nvGrpSpPr>
          <p:grpSpPr>
            <a:xfrm>
              <a:off x="6377507" y="3161645"/>
              <a:ext cx="1887811" cy="1488466"/>
              <a:chOff x="6225107" y="3009245"/>
              <a:chExt cx="1887811" cy="1488466"/>
            </a:xfrm>
          </p:grpSpPr>
          <p:sp>
            <p:nvSpPr>
              <p:cNvPr id="62" name="Freeform 25"/>
              <p:cNvSpPr>
                <a:spLocks noEditPoints="1"/>
              </p:cNvSpPr>
              <p:nvPr/>
            </p:nvSpPr>
            <p:spPr bwMode="auto">
              <a:xfrm>
                <a:off x="6225107" y="3009245"/>
                <a:ext cx="1887811" cy="1488466"/>
              </a:xfrm>
              <a:custGeom>
                <a:avLst/>
                <a:gdLst>
                  <a:gd name="T0" fmla="*/ 1139 w 2079"/>
                  <a:gd name="T1" fmla="*/ 134 h 1640"/>
                  <a:gd name="T2" fmla="*/ 941 w 2079"/>
                  <a:gd name="T3" fmla="*/ 210 h 1640"/>
                  <a:gd name="T4" fmla="*/ 779 w 2079"/>
                  <a:gd name="T5" fmla="*/ 336 h 1640"/>
                  <a:gd name="T6" fmla="*/ 663 w 2079"/>
                  <a:gd name="T7" fmla="*/ 500 h 1640"/>
                  <a:gd name="T8" fmla="*/ 598 w 2079"/>
                  <a:gd name="T9" fmla="*/ 691 h 1640"/>
                  <a:gd name="T10" fmla="*/ 591 w 2079"/>
                  <a:gd name="T11" fmla="*/ 896 h 1640"/>
                  <a:gd name="T12" fmla="*/ 647 w 2079"/>
                  <a:gd name="T13" fmla="*/ 1101 h 1640"/>
                  <a:gd name="T14" fmla="*/ 757 w 2079"/>
                  <a:gd name="T15" fmla="*/ 1275 h 1640"/>
                  <a:gd name="T16" fmla="*/ 911 w 2079"/>
                  <a:gd name="T17" fmla="*/ 1407 h 1640"/>
                  <a:gd name="T18" fmla="*/ 1093 w 2079"/>
                  <a:gd name="T19" fmla="*/ 1489 h 1640"/>
                  <a:gd name="T20" fmla="*/ 1294 w 2079"/>
                  <a:gd name="T21" fmla="*/ 1516 h 1640"/>
                  <a:gd name="T22" fmla="*/ 1502 w 2079"/>
                  <a:gd name="T23" fmla="*/ 1482 h 1640"/>
                  <a:gd name="T24" fmla="*/ 1689 w 2079"/>
                  <a:gd name="T25" fmla="*/ 1388 h 1640"/>
                  <a:gd name="T26" fmla="*/ 1836 w 2079"/>
                  <a:gd name="T27" fmla="*/ 1248 h 1640"/>
                  <a:gd name="T28" fmla="*/ 1936 w 2079"/>
                  <a:gd name="T29" fmla="*/ 1074 h 1640"/>
                  <a:gd name="T30" fmla="*/ 1982 w 2079"/>
                  <a:gd name="T31" fmla="*/ 877 h 1640"/>
                  <a:gd name="T32" fmla="*/ 1970 w 2079"/>
                  <a:gd name="T33" fmla="*/ 670 h 1640"/>
                  <a:gd name="T34" fmla="*/ 1893 w 2079"/>
                  <a:gd name="T35" fmla="*/ 472 h 1640"/>
                  <a:gd name="T36" fmla="*/ 1768 w 2079"/>
                  <a:gd name="T37" fmla="*/ 310 h 1640"/>
                  <a:gd name="T38" fmla="*/ 1603 w 2079"/>
                  <a:gd name="T39" fmla="*/ 194 h 1640"/>
                  <a:gd name="T40" fmla="*/ 1413 w 2079"/>
                  <a:gd name="T41" fmla="*/ 130 h 1640"/>
                  <a:gd name="T42" fmla="*/ 1286 w 2079"/>
                  <a:gd name="T43" fmla="*/ 0 h 1640"/>
                  <a:gd name="T44" fmla="*/ 1496 w 2079"/>
                  <a:gd name="T45" fmla="*/ 36 h 1640"/>
                  <a:gd name="T46" fmla="*/ 1689 w 2079"/>
                  <a:gd name="T47" fmla="*/ 125 h 1640"/>
                  <a:gd name="T48" fmla="*/ 1854 w 2079"/>
                  <a:gd name="T49" fmla="*/ 259 h 1640"/>
                  <a:gd name="T50" fmla="*/ 1981 w 2079"/>
                  <a:gd name="T51" fmla="*/ 436 h 1640"/>
                  <a:gd name="T52" fmla="*/ 2059 w 2079"/>
                  <a:gd name="T53" fmla="*/ 645 h 1640"/>
                  <a:gd name="T54" fmla="*/ 2079 w 2079"/>
                  <a:gd name="T55" fmla="*/ 863 h 1640"/>
                  <a:gd name="T56" fmla="*/ 2043 w 2079"/>
                  <a:gd name="T57" fmla="*/ 1074 h 1640"/>
                  <a:gd name="T58" fmla="*/ 1955 w 2079"/>
                  <a:gd name="T59" fmla="*/ 1267 h 1640"/>
                  <a:gd name="T60" fmla="*/ 1820 w 2079"/>
                  <a:gd name="T61" fmla="*/ 1431 h 1640"/>
                  <a:gd name="T62" fmla="*/ 1645 w 2079"/>
                  <a:gd name="T63" fmla="*/ 1558 h 1640"/>
                  <a:gd name="T64" fmla="*/ 1461 w 2079"/>
                  <a:gd name="T65" fmla="*/ 1629 h 1640"/>
                  <a:gd name="T66" fmla="*/ 1304 w 2079"/>
                  <a:gd name="T67" fmla="*/ 1640 h 1640"/>
                  <a:gd name="T68" fmla="*/ 1120 w 2079"/>
                  <a:gd name="T69" fmla="*/ 1623 h 1640"/>
                  <a:gd name="T70" fmla="*/ 923 w 2079"/>
                  <a:gd name="T71" fmla="*/ 1581 h 1640"/>
                  <a:gd name="T72" fmla="*/ 722 w 2079"/>
                  <a:gd name="T73" fmla="*/ 1523 h 1640"/>
                  <a:gd name="T74" fmla="*/ 526 w 2079"/>
                  <a:gd name="T75" fmla="*/ 1455 h 1640"/>
                  <a:gd name="T76" fmla="*/ 348 w 2079"/>
                  <a:gd name="T77" fmla="*/ 1388 h 1640"/>
                  <a:gd name="T78" fmla="*/ 197 w 2079"/>
                  <a:gd name="T79" fmla="*/ 1324 h 1640"/>
                  <a:gd name="T80" fmla="*/ 83 w 2079"/>
                  <a:gd name="T81" fmla="*/ 1273 h 1640"/>
                  <a:gd name="T82" fmla="*/ 15 w 2079"/>
                  <a:gd name="T83" fmla="*/ 1241 h 1640"/>
                  <a:gd name="T84" fmla="*/ 3 w 2079"/>
                  <a:gd name="T85" fmla="*/ 1231 h 1640"/>
                  <a:gd name="T86" fmla="*/ 29 w 2079"/>
                  <a:gd name="T87" fmla="*/ 1183 h 1640"/>
                  <a:gd name="T88" fmla="*/ 84 w 2079"/>
                  <a:gd name="T89" fmla="*/ 1088 h 1640"/>
                  <a:gd name="T90" fmla="*/ 162 w 2079"/>
                  <a:gd name="T91" fmla="*/ 956 h 1640"/>
                  <a:gd name="T92" fmla="*/ 261 w 2079"/>
                  <a:gd name="T93" fmla="*/ 801 h 1640"/>
                  <a:gd name="T94" fmla="*/ 374 w 2079"/>
                  <a:gd name="T95" fmla="*/ 634 h 1640"/>
                  <a:gd name="T96" fmla="*/ 500 w 2079"/>
                  <a:gd name="T97" fmla="*/ 467 h 1640"/>
                  <a:gd name="T98" fmla="*/ 633 w 2079"/>
                  <a:gd name="T99" fmla="*/ 310 h 1640"/>
                  <a:gd name="T100" fmla="*/ 771 w 2079"/>
                  <a:gd name="T101" fmla="*/ 178 h 1640"/>
                  <a:gd name="T102" fmla="*/ 907 w 2079"/>
                  <a:gd name="T103" fmla="*/ 81 h 1640"/>
                  <a:gd name="T104" fmla="*/ 1067 w 2079"/>
                  <a:gd name="T105" fmla="*/ 20 h 1640"/>
                  <a:gd name="T106" fmla="*/ 1286 w 2079"/>
                  <a:gd name="T107" fmla="*/ 0 h 164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</a:cxnLst>
                <a:rect l="0" t="0" r="r" b="b"/>
                <a:pathLst>
                  <a:path w="2079" h="1640">
                    <a:moveTo>
                      <a:pt x="1278" y="119"/>
                    </a:moveTo>
                    <a:lnTo>
                      <a:pt x="1208" y="123"/>
                    </a:lnTo>
                    <a:lnTo>
                      <a:pt x="1139" y="134"/>
                    </a:lnTo>
                    <a:lnTo>
                      <a:pt x="1070" y="152"/>
                    </a:lnTo>
                    <a:lnTo>
                      <a:pt x="1003" y="178"/>
                    </a:lnTo>
                    <a:lnTo>
                      <a:pt x="941" y="210"/>
                    </a:lnTo>
                    <a:lnTo>
                      <a:pt x="883" y="247"/>
                    </a:lnTo>
                    <a:lnTo>
                      <a:pt x="829" y="289"/>
                    </a:lnTo>
                    <a:lnTo>
                      <a:pt x="779" y="336"/>
                    </a:lnTo>
                    <a:lnTo>
                      <a:pt x="736" y="387"/>
                    </a:lnTo>
                    <a:lnTo>
                      <a:pt x="696" y="442"/>
                    </a:lnTo>
                    <a:lnTo>
                      <a:pt x="663" y="500"/>
                    </a:lnTo>
                    <a:lnTo>
                      <a:pt x="636" y="561"/>
                    </a:lnTo>
                    <a:lnTo>
                      <a:pt x="614" y="625"/>
                    </a:lnTo>
                    <a:lnTo>
                      <a:pt x="598" y="691"/>
                    </a:lnTo>
                    <a:lnTo>
                      <a:pt x="590" y="758"/>
                    </a:lnTo>
                    <a:lnTo>
                      <a:pt x="587" y="825"/>
                    </a:lnTo>
                    <a:lnTo>
                      <a:pt x="591" y="896"/>
                    </a:lnTo>
                    <a:lnTo>
                      <a:pt x="602" y="964"/>
                    </a:lnTo>
                    <a:lnTo>
                      <a:pt x="621" y="1033"/>
                    </a:lnTo>
                    <a:lnTo>
                      <a:pt x="647" y="1101"/>
                    </a:lnTo>
                    <a:lnTo>
                      <a:pt x="679" y="1163"/>
                    </a:lnTo>
                    <a:lnTo>
                      <a:pt x="715" y="1221"/>
                    </a:lnTo>
                    <a:lnTo>
                      <a:pt x="757" y="1275"/>
                    </a:lnTo>
                    <a:lnTo>
                      <a:pt x="804" y="1324"/>
                    </a:lnTo>
                    <a:lnTo>
                      <a:pt x="856" y="1368"/>
                    </a:lnTo>
                    <a:lnTo>
                      <a:pt x="911" y="1407"/>
                    </a:lnTo>
                    <a:lnTo>
                      <a:pt x="969" y="1440"/>
                    </a:lnTo>
                    <a:lnTo>
                      <a:pt x="1030" y="1467"/>
                    </a:lnTo>
                    <a:lnTo>
                      <a:pt x="1093" y="1489"/>
                    </a:lnTo>
                    <a:lnTo>
                      <a:pt x="1159" y="1505"/>
                    </a:lnTo>
                    <a:lnTo>
                      <a:pt x="1227" y="1513"/>
                    </a:lnTo>
                    <a:lnTo>
                      <a:pt x="1294" y="1516"/>
                    </a:lnTo>
                    <a:lnTo>
                      <a:pt x="1364" y="1512"/>
                    </a:lnTo>
                    <a:lnTo>
                      <a:pt x="1433" y="1501"/>
                    </a:lnTo>
                    <a:lnTo>
                      <a:pt x="1502" y="1482"/>
                    </a:lnTo>
                    <a:lnTo>
                      <a:pt x="1569" y="1457"/>
                    </a:lnTo>
                    <a:lnTo>
                      <a:pt x="1631" y="1424"/>
                    </a:lnTo>
                    <a:lnTo>
                      <a:pt x="1689" y="1388"/>
                    </a:lnTo>
                    <a:lnTo>
                      <a:pt x="1743" y="1346"/>
                    </a:lnTo>
                    <a:lnTo>
                      <a:pt x="1793" y="1299"/>
                    </a:lnTo>
                    <a:lnTo>
                      <a:pt x="1836" y="1248"/>
                    </a:lnTo>
                    <a:lnTo>
                      <a:pt x="1876" y="1192"/>
                    </a:lnTo>
                    <a:lnTo>
                      <a:pt x="1909" y="1134"/>
                    </a:lnTo>
                    <a:lnTo>
                      <a:pt x="1936" y="1074"/>
                    </a:lnTo>
                    <a:lnTo>
                      <a:pt x="1958" y="1010"/>
                    </a:lnTo>
                    <a:lnTo>
                      <a:pt x="1974" y="944"/>
                    </a:lnTo>
                    <a:lnTo>
                      <a:pt x="1982" y="877"/>
                    </a:lnTo>
                    <a:lnTo>
                      <a:pt x="1985" y="809"/>
                    </a:lnTo>
                    <a:lnTo>
                      <a:pt x="1981" y="739"/>
                    </a:lnTo>
                    <a:lnTo>
                      <a:pt x="1970" y="670"/>
                    </a:lnTo>
                    <a:lnTo>
                      <a:pt x="1951" y="602"/>
                    </a:lnTo>
                    <a:lnTo>
                      <a:pt x="1926" y="534"/>
                    </a:lnTo>
                    <a:lnTo>
                      <a:pt x="1893" y="472"/>
                    </a:lnTo>
                    <a:lnTo>
                      <a:pt x="1857" y="414"/>
                    </a:lnTo>
                    <a:lnTo>
                      <a:pt x="1815" y="360"/>
                    </a:lnTo>
                    <a:lnTo>
                      <a:pt x="1768" y="310"/>
                    </a:lnTo>
                    <a:lnTo>
                      <a:pt x="1716" y="267"/>
                    </a:lnTo>
                    <a:lnTo>
                      <a:pt x="1661" y="228"/>
                    </a:lnTo>
                    <a:lnTo>
                      <a:pt x="1603" y="194"/>
                    </a:lnTo>
                    <a:lnTo>
                      <a:pt x="1542" y="167"/>
                    </a:lnTo>
                    <a:lnTo>
                      <a:pt x="1479" y="146"/>
                    </a:lnTo>
                    <a:lnTo>
                      <a:pt x="1413" y="130"/>
                    </a:lnTo>
                    <a:lnTo>
                      <a:pt x="1345" y="121"/>
                    </a:lnTo>
                    <a:lnTo>
                      <a:pt x="1278" y="119"/>
                    </a:lnTo>
                    <a:close/>
                    <a:moveTo>
                      <a:pt x="1286" y="0"/>
                    </a:moveTo>
                    <a:lnTo>
                      <a:pt x="1358" y="7"/>
                    </a:lnTo>
                    <a:lnTo>
                      <a:pt x="1428" y="19"/>
                    </a:lnTo>
                    <a:lnTo>
                      <a:pt x="1496" y="36"/>
                    </a:lnTo>
                    <a:lnTo>
                      <a:pt x="1563" y="61"/>
                    </a:lnTo>
                    <a:lnTo>
                      <a:pt x="1627" y="90"/>
                    </a:lnTo>
                    <a:lnTo>
                      <a:pt x="1689" y="125"/>
                    </a:lnTo>
                    <a:lnTo>
                      <a:pt x="1747" y="165"/>
                    </a:lnTo>
                    <a:lnTo>
                      <a:pt x="1803" y="210"/>
                    </a:lnTo>
                    <a:lnTo>
                      <a:pt x="1854" y="259"/>
                    </a:lnTo>
                    <a:lnTo>
                      <a:pt x="1901" y="313"/>
                    </a:lnTo>
                    <a:lnTo>
                      <a:pt x="1943" y="372"/>
                    </a:lnTo>
                    <a:lnTo>
                      <a:pt x="1981" y="436"/>
                    </a:lnTo>
                    <a:lnTo>
                      <a:pt x="2013" y="502"/>
                    </a:lnTo>
                    <a:lnTo>
                      <a:pt x="2040" y="572"/>
                    </a:lnTo>
                    <a:lnTo>
                      <a:pt x="2059" y="645"/>
                    </a:lnTo>
                    <a:lnTo>
                      <a:pt x="2073" y="719"/>
                    </a:lnTo>
                    <a:lnTo>
                      <a:pt x="2079" y="792"/>
                    </a:lnTo>
                    <a:lnTo>
                      <a:pt x="2079" y="863"/>
                    </a:lnTo>
                    <a:lnTo>
                      <a:pt x="2074" y="935"/>
                    </a:lnTo>
                    <a:lnTo>
                      <a:pt x="2062" y="1005"/>
                    </a:lnTo>
                    <a:lnTo>
                      <a:pt x="2043" y="1074"/>
                    </a:lnTo>
                    <a:lnTo>
                      <a:pt x="2019" y="1141"/>
                    </a:lnTo>
                    <a:lnTo>
                      <a:pt x="1990" y="1204"/>
                    </a:lnTo>
                    <a:lnTo>
                      <a:pt x="1955" y="1267"/>
                    </a:lnTo>
                    <a:lnTo>
                      <a:pt x="1915" y="1324"/>
                    </a:lnTo>
                    <a:lnTo>
                      <a:pt x="1870" y="1380"/>
                    </a:lnTo>
                    <a:lnTo>
                      <a:pt x="1820" y="1431"/>
                    </a:lnTo>
                    <a:lnTo>
                      <a:pt x="1766" y="1478"/>
                    </a:lnTo>
                    <a:lnTo>
                      <a:pt x="1708" y="1520"/>
                    </a:lnTo>
                    <a:lnTo>
                      <a:pt x="1645" y="1558"/>
                    </a:lnTo>
                    <a:lnTo>
                      <a:pt x="1579" y="1590"/>
                    </a:lnTo>
                    <a:lnTo>
                      <a:pt x="1507" y="1617"/>
                    </a:lnTo>
                    <a:lnTo>
                      <a:pt x="1461" y="1629"/>
                    </a:lnTo>
                    <a:lnTo>
                      <a:pt x="1413" y="1636"/>
                    </a:lnTo>
                    <a:lnTo>
                      <a:pt x="1359" y="1640"/>
                    </a:lnTo>
                    <a:lnTo>
                      <a:pt x="1304" y="1640"/>
                    </a:lnTo>
                    <a:lnTo>
                      <a:pt x="1244" y="1637"/>
                    </a:lnTo>
                    <a:lnTo>
                      <a:pt x="1184" y="1631"/>
                    </a:lnTo>
                    <a:lnTo>
                      <a:pt x="1120" y="1623"/>
                    </a:lnTo>
                    <a:lnTo>
                      <a:pt x="1055" y="1610"/>
                    </a:lnTo>
                    <a:lnTo>
                      <a:pt x="991" y="1597"/>
                    </a:lnTo>
                    <a:lnTo>
                      <a:pt x="923" y="1581"/>
                    </a:lnTo>
                    <a:lnTo>
                      <a:pt x="856" y="1563"/>
                    </a:lnTo>
                    <a:lnTo>
                      <a:pt x="790" y="1543"/>
                    </a:lnTo>
                    <a:lnTo>
                      <a:pt x="722" y="1523"/>
                    </a:lnTo>
                    <a:lnTo>
                      <a:pt x="656" y="1501"/>
                    </a:lnTo>
                    <a:lnTo>
                      <a:pt x="591" y="1478"/>
                    </a:lnTo>
                    <a:lnTo>
                      <a:pt x="526" y="1455"/>
                    </a:lnTo>
                    <a:lnTo>
                      <a:pt x="466" y="1432"/>
                    </a:lnTo>
                    <a:lnTo>
                      <a:pt x="405" y="1409"/>
                    </a:lnTo>
                    <a:lnTo>
                      <a:pt x="348" y="1388"/>
                    </a:lnTo>
                    <a:lnTo>
                      <a:pt x="294" y="1365"/>
                    </a:lnTo>
                    <a:lnTo>
                      <a:pt x="245" y="1343"/>
                    </a:lnTo>
                    <a:lnTo>
                      <a:pt x="197" y="1324"/>
                    </a:lnTo>
                    <a:lnTo>
                      <a:pt x="154" y="1306"/>
                    </a:lnTo>
                    <a:lnTo>
                      <a:pt x="115" y="1288"/>
                    </a:lnTo>
                    <a:lnTo>
                      <a:pt x="83" y="1273"/>
                    </a:lnTo>
                    <a:lnTo>
                      <a:pt x="54" y="1260"/>
                    </a:lnTo>
                    <a:lnTo>
                      <a:pt x="31" y="1249"/>
                    </a:lnTo>
                    <a:lnTo>
                      <a:pt x="15" y="1241"/>
                    </a:lnTo>
                    <a:lnTo>
                      <a:pt x="4" y="1237"/>
                    </a:lnTo>
                    <a:lnTo>
                      <a:pt x="0" y="1235"/>
                    </a:lnTo>
                    <a:lnTo>
                      <a:pt x="3" y="1231"/>
                    </a:lnTo>
                    <a:lnTo>
                      <a:pt x="8" y="1222"/>
                    </a:lnTo>
                    <a:lnTo>
                      <a:pt x="17" y="1206"/>
                    </a:lnTo>
                    <a:lnTo>
                      <a:pt x="29" y="1183"/>
                    </a:lnTo>
                    <a:lnTo>
                      <a:pt x="45" y="1156"/>
                    </a:lnTo>
                    <a:lnTo>
                      <a:pt x="62" y="1124"/>
                    </a:lnTo>
                    <a:lnTo>
                      <a:pt x="84" y="1088"/>
                    </a:lnTo>
                    <a:lnTo>
                      <a:pt x="107" y="1048"/>
                    </a:lnTo>
                    <a:lnTo>
                      <a:pt x="134" y="1003"/>
                    </a:lnTo>
                    <a:lnTo>
                      <a:pt x="162" y="956"/>
                    </a:lnTo>
                    <a:lnTo>
                      <a:pt x="192" y="906"/>
                    </a:lnTo>
                    <a:lnTo>
                      <a:pt x="226" y="855"/>
                    </a:lnTo>
                    <a:lnTo>
                      <a:pt x="261" y="801"/>
                    </a:lnTo>
                    <a:lnTo>
                      <a:pt x="297" y="747"/>
                    </a:lnTo>
                    <a:lnTo>
                      <a:pt x="335" y="691"/>
                    </a:lnTo>
                    <a:lnTo>
                      <a:pt x="374" y="634"/>
                    </a:lnTo>
                    <a:lnTo>
                      <a:pt x="415" y="579"/>
                    </a:lnTo>
                    <a:lnTo>
                      <a:pt x="458" y="522"/>
                    </a:lnTo>
                    <a:lnTo>
                      <a:pt x="500" y="467"/>
                    </a:lnTo>
                    <a:lnTo>
                      <a:pt x="544" y="413"/>
                    </a:lnTo>
                    <a:lnTo>
                      <a:pt x="589" y="362"/>
                    </a:lnTo>
                    <a:lnTo>
                      <a:pt x="633" y="310"/>
                    </a:lnTo>
                    <a:lnTo>
                      <a:pt x="679" y="263"/>
                    </a:lnTo>
                    <a:lnTo>
                      <a:pt x="725" y="219"/>
                    </a:lnTo>
                    <a:lnTo>
                      <a:pt x="771" y="178"/>
                    </a:lnTo>
                    <a:lnTo>
                      <a:pt x="817" y="142"/>
                    </a:lnTo>
                    <a:lnTo>
                      <a:pt x="861" y="108"/>
                    </a:lnTo>
                    <a:lnTo>
                      <a:pt x="907" y="81"/>
                    </a:lnTo>
                    <a:lnTo>
                      <a:pt x="951" y="58"/>
                    </a:lnTo>
                    <a:lnTo>
                      <a:pt x="995" y="41"/>
                    </a:lnTo>
                    <a:lnTo>
                      <a:pt x="1067" y="20"/>
                    </a:lnTo>
                    <a:lnTo>
                      <a:pt x="1140" y="7"/>
                    </a:lnTo>
                    <a:lnTo>
                      <a:pt x="1213" y="0"/>
                    </a:lnTo>
                    <a:lnTo>
                      <a:pt x="1286" y="0"/>
                    </a:lnTo>
                    <a:close/>
                  </a:path>
                </a:pathLst>
              </a:custGeom>
              <a:solidFill>
                <a:schemeClr val="accent3"/>
              </a:solidFill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63" name="Freeform 49"/>
              <p:cNvSpPr>
                <a:spLocks noEditPoints="1"/>
              </p:cNvSpPr>
              <p:nvPr/>
            </p:nvSpPr>
            <p:spPr bwMode="auto">
              <a:xfrm>
                <a:off x="7130965" y="3464081"/>
                <a:ext cx="615949" cy="615949"/>
              </a:xfrm>
              <a:custGeom>
                <a:avLst/>
                <a:gdLst>
                  <a:gd name="T0" fmla="*/ 2959 w 3962"/>
                  <a:gd name="T1" fmla="*/ 2546 h 3963"/>
                  <a:gd name="T2" fmla="*/ 3397 w 3962"/>
                  <a:gd name="T3" fmla="*/ 2984 h 3963"/>
                  <a:gd name="T4" fmla="*/ 3464 w 3962"/>
                  <a:gd name="T5" fmla="*/ 3124 h 3963"/>
                  <a:gd name="T6" fmla="*/ 3343 w 3962"/>
                  <a:gd name="T7" fmla="*/ 3219 h 3963"/>
                  <a:gd name="T8" fmla="*/ 2736 w 3962"/>
                  <a:gd name="T9" fmla="*/ 3150 h 3963"/>
                  <a:gd name="T10" fmla="*/ 2752 w 3962"/>
                  <a:gd name="T11" fmla="*/ 2523 h 3963"/>
                  <a:gd name="T12" fmla="*/ 2896 w 3962"/>
                  <a:gd name="T13" fmla="*/ 2232 h 3963"/>
                  <a:gd name="T14" fmla="*/ 2500 w 3962"/>
                  <a:gd name="T15" fmla="*/ 2399 h 3963"/>
                  <a:gd name="T16" fmla="*/ 2262 w 3962"/>
                  <a:gd name="T17" fmla="*/ 2752 h 3963"/>
                  <a:gd name="T18" fmla="*/ 2262 w 3962"/>
                  <a:gd name="T19" fmla="*/ 3193 h 3963"/>
                  <a:gd name="T20" fmla="*/ 2500 w 3962"/>
                  <a:gd name="T21" fmla="*/ 3544 h 3963"/>
                  <a:gd name="T22" fmla="*/ 2896 w 3962"/>
                  <a:gd name="T23" fmla="*/ 3711 h 3963"/>
                  <a:gd name="T24" fmla="*/ 3325 w 3962"/>
                  <a:gd name="T25" fmla="*/ 3625 h 3963"/>
                  <a:gd name="T26" fmla="*/ 3625 w 3962"/>
                  <a:gd name="T27" fmla="*/ 3325 h 3963"/>
                  <a:gd name="T28" fmla="*/ 3711 w 3962"/>
                  <a:gd name="T29" fmla="*/ 2896 h 3963"/>
                  <a:gd name="T30" fmla="*/ 3544 w 3962"/>
                  <a:gd name="T31" fmla="*/ 2500 h 3963"/>
                  <a:gd name="T32" fmla="*/ 3193 w 3962"/>
                  <a:gd name="T33" fmla="*/ 2262 h 3963"/>
                  <a:gd name="T34" fmla="*/ 1734 w 3962"/>
                  <a:gd name="T35" fmla="*/ 2724 h 3963"/>
                  <a:gd name="T36" fmla="*/ 495 w 3962"/>
                  <a:gd name="T37" fmla="*/ 2724 h 3963"/>
                  <a:gd name="T38" fmla="*/ 3300 w 3962"/>
                  <a:gd name="T39" fmla="*/ 2037 h 3963"/>
                  <a:gd name="T40" fmla="*/ 3700 w 3962"/>
                  <a:gd name="T41" fmla="*/ 2300 h 3963"/>
                  <a:gd name="T42" fmla="*/ 3930 w 3962"/>
                  <a:gd name="T43" fmla="*/ 2722 h 3963"/>
                  <a:gd name="T44" fmla="*/ 3930 w 3962"/>
                  <a:gd name="T45" fmla="*/ 3222 h 3963"/>
                  <a:gd name="T46" fmla="*/ 3700 w 3962"/>
                  <a:gd name="T47" fmla="*/ 3643 h 3963"/>
                  <a:gd name="T48" fmla="*/ 3300 w 3962"/>
                  <a:gd name="T49" fmla="*/ 3907 h 3963"/>
                  <a:gd name="T50" fmla="*/ 2802 w 3962"/>
                  <a:gd name="T51" fmla="*/ 3948 h 3963"/>
                  <a:gd name="T52" fmla="*/ 2361 w 3962"/>
                  <a:gd name="T53" fmla="*/ 3752 h 3963"/>
                  <a:gd name="T54" fmla="*/ 2067 w 3962"/>
                  <a:gd name="T55" fmla="*/ 3376 h 3963"/>
                  <a:gd name="T56" fmla="*/ 1984 w 3962"/>
                  <a:gd name="T57" fmla="*/ 2887 h 3963"/>
                  <a:gd name="T58" fmla="*/ 2144 w 3962"/>
                  <a:gd name="T59" fmla="*/ 2426 h 3963"/>
                  <a:gd name="T60" fmla="*/ 2495 w 3962"/>
                  <a:gd name="T61" fmla="*/ 2103 h 3963"/>
                  <a:gd name="T62" fmla="*/ 2972 w 3962"/>
                  <a:gd name="T63" fmla="*/ 1982 h 3963"/>
                  <a:gd name="T64" fmla="*/ 1238 w 3962"/>
                  <a:gd name="T65" fmla="*/ 1486 h 3963"/>
                  <a:gd name="T66" fmla="*/ 990 w 3962"/>
                  <a:gd name="T67" fmla="*/ 1486 h 3963"/>
                  <a:gd name="T68" fmla="*/ 371 w 3962"/>
                  <a:gd name="T69" fmla="*/ 619 h 3963"/>
                  <a:gd name="T70" fmla="*/ 473 w 3962"/>
                  <a:gd name="T71" fmla="*/ 819 h 3963"/>
                  <a:gd name="T72" fmla="*/ 697 w 3962"/>
                  <a:gd name="T73" fmla="*/ 854 h 3963"/>
                  <a:gd name="T74" fmla="*/ 854 w 3962"/>
                  <a:gd name="T75" fmla="*/ 697 h 3963"/>
                  <a:gd name="T76" fmla="*/ 2355 w 3962"/>
                  <a:gd name="T77" fmla="*/ 659 h 3963"/>
                  <a:gd name="T78" fmla="*/ 2487 w 3962"/>
                  <a:gd name="T79" fmla="*/ 839 h 3963"/>
                  <a:gd name="T80" fmla="*/ 2714 w 3962"/>
                  <a:gd name="T81" fmla="*/ 839 h 3963"/>
                  <a:gd name="T82" fmla="*/ 2844 w 3962"/>
                  <a:gd name="T83" fmla="*/ 659 h 3963"/>
                  <a:gd name="T84" fmla="*/ 3074 w 3962"/>
                  <a:gd name="T85" fmla="*/ 526 h 3963"/>
                  <a:gd name="T86" fmla="*/ 3215 w 3962"/>
                  <a:gd name="T87" fmla="*/ 724 h 3963"/>
                  <a:gd name="T88" fmla="*/ 248 w 3962"/>
                  <a:gd name="T89" fmla="*/ 2947 h 3963"/>
                  <a:gd name="T90" fmla="*/ 268 w 3962"/>
                  <a:gd name="T91" fmla="*/ 3219 h 3963"/>
                  <a:gd name="T92" fmla="*/ 52 w 3962"/>
                  <a:gd name="T93" fmla="*/ 3108 h 3963"/>
                  <a:gd name="T94" fmla="*/ 3 w 3962"/>
                  <a:gd name="T95" fmla="*/ 724 h 3963"/>
                  <a:gd name="T96" fmla="*/ 144 w 3962"/>
                  <a:gd name="T97" fmla="*/ 526 h 3963"/>
                  <a:gd name="T98" fmla="*/ 2654 w 3962"/>
                  <a:gd name="T99" fmla="*/ 13 h 3963"/>
                  <a:gd name="T100" fmla="*/ 2724 w 3962"/>
                  <a:gd name="T101" fmla="*/ 619 h 3963"/>
                  <a:gd name="T102" fmla="*/ 2629 w 3962"/>
                  <a:gd name="T103" fmla="*/ 739 h 3963"/>
                  <a:gd name="T104" fmla="*/ 2489 w 3962"/>
                  <a:gd name="T105" fmla="*/ 673 h 3963"/>
                  <a:gd name="T106" fmla="*/ 2503 w 3962"/>
                  <a:gd name="T107" fmla="*/ 47 h 3963"/>
                  <a:gd name="T108" fmla="*/ 647 w 3962"/>
                  <a:gd name="T109" fmla="*/ 3 h 3963"/>
                  <a:gd name="T110" fmla="*/ 743 w 3962"/>
                  <a:gd name="T111" fmla="*/ 124 h 3963"/>
                  <a:gd name="T112" fmla="*/ 673 w 3962"/>
                  <a:gd name="T113" fmla="*/ 730 h 3963"/>
                  <a:gd name="T114" fmla="*/ 523 w 3962"/>
                  <a:gd name="T115" fmla="*/ 696 h 3963"/>
                  <a:gd name="T116" fmla="*/ 508 w 3962"/>
                  <a:gd name="T117" fmla="*/ 69 h 396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</a:cxnLst>
                <a:rect l="0" t="0" r="r" b="b"/>
                <a:pathLst>
                  <a:path w="3962" h="3963">
                    <a:moveTo>
                      <a:pt x="2848" y="2477"/>
                    </a:moveTo>
                    <a:lnTo>
                      <a:pt x="2876" y="2479"/>
                    </a:lnTo>
                    <a:lnTo>
                      <a:pt x="2902" y="2489"/>
                    </a:lnTo>
                    <a:lnTo>
                      <a:pt x="2925" y="2503"/>
                    </a:lnTo>
                    <a:lnTo>
                      <a:pt x="2944" y="2523"/>
                    </a:lnTo>
                    <a:lnTo>
                      <a:pt x="2959" y="2546"/>
                    </a:lnTo>
                    <a:lnTo>
                      <a:pt x="2968" y="2572"/>
                    </a:lnTo>
                    <a:lnTo>
                      <a:pt x="2972" y="2600"/>
                    </a:lnTo>
                    <a:lnTo>
                      <a:pt x="2972" y="2972"/>
                    </a:lnTo>
                    <a:lnTo>
                      <a:pt x="3343" y="2972"/>
                    </a:lnTo>
                    <a:lnTo>
                      <a:pt x="3371" y="2975"/>
                    </a:lnTo>
                    <a:lnTo>
                      <a:pt x="3397" y="2984"/>
                    </a:lnTo>
                    <a:lnTo>
                      <a:pt x="3420" y="2999"/>
                    </a:lnTo>
                    <a:lnTo>
                      <a:pt x="3440" y="3018"/>
                    </a:lnTo>
                    <a:lnTo>
                      <a:pt x="3454" y="3041"/>
                    </a:lnTo>
                    <a:lnTo>
                      <a:pt x="3464" y="3067"/>
                    </a:lnTo>
                    <a:lnTo>
                      <a:pt x="3467" y="3096"/>
                    </a:lnTo>
                    <a:lnTo>
                      <a:pt x="3464" y="3124"/>
                    </a:lnTo>
                    <a:lnTo>
                      <a:pt x="3454" y="3150"/>
                    </a:lnTo>
                    <a:lnTo>
                      <a:pt x="3440" y="3173"/>
                    </a:lnTo>
                    <a:lnTo>
                      <a:pt x="3420" y="3193"/>
                    </a:lnTo>
                    <a:lnTo>
                      <a:pt x="3397" y="3207"/>
                    </a:lnTo>
                    <a:lnTo>
                      <a:pt x="3371" y="3217"/>
                    </a:lnTo>
                    <a:lnTo>
                      <a:pt x="3343" y="3219"/>
                    </a:lnTo>
                    <a:lnTo>
                      <a:pt x="2848" y="3219"/>
                    </a:lnTo>
                    <a:lnTo>
                      <a:pt x="2819" y="3217"/>
                    </a:lnTo>
                    <a:lnTo>
                      <a:pt x="2794" y="3207"/>
                    </a:lnTo>
                    <a:lnTo>
                      <a:pt x="2771" y="3193"/>
                    </a:lnTo>
                    <a:lnTo>
                      <a:pt x="2752" y="3173"/>
                    </a:lnTo>
                    <a:lnTo>
                      <a:pt x="2736" y="3150"/>
                    </a:lnTo>
                    <a:lnTo>
                      <a:pt x="2727" y="3124"/>
                    </a:lnTo>
                    <a:lnTo>
                      <a:pt x="2724" y="3096"/>
                    </a:lnTo>
                    <a:lnTo>
                      <a:pt x="2724" y="2600"/>
                    </a:lnTo>
                    <a:lnTo>
                      <a:pt x="2727" y="2572"/>
                    </a:lnTo>
                    <a:lnTo>
                      <a:pt x="2736" y="2546"/>
                    </a:lnTo>
                    <a:lnTo>
                      <a:pt x="2752" y="2523"/>
                    </a:lnTo>
                    <a:lnTo>
                      <a:pt x="2771" y="2503"/>
                    </a:lnTo>
                    <a:lnTo>
                      <a:pt x="2794" y="2489"/>
                    </a:lnTo>
                    <a:lnTo>
                      <a:pt x="2819" y="2479"/>
                    </a:lnTo>
                    <a:lnTo>
                      <a:pt x="2848" y="2477"/>
                    </a:lnTo>
                    <a:close/>
                    <a:moveTo>
                      <a:pt x="2972" y="2229"/>
                    </a:moveTo>
                    <a:lnTo>
                      <a:pt x="2896" y="2232"/>
                    </a:lnTo>
                    <a:lnTo>
                      <a:pt x="2821" y="2244"/>
                    </a:lnTo>
                    <a:lnTo>
                      <a:pt x="2750" y="2262"/>
                    </a:lnTo>
                    <a:lnTo>
                      <a:pt x="2683" y="2288"/>
                    </a:lnTo>
                    <a:lnTo>
                      <a:pt x="2618" y="2319"/>
                    </a:lnTo>
                    <a:lnTo>
                      <a:pt x="2556" y="2356"/>
                    </a:lnTo>
                    <a:lnTo>
                      <a:pt x="2500" y="2399"/>
                    </a:lnTo>
                    <a:lnTo>
                      <a:pt x="2447" y="2447"/>
                    </a:lnTo>
                    <a:lnTo>
                      <a:pt x="2399" y="2500"/>
                    </a:lnTo>
                    <a:lnTo>
                      <a:pt x="2355" y="2556"/>
                    </a:lnTo>
                    <a:lnTo>
                      <a:pt x="2318" y="2618"/>
                    </a:lnTo>
                    <a:lnTo>
                      <a:pt x="2287" y="2683"/>
                    </a:lnTo>
                    <a:lnTo>
                      <a:pt x="2262" y="2752"/>
                    </a:lnTo>
                    <a:lnTo>
                      <a:pt x="2243" y="2823"/>
                    </a:lnTo>
                    <a:lnTo>
                      <a:pt x="2232" y="2896"/>
                    </a:lnTo>
                    <a:lnTo>
                      <a:pt x="2229" y="2972"/>
                    </a:lnTo>
                    <a:lnTo>
                      <a:pt x="2232" y="3048"/>
                    </a:lnTo>
                    <a:lnTo>
                      <a:pt x="2243" y="3122"/>
                    </a:lnTo>
                    <a:lnTo>
                      <a:pt x="2262" y="3193"/>
                    </a:lnTo>
                    <a:lnTo>
                      <a:pt x="2287" y="3261"/>
                    </a:lnTo>
                    <a:lnTo>
                      <a:pt x="2318" y="3325"/>
                    </a:lnTo>
                    <a:lnTo>
                      <a:pt x="2355" y="3387"/>
                    </a:lnTo>
                    <a:lnTo>
                      <a:pt x="2399" y="3444"/>
                    </a:lnTo>
                    <a:lnTo>
                      <a:pt x="2447" y="3497"/>
                    </a:lnTo>
                    <a:lnTo>
                      <a:pt x="2500" y="3544"/>
                    </a:lnTo>
                    <a:lnTo>
                      <a:pt x="2556" y="3588"/>
                    </a:lnTo>
                    <a:lnTo>
                      <a:pt x="2618" y="3625"/>
                    </a:lnTo>
                    <a:lnTo>
                      <a:pt x="2683" y="3657"/>
                    </a:lnTo>
                    <a:lnTo>
                      <a:pt x="2750" y="3682"/>
                    </a:lnTo>
                    <a:lnTo>
                      <a:pt x="2821" y="3700"/>
                    </a:lnTo>
                    <a:lnTo>
                      <a:pt x="2896" y="3711"/>
                    </a:lnTo>
                    <a:lnTo>
                      <a:pt x="2972" y="3714"/>
                    </a:lnTo>
                    <a:lnTo>
                      <a:pt x="3048" y="3711"/>
                    </a:lnTo>
                    <a:lnTo>
                      <a:pt x="3121" y="3700"/>
                    </a:lnTo>
                    <a:lnTo>
                      <a:pt x="3193" y="3682"/>
                    </a:lnTo>
                    <a:lnTo>
                      <a:pt x="3260" y="3657"/>
                    </a:lnTo>
                    <a:lnTo>
                      <a:pt x="3325" y="3625"/>
                    </a:lnTo>
                    <a:lnTo>
                      <a:pt x="3386" y="3588"/>
                    </a:lnTo>
                    <a:lnTo>
                      <a:pt x="3444" y="3544"/>
                    </a:lnTo>
                    <a:lnTo>
                      <a:pt x="3496" y="3497"/>
                    </a:lnTo>
                    <a:lnTo>
                      <a:pt x="3544" y="3444"/>
                    </a:lnTo>
                    <a:lnTo>
                      <a:pt x="3588" y="3387"/>
                    </a:lnTo>
                    <a:lnTo>
                      <a:pt x="3625" y="3325"/>
                    </a:lnTo>
                    <a:lnTo>
                      <a:pt x="3656" y="3261"/>
                    </a:lnTo>
                    <a:lnTo>
                      <a:pt x="3680" y="3193"/>
                    </a:lnTo>
                    <a:lnTo>
                      <a:pt x="3700" y="3122"/>
                    </a:lnTo>
                    <a:lnTo>
                      <a:pt x="3711" y="3048"/>
                    </a:lnTo>
                    <a:lnTo>
                      <a:pt x="3714" y="2972"/>
                    </a:lnTo>
                    <a:lnTo>
                      <a:pt x="3711" y="2896"/>
                    </a:lnTo>
                    <a:lnTo>
                      <a:pt x="3700" y="2823"/>
                    </a:lnTo>
                    <a:lnTo>
                      <a:pt x="3680" y="2752"/>
                    </a:lnTo>
                    <a:lnTo>
                      <a:pt x="3656" y="2683"/>
                    </a:lnTo>
                    <a:lnTo>
                      <a:pt x="3625" y="2618"/>
                    </a:lnTo>
                    <a:lnTo>
                      <a:pt x="3588" y="2556"/>
                    </a:lnTo>
                    <a:lnTo>
                      <a:pt x="3544" y="2500"/>
                    </a:lnTo>
                    <a:lnTo>
                      <a:pt x="3496" y="2447"/>
                    </a:lnTo>
                    <a:lnTo>
                      <a:pt x="3444" y="2399"/>
                    </a:lnTo>
                    <a:lnTo>
                      <a:pt x="3386" y="2356"/>
                    </a:lnTo>
                    <a:lnTo>
                      <a:pt x="3325" y="2319"/>
                    </a:lnTo>
                    <a:lnTo>
                      <a:pt x="3260" y="2288"/>
                    </a:lnTo>
                    <a:lnTo>
                      <a:pt x="3193" y="2262"/>
                    </a:lnTo>
                    <a:lnTo>
                      <a:pt x="3121" y="2244"/>
                    </a:lnTo>
                    <a:lnTo>
                      <a:pt x="3048" y="2232"/>
                    </a:lnTo>
                    <a:lnTo>
                      <a:pt x="2972" y="2229"/>
                    </a:lnTo>
                    <a:close/>
                    <a:moveTo>
                      <a:pt x="1238" y="2229"/>
                    </a:moveTo>
                    <a:lnTo>
                      <a:pt x="1734" y="2229"/>
                    </a:lnTo>
                    <a:lnTo>
                      <a:pt x="1734" y="2724"/>
                    </a:lnTo>
                    <a:lnTo>
                      <a:pt x="1238" y="2724"/>
                    </a:lnTo>
                    <a:lnTo>
                      <a:pt x="1238" y="2229"/>
                    </a:lnTo>
                    <a:close/>
                    <a:moveTo>
                      <a:pt x="495" y="2229"/>
                    </a:moveTo>
                    <a:lnTo>
                      <a:pt x="990" y="2229"/>
                    </a:lnTo>
                    <a:lnTo>
                      <a:pt x="990" y="2724"/>
                    </a:lnTo>
                    <a:lnTo>
                      <a:pt x="495" y="2724"/>
                    </a:lnTo>
                    <a:lnTo>
                      <a:pt x="495" y="2229"/>
                    </a:lnTo>
                    <a:close/>
                    <a:moveTo>
                      <a:pt x="2972" y="1982"/>
                    </a:moveTo>
                    <a:lnTo>
                      <a:pt x="3058" y="1985"/>
                    </a:lnTo>
                    <a:lnTo>
                      <a:pt x="3141" y="1996"/>
                    </a:lnTo>
                    <a:lnTo>
                      <a:pt x="3221" y="2013"/>
                    </a:lnTo>
                    <a:lnTo>
                      <a:pt x="3300" y="2037"/>
                    </a:lnTo>
                    <a:lnTo>
                      <a:pt x="3376" y="2067"/>
                    </a:lnTo>
                    <a:lnTo>
                      <a:pt x="3448" y="2103"/>
                    </a:lnTo>
                    <a:lnTo>
                      <a:pt x="3517" y="2144"/>
                    </a:lnTo>
                    <a:lnTo>
                      <a:pt x="3582" y="2191"/>
                    </a:lnTo>
                    <a:lnTo>
                      <a:pt x="3643" y="2243"/>
                    </a:lnTo>
                    <a:lnTo>
                      <a:pt x="3700" y="2300"/>
                    </a:lnTo>
                    <a:lnTo>
                      <a:pt x="3752" y="2361"/>
                    </a:lnTo>
                    <a:lnTo>
                      <a:pt x="3799" y="2426"/>
                    </a:lnTo>
                    <a:lnTo>
                      <a:pt x="3841" y="2495"/>
                    </a:lnTo>
                    <a:lnTo>
                      <a:pt x="3876" y="2567"/>
                    </a:lnTo>
                    <a:lnTo>
                      <a:pt x="3906" y="2643"/>
                    </a:lnTo>
                    <a:lnTo>
                      <a:pt x="3930" y="2722"/>
                    </a:lnTo>
                    <a:lnTo>
                      <a:pt x="3948" y="2803"/>
                    </a:lnTo>
                    <a:lnTo>
                      <a:pt x="3959" y="2887"/>
                    </a:lnTo>
                    <a:lnTo>
                      <a:pt x="3962" y="2972"/>
                    </a:lnTo>
                    <a:lnTo>
                      <a:pt x="3959" y="3058"/>
                    </a:lnTo>
                    <a:lnTo>
                      <a:pt x="3948" y="3141"/>
                    </a:lnTo>
                    <a:lnTo>
                      <a:pt x="3930" y="3222"/>
                    </a:lnTo>
                    <a:lnTo>
                      <a:pt x="3906" y="3300"/>
                    </a:lnTo>
                    <a:lnTo>
                      <a:pt x="3876" y="3376"/>
                    </a:lnTo>
                    <a:lnTo>
                      <a:pt x="3841" y="3448"/>
                    </a:lnTo>
                    <a:lnTo>
                      <a:pt x="3799" y="3518"/>
                    </a:lnTo>
                    <a:lnTo>
                      <a:pt x="3752" y="3583"/>
                    </a:lnTo>
                    <a:lnTo>
                      <a:pt x="3700" y="3643"/>
                    </a:lnTo>
                    <a:lnTo>
                      <a:pt x="3643" y="3700"/>
                    </a:lnTo>
                    <a:lnTo>
                      <a:pt x="3582" y="3752"/>
                    </a:lnTo>
                    <a:lnTo>
                      <a:pt x="3517" y="3799"/>
                    </a:lnTo>
                    <a:lnTo>
                      <a:pt x="3448" y="3841"/>
                    </a:lnTo>
                    <a:lnTo>
                      <a:pt x="3376" y="3877"/>
                    </a:lnTo>
                    <a:lnTo>
                      <a:pt x="3300" y="3907"/>
                    </a:lnTo>
                    <a:lnTo>
                      <a:pt x="3221" y="3931"/>
                    </a:lnTo>
                    <a:lnTo>
                      <a:pt x="3141" y="3948"/>
                    </a:lnTo>
                    <a:lnTo>
                      <a:pt x="3058" y="3959"/>
                    </a:lnTo>
                    <a:lnTo>
                      <a:pt x="2972" y="3963"/>
                    </a:lnTo>
                    <a:lnTo>
                      <a:pt x="2886" y="3959"/>
                    </a:lnTo>
                    <a:lnTo>
                      <a:pt x="2802" y="3948"/>
                    </a:lnTo>
                    <a:lnTo>
                      <a:pt x="2721" y="3931"/>
                    </a:lnTo>
                    <a:lnTo>
                      <a:pt x="2643" y="3907"/>
                    </a:lnTo>
                    <a:lnTo>
                      <a:pt x="2567" y="3877"/>
                    </a:lnTo>
                    <a:lnTo>
                      <a:pt x="2495" y="3841"/>
                    </a:lnTo>
                    <a:lnTo>
                      <a:pt x="2426" y="3799"/>
                    </a:lnTo>
                    <a:lnTo>
                      <a:pt x="2361" y="3752"/>
                    </a:lnTo>
                    <a:lnTo>
                      <a:pt x="2300" y="3700"/>
                    </a:lnTo>
                    <a:lnTo>
                      <a:pt x="2243" y="3643"/>
                    </a:lnTo>
                    <a:lnTo>
                      <a:pt x="2191" y="3583"/>
                    </a:lnTo>
                    <a:lnTo>
                      <a:pt x="2144" y="3518"/>
                    </a:lnTo>
                    <a:lnTo>
                      <a:pt x="2103" y="3448"/>
                    </a:lnTo>
                    <a:lnTo>
                      <a:pt x="2067" y="3376"/>
                    </a:lnTo>
                    <a:lnTo>
                      <a:pt x="2037" y="3300"/>
                    </a:lnTo>
                    <a:lnTo>
                      <a:pt x="2013" y="3222"/>
                    </a:lnTo>
                    <a:lnTo>
                      <a:pt x="1995" y="3141"/>
                    </a:lnTo>
                    <a:lnTo>
                      <a:pt x="1984" y="3058"/>
                    </a:lnTo>
                    <a:lnTo>
                      <a:pt x="1980" y="2972"/>
                    </a:lnTo>
                    <a:lnTo>
                      <a:pt x="1984" y="2887"/>
                    </a:lnTo>
                    <a:lnTo>
                      <a:pt x="1995" y="2803"/>
                    </a:lnTo>
                    <a:lnTo>
                      <a:pt x="2013" y="2722"/>
                    </a:lnTo>
                    <a:lnTo>
                      <a:pt x="2037" y="2643"/>
                    </a:lnTo>
                    <a:lnTo>
                      <a:pt x="2067" y="2567"/>
                    </a:lnTo>
                    <a:lnTo>
                      <a:pt x="2103" y="2495"/>
                    </a:lnTo>
                    <a:lnTo>
                      <a:pt x="2144" y="2426"/>
                    </a:lnTo>
                    <a:lnTo>
                      <a:pt x="2191" y="2361"/>
                    </a:lnTo>
                    <a:lnTo>
                      <a:pt x="2243" y="2300"/>
                    </a:lnTo>
                    <a:lnTo>
                      <a:pt x="2300" y="2243"/>
                    </a:lnTo>
                    <a:lnTo>
                      <a:pt x="2361" y="2191"/>
                    </a:lnTo>
                    <a:lnTo>
                      <a:pt x="2426" y="2144"/>
                    </a:lnTo>
                    <a:lnTo>
                      <a:pt x="2495" y="2103"/>
                    </a:lnTo>
                    <a:lnTo>
                      <a:pt x="2567" y="2067"/>
                    </a:lnTo>
                    <a:lnTo>
                      <a:pt x="2643" y="2037"/>
                    </a:lnTo>
                    <a:lnTo>
                      <a:pt x="2721" y="2013"/>
                    </a:lnTo>
                    <a:lnTo>
                      <a:pt x="2802" y="1996"/>
                    </a:lnTo>
                    <a:lnTo>
                      <a:pt x="2886" y="1985"/>
                    </a:lnTo>
                    <a:lnTo>
                      <a:pt x="2972" y="1982"/>
                    </a:lnTo>
                    <a:close/>
                    <a:moveTo>
                      <a:pt x="1980" y="1486"/>
                    </a:moveTo>
                    <a:lnTo>
                      <a:pt x="2476" y="1486"/>
                    </a:lnTo>
                    <a:lnTo>
                      <a:pt x="2476" y="1982"/>
                    </a:lnTo>
                    <a:lnTo>
                      <a:pt x="1980" y="1982"/>
                    </a:lnTo>
                    <a:lnTo>
                      <a:pt x="1980" y="1486"/>
                    </a:lnTo>
                    <a:close/>
                    <a:moveTo>
                      <a:pt x="1238" y="1486"/>
                    </a:moveTo>
                    <a:lnTo>
                      <a:pt x="1734" y="1486"/>
                    </a:lnTo>
                    <a:lnTo>
                      <a:pt x="1734" y="1982"/>
                    </a:lnTo>
                    <a:lnTo>
                      <a:pt x="1238" y="1982"/>
                    </a:lnTo>
                    <a:lnTo>
                      <a:pt x="1238" y="1486"/>
                    </a:lnTo>
                    <a:close/>
                    <a:moveTo>
                      <a:pt x="495" y="1486"/>
                    </a:moveTo>
                    <a:lnTo>
                      <a:pt x="990" y="1486"/>
                    </a:lnTo>
                    <a:lnTo>
                      <a:pt x="990" y="1982"/>
                    </a:lnTo>
                    <a:lnTo>
                      <a:pt x="495" y="1982"/>
                    </a:lnTo>
                    <a:lnTo>
                      <a:pt x="495" y="1486"/>
                    </a:lnTo>
                    <a:close/>
                    <a:moveTo>
                      <a:pt x="268" y="495"/>
                    </a:moveTo>
                    <a:lnTo>
                      <a:pt x="371" y="495"/>
                    </a:lnTo>
                    <a:lnTo>
                      <a:pt x="371" y="619"/>
                    </a:lnTo>
                    <a:lnTo>
                      <a:pt x="374" y="659"/>
                    </a:lnTo>
                    <a:lnTo>
                      <a:pt x="384" y="697"/>
                    </a:lnTo>
                    <a:lnTo>
                      <a:pt x="399" y="732"/>
                    </a:lnTo>
                    <a:lnTo>
                      <a:pt x="419" y="765"/>
                    </a:lnTo>
                    <a:lnTo>
                      <a:pt x="444" y="794"/>
                    </a:lnTo>
                    <a:lnTo>
                      <a:pt x="473" y="819"/>
                    </a:lnTo>
                    <a:lnTo>
                      <a:pt x="505" y="839"/>
                    </a:lnTo>
                    <a:lnTo>
                      <a:pt x="541" y="854"/>
                    </a:lnTo>
                    <a:lnTo>
                      <a:pt x="579" y="864"/>
                    </a:lnTo>
                    <a:lnTo>
                      <a:pt x="619" y="867"/>
                    </a:lnTo>
                    <a:lnTo>
                      <a:pt x="659" y="864"/>
                    </a:lnTo>
                    <a:lnTo>
                      <a:pt x="697" y="854"/>
                    </a:lnTo>
                    <a:lnTo>
                      <a:pt x="732" y="839"/>
                    </a:lnTo>
                    <a:lnTo>
                      <a:pt x="765" y="819"/>
                    </a:lnTo>
                    <a:lnTo>
                      <a:pt x="794" y="794"/>
                    </a:lnTo>
                    <a:lnTo>
                      <a:pt x="819" y="765"/>
                    </a:lnTo>
                    <a:lnTo>
                      <a:pt x="838" y="732"/>
                    </a:lnTo>
                    <a:lnTo>
                      <a:pt x="854" y="697"/>
                    </a:lnTo>
                    <a:lnTo>
                      <a:pt x="864" y="659"/>
                    </a:lnTo>
                    <a:lnTo>
                      <a:pt x="866" y="619"/>
                    </a:lnTo>
                    <a:lnTo>
                      <a:pt x="866" y="495"/>
                    </a:lnTo>
                    <a:lnTo>
                      <a:pt x="2353" y="495"/>
                    </a:lnTo>
                    <a:lnTo>
                      <a:pt x="2353" y="619"/>
                    </a:lnTo>
                    <a:lnTo>
                      <a:pt x="2355" y="659"/>
                    </a:lnTo>
                    <a:lnTo>
                      <a:pt x="2365" y="697"/>
                    </a:lnTo>
                    <a:lnTo>
                      <a:pt x="2380" y="732"/>
                    </a:lnTo>
                    <a:lnTo>
                      <a:pt x="2400" y="765"/>
                    </a:lnTo>
                    <a:lnTo>
                      <a:pt x="2425" y="794"/>
                    </a:lnTo>
                    <a:lnTo>
                      <a:pt x="2454" y="819"/>
                    </a:lnTo>
                    <a:lnTo>
                      <a:pt x="2487" y="839"/>
                    </a:lnTo>
                    <a:lnTo>
                      <a:pt x="2521" y="854"/>
                    </a:lnTo>
                    <a:lnTo>
                      <a:pt x="2560" y="864"/>
                    </a:lnTo>
                    <a:lnTo>
                      <a:pt x="2600" y="867"/>
                    </a:lnTo>
                    <a:lnTo>
                      <a:pt x="2641" y="864"/>
                    </a:lnTo>
                    <a:lnTo>
                      <a:pt x="2678" y="854"/>
                    </a:lnTo>
                    <a:lnTo>
                      <a:pt x="2714" y="839"/>
                    </a:lnTo>
                    <a:lnTo>
                      <a:pt x="2747" y="819"/>
                    </a:lnTo>
                    <a:lnTo>
                      <a:pt x="2776" y="794"/>
                    </a:lnTo>
                    <a:lnTo>
                      <a:pt x="2800" y="765"/>
                    </a:lnTo>
                    <a:lnTo>
                      <a:pt x="2820" y="732"/>
                    </a:lnTo>
                    <a:lnTo>
                      <a:pt x="2835" y="697"/>
                    </a:lnTo>
                    <a:lnTo>
                      <a:pt x="2844" y="659"/>
                    </a:lnTo>
                    <a:lnTo>
                      <a:pt x="2848" y="619"/>
                    </a:lnTo>
                    <a:lnTo>
                      <a:pt x="2848" y="495"/>
                    </a:lnTo>
                    <a:lnTo>
                      <a:pt x="2952" y="495"/>
                    </a:lnTo>
                    <a:lnTo>
                      <a:pt x="2995" y="498"/>
                    </a:lnTo>
                    <a:lnTo>
                      <a:pt x="3036" y="509"/>
                    </a:lnTo>
                    <a:lnTo>
                      <a:pt x="3074" y="526"/>
                    </a:lnTo>
                    <a:lnTo>
                      <a:pt x="3109" y="548"/>
                    </a:lnTo>
                    <a:lnTo>
                      <a:pt x="3141" y="574"/>
                    </a:lnTo>
                    <a:lnTo>
                      <a:pt x="3167" y="607"/>
                    </a:lnTo>
                    <a:lnTo>
                      <a:pt x="3189" y="642"/>
                    </a:lnTo>
                    <a:lnTo>
                      <a:pt x="3206" y="682"/>
                    </a:lnTo>
                    <a:lnTo>
                      <a:pt x="3215" y="724"/>
                    </a:lnTo>
                    <a:lnTo>
                      <a:pt x="3219" y="767"/>
                    </a:lnTo>
                    <a:lnTo>
                      <a:pt x="3219" y="1733"/>
                    </a:lnTo>
                    <a:lnTo>
                      <a:pt x="2972" y="1733"/>
                    </a:lnTo>
                    <a:lnTo>
                      <a:pt x="2972" y="1238"/>
                    </a:lnTo>
                    <a:lnTo>
                      <a:pt x="248" y="1238"/>
                    </a:lnTo>
                    <a:lnTo>
                      <a:pt x="248" y="2947"/>
                    </a:lnTo>
                    <a:lnTo>
                      <a:pt x="250" y="2959"/>
                    </a:lnTo>
                    <a:lnTo>
                      <a:pt x="258" y="2969"/>
                    </a:lnTo>
                    <a:lnTo>
                      <a:pt x="268" y="2972"/>
                    </a:lnTo>
                    <a:lnTo>
                      <a:pt x="1734" y="2972"/>
                    </a:lnTo>
                    <a:lnTo>
                      <a:pt x="1734" y="3219"/>
                    </a:lnTo>
                    <a:lnTo>
                      <a:pt x="268" y="3219"/>
                    </a:lnTo>
                    <a:lnTo>
                      <a:pt x="225" y="3216"/>
                    </a:lnTo>
                    <a:lnTo>
                      <a:pt x="183" y="3206"/>
                    </a:lnTo>
                    <a:lnTo>
                      <a:pt x="144" y="3189"/>
                    </a:lnTo>
                    <a:lnTo>
                      <a:pt x="109" y="3167"/>
                    </a:lnTo>
                    <a:lnTo>
                      <a:pt x="78" y="3140"/>
                    </a:lnTo>
                    <a:lnTo>
                      <a:pt x="52" y="3108"/>
                    </a:lnTo>
                    <a:lnTo>
                      <a:pt x="30" y="3072"/>
                    </a:lnTo>
                    <a:lnTo>
                      <a:pt x="13" y="3034"/>
                    </a:lnTo>
                    <a:lnTo>
                      <a:pt x="3" y="2991"/>
                    </a:lnTo>
                    <a:lnTo>
                      <a:pt x="0" y="2947"/>
                    </a:lnTo>
                    <a:lnTo>
                      <a:pt x="0" y="767"/>
                    </a:lnTo>
                    <a:lnTo>
                      <a:pt x="3" y="724"/>
                    </a:lnTo>
                    <a:lnTo>
                      <a:pt x="13" y="682"/>
                    </a:lnTo>
                    <a:lnTo>
                      <a:pt x="30" y="642"/>
                    </a:lnTo>
                    <a:lnTo>
                      <a:pt x="52" y="607"/>
                    </a:lnTo>
                    <a:lnTo>
                      <a:pt x="78" y="574"/>
                    </a:lnTo>
                    <a:lnTo>
                      <a:pt x="109" y="548"/>
                    </a:lnTo>
                    <a:lnTo>
                      <a:pt x="144" y="526"/>
                    </a:lnTo>
                    <a:lnTo>
                      <a:pt x="183" y="509"/>
                    </a:lnTo>
                    <a:lnTo>
                      <a:pt x="225" y="498"/>
                    </a:lnTo>
                    <a:lnTo>
                      <a:pt x="268" y="495"/>
                    </a:lnTo>
                    <a:close/>
                    <a:moveTo>
                      <a:pt x="2600" y="0"/>
                    </a:moveTo>
                    <a:lnTo>
                      <a:pt x="2629" y="3"/>
                    </a:lnTo>
                    <a:lnTo>
                      <a:pt x="2654" y="13"/>
                    </a:lnTo>
                    <a:lnTo>
                      <a:pt x="2678" y="27"/>
                    </a:lnTo>
                    <a:lnTo>
                      <a:pt x="2696" y="47"/>
                    </a:lnTo>
                    <a:lnTo>
                      <a:pt x="2712" y="69"/>
                    </a:lnTo>
                    <a:lnTo>
                      <a:pt x="2720" y="95"/>
                    </a:lnTo>
                    <a:lnTo>
                      <a:pt x="2724" y="124"/>
                    </a:lnTo>
                    <a:lnTo>
                      <a:pt x="2724" y="619"/>
                    </a:lnTo>
                    <a:lnTo>
                      <a:pt x="2720" y="648"/>
                    </a:lnTo>
                    <a:lnTo>
                      <a:pt x="2712" y="673"/>
                    </a:lnTo>
                    <a:lnTo>
                      <a:pt x="2696" y="696"/>
                    </a:lnTo>
                    <a:lnTo>
                      <a:pt x="2678" y="715"/>
                    </a:lnTo>
                    <a:lnTo>
                      <a:pt x="2654" y="730"/>
                    </a:lnTo>
                    <a:lnTo>
                      <a:pt x="2629" y="739"/>
                    </a:lnTo>
                    <a:lnTo>
                      <a:pt x="2600" y="743"/>
                    </a:lnTo>
                    <a:lnTo>
                      <a:pt x="2572" y="739"/>
                    </a:lnTo>
                    <a:lnTo>
                      <a:pt x="2546" y="730"/>
                    </a:lnTo>
                    <a:lnTo>
                      <a:pt x="2523" y="715"/>
                    </a:lnTo>
                    <a:lnTo>
                      <a:pt x="2503" y="696"/>
                    </a:lnTo>
                    <a:lnTo>
                      <a:pt x="2489" y="673"/>
                    </a:lnTo>
                    <a:lnTo>
                      <a:pt x="2479" y="648"/>
                    </a:lnTo>
                    <a:lnTo>
                      <a:pt x="2476" y="619"/>
                    </a:lnTo>
                    <a:lnTo>
                      <a:pt x="2476" y="124"/>
                    </a:lnTo>
                    <a:lnTo>
                      <a:pt x="2479" y="95"/>
                    </a:lnTo>
                    <a:lnTo>
                      <a:pt x="2489" y="69"/>
                    </a:lnTo>
                    <a:lnTo>
                      <a:pt x="2503" y="47"/>
                    </a:lnTo>
                    <a:lnTo>
                      <a:pt x="2523" y="27"/>
                    </a:lnTo>
                    <a:lnTo>
                      <a:pt x="2546" y="13"/>
                    </a:lnTo>
                    <a:lnTo>
                      <a:pt x="2572" y="3"/>
                    </a:lnTo>
                    <a:lnTo>
                      <a:pt x="2600" y="0"/>
                    </a:lnTo>
                    <a:close/>
                    <a:moveTo>
                      <a:pt x="619" y="0"/>
                    </a:moveTo>
                    <a:lnTo>
                      <a:pt x="647" y="3"/>
                    </a:lnTo>
                    <a:lnTo>
                      <a:pt x="673" y="13"/>
                    </a:lnTo>
                    <a:lnTo>
                      <a:pt x="696" y="27"/>
                    </a:lnTo>
                    <a:lnTo>
                      <a:pt x="715" y="47"/>
                    </a:lnTo>
                    <a:lnTo>
                      <a:pt x="730" y="69"/>
                    </a:lnTo>
                    <a:lnTo>
                      <a:pt x="740" y="95"/>
                    </a:lnTo>
                    <a:lnTo>
                      <a:pt x="743" y="124"/>
                    </a:lnTo>
                    <a:lnTo>
                      <a:pt x="743" y="619"/>
                    </a:lnTo>
                    <a:lnTo>
                      <a:pt x="740" y="648"/>
                    </a:lnTo>
                    <a:lnTo>
                      <a:pt x="730" y="673"/>
                    </a:lnTo>
                    <a:lnTo>
                      <a:pt x="715" y="696"/>
                    </a:lnTo>
                    <a:lnTo>
                      <a:pt x="696" y="715"/>
                    </a:lnTo>
                    <a:lnTo>
                      <a:pt x="673" y="730"/>
                    </a:lnTo>
                    <a:lnTo>
                      <a:pt x="647" y="739"/>
                    </a:lnTo>
                    <a:lnTo>
                      <a:pt x="619" y="743"/>
                    </a:lnTo>
                    <a:lnTo>
                      <a:pt x="590" y="739"/>
                    </a:lnTo>
                    <a:lnTo>
                      <a:pt x="565" y="730"/>
                    </a:lnTo>
                    <a:lnTo>
                      <a:pt x="542" y="715"/>
                    </a:lnTo>
                    <a:lnTo>
                      <a:pt x="523" y="696"/>
                    </a:lnTo>
                    <a:lnTo>
                      <a:pt x="508" y="673"/>
                    </a:lnTo>
                    <a:lnTo>
                      <a:pt x="499" y="648"/>
                    </a:lnTo>
                    <a:lnTo>
                      <a:pt x="495" y="619"/>
                    </a:lnTo>
                    <a:lnTo>
                      <a:pt x="495" y="124"/>
                    </a:lnTo>
                    <a:lnTo>
                      <a:pt x="499" y="95"/>
                    </a:lnTo>
                    <a:lnTo>
                      <a:pt x="508" y="69"/>
                    </a:lnTo>
                    <a:lnTo>
                      <a:pt x="523" y="47"/>
                    </a:lnTo>
                    <a:lnTo>
                      <a:pt x="542" y="27"/>
                    </a:lnTo>
                    <a:lnTo>
                      <a:pt x="565" y="13"/>
                    </a:lnTo>
                    <a:lnTo>
                      <a:pt x="590" y="3"/>
                    </a:lnTo>
                    <a:lnTo>
                      <a:pt x="619" y="0"/>
                    </a:lnTo>
                    <a:close/>
                  </a:path>
                </a:pathLst>
              </a:custGeom>
              <a:solidFill>
                <a:schemeClr val="accent3"/>
              </a:solidFill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  <p:grpSp>
          <p:nvGrpSpPr>
            <p:cNvPr id="41" name="그룹 60"/>
            <p:cNvGrpSpPr/>
            <p:nvPr/>
          </p:nvGrpSpPr>
          <p:grpSpPr>
            <a:xfrm>
              <a:off x="4228307" y="3143493"/>
              <a:ext cx="1884180" cy="1488466"/>
              <a:chOff x="4075907" y="2991093"/>
              <a:chExt cx="1884180" cy="1488466"/>
            </a:xfrm>
          </p:grpSpPr>
          <p:sp>
            <p:nvSpPr>
              <p:cNvPr id="54" name="Freeform 26"/>
              <p:cNvSpPr>
                <a:spLocks noEditPoints="1"/>
              </p:cNvSpPr>
              <p:nvPr/>
            </p:nvSpPr>
            <p:spPr bwMode="auto">
              <a:xfrm>
                <a:off x="4075907" y="2991093"/>
                <a:ext cx="1884180" cy="1488466"/>
              </a:xfrm>
              <a:custGeom>
                <a:avLst/>
                <a:gdLst>
                  <a:gd name="T0" fmla="*/ 667 w 2078"/>
                  <a:gd name="T1" fmla="*/ 130 h 1640"/>
                  <a:gd name="T2" fmla="*/ 477 w 2078"/>
                  <a:gd name="T3" fmla="*/ 194 h 1640"/>
                  <a:gd name="T4" fmla="*/ 312 w 2078"/>
                  <a:gd name="T5" fmla="*/ 310 h 1640"/>
                  <a:gd name="T6" fmla="*/ 185 w 2078"/>
                  <a:gd name="T7" fmla="*/ 472 h 1640"/>
                  <a:gd name="T8" fmla="*/ 110 w 2078"/>
                  <a:gd name="T9" fmla="*/ 670 h 1640"/>
                  <a:gd name="T10" fmla="*/ 96 w 2078"/>
                  <a:gd name="T11" fmla="*/ 877 h 1640"/>
                  <a:gd name="T12" fmla="*/ 143 w 2078"/>
                  <a:gd name="T13" fmla="*/ 1074 h 1640"/>
                  <a:gd name="T14" fmla="*/ 242 w 2078"/>
                  <a:gd name="T15" fmla="*/ 1248 h 1640"/>
                  <a:gd name="T16" fmla="*/ 389 w 2078"/>
                  <a:gd name="T17" fmla="*/ 1388 h 1640"/>
                  <a:gd name="T18" fmla="*/ 578 w 2078"/>
                  <a:gd name="T19" fmla="*/ 1482 h 1640"/>
                  <a:gd name="T20" fmla="*/ 784 w 2078"/>
                  <a:gd name="T21" fmla="*/ 1516 h 1640"/>
                  <a:gd name="T22" fmla="*/ 985 w 2078"/>
                  <a:gd name="T23" fmla="*/ 1489 h 1640"/>
                  <a:gd name="T24" fmla="*/ 1169 w 2078"/>
                  <a:gd name="T25" fmla="*/ 1407 h 1640"/>
                  <a:gd name="T26" fmla="*/ 1321 w 2078"/>
                  <a:gd name="T27" fmla="*/ 1275 h 1640"/>
                  <a:gd name="T28" fmla="*/ 1433 w 2078"/>
                  <a:gd name="T29" fmla="*/ 1101 h 1640"/>
                  <a:gd name="T30" fmla="*/ 1488 w 2078"/>
                  <a:gd name="T31" fmla="*/ 894 h 1640"/>
                  <a:gd name="T32" fmla="*/ 1480 w 2078"/>
                  <a:gd name="T33" fmla="*/ 691 h 1640"/>
                  <a:gd name="T34" fmla="*/ 1416 w 2078"/>
                  <a:gd name="T35" fmla="*/ 501 h 1640"/>
                  <a:gd name="T36" fmla="*/ 1300 w 2078"/>
                  <a:gd name="T37" fmla="*/ 336 h 1640"/>
                  <a:gd name="T38" fmla="*/ 1139 w 2078"/>
                  <a:gd name="T39" fmla="*/ 209 h 1640"/>
                  <a:gd name="T40" fmla="*/ 941 w 2078"/>
                  <a:gd name="T41" fmla="*/ 134 h 1640"/>
                  <a:gd name="T42" fmla="*/ 794 w 2078"/>
                  <a:gd name="T43" fmla="*/ 0 h 1640"/>
                  <a:gd name="T44" fmla="*/ 1011 w 2078"/>
                  <a:gd name="T45" fmla="*/ 20 h 1640"/>
                  <a:gd name="T46" fmla="*/ 1173 w 2078"/>
                  <a:gd name="T47" fmla="*/ 81 h 1640"/>
                  <a:gd name="T48" fmla="*/ 1309 w 2078"/>
                  <a:gd name="T49" fmla="*/ 178 h 1640"/>
                  <a:gd name="T50" fmla="*/ 1447 w 2078"/>
                  <a:gd name="T51" fmla="*/ 310 h 1640"/>
                  <a:gd name="T52" fmla="*/ 1579 w 2078"/>
                  <a:gd name="T53" fmla="*/ 467 h 1640"/>
                  <a:gd name="T54" fmla="*/ 1706 w 2078"/>
                  <a:gd name="T55" fmla="*/ 634 h 1640"/>
                  <a:gd name="T56" fmla="*/ 1819 w 2078"/>
                  <a:gd name="T57" fmla="*/ 801 h 1640"/>
                  <a:gd name="T58" fmla="*/ 1917 w 2078"/>
                  <a:gd name="T59" fmla="*/ 956 h 1640"/>
                  <a:gd name="T60" fmla="*/ 1996 w 2078"/>
                  <a:gd name="T61" fmla="*/ 1087 h 1640"/>
                  <a:gd name="T62" fmla="*/ 2051 w 2078"/>
                  <a:gd name="T63" fmla="*/ 1183 h 1640"/>
                  <a:gd name="T64" fmla="*/ 2077 w 2078"/>
                  <a:gd name="T65" fmla="*/ 1232 h 1640"/>
                  <a:gd name="T66" fmla="*/ 2064 w 2078"/>
                  <a:gd name="T67" fmla="*/ 1241 h 1640"/>
                  <a:gd name="T68" fmla="*/ 1997 w 2078"/>
                  <a:gd name="T69" fmla="*/ 1273 h 1640"/>
                  <a:gd name="T70" fmla="*/ 1882 w 2078"/>
                  <a:gd name="T71" fmla="*/ 1323 h 1640"/>
                  <a:gd name="T72" fmla="*/ 1731 w 2078"/>
                  <a:gd name="T73" fmla="*/ 1387 h 1640"/>
                  <a:gd name="T74" fmla="*/ 1552 w 2078"/>
                  <a:gd name="T75" fmla="*/ 1455 h 1640"/>
                  <a:gd name="T76" fmla="*/ 1358 w 2078"/>
                  <a:gd name="T77" fmla="*/ 1523 h 1640"/>
                  <a:gd name="T78" fmla="*/ 1157 w 2078"/>
                  <a:gd name="T79" fmla="*/ 1581 h 1640"/>
                  <a:gd name="T80" fmla="*/ 958 w 2078"/>
                  <a:gd name="T81" fmla="*/ 1623 h 1640"/>
                  <a:gd name="T82" fmla="*/ 776 w 2078"/>
                  <a:gd name="T83" fmla="*/ 1640 h 1640"/>
                  <a:gd name="T84" fmla="*/ 617 w 2078"/>
                  <a:gd name="T85" fmla="*/ 1628 h 1640"/>
                  <a:gd name="T86" fmla="*/ 435 w 2078"/>
                  <a:gd name="T87" fmla="*/ 1558 h 1640"/>
                  <a:gd name="T88" fmla="*/ 258 w 2078"/>
                  <a:gd name="T89" fmla="*/ 1431 h 1640"/>
                  <a:gd name="T90" fmla="*/ 124 w 2078"/>
                  <a:gd name="T91" fmla="*/ 1267 h 1640"/>
                  <a:gd name="T92" fmla="*/ 37 w 2078"/>
                  <a:gd name="T93" fmla="*/ 1074 h 1640"/>
                  <a:gd name="T94" fmla="*/ 0 w 2078"/>
                  <a:gd name="T95" fmla="*/ 863 h 1640"/>
                  <a:gd name="T96" fmla="*/ 19 w 2078"/>
                  <a:gd name="T97" fmla="*/ 645 h 1640"/>
                  <a:gd name="T98" fmla="*/ 99 w 2078"/>
                  <a:gd name="T99" fmla="*/ 434 h 1640"/>
                  <a:gd name="T100" fmla="*/ 226 w 2078"/>
                  <a:gd name="T101" fmla="*/ 259 h 1640"/>
                  <a:gd name="T102" fmla="*/ 390 w 2078"/>
                  <a:gd name="T103" fmla="*/ 126 h 1640"/>
                  <a:gd name="T104" fmla="*/ 583 w 2078"/>
                  <a:gd name="T105" fmla="*/ 37 h 1640"/>
                  <a:gd name="T106" fmla="*/ 794 w 2078"/>
                  <a:gd name="T107" fmla="*/ 0 h 164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</a:cxnLst>
                <a:rect l="0" t="0" r="r" b="b"/>
                <a:pathLst>
                  <a:path w="2078" h="1640">
                    <a:moveTo>
                      <a:pt x="802" y="119"/>
                    </a:moveTo>
                    <a:lnTo>
                      <a:pt x="733" y="122"/>
                    </a:lnTo>
                    <a:lnTo>
                      <a:pt x="667" y="130"/>
                    </a:lnTo>
                    <a:lnTo>
                      <a:pt x="601" y="146"/>
                    </a:lnTo>
                    <a:lnTo>
                      <a:pt x="537" y="167"/>
                    </a:lnTo>
                    <a:lnTo>
                      <a:pt x="477" y="194"/>
                    </a:lnTo>
                    <a:lnTo>
                      <a:pt x="417" y="228"/>
                    </a:lnTo>
                    <a:lnTo>
                      <a:pt x="363" y="267"/>
                    </a:lnTo>
                    <a:lnTo>
                      <a:pt x="312" y="310"/>
                    </a:lnTo>
                    <a:lnTo>
                      <a:pt x="265" y="360"/>
                    </a:lnTo>
                    <a:lnTo>
                      <a:pt x="223" y="413"/>
                    </a:lnTo>
                    <a:lnTo>
                      <a:pt x="185" y="472"/>
                    </a:lnTo>
                    <a:lnTo>
                      <a:pt x="154" y="534"/>
                    </a:lnTo>
                    <a:lnTo>
                      <a:pt x="129" y="602"/>
                    </a:lnTo>
                    <a:lnTo>
                      <a:pt x="110" y="670"/>
                    </a:lnTo>
                    <a:lnTo>
                      <a:pt x="99" y="739"/>
                    </a:lnTo>
                    <a:lnTo>
                      <a:pt x="95" y="808"/>
                    </a:lnTo>
                    <a:lnTo>
                      <a:pt x="96" y="877"/>
                    </a:lnTo>
                    <a:lnTo>
                      <a:pt x="106" y="944"/>
                    </a:lnTo>
                    <a:lnTo>
                      <a:pt x="122" y="1010"/>
                    </a:lnTo>
                    <a:lnTo>
                      <a:pt x="143" y="1074"/>
                    </a:lnTo>
                    <a:lnTo>
                      <a:pt x="170" y="1134"/>
                    </a:lnTo>
                    <a:lnTo>
                      <a:pt x="204" y="1192"/>
                    </a:lnTo>
                    <a:lnTo>
                      <a:pt x="242" y="1248"/>
                    </a:lnTo>
                    <a:lnTo>
                      <a:pt x="286" y="1299"/>
                    </a:lnTo>
                    <a:lnTo>
                      <a:pt x="335" y="1346"/>
                    </a:lnTo>
                    <a:lnTo>
                      <a:pt x="389" y="1388"/>
                    </a:lnTo>
                    <a:lnTo>
                      <a:pt x="448" y="1424"/>
                    </a:lnTo>
                    <a:lnTo>
                      <a:pt x="510" y="1457"/>
                    </a:lnTo>
                    <a:lnTo>
                      <a:pt x="578" y="1482"/>
                    </a:lnTo>
                    <a:lnTo>
                      <a:pt x="647" y="1500"/>
                    </a:lnTo>
                    <a:lnTo>
                      <a:pt x="715" y="1512"/>
                    </a:lnTo>
                    <a:lnTo>
                      <a:pt x="784" y="1516"/>
                    </a:lnTo>
                    <a:lnTo>
                      <a:pt x="853" y="1513"/>
                    </a:lnTo>
                    <a:lnTo>
                      <a:pt x="920" y="1504"/>
                    </a:lnTo>
                    <a:lnTo>
                      <a:pt x="985" y="1489"/>
                    </a:lnTo>
                    <a:lnTo>
                      <a:pt x="1050" y="1468"/>
                    </a:lnTo>
                    <a:lnTo>
                      <a:pt x="1111" y="1439"/>
                    </a:lnTo>
                    <a:lnTo>
                      <a:pt x="1169" y="1407"/>
                    </a:lnTo>
                    <a:lnTo>
                      <a:pt x="1224" y="1368"/>
                    </a:lnTo>
                    <a:lnTo>
                      <a:pt x="1275" y="1325"/>
                    </a:lnTo>
                    <a:lnTo>
                      <a:pt x="1321" y="1275"/>
                    </a:lnTo>
                    <a:lnTo>
                      <a:pt x="1364" y="1221"/>
                    </a:lnTo>
                    <a:lnTo>
                      <a:pt x="1401" y="1163"/>
                    </a:lnTo>
                    <a:lnTo>
                      <a:pt x="1433" y="1101"/>
                    </a:lnTo>
                    <a:lnTo>
                      <a:pt x="1457" y="1033"/>
                    </a:lnTo>
                    <a:lnTo>
                      <a:pt x="1476" y="965"/>
                    </a:lnTo>
                    <a:lnTo>
                      <a:pt x="1488" y="894"/>
                    </a:lnTo>
                    <a:lnTo>
                      <a:pt x="1492" y="826"/>
                    </a:lnTo>
                    <a:lnTo>
                      <a:pt x="1490" y="758"/>
                    </a:lnTo>
                    <a:lnTo>
                      <a:pt x="1480" y="691"/>
                    </a:lnTo>
                    <a:lnTo>
                      <a:pt x="1465" y="625"/>
                    </a:lnTo>
                    <a:lnTo>
                      <a:pt x="1444" y="561"/>
                    </a:lnTo>
                    <a:lnTo>
                      <a:pt x="1416" y="501"/>
                    </a:lnTo>
                    <a:lnTo>
                      <a:pt x="1383" y="441"/>
                    </a:lnTo>
                    <a:lnTo>
                      <a:pt x="1344" y="387"/>
                    </a:lnTo>
                    <a:lnTo>
                      <a:pt x="1300" y="336"/>
                    </a:lnTo>
                    <a:lnTo>
                      <a:pt x="1251" y="289"/>
                    </a:lnTo>
                    <a:lnTo>
                      <a:pt x="1197" y="247"/>
                    </a:lnTo>
                    <a:lnTo>
                      <a:pt x="1139" y="209"/>
                    </a:lnTo>
                    <a:lnTo>
                      <a:pt x="1076" y="178"/>
                    </a:lnTo>
                    <a:lnTo>
                      <a:pt x="1009" y="153"/>
                    </a:lnTo>
                    <a:lnTo>
                      <a:pt x="941" y="134"/>
                    </a:lnTo>
                    <a:lnTo>
                      <a:pt x="871" y="123"/>
                    </a:lnTo>
                    <a:lnTo>
                      <a:pt x="802" y="119"/>
                    </a:lnTo>
                    <a:close/>
                    <a:moveTo>
                      <a:pt x="794" y="0"/>
                    </a:moveTo>
                    <a:lnTo>
                      <a:pt x="865" y="0"/>
                    </a:lnTo>
                    <a:lnTo>
                      <a:pt x="938" y="7"/>
                    </a:lnTo>
                    <a:lnTo>
                      <a:pt x="1011" y="20"/>
                    </a:lnTo>
                    <a:lnTo>
                      <a:pt x="1084" y="41"/>
                    </a:lnTo>
                    <a:lnTo>
                      <a:pt x="1128" y="58"/>
                    </a:lnTo>
                    <a:lnTo>
                      <a:pt x="1173" y="81"/>
                    </a:lnTo>
                    <a:lnTo>
                      <a:pt x="1217" y="108"/>
                    </a:lnTo>
                    <a:lnTo>
                      <a:pt x="1263" y="140"/>
                    </a:lnTo>
                    <a:lnTo>
                      <a:pt x="1309" y="178"/>
                    </a:lnTo>
                    <a:lnTo>
                      <a:pt x="1355" y="219"/>
                    </a:lnTo>
                    <a:lnTo>
                      <a:pt x="1401" y="263"/>
                    </a:lnTo>
                    <a:lnTo>
                      <a:pt x="1447" y="310"/>
                    </a:lnTo>
                    <a:lnTo>
                      <a:pt x="1491" y="360"/>
                    </a:lnTo>
                    <a:lnTo>
                      <a:pt x="1536" y="413"/>
                    </a:lnTo>
                    <a:lnTo>
                      <a:pt x="1579" y="467"/>
                    </a:lnTo>
                    <a:lnTo>
                      <a:pt x="1622" y="522"/>
                    </a:lnTo>
                    <a:lnTo>
                      <a:pt x="1664" y="577"/>
                    </a:lnTo>
                    <a:lnTo>
                      <a:pt x="1706" y="634"/>
                    </a:lnTo>
                    <a:lnTo>
                      <a:pt x="1745" y="691"/>
                    </a:lnTo>
                    <a:lnTo>
                      <a:pt x="1782" y="746"/>
                    </a:lnTo>
                    <a:lnTo>
                      <a:pt x="1819" y="801"/>
                    </a:lnTo>
                    <a:lnTo>
                      <a:pt x="1854" y="855"/>
                    </a:lnTo>
                    <a:lnTo>
                      <a:pt x="1886" y="907"/>
                    </a:lnTo>
                    <a:lnTo>
                      <a:pt x="1917" y="956"/>
                    </a:lnTo>
                    <a:lnTo>
                      <a:pt x="1946" y="1004"/>
                    </a:lnTo>
                    <a:lnTo>
                      <a:pt x="1973" y="1048"/>
                    </a:lnTo>
                    <a:lnTo>
                      <a:pt x="1996" y="1087"/>
                    </a:lnTo>
                    <a:lnTo>
                      <a:pt x="2017" y="1124"/>
                    </a:lnTo>
                    <a:lnTo>
                      <a:pt x="2035" y="1156"/>
                    </a:lnTo>
                    <a:lnTo>
                      <a:pt x="2051" y="1183"/>
                    </a:lnTo>
                    <a:lnTo>
                      <a:pt x="2063" y="1205"/>
                    </a:lnTo>
                    <a:lnTo>
                      <a:pt x="2071" y="1221"/>
                    </a:lnTo>
                    <a:lnTo>
                      <a:pt x="2077" y="1232"/>
                    </a:lnTo>
                    <a:lnTo>
                      <a:pt x="2078" y="1234"/>
                    </a:lnTo>
                    <a:lnTo>
                      <a:pt x="2075" y="1237"/>
                    </a:lnTo>
                    <a:lnTo>
                      <a:pt x="2064" y="1241"/>
                    </a:lnTo>
                    <a:lnTo>
                      <a:pt x="2048" y="1249"/>
                    </a:lnTo>
                    <a:lnTo>
                      <a:pt x="2025" y="1260"/>
                    </a:lnTo>
                    <a:lnTo>
                      <a:pt x="1997" y="1273"/>
                    </a:lnTo>
                    <a:lnTo>
                      <a:pt x="1963" y="1288"/>
                    </a:lnTo>
                    <a:lnTo>
                      <a:pt x="1926" y="1306"/>
                    </a:lnTo>
                    <a:lnTo>
                      <a:pt x="1882" y="1323"/>
                    </a:lnTo>
                    <a:lnTo>
                      <a:pt x="1835" y="1343"/>
                    </a:lnTo>
                    <a:lnTo>
                      <a:pt x="1785" y="1365"/>
                    </a:lnTo>
                    <a:lnTo>
                      <a:pt x="1731" y="1387"/>
                    </a:lnTo>
                    <a:lnTo>
                      <a:pt x="1673" y="1410"/>
                    </a:lnTo>
                    <a:lnTo>
                      <a:pt x="1614" y="1433"/>
                    </a:lnTo>
                    <a:lnTo>
                      <a:pt x="1552" y="1455"/>
                    </a:lnTo>
                    <a:lnTo>
                      <a:pt x="1488" y="1478"/>
                    </a:lnTo>
                    <a:lnTo>
                      <a:pt x="1424" y="1501"/>
                    </a:lnTo>
                    <a:lnTo>
                      <a:pt x="1358" y="1523"/>
                    </a:lnTo>
                    <a:lnTo>
                      <a:pt x="1290" y="1543"/>
                    </a:lnTo>
                    <a:lnTo>
                      <a:pt x="1223" y="1563"/>
                    </a:lnTo>
                    <a:lnTo>
                      <a:pt x="1157" y="1581"/>
                    </a:lnTo>
                    <a:lnTo>
                      <a:pt x="1089" y="1597"/>
                    </a:lnTo>
                    <a:lnTo>
                      <a:pt x="1023" y="1611"/>
                    </a:lnTo>
                    <a:lnTo>
                      <a:pt x="958" y="1623"/>
                    </a:lnTo>
                    <a:lnTo>
                      <a:pt x="896" y="1631"/>
                    </a:lnTo>
                    <a:lnTo>
                      <a:pt x="834" y="1638"/>
                    </a:lnTo>
                    <a:lnTo>
                      <a:pt x="776" y="1640"/>
                    </a:lnTo>
                    <a:lnTo>
                      <a:pt x="719" y="1640"/>
                    </a:lnTo>
                    <a:lnTo>
                      <a:pt x="667" y="1636"/>
                    </a:lnTo>
                    <a:lnTo>
                      <a:pt x="617" y="1628"/>
                    </a:lnTo>
                    <a:lnTo>
                      <a:pt x="572" y="1617"/>
                    </a:lnTo>
                    <a:lnTo>
                      <a:pt x="501" y="1590"/>
                    </a:lnTo>
                    <a:lnTo>
                      <a:pt x="435" y="1558"/>
                    </a:lnTo>
                    <a:lnTo>
                      <a:pt x="371" y="1520"/>
                    </a:lnTo>
                    <a:lnTo>
                      <a:pt x="313" y="1478"/>
                    </a:lnTo>
                    <a:lnTo>
                      <a:pt x="258" y="1431"/>
                    </a:lnTo>
                    <a:lnTo>
                      <a:pt x="209" y="1380"/>
                    </a:lnTo>
                    <a:lnTo>
                      <a:pt x="164" y="1325"/>
                    </a:lnTo>
                    <a:lnTo>
                      <a:pt x="124" y="1267"/>
                    </a:lnTo>
                    <a:lnTo>
                      <a:pt x="89" y="1205"/>
                    </a:lnTo>
                    <a:lnTo>
                      <a:pt x="60" y="1141"/>
                    </a:lnTo>
                    <a:lnTo>
                      <a:pt x="37" y="1074"/>
                    </a:lnTo>
                    <a:lnTo>
                      <a:pt x="18" y="1005"/>
                    </a:lnTo>
                    <a:lnTo>
                      <a:pt x="6" y="935"/>
                    </a:lnTo>
                    <a:lnTo>
                      <a:pt x="0" y="863"/>
                    </a:lnTo>
                    <a:lnTo>
                      <a:pt x="0" y="792"/>
                    </a:lnTo>
                    <a:lnTo>
                      <a:pt x="7" y="718"/>
                    </a:lnTo>
                    <a:lnTo>
                      <a:pt x="19" y="645"/>
                    </a:lnTo>
                    <a:lnTo>
                      <a:pt x="39" y="572"/>
                    </a:lnTo>
                    <a:lnTo>
                      <a:pt x="66" y="502"/>
                    </a:lnTo>
                    <a:lnTo>
                      <a:pt x="99" y="434"/>
                    </a:lnTo>
                    <a:lnTo>
                      <a:pt x="137" y="372"/>
                    </a:lnTo>
                    <a:lnTo>
                      <a:pt x="178" y="313"/>
                    </a:lnTo>
                    <a:lnTo>
                      <a:pt x="226" y="259"/>
                    </a:lnTo>
                    <a:lnTo>
                      <a:pt x="277" y="209"/>
                    </a:lnTo>
                    <a:lnTo>
                      <a:pt x="332" y="165"/>
                    </a:lnTo>
                    <a:lnTo>
                      <a:pt x="390" y="126"/>
                    </a:lnTo>
                    <a:lnTo>
                      <a:pt x="452" y="91"/>
                    </a:lnTo>
                    <a:lnTo>
                      <a:pt x="516" y="61"/>
                    </a:lnTo>
                    <a:lnTo>
                      <a:pt x="583" y="37"/>
                    </a:lnTo>
                    <a:lnTo>
                      <a:pt x="652" y="19"/>
                    </a:lnTo>
                    <a:lnTo>
                      <a:pt x="722" y="7"/>
                    </a:lnTo>
                    <a:lnTo>
                      <a:pt x="794" y="0"/>
                    </a:lnTo>
                    <a:close/>
                  </a:path>
                </a:pathLst>
              </a:custGeom>
              <a:solidFill>
                <a:schemeClr val="accent4"/>
              </a:solidFill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grpSp>
            <p:nvGrpSpPr>
              <p:cNvPr id="55" name="Group 92"/>
              <p:cNvGrpSpPr/>
              <p:nvPr/>
            </p:nvGrpSpPr>
            <p:grpSpPr>
              <a:xfrm>
                <a:off x="4559245" y="3525194"/>
                <a:ext cx="479425" cy="477838"/>
                <a:chOff x="4575175" y="3521076"/>
                <a:chExt cx="479425" cy="477838"/>
              </a:xfrm>
            </p:grpSpPr>
            <p:sp>
              <p:nvSpPr>
                <p:cNvPr id="56" name="Freeform 54"/>
                <p:cNvSpPr>
                  <a:spLocks/>
                </p:cNvSpPr>
                <p:nvPr/>
              </p:nvSpPr>
              <p:spPr bwMode="auto">
                <a:xfrm>
                  <a:off x="4657725" y="3606801"/>
                  <a:ext cx="206375" cy="42863"/>
                </a:xfrm>
                <a:custGeom>
                  <a:avLst/>
                  <a:gdLst>
                    <a:gd name="T0" fmla="*/ 151 w 1438"/>
                    <a:gd name="T1" fmla="*/ 0 h 302"/>
                    <a:gd name="T2" fmla="*/ 1287 w 1438"/>
                    <a:gd name="T3" fmla="*/ 0 h 302"/>
                    <a:gd name="T4" fmla="*/ 1318 w 1438"/>
                    <a:gd name="T5" fmla="*/ 3 h 302"/>
                    <a:gd name="T6" fmla="*/ 1346 w 1438"/>
                    <a:gd name="T7" fmla="*/ 12 h 302"/>
                    <a:gd name="T8" fmla="*/ 1372 w 1438"/>
                    <a:gd name="T9" fmla="*/ 26 h 302"/>
                    <a:gd name="T10" fmla="*/ 1394 w 1438"/>
                    <a:gd name="T11" fmla="*/ 45 h 302"/>
                    <a:gd name="T12" fmla="*/ 1413 w 1438"/>
                    <a:gd name="T13" fmla="*/ 67 h 302"/>
                    <a:gd name="T14" fmla="*/ 1426 w 1438"/>
                    <a:gd name="T15" fmla="*/ 93 h 302"/>
                    <a:gd name="T16" fmla="*/ 1435 w 1438"/>
                    <a:gd name="T17" fmla="*/ 121 h 302"/>
                    <a:gd name="T18" fmla="*/ 1438 w 1438"/>
                    <a:gd name="T19" fmla="*/ 151 h 302"/>
                    <a:gd name="T20" fmla="*/ 1435 w 1438"/>
                    <a:gd name="T21" fmla="*/ 181 h 302"/>
                    <a:gd name="T22" fmla="*/ 1426 w 1438"/>
                    <a:gd name="T23" fmla="*/ 209 h 302"/>
                    <a:gd name="T24" fmla="*/ 1413 w 1438"/>
                    <a:gd name="T25" fmla="*/ 235 h 302"/>
                    <a:gd name="T26" fmla="*/ 1394 w 1438"/>
                    <a:gd name="T27" fmla="*/ 257 h 302"/>
                    <a:gd name="T28" fmla="*/ 1372 w 1438"/>
                    <a:gd name="T29" fmla="*/ 276 h 302"/>
                    <a:gd name="T30" fmla="*/ 1346 w 1438"/>
                    <a:gd name="T31" fmla="*/ 289 h 302"/>
                    <a:gd name="T32" fmla="*/ 1318 w 1438"/>
                    <a:gd name="T33" fmla="*/ 298 h 302"/>
                    <a:gd name="T34" fmla="*/ 1287 w 1438"/>
                    <a:gd name="T35" fmla="*/ 302 h 302"/>
                    <a:gd name="T36" fmla="*/ 151 w 1438"/>
                    <a:gd name="T37" fmla="*/ 302 h 302"/>
                    <a:gd name="T38" fmla="*/ 121 w 1438"/>
                    <a:gd name="T39" fmla="*/ 298 h 302"/>
                    <a:gd name="T40" fmla="*/ 93 w 1438"/>
                    <a:gd name="T41" fmla="*/ 289 h 302"/>
                    <a:gd name="T42" fmla="*/ 66 w 1438"/>
                    <a:gd name="T43" fmla="*/ 276 h 302"/>
                    <a:gd name="T44" fmla="*/ 44 w 1438"/>
                    <a:gd name="T45" fmla="*/ 257 h 302"/>
                    <a:gd name="T46" fmla="*/ 26 w 1438"/>
                    <a:gd name="T47" fmla="*/ 235 h 302"/>
                    <a:gd name="T48" fmla="*/ 12 w 1438"/>
                    <a:gd name="T49" fmla="*/ 209 h 302"/>
                    <a:gd name="T50" fmla="*/ 4 w 1438"/>
                    <a:gd name="T51" fmla="*/ 181 h 302"/>
                    <a:gd name="T52" fmla="*/ 0 w 1438"/>
                    <a:gd name="T53" fmla="*/ 151 h 302"/>
                    <a:gd name="T54" fmla="*/ 4 w 1438"/>
                    <a:gd name="T55" fmla="*/ 121 h 302"/>
                    <a:gd name="T56" fmla="*/ 12 w 1438"/>
                    <a:gd name="T57" fmla="*/ 93 h 302"/>
                    <a:gd name="T58" fmla="*/ 26 w 1438"/>
                    <a:gd name="T59" fmla="*/ 67 h 302"/>
                    <a:gd name="T60" fmla="*/ 44 w 1438"/>
                    <a:gd name="T61" fmla="*/ 45 h 302"/>
                    <a:gd name="T62" fmla="*/ 66 w 1438"/>
                    <a:gd name="T63" fmla="*/ 26 h 302"/>
                    <a:gd name="T64" fmla="*/ 93 w 1438"/>
                    <a:gd name="T65" fmla="*/ 12 h 302"/>
                    <a:gd name="T66" fmla="*/ 121 w 1438"/>
                    <a:gd name="T67" fmla="*/ 3 h 302"/>
                    <a:gd name="T68" fmla="*/ 151 w 1438"/>
                    <a:gd name="T69" fmla="*/ 0 h 30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</a:cxnLst>
                  <a:rect l="0" t="0" r="r" b="b"/>
                  <a:pathLst>
                    <a:path w="1438" h="302">
                      <a:moveTo>
                        <a:pt x="151" y="0"/>
                      </a:moveTo>
                      <a:lnTo>
                        <a:pt x="1287" y="0"/>
                      </a:lnTo>
                      <a:lnTo>
                        <a:pt x="1318" y="3"/>
                      </a:lnTo>
                      <a:lnTo>
                        <a:pt x="1346" y="12"/>
                      </a:lnTo>
                      <a:lnTo>
                        <a:pt x="1372" y="26"/>
                      </a:lnTo>
                      <a:lnTo>
                        <a:pt x="1394" y="45"/>
                      </a:lnTo>
                      <a:lnTo>
                        <a:pt x="1413" y="67"/>
                      </a:lnTo>
                      <a:lnTo>
                        <a:pt x="1426" y="93"/>
                      </a:lnTo>
                      <a:lnTo>
                        <a:pt x="1435" y="121"/>
                      </a:lnTo>
                      <a:lnTo>
                        <a:pt x="1438" y="151"/>
                      </a:lnTo>
                      <a:lnTo>
                        <a:pt x="1435" y="181"/>
                      </a:lnTo>
                      <a:lnTo>
                        <a:pt x="1426" y="209"/>
                      </a:lnTo>
                      <a:lnTo>
                        <a:pt x="1413" y="235"/>
                      </a:lnTo>
                      <a:lnTo>
                        <a:pt x="1394" y="257"/>
                      </a:lnTo>
                      <a:lnTo>
                        <a:pt x="1372" y="276"/>
                      </a:lnTo>
                      <a:lnTo>
                        <a:pt x="1346" y="289"/>
                      </a:lnTo>
                      <a:lnTo>
                        <a:pt x="1318" y="298"/>
                      </a:lnTo>
                      <a:lnTo>
                        <a:pt x="1287" y="302"/>
                      </a:lnTo>
                      <a:lnTo>
                        <a:pt x="151" y="302"/>
                      </a:lnTo>
                      <a:lnTo>
                        <a:pt x="121" y="298"/>
                      </a:lnTo>
                      <a:lnTo>
                        <a:pt x="93" y="289"/>
                      </a:lnTo>
                      <a:lnTo>
                        <a:pt x="66" y="276"/>
                      </a:lnTo>
                      <a:lnTo>
                        <a:pt x="44" y="257"/>
                      </a:lnTo>
                      <a:lnTo>
                        <a:pt x="26" y="235"/>
                      </a:lnTo>
                      <a:lnTo>
                        <a:pt x="12" y="209"/>
                      </a:lnTo>
                      <a:lnTo>
                        <a:pt x="4" y="181"/>
                      </a:lnTo>
                      <a:lnTo>
                        <a:pt x="0" y="151"/>
                      </a:lnTo>
                      <a:lnTo>
                        <a:pt x="4" y="121"/>
                      </a:lnTo>
                      <a:lnTo>
                        <a:pt x="12" y="93"/>
                      </a:lnTo>
                      <a:lnTo>
                        <a:pt x="26" y="67"/>
                      </a:lnTo>
                      <a:lnTo>
                        <a:pt x="44" y="45"/>
                      </a:lnTo>
                      <a:lnTo>
                        <a:pt x="66" y="26"/>
                      </a:lnTo>
                      <a:lnTo>
                        <a:pt x="93" y="12"/>
                      </a:lnTo>
                      <a:lnTo>
                        <a:pt x="121" y="3"/>
                      </a:lnTo>
                      <a:lnTo>
                        <a:pt x="151" y="0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57" name="Freeform 55"/>
                <p:cNvSpPr>
                  <a:spLocks/>
                </p:cNvSpPr>
                <p:nvPr/>
              </p:nvSpPr>
              <p:spPr bwMode="auto">
                <a:xfrm>
                  <a:off x="4657725" y="3687763"/>
                  <a:ext cx="206375" cy="42863"/>
                </a:xfrm>
                <a:custGeom>
                  <a:avLst/>
                  <a:gdLst>
                    <a:gd name="T0" fmla="*/ 151 w 1438"/>
                    <a:gd name="T1" fmla="*/ 0 h 301"/>
                    <a:gd name="T2" fmla="*/ 1287 w 1438"/>
                    <a:gd name="T3" fmla="*/ 0 h 301"/>
                    <a:gd name="T4" fmla="*/ 1318 w 1438"/>
                    <a:gd name="T5" fmla="*/ 3 h 301"/>
                    <a:gd name="T6" fmla="*/ 1346 w 1438"/>
                    <a:gd name="T7" fmla="*/ 12 h 301"/>
                    <a:gd name="T8" fmla="*/ 1372 w 1438"/>
                    <a:gd name="T9" fmla="*/ 26 h 301"/>
                    <a:gd name="T10" fmla="*/ 1394 w 1438"/>
                    <a:gd name="T11" fmla="*/ 44 h 301"/>
                    <a:gd name="T12" fmla="*/ 1413 w 1438"/>
                    <a:gd name="T13" fmla="*/ 66 h 301"/>
                    <a:gd name="T14" fmla="*/ 1426 w 1438"/>
                    <a:gd name="T15" fmla="*/ 92 h 301"/>
                    <a:gd name="T16" fmla="*/ 1435 w 1438"/>
                    <a:gd name="T17" fmla="*/ 120 h 301"/>
                    <a:gd name="T18" fmla="*/ 1438 w 1438"/>
                    <a:gd name="T19" fmla="*/ 150 h 301"/>
                    <a:gd name="T20" fmla="*/ 1435 w 1438"/>
                    <a:gd name="T21" fmla="*/ 181 h 301"/>
                    <a:gd name="T22" fmla="*/ 1426 w 1438"/>
                    <a:gd name="T23" fmla="*/ 210 h 301"/>
                    <a:gd name="T24" fmla="*/ 1413 w 1438"/>
                    <a:gd name="T25" fmla="*/ 235 h 301"/>
                    <a:gd name="T26" fmla="*/ 1394 w 1438"/>
                    <a:gd name="T27" fmla="*/ 258 h 301"/>
                    <a:gd name="T28" fmla="*/ 1372 w 1438"/>
                    <a:gd name="T29" fmla="*/ 275 h 301"/>
                    <a:gd name="T30" fmla="*/ 1346 w 1438"/>
                    <a:gd name="T31" fmla="*/ 290 h 301"/>
                    <a:gd name="T32" fmla="*/ 1318 w 1438"/>
                    <a:gd name="T33" fmla="*/ 298 h 301"/>
                    <a:gd name="T34" fmla="*/ 1287 w 1438"/>
                    <a:gd name="T35" fmla="*/ 301 h 301"/>
                    <a:gd name="T36" fmla="*/ 151 w 1438"/>
                    <a:gd name="T37" fmla="*/ 301 h 301"/>
                    <a:gd name="T38" fmla="*/ 121 w 1438"/>
                    <a:gd name="T39" fmla="*/ 298 h 301"/>
                    <a:gd name="T40" fmla="*/ 93 w 1438"/>
                    <a:gd name="T41" fmla="*/ 290 h 301"/>
                    <a:gd name="T42" fmla="*/ 66 w 1438"/>
                    <a:gd name="T43" fmla="*/ 275 h 301"/>
                    <a:gd name="T44" fmla="*/ 44 w 1438"/>
                    <a:gd name="T45" fmla="*/ 258 h 301"/>
                    <a:gd name="T46" fmla="*/ 26 w 1438"/>
                    <a:gd name="T47" fmla="*/ 235 h 301"/>
                    <a:gd name="T48" fmla="*/ 12 w 1438"/>
                    <a:gd name="T49" fmla="*/ 210 h 301"/>
                    <a:gd name="T50" fmla="*/ 4 w 1438"/>
                    <a:gd name="T51" fmla="*/ 181 h 301"/>
                    <a:gd name="T52" fmla="*/ 0 w 1438"/>
                    <a:gd name="T53" fmla="*/ 150 h 301"/>
                    <a:gd name="T54" fmla="*/ 4 w 1438"/>
                    <a:gd name="T55" fmla="*/ 120 h 301"/>
                    <a:gd name="T56" fmla="*/ 12 w 1438"/>
                    <a:gd name="T57" fmla="*/ 92 h 301"/>
                    <a:gd name="T58" fmla="*/ 26 w 1438"/>
                    <a:gd name="T59" fmla="*/ 66 h 301"/>
                    <a:gd name="T60" fmla="*/ 44 w 1438"/>
                    <a:gd name="T61" fmla="*/ 44 h 301"/>
                    <a:gd name="T62" fmla="*/ 66 w 1438"/>
                    <a:gd name="T63" fmla="*/ 26 h 301"/>
                    <a:gd name="T64" fmla="*/ 93 w 1438"/>
                    <a:gd name="T65" fmla="*/ 12 h 301"/>
                    <a:gd name="T66" fmla="*/ 121 w 1438"/>
                    <a:gd name="T67" fmla="*/ 3 h 301"/>
                    <a:gd name="T68" fmla="*/ 151 w 1438"/>
                    <a:gd name="T69" fmla="*/ 0 h 30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</a:cxnLst>
                  <a:rect l="0" t="0" r="r" b="b"/>
                  <a:pathLst>
                    <a:path w="1438" h="301">
                      <a:moveTo>
                        <a:pt x="151" y="0"/>
                      </a:moveTo>
                      <a:lnTo>
                        <a:pt x="1287" y="0"/>
                      </a:lnTo>
                      <a:lnTo>
                        <a:pt x="1318" y="3"/>
                      </a:lnTo>
                      <a:lnTo>
                        <a:pt x="1346" y="12"/>
                      </a:lnTo>
                      <a:lnTo>
                        <a:pt x="1372" y="26"/>
                      </a:lnTo>
                      <a:lnTo>
                        <a:pt x="1394" y="44"/>
                      </a:lnTo>
                      <a:lnTo>
                        <a:pt x="1413" y="66"/>
                      </a:lnTo>
                      <a:lnTo>
                        <a:pt x="1426" y="92"/>
                      </a:lnTo>
                      <a:lnTo>
                        <a:pt x="1435" y="120"/>
                      </a:lnTo>
                      <a:lnTo>
                        <a:pt x="1438" y="150"/>
                      </a:lnTo>
                      <a:lnTo>
                        <a:pt x="1435" y="181"/>
                      </a:lnTo>
                      <a:lnTo>
                        <a:pt x="1426" y="210"/>
                      </a:lnTo>
                      <a:lnTo>
                        <a:pt x="1413" y="235"/>
                      </a:lnTo>
                      <a:lnTo>
                        <a:pt x="1394" y="258"/>
                      </a:lnTo>
                      <a:lnTo>
                        <a:pt x="1372" y="275"/>
                      </a:lnTo>
                      <a:lnTo>
                        <a:pt x="1346" y="290"/>
                      </a:lnTo>
                      <a:lnTo>
                        <a:pt x="1318" y="298"/>
                      </a:lnTo>
                      <a:lnTo>
                        <a:pt x="1287" y="301"/>
                      </a:lnTo>
                      <a:lnTo>
                        <a:pt x="151" y="301"/>
                      </a:lnTo>
                      <a:lnTo>
                        <a:pt x="121" y="298"/>
                      </a:lnTo>
                      <a:lnTo>
                        <a:pt x="93" y="290"/>
                      </a:lnTo>
                      <a:lnTo>
                        <a:pt x="66" y="275"/>
                      </a:lnTo>
                      <a:lnTo>
                        <a:pt x="44" y="258"/>
                      </a:lnTo>
                      <a:lnTo>
                        <a:pt x="26" y="235"/>
                      </a:lnTo>
                      <a:lnTo>
                        <a:pt x="12" y="210"/>
                      </a:lnTo>
                      <a:lnTo>
                        <a:pt x="4" y="181"/>
                      </a:lnTo>
                      <a:lnTo>
                        <a:pt x="0" y="150"/>
                      </a:lnTo>
                      <a:lnTo>
                        <a:pt x="4" y="120"/>
                      </a:lnTo>
                      <a:lnTo>
                        <a:pt x="12" y="92"/>
                      </a:lnTo>
                      <a:lnTo>
                        <a:pt x="26" y="66"/>
                      </a:lnTo>
                      <a:lnTo>
                        <a:pt x="44" y="44"/>
                      </a:lnTo>
                      <a:lnTo>
                        <a:pt x="66" y="26"/>
                      </a:lnTo>
                      <a:lnTo>
                        <a:pt x="93" y="12"/>
                      </a:lnTo>
                      <a:lnTo>
                        <a:pt x="121" y="3"/>
                      </a:lnTo>
                      <a:lnTo>
                        <a:pt x="151" y="0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58" name="Freeform 56"/>
                <p:cNvSpPr>
                  <a:spLocks/>
                </p:cNvSpPr>
                <p:nvPr/>
              </p:nvSpPr>
              <p:spPr bwMode="auto">
                <a:xfrm>
                  <a:off x="4657725" y="3768726"/>
                  <a:ext cx="125413" cy="44450"/>
                </a:xfrm>
                <a:custGeom>
                  <a:avLst/>
                  <a:gdLst>
                    <a:gd name="T0" fmla="*/ 151 w 870"/>
                    <a:gd name="T1" fmla="*/ 0 h 301"/>
                    <a:gd name="T2" fmla="*/ 720 w 870"/>
                    <a:gd name="T3" fmla="*/ 0 h 301"/>
                    <a:gd name="T4" fmla="*/ 750 w 870"/>
                    <a:gd name="T5" fmla="*/ 4 h 301"/>
                    <a:gd name="T6" fmla="*/ 778 w 870"/>
                    <a:gd name="T7" fmla="*/ 12 h 301"/>
                    <a:gd name="T8" fmla="*/ 805 w 870"/>
                    <a:gd name="T9" fmla="*/ 26 h 301"/>
                    <a:gd name="T10" fmla="*/ 827 w 870"/>
                    <a:gd name="T11" fmla="*/ 44 h 301"/>
                    <a:gd name="T12" fmla="*/ 845 w 870"/>
                    <a:gd name="T13" fmla="*/ 67 h 301"/>
                    <a:gd name="T14" fmla="*/ 859 w 870"/>
                    <a:gd name="T15" fmla="*/ 92 h 301"/>
                    <a:gd name="T16" fmla="*/ 867 w 870"/>
                    <a:gd name="T17" fmla="*/ 120 h 301"/>
                    <a:gd name="T18" fmla="*/ 870 w 870"/>
                    <a:gd name="T19" fmla="*/ 151 h 301"/>
                    <a:gd name="T20" fmla="*/ 867 w 870"/>
                    <a:gd name="T21" fmla="*/ 181 h 301"/>
                    <a:gd name="T22" fmla="*/ 859 w 870"/>
                    <a:gd name="T23" fmla="*/ 209 h 301"/>
                    <a:gd name="T24" fmla="*/ 845 w 870"/>
                    <a:gd name="T25" fmla="*/ 234 h 301"/>
                    <a:gd name="T26" fmla="*/ 827 w 870"/>
                    <a:gd name="T27" fmla="*/ 257 h 301"/>
                    <a:gd name="T28" fmla="*/ 805 w 870"/>
                    <a:gd name="T29" fmla="*/ 275 h 301"/>
                    <a:gd name="T30" fmla="*/ 778 w 870"/>
                    <a:gd name="T31" fmla="*/ 290 h 301"/>
                    <a:gd name="T32" fmla="*/ 750 w 870"/>
                    <a:gd name="T33" fmla="*/ 298 h 301"/>
                    <a:gd name="T34" fmla="*/ 720 w 870"/>
                    <a:gd name="T35" fmla="*/ 301 h 301"/>
                    <a:gd name="T36" fmla="*/ 151 w 870"/>
                    <a:gd name="T37" fmla="*/ 301 h 301"/>
                    <a:gd name="T38" fmla="*/ 121 w 870"/>
                    <a:gd name="T39" fmla="*/ 298 h 301"/>
                    <a:gd name="T40" fmla="*/ 93 w 870"/>
                    <a:gd name="T41" fmla="*/ 290 h 301"/>
                    <a:gd name="T42" fmla="*/ 66 w 870"/>
                    <a:gd name="T43" fmla="*/ 275 h 301"/>
                    <a:gd name="T44" fmla="*/ 44 w 870"/>
                    <a:gd name="T45" fmla="*/ 257 h 301"/>
                    <a:gd name="T46" fmla="*/ 26 w 870"/>
                    <a:gd name="T47" fmla="*/ 234 h 301"/>
                    <a:gd name="T48" fmla="*/ 12 w 870"/>
                    <a:gd name="T49" fmla="*/ 209 h 301"/>
                    <a:gd name="T50" fmla="*/ 4 w 870"/>
                    <a:gd name="T51" fmla="*/ 181 h 301"/>
                    <a:gd name="T52" fmla="*/ 0 w 870"/>
                    <a:gd name="T53" fmla="*/ 151 h 301"/>
                    <a:gd name="T54" fmla="*/ 4 w 870"/>
                    <a:gd name="T55" fmla="*/ 120 h 301"/>
                    <a:gd name="T56" fmla="*/ 12 w 870"/>
                    <a:gd name="T57" fmla="*/ 92 h 301"/>
                    <a:gd name="T58" fmla="*/ 26 w 870"/>
                    <a:gd name="T59" fmla="*/ 67 h 301"/>
                    <a:gd name="T60" fmla="*/ 44 w 870"/>
                    <a:gd name="T61" fmla="*/ 44 h 301"/>
                    <a:gd name="T62" fmla="*/ 66 w 870"/>
                    <a:gd name="T63" fmla="*/ 26 h 301"/>
                    <a:gd name="T64" fmla="*/ 93 w 870"/>
                    <a:gd name="T65" fmla="*/ 12 h 301"/>
                    <a:gd name="T66" fmla="*/ 121 w 870"/>
                    <a:gd name="T67" fmla="*/ 4 h 301"/>
                    <a:gd name="T68" fmla="*/ 151 w 870"/>
                    <a:gd name="T69" fmla="*/ 0 h 30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</a:cxnLst>
                  <a:rect l="0" t="0" r="r" b="b"/>
                  <a:pathLst>
                    <a:path w="870" h="301">
                      <a:moveTo>
                        <a:pt x="151" y="0"/>
                      </a:moveTo>
                      <a:lnTo>
                        <a:pt x="720" y="0"/>
                      </a:lnTo>
                      <a:lnTo>
                        <a:pt x="750" y="4"/>
                      </a:lnTo>
                      <a:lnTo>
                        <a:pt x="778" y="12"/>
                      </a:lnTo>
                      <a:lnTo>
                        <a:pt x="805" y="26"/>
                      </a:lnTo>
                      <a:lnTo>
                        <a:pt x="827" y="44"/>
                      </a:lnTo>
                      <a:lnTo>
                        <a:pt x="845" y="67"/>
                      </a:lnTo>
                      <a:lnTo>
                        <a:pt x="859" y="92"/>
                      </a:lnTo>
                      <a:lnTo>
                        <a:pt x="867" y="120"/>
                      </a:lnTo>
                      <a:lnTo>
                        <a:pt x="870" y="151"/>
                      </a:lnTo>
                      <a:lnTo>
                        <a:pt x="867" y="181"/>
                      </a:lnTo>
                      <a:lnTo>
                        <a:pt x="859" y="209"/>
                      </a:lnTo>
                      <a:lnTo>
                        <a:pt x="845" y="234"/>
                      </a:lnTo>
                      <a:lnTo>
                        <a:pt x="827" y="257"/>
                      </a:lnTo>
                      <a:lnTo>
                        <a:pt x="805" y="275"/>
                      </a:lnTo>
                      <a:lnTo>
                        <a:pt x="778" y="290"/>
                      </a:lnTo>
                      <a:lnTo>
                        <a:pt x="750" y="298"/>
                      </a:lnTo>
                      <a:lnTo>
                        <a:pt x="720" y="301"/>
                      </a:lnTo>
                      <a:lnTo>
                        <a:pt x="151" y="301"/>
                      </a:lnTo>
                      <a:lnTo>
                        <a:pt x="121" y="298"/>
                      </a:lnTo>
                      <a:lnTo>
                        <a:pt x="93" y="290"/>
                      </a:lnTo>
                      <a:lnTo>
                        <a:pt x="66" y="275"/>
                      </a:lnTo>
                      <a:lnTo>
                        <a:pt x="44" y="257"/>
                      </a:lnTo>
                      <a:lnTo>
                        <a:pt x="26" y="234"/>
                      </a:lnTo>
                      <a:lnTo>
                        <a:pt x="12" y="209"/>
                      </a:lnTo>
                      <a:lnTo>
                        <a:pt x="4" y="181"/>
                      </a:lnTo>
                      <a:lnTo>
                        <a:pt x="0" y="151"/>
                      </a:lnTo>
                      <a:lnTo>
                        <a:pt x="4" y="120"/>
                      </a:lnTo>
                      <a:lnTo>
                        <a:pt x="12" y="92"/>
                      </a:lnTo>
                      <a:lnTo>
                        <a:pt x="26" y="67"/>
                      </a:lnTo>
                      <a:lnTo>
                        <a:pt x="44" y="44"/>
                      </a:lnTo>
                      <a:lnTo>
                        <a:pt x="66" y="26"/>
                      </a:lnTo>
                      <a:lnTo>
                        <a:pt x="93" y="12"/>
                      </a:lnTo>
                      <a:lnTo>
                        <a:pt x="121" y="4"/>
                      </a:lnTo>
                      <a:lnTo>
                        <a:pt x="151" y="0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59" name="Freeform 57"/>
                <p:cNvSpPr>
                  <a:spLocks/>
                </p:cNvSpPr>
                <p:nvPr/>
              </p:nvSpPr>
              <p:spPr bwMode="auto">
                <a:xfrm>
                  <a:off x="4575175" y="3521076"/>
                  <a:ext cx="371475" cy="477838"/>
                </a:xfrm>
                <a:custGeom>
                  <a:avLst/>
                  <a:gdLst>
                    <a:gd name="T0" fmla="*/ 152 w 2574"/>
                    <a:gd name="T1" fmla="*/ 0 h 3310"/>
                    <a:gd name="T2" fmla="*/ 2423 w 2574"/>
                    <a:gd name="T3" fmla="*/ 0 h 3310"/>
                    <a:gd name="T4" fmla="*/ 2453 w 2574"/>
                    <a:gd name="T5" fmla="*/ 3 h 3310"/>
                    <a:gd name="T6" fmla="*/ 2481 w 2574"/>
                    <a:gd name="T7" fmla="*/ 12 h 3310"/>
                    <a:gd name="T8" fmla="*/ 2507 w 2574"/>
                    <a:gd name="T9" fmla="*/ 26 h 3310"/>
                    <a:gd name="T10" fmla="*/ 2529 w 2574"/>
                    <a:gd name="T11" fmla="*/ 44 h 3310"/>
                    <a:gd name="T12" fmla="*/ 2548 w 2574"/>
                    <a:gd name="T13" fmla="*/ 67 h 3310"/>
                    <a:gd name="T14" fmla="*/ 2562 w 2574"/>
                    <a:gd name="T15" fmla="*/ 92 h 3310"/>
                    <a:gd name="T16" fmla="*/ 2571 w 2574"/>
                    <a:gd name="T17" fmla="*/ 120 h 3310"/>
                    <a:gd name="T18" fmla="*/ 2574 w 2574"/>
                    <a:gd name="T19" fmla="*/ 150 h 3310"/>
                    <a:gd name="T20" fmla="*/ 2574 w 2574"/>
                    <a:gd name="T21" fmla="*/ 374 h 3310"/>
                    <a:gd name="T22" fmla="*/ 2272 w 2574"/>
                    <a:gd name="T23" fmla="*/ 896 h 3310"/>
                    <a:gd name="T24" fmla="*/ 2272 w 2574"/>
                    <a:gd name="T25" fmla="*/ 301 h 3310"/>
                    <a:gd name="T26" fmla="*/ 304 w 2574"/>
                    <a:gd name="T27" fmla="*/ 301 h 3310"/>
                    <a:gd name="T28" fmla="*/ 304 w 2574"/>
                    <a:gd name="T29" fmla="*/ 3008 h 3310"/>
                    <a:gd name="T30" fmla="*/ 2272 w 2574"/>
                    <a:gd name="T31" fmla="*/ 3008 h 3310"/>
                    <a:gd name="T32" fmla="*/ 2272 w 2574"/>
                    <a:gd name="T33" fmla="*/ 2634 h 3310"/>
                    <a:gd name="T34" fmla="*/ 2430 w 2574"/>
                    <a:gd name="T35" fmla="*/ 2530 h 3310"/>
                    <a:gd name="T36" fmla="*/ 2458 w 2574"/>
                    <a:gd name="T37" fmla="*/ 2508 h 3310"/>
                    <a:gd name="T38" fmla="*/ 2482 w 2574"/>
                    <a:gd name="T39" fmla="*/ 2483 h 3310"/>
                    <a:gd name="T40" fmla="*/ 2502 w 2574"/>
                    <a:gd name="T41" fmla="*/ 2454 h 3310"/>
                    <a:gd name="T42" fmla="*/ 2574 w 2574"/>
                    <a:gd name="T43" fmla="*/ 2330 h 3310"/>
                    <a:gd name="T44" fmla="*/ 2574 w 2574"/>
                    <a:gd name="T45" fmla="*/ 3159 h 3310"/>
                    <a:gd name="T46" fmla="*/ 2571 w 2574"/>
                    <a:gd name="T47" fmla="*/ 3189 h 3310"/>
                    <a:gd name="T48" fmla="*/ 2562 w 2574"/>
                    <a:gd name="T49" fmla="*/ 3217 h 3310"/>
                    <a:gd name="T50" fmla="*/ 2548 w 2574"/>
                    <a:gd name="T51" fmla="*/ 3243 h 3310"/>
                    <a:gd name="T52" fmla="*/ 2529 w 2574"/>
                    <a:gd name="T53" fmla="*/ 3265 h 3310"/>
                    <a:gd name="T54" fmla="*/ 2507 w 2574"/>
                    <a:gd name="T55" fmla="*/ 3284 h 3310"/>
                    <a:gd name="T56" fmla="*/ 2481 w 2574"/>
                    <a:gd name="T57" fmla="*/ 3297 h 3310"/>
                    <a:gd name="T58" fmla="*/ 2453 w 2574"/>
                    <a:gd name="T59" fmla="*/ 3307 h 3310"/>
                    <a:gd name="T60" fmla="*/ 2423 w 2574"/>
                    <a:gd name="T61" fmla="*/ 3310 h 3310"/>
                    <a:gd name="T62" fmla="*/ 152 w 2574"/>
                    <a:gd name="T63" fmla="*/ 3310 h 3310"/>
                    <a:gd name="T64" fmla="*/ 121 w 2574"/>
                    <a:gd name="T65" fmla="*/ 3307 h 3310"/>
                    <a:gd name="T66" fmla="*/ 93 w 2574"/>
                    <a:gd name="T67" fmla="*/ 3297 h 3310"/>
                    <a:gd name="T68" fmla="*/ 67 w 2574"/>
                    <a:gd name="T69" fmla="*/ 3284 h 3310"/>
                    <a:gd name="T70" fmla="*/ 45 w 2574"/>
                    <a:gd name="T71" fmla="*/ 3265 h 3310"/>
                    <a:gd name="T72" fmla="*/ 26 w 2574"/>
                    <a:gd name="T73" fmla="*/ 3243 h 3310"/>
                    <a:gd name="T74" fmla="*/ 13 w 2574"/>
                    <a:gd name="T75" fmla="*/ 3217 h 3310"/>
                    <a:gd name="T76" fmla="*/ 3 w 2574"/>
                    <a:gd name="T77" fmla="*/ 3189 h 3310"/>
                    <a:gd name="T78" fmla="*/ 0 w 2574"/>
                    <a:gd name="T79" fmla="*/ 3159 h 3310"/>
                    <a:gd name="T80" fmla="*/ 0 w 2574"/>
                    <a:gd name="T81" fmla="*/ 150 h 3310"/>
                    <a:gd name="T82" fmla="*/ 3 w 2574"/>
                    <a:gd name="T83" fmla="*/ 120 h 3310"/>
                    <a:gd name="T84" fmla="*/ 13 w 2574"/>
                    <a:gd name="T85" fmla="*/ 92 h 3310"/>
                    <a:gd name="T86" fmla="*/ 26 w 2574"/>
                    <a:gd name="T87" fmla="*/ 67 h 3310"/>
                    <a:gd name="T88" fmla="*/ 45 w 2574"/>
                    <a:gd name="T89" fmla="*/ 44 h 3310"/>
                    <a:gd name="T90" fmla="*/ 67 w 2574"/>
                    <a:gd name="T91" fmla="*/ 26 h 3310"/>
                    <a:gd name="T92" fmla="*/ 93 w 2574"/>
                    <a:gd name="T93" fmla="*/ 12 h 3310"/>
                    <a:gd name="T94" fmla="*/ 121 w 2574"/>
                    <a:gd name="T95" fmla="*/ 3 h 3310"/>
                    <a:gd name="T96" fmla="*/ 152 w 2574"/>
                    <a:gd name="T97" fmla="*/ 0 h 331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</a:cxnLst>
                  <a:rect l="0" t="0" r="r" b="b"/>
                  <a:pathLst>
                    <a:path w="2574" h="3310">
                      <a:moveTo>
                        <a:pt x="152" y="0"/>
                      </a:moveTo>
                      <a:lnTo>
                        <a:pt x="2423" y="0"/>
                      </a:lnTo>
                      <a:lnTo>
                        <a:pt x="2453" y="3"/>
                      </a:lnTo>
                      <a:lnTo>
                        <a:pt x="2481" y="12"/>
                      </a:lnTo>
                      <a:lnTo>
                        <a:pt x="2507" y="26"/>
                      </a:lnTo>
                      <a:lnTo>
                        <a:pt x="2529" y="44"/>
                      </a:lnTo>
                      <a:lnTo>
                        <a:pt x="2548" y="67"/>
                      </a:lnTo>
                      <a:lnTo>
                        <a:pt x="2562" y="92"/>
                      </a:lnTo>
                      <a:lnTo>
                        <a:pt x="2571" y="120"/>
                      </a:lnTo>
                      <a:lnTo>
                        <a:pt x="2574" y="150"/>
                      </a:lnTo>
                      <a:lnTo>
                        <a:pt x="2574" y="374"/>
                      </a:lnTo>
                      <a:lnTo>
                        <a:pt x="2272" y="896"/>
                      </a:lnTo>
                      <a:lnTo>
                        <a:pt x="2272" y="301"/>
                      </a:lnTo>
                      <a:lnTo>
                        <a:pt x="304" y="301"/>
                      </a:lnTo>
                      <a:lnTo>
                        <a:pt x="304" y="3008"/>
                      </a:lnTo>
                      <a:lnTo>
                        <a:pt x="2272" y="3008"/>
                      </a:lnTo>
                      <a:lnTo>
                        <a:pt x="2272" y="2634"/>
                      </a:lnTo>
                      <a:lnTo>
                        <a:pt x="2430" y="2530"/>
                      </a:lnTo>
                      <a:lnTo>
                        <a:pt x="2458" y="2508"/>
                      </a:lnTo>
                      <a:lnTo>
                        <a:pt x="2482" y="2483"/>
                      </a:lnTo>
                      <a:lnTo>
                        <a:pt x="2502" y="2454"/>
                      </a:lnTo>
                      <a:lnTo>
                        <a:pt x="2574" y="2330"/>
                      </a:lnTo>
                      <a:lnTo>
                        <a:pt x="2574" y="3159"/>
                      </a:lnTo>
                      <a:lnTo>
                        <a:pt x="2571" y="3189"/>
                      </a:lnTo>
                      <a:lnTo>
                        <a:pt x="2562" y="3217"/>
                      </a:lnTo>
                      <a:lnTo>
                        <a:pt x="2548" y="3243"/>
                      </a:lnTo>
                      <a:lnTo>
                        <a:pt x="2529" y="3265"/>
                      </a:lnTo>
                      <a:lnTo>
                        <a:pt x="2507" y="3284"/>
                      </a:lnTo>
                      <a:lnTo>
                        <a:pt x="2481" y="3297"/>
                      </a:lnTo>
                      <a:lnTo>
                        <a:pt x="2453" y="3307"/>
                      </a:lnTo>
                      <a:lnTo>
                        <a:pt x="2423" y="3310"/>
                      </a:lnTo>
                      <a:lnTo>
                        <a:pt x="152" y="3310"/>
                      </a:lnTo>
                      <a:lnTo>
                        <a:pt x="121" y="3307"/>
                      </a:lnTo>
                      <a:lnTo>
                        <a:pt x="93" y="3297"/>
                      </a:lnTo>
                      <a:lnTo>
                        <a:pt x="67" y="3284"/>
                      </a:lnTo>
                      <a:lnTo>
                        <a:pt x="45" y="3265"/>
                      </a:lnTo>
                      <a:lnTo>
                        <a:pt x="26" y="3243"/>
                      </a:lnTo>
                      <a:lnTo>
                        <a:pt x="13" y="3217"/>
                      </a:lnTo>
                      <a:lnTo>
                        <a:pt x="3" y="3189"/>
                      </a:lnTo>
                      <a:lnTo>
                        <a:pt x="0" y="3159"/>
                      </a:lnTo>
                      <a:lnTo>
                        <a:pt x="0" y="150"/>
                      </a:lnTo>
                      <a:lnTo>
                        <a:pt x="3" y="120"/>
                      </a:lnTo>
                      <a:lnTo>
                        <a:pt x="13" y="92"/>
                      </a:lnTo>
                      <a:lnTo>
                        <a:pt x="26" y="67"/>
                      </a:lnTo>
                      <a:lnTo>
                        <a:pt x="45" y="44"/>
                      </a:lnTo>
                      <a:lnTo>
                        <a:pt x="67" y="26"/>
                      </a:lnTo>
                      <a:lnTo>
                        <a:pt x="93" y="12"/>
                      </a:lnTo>
                      <a:lnTo>
                        <a:pt x="121" y="3"/>
                      </a:lnTo>
                      <a:lnTo>
                        <a:pt x="152" y="0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60" name="Freeform 58"/>
                <p:cNvSpPr>
                  <a:spLocks noEditPoints="1"/>
                </p:cNvSpPr>
                <p:nvPr/>
              </p:nvSpPr>
              <p:spPr bwMode="auto">
                <a:xfrm>
                  <a:off x="4826000" y="3575051"/>
                  <a:ext cx="228600" cy="341313"/>
                </a:xfrm>
                <a:custGeom>
                  <a:avLst/>
                  <a:gdLst>
                    <a:gd name="T0" fmla="*/ 131 w 1591"/>
                    <a:gd name="T1" fmla="*/ 1996 h 2370"/>
                    <a:gd name="T2" fmla="*/ 223 w 1591"/>
                    <a:gd name="T3" fmla="*/ 2040 h 2370"/>
                    <a:gd name="T4" fmla="*/ 308 w 1591"/>
                    <a:gd name="T5" fmla="*/ 2097 h 2370"/>
                    <a:gd name="T6" fmla="*/ 439 w 1591"/>
                    <a:gd name="T7" fmla="*/ 1980 h 2370"/>
                    <a:gd name="T8" fmla="*/ 389 w 1591"/>
                    <a:gd name="T9" fmla="*/ 1934 h 2370"/>
                    <a:gd name="T10" fmla="*/ 314 w 1591"/>
                    <a:gd name="T11" fmla="*/ 1883 h 2370"/>
                    <a:gd name="T12" fmla="*/ 245 w 1591"/>
                    <a:gd name="T13" fmla="*/ 1849 h 2370"/>
                    <a:gd name="T14" fmla="*/ 187 w 1591"/>
                    <a:gd name="T15" fmla="*/ 1829 h 2370"/>
                    <a:gd name="T16" fmla="*/ 141 w 1591"/>
                    <a:gd name="T17" fmla="*/ 1820 h 2370"/>
                    <a:gd name="T18" fmla="*/ 1118 w 1591"/>
                    <a:gd name="T19" fmla="*/ 0 h 2370"/>
                    <a:gd name="T20" fmla="*/ 1173 w 1591"/>
                    <a:gd name="T21" fmla="*/ 7 h 2370"/>
                    <a:gd name="T22" fmla="*/ 1240 w 1591"/>
                    <a:gd name="T23" fmla="*/ 25 h 2370"/>
                    <a:gd name="T24" fmla="*/ 1319 w 1591"/>
                    <a:gd name="T25" fmla="*/ 57 h 2370"/>
                    <a:gd name="T26" fmla="*/ 1407 w 1591"/>
                    <a:gd name="T27" fmla="*/ 108 h 2370"/>
                    <a:gd name="T28" fmla="*/ 1478 w 1591"/>
                    <a:gd name="T29" fmla="*/ 163 h 2370"/>
                    <a:gd name="T30" fmla="*/ 1528 w 1591"/>
                    <a:gd name="T31" fmla="*/ 215 h 2370"/>
                    <a:gd name="T32" fmla="*/ 1561 w 1591"/>
                    <a:gd name="T33" fmla="*/ 261 h 2370"/>
                    <a:gd name="T34" fmla="*/ 1580 w 1591"/>
                    <a:gd name="T35" fmla="*/ 297 h 2370"/>
                    <a:gd name="T36" fmla="*/ 1588 w 1591"/>
                    <a:gd name="T37" fmla="*/ 320 h 2370"/>
                    <a:gd name="T38" fmla="*/ 1591 w 1591"/>
                    <a:gd name="T39" fmla="*/ 344 h 2370"/>
                    <a:gd name="T40" fmla="*/ 1581 w 1591"/>
                    <a:gd name="T41" fmla="*/ 379 h 2370"/>
                    <a:gd name="T42" fmla="*/ 625 w 1591"/>
                    <a:gd name="T43" fmla="*/ 2021 h 2370"/>
                    <a:gd name="T44" fmla="*/ 116 w 1591"/>
                    <a:gd name="T45" fmla="*/ 2357 h 2370"/>
                    <a:gd name="T46" fmla="*/ 77 w 1591"/>
                    <a:gd name="T47" fmla="*/ 2370 h 2370"/>
                    <a:gd name="T48" fmla="*/ 36 w 1591"/>
                    <a:gd name="T49" fmla="*/ 2359 h 2370"/>
                    <a:gd name="T50" fmla="*/ 12 w 1591"/>
                    <a:gd name="T51" fmla="*/ 2338 h 2370"/>
                    <a:gd name="T52" fmla="*/ 0 w 1591"/>
                    <a:gd name="T53" fmla="*/ 2306 h 2370"/>
                    <a:gd name="T54" fmla="*/ 34 w 1591"/>
                    <a:gd name="T55" fmla="*/ 1702 h 2370"/>
                    <a:gd name="T56" fmla="*/ 45 w 1591"/>
                    <a:gd name="T57" fmla="*/ 1670 h 2370"/>
                    <a:gd name="T58" fmla="*/ 1002 w 1591"/>
                    <a:gd name="T59" fmla="*/ 27 h 2370"/>
                    <a:gd name="T60" fmla="*/ 1034 w 1591"/>
                    <a:gd name="T61" fmla="*/ 7 h 2370"/>
                    <a:gd name="T62" fmla="*/ 1048 w 1591"/>
                    <a:gd name="T63" fmla="*/ 4 h 2370"/>
                    <a:gd name="T64" fmla="*/ 1076 w 1591"/>
                    <a:gd name="T65" fmla="*/ 0 h 237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</a:cxnLst>
                  <a:rect l="0" t="0" r="r" b="b"/>
                  <a:pathLst>
                    <a:path w="1591" h="2370">
                      <a:moveTo>
                        <a:pt x="141" y="1820"/>
                      </a:moveTo>
                      <a:lnTo>
                        <a:pt x="131" y="1996"/>
                      </a:lnTo>
                      <a:lnTo>
                        <a:pt x="177" y="2016"/>
                      </a:lnTo>
                      <a:lnTo>
                        <a:pt x="223" y="2040"/>
                      </a:lnTo>
                      <a:lnTo>
                        <a:pt x="267" y="2067"/>
                      </a:lnTo>
                      <a:lnTo>
                        <a:pt x="308" y="2097"/>
                      </a:lnTo>
                      <a:lnTo>
                        <a:pt x="455" y="2000"/>
                      </a:lnTo>
                      <a:lnTo>
                        <a:pt x="439" y="1980"/>
                      </a:lnTo>
                      <a:lnTo>
                        <a:pt x="417" y="1958"/>
                      </a:lnTo>
                      <a:lnTo>
                        <a:pt x="389" y="1934"/>
                      </a:lnTo>
                      <a:lnTo>
                        <a:pt x="355" y="1909"/>
                      </a:lnTo>
                      <a:lnTo>
                        <a:pt x="314" y="1883"/>
                      </a:lnTo>
                      <a:lnTo>
                        <a:pt x="278" y="1864"/>
                      </a:lnTo>
                      <a:lnTo>
                        <a:pt x="245" y="1849"/>
                      </a:lnTo>
                      <a:lnTo>
                        <a:pt x="214" y="1837"/>
                      </a:lnTo>
                      <a:lnTo>
                        <a:pt x="187" y="1829"/>
                      </a:lnTo>
                      <a:lnTo>
                        <a:pt x="163" y="1824"/>
                      </a:lnTo>
                      <a:lnTo>
                        <a:pt x="141" y="1820"/>
                      </a:lnTo>
                      <a:close/>
                      <a:moveTo>
                        <a:pt x="1095" y="0"/>
                      </a:moveTo>
                      <a:lnTo>
                        <a:pt x="1118" y="0"/>
                      </a:lnTo>
                      <a:lnTo>
                        <a:pt x="1144" y="2"/>
                      </a:lnTo>
                      <a:lnTo>
                        <a:pt x="1173" y="7"/>
                      </a:lnTo>
                      <a:lnTo>
                        <a:pt x="1205" y="14"/>
                      </a:lnTo>
                      <a:lnTo>
                        <a:pt x="1240" y="25"/>
                      </a:lnTo>
                      <a:lnTo>
                        <a:pt x="1278" y="39"/>
                      </a:lnTo>
                      <a:lnTo>
                        <a:pt x="1319" y="57"/>
                      </a:lnTo>
                      <a:lnTo>
                        <a:pt x="1362" y="81"/>
                      </a:lnTo>
                      <a:lnTo>
                        <a:pt x="1407" y="108"/>
                      </a:lnTo>
                      <a:lnTo>
                        <a:pt x="1446" y="136"/>
                      </a:lnTo>
                      <a:lnTo>
                        <a:pt x="1478" y="163"/>
                      </a:lnTo>
                      <a:lnTo>
                        <a:pt x="1505" y="190"/>
                      </a:lnTo>
                      <a:lnTo>
                        <a:pt x="1528" y="215"/>
                      </a:lnTo>
                      <a:lnTo>
                        <a:pt x="1546" y="239"/>
                      </a:lnTo>
                      <a:lnTo>
                        <a:pt x="1561" y="261"/>
                      </a:lnTo>
                      <a:lnTo>
                        <a:pt x="1571" y="280"/>
                      </a:lnTo>
                      <a:lnTo>
                        <a:pt x="1580" y="297"/>
                      </a:lnTo>
                      <a:lnTo>
                        <a:pt x="1585" y="311"/>
                      </a:lnTo>
                      <a:lnTo>
                        <a:pt x="1588" y="320"/>
                      </a:lnTo>
                      <a:lnTo>
                        <a:pt x="1589" y="325"/>
                      </a:lnTo>
                      <a:lnTo>
                        <a:pt x="1591" y="344"/>
                      </a:lnTo>
                      <a:lnTo>
                        <a:pt x="1588" y="363"/>
                      </a:lnTo>
                      <a:lnTo>
                        <a:pt x="1581" y="379"/>
                      </a:lnTo>
                      <a:lnTo>
                        <a:pt x="634" y="2008"/>
                      </a:lnTo>
                      <a:lnTo>
                        <a:pt x="625" y="2021"/>
                      </a:lnTo>
                      <a:lnTo>
                        <a:pt x="611" y="2033"/>
                      </a:lnTo>
                      <a:lnTo>
                        <a:pt x="116" y="2357"/>
                      </a:lnTo>
                      <a:lnTo>
                        <a:pt x="97" y="2367"/>
                      </a:lnTo>
                      <a:lnTo>
                        <a:pt x="77" y="2370"/>
                      </a:lnTo>
                      <a:lnTo>
                        <a:pt x="56" y="2368"/>
                      </a:lnTo>
                      <a:lnTo>
                        <a:pt x="36" y="2359"/>
                      </a:lnTo>
                      <a:lnTo>
                        <a:pt x="23" y="2350"/>
                      </a:lnTo>
                      <a:lnTo>
                        <a:pt x="12" y="2338"/>
                      </a:lnTo>
                      <a:lnTo>
                        <a:pt x="5" y="2323"/>
                      </a:lnTo>
                      <a:lnTo>
                        <a:pt x="0" y="2306"/>
                      </a:lnTo>
                      <a:lnTo>
                        <a:pt x="0" y="2290"/>
                      </a:lnTo>
                      <a:lnTo>
                        <a:pt x="34" y="1702"/>
                      </a:lnTo>
                      <a:lnTo>
                        <a:pt x="38" y="1685"/>
                      </a:lnTo>
                      <a:lnTo>
                        <a:pt x="45" y="1670"/>
                      </a:lnTo>
                      <a:lnTo>
                        <a:pt x="991" y="41"/>
                      </a:lnTo>
                      <a:lnTo>
                        <a:pt x="1002" y="27"/>
                      </a:lnTo>
                      <a:lnTo>
                        <a:pt x="1016" y="15"/>
                      </a:lnTo>
                      <a:lnTo>
                        <a:pt x="1034" y="7"/>
                      </a:lnTo>
                      <a:lnTo>
                        <a:pt x="1038" y="6"/>
                      </a:lnTo>
                      <a:lnTo>
                        <a:pt x="1048" y="4"/>
                      </a:lnTo>
                      <a:lnTo>
                        <a:pt x="1060" y="2"/>
                      </a:lnTo>
                      <a:lnTo>
                        <a:pt x="1076" y="0"/>
                      </a:lnTo>
                      <a:lnTo>
                        <a:pt x="1095" y="0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61" name="Freeform 59"/>
                <p:cNvSpPr>
                  <a:spLocks/>
                </p:cNvSpPr>
                <p:nvPr/>
              </p:nvSpPr>
              <p:spPr bwMode="auto">
                <a:xfrm>
                  <a:off x="4645025" y="3849688"/>
                  <a:ext cx="166688" cy="84138"/>
                </a:xfrm>
                <a:custGeom>
                  <a:avLst/>
                  <a:gdLst>
                    <a:gd name="T0" fmla="*/ 557 w 1155"/>
                    <a:gd name="T1" fmla="*/ 5 h 591"/>
                    <a:gd name="T2" fmla="*/ 583 w 1155"/>
                    <a:gd name="T3" fmla="*/ 28 h 591"/>
                    <a:gd name="T4" fmla="*/ 591 w 1155"/>
                    <a:gd name="T5" fmla="*/ 111 h 591"/>
                    <a:gd name="T6" fmla="*/ 560 w 1155"/>
                    <a:gd name="T7" fmla="*/ 199 h 591"/>
                    <a:gd name="T8" fmla="*/ 569 w 1155"/>
                    <a:gd name="T9" fmla="*/ 242 h 591"/>
                    <a:gd name="T10" fmla="*/ 587 w 1155"/>
                    <a:gd name="T11" fmla="*/ 270 h 591"/>
                    <a:gd name="T12" fmla="*/ 637 w 1155"/>
                    <a:gd name="T13" fmla="*/ 278 h 591"/>
                    <a:gd name="T14" fmla="*/ 681 w 1155"/>
                    <a:gd name="T15" fmla="*/ 323 h 591"/>
                    <a:gd name="T16" fmla="*/ 693 w 1155"/>
                    <a:gd name="T17" fmla="*/ 357 h 591"/>
                    <a:gd name="T18" fmla="*/ 847 w 1155"/>
                    <a:gd name="T19" fmla="*/ 351 h 591"/>
                    <a:gd name="T20" fmla="*/ 996 w 1155"/>
                    <a:gd name="T21" fmla="*/ 366 h 591"/>
                    <a:gd name="T22" fmla="*/ 1118 w 1155"/>
                    <a:gd name="T23" fmla="*/ 373 h 591"/>
                    <a:gd name="T24" fmla="*/ 1149 w 1155"/>
                    <a:gd name="T25" fmla="*/ 400 h 591"/>
                    <a:gd name="T26" fmla="*/ 1154 w 1155"/>
                    <a:gd name="T27" fmla="*/ 441 h 591"/>
                    <a:gd name="T28" fmla="*/ 1131 w 1155"/>
                    <a:gd name="T29" fmla="*/ 475 h 591"/>
                    <a:gd name="T30" fmla="*/ 1066 w 1155"/>
                    <a:gd name="T31" fmla="*/ 482 h 591"/>
                    <a:gd name="T32" fmla="*/ 957 w 1155"/>
                    <a:gd name="T33" fmla="*/ 467 h 591"/>
                    <a:gd name="T34" fmla="*/ 843 w 1155"/>
                    <a:gd name="T35" fmla="*/ 452 h 591"/>
                    <a:gd name="T36" fmla="*/ 738 w 1155"/>
                    <a:gd name="T37" fmla="*/ 461 h 591"/>
                    <a:gd name="T38" fmla="*/ 679 w 1155"/>
                    <a:gd name="T39" fmla="*/ 486 h 591"/>
                    <a:gd name="T40" fmla="*/ 636 w 1155"/>
                    <a:gd name="T41" fmla="*/ 492 h 591"/>
                    <a:gd name="T42" fmla="*/ 603 w 1155"/>
                    <a:gd name="T43" fmla="*/ 477 h 591"/>
                    <a:gd name="T44" fmla="*/ 576 w 1155"/>
                    <a:gd name="T45" fmla="*/ 454 h 591"/>
                    <a:gd name="T46" fmla="*/ 571 w 1155"/>
                    <a:gd name="T47" fmla="*/ 407 h 591"/>
                    <a:gd name="T48" fmla="*/ 537 w 1155"/>
                    <a:gd name="T49" fmla="*/ 457 h 591"/>
                    <a:gd name="T50" fmla="*/ 495 w 1155"/>
                    <a:gd name="T51" fmla="*/ 471 h 591"/>
                    <a:gd name="T52" fmla="*/ 455 w 1155"/>
                    <a:gd name="T53" fmla="*/ 456 h 591"/>
                    <a:gd name="T54" fmla="*/ 439 w 1155"/>
                    <a:gd name="T55" fmla="*/ 419 h 591"/>
                    <a:gd name="T56" fmla="*/ 450 w 1155"/>
                    <a:gd name="T57" fmla="*/ 390 h 591"/>
                    <a:gd name="T58" fmla="*/ 458 w 1155"/>
                    <a:gd name="T59" fmla="*/ 369 h 591"/>
                    <a:gd name="T60" fmla="*/ 422 w 1155"/>
                    <a:gd name="T61" fmla="*/ 404 h 591"/>
                    <a:gd name="T62" fmla="*/ 379 w 1155"/>
                    <a:gd name="T63" fmla="*/ 428 h 591"/>
                    <a:gd name="T64" fmla="*/ 335 w 1155"/>
                    <a:gd name="T65" fmla="*/ 417 h 591"/>
                    <a:gd name="T66" fmla="*/ 314 w 1155"/>
                    <a:gd name="T67" fmla="*/ 379 h 591"/>
                    <a:gd name="T68" fmla="*/ 364 w 1155"/>
                    <a:gd name="T69" fmla="*/ 288 h 591"/>
                    <a:gd name="T70" fmla="*/ 252 w 1155"/>
                    <a:gd name="T71" fmla="*/ 393 h 591"/>
                    <a:gd name="T72" fmla="*/ 96 w 1155"/>
                    <a:gd name="T73" fmla="*/ 581 h 591"/>
                    <a:gd name="T74" fmla="*/ 49 w 1155"/>
                    <a:gd name="T75" fmla="*/ 590 h 591"/>
                    <a:gd name="T76" fmla="*/ 9 w 1155"/>
                    <a:gd name="T77" fmla="*/ 569 h 591"/>
                    <a:gd name="T78" fmla="*/ 2 w 1155"/>
                    <a:gd name="T79" fmla="*/ 527 h 591"/>
                    <a:gd name="T80" fmla="*/ 138 w 1155"/>
                    <a:gd name="T81" fmla="*/ 351 h 591"/>
                    <a:gd name="T82" fmla="*/ 344 w 1155"/>
                    <a:gd name="T83" fmla="*/ 123 h 591"/>
                    <a:gd name="T84" fmla="*/ 398 w 1155"/>
                    <a:gd name="T85" fmla="*/ 70 h 591"/>
                    <a:gd name="T86" fmla="*/ 462 w 1155"/>
                    <a:gd name="T87" fmla="*/ 20 h 591"/>
                    <a:gd name="T88" fmla="*/ 534 w 1155"/>
                    <a:gd name="T89" fmla="*/ 0 h 59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</a:cxnLst>
                  <a:rect l="0" t="0" r="r" b="b"/>
                  <a:pathLst>
                    <a:path w="1155" h="591">
                      <a:moveTo>
                        <a:pt x="534" y="0"/>
                      </a:moveTo>
                      <a:lnTo>
                        <a:pt x="545" y="2"/>
                      </a:lnTo>
                      <a:lnTo>
                        <a:pt x="557" y="5"/>
                      </a:lnTo>
                      <a:lnTo>
                        <a:pt x="567" y="10"/>
                      </a:lnTo>
                      <a:lnTo>
                        <a:pt x="576" y="18"/>
                      </a:lnTo>
                      <a:lnTo>
                        <a:pt x="583" y="28"/>
                      </a:lnTo>
                      <a:lnTo>
                        <a:pt x="591" y="54"/>
                      </a:lnTo>
                      <a:lnTo>
                        <a:pt x="593" y="82"/>
                      </a:lnTo>
                      <a:lnTo>
                        <a:pt x="591" y="111"/>
                      </a:lnTo>
                      <a:lnTo>
                        <a:pt x="584" y="140"/>
                      </a:lnTo>
                      <a:lnTo>
                        <a:pt x="573" y="170"/>
                      </a:lnTo>
                      <a:lnTo>
                        <a:pt x="560" y="199"/>
                      </a:lnTo>
                      <a:lnTo>
                        <a:pt x="543" y="230"/>
                      </a:lnTo>
                      <a:lnTo>
                        <a:pt x="557" y="235"/>
                      </a:lnTo>
                      <a:lnTo>
                        <a:pt x="569" y="242"/>
                      </a:lnTo>
                      <a:lnTo>
                        <a:pt x="579" y="254"/>
                      </a:lnTo>
                      <a:lnTo>
                        <a:pt x="583" y="263"/>
                      </a:lnTo>
                      <a:lnTo>
                        <a:pt x="587" y="270"/>
                      </a:lnTo>
                      <a:lnTo>
                        <a:pt x="604" y="269"/>
                      </a:lnTo>
                      <a:lnTo>
                        <a:pt x="620" y="272"/>
                      </a:lnTo>
                      <a:lnTo>
                        <a:pt x="637" y="278"/>
                      </a:lnTo>
                      <a:lnTo>
                        <a:pt x="653" y="289"/>
                      </a:lnTo>
                      <a:lnTo>
                        <a:pt x="668" y="303"/>
                      </a:lnTo>
                      <a:lnTo>
                        <a:pt x="681" y="323"/>
                      </a:lnTo>
                      <a:lnTo>
                        <a:pt x="689" y="338"/>
                      </a:lnTo>
                      <a:lnTo>
                        <a:pt x="692" y="349"/>
                      </a:lnTo>
                      <a:lnTo>
                        <a:pt x="693" y="357"/>
                      </a:lnTo>
                      <a:lnTo>
                        <a:pt x="746" y="351"/>
                      </a:lnTo>
                      <a:lnTo>
                        <a:pt x="797" y="350"/>
                      </a:lnTo>
                      <a:lnTo>
                        <a:pt x="847" y="351"/>
                      </a:lnTo>
                      <a:lnTo>
                        <a:pt x="897" y="355"/>
                      </a:lnTo>
                      <a:lnTo>
                        <a:pt x="946" y="361"/>
                      </a:lnTo>
                      <a:lnTo>
                        <a:pt x="996" y="366"/>
                      </a:lnTo>
                      <a:lnTo>
                        <a:pt x="1048" y="369"/>
                      </a:lnTo>
                      <a:lnTo>
                        <a:pt x="1101" y="371"/>
                      </a:lnTo>
                      <a:lnTo>
                        <a:pt x="1118" y="373"/>
                      </a:lnTo>
                      <a:lnTo>
                        <a:pt x="1131" y="379"/>
                      </a:lnTo>
                      <a:lnTo>
                        <a:pt x="1142" y="389"/>
                      </a:lnTo>
                      <a:lnTo>
                        <a:pt x="1149" y="400"/>
                      </a:lnTo>
                      <a:lnTo>
                        <a:pt x="1154" y="413"/>
                      </a:lnTo>
                      <a:lnTo>
                        <a:pt x="1155" y="427"/>
                      </a:lnTo>
                      <a:lnTo>
                        <a:pt x="1154" y="441"/>
                      </a:lnTo>
                      <a:lnTo>
                        <a:pt x="1149" y="454"/>
                      </a:lnTo>
                      <a:lnTo>
                        <a:pt x="1142" y="466"/>
                      </a:lnTo>
                      <a:lnTo>
                        <a:pt x="1131" y="475"/>
                      </a:lnTo>
                      <a:lnTo>
                        <a:pt x="1118" y="481"/>
                      </a:lnTo>
                      <a:lnTo>
                        <a:pt x="1101" y="483"/>
                      </a:lnTo>
                      <a:lnTo>
                        <a:pt x="1066" y="482"/>
                      </a:lnTo>
                      <a:lnTo>
                        <a:pt x="1031" y="478"/>
                      </a:lnTo>
                      <a:lnTo>
                        <a:pt x="993" y="473"/>
                      </a:lnTo>
                      <a:lnTo>
                        <a:pt x="957" y="467"/>
                      </a:lnTo>
                      <a:lnTo>
                        <a:pt x="919" y="460"/>
                      </a:lnTo>
                      <a:lnTo>
                        <a:pt x="881" y="455"/>
                      </a:lnTo>
                      <a:lnTo>
                        <a:pt x="843" y="452"/>
                      </a:lnTo>
                      <a:lnTo>
                        <a:pt x="807" y="451"/>
                      </a:lnTo>
                      <a:lnTo>
                        <a:pt x="771" y="454"/>
                      </a:lnTo>
                      <a:lnTo>
                        <a:pt x="738" y="461"/>
                      </a:lnTo>
                      <a:lnTo>
                        <a:pt x="705" y="474"/>
                      </a:lnTo>
                      <a:lnTo>
                        <a:pt x="693" y="480"/>
                      </a:lnTo>
                      <a:lnTo>
                        <a:pt x="679" y="486"/>
                      </a:lnTo>
                      <a:lnTo>
                        <a:pt x="664" y="492"/>
                      </a:lnTo>
                      <a:lnTo>
                        <a:pt x="651" y="494"/>
                      </a:lnTo>
                      <a:lnTo>
                        <a:pt x="636" y="492"/>
                      </a:lnTo>
                      <a:lnTo>
                        <a:pt x="626" y="487"/>
                      </a:lnTo>
                      <a:lnTo>
                        <a:pt x="614" y="482"/>
                      </a:lnTo>
                      <a:lnTo>
                        <a:pt x="603" y="477"/>
                      </a:lnTo>
                      <a:lnTo>
                        <a:pt x="592" y="471"/>
                      </a:lnTo>
                      <a:lnTo>
                        <a:pt x="584" y="464"/>
                      </a:lnTo>
                      <a:lnTo>
                        <a:pt x="576" y="454"/>
                      </a:lnTo>
                      <a:lnTo>
                        <a:pt x="572" y="442"/>
                      </a:lnTo>
                      <a:lnTo>
                        <a:pt x="571" y="423"/>
                      </a:lnTo>
                      <a:lnTo>
                        <a:pt x="571" y="407"/>
                      </a:lnTo>
                      <a:lnTo>
                        <a:pt x="560" y="427"/>
                      </a:lnTo>
                      <a:lnTo>
                        <a:pt x="547" y="446"/>
                      </a:lnTo>
                      <a:lnTo>
                        <a:pt x="537" y="457"/>
                      </a:lnTo>
                      <a:lnTo>
                        <a:pt x="524" y="466"/>
                      </a:lnTo>
                      <a:lnTo>
                        <a:pt x="509" y="470"/>
                      </a:lnTo>
                      <a:lnTo>
                        <a:pt x="495" y="471"/>
                      </a:lnTo>
                      <a:lnTo>
                        <a:pt x="480" y="469"/>
                      </a:lnTo>
                      <a:lnTo>
                        <a:pt x="467" y="464"/>
                      </a:lnTo>
                      <a:lnTo>
                        <a:pt x="455" y="456"/>
                      </a:lnTo>
                      <a:lnTo>
                        <a:pt x="446" y="446"/>
                      </a:lnTo>
                      <a:lnTo>
                        <a:pt x="440" y="433"/>
                      </a:lnTo>
                      <a:lnTo>
                        <a:pt x="439" y="419"/>
                      </a:lnTo>
                      <a:lnTo>
                        <a:pt x="444" y="402"/>
                      </a:lnTo>
                      <a:lnTo>
                        <a:pt x="447" y="396"/>
                      </a:lnTo>
                      <a:lnTo>
                        <a:pt x="450" y="390"/>
                      </a:lnTo>
                      <a:lnTo>
                        <a:pt x="450" y="390"/>
                      </a:lnTo>
                      <a:lnTo>
                        <a:pt x="449" y="390"/>
                      </a:lnTo>
                      <a:lnTo>
                        <a:pt x="458" y="369"/>
                      </a:lnTo>
                      <a:lnTo>
                        <a:pt x="445" y="378"/>
                      </a:lnTo>
                      <a:lnTo>
                        <a:pt x="432" y="390"/>
                      </a:lnTo>
                      <a:lnTo>
                        <a:pt x="422" y="404"/>
                      </a:lnTo>
                      <a:lnTo>
                        <a:pt x="409" y="417"/>
                      </a:lnTo>
                      <a:lnTo>
                        <a:pt x="394" y="425"/>
                      </a:lnTo>
                      <a:lnTo>
                        <a:pt x="379" y="428"/>
                      </a:lnTo>
                      <a:lnTo>
                        <a:pt x="363" y="428"/>
                      </a:lnTo>
                      <a:lnTo>
                        <a:pt x="348" y="424"/>
                      </a:lnTo>
                      <a:lnTo>
                        <a:pt x="335" y="417"/>
                      </a:lnTo>
                      <a:lnTo>
                        <a:pt x="324" y="406"/>
                      </a:lnTo>
                      <a:lnTo>
                        <a:pt x="317" y="394"/>
                      </a:lnTo>
                      <a:lnTo>
                        <a:pt x="314" y="379"/>
                      </a:lnTo>
                      <a:lnTo>
                        <a:pt x="316" y="364"/>
                      </a:lnTo>
                      <a:lnTo>
                        <a:pt x="323" y="347"/>
                      </a:lnTo>
                      <a:lnTo>
                        <a:pt x="364" y="288"/>
                      </a:lnTo>
                      <a:lnTo>
                        <a:pt x="404" y="226"/>
                      </a:lnTo>
                      <a:lnTo>
                        <a:pt x="326" y="309"/>
                      </a:lnTo>
                      <a:lnTo>
                        <a:pt x="252" y="393"/>
                      </a:lnTo>
                      <a:lnTo>
                        <a:pt x="179" y="480"/>
                      </a:lnTo>
                      <a:lnTo>
                        <a:pt x="108" y="569"/>
                      </a:lnTo>
                      <a:lnTo>
                        <a:pt x="96" y="581"/>
                      </a:lnTo>
                      <a:lnTo>
                        <a:pt x="80" y="588"/>
                      </a:lnTo>
                      <a:lnTo>
                        <a:pt x="65" y="591"/>
                      </a:lnTo>
                      <a:lnTo>
                        <a:pt x="49" y="590"/>
                      </a:lnTo>
                      <a:lnTo>
                        <a:pt x="33" y="586"/>
                      </a:lnTo>
                      <a:lnTo>
                        <a:pt x="21" y="579"/>
                      </a:lnTo>
                      <a:lnTo>
                        <a:pt x="9" y="569"/>
                      </a:lnTo>
                      <a:lnTo>
                        <a:pt x="2" y="556"/>
                      </a:lnTo>
                      <a:lnTo>
                        <a:pt x="0" y="542"/>
                      </a:lnTo>
                      <a:lnTo>
                        <a:pt x="2" y="527"/>
                      </a:lnTo>
                      <a:lnTo>
                        <a:pt x="11" y="511"/>
                      </a:lnTo>
                      <a:lnTo>
                        <a:pt x="74" y="431"/>
                      </a:lnTo>
                      <a:lnTo>
                        <a:pt x="138" y="351"/>
                      </a:lnTo>
                      <a:lnTo>
                        <a:pt x="204" y="273"/>
                      </a:lnTo>
                      <a:lnTo>
                        <a:pt x="273" y="196"/>
                      </a:lnTo>
                      <a:lnTo>
                        <a:pt x="344" y="123"/>
                      </a:lnTo>
                      <a:lnTo>
                        <a:pt x="361" y="107"/>
                      </a:lnTo>
                      <a:lnTo>
                        <a:pt x="380" y="89"/>
                      </a:lnTo>
                      <a:lnTo>
                        <a:pt x="398" y="70"/>
                      </a:lnTo>
                      <a:lnTo>
                        <a:pt x="418" y="52"/>
                      </a:lnTo>
                      <a:lnTo>
                        <a:pt x="439" y="35"/>
                      </a:lnTo>
                      <a:lnTo>
                        <a:pt x="462" y="20"/>
                      </a:lnTo>
                      <a:lnTo>
                        <a:pt x="485" y="9"/>
                      </a:lnTo>
                      <a:lnTo>
                        <a:pt x="509" y="2"/>
                      </a:lnTo>
                      <a:lnTo>
                        <a:pt x="534" y="0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</p:grpSp>
        </p:grpSp>
        <p:grpSp>
          <p:nvGrpSpPr>
            <p:cNvPr id="42" name="그룹 54"/>
            <p:cNvGrpSpPr/>
            <p:nvPr/>
          </p:nvGrpSpPr>
          <p:grpSpPr>
            <a:xfrm>
              <a:off x="4700260" y="4423210"/>
              <a:ext cx="1499358" cy="1717182"/>
              <a:chOff x="4547860" y="4270810"/>
              <a:chExt cx="1499358" cy="1717182"/>
            </a:xfrm>
          </p:grpSpPr>
          <p:sp>
            <p:nvSpPr>
              <p:cNvPr id="46" name="Freeform 27"/>
              <p:cNvSpPr>
                <a:spLocks noEditPoints="1"/>
              </p:cNvSpPr>
              <p:nvPr/>
            </p:nvSpPr>
            <p:spPr bwMode="auto">
              <a:xfrm>
                <a:off x="4547860" y="4270810"/>
                <a:ext cx="1499358" cy="1717182"/>
              </a:xfrm>
              <a:custGeom>
                <a:avLst/>
                <a:gdLst>
                  <a:gd name="T0" fmla="*/ 699 w 1653"/>
                  <a:gd name="T1" fmla="*/ 403 h 1892"/>
                  <a:gd name="T2" fmla="*/ 506 w 1653"/>
                  <a:gd name="T3" fmla="*/ 462 h 1892"/>
                  <a:gd name="T4" fmla="*/ 336 w 1653"/>
                  <a:gd name="T5" fmla="*/ 577 h 1892"/>
                  <a:gd name="T6" fmla="*/ 202 w 1653"/>
                  <a:gd name="T7" fmla="*/ 741 h 1892"/>
                  <a:gd name="T8" fmla="*/ 127 w 1653"/>
                  <a:gd name="T9" fmla="*/ 934 h 1892"/>
                  <a:gd name="T10" fmla="*/ 109 w 1653"/>
                  <a:gd name="T11" fmla="*/ 1135 h 1892"/>
                  <a:gd name="T12" fmla="*/ 151 w 1653"/>
                  <a:gd name="T13" fmla="*/ 1332 h 1892"/>
                  <a:gd name="T14" fmla="*/ 247 w 1653"/>
                  <a:gd name="T15" fmla="*/ 1510 h 1892"/>
                  <a:gd name="T16" fmla="*/ 397 w 1653"/>
                  <a:gd name="T17" fmla="*/ 1659 h 1892"/>
                  <a:gd name="T18" fmla="*/ 583 w 1653"/>
                  <a:gd name="T19" fmla="*/ 1754 h 1892"/>
                  <a:gd name="T20" fmla="*/ 783 w 1653"/>
                  <a:gd name="T21" fmla="*/ 1791 h 1892"/>
                  <a:gd name="T22" fmla="*/ 982 w 1653"/>
                  <a:gd name="T23" fmla="*/ 1769 h 1892"/>
                  <a:gd name="T24" fmla="*/ 1168 w 1653"/>
                  <a:gd name="T25" fmla="*/ 1691 h 1892"/>
                  <a:gd name="T26" fmla="*/ 1328 w 1653"/>
                  <a:gd name="T27" fmla="*/ 1559 h 1892"/>
                  <a:gd name="T28" fmla="*/ 1445 w 1653"/>
                  <a:gd name="T29" fmla="*/ 1381 h 1892"/>
                  <a:gd name="T30" fmla="*/ 1500 w 1653"/>
                  <a:gd name="T31" fmla="*/ 1184 h 1892"/>
                  <a:gd name="T32" fmla="*/ 1498 w 1653"/>
                  <a:gd name="T33" fmla="*/ 983 h 1892"/>
                  <a:gd name="T34" fmla="*/ 1438 w 1653"/>
                  <a:gd name="T35" fmla="*/ 791 h 1892"/>
                  <a:gd name="T36" fmla="*/ 1324 w 1653"/>
                  <a:gd name="T37" fmla="*/ 621 h 1892"/>
                  <a:gd name="T38" fmla="*/ 1159 w 1653"/>
                  <a:gd name="T39" fmla="*/ 488 h 1892"/>
                  <a:gd name="T40" fmla="*/ 966 w 1653"/>
                  <a:gd name="T41" fmla="*/ 412 h 1892"/>
                  <a:gd name="T42" fmla="*/ 1601 w 1653"/>
                  <a:gd name="T43" fmla="*/ 0 h 1892"/>
                  <a:gd name="T44" fmla="*/ 1607 w 1653"/>
                  <a:gd name="T45" fmla="*/ 37 h 1892"/>
                  <a:gd name="T46" fmla="*/ 1619 w 1653"/>
                  <a:gd name="T47" fmla="*/ 143 h 1892"/>
                  <a:gd name="T48" fmla="*/ 1634 w 1653"/>
                  <a:gd name="T49" fmla="*/ 299 h 1892"/>
                  <a:gd name="T50" fmla="*/ 1646 w 1653"/>
                  <a:gd name="T51" fmla="*/ 493 h 1892"/>
                  <a:gd name="T52" fmla="*/ 1653 w 1653"/>
                  <a:gd name="T53" fmla="*/ 710 h 1892"/>
                  <a:gd name="T54" fmla="*/ 1649 w 1653"/>
                  <a:gd name="T55" fmla="*/ 934 h 1892"/>
                  <a:gd name="T56" fmla="*/ 1630 w 1653"/>
                  <a:gd name="T57" fmla="*/ 1151 h 1892"/>
                  <a:gd name="T58" fmla="*/ 1591 w 1653"/>
                  <a:gd name="T59" fmla="*/ 1348 h 1892"/>
                  <a:gd name="T60" fmla="*/ 1527 w 1653"/>
                  <a:gd name="T61" fmla="*/ 1507 h 1892"/>
                  <a:gd name="T62" fmla="*/ 1402 w 1653"/>
                  <a:gd name="T63" fmla="*/ 1663 h 1892"/>
                  <a:gd name="T64" fmla="*/ 1226 w 1653"/>
                  <a:gd name="T65" fmla="*/ 1791 h 1892"/>
                  <a:gd name="T66" fmla="*/ 1028 w 1653"/>
                  <a:gd name="T67" fmla="*/ 1868 h 1892"/>
                  <a:gd name="T68" fmla="*/ 818 w 1653"/>
                  <a:gd name="T69" fmla="*/ 1892 h 1892"/>
                  <a:gd name="T70" fmla="*/ 606 w 1653"/>
                  <a:gd name="T71" fmla="*/ 1861 h 1892"/>
                  <a:gd name="T72" fmla="*/ 405 w 1653"/>
                  <a:gd name="T73" fmla="*/ 1775 h 1892"/>
                  <a:gd name="T74" fmla="*/ 229 w 1653"/>
                  <a:gd name="T75" fmla="*/ 1636 h 1892"/>
                  <a:gd name="T76" fmla="*/ 101 w 1653"/>
                  <a:gd name="T77" fmla="*/ 1460 h 1892"/>
                  <a:gd name="T78" fmla="*/ 24 w 1653"/>
                  <a:gd name="T79" fmla="*/ 1262 h 1892"/>
                  <a:gd name="T80" fmla="*/ 0 w 1653"/>
                  <a:gd name="T81" fmla="*/ 1052 h 1892"/>
                  <a:gd name="T82" fmla="*/ 31 w 1653"/>
                  <a:gd name="T83" fmla="*/ 840 h 1892"/>
                  <a:gd name="T84" fmla="*/ 117 w 1653"/>
                  <a:gd name="T85" fmla="*/ 639 h 1892"/>
                  <a:gd name="T86" fmla="*/ 229 w 1653"/>
                  <a:gd name="T87" fmla="*/ 499 h 1892"/>
                  <a:gd name="T88" fmla="*/ 378 w 1653"/>
                  <a:gd name="T89" fmla="*/ 393 h 1892"/>
                  <a:gd name="T90" fmla="*/ 563 w 1653"/>
                  <a:gd name="T91" fmla="*/ 300 h 1892"/>
                  <a:gd name="T92" fmla="*/ 769 w 1653"/>
                  <a:gd name="T93" fmla="*/ 218 h 1892"/>
                  <a:gd name="T94" fmla="*/ 981 w 1653"/>
                  <a:gd name="T95" fmla="*/ 149 h 1892"/>
                  <a:gd name="T96" fmla="*/ 1185 w 1653"/>
                  <a:gd name="T97" fmla="*/ 93 h 1892"/>
                  <a:gd name="T98" fmla="*/ 1363 w 1653"/>
                  <a:gd name="T99" fmla="*/ 49 h 1892"/>
                  <a:gd name="T100" fmla="*/ 1502 w 1653"/>
                  <a:gd name="T101" fmla="*/ 18 h 1892"/>
                  <a:gd name="T102" fmla="*/ 1585 w 1653"/>
                  <a:gd name="T103" fmla="*/ 2 h 189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</a:cxnLst>
                <a:rect l="0" t="0" r="r" b="b"/>
                <a:pathLst>
                  <a:path w="1653" h="1892">
                    <a:moveTo>
                      <a:pt x="832" y="395"/>
                    </a:moveTo>
                    <a:lnTo>
                      <a:pt x="765" y="395"/>
                    </a:lnTo>
                    <a:lnTo>
                      <a:pt x="699" y="403"/>
                    </a:lnTo>
                    <a:lnTo>
                      <a:pt x="633" y="416"/>
                    </a:lnTo>
                    <a:lnTo>
                      <a:pt x="568" y="437"/>
                    </a:lnTo>
                    <a:lnTo>
                      <a:pt x="506" y="462"/>
                    </a:lnTo>
                    <a:lnTo>
                      <a:pt x="447" y="495"/>
                    </a:lnTo>
                    <a:lnTo>
                      <a:pt x="390" y="532"/>
                    </a:lnTo>
                    <a:lnTo>
                      <a:pt x="336" y="577"/>
                    </a:lnTo>
                    <a:lnTo>
                      <a:pt x="287" y="627"/>
                    </a:lnTo>
                    <a:lnTo>
                      <a:pt x="242" y="682"/>
                    </a:lnTo>
                    <a:lnTo>
                      <a:pt x="202" y="741"/>
                    </a:lnTo>
                    <a:lnTo>
                      <a:pt x="171" y="805"/>
                    </a:lnTo>
                    <a:lnTo>
                      <a:pt x="146" y="868"/>
                    </a:lnTo>
                    <a:lnTo>
                      <a:pt x="127" y="934"/>
                    </a:lnTo>
                    <a:lnTo>
                      <a:pt x="115" y="1000"/>
                    </a:lnTo>
                    <a:lnTo>
                      <a:pt x="109" y="1068"/>
                    </a:lnTo>
                    <a:lnTo>
                      <a:pt x="109" y="1135"/>
                    </a:lnTo>
                    <a:lnTo>
                      <a:pt x="117" y="1201"/>
                    </a:lnTo>
                    <a:lnTo>
                      <a:pt x="131" y="1267"/>
                    </a:lnTo>
                    <a:lnTo>
                      <a:pt x="151" y="1332"/>
                    </a:lnTo>
                    <a:lnTo>
                      <a:pt x="177" y="1394"/>
                    </a:lnTo>
                    <a:lnTo>
                      <a:pt x="209" y="1454"/>
                    </a:lnTo>
                    <a:lnTo>
                      <a:pt x="247" y="1510"/>
                    </a:lnTo>
                    <a:lnTo>
                      <a:pt x="292" y="1564"/>
                    </a:lnTo>
                    <a:lnTo>
                      <a:pt x="341" y="1613"/>
                    </a:lnTo>
                    <a:lnTo>
                      <a:pt x="397" y="1659"/>
                    </a:lnTo>
                    <a:lnTo>
                      <a:pt x="456" y="1698"/>
                    </a:lnTo>
                    <a:lnTo>
                      <a:pt x="519" y="1729"/>
                    </a:lnTo>
                    <a:lnTo>
                      <a:pt x="583" y="1754"/>
                    </a:lnTo>
                    <a:lnTo>
                      <a:pt x="649" y="1773"/>
                    </a:lnTo>
                    <a:lnTo>
                      <a:pt x="716" y="1785"/>
                    </a:lnTo>
                    <a:lnTo>
                      <a:pt x="783" y="1791"/>
                    </a:lnTo>
                    <a:lnTo>
                      <a:pt x="850" y="1791"/>
                    </a:lnTo>
                    <a:lnTo>
                      <a:pt x="917" y="1783"/>
                    </a:lnTo>
                    <a:lnTo>
                      <a:pt x="982" y="1769"/>
                    </a:lnTo>
                    <a:lnTo>
                      <a:pt x="1047" y="1749"/>
                    </a:lnTo>
                    <a:lnTo>
                      <a:pt x="1109" y="1723"/>
                    </a:lnTo>
                    <a:lnTo>
                      <a:pt x="1168" y="1691"/>
                    </a:lnTo>
                    <a:lnTo>
                      <a:pt x="1225" y="1653"/>
                    </a:lnTo>
                    <a:lnTo>
                      <a:pt x="1279" y="1609"/>
                    </a:lnTo>
                    <a:lnTo>
                      <a:pt x="1328" y="1559"/>
                    </a:lnTo>
                    <a:lnTo>
                      <a:pt x="1373" y="1503"/>
                    </a:lnTo>
                    <a:lnTo>
                      <a:pt x="1413" y="1444"/>
                    </a:lnTo>
                    <a:lnTo>
                      <a:pt x="1445" y="1381"/>
                    </a:lnTo>
                    <a:lnTo>
                      <a:pt x="1469" y="1317"/>
                    </a:lnTo>
                    <a:lnTo>
                      <a:pt x="1488" y="1251"/>
                    </a:lnTo>
                    <a:lnTo>
                      <a:pt x="1500" y="1184"/>
                    </a:lnTo>
                    <a:lnTo>
                      <a:pt x="1506" y="1118"/>
                    </a:lnTo>
                    <a:lnTo>
                      <a:pt x="1506" y="1050"/>
                    </a:lnTo>
                    <a:lnTo>
                      <a:pt x="1498" y="983"/>
                    </a:lnTo>
                    <a:lnTo>
                      <a:pt x="1484" y="918"/>
                    </a:lnTo>
                    <a:lnTo>
                      <a:pt x="1464" y="853"/>
                    </a:lnTo>
                    <a:lnTo>
                      <a:pt x="1438" y="791"/>
                    </a:lnTo>
                    <a:lnTo>
                      <a:pt x="1406" y="732"/>
                    </a:lnTo>
                    <a:lnTo>
                      <a:pt x="1368" y="675"/>
                    </a:lnTo>
                    <a:lnTo>
                      <a:pt x="1324" y="621"/>
                    </a:lnTo>
                    <a:lnTo>
                      <a:pt x="1274" y="573"/>
                    </a:lnTo>
                    <a:lnTo>
                      <a:pt x="1218" y="527"/>
                    </a:lnTo>
                    <a:lnTo>
                      <a:pt x="1159" y="488"/>
                    </a:lnTo>
                    <a:lnTo>
                      <a:pt x="1096" y="455"/>
                    </a:lnTo>
                    <a:lnTo>
                      <a:pt x="1032" y="431"/>
                    </a:lnTo>
                    <a:lnTo>
                      <a:pt x="966" y="412"/>
                    </a:lnTo>
                    <a:lnTo>
                      <a:pt x="900" y="400"/>
                    </a:lnTo>
                    <a:lnTo>
                      <a:pt x="832" y="395"/>
                    </a:lnTo>
                    <a:close/>
                    <a:moveTo>
                      <a:pt x="1601" y="0"/>
                    </a:moveTo>
                    <a:lnTo>
                      <a:pt x="1603" y="4"/>
                    </a:lnTo>
                    <a:lnTo>
                      <a:pt x="1604" y="17"/>
                    </a:lnTo>
                    <a:lnTo>
                      <a:pt x="1607" y="37"/>
                    </a:lnTo>
                    <a:lnTo>
                      <a:pt x="1611" y="66"/>
                    </a:lnTo>
                    <a:lnTo>
                      <a:pt x="1615" y="101"/>
                    </a:lnTo>
                    <a:lnTo>
                      <a:pt x="1619" y="143"/>
                    </a:lnTo>
                    <a:lnTo>
                      <a:pt x="1624" y="190"/>
                    </a:lnTo>
                    <a:lnTo>
                      <a:pt x="1628" y="242"/>
                    </a:lnTo>
                    <a:lnTo>
                      <a:pt x="1634" y="299"/>
                    </a:lnTo>
                    <a:lnTo>
                      <a:pt x="1638" y="361"/>
                    </a:lnTo>
                    <a:lnTo>
                      <a:pt x="1643" y="426"/>
                    </a:lnTo>
                    <a:lnTo>
                      <a:pt x="1646" y="493"/>
                    </a:lnTo>
                    <a:lnTo>
                      <a:pt x="1650" y="563"/>
                    </a:lnTo>
                    <a:lnTo>
                      <a:pt x="1651" y="636"/>
                    </a:lnTo>
                    <a:lnTo>
                      <a:pt x="1653" y="710"/>
                    </a:lnTo>
                    <a:lnTo>
                      <a:pt x="1653" y="785"/>
                    </a:lnTo>
                    <a:lnTo>
                      <a:pt x="1651" y="859"/>
                    </a:lnTo>
                    <a:lnTo>
                      <a:pt x="1649" y="934"/>
                    </a:lnTo>
                    <a:lnTo>
                      <a:pt x="1645" y="1008"/>
                    </a:lnTo>
                    <a:lnTo>
                      <a:pt x="1638" y="1081"/>
                    </a:lnTo>
                    <a:lnTo>
                      <a:pt x="1630" y="1151"/>
                    </a:lnTo>
                    <a:lnTo>
                      <a:pt x="1619" y="1220"/>
                    </a:lnTo>
                    <a:lnTo>
                      <a:pt x="1606" y="1286"/>
                    </a:lnTo>
                    <a:lnTo>
                      <a:pt x="1591" y="1348"/>
                    </a:lnTo>
                    <a:lnTo>
                      <a:pt x="1572" y="1406"/>
                    </a:lnTo>
                    <a:lnTo>
                      <a:pt x="1552" y="1459"/>
                    </a:lnTo>
                    <a:lnTo>
                      <a:pt x="1527" y="1507"/>
                    </a:lnTo>
                    <a:lnTo>
                      <a:pt x="1500" y="1551"/>
                    </a:lnTo>
                    <a:lnTo>
                      <a:pt x="1453" y="1609"/>
                    </a:lnTo>
                    <a:lnTo>
                      <a:pt x="1402" y="1663"/>
                    </a:lnTo>
                    <a:lnTo>
                      <a:pt x="1346" y="1711"/>
                    </a:lnTo>
                    <a:lnTo>
                      <a:pt x="1287" y="1753"/>
                    </a:lnTo>
                    <a:lnTo>
                      <a:pt x="1226" y="1791"/>
                    </a:lnTo>
                    <a:lnTo>
                      <a:pt x="1162" y="1822"/>
                    </a:lnTo>
                    <a:lnTo>
                      <a:pt x="1096" y="1847"/>
                    </a:lnTo>
                    <a:lnTo>
                      <a:pt x="1028" y="1868"/>
                    </a:lnTo>
                    <a:lnTo>
                      <a:pt x="959" y="1881"/>
                    </a:lnTo>
                    <a:lnTo>
                      <a:pt x="889" y="1889"/>
                    </a:lnTo>
                    <a:lnTo>
                      <a:pt x="818" y="1892"/>
                    </a:lnTo>
                    <a:lnTo>
                      <a:pt x="747" y="1888"/>
                    </a:lnTo>
                    <a:lnTo>
                      <a:pt x="676" y="1877"/>
                    </a:lnTo>
                    <a:lnTo>
                      <a:pt x="606" y="1861"/>
                    </a:lnTo>
                    <a:lnTo>
                      <a:pt x="537" y="1839"/>
                    </a:lnTo>
                    <a:lnTo>
                      <a:pt x="471" y="1810"/>
                    </a:lnTo>
                    <a:lnTo>
                      <a:pt x="405" y="1775"/>
                    </a:lnTo>
                    <a:lnTo>
                      <a:pt x="341" y="1734"/>
                    </a:lnTo>
                    <a:lnTo>
                      <a:pt x="283" y="1687"/>
                    </a:lnTo>
                    <a:lnTo>
                      <a:pt x="229" y="1636"/>
                    </a:lnTo>
                    <a:lnTo>
                      <a:pt x="181" y="1580"/>
                    </a:lnTo>
                    <a:lnTo>
                      <a:pt x="139" y="1521"/>
                    </a:lnTo>
                    <a:lnTo>
                      <a:pt x="101" y="1460"/>
                    </a:lnTo>
                    <a:lnTo>
                      <a:pt x="70" y="1396"/>
                    </a:lnTo>
                    <a:lnTo>
                      <a:pt x="45" y="1329"/>
                    </a:lnTo>
                    <a:lnTo>
                      <a:pt x="24" y="1262"/>
                    </a:lnTo>
                    <a:lnTo>
                      <a:pt x="11" y="1193"/>
                    </a:lnTo>
                    <a:lnTo>
                      <a:pt x="3" y="1123"/>
                    </a:lnTo>
                    <a:lnTo>
                      <a:pt x="0" y="1052"/>
                    </a:lnTo>
                    <a:lnTo>
                      <a:pt x="4" y="981"/>
                    </a:lnTo>
                    <a:lnTo>
                      <a:pt x="15" y="910"/>
                    </a:lnTo>
                    <a:lnTo>
                      <a:pt x="31" y="840"/>
                    </a:lnTo>
                    <a:lnTo>
                      <a:pt x="53" y="771"/>
                    </a:lnTo>
                    <a:lnTo>
                      <a:pt x="82" y="705"/>
                    </a:lnTo>
                    <a:lnTo>
                      <a:pt x="117" y="639"/>
                    </a:lnTo>
                    <a:lnTo>
                      <a:pt x="159" y="575"/>
                    </a:lnTo>
                    <a:lnTo>
                      <a:pt x="190" y="536"/>
                    </a:lnTo>
                    <a:lnTo>
                      <a:pt x="229" y="499"/>
                    </a:lnTo>
                    <a:lnTo>
                      <a:pt x="274" y="462"/>
                    </a:lnTo>
                    <a:lnTo>
                      <a:pt x="324" y="427"/>
                    </a:lnTo>
                    <a:lnTo>
                      <a:pt x="378" y="393"/>
                    </a:lnTo>
                    <a:lnTo>
                      <a:pt x="436" y="361"/>
                    </a:lnTo>
                    <a:lnTo>
                      <a:pt x="498" y="330"/>
                    </a:lnTo>
                    <a:lnTo>
                      <a:pt x="563" y="300"/>
                    </a:lnTo>
                    <a:lnTo>
                      <a:pt x="630" y="271"/>
                    </a:lnTo>
                    <a:lnTo>
                      <a:pt x="699" y="244"/>
                    </a:lnTo>
                    <a:lnTo>
                      <a:pt x="769" y="218"/>
                    </a:lnTo>
                    <a:lnTo>
                      <a:pt x="839" y="194"/>
                    </a:lnTo>
                    <a:lnTo>
                      <a:pt x="911" y="171"/>
                    </a:lnTo>
                    <a:lnTo>
                      <a:pt x="981" y="149"/>
                    </a:lnTo>
                    <a:lnTo>
                      <a:pt x="1051" y="129"/>
                    </a:lnTo>
                    <a:lnTo>
                      <a:pt x="1118" y="110"/>
                    </a:lnTo>
                    <a:lnTo>
                      <a:pt x="1185" y="93"/>
                    </a:lnTo>
                    <a:lnTo>
                      <a:pt x="1248" y="76"/>
                    </a:lnTo>
                    <a:lnTo>
                      <a:pt x="1307" y="62"/>
                    </a:lnTo>
                    <a:lnTo>
                      <a:pt x="1363" y="49"/>
                    </a:lnTo>
                    <a:lnTo>
                      <a:pt x="1414" y="37"/>
                    </a:lnTo>
                    <a:lnTo>
                      <a:pt x="1461" y="28"/>
                    </a:lnTo>
                    <a:lnTo>
                      <a:pt x="1502" y="18"/>
                    </a:lnTo>
                    <a:lnTo>
                      <a:pt x="1537" y="12"/>
                    </a:lnTo>
                    <a:lnTo>
                      <a:pt x="1564" y="6"/>
                    </a:lnTo>
                    <a:lnTo>
                      <a:pt x="1585" y="2"/>
                    </a:lnTo>
                    <a:lnTo>
                      <a:pt x="1597" y="1"/>
                    </a:lnTo>
                    <a:lnTo>
                      <a:pt x="1601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grpSp>
            <p:nvGrpSpPr>
              <p:cNvPr id="47" name="Group 103"/>
              <p:cNvGrpSpPr/>
              <p:nvPr/>
            </p:nvGrpSpPr>
            <p:grpSpPr>
              <a:xfrm>
                <a:off x="4967287" y="4952988"/>
                <a:ext cx="650639" cy="625474"/>
                <a:chOff x="4967288" y="5026025"/>
                <a:chExt cx="574676" cy="552451"/>
              </a:xfrm>
            </p:grpSpPr>
            <p:sp>
              <p:nvSpPr>
                <p:cNvPr id="48" name="Freeform 64"/>
                <p:cNvSpPr>
                  <a:spLocks/>
                </p:cNvSpPr>
                <p:nvPr/>
              </p:nvSpPr>
              <p:spPr bwMode="auto">
                <a:xfrm>
                  <a:off x="5049838" y="5100638"/>
                  <a:ext cx="131763" cy="128588"/>
                </a:xfrm>
                <a:custGeom>
                  <a:avLst/>
                  <a:gdLst>
                    <a:gd name="T0" fmla="*/ 327 w 833"/>
                    <a:gd name="T1" fmla="*/ 0 h 811"/>
                    <a:gd name="T2" fmla="*/ 372 w 833"/>
                    <a:gd name="T3" fmla="*/ 3 h 811"/>
                    <a:gd name="T4" fmla="*/ 414 w 833"/>
                    <a:gd name="T5" fmla="*/ 12 h 811"/>
                    <a:gd name="T6" fmla="*/ 454 w 833"/>
                    <a:gd name="T7" fmla="*/ 25 h 811"/>
                    <a:gd name="T8" fmla="*/ 492 w 833"/>
                    <a:gd name="T9" fmla="*/ 44 h 811"/>
                    <a:gd name="T10" fmla="*/ 527 w 833"/>
                    <a:gd name="T11" fmla="*/ 68 h 811"/>
                    <a:gd name="T12" fmla="*/ 558 w 833"/>
                    <a:gd name="T13" fmla="*/ 95 h 811"/>
                    <a:gd name="T14" fmla="*/ 586 w 833"/>
                    <a:gd name="T15" fmla="*/ 127 h 811"/>
                    <a:gd name="T16" fmla="*/ 609 w 833"/>
                    <a:gd name="T17" fmla="*/ 162 h 811"/>
                    <a:gd name="T18" fmla="*/ 628 w 833"/>
                    <a:gd name="T19" fmla="*/ 200 h 811"/>
                    <a:gd name="T20" fmla="*/ 642 w 833"/>
                    <a:gd name="T21" fmla="*/ 239 h 811"/>
                    <a:gd name="T22" fmla="*/ 651 w 833"/>
                    <a:gd name="T23" fmla="*/ 283 h 811"/>
                    <a:gd name="T24" fmla="*/ 654 w 833"/>
                    <a:gd name="T25" fmla="*/ 327 h 811"/>
                    <a:gd name="T26" fmla="*/ 651 w 833"/>
                    <a:gd name="T27" fmla="*/ 369 h 811"/>
                    <a:gd name="T28" fmla="*/ 642 w 833"/>
                    <a:gd name="T29" fmla="*/ 409 h 811"/>
                    <a:gd name="T30" fmla="*/ 629 w 833"/>
                    <a:gd name="T31" fmla="*/ 447 h 811"/>
                    <a:gd name="T32" fmla="*/ 612 w 833"/>
                    <a:gd name="T33" fmla="*/ 483 h 811"/>
                    <a:gd name="T34" fmla="*/ 833 w 833"/>
                    <a:gd name="T35" fmla="*/ 692 h 811"/>
                    <a:gd name="T36" fmla="*/ 792 w 833"/>
                    <a:gd name="T37" fmla="*/ 729 h 811"/>
                    <a:gd name="T38" fmla="*/ 754 w 833"/>
                    <a:gd name="T39" fmla="*/ 768 h 811"/>
                    <a:gd name="T40" fmla="*/ 720 w 833"/>
                    <a:gd name="T41" fmla="*/ 811 h 811"/>
                    <a:gd name="T42" fmla="*/ 499 w 833"/>
                    <a:gd name="T43" fmla="*/ 603 h 811"/>
                    <a:gd name="T44" fmla="*/ 461 w 833"/>
                    <a:gd name="T45" fmla="*/ 624 h 811"/>
                    <a:gd name="T46" fmla="*/ 418 w 833"/>
                    <a:gd name="T47" fmla="*/ 640 h 811"/>
                    <a:gd name="T48" fmla="*/ 374 w 833"/>
                    <a:gd name="T49" fmla="*/ 650 h 811"/>
                    <a:gd name="T50" fmla="*/ 327 w 833"/>
                    <a:gd name="T51" fmla="*/ 653 h 811"/>
                    <a:gd name="T52" fmla="*/ 283 w 833"/>
                    <a:gd name="T53" fmla="*/ 651 h 811"/>
                    <a:gd name="T54" fmla="*/ 240 w 833"/>
                    <a:gd name="T55" fmla="*/ 642 h 811"/>
                    <a:gd name="T56" fmla="*/ 200 w 833"/>
                    <a:gd name="T57" fmla="*/ 628 h 811"/>
                    <a:gd name="T58" fmla="*/ 162 w 833"/>
                    <a:gd name="T59" fmla="*/ 609 h 811"/>
                    <a:gd name="T60" fmla="*/ 127 w 833"/>
                    <a:gd name="T61" fmla="*/ 585 h 811"/>
                    <a:gd name="T62" fmla="*/ 96 w 833"/>
                    <a:gd name="T63" fmla="*/ 558 h 811"/>
                    <a:gd name="T64" fmla="*/ 68 w 833"/>
                    <a:gd name="T65" fmla="*/ 527 h 811"/>
                    <a:gd name="T66" fmla="*/ 45 w 833"/>
                    <a:gd name="T67" fmla="*/ 491 h 811"/>
                    <a:gd name="T68" fmla="*/ 26 w 833"/>
                    <a:gd name="T69" fmla="*/ 454 h 811"/>
                    <a:gd name="T70" fmla="*/ 11 w 833"/>
                    <a:gd name="T71" fmla="*/ 414 h 811"/>
                    <a:gd name="T72" fmla="*/ 4 w 833"/>
                    <a:gd name="T73" fmla="*/ 371 h 811"/>
                    <a:gd name="T74" fmla="*/ 0 w 833"/>
                    <a:gd name="T75" fmla="*/ 327 h 811"/>
                    <a:gd name="T76" fmla="*/ 4 w 833"/>
                    <a:gd name="T77" fmla="*/ 283 h 811"/>
                    <a:gd name="T78" fmla="*/ 11 w 833"/>
                    <a:gd name="T79" fmla="*/ 239 h 811"/>
                    <a:gd name="T80" fmla="*/ 26 w 833"/>
                    <a:gd name="T81" fmla="*/ 200 h 811"/>
                    <a:gd name="T82" fmla="*/ 45 w 833"/>
                    <a:gd name="T83" fmla="*/ 162 h 811"/>
                    <a:gd name="T84" fmla="*/ 68 w 833"/>
                    <a:gd name="T85" fmla="*/ 127 h 811"/>
                    <a:gd name="T86" fmla="*/ 96 w 833"/>
                    <a:gd name="T87" fmla="*/ 95 h 811"/>
                    <a:gd name="T88" fmla="*/ 127 w 833"/>
                    <a:gd name="T89" fmla="*/ 68 h 811"/>
                    <a:gd name="T90" fmla="*/ 162 w 833"/>
                    <a:gd name="T91" fmla="*/ 44 h 811"/>
                    <a:gd name="T92" fmla="*/ 200 w 833"/>
                    <a:gd name="T93" fmla="*/ 25 h 811"/>
                    <a:gd name="T94" fmla="*/ 240 w 833"/>
                    <a:gd name="T95" fmla="*/ 12 h 811"/>
                    <a:gd name="T96" fmla="*/ 283 w 833"/>
                    <a:gd name="T97" fmla="*/ 3 h 811"/>
                    <a:gd name="T98" fmla="*/ 327 w 833"/>
                    <a:gd name="T99" fmla="*/ 0 h 81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</a:cxnLst>
                  <a:rect l="0" t="0" r="r" b="b"/>
                  <a:pathLst>
                    <a:path w="833" h="811">
                      <a:moveTo>
                        <a:pt x="327" y="0"/>
                      </a:moveTo>
                      <a:lnTo>
                        <a:pt x="372" y="3"/>
                      </a:lnTo>
                      <a:lnTo>
                        <a:pt x="414" y="12"/>
                      </a:lnTo>
                      <a:lnTo>
                        <a:pt x="454" y="25"/>
                      </a:lnTo>
                      <a:lnTo>
                        <a:pt x="492" y="44"/>
                      </a:lnTo>
                      <a:lnTo>
                        <a:pt x="527" y="68"/>
                      </a:lnTo>
                      <a:lnTo>
                        <a:pt x="558" y="95"/>
                      </a:lnTo>
                      <a:lnTo>
                        <a:pt x="586" y="127"/>
                      </a:lnTo>
                      <a:lnTo>
                        <a:pt x="609" y="162"/>
                      </a:lnTo>
                      <a:lnTo>
                        <a:pt x="628" y="200"/>
                      </a:lnTo>
                      <a:lnTo>
                        <a:pt x="642" y="239"/>
                      </a:lnTo>
                      <a:lnTo>
                        <a:pt x="651" y="283"/>
                      </a:lnTo>
                      <a:lnTo>
                        <a:pt x="654" y="327"/>
                      </a:lnTo>
                      <a:lnTo>
                        <a:pt x="651" y="369"/>
                      </a:lnTo>
                      <a:lnTo>
                        <a:pt x="642" y="409"/>
                      </a:lnTo>
                      <a:lnTo>
                        <a:pt x="629" y="447"/>
                      </a:lnTo>
                      <a:lnTo>
                        <a:pt x="612" y="483"/>
                      </a:lnTo>
                      <a:lnTo>
                        <a:pt x="833" y="692"/>
                      </a:lnTo>
                      <a:lnTo>
                        <a:pt x="792" y="729"/>
                      </a:lnTo>
                      <a:lnTo>
                        <a:pt x="754" y="768"/>
                      </a:lnTo>
                      <a:lnTo>
                        <a:pt x="720" y="811"/>
                      </a:lnTo>
                      <a:lnTo>
                        <a:pt x="499" y="603"/>
                      </a:lnTo>
                      <a:lnTo>
                        <a:pt x="461" y="624"/>
                      </a:lnTo>
                      <a:lnTo>
                        <a:pt x="418" y="640"/>
                      </a:lnTo>
                      <a:lnTo>
                        <a:pt x="374" y="650"/>
                      </a:lnTo>
                      <a:lnTo>
                        <a:pt x="327" y="653"/>
                      </a:lnTo>
                      <a:lnTo>
                        <a:pt x="283" y="651"/>
                      </a:lnTo>
                      <a:lnTo>
                        <a:pt x="240" y="642"/>
                      </a:lnTo>
                      <a:lnTo>
                        <a:pt x="200" y="628"/>
                      </a:lnTo>
                      <a:lnTo>
                        <a:pt x="162" y="609"/>
                      </a:lnTo>
                      <a:lnTo>
                        <a:pt x="127" y="585"/>
                      </a:lnTo>
                      <a:lnTo>
                        <a:pt x="96" y="558"/>
                      </a:lnTo>
                      <a:lnTo>
                        <a:pt x="68" y="527"/>
                      </a:lnTo>
                      <a:lnTo>
                        <a:pt x="45" y="491"/>
                      </a:lnTo>
                      <a:lnTo>
                        <a:pt x="26" y="454"/>
                      </a:lnTo>
                      <a:lnTo>
                        <a:pt x="11" y="414"/>
                      </a:lnTo>
                      <a:lnTo>
                        <a:pt x="4" y="371"/>
                      </a:lnTo>
                      <a:lnTo>
                        <a:pt x="0" y="327"/>
                      </a:lnTo>
                      <a:lnTo>
                        <a:pt x="4" y="283"/>
                      </a:lnTo>
                      <a:lnTo>
                        <a:pt x="11" y="239"/>
                      </a:lnTo>
                      <a:lnTo>
                        <a:pt x="26" y="200"/>
                      </a:lnTo>
                      <a:lnTo>
                        <a:pt x="45" y="162"/>
                      </a:lnTo>
                      <a:lnTo>
                        <a:pt x="68" y="127"/>
                      </a:lnTo>
                      <a:lnTo>
                        <a:pt x="96" y="95"/>
                      </a:lnTo>
                      <a:lnTo>
                        <a:pt x="127" y="68"/>
                      </a:lnTo>
                      <a:lnTo>
                        <a:pt x="162" y="44"/>
                      </a:lnTo>
                      <a:lnTo>
                        <a:pt x="200" y="25"/>
                      </a:lnTo>
                      <a:lnTo>
                        <a:pt x="240" y="12"/>
                      </a:lnTo>
                      <a:lnTo>
                        <a:pt x="283" y="3"/>
                      </a:lnTo>
                      <a:lnTo>
                        <a:pt x="327" y="0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49" name="Freeform 65"/>
                <p:cNvSpPr>
                  <a:spLocks/>
                </p:cNvSpPr>
                <p:nvPr/>
              </p:nvSpPr>
              <p:spPr bwMode="auto">
                <a:xfrm>
                  <a:off x="5307013" y="5026025"/>
                  <a:ext cx="136525" cy="179388"/>
                </a:xfrm>
                <a:custGeom>
                  <a:avLst/>
                  <a:gdLst>
                    <a:gd name="T0" fmla="*/ 524 w 852"/>
                    <a:gd name="T1" fmla="*/ 0 h 1132"/>
                    <a:gd name="T2" fmla="*/ 524 w 852"/>
                    <a:gd name="T3" fmla="*/ 0 h 1132"/>
                    <a:gd name="T4" fmla="*/ 569 w 852"/>
                    <a:gd name="T5" fmla="*/ 3 h 1132"/>
                    <a:gd name="T6" fmla="*/ 611 w 852"/>
                    <a:gd name="T7" fmla="*/ 12 h 1132"/>
                    <a:gd name="T8" fmla="*/ 652 w 852"/>
                    <a:gd name="T9" fmla="*/ 27 h 1132"/>
                    <a:gd name="T10" fmla="*/ 690 w 852"/>
                    <a:gd name="T11" fmla="*/ 45 h 1132"/>
                    <a:gd name="T12" fmla="*/ 724 w 852"/>
                    <a:gd name="T13" fmla="*/ 69 h 1132"/>
                    <a:gd name="T14" fmla="*/ 755 w 852"/>
                    <a:gd name="T15" fmla="*/ 96 h 1132"/>
                    <a:gd name="T16" fmla="*/ 783 w 852"/>
                    <a:gd name="T17" fmla="*/ 128 h 1132"/>
                    <a:gd name="T18" fmla="*/ 806 w 852"/>
                    <a:gd name="T19" fmla="*/ 162 h 1132"/>
                    <a:gd name="T20" fmla="*/ 825 w 852"/>
                    <a:gd name="T21" fmla="*/ 200 h 1132"/>
                    <a:gd name="T22" fmla="*/ 839 w 852"/>
                    <a:gd name="T23" fmla="*/ 241 h 1132"/>
                    <a:gd name="T24" fmla="*/ 848 w 852"/>
                    <a:gd name="T25" fmla="*/ 283 h 1132"/>
                    <a:gd name="T26" fmla="*/ 852 w 852"/>
                    <a:gd name="T27" fmla="*/ 327 h 1132"/>
                    <a:gd name="T28" fmla="*/ 848 w 852"/>
                    <a:gd name="T29" fmla="*/ 372 h 1132"/>
                    <a:gd name="T30" fmla="*/ 839 w 852"/>
                    <a:gd name="T31" fmla="*/ 414 h 1132"/>
                    <a:gd name="T32" fmla="*/ 825 w 852"/>
                    <a:gd name="T33" fmla="*/ 455 h 1132"/>
                    <a:gd name="T34" fmla="*/ 806 w 852"/>
                    <a:gd name="T35" fmla="*/ 492 h 1132"/>
                    <a:gd name="T36" fmla="*/ 783 w 852"/>
                    <a:gd name="T37" fmla="*/ 527 h 1132"/>
                    <a:gd name="T38" fmla="*/ 755 w 852"/>
                    <a:gd name="T39" fmla="*/ 558 h 1132"/>
                    <a:gd name="T40" fmla="*/ 724 w 852"/>
                    <a:gd name="T41" fmla="*/ 586 h 1132"/>
                    <a:gd name="T42" fmla="*/ 690 w 852"/>
                    <a:gd name="T43" fmla="*/ 609 h 1132"/>
                    <a:gd name="T44" fmla="*/ 652 w 852"/>
                    <a:gd name="T45" fmla="*/ 628 h 1132"/>
                    <a:gd name="T46" fmla="*/ 611 w 852"/>
                    <a:gd name="T47" fmla="*/ 642 h 1132"/>
                    <a:gd name="T48" fmla="*/ 569 w 852"/>
                    <a:gd name="T49" fmla="*/ 651 h 1132"/>
                    <a:gd name="T50" fmla="*/ 524 w 852"/>
                    <a:gd name="T51" fmla="*/ 654 h 1132"/>
                    <a:gd name="T52" fmla="*/ 493 w 852"/>
                    <a:gd name="T53" fmla="*/ 652 h 1132"/>
                    <a:gd name="T54" fmla="*/ 463 w 852"/>
                    <a:gd name="T55" fmla="*/ 647 h 1132"/>
                    <a:gd name="T56" fmla="*/ 434 w 852"/>
                    <a:gd name="T57" fmla="*/ 640 h 1132"/>
                    <a:gd name="T58" fmla="*/ 142 w 852"/>
                    <a:gd name="T59" fmla="*/ 1132 h 1132"/>
                    <a:gd name="T60" fmla="*/ 96 w 852"/>
                    <a:gd name="T61" fmla="*/ 1100 h 1132"/>
                    <a:gd name="T62" fmla="*/ 50 w 852"/>
                    <a:gd name="T63" fmla="*/ 1072 h 1132"/>
                    <a:gd name="T64" fmla="*/ 0 w 852"/>
                    <a:gd name="T65" fmla="*/ 1048 h 1132"/>
                    <a:gd name="T66" fmla="*/ 292 w 852"/>
                    <a:gd name="T67" fmla="*/ 557 h 1132"/>
                    <a:gd name="T68" fmla="*/ 265 w 852"/>
                    <a:gd name="T69" fmla="*/ 526 h 1132"/>
                    <a:gd name="T70" fmla="*/ 242 w 852"/>
                    <a:gd name="T71" fmla="*/ 491 h 1132"/>
                    <a:gd name="T72" fmla="*/ 223 w 852"/>
                    <a:gd name="T73" fmla="*/ 454 h 1132"/>
                    <a:gd name="T74" fmla="*/ 209 w 852"/>
                    <a:gd name="T75" fmla="*/ 414 h 1132"/>
                    <a:gd name="T76" fmla="*/ 201 w 852"/>
                    <a:gd name="T77" fmla="*/ 372 h 1132"/>
                    <a:gd name="T78" fmla="*/ 197 w 852"/>
                    <a:gd name="T79" fmla="*/ 327 h 1132"/>
                    <a:gd name="T80" fmla="*/ 201 w 852"/>
                    <a:gd name="T81" fmla="*/ 283 h 1132"/>
                    <a:gd name="T82" fmla="*/ 209 w 852"/>
                    <a:gd name="T83" fmla="*/ 240 h 1132"/>
                    <a:gd name="T84" fmla="*/ 223 w 852"/>
                    <a:gd name="T85" fmla="*/ 200 h 1132"/>
                    <a:gd name="T86" fmla="*/ 242 w 852"/>
                    <a:gd name="T87" fmla="*/ 162 h 1132"/>
                    <a:gd name="T88" fmla="*/ 266 w 852"/>
                    <a:gd name="T89" fmla="*/ 128 h 1132"/>
                    <a:gd name="T90" fmla="*/ 293 w 852"/>
                    <a:gd name="T91" fmla="*/ 96 h 1132"/>
                    <a:gd name="T92" fmla="*/ 325 w 852"/>
                    <a:gd name="T93" fmla="*/ 69 h 1132"/>
                    <a:gd name="T94" fmla="*/ 359 w 852"/>
                    <a:gd name="T95" fmla="*/ 45 h 1132"/>
                    <a:gd name="T96" fmla="*/ 397 w 852"/>
                    <a:gd name="T97" fmla="*/ 27 h 1132"/>
                    <a:gd name="T98" fmla="*/ 437 w 852"/>
                    <a:gd name="T99" fmla="*/ 12 h 1132"/>
                    <a:gd name="T100" fmla="*/ 480 w 852"/>
                    <a:gd name="T101" fmla="*/ 3 h 1132"/>
                    <a:gd name="T102" fmla="*/ 524 w 852"/>
                    <a:gd name="T103" fmla="*/ 0 h 113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</a:cxnLst>
                  <a:rect l="0" t="0" r="r" b="b"/>
                  <a:pathLst>
                    <a:path w="852" h="1132">
                      <a:moveTo>
                        <a:pt x="524" y="0"/>
                      </a:moveTo>
                      <a:lnTo>
                        <a:pt x="524" y="0"/>
                      </a:lnTo>
                      <a:lnTo>
                        <a:pt x="569" y="3"/>
                      </a:lnTo>
                      <a:lnTo>
                        <a:pt x="611" y="12"/>
                      </a:lnTo>
                      <a:lnTo>
                        <a:pt x="652" y="27"/>
                      </a:lnTo>
                      <a:lnTo>
                        <a:pt x="690" y="45"/>
                      </a:lnTo>
                      <a:lnTo>
                        <a:pt x="724" y="69"/>
                      </a:lnTo>
                      <a:lnTo>
                        <a:pt x="755" y="96"/>
                      </a:lnTo>
                      <a:lnTo>
                        <a:pt x="783" y="128"/>
                      </a:lnTo>
                      <a:lnTo>
                        <a:pt x="806" y="162"/>
                      </a:lnTo>
                      <a:lnTo>
                        <a:pt x="825" y="200"/>
                      </a:lnTo>
                      <a:lnTo>
                        <a:pt x="839" y="241"/>
                      </a:lnTo>
                      <a:lnTo>
                        <a:pt x="848" y="283"/>
                      </a:lnTo>
                      <a:lnTo>
                        <a:pt x="852" y="327"/>
                      </a:lnTo>
                      <a:lnTo>
                        <a:pt x="848" y="372"/>
                      </a:lnTo>
                      <a:lnTo>
                        <a:pt x="839" y="414"/>
                      </a:lnTo>
                      <a:lnTo>
                        <a:pt x="825" y="455"/>
                      </a:lnTo>
                      <a:lnTo>
                        <a:pt x="806" y="492"/>
                      </a:lnTo>
                      <a:lnTo>
                        <a:pt x="783" y="527"/>
                      </a:lnTo>
                      <a:lnTo>
                        <a:pt x="755" y="558"/>
                      </a:lnTo>
                      <a:lnTo>
                        <a:pt x="724" y="586"/>
                      </a:lnTo>
                      <a:lnTo>
                        <a:pt x="690" y="609"/>
                      </a:lnTo>
                      <a:lnTo>
                        <a:pt x="652" y="628"/>
                      </a:lnTo>
                      <a:lnTo>
                        <a:pt x="611" y="642"/>
                      </a:lnTo>
                      <a:lnTo>
                        <a:pt x="569" y="651"/>
                      </a:lnTo>
                      <a:lnTo>
                        <a:pt x="524" y="654"/>
                      </a:lnTo>
                      <a:lnTo>
                        <a:pt x="493" y="652"/>
                      </a:lnTo>
                      <a:lnTo>
                        <a:pt x="463" y="647"/>
                      </a:lnTo>
                      <a:lnTo>
                        <a:pt x="434" y="640"/>
                      </a:lnTo>
                      <a:lnTo>
                        <a:pt x="142" y="1132"/>
                      </a:lnTo>
                      <a:lnTo>
                        <a:pt x="96" y="1100"/>
                      </a:lnTo>
                      <a:lnTo>
                        <a:pt x="50" y="1072"/>
                      </a:lnTo>
                      <a:lnTo>
                        <a:pt x="0" y="1048"/>
                      </a:lnTo>
                      <a:lnTo>
                        <a:pt x="292" y="557"/>
                      </a:lnTo>
                      <a:lnTo>
                        <a:pt x="265" y="526"/>
                      </a:lnTo>
                      <a:lnTo>
                        <a:pt x="242" y="491"/>
                      </a:lnTo>
                      <a:lnTo>
                        <a:pt x="223" y="454"/>
                      </a:lnTo>
                      <a:lnTo>
                        <a:pt x="209" y="414"/>
                      </a:lnTo>
                      <a:lnTo>
                        <a:pt x="201" y="372"/>
                      </a:lnTo>
                      <a:lnTo>
                        <a:pt x="197" y="327"/>
                      </a:lnTo>
                      <a:lnTo>
                        <a:pt x="201" y="283"/>
                      </a:lnTo>
                      <a:lnTo>
                        <a:pt x="209" y="240"/>
                      </a:lnTo>
                      <a:lnTo>
                        <a:pt x="223" y="200"/>
                      </a:lnTo>
                      <a:lnTo>
                        <a:pt x="242" y="162"/>
                      </a:lnTo>
                      <a:lnTo>
                        <a:pt x="266" y="128"/>
                      </a:lnTo>
                      <a:lnTo>
                        <a:pt x="293" y="96"/>
                      </a:lnTo>
                      <a:lnTo>
                        <a:pt x="325" y="69"/>
                      </a:lnTo>
                      <a:lnTo>
                        <a:pt x="359" y="45"/>
                      </a:lnTo>
                      <a:lnTo>
                        <a:pt x="397" y="27"/>
                      </a:lnTo>
                      <a:lnTo>
                        <a:pt x="437" y="12"/>
                      </a:lnTo>
                      <a:lnTo>
                        <a:pt x="480" y="3"/>
                      </a:lnTo>
                      <a:lnTo>
                        <a:pt x="524" y="0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50" name="Freeform 66"/>
                <p:cNvSpPr>
                  <a:spLocks/>
                </p:cNvSpPr>
                <p:nvPr/>
              </p:nvSpPr>
              <p:spPr bwMode="auto">
                <a:xfrm>
                  <a:off x="5375276" y="5272088"/>
                  <a:ext cx="166688" cy="103188"/>
                </a:xfrm>
                <a:custGeom>
                  <a:avLst/>
                  <a:gdLst>
                    <a:gd name="T0" fmla="*/ 729 w 1055"/>
                    <a:gd name="T1" fmla="*/ 0 h 653"/>
                    <a:gd name="T2" fmla="*/ 773 w 1055"/>
                    <a:gd name="T3" fmla="*/ 2 h 653"/>
                    <a:gd name="T4" fmla="*/ 816 w 1055"/>
                    <a:gd name="T5" fmla="*/ 11 h 653"/>
                    <a:gd name="T6" fmla="*/ 856 w 1055"/>
                    <a:gd name="T7" fmla="*/ 25 h 653"/>
                    <a:gd name="T8" fmla="*/ 893 w 1055"/>
                    <a:gd name="T9" fmla="*/ 44 h 653"/>
                    <a:gd name="T10" fmla="*/ 929 w 1055"/>
                    <a:gd name="T11" fmla="*/ 68 h 653"/>
                    <a:gd name="T12" fmla="*/ 960 w 1055"/>
                    <a:gd name="T13" fmla="*/ 95 h 653"/>
                    <a:gd name="T14" fmla="*/ 988 w 1055"/>
                    <a:gd name="T15" fmla="*/ 126 h 653"/>
                    <a:gd name="T16" fmla="*/ 1011 w 1055"/>
                    <a:gd name="T17" fmla="*/ 162 h 653"/>
                    <a:gd name="T18" fmla="*/ 1030 w 1055"/>
                    <a:gd name="T19" fmla="*/ 200 h 653"/>
                    <a:gd name="T20" fmla="*/ 1044 w 1055"/>
                    <a:gd name="T21" fmla="*/ 239 h 653"/>
                    <a:gd name="T22" fmla="*/ 1053 w 1055"/>
                    <a:gd name="T23" fmla="*/ 282 h 653"/>
                    <a:gd name="T24" fmla="*/ 1055 w 1055"/>
                    <a:gd name="T25" fmla="*/ 326 h 653"/>
                    <a:gd name="T26" fmla="*/ 1053 w 1055"/>
                    <a:gd name="T27" fmla="*/ 370 h 653"/>
                    <a:gd name="T28" fmla="*/ 1044 w 1055"/>
                    <a:gd name="T29" fmla="*/ 414 h 653"/>
                    <a:gd name="T30" fmla="*/ 1030 w 1055"/>
                    <a:gd name="T31" fmla="*/ 454 h 653"/>
                    <a:gd name="T32" fmla="*/ 1011 w 1055"/>
                    <a:gd name="T33" fmla="*/ 491 h 653"/>
                    <a:gd name="T34" fmla="*/ 988 w 1055"/>
                    <a:gd name="T35" fmla="*/ 526 h 653"/>
                    <a:gd name="T36" fmla="*/ 960 w 1055"/>
                    <a:gd name="T37" fmla="*/ 558 h 653"/>
                    <a:gd name="T38" fmla="*/ 929 w 1055"/>
                    <a:gd name="T39" fmla="*/ 584 h 653"/>
                    <a:gd name="T40" fmla="*/ 893 w 1055"/>
                    <a:gd name="T41" fmla="*/ 609 h 653"/>
                    <a:gd name="T42" fmla="*/ 856 w 1055"/>
                    <a:gd name="T43" fmla="*/ 628 h 653"/>
                    <a:gd name="T44" fmla="*/ 816 w 1055"/>
                    <a:gd name="T45" fmla="*/ 641 h 653"/>
                    <a:gd name="T46" fmla="*/ 773 w 1055"/>
                    <a:gd name="T47" fmla="*/ 650 h 653"/>
                    <a:gd name="T48" fmla="*/ 729 w 1055"/>
                    <a:gd name="T49" fmla="*/ 653 h 653"/>
                    <a:gd name="T50" fmla="*/ 685 w 1055"/>
                    <a:gd name="T51" fmla="*/ 650 h 653"/>
                    <a:gd name="T52" fmla="*/ 644 w 1055"/>
                    <a:gd name="T53" fmla="*/ 642 h 653"/>
                    <a:gd name="T54" fmla="*/ 604 w 1055"/>
                    <a:gd name="T55" fmla="*/ 628 h 653"/>
                    <a:gd name="T56" fmla="*/ 566 w 1055"/>
                    <a:gd name="T57" fmla="*/ 610 h 653"/>
                    <a:gd name="T58" fmla="*/ 532 w 1055"/>
                    <a:gd name="T59" fmla="*/ 587 h 653"/>
                    <a:gd name="T60" fmla="*/ 501 w 1055"/>
                    <a:gd name="T61" fmla="*/ 560 h 653"/>
                    <a:gd name="T62" fmla="*/ 474 w 1055"/>
                    <a:gd name="T63" fmla="*/ 529 h 653"/>
                    <a:gd name="T64" fmla="*/ 450 w 1055"/>
                    <a:gd name="T65" fmla="*/ 495 h 653"/>
                    <a:gd name="T66" fmla="*/ 431 w 1055"/>
                    <a:gd name="T67" fmla="*/ 458 h 653"/>
                    <a:gd name="T68" fmla="*/ 416 w 1055"/>
                    <a:gd name="T69" fmla="*/ 419 h 653"/>
                    <a:gd name="T70" fmla="*/ 407 w 1055"/>
                    <a:gd name="T71" fmla="*/ 377 h 653"/>
                    <a:gd name="T72" fmla="*/ 0 w 1055"/>
                    <a:gd name="T73" fmla="*/ 337 h 653"/>
                    <a:gd name="T74" fmla="*/ 9 w 1055"/>
                    <a:gd name="T75" fmla="*/ 287 h 653"/>
                    <a:gd name="T76" fmla="*/ 15 w 1055"/>
                    <a:gd name="T77" fmla="*/ 235 h 653"/>
                    <a:gd name="T78" fmla="*/ 17 w 1055"/>
                    <a:gd name="T79" fmla="*/ 182 h 653"/>
                    <a:gd name="T80" fmla="*/ 16 w 1055"/>
                    <a:gd name="T81" fmla="*/ 173 h 653"/>
                    <a:gd name="T82" fmla="*/ 423 w 1055"/>
                    <a:gd name="T83" fmla="*/ 214 h 653"/>
                    <a:gd name="T84" fmla="*/ 441 w 1055"/>
                    <a:gd name="T85" fmla="*/ 173 h 653"/>
                    <a:gd name="T86" fmla="*/ 464 w 1055"/>
                    <a:gd name="T87" fmla="*/ 136 h 653"/>
                    <a:gd name="T88" fmla="*/ 492 w 1055"/>
                    <a:gd name="T89" fmla="*/ 103 h 653"/>
                    <a:gd name="T90" fmla="*/ 524 w 1055"/>
                    <a:gd name="T91" fmla="*/ 73 h 653"/>
                    <a:gd name="T92" fmla="*/ 558 w 1055"/>
                    <a:gd name="T93" fmla="*/ 48 h 653"/>
                    <a:gd name="T94" fmla="*/ 597 w 1055"/>
                    <a:gd name="T95" fmla="*/ 28 h 653"/>
                    <a:gd name="T96" fmla="*/ 639 w 1055"/>
                    <a:gd name="T97" fmla="*/ 12 h 653"/>
                    <a:gd name="T98" fmla="*/ 683 w 1055"/>
                    <a:gd name="T99" fmla="*/ 3 h 653"/>
                    <a:gd name="T100" fmla="*/ 729 w 1055"/>
                    <a:gd name="T101" fmla="*/ 0 h 65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</a:cxnLst>
                  <a:rect l="0" t="0" r="r" b="b"/>
                  <a:pathLst>
                    <a:path w="1055" h="653">
                      <a:moveTo>
                        <a:pt x="729" y="0"/>
                      </a:moveTo>
                      <a:lnTo>
                        <a:pt x="773" y="2"/>
                      </a:lnTo>
                      <a:lnTo>
                        <a:pt x="816" y="11"/>
                      </a:lnTo>
                      <a:lnTo>
                        <a:pt x="856" y="25"/>
                      </a:lnTo>
                      <a:lnTo>
                        <a:pt x="893" y="44"/>
                      </a:lnTo>
                      <a:lnTo>
                        <a:pt x="929" y="68"/>
                      </a:lnTo>
                      <a:lnTo>
                        <a:pt x="960" y="95"/>
                      </a:lnTo>
                      <a:lnTo>
                        <a:pt x="988" y="126"/>
                      </a:lnTo>
                      <a:lnTo>
                        <a:pt x="1011" y="162"/>
                      </a:lnTo>
                      <a:lnTo>
                        <a:pt x="1030" y="200"/>
                      </a:lnTo>
                      <a:lnTo>
                        <a:pt x="1044" y="239"/>
                      </a:lnTo>
                      <a:lnTo>
                        <a:pt x="1053" y="282"/>
                      </a:lnTo>
                      <a:lnTo>
                        <a:pt x="1055" y="326"/>
                      </a:lnTo>
                      <a:lnTo>
                        <a:pt x="1053" y="370"/>
                      </a:lnTo>
                      <a:lnTo>
                        <a:pt x="1044" y="414"/>
                      </a:lnTo>
                      <a:lnTo>
                        <a:pt x="1030" y="454"/>
                      </a:lnTo>
                      <a:lnTo>
                        <a:pt x="1011" y="491"/>
                      </a:lnTo>
                      <a:lnTo>
                        <a:pt x="988" y="526"/>
                      </a:lnTo>
                      <a:lnTo>
                        <a:pt x="960" y="558"/>
                      </a:lnTo>
                      <a:lnTo>
                        <a:pt x="929" y="584"/>
                      </a:lnTo>
                      <a:lnTo>
                        <a:pt x="893" y="609"/>
                      </a:lnTo>
                      <a:lnTo>
                        <a:pt x="856" y="628"/>
                      </a:lnTo>
                      <a:lnTo>
                        <a:pt x="816" y="641"/>
                      </a:lnTo>
                      <a:lnTo>
                        <a:pt x="773" y="650"/>
                      </a:lnTo>
                      <a:lnTo>
                        <a:pt x="729" y="653"/>
                      </a:lnTo>
                      <a:lnTo>
                        <a:pt x="685" y="650"/>
                      </a:lnTo>
                      <a:lnTo>
                        <a:pt x="644" y="642"/>
                      </a:lnTo>
                      <a:lnTo>
                        <a:pt x="604" y="628"/>
                      </a:lnTo>
                      <a:lnTo>
                        <a:pt x="566" y="610"/>
                      </a:lnTo>
                      <a:lnTo>
                        <a:pt x="532" y="587"/>
                      </a:lnTo>
                      <a:lnTo>
                        <a:pt x="501" y="560"/>
                      </a:lnTo>
                      <a:lnTo>
                        <a:pt x="474" y="529"/>
                      </a:lnTo>
                      <a:lnTo>
                        <a:pt x="450" y="495"/>
                      </a:lnTo>
                      <a:lnTo>
                        <a:pt x="431" y="458"/>
                      </a:lnTo>
                      <a:lnTo>
                        <a:pt x="416" y="419"/>
                      </a:lnTo>
                      <a:lnTo>
                        <a:pt x="407" y="377"/>
                      </a:lnTo>
                      <a:lnTo>
                        <a:pt x="0" y="337"/>
                      </a:lnTo>
                      <a:lnTo>
                        <a:pt x="9" y="287"/>
                      </a:lnTo>
                      <a:lnTo>
                        <a:pt x="15" y="235"/>
                      </a:lnTo>
                      <a:lnTo>
                        <a:pt x="17" y="182"/>
                      </a:lnTo>
                      <a:lnTo>
                        <a:pt x="16" y="173"/>
                      </a:lnTo>
                      <a:lnTo>
                        <a:pt x="423" y="214"/>
                      </a:lnTo>
                      <a:lnTo>
                        <a:pt x="441" y="173"/>
                      </a:lnTo>
                      <a:lnTo>
                        <a:pt x="464" y="136"/>
                      </a:lnTo>
                      <a:lnTo>
                        <a:pt x="492" y="103"/>
                      </a:lnTo>
                      <a:lnTo>
                        <a:pt x="524" y="73"/>
                      </a:lnTo>
                      <a:lnTo>
                        <a:pt x="558" y="48"/>
                      </a:lnTo>
                      <a:lnTo>
                        <a:pt x="597" y="28"/>
                      </a:lnTo>
                      <a:lnTo>
                        <a:pt x="639" y="12"/>
                      </a:lnTo>
                      <a:lnTo>
                        <a:pt x="683" y="3"/>
                      </a:lnTo>
                      <a:lnTo>
                        <a:pt x="729" y="0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51" name="Freeform 67"/>
                <p:cNvSpPr>
                  <a:spLocks/>
                </p:cNvSpPr>
                <p:nvPr/>
              </p:nvSpPr>
              <p:spPr bwMode="auto">
                <a:xfrm>
                  <a:off x="5259388" y="5411788"/>
                  <a:ext cx="103188" cy="166688"/>
                </a:xfrm>
                <a:custGeom>
                  <a:avLst/>
                  <a:gdLst>
                    <a:gd name="T0" fmla="*/ 246 w 654"/>
                    <a:gd name="T1" fmla="*/ 0 h 1049"/>
                    <a:gd name="T2" fmla="*/ 337 w 654"/>
                    <a:gd name="T3" fmla="*/ 397 h 1049"/>
                    <a:gd name="T4" fmla="*/ 383 w 654"/>
                    <a:gd name="T5" fmla="*/ 402 h 1049"/>
                    <a:gd name="T6" fmla="*/ 429 w 654"/>
                    <a:gd name="T7" fmla="*/ 413 h 1049"/>
                    <a:gd name="T8" fmla="*/ 471 w 654"/>
                    <a:gd name="T9" fmla="*/ 431 h 1049"/>
                    <a:gd name="T10" fmla="*/ 510 w 654"/>
                    <a:gd name="T11" fmla="*/ 453 h 1049"/>
                    <a:gd name="T12" fmla="*/ 545 w 654"/>
                    <a:gd name="T13" fmla="*/ 480 h 1049"/>
                    <a:gd name="T14" fmla="*/ 576 w 654"/>
                    <a:gd name="T15" fmla="*/ 513 h 1049"/>
                    <a:gd name="T16" fmla="*/ 603 w 654"/>
                    <a:gd name="T17" fmla="*/ 548 h 1049"/>
                    <a:gd name="T18" fmla="*/ 624 w 654"/>
                    <a:gd name="T19" fmla="*/ 588 h 1049"/>
                    <a:gd name="T20" fmla="*/ 641 w 654"/>
                    <a:gd name="T21" fmla="*/ 630 h 1049"/>
                    <a:gd name="T22" fmla="*/ 651 w 654"/>
                    <a:gd name="T23" fmla="*/ 676 h 1049"/>
                    <a:gd name="T24" fmla="*/ 654 w 654"/>
                    <a:gd name="T25" fmla="*/ 723 h 1049"/>
                    <a:gd name="T26" fmla="*/ 651 w 654"/>
                    <a:gd name="T27" fmla="*/ 768 h 1049"/>
                    <a:gd name="T28" fmla="*/ 642 w 654"/>
                    <a:gd name="T29" fmla="*/ 810 h 1049"/>
                    <a:gd name="T30" fmla="*/ 628 w 654"/>
                    <a:gd name="T31" fmla="*/ 850 h 1049"/>
                    <a:gd name="T32" fmla="*/ 608 w 654"/>
                    <a:gd name="T33" fmla="*/ 887 h 1049"/>
                    <a:gd name="T34" fmla="*/ 585 w 654"/>
                    <a:gd name="T35" fmla="*/ 923 h 1049"/>
                    <a:gd name="T36" fmla="*/ 557 w 654"/>
                    <a:gd name="T37" fmla="*/ 954 h 1049"/>
                    <a:gd name="T38" fmla="*/ 526 w 654"/>
                    <a:gd name="T39" fmla="*/ 982 h 1049"/>
                    <a:gd name="T40" fmla="*/ 492 w 654"/>
                    <a:gd name="T41" fmla="*/ 1005 h 1049"/>
                    <a:gd name="T42" fmla="*/ 454 w 654"/>
                    <a:gd name="T43" fmla="*/ 1024 h 1049"/>
                    <a:gd name="T44" fmla="*/ 413 w 654"/>
                    <a:gd name="T45" fmla="*/ 1038 h 1049"/>
                    <a:gd name="T46" fmla="*/ 371 w 654"/>
                    <a:gd name="T47" fmla="*/ 1047 h 1049"/>
                    <a:gd name="T48" fmla="*/ 327 w 654"/>
                    <a:gd name="T49" fmla="*/ 1049 h 1049"/>
                    <a:gd name="T50" fmla="*/ 282 w 654"/>
                    <a:gd name="T51" fmla="*/ 1047 h 1049"/>
                    <a:gd name="T52" fmla="*/ 240 w 654"/>
                    <a:gd name="T53" fmla="*/ 1038 h 1049"/>
                    <a:gd name="T54" fmla="*/ 199 w 654"/>
                    <a:gd name="T55" fmla="*/ 1024 h 1049"/>
                    <a:gd name="T56" fmla="*/ 161 w 654"/>
                    <a:gd name="T57" fmla="*/ 1005 h 1049"/>
                    <a:gd name="T58" fmla="*/ 127 w 654"/>
                    <a:gd name="T59" fmla="*/ 982 h 1049"/>
                    <a:gd name="T60" fmla="*/ 96 w 654"/>
                    <a:gd name="T61" fmla="*/ 954 h 1049"/>
                    <a:gd name="T62" fmla="*/ 68 w 654"/>
                    <a:gd name="T63" fmla="*/ 923 h 1049"/>
                    <a:gd name="T64" fmla="*/ 45 w 654"/>
                    <a:gd name="T65" fmla="*/ 887 h 1049"/>
                    <a:gd name="T66" fmla="*/ 26 w 654"/>
                    <a:gd name="T67" fmla="*/ 850 h 1049"/>
                    <a:gd name="T68" fmla="*/ 12 w 654"/>
                    <a:gd name="T69" fmla="*/ 810 h 1049"/>
                    <a:gd name="T70" fmla="*/ 3 w 654"/>
                    <a:gd name="T71" fmla="*/ 768 h 1049"/>
                    <a:gd name="T72" fmla="*/ 0 w 654"/>
                    <a:gd name="T73" fmla="*/ 723 h 1049"/>
                    <a:gd name="T74" fmla="*/ 3 w 654"/>
                    <a:gd name="T75" fmla="*/ 677 h 1049"/>
                    <a:gd name="T76" fmla="*/ 13 w 654"/>
                    <a:gd name="T77" fmla="*/ 632 h 1049"/>
                    <a:gd name="T78" fmla="*/ 28 w 654"/>
                    <a:gd name="T79" fmla="*/ 591 h 1049"/>
                    <a:gd name="T80" fmla="*/ 49 w 654"/>
                    <a:gd name="T81" fmla="*/ 553 h 1049"/>
                    <a:gd name="T82" fmla="*/ 75 w 654"/>
                    <a:gd name="T83" fmla="*/ 517 h 1049"/>
                    <a:gd name="T84" fmla="*/ 105 w 654"/>
                    <a:gd name="T85" fmla="*/ 485 h 1049"/>
                    <a:gd name="T86" fmla="*/ 139 w 654"/>
                    <a:gd name="T87" fmla="*/ 457 h 1049"/>
                    <a:gd name="T88" fmla="*/ 177 w 654"/>
                    <a:gd name="T89" fmla="*/ 435 h 1049"/>
                    <a:gd name="T90" fmla="*/ 85 w 654"/>
                    <a:gd name="T91" fmla="*/ 37 h 1049"/>
                    <a:gd name="T92" fmla="*/ 140 w 654"/>
                    <a:gd name="T93" fmla="*/ 28 h 1049"/>
                    <a:gd name="T94" fmla="*/ 194 w 654"/>
                    <a:gd name="T95" fmla="*/ 16 h 1049"/>
                    <a:gd name="T96" fmla="*/ 246 w 654"/>
                    <a:gd name="T97" fmla="*/ 0 h 104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</a:cxnLst>
                  <a:rect l="0" t="0" r="r" b="b"/>
                  <a:pathLst>
                    <a:path w="654" h="1049">
                      <a:moveTo>
                        <a:pt x="246" y="0"/>
                      </a:moveTo>
                      <a:lnTo>
                        <a:pt x="337" y="397"/>
                      </a:lnTo>
                      <a:lnTo>
                        <a:pt x="383" y="402"/>
                      </a:lnTo>
                      <a:lnTo>
                        <a:pt x="429" y="413"/>
                      </a:lnTo>
                      <a:lnTo>
                        <a:pt x="471" y="431"/>
                      </a:lnTo>
                      <a:lnTo>
                        <a:pt x="510" y="453"/>
                      </a:lnTo>
                      <a:lnTo>
                        <a:pt x="545" y="480"/>
                      </a:lnTo>
                      <a:lnTo>
                        <a:pt x="576" y="513"/>
                      </a:lnTo>
                      <a:lnTo>
                        <a:pt x="603" y="548"/>
                      </a:lnTo>
                      <a:lnTo>
                        <a:pt x="624" y="588"/>
                      </a:lnTo>
                      <a:lnTo>
                        <a:pt x="641" y="630"/>
                      </a:lnTo>
                      <a:lnTo>
                        <a:pt x="651" y="676"/>
                      </a:lnTo>
                      <a:lnTo>
                        <a:pt x="654" y="723"/>
                      </a:lnTo>
                      <a:lnTo>
                        <a:pt x="651" y="768"/>
                      </a:lnTo>
                      <a:lnTo>
                        <a:pt x="642" y="810"/>
                      </a:lnTo>
                      <a:lnTo>
                        <a:pt x="628" y="850"/>
                      </a:lnTo>
                      <a:lnTo>
                        <a:pt x="608" y="887"/>
                      </a:lnTo>
                      <a:lnTo>
                        <a:pt x="585" y="923"/>
                      </a:lnTo>
                      <a:lnTo>
                        <a:pt x="557" y="954"/>
                      </a:lnTo>
                      <a:lnTo>
                        <a:pt x="526" y="982"/>
                      </a:lnTo>
                      <a:lnTo>
                        <a:pt x="492" y="1005"/>
                      </a:lnTo>
                      <a:lnTo>
                        <a:pt x="454" y="1024"/>
                      </a:lnTo>
                      <a:lnTo>
                        <a:pt x="413" y="1038"/>
                      </a:lnTo>
                      <a:lnTo>
                        <a:pt x="371" y="1047"/>
                      </a:lnTo>
                      <a:lnTo>
                        <a:pt x="327" y="1049"/>
                      </a:lnTo>
                      <a:lnTo>
                        <a:pt x="282" y="1047"/>
                      </a:lnTo>
                      <a:lnTo>
                        <a:pt x="240" y="1038"/>
                      </a:lnTo>
                      <a:lnTo>
                        <a:pt x="199" y="1024"/>
                      </a:lnTo>
                      <a:lnTo>
                        <a:pt x="161" y="1005"/>
                      </a:lnTo>
                      <a:lnTo>
                        <a:pt x="127" y="982"/>
                      </a:lnTo>
                      <a:lnTo>
                        <a:pt x="96" y="954"/>
                      </a:lnTo>
                      <a:lnTo>
                        <a:pt x="68" y="923"/>
                      </a:lnTo>
                      <a:lnTo>
                        <a:pt x="45" y="887"/>
                      </a:lnTo>
                      <a:lnTo>
                        <a:pt x="26" y="850"/>
                      </a:lnTo>
                      <a:lnTo>
                        <a:pt x="12" y="810"/>
                      </a:lnTo>
                      <a:lnTo>
                        <a:pt x="3" y="768"/>
                      </a:lnTo>
                      <a:lnTo>
                        <a:pt x="0" y="723"/>
                      </a:lnTo>
                      <a:lnTo>
                        <a:pt x="3" y="677"/>
                      </a:lnTo>
                      <a:lnTo>
                        <a:pt x="13" y="632"/>
                      </a:lnTo>
                      <a:lnTo>
                        <a:pt x="28" y="591"/>
                      </a:lnTo>
                      <a:lnTo>
                        <a:pt x="49" y="553"/>
                      </a:lnTo>
                      <a:lnTo>
                        <a:pt x="75" y="517"/>
                      </a:lnTo>
                      <a:lnTo>
                        <a:pt x="105" y="485"/>
                      </a:lnTo>
                      <a:lnTo>
                        <a:pt x="139" y="457"/>
                      </a:lnTo>
                      <a:lnTo>
                        <a:pt x="177" y="435"/>
                      </a:lnTo>
                      <a:lnTo>
                        <a:pt x="85" y="37"/>
                      </a:lnTo>
                      <a:lnTo>
                        <a:pt x="140" y="28"/>
                      </a:lnTo>
                      <a:lnTo>
                        <a:pt x="194" y="16"/>
                      </a:lnTo>
                      <a:lnTo>
                        <a:pt x="246" y="0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52" name="Freeform 68"/>
                <p:cNvSpPr>
                  <a:spLocks/>
                </p:cNvSpPr>
                <p:nvPr/>
              </p:nvSpPr>
              <p:spPr bwMode="auto">
                <a:xfrm>
                  <a:off x="4967288" y="5326063"/>
                  <a:ext cx="184150" cy="106363"/>
                </a:xfrm>
                <a:custGeom>
                  <a:avLst/>
                  <a:gdLst>
                    <a:gd name="T0" fmla="*/ 1106 w 1159"/>
                    <a:gd name="T1" fmla="*/ 0 h 675"/>
                    <a:gd name="T2" fmla="*/ 1120 w 1159"/>
                    <a:gd name="T3" fmla="*/ 54 h 675"/>
                    <a:gd name="T4" fmla="*/ 1138 w 1159"/>
                    <a:gd name="T5" fmla="*/ 106 h 675"/>
                    <a:gd name="T6" fmla="*/ 1159 w 1159"/>
                    <a:gd name="T7" fmla="*/ 156 h 675"/>
                    <a:gd name="T8" fmla="*/ 651 w 1159"/>
                    <a:gd name="T9" fmla="*/ 326 h 675"/>
                    <a:gd name="T10" fmla="*/ 652 w 1159"/>
                    <a:gd name="T11" fmla="*/ 336 h 675"/>
                    <a:gd name="T12" fmla="*/ 653 w 1159"/>
                    <a:gd name="T13" fmla="*/ 348 h 675"/>
                    <a:gd name="T14" fmla="*/ 651 w 1159"/>
                    <a:gd name="T15" fmla="*/ 392 h 675"/>
                    <a:gd name="T16" fmla="*/ 642 w 1159"/>
                    <a:gd name="T17" fmla="*/ 435 h 675"/>
                    <a:gd name="T18" fmla="*/ 628 w 1159"/>
                    <a:gd name="T19" fmla="*/ 475 h 675"/>
                    <a:gd name="T20" fmla="*/ 609 w 1159"/>
                    <a:gd name="T21" fmla="*/ 513 h 675"/>
                    <a:gd name="T22" fmla="*/ 586 w 1159"/>
                    <a:gd name="T23" fmla="*/ 547 h 675"/>
                    <a:gd name="T24" fmla="*/ 558 w 1159"/>
                    <a:gd name="T25" fmla="*/ 579 h 675"/>
                    <a:gd name="T26" fmla="*/ 527 w 1159"/>
                    <a:gd name="T27" fmla="*/ 607 h 675"/>
                    <a:gd name="T28" fmla="*/ 491 w 1159"/>
                    <a:gd name="T29" fmla="*/ 630 h 675"/>
                    <a:gd name="T30" fmla="*/ 454 w 1159"/>
                    <a:gd name="T31" fmla="*/ 649 h 675"/>
                    <a:gd name="T32" fmla="*/ 414 w 1159"/>
                    <a:gd name="T33" fmla="*/ 664 h 675"/>
                    <a:gd name="T34" fmla="*/ 370 w 1159"/>
                    <a:gd name="T35" fmla="*/ 671 h 675"/>
                    <a:gd name="T36" fmla="*/ 326 w 1159"/>
                    <a:gd name="T37" fmla="*/ 675 h 675"/>
                    <a:gd name="T38" fmla="*/ 282 w 1159"/>
                    <a:gd name="T39" fmla="*/ 671 h 675"/>
                    <a:gd name="T40" fmla="*/ 240 w 1159"/>
                    <a:gd name="T41" fmla="*/ 664 h 675"/>
                    <a:gd name="T42" fmla="*/ 200 w 1159"/>
                    <a:gd name="T43" fmla="*/ 649 h 675"/>
                    <a:gd name="T44" fmla="*/ 162 w 1159"/>
                    <a:gd name="T45" fmla="*/ 630 h 675"/>
                    <a:gd name="T46" fmla="*/ 126 w 1159"/>
                    <a:gd name="T47" fmla="*/ 607 h 675"/>
                    <a:gd name="T48" fmla="*/ 95 w 1159"/>
                    <a:gd name="T49" fmla="*/ 579 h 675"/>
                    <a:gd name="T50" fmla="*/ 68 w 1159"/>
                    <a:gd name="T51" fmla="*/ 547 h 675"/>
                    <a:gd name="T52" fmla="*/ 44 w 1159"/>
                    <a:gd name="T53" fmla="*/ 513 h 675"/>
                    <a:gd name="T54" fmla="*/ 26 w 1159"/>
                    <a:gd name="T55" fmla="*/ 475 h 675"/>
                    <a:gd name="T56" fmla="*/ 12 w 1159"/>
                    <a:gd name="T57" fmla="*/ 435 h 675"/>
                    <a:gd name="T58" fmla="*/ 3 w 1159"/>
                    <a:gd name="T59" fmla="*/ 392 h 675"/>
                    <a:gd name="T60" fmla="*/ 0 w 1159"/>
                    <a:gd name="T61" fmla="*/ 348 h 675"/>
                    <a:gd name="T62" fmla="*/ 3 w 1159"/>
                    <a:gd name="T63" fmla="*/ 303 h 675"/>
                    <a:gd name="T64" fmla="*/ 12 w 1159"/>
                    <a:gd name="T65" fmla="*/ 261 h 675"/>
                    <a:gd name="T66" fmla="*/ 26 w 1159"/>
                    <a:gd name="T67" fmla="*/ 221 h 675"/>
                    <a:gd name="T68" fmla="*/ 44 w 1159"/>
                    <a:gd name="T69" fmla="*/ 183 h 675"/>
                    <a:gd name="T70" fmla="*/ 68 w 1159"/>
                    <a:gd name="T71" fmla="*/ 148 h 675"/>
                    <a:gd name="T72" fmla="*/ 95 w 1159"/>
                    <a:gd name="T73" fmla="*/ 117 h 675"/>
                    <a:gd name="T74" fmla="*/ 126 w 1159"/>
                    <a:gd name="T75" fmla="*/ 89 h 675"/>
                    <a:gd name="T76" fmla="*/ 162 w 1159"/>
                    <a:gd name="T77" fmla="*/ 66 h 675"/>
                    <a:gd name="T78" fmla="*/ 200 w 1159"/>
                    <a:gd name="T79" fmla="*/ 47 h 675"/>
                    <a:gd name="T80" fmla="*/ 240 w 1159"/>
                    <a:gd name="T81" fmla="*/ 33 h 675"/>
                    <a:gd name="T82" fmla="*/ 282 w 1159"/>
                    <a:gd name="T83" fmla="*/ 25 h 675"/>
                    <a:gd name="T84" fmla="*/ 326 w 1159"/>
                    <a:gd name="T85" fmla="*/ 21 h 675"/>
                    <a:gd name="T86" fmla="*/ 369 w 1159"/>
                    <a:gd name="T87" fmla="*/ 24 h 675"/>
                    <a:gd name="T88" fmla="*/ 409 w 1159"/>
                    <a:gd name="T89" fmla="*/ 33 h 675"/>
                    <a:gd name="T90" fmla="*/ 448 w 1159"/>
                    <a:gd name="T91" fmla="*/ 45 h 675"/>
                    <a:gd name="T92" fmla="*/ 485 w 1159"/>
                    <a:gd name="T93" fmla="*/ 63 h 675"/>
                    <a:gd name="T94" fmla="*/ 518 w 1159"/>
                    <a:gd name="T95" fmla="*/ 84 h 675"/>
                    <a:gd name="T96" fmla="*/ 549 w 1159"/>
                    <a:gd name="T97" fmla="*/ 109 h 675"/>
                    <a:gd name="T98" fmla="*/ 577 w 1159"/>
                    <a:gd name="T99" fmla="*/ 138 h 675"/>
                    <a:gd name="T100" fmla="*/ 600 w 1159"/>
                    <a:gd name="T101" fmla="*/ 170 h 675"/>
                    <a:gd name="T102" fmla="*/ 1106 w 1159"/>
                    <a:gd name="T103" fmla="*/ 0 h 6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</a:cxnLst>
                  <a:rect l="0" t="0" r="r" b="b"/>
                  <a:pathLst>
                    <a:path w="1159" h="675">
                      <a:moveTo>
                        <a:pt x="1106" y="0"/>
                      </a:moveTo>
                      <a:lnTo>
                        <a:pt x="1120" y="54"/>
                      </a:lnTo>
                      <a:lnTo>
                        <a:pt x="1138" y="106"/>
                      </a:lnTo>
                      <a:lnTo>
                        <a:pt x="1159" y="156"/>
                      </a:lnTo>
                      <a:lnTo>
                        <a:pt x="651" y="326"/>
                      </a:lnTo>
                      <a:lnTo>
                        <a:pt x="652" y="336"/>
                      </a:lnTo>
                      <a:lnTo>
                        <a:pt x="653" y="348"/>
                      </a:lnTo>
                      <a:lnTo>
                        <a:pt x="651" y="392"/>
                      </a:lnTo>
                      <a:lnTo>
                        <a:pt x="642" y="435"/>
                      </a:lnTo>
                      <a:lnTo>
                        <a:pt x="628" y="475"/>
                      </a:lnTo>
                      <a:lnTo>
                        <a:pt x="609" y="513"/>
                      </a:lnTo>
                      <a:lnTo>
                        <a:pt x="586" y="547"/>
                      </a:lnTo>
                      <a:lnTo>
                        <a:pt x="558" y="579"/>
                      </a:lnTo>
                      <a:lnTo>
                        <a:pt x="527" y="607"/>
                      </a:lnTo>
                      <a:lnTo>
                        <a:pt x="491" y="630"/>
                      </a:lnTo>
                      <a:lnTo>
                        <a:pt x="454" y="649"/>
                      </a:lnTo>
                      <a:lnTo>
                        <a:pt x="414" y="664"/>
                      </a:lnTo>
                      <a:lnTo>
                        <a:pt x="370" y="671"/>
                      </a:lnTo>
                      <a:lnTo>
                        <a:pt x="326" y="675"/>
                      </a:lnTo>
                      <a:lnTo>
                        <a:pt x="282" y="671"/>
                      </a:lnTo>
                      <a:lnTo>
                        <a:pt x="240" y="664"/>
                      </a:lnTo>
                      <a:lnTo>
                        <a:pt x="200" y="649"/>
                      </a:lnTo>
                      <a:lnTo>
                        <a:pt x="162" y="630"/>
                      </a:lnTo>
                      <a:lnTo>
                        <a:pt x="126" y="607"/>
                      </a:lnTo>
                      <a:lnTo>
                        <a:pt x="95" y="579"/>
                      </a:lnTo>
                      <a:lnTo>
                        <a:pt x="68" y="547"/>
                      </a:lnTo>
                      <a:lnTo>
                        <a:pt x="44" y="513"/>
                      </a:lnTo>
                      <a:lnTo>
                        <a:pt x="26" y="475"/>
                      </a:lnTo>
                      <a:lnTo>
                        <a:pt x="12" y="435"/>
                      </a:lnTo>
                      <a:lnTo>
                        <a:pt x="3" y="392"/>
                      </a:lnTo>
                      <a:lnTo>
                        <a:pt x="0" y="348"/>
                      </a:lnTo>
                      <a:lnTo>
                        <a:pt x="3" y="303"/>
                      </a:lnTo>
                      <a:lnTo>
                        <a:pt x="12" y="261"/>
                      </a:lnTo>
                      <a:lnTo>
                        <a:pt x="26" y="221"/>
                      </a:lnTo>
                      <a:lnTo>
                        <a:pt x="44" y="183"/>
                      </a:lnTo>
                      <a:lnTo>
                        <a:pt x="68" y="148"/>
                      </a:lnTo>
                      <a:lnTo>
                        <a:pt x="95" y="117"/>
                      </a:lnTo>
                      <a:lnTo>
                        <a:pt x="126" y="89"/>
                      </a:lnTo>
                      <a:lnTo>
                        <a:pt x="162" y="66"/>
                      </a:lnTo>
                      <a:lnTo>
                        <a:pt x="200" y="47"/>
                      </a:lnTo>
                      <a:lnTo>
                        <a:pt x="240" y="33"/>
                      </a:lnTo>
                      <a:lnTo>
                        <a:pt x="282" y="25"/>
                      </a:lnTo>
                      <a:lnTo>
                        <a:pt x="326" y="21"/>
                      </a:lnTo>
                      <a:lnTo>
                        <a:pt x="369" y="24"/>
                      </a:lnTo>
                      <a:lnTo>
                        <a:pt x="409" y="33"/>
                      </a:lnTo>
                      <a:lnTo>
                        <a:pt x="448" y="45"/>
                      </a:lnTo>
                      <a:lnTo>
                        <a:pt x="485" y="63"/>
                      </a:lnTo>
                      <a:lnTo>
                        <a:pt x="518" y="84"/>
                      </a:lnTo>
                      <a:lnTo>
                        <a:pt x="549" y="109"/>
                      </a:lnTo>
                      <a:lnTo>
                        <a:pt x="577" y="138"/>
                      </a:lnTo>
                      <a:lnTo>
                        <a:pt x="600" y="170"/>
                      </a:lnTo>
                      <a:lnTo>
                        <a:pt x="1106" y="0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53" name="Freeform 69"/>
                <p:cNvSpPr>
                  <a:spLocks/>
                </p:cNvSpPr>
                <p:nvPr/>
              </p:nvSpPr>
              <p:spPr bwMode="auto">
                <a:xfrm>
                  <a:off x="5170488" y="5211763"/>
                  <a:ext cx="177800" cy="177800"/>
                </a:xfrm>
                <a:custGeom>
                  <a:avLst/>
                  <a:gdLst>
                    <a:gd name="T0" fmla="*/ 561 w 1122"/>
                    <a:gd name="T1" fmla="*/ 0 h 1121"/>
                    <a:gd name="T2" fmla="*/ 622 w 1122"/>
                    <a:gd name="T3" fmla="*/ 3 h 1121"/>
                    <a:gd name="T4" fmla="*/ 681 w 1122"/>
                    <a:gd name="T5" fmla="*/ 13 h 1121"/>
                    <a:gd name="T6" fmla="*/ 738 w 1122"/>
                    <a:gd name="T7" fmla="*/ 29 h 1121"/>
                    <a:gd name="T8" fmla="*/ 792 w 1122"/>
                    <a:gd name="T9" fmla="*/ 50 h 1121"/>
                    <a:gd name="T10" fmla="*/ 843 w 1122"/>
                    <a:gd name="T11" fmla="*/ 76 h 1121"/>
                    <a:gd name="T12" fmla="*/ 892 w 1122"/>
                    <a:gd name="T13" fmla="*/ 108 h 1121"/>
                    <a:gd name="T14" fmla="*/ 937 w 1122"/>
                    <a:gd name="T15" fmla="*/ 145 h 1121"/>
                    <a:gd name="T16" fmla="*/ 976 w 1122"/>
                    <a:gd name="T17" fmla="*/ 185 h 1121"/>
                    <a:gd name="T18" fmla="*/ 1013 w 1122"/>
                    <a:gd name="T19" fmla="*/ 229 h 1121"/>
                    <a:gd name="T20" fmla="*/ 1045 w 1122"/>
                    <a:gd name="T21" fmla="*/ 278 h 1121"/>
                    <a:gd name="T22" fmla="*/ 1072 w 1122"/>
                    <a:gd name="T23" fmla="*/ 329 h 1121"/>
                    <a:gd name="T24" fmla="*/ 1093 w 1122"/>
                    <a:gd name="T25" fmla="*/ 383 h 1121"/>
                    <a:gd name="T26" fmla="*/ 1108 w 1122"/>
                    <a:gd name="T27" fmla="*/ 440 h 1121"/>
                    <a:gd name="T28" fmla="*/ 1118 w 1122"/>
                    <a:gd name="T29" fmla="*/ 499 h 1121"/>
                    <a:gd name="T30" fmla="*/ 1122 w 1122"/>
                    <a:gd name="T31" fmla="*/ 560 h 1121"/>
                    <a:gd name="T32" fmla="*/ 1118 w 1122"/>
                    <a:gd name="T33" fmla="*/ 621 h 1121"/>
                    <a:gd name="T34" fmla="*/ 1108 w 1122"/>
                    <a:gd name="T35" fmla="*/ 681 h 1121"/>
                    <a:gd name="T36" fmla="*/ 1093 w 1122"/>
                    <a:gd name="T37" fmla="*/ 737 h 1121"/>
                    <a:gd name="T38" fmla="*/ 1072 w 1122"/>
                    <a:gd name="T39" fmla="*/ 792 h 1121"/>
                    <a:gd name="T40" fmla="*/ 1045 w 1122"/>
                    <a:gd name="T41" fmla="*/ 843 h 1121"/>
                    <a:gd name="T42" fmla="*/ 1013 w 1122"/>
                    <a:gd name="T43" fmla="*/ 891 h 1121"/>
                    <a:gd name="T44" fmla="*/ 976 w 1122"/>
                    <a:gd name="T45" fmla="*/ 936 h 1121"/>
                    <a:gd name="T46" fmla="*/ 937 w 1122"/>
                    <a:gd name="T47" fmla="*/ 977 h 1121"/>
                    <a:gd name="T48" fmla="*/ 892 w 1122"/>
                    <a:gd name="T49" fmla="*/ 1012 h 1121"/>
                    <a:gd name="T50" fmla="*/ 843 w 1122"/>
                    <a:gd name="T51" fmla="*/ 1044 h 1121"/>
                    <a:gd name="T52" fmla="*/ 792 w 1122"/>
                    <a:gd name="T53" fmla="*/ 1071 h 1121"/>
                    <a:gd name="T54" fmla="*/ 738 w 1122"/>
                    <a:gd name="T55" fmla="*/ 1092 h 1121"/>
                    <a:gd name="T56" fmla="*/ 681 w 1122"/>
                    <a:gd name="T57" fmla="*/ 1108 h 1121"/>
                    <a:gd name="T58" fmla="*/ 622 w 1122"/>
                    <a:gd name="T59" fmla="*/ 1118 h 1121"/>
                    <a:gd name="T60" fmla="*/ 561 w 1122"/>
                    <a:gd name="T61" fmla="*/ 1121 h 1121"/>
                    <a:gd name="T62" fmla="*/ 500 w 1122"/>
                    <a:gd name="T63" fmla="*/ 1118 h 1121"/>
                    <a:gd name="T64" fmla="*/ 441 w 1122"/>
                    <a:gd name="T65" fmla="*/ 1108 h 1121"/>
                    <a:gd name="T66" fmla="*/ 384 w 1122"/>
                    <a:gd name="T67" fmla="*/ 1092 h 1121"/>
                    <a:gd name="T68" fmla="*/ 330 w 1122"/>
                    <a:gd name="T69" fmla="*/ 1071 h 1121"/>
                    <a:gd name="T70" fmla="*/ 279 w 1122"/>
                    <a:gd name="T71" fmla="*/ 1044 h 1121"/>
                    <a:gd name="T72" fmla="*/ 230 w 1122"/>
                    <a:gd name="T73" fmla="*/ 1012 h 1121"/>
                    <a:gd name="T74" fmla="*/ 186 w 1122"/>
                    <a:gd name="T75" fmla="*/ 977 h 1121"/>
                    <a:gd name="T76" fmla="*/ 145 w 1122"/>
                    <a:gd name="T77" fmla="*/ 936 h 1121"/>
                    <a:gd name="T78" fmla="*/ 109 w 1122"/>
                    <a:gd name="T79" fmla="*/ 891 h 1121"/>
                    <a:gd name="T80" fmla="*/ 77 w 1122"/>
                    <a:gd name="T81" fmla="*/ 843 h 1121"/>
                    <a:gd name="T82" fmla="*/ 50 w 1122"/>
                    <a:gd name="T83" fmla="*/ 792 h 1121"/>
                    <a:gd name="T84" fmla="*/ 29 w 1122"/>
                    <a:gd name="T85" fmla="*/ 737 h 1121"/>
                    <a:gd name="T86" fmla="*/ 14 w 1122"/>
                    <a:gd name="T87" fmla="*/ 681 h 1121"/>
                    <a:gd name="T88" fmla="*/ 4 w 1122"/>
                    <a:gd name="T89" fmla="*/ 621 h 1121"/>
                    <a:gd name="T90" fmla="*/ 0 w 1122"/>
                    <a:gd name="T91" fmla="*/ 560 h 1121"/>
                    <a:gd name="T92" fmla="*/ 4 w 1122"/>
                    <a:gd name="T93" fmla="*/ 499 h 1121"/>
                    <a:gd name="T94" fmla="*/ 14 w 1122"/>
                    <a:gd name="T95" fmla="*/ 440 h 1121"/>
                    <a:gd name="T96" fmla="*/ 29 w 1122"/>
                    <a:gd name="T97" fmla="*/ 383 h 1121"/>
                    <a:gd name="T98" fmla="*/ 50 w 1122"/>
                    <a:gd name="T99" fmla="*/ 329 h 1121"/>
                    <a:gd name="T100" fmla="*/ 77 w 1122"/>
                    <a:gd name="T101" fmla="*/ 278 h 1121"/>
                    <a:gd name="T102" fmla="*/ 109 w 1122"/>
                    <a:gd name="T103" fmla="*/ 229 h 1121"/>
                    <a:gd name="T104" fmla="*/ 145 w 1122"/>
                    <a:gd name="T105" fmla="*/ 185 h 1121"/>
                    <a:gd name="T106" fmla="*/ 186 w 1122"/>
                    <a:gd name="T107" fmla="*/ 145 h 1121"/>
                    <a:gd name="T108" fmla="*/ 230 w 1122"/>
                    <a:gd name="T109" fmla="*/ 108 h 1121"/>
                    <a:gd name="T110" fmla="*/ 279 w 1122"/>
                    <a:gd name="T111" fmla="*/ 76 h 1121"/>
                    <a:gd name="T112" fmla="*/ 330 w 1122"/>
                    <a:gd name="T113" fmla="*/ 50 h 1121"/>
                    <a:gd name="T114" fmla="*/ 384 w 1122"/>
                    <a:gd name="T115" fmla="*/ 29 h 1121"/>
                    <a:gd name="T116" fmla="*/ 441 w 1122"/>
                    <a:gd name="T117" fmla="*/ 13 h 1121"/>
                    <a:gd name="T118" fmla="*/ 500 w 1122"/>
                    <a:gd name="T119" fmla="*/ 3 h 1121"/>
                    <a:gd name="T120" fmla="*/ 561 w 1122"/>
                    <a:gd name="T121" fmla="*/ 0 h 112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  <a:cxn ang="0">
                      <a:pos x="T110" y="T111"/>
                    </a:cxn>
                    <a:cxn ang="0">
                      <a:pos x="T112" y="T113"/>
                    </a:cxn>
                    <a:cxn ang="0">
                      <a:pos x="T114" y="T115"/>
                    </a:cxn>
                    <a:cxn ang="0">
                      <a:pos x="T116" y="T117"/>
                    </a:cxn>
                    <a:cxn ang="0">
                      <a:pos x="T118" y="T119"/>
                    </a:cxn>
                    <a:cxn ang="0">
                      <a:pos x="T120" y="T121"/>
                    </a:cxn>
                  </a:cxnLst>
                  <a:rect l="0" t="0" r="r" b="b"/>
                  <a:pathLst>
                    <a:path w="1122" h="1121">
                      <a:moveTo>
                        <a:pt x="561" y="0"/>
                      </a:moveTo>
                      <a:lnTo>
                        <a:pt x="622" y="3"/>
                      </a:lnTo>
                      <a:lnTo>
                        <a:pt x="681" y="13"/>
                      </a:lnTo>
                      <a:lnTo>
                        <a:pt x="738" y="29"/>
                      </a:lnTo>
                      <a:lnTo>
                        <a:pt x="792" y="50"/>
                      </a:lnTo>
                      <a:lnTo>
                        <a:pt x="843" y="76"/>
                      </a:lnTo>
                      <a:lnTo>
                        <a:pt x="892" y="108"/>
                      </a:lnTo>
                      <a:lnTo>
                        <a:pt x="937" y="145"/>
                      </a:lnTo>
                      <a:lnTo>
                        <a:pt x="976" y="185"/>
                      </a:lnTo>
                      <a:lnTo>
                        <a:pt x="1013" y="229"/>
                      </a:lnTo>
                      <a:lnTo>
                        <a:pt x="1045" y="278"/>
                      </a:lnTo>
                      <a:lnTo>
                        <a:pt x="1072" y="329"/>
                      </a:lnTo>
                      <a:lnTo>
                        <a:pt x="1093" y="383"/>
                      </a:lnTo>
                      <a:lnTo>
                        <a:pt x="1108" y="440"/>
                      </a:lnTo>
                      <a:lnTo>
                        <a:pt x="1118" y="499"/>
                      </a:lnTo>
                      <a:lnTo>
                        <a:pt x="1122" y="560"/>
                      </a:lnTo>
                      <a:lnTo>
                        <a:pt x="1118" y="621"/>
                      </a:lnTo>
                      <a:lnTo>
                        <a:pt x="1108" y="681"/>
                      </a:lnTo>
                      <a:lnTo>
                        <a:pt x="1093" y="737"/>
                      </a:lnTo>
                      <a:lnTo>
                        <a:pt x="1072" y="792"/>
                      </a:lnTo>
                      <a:lnTo>
                        <a:pt x="1045" y="843"/>
                      </a:lnTo>
                      <a:lnTo>
                        <a:pt x="1013" y="891"/>
                      </a:lnTo>
                      <a:lnTo>
                        <a:pt x="976" y="936"/>
                      </a:lnTo>
                      <a:lnTo>
                        <a:pt x="937" y="977"/>
                      </a:lnTo>
                      <a:lnTo>
                        <a:pt x="892" y="1012"/>
                      </a:lnTo>
                      <a:lnTo>
                        <a:pt x="843" y="1044"/>
                      </a:lnTo>
                      <a:lnTo>
                        <a:pt x="792" y="1071"/>
                      </a:lnTo>
                      <a:lnTo>
                        <a:pt x="738" y="1092"/>
                      </a:lnTo>
                      <a:lnTo>
                        <a:pt x="681" y="1108"/>
                      </a:lnTo>
                      <a:lnTo>
                        <a:pt x="622" y="1118"/>
                      </a:lnTo>
                      <a:lnTo>
                        <a:pt x="561" y="1121"/>
                      </a:lnTo>
                      <a:lnTo>
                        <a:pt x="500" y="1118"/>
                      </a:lnTo>
                      <a:lnTo>
                        <a:pt x="441" y="1108"/>
                      </a:lnTo>
                      <a:lnTo>
                        <a:pt x="384" y="1092"/>
                      </a:lnTo>
                      <a:lnTo>
                        <a:pt x="330" y="1071"/>
                      </a:lnTo>
                      <a:lnTo>
                        <a:pt x="279" y="1044"/>
                      </a:lnTo>
                      <a:lnTo>
                        <a:pt x="230" y="1012"/>
                      </a:lnTo>
                      <a:lnTo>
                        <a:pt x="186" y="977"/>
                      </a:lnTo>
                      <a:lnTo>
                        <a:pt x="145" y="936"/>
                      </a:lnTo>
                      <a:lnTo>
                        <a:pt x="109" y="891"/>
                      </a:lnTo>
                      <a:lnTo>
                        <a:pt x="77" y="843"/>
                      </a:lnTo>
                      <a:lnTo>
                        <a:pt x="50" y="792"/>
                      </a:lnTo>
                      <a:lnTo>
                        <a:pt x="29" y="737"/>
                      </a:lnTo>
                      <a:lnTo>
                        <a:pt x="14" y="681"/>
                      </a:lnTo>
                      <a:lnTo>
                        <a:pt x="4" y="621"/>
                      </a:lnTo>
                      <a:lnTo>
                        <a:pt x="0" y="560"/>
                      </a:lnTo>
                      <a:lnTo>
                        <a:pt x="4" y="499"/>
                      </a:lnTo>
                      <a:lnTo>
                        <a:pt x="14" y="440"/>
                      </a:lnTo>
                      <a:lnTo>
                        <a:pt x="29" y="383"/>
                      </a:lnTo>
                      <a:lnTo>
                        <a:pt x="50" y="329"/>
                      </a:lnTo>
                      <a:lnTo>
                        <a:pt x="77" y="278"/>
                      </a:lnTo>
                      <a:lnTo>
                        <a:pt x="109" y="229"/>
                      </a:lnTo>
                      <a:lnTo>
                        <a:pt x="145" y="185"/>
                      </a:lnTo>
                      <a:lnTo>
                        <a:pt x="186" y="145"/>
                      </a:lnTo>
                      <a:lnTo>
                        <a:pt x="230" y="108"/>
                      </a:lnTo>
                      <a:lnTo>
                        <a:pt x="279" y="76"/>
                      </a:lnTo>
                      <a:lnTo>
                        <a:pt x="330" y="50"/>
                      </a:lnTo>
                      <a:lnTo>
                        <a:pt x="384" y="29"/>
                      </a:lnTo>
                      <a:lnTo>
                        <a:pt x="441" y="13"/>
                      </a:lnTo>
                      <a:lnTo>
                        <a:pt x="500" y="3"/>
                      </a:lnTo>
                      <a:lnTo>
                        <a:pt x="561" y="0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</p:grpSp>
        </p:grpSp>
        <p:grpSp>
          <p:nvGrpSpPr>
            <p:cNvPr id="43" name="그룹 53"/>
            <p:cNvGrpSpPr/>
            <p:nvPr/>
          </p:nvGrpSpPr>
          <p:grpSpPr>
            <a:xfrm>
              <a:off x="6270410" y="4434101"/>
              <a:ext cx="1501173" cy="1717182"/>
              <a:chOff x="6118010" y="4281701"/>
              <a:chExt cx="1501173" cy="1717182"/>
            </a:xfrm>
          </p:grpSpPr>
          <p:sp>
            <p:nvSpPr>
              <p:cNvPr id="44" name="Freeform 28"/>
              <p:cNvSpPr>
                <a:spLocks noEditPoints="1"/>
              </p:cNvSpPr>
              <p:nvPr/>
            </p:nvSpPr>
            <p:spPr bwMode="auto">
              <a:xfrm>
                <a:off x="6118010" y="4281701"/>
                <a:ext cx="1501173" cy="1717182"/>
              </a:xfrm>
              <a:custGeom>
                <a:avLst/>
                <a:gdLst>
                  <a:gd name="T0" fmla="*/ 687 w 1653"/>
                  <a:gd name="T1" fmla="*/ 411 h 1892"/>
                  <a:gd name="T2" fmla="*/ 495 w 1653"/>
                  <a:gd name="T3" fmla="*/ 488 h 1892"/>
                  <a:gd name="T4" fmla="*/ 329 w 1653"/>
                  <a:gd name="T5" fmla="*/ 621 h 1892"/>
                  <a:gd name="T6" fmla="*/ 214 w 1653"/>
                  <a:gd name="T7" fmla="*/ 791 h 1892"/>
                  <a:gd name="T8" fmla="*/ 155 w 1653"/>
                  <a:gd name="T9" fmla="*/ 983 h 1892"/>
                  <a:gd name="T10" fmla="*/ 152 w 1653"/>
                  <a:gd name="T11" fmla="*/ 1184 h 1892"/>
                  <a:gd name="T12" fmla="*/ 209 w 1653"/>
                  <a:gd name="T13" fmla="*/ 1381 h 1892"/>
                  <a:gd name="T14" fmla="*/ 325 w 1653"/>
                  <a:gd name="T15" fmla="*/ 1559 h 1892"/>
                  <a:gd name="T16" fmla="*/ 484 w 1653"/>
                  <a:gd name="T17" fmla="*/ 1691 h 1892"/>
                  <a:gd name="T18" fmla="*/ 670 w 1653"/>
                  <a:gd name="T19" fmla="*/ 1769 h 1892"/>
                  <a:gd name="T20" fmla="*/ 870 w 1653"/>
                  <a:gd name="T21" fmla="*/ 1791 h 1892"/>
                  <a:gd name="T22" fmla="*/ 1070 w 1653"/>
                  <a:gd name="T23" fmla="*/ 1754 h 1892"/>
                  <a:gd name="T24" fmla="*/ 1256 w 1653"/>
                  <a:gd name="T25" fmla="*/ 1657 h 1892"/>
                  <a:gd name="T26" fmla="*/ 1406 w 1653"/>
                  <a:gd name="T27" fmla="*/ 1510 h 1892"/>
                  <a:gd name="T28" fmla="*/ 1502 w 1653"/>
                  <a:gd name="T29" fmla="*/ 1331 h 1892"/>
                  <a:gd name="T30" fmla="*/ 1543 w 1653"/>
                  <a:gd name="T31" fmla="*/ 1135 h 1892"/>
                  <a:gd name="T32" fmla="*/ 1526 w 1653"/>
                  <a:gd name="T33" fmla="*/ 934 h 1892"/>
                  <a:gd name="T34" fmla="*/ 1450 w 1653"/>
                  <a:gd name="T35" fmla="*/ 742 h 1892"/>
                  <a:gd name="T36" fmla="*/ 1317 w 1653"/>
                  <a:gd name="T37" fmla="*/ 576 h 1892"/>
                  <a:gd name="T38" fmla="*/ 1147 w 1653"/>
                  <a:gd name="T39" fmla="*/ 462 h 1892"/>
                  <a:gd name="T40" fmla="*/ 955 w 1653"/>
                  <a:gd name="T41" fmla="*/ 402 h 1892"/>
                  <a:gd name="T42" fmla="*/ 51 w 1653"/>
                  <a:gd name="T43" fmla="*/ 0 h 1892"/>
                  <a:gd name="T44" fmla="*/ 89 w 1653"/>
                  <a:gd name="T45" fmla="*/ 6 h 1892"/>
                  <a:gd name="T46" fmla="*/ 193 w 1653"/>
                  <a:gd name="T47" fmla="*/ 27 h 1892"/>
                  <a:gd name="T48" fmla="*/ 345 w 1653"/>
                  <a:gd name="T49" fmla="*/ 62 h 1892"/>
                  <a:gd name="T50" fmla="*/ 534 w 1653"/>
                  <a:gd name="T51" fmla="*/ 109 h 1892"/>
                  <a:gd name="T52" fmla="*/ 742 w 1653"/>
                  <a:gd name="T53" fmla="*/ 171 h 1892"/>
                  <a:gd name="T54" fmla="*/ 954 w 1653"/>
                  <a:gd name="T55" fmla="*/ 244 h 1892"/>
                  <a:gd name="T56" fmla="*/ 1155 w 1653"/>
                  <a:gd name="T57" fmla="*/ 329 h 1892"/>
                  <a:gd name="T58" fmla="*/ 1330 w 1653"/>
                  <a:gd name="T59" fmla="*/ 427 h 1892"/>
                  <a:gd name="T60" fmla="*/ 1462 w 1653"/>
                  <a:gd name="T61" fmla="*/ 537 h 1892"/>
                  <a:gd name="T62" fmla="*/ 1572 w 1653"/>
                  <a:gd name="T63" fmla="*/ 704 h 1892"/>
                  <a:gd name="T64" fmla="*/ 1639 w 1653"/>
                  <a:gd name="T65" fmla="*/ 910 h 1892"/>
                  <a:gd name="T66" fmla="*/ 1650 w 1653"/>
                  <a:gd name="T67" fmla="*/ 1122 h 1892"/>
                  <a:gd name="T68" fmla="*/ 1608 w 1653"/>
                  <a:gd name="T69" fmla="*/ 1330 h 1892"/>
                  <a:gd name="T70" fmla="*/ 1515 w 1653"/>
                  <a:gd name="T71" fmla="*/ 1521 h 1892"/>
                  <a:gd name="T72" fmla="*/ 1371 w 1653"/>
                  <a:gd name="T73" fmla="*/ 1686 h 1892"/>
                  <a:gd name="T74" fmla="*/ 1183 w 1653"/>
                  <a:gd name="T75" fmla="*/ 1810 h 1892"/>
                  <a:gd name="T76" fmla="*/ 977 w 1653"/>
                  <a:gd name="T77" fmla="*/ 1877 h 1892"/>
                  <a:gd name="T78" fmla="*/ 765 w 1653"/>
                  <a:gd name="T79" fmla="*/ 1889 h 1892"/>
                  <a:gd name="T80" fmla="*/ 557 w 1653"/>
                  <a:gd name="T81" fmla="*/ 1847 h 1892"/>
                  <a:gd name="T82" fmla="*/ 366 w 1653"/>
                  <a:gd name="T83" fmla="*/ 1753 h 1892"/>
                  <a:gd name="T84" fmla="*/ 201 w 1653"/>
                  <a:gd name="T85" fmla="*/ 1609 h 1892"/>
                  <a:gd name="T86" fmla="*/ 103 w 1653"/>
                  <a:gd name="T87" fmla="*/ 1459 h 1892"/>
                  <a:gd name="T88" fmla="*/ 47 w 1653"/>
                  <a:gd name="T89" fmla="*/ 1285 h 1892"/>
                  <a:gd name="T90" fmla="*/ 15 w 1653"/>
                  <a:gd name="T91" fmla="*/ 1080 h 1892"/>
                  <a:gd name="T92" fmla="*/ 1 w 1653"/>
                  <a:gd name="T93" fmla="*/ 859 h 1892"/>
                  <a:gd name="T94" fmla="*/ 1 w 1653"/>
                  <a:gd name="T95" fmla="*/ 636 h 1892"/>
                  <a:gd name="T96" fmla="*/ 11 w 1653"/>
                  <a:gd name="T97" fmla="*/ 425 h 1892"/>
                  <a:gd name="T98" fmla="*/ 24 w 1653"/>
                  <a:gd name="T99" fmla="*/ 242 h 1892"/>
                  <a:gd name="T100" fmla="*/ 39 w 1653"/>
                  <a:gd name="T101" fmla="*/ 101 h 1892"/>
                  <a:gd name="T102" fmla="*/ 49 w 1653"/>
                  <a:gd name="T103" fmla="*/ 17 h 189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</a:cxnLst>
                <a:rect l="0" t="0" r="r" b="b"/>
                <a:pathLst>
                  <a:path w="1653" h="1892">
                    <a:moveTo>
                      <a:pt x="820" y="394"/>
                    </a:moveTo>
                    <a:lnTo>
                      <a:pt x="754" y="399"/>
                    </a:lnTo>
                    <a:lnTo>
                      <a:pt x="687" y="411"/>
                    </a:lnTo>
                    <a:lnTo>
                      <a:pt x="621" y="430"/>
                    </a:lnTo>
                    <a:lnTo>
                      <a:pt x="557" y="456"/>
                    </a:lnTo>
                    <a:lnTo>
                      <a:pt x="495" y="488"/>
                    </a:lnTo>
                    <a:lnTo>
                      <a:pt x="434" y="527"/>
                    </a:lnTo>
                    <a:lnTo>
                      <a:pt x="379" y="572"/>
                    </a:lnTo>
                    <a:lnTo>
                      <a:pt x="329" y="621"/>
                    </a:lnTo>
                    <a:lnTo>
                      <a:pt x="285" y="674"/>
                    </a:lnTo>
                    <a:lnTo>
                      <a:pt x="247" y="731"/>
                    </a:lnTo>
                    <a:lnTo>
                      <a:pt x="214" y="791"/>
                    </a:lnTo>
                    <a:lnTo>
                      <a:pt x="189" y="853"/>
                    </a:lnTo>
                    <a:lnTo>
                      <a:pt x="169" y="917"/>
                    </a:lnTo>
                    <a:lnTo>
                      <a:pt x="155" y="983"/>
                    </a:lnTo>
                    <a:lnTo>
                      <a:pt x="147" y="1050"/>
                    </a:lnTo>
                    <a:lnTo>
                      <a:pt x="147" y="1116"/>
                    </a:lnTo>
                    <a:lnTo>
                      <a:pt x="152" y="1184"/>
                    </a:lnTo>
                    <a:lnTo>
                      <a:pt x="165" y="1251"/>
                    </a:lnTo>
                    <a:lnTo>
                      <a:pt x="183" y="1316"/>
                    </a:lnTo>
                    <a:lnTo>
                      <a:pt x="209" y="1381"/>
                    </a:lnTo>
                    <a:lnTo>
                      <a:pt x="241" y="1443"/>
                    </a:lnTo>
                    <a:lnTo>
                      <a:pt x="279" y="1504"/>
                    </a:lnTo>
                    <a:lnTo>
                      <a:pt x="325" y="1559"/>
                    </a:lnTo>
                    <a:lnTo>
                      <a:pt x="374" y="1609"/>
                    </a:lnTo>
                    <a:lnTo>
                      <a:pt x="428" y="1653"/>
                    </a:lnTo>
                    <a:lnTo>
                      <a:pt x="484" y="1691"/>
                    </a:lnTo>
                    <a:lnTo>
                      <a:pt x="544" y="1723"/>
                    </a:lnTo>
                    <a:lnTo>
                      <a:pt x="606" y="1749"/>
                    </a:lnTo>
                    <a:lnTo>
                      <a:pt x="670" y="1769"/>
                    </a:lnTo>
                    <a:lnTo>
                      <a:pt x="737" y="1783"/>
                    </a:lnTo>
                    <a:lnTo>
                      <a:pt x="803" y="1789"/>
                    </a:lnTo>
                    <a:lnTo>
                      <a:pt x="870" y="1791"/>
                    </a:lnTo>
                    <a:lnTo>
                      <a:pt x="938" y="1785"/>
                    </a:lnTo>
                    <a:lnTo>
                      <a:pt x="1004" y="1773"/>
                    </a:lnTo>
                    <a:lnTo>
                      <a:pt x="1070" y="1754"/>
                    </a:lnTo>
                    <a:lnTo>
                      <a:pt x="1133" y="1729"/>
                    </a:lnTo>
                    <a:lnTo>
                      <a:pt x="1197" y="1696"/>
                    </a:lnTo>
                    <a:lnTo>
                      <a:pt x="1256" y="1657"/>
                    </a:lnTo>
                    <a:lnTo>
                      <a:pt x="1311" y="1613"/>
                    </a:lnTo>
                    <a:lnTo>
                      <a:pt x="1361" y="1563"/>
                    </a:lnTo>
                    <a:lnTo>
                      <a:pt x="1406" y="1510"/>
                    </a:lnTo>
                    <a:lnTo>
                      <a:pt x="1444" y="1454"/>
                    </a:lnTo>
                    <a:lnTo>
                      <a:pt x="1476" y="1394"/>
                    </a:lnTo>
                    <a:lnTo>
                      <a:pt x="1502" y="1331"/>
                    </a:lnTo>
                    <a:lnTo>
                      <a:pt x="1522" y="1268"/>
                    </a:lnTo>
                    <a:lnTo>
                      <a:pt x="1535" y="1201"/>
                    </a:lnTo>
                    <a:lnTo>
                      <a:pt x="1543" y="1135"/>
                    </a:lnTo>
                    <a:lnTo>
                      <a:pt x="1543" y="1068"/>
                    </a:lnTo>
                    <a:lnTo>
                      <a:pt x="1538" y="1000"/>
                    </a:lnTo>
                    <a:lnTo>
                      <a:pt x="1526" y="934"/>
                    </a:lnTo>
                    <a:lnTo>
                      <a:pt x="1507" y="868"/>
                    </a:lnTo>
                    <a:lnTo>
                      <a:pt x="1483" y="804"/>
                    </a:lnTo>
                    <a:lnTo>
                      <a:pt x="1450" y="742"/>
                    </a:lnTo>
                    <a:lnTo>
                      <a:pt x="1411" y="682"/>
                    </a:lnTo>
                    <a:lnTo>
                      <a:pt x="1365" y="626"/>
                    </a:lnTo>
                    <a:lnTo>
                      <a:pt x="1317" y="576"/>
                    </a:lnTo>
                    <a:lnTo>
                      <a:pt x="1263" y="532"/>
                    </a:lnTo>
                    <a:lnTo>
                      <a:pt x="1206" y="493"/>
                    </a:lnTo>
                    <a:lnTo>
                      <a:pt x="1147" y="462"/>
                    </a:lnTo>
                    <a:lnTo>
                      <a:pt x="1085" y="435"/>
                    </a:lnTo>
                    <a:lnTo>
                      <a:pt x="1020" y="416"/>
                    </a:lnTo>
                    <a:lnTo>
                      <a:pt x="955" y="402"/>
                    </a:lnTo>
                    <a:lnTo>
                      <a:pt x="888" y="395"/>
                    </a:lnTo>
                    <a:lnTo>
                      <a:pt x="820" y="394"/>
                    </a:lnTo>
                    <a:close/>
                    <a:moveTo>
                      <a:pt x="51" y="0"/>
                    </a:moveTo>
                    <a:lnTo>
                      <a:pt x="55" y="0"/>
                    </a:lnTo>
                    <a:lnTo>
                      <a:pt x="69" y="2"/>
                    </a:lnTo>
                    <a:lnTo>
                      <a:pt x="89" y="6"/>
                    </a:lnTo>
                    <a:lnTo>
                      <a:pt x="117" y="12"/>
                    </a:lnTo>
                    <a:lnTo>
                      <a:pt x="151" y="19"/>
                    </a:lnTo>
                    <a:lnTo>
                      <a:pt x="193" y="27"/>
                    </a:lnTo>
                    <a:lnTo>
                      <a:pt x="239" y="37"/>
                    </a:lnTo>
                    <a:lnTo>
                      <a:pt x="290" y="48"/>
                    </a:lnTo>
                    <a:lnTo>
                      <a:pt x="345" y="62"/>
                    </a:lnTo>
                    <a:lnTo>
                      <a:pt x="406" y="77"/>
                    </a:lnTo>
                    <a:lnTo>
                      <a:pt x="468" y="93"/>
                    </a:lnTo>
                    <a:lnTo>
                      <a:pt x="534" y="109"/>
                    </a:lnTo>
                    <a:lnTo>
                      <a:pt x="602" y="128"/>
                    </a:lnTo>
                    <a:lnTo>
                      <a:pt x="672" y="148"/>
                    </a:lnTo>
                    <a:lnTo>
                      <a:pt x="742" y="171"/>
                    </a:lnTo>
                    <a:lnTo>
                      <a:pt x="813" y="194"/>
                    </a:lnTo>
                    <a:lnTo>
                      <a:pt x="884" y="218"/>
                    </a:lnTo>
                    <a:lnTo>
                      <a:pt x="954" y="244"/>
                    </a:lnTo>
                    <a:lnTo>
                      <a:pt x="1024" y="271"/>
                    </a:lnTo>
                    <a:lnTo>
                      <a:pt x="1090" y="299"/>
                    </a:lnTo>
                    <a:lnTo>
                      <a:pt x="1155" y="329"/>
                    </a:lnTo>
                    <a:lnTo>
                      <a:pt x="1217" y="361"/>
                    </a:lnTo>
                    <a:lnTo>
                      <a:pt x="1275" y="394"/>
                    </a:lnTo>
                    <a:lnTo>
                      <a:pt x="1330" y="427"/>
                    </a:lnTo>
                    <a:lnTo>
                      <a:pt x="1379" y="462"/>
                    </a:lnTo>
                    <a:lnTo>
                      <a:pt x="1423" y="499"/>
                    </a:lnTo>
                    <a:lnTo>
                      <a:pt x="1462" y="537"/>
                    </a:lnTo>
                    <a:lnTo>
                      <a:pt x="1495" y="576"/>
                    </a:lnTo>
                    <a:lnTo>
                      <a:pt x="1537" y="639"/>
                    </a:lnTo>
                    <a:lnTo>
                      <a:pt x="1572" y="704"/>
                    </a:lnTo>
                    <a:lnTo>
                      <a:pt x="1600" y="771"/>
                    </a:lnTo>
                    <a:lnTo>
                      <a:pt x="1623" y="840"/>
                    </a:lnTo>
                    <a:lnTo>
                      <a:pt x="1639" y="910"/>
                    </a:lnTo>
                    <a:lnTo>
                      <a:pt x="1649" y="980"/>
                    </a:lnTo>
                    <a:lnTo>
                      <a:pt x="1653" y="1052"/>
                    </a:lnTo>
                    <a:lnTo>
                      <a:pt x="1650" y="1122"/>
                    </a:lnTo>
                    <a:lnTo>
                      <a:pt x="1642" y="1192"/>
                    </a:lnTo>
                    <a:lnTo>
                      <a:pt x="1628" y="1262"/>
                    </a:lnTo>
                    <a:lnTo>
                      <a:pt x="1608" y="1330"/>
                    </a:lnTo>
                    <a:lnTo>
                      <a:pt x="1582" y="1396"/>
                    </a:lnTo>
                    <a:lnTo>
                      <a:pt x="1551" y="1460"/>
                    </a:lnTo>
                    <a:lnTo>
                      <a:pt x="1515" y="1521"/>
                    </a:lnTo>
                    <a:lnTo>
                      <a:pt x="1472" y="1579"/>
                    </a:lnTo>
                    <a:lnTo>
                      <a:pt x="1423" y="1634"/>
                    </a:lnTo>
                    <a:lnTo>
                      <a:pt x="1371" y="1686"/>
                    </a:lnTo>
                    <a:lnTo>
                      <a:pt x="1311" y="1733"/>
                    </a:lnTo>
                    <a:lnTo>
                      <a:pt x="1248" y="1775"/>
                    </a:lnTo>
                    <a:lnTo>
                      <a:pt x="1183" y="1810"/>
                    </a:lnTo>
                    <a:lnTo>
                      <a:pt x="1116" y="1838"/>
                    </a:lnTo>
                    <a:lnTo>
                      <a:pt x="1047" y="1861"/>
                    </a:lnTo>
                    <a:lnTo>
                      <a:pt x="977" y="1877"/>
                    </a:lnTo>
                    <a:lnTo>
                      <a:pt x="907" y="1888"/>
                    </a:lnTo>
                    <a:lnTo>
                      <a:pt x="835" y="1892"/>
                    </a:lnTo>
                    <a:lnTo>
                      <a:pt x="765" y="1889"/>
                    </a:lnTo>
                    <a:lnTo>
                      <a:pt x="695" y="1881"/>
                    </a:lnTo>
                    <a:lnTo>
                      <a:pt x="625" y="1868"/>
                    </a:lnTo>
                    <a:lnTo>
                      <a:pt x="557" y="1847"/>
                    </a:lnTo>
                    <a:lnTo>
                      <a:pt x="491" y="1822"/>
                    </a:lnTo>
                    <a:lnTo>
                      <a:pt x="426" y="1791"/>
                    </a:lnTo>
                    <a:lnTo>
                      <a:pt x="366" y="1753"/>
                    </a:lnTo>
                    <a:lnTo>
                      <a:pt x="306" y="1711"/>
                    </a:lnTo>
                    <a:lnTo>
                      <a:pt x="252" y="1663"/>
                    </a:lnTo>
                    <a:lnTo>
                      <a:pt x="201" y="1609"/>
                    </a:lnTo>
                    <a:lnTo>
                      <a:pt x="154" y="1549"/>
                    </a:lnTo>
                    <a:lnTo>
                      <a:pt x="125" y="1508"/>
                    </a:lnTo>
                    <a:lnTo>
                      <a:pt x="103" y="1459"/>
                    </a:lnTo>
                    <a:lnTo>
                      <a:pt x="81" y="1405"/>
                    </a:lnTo>
                    <a:lnTo>
                      <a:pt x="63" y="1347"/>
                    </a:lnTo>
                    <a:lnTo>
                      <a:pt x="47" y="1285"/>
                    </a:lnTo>
                    <a:lnTo>
                      <a:pt x="35" y="1220"/>
                    </a:lnTo>
                    <a:lnTo>
                      <a:pt x="24" y="1152"/>
                    </a:lnTo>
                    <a:lnTo>
                      <a:pt x="15" y="1080"/>
                    </a:lnTo>
                    <a:lnTo>
                      <a:pt x="9" y="1007"/>
                    </a:lnTo>
                    <a:lnTo>
                      <a:pt x="4" y="934"/>
                    </a:lnTo>
                    <a:lnTo>
                      <a:pt x="1" y="859"/>
                    </a:lnTo>
                    <a:lnTo>
                      <a:pt x="0" y="785"/>
                    </a:lnTo>
                    <a:lnTo>
                      <a:pt x="0" y="709"/>
                    </a:lnTo>
                    <a:lnTo>
                      <a:pt x="1" y="636"/>
                    </a:lnTo>
                    <a:lnTo>
                      <a:pt x="4" y="563"/>
                    </a:lnTo>
                    <a:lnTo>
                      <a:pt x="7" y="493"/>
                    </a:lnTo>
                    <a:lnTo>
                      <a:pt x="11" y="425"/>
                    </a:lnTo>
                    <a:lnTo>
                      <a:pt x="15" y="360"/>
                    </a:lnTo>
                    <a:lnTo>
                      <a:pt x="19" y="299"/>
                    </a:lnTo>
                    <a:lnTo>
                      <a:pt x="24" y="242"/>
                    </a:lnTo>
                    <a:lnTo>
                      <a:pt x="30" y="190"/>
                    </a:lnTo>
                    <a:lnTo>
                      <a:pt x="34" y="143"/>
                    </a:lnTo>
                    <a:lnTo>
                      <a:pt x="39" y="101"/>
                    </a:lnTo>
                    <a:lnTo>
                      <a:pt x="43" y="66"/>
                    </a:lnTo>
                    <a:lnTo>
                      <a:pt x="46" y="37"/>
                    </a:lnTo>
                    <a:lnTo>
                      <a:pt x="49" y="17"/>
                    </a:lnTo>
                    <a:lnTo>
                      <a:pt x="50" y="4"/>
                    </a:lnTo>
                    <a:lnTo>
                      <a:pt x="51" y="0"/>
                    </a:lnTo>
                    <a:close/>
                  </a:path>
                </a:pathLst>
              </a:custGeom>
              <a:solidFill>
                <a:schemeClr val="accent6"/>
              </a:solidFill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45" name="Freeform 74"/>
              <p:cNvSpPr>
                <a:spLocks noEditPoints="1"/>
              </p:cNvSpPr>
              <p:nvPr/>
            </p:nvSpPr>
            <p:spPr bwMode="auto">
              <a:xfrm>
                <a:off x="6650038" y="4946650"/>
                <a:ext cx="517525" cy="635000"/>
              </a:xfrm>
              <a:custGeom>
                <a:avLst/>
                <a:gdLst>
                  <a:gd name="T0" fmla="*/ 2003 w 2939"/>
                  <a:gd name="T1" fmla="*/ 2890 h 3600"/>
                  <a:gd name="T2" fmla="*/ 1859 w 2939"/>
                  <a:gd name="T3" fmla="*/ 2961 h 3600"/>
                  <a:gd name="T4" fmla="*/ 2195 w 2939"/>
                  <a:gd name="T5" fmla="*/ 3289 h 3600"/>
                  <a:gd name="T6" fmla="*/ 2729 w 2939"/>
                  <a:gd name="T7" fmla="*/ 2753 h 3600"/>
                  <a:gd name="T8" fmla="*/ 2634 w 2939"/>
                  <a:gd name="T9" fmla="*/ 2623 h 3600"/>
                  <a:gd name="T10" fmla="*/ 1495 w 2939"/>
                  <a:gd name="T11" fmla="*/ 2623 h 3600"/>
                  <a:gd name="T12" fmla="*/ 949 w 2939"/>
                  <a:gd name="T13" fmla="*/ 2664 h 3600"/>
                  <a:gd name="T14" fmla="*/ 963 w 2939"/>
                  <a:gd name="T15" fmla="*/ 2522 h 3600"/>
                  <a:gd name="T16" fmla="*/ 838 w 2939"/>
                  <a:gd name="T17" fmla="*/ 2470 h 3600"/>
                  <a:gd name="T18" fmla="*/ 456 w 2939"/>
                  <a:gd name="T19" fmla="*/ 2606 h 3600"/>
                  <a:gd name="T20" fmla="*/ 488 w 2939"/>
                  <a:gd name="T21" fmla="*/ 2522 h 3600"/>
                  <a:gd name="T22" fmla="*/ 2269 w 2939"/>
                  <a:gd name="T23" fmla="*/ 2263 h 3600"/>
                  <a:gd name="T24" fmla="*/ 2743 w 2939"/>
                  <a:gd name="T25" fmla="*/ 2459 h 3600"/>
                  <a:gd name="T26" fmla="*/ 2939 w 2939"/>
                  <a:gd name="T27" fmla="*/ 2931 h 3600"/>
                  <a:gd name="T28" fmla="*/ 2743 w 2939"/>
                  <a:gd name="T29" fmla="*/ 3404 h 3600"/>
                  <a:gd name="T30" fmla="*/ 2269 w 2939"/>
                  <a:gd name="T31" fmla="*/ 3600 h 3600"/>
                  <a:gd name="T32" fmla="*/ 1795 w 2939"/>
                  <a:gd name="T33" fmla="*/ 3404 h 3600"/>
                  <a:gd name="T34" fmla="*/ 1599 w 2939"/>
                  <a:gd name="T35" fmla="*/ 2931 h 3600"/>
                  <a:gd name="T36" fmla="*/ 1795 w 2939"/>
                  <a:gd name="T37" fmla="*/ 2459 h 3600"/>
                  <a:gd name="T38" fmla="*/ 2269 w 2939"/>
                  <a:gd name="T39" fmla="*/ 2263 h 3600"/>
                  <a:gd name="T40" fmla="*/ 1599 w 2939"/>
                  <a:gd name="T41" fmla="*/ 2160 h 3600"/>
                  <a:gd name="T42" fmla="*/ 949 w 2939"/>
                  <a:gd name="T43" fmla="*/ 2201 h 3600"/>
                  <a:gd name="T44" fmla="*/ 963 w 2939"/>
                  <a:gd name="T45" fmla="*/ 2060 h 3600"/>
                  <a:gd name="T46" fmla="*/ 838 w 2939"/>
                  <a:gd name="T47" fmla="*/ 2029 h 3600"/>
                  <a:gd name="T48" fmla="*/ 456 w 2939"/>
                  <a:gd name="T49" fmla="*/ 2165 h 3600"/>
                  <a:gd name="T50" fmla="*/ 488 w 2939"/>
                  <a:gd name="T51" fmla="*/ 2081 h 3600"/>
                  <a:gd name="T52" fmla="*/ 980 w 2939"/>
                  <a:gd name="T53" fmla="*/ 1646 h 3600"/>
                  <a:gd name="T54" fmla="*/ 1854 w 2939"/>
                  <a:gd name="T55" fmla="*/ 1765 h 3600"/>
                  <a:gd name="T56" fmla="*/ 938 w 2939"/>
                  <a:gd name="T57" fmla="*/ 1779 h 3600"/>
                  <a:gd name="T58" fmla="*/ 980 w 2939"/>
                  <a:gd name="T59" fmla="*/ 1646 h 3600"/>
                  <a:gd name="T60" fmla="*/ 830 w 2939"/>
                  <a:gd name="T61" fmla="*/ 1605 h 3600"/>
                  <a:gd name="T62" fmla="*/ 446 w 2939"/>
                  <a:gd name="T63" fmla="*/ 1717 h 3600"/>
                  <a:gd name="T64" fmla="*/ 502 w 2939"/>
                  <a:gd name="T65" fmla="*/ 1647 h 3600"/>
                  <a:gd name="T66" fmla="*/ 1804 w 2939"/>
                  <a:gd name="T67" fmla="*/ 1183 h 3600"/>
                  <a:gd name="T68" fmla="*/ 1846 w 2939"/>
                  <a:gd name="T69" fmla="*/ 1316 h 3600"/>
                  <a:gd name="T70" fmla="*/ 931 w 2939"/>
                  <a:gd name="T71" fmla="*/ 1301 h 3600"/>
                  <a:gd name="T72" fmla="*/ 798 w 2939"/>
                  <a:gd name="T73" fmla="*/ 1068 h 3600"/>
                  <a:gd name="T74" fmla="*/ 640 w 2939"/>
                  <a:gd name="T75" fmla="*/ 1360 h 3600"/>
                  <a:gd name="T76" fmla="*/ 440 w 2939"/>
                  <a:gd name="T77" fmla="*/ 1246 h 3600"/>
                  <a:gd name="T78" fmla="*/ 515 w 2939"/>
                  <a:gd name="T79" fmla="*/ 1197 h 3600"/>
                  <a:gd name="T80" fmla="*/ 569 w 2939"/>
                  <a:gd name="T81" fmla="*/ 386 h 3600"/>
                  <a:gd name="T82" fmla="*/ 706 w 2939"/>
                  <a:gd name="T83" fmla="*/ 640 h 3600"/>
                  <a:gd name="T84" fmla="*/ 1648 w 2939"/>
                  <a:gd name="T85" fmla="*/ 619 h 3600"/>
                  <a:gd name="T86" fmla="*/ 1748 w 2939"/>
                  <a:gd name="T87" fmla="*/ 360 h 3600"/>
                  <a:gd name="T88" fmla="*/ 2285 w 2939"/>
                  <a:gd name="T89" fmla="*/ 454 h 3600"/>
                  <a:gd name="T90" fmla="*/ 2198 w 2939"/>
                  <a:gd name="T91" fmla="*/ 2112 h 3600"/>
                  <a:gd name="T92" fmla="*/ 1465 w 2939"/>
                  <a:gd name="T93" fmla="*/ 3116 h 3600"/>
                  <a:gd name="T94" fmla="*/ 49 w 2939"/>
                  <a:gd name="T95" fmla="*/ 3167 h 3600"/>
                  <a:gd name="T96" fmla="*/ 22 w 2939"/>
                  <a:gd name="T97" fmla="*/ 471 h 3600"/>
                  <a:gd name="T98" fmla="*/ 1160 w 2939"/>
                  <a:gd name="T99" fmla="*/ 103 h 3600"/>
                  <a:gd name="T100" fmla="*/ 1094 w 2939"/>
                  <a:gd name="T101" fmla="*/ 219 h 3600"/>
                  <a:gd name="T102" fmla="*/ 1227 w 2939"/>
                  <a:gd name="T103" fmla="*/ 219 h 3600"/>
                  <a:gd name="T104" fmla="*/ 1160 w 2939"/>
                  <a:gd name="T105" fmla="*/ 103 h 3600"/>
                  <a:gd name="T106" fmla="*/ 1317 w 2939"/>
                  <a:gd name="T107" fmla="*/ 88 h 3600"/>
                  <a:gd name="T108" fmla="*/ 1379 w 2939"/>
                  <a:gd name="T109" fmla="*/ 247 h 3600"/>
                  <a:gd name="T110" fmla="*/ 1624 w 2939"/>
                  <a:gd name="T111" fmla="*/ 324 h 3600"/>
                  <a:gd name="T112" fmla="*/ 1605 w 2939"/>
                  <a:gd name="T113" fmla="*/ 521 h 3600"/>
                  <a:gd name="T114" fmla="*/ 738 w 2939"/>
                  <a:gd name="T115" fmla="*/ 540 h 3600"/>
                  <a:gd name="T116" fmla="*/ 682 w 2939"/>
                  <a:gd name="T117" fmla="*/ 350 h 3600"/>
                  <a:gd name="T118" fmla="*/ 923 w 2939"/>
                  <a:gd name="T119" fmla="*/ 254 h 3600"/>
                  <a:gd name="T120" fmla="*/ 991 w 2939"/>
                  <a:gd name="T121" fmla="*/ 116 h 36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</a:cxnLst>
                <a:rect l="0" t="0" r="r" b="b"/>
                <a:pathLst>
                  <a:path w="2939" h="3600">
                    <a:moveTo>
                      <a:pt x="2634" y="2623"/>
                    </a:moveTo>
                    <a:lnTo>
                      <a:pt x="2613" y="2625"/>
                    </a:lnTo>
                    <a:lnTo>
                      <a:pt x="2591" y="2630"/>
                    </a:lnTo>
                    <a:lnTo>
                      <a:pt x="2570" y="2641"/>
                    </a:lnTo>
                    <a:lnTo>
                      <a:pt x="2552" y="2657"/>
                    </a:lnTo>
                    <a:lnTo>
                      <a:pt x="2205" y="3047"/>
                    </a:lnTo>
                    <a:lnTo>
                      <a:pt x="2024" y="2903"/>
                    </a:lnTo>
                    <a:lnTo>
                      <a:pt x="2003" y="2890"/>
                    </a:lnTo>
                    <a:lnTo>
                      <a:pt x="1982" y="2882"/>
                    </a:lnTo>
                    <a:lnTo>
                      <a:pt x="1960" y="2880"/>
                    </a:lnTo>
                    <a:lnTo>
                      <a:pt x="1937" y="2882"/>
                    </a:lnTo>
                    <a:lnTo>
                      <a:pt x="1915" y="2890"/>
                    </a:lnTo>
                    <a:lnTo>
                      <a:pt x="1895" y="2902"/>
                    </a:lnTo>
                    <a:lnTo>
                      <a:pt x="1879" y="2918"/>
                    </a:lnTo>
                    <a:lnTo>
                      <a:pt x="1866" y="2939"/>
                    </a:lnTo>
                    <a:lnTo>
                      <a:pt x="1859" y="2961"/>
                    </a:lnTo>
                    <a:lnTo>
                      <a:pt x="1856" y="2983"/>
                    </a:lnTo>
                    <a:lnTo>
                      <a:pt x="1859" y="3005"/>
                    </a:lnTo>
                    <a:lnTo>
                      <a:pt x="1866" y="3027"/>
                    </a:lnTo>
                    <a:lnTo>
                      <a:pt x="1878" y="3046"/>
                    </a:lnTo>
                    <a:lnTo>
                      <a:pt x="1895" y="3063"/>
                    </a:lnTo>
                    <a:lnTo>
                      <a:pt x="2152" y="3268"/>
                    </a:lnTo>
                    <a:lnTo>
                      <a:pt x="2173" y="3281"/>
                    </a:lnTo>
                    <a:lnTo>
                      <a:pt x="2195" y="3289"/>
                    </a:lnTo>
                    <a:lnTo>
                      <a:pt x="2217" y="3291"/>
                    </a:lnTo>
                    <a:lnTo>
                      <a:pt x="2239" y="3289"/>
                    </a:lnTo>
                    <a:lnTo>
                      <a:pt x="2258" y="3283"/>
                    </a:lnTo>
                    <a:lnTo>
                      <a:pt x="2278" y="3272"/>
                    </a:lnTo>
                    <a:lnTo>
                      <a:pt x="2294" y="3257"/>
                    </a:lnTo>
                    <a:lnTo>
                      <a:pt x="2707" y="2794"/>
                    </a:lnTo>
                    <a:lnTo>
                      <a:pt x="2720" y="2774"/>
                    </a:lnTo>
                    <a:lnTo>
                      <a:pt x="2729" y="2753"/>
                    </a:lnTo>
                    <a:lnTo>
                      <a:pt x="2733" y="2731"/>
                    </a:lnTo>
                    <a:lnTo>
                      <a:pt x="2731" y="2709"/>
                    </a:lnTo>
                    <a:lnTo>
                      <a:pt x="2725" y="2687"/>
                    </a:lnTo>
                    <a:lnTo>
                      <a:pt x="2714" y="2666"/>
                    </a:lnTo>
                    <a:lnTo>
                      <a:pt x="2698" y="2649"/>
                    </a:lnTo>
                    <a:lnTo>
                      <a:pt x="2678" y="2636"/>
                    </a:lnTo>
                    <a:lnTo>
                      <a:pt x="2657" y="2627"/>
                    </a:lnTo>
                    <a:lnTo>
                      <a:pt x="2634" y="2623"/>
                    </a:lnTo>
                    <a:close/>
                    <a:moveTo>
                      <a:pt x="980" y="2520"/>
                    </a:moveTo>
                    <a:lnTo>
                      <a:pt x="1444" y="2520"/>
                    </a:lnTo>
                    <a:lnTo>
                      <a:pt x="1460" y="2522"/>
                    </a:lnTo>
                    <a:lnTo>
                      <a:pt x="1474" y="2530"/>
                    </a:lnTo>
                    <a:lnTo>
                      <a:pt x="1485" y="2541"/>
                    </a:lnTo>
                    <a:lnTo>
                      <a:pt x="1493" y="2555"/>
                    </a:lnTo>
                    <a:lnTo>
                      <a:pt x="1495" y="2571"/>
                    </a:lnTo>
                    <a:lnTo>
                      <a:pt x="1495" y="2623"/>
                    </a:lnTo>
                    <a:lnTo>
                      <a:pt x="1493" y="2639"/>
                    </a:lnTo>
                    <a:lnTo>
                      <a:pt x="1485" y="2653"/>
                    </a:lnTo>
                    <a:lnTo>
                      <a:pt x="1474" y="2664"/>
                    </a:lnTo>
                    <a:lnTo>
                      <a:pt x="1460" y="2672"/>
                    </a:lnTo>
                    <a:lnTo>
                      <a:pt x="1444" y="2674"/>
                    </a:lnTo>
                    <a:lnTo>
                      <a:pt x="980" y="2674"/>
                    </a:lnTo>
                    <a:lnTo>
                      <a:pt x="963" y="2672"/>
                    </a:lnTo>
                    <a:lnTo>
                      <a:pt x="949" y="2664"/>
                    </a:lnTo>
                    <a:lnTo>
                      <a:pt x="938" y="2653"/>
                    </a:lnTo>
                    <a:lnTo>
                      <a:pt x="931" y="2639"/>
                    </a:lnTo>
                    <a:lnTo>
                      <a:pt x="928" y="2623"/>
                    </a:lnTo>
                    <a:lnTo>
                      <a:pt x="928" y="2571"/>
                    </a:lnTo>
                    <a:lnTo>
                      <a:pt x="931" y="2555"/>
                    </a:lnTo>
                    <a:lnTo>
                      <a:pt x="938" y="2541"/>
                    </a:lnTo>
                    <a:lnTo>
                      <a:pt x="949" y="2530"/>
                    </a:lnTo>
                    <a:lnTo>
                      <a:pt x="963" y="2522"/>
                    </a:lnTo>
                    <a:lnTo>
                      <a:pt x="980" y="2520"/>
                    </a:lnTo>
                    <a:close/>
                    <a:moveTo>
                      <a:pt x="798" y="2404"/>
                    </a:moveTo>
                    <a:lnTo>
                      <a:pt x="812" y="2408"/>
                    </a:lnTo>
                    <a:lnTo>
                      <a:pt x="826" y="2416"/>
                    </a:lnTo>
                    <a:lnTo>
                      <a:pt x="835" y="2427"/>
                    </a:lnTo>
                    <a:lnTo>
                      <a:pt x="841" y="2441"/>
                    </a:lnTo>
                    <a:lnTo>
                      <a:pt x="841" y="2456"/>
                    </a:lnTo>
                    <a:lnTo>
                      <a:pt x="838" y="2470"/>
                    </a:lnTo>
                    <a:lnTo>
                      <a:pt x="830" y="2483"/>
                    </a:lnTo>
                    <a:lnTo>
                      <a:pt x="640" y="2696"/>
                    </a:lnTo>
                    <a:lnTo>
                      <a:pt x="629" y="2704"/>
                    </a:lnTo>
                    <a:lnTo>
                      <a:pt x="617" y="2710"/>
                    </a:lnTo>
                    <a:lnTo>
                      <a:pt x="604" y="2712"/>
                    </a:lnTo>
                    <a:lnTo>
                      <a:pt x="588" y="2709"/>
                    </a:lnTo>
                    <a:lnTo>
                      <a:pt x="574" y="2701"/>
                    </a:lnTo>
                    <a:lnTo>
                      <a:pt x="456" y="2606"/>
                    </a:lnTo>
                    <a:lnTo>
                      <a:pt x="446" y="2595"/>
                    </a:lnTo>
                    <a:lnTo>
                      <a:pt x="440" y="2582"/>
                    </a:lnTo>
                    <a:lnTo>
                      <a:pt x="438" y="2568"/>
                    </a:lnTo>
                    <a:lnTo>
                      <a:pt x="441" y="2554"/>
                    </a:lnTo>
                    <a:lnTo>
                      <a:pt x="448" y="2540"/>
                    </a:lnTo>
                    <a:lnTo>
                      <a:pt x="459" y="2530"/>
                    </a:lnTo>
                    <a:lnTo>
                      <a:pt x="473" y="2524"/>
                    </a:lnTo>
                    <a:lnTo>
                      <a:pt x="488" y="2522"/>
                    </a:lnTo>
                    <a:lnTo>
                      <a:pt x="502" y="2525"/>
                    </a:lnTo>
                    <a:lnTo>
                      <a:pt x="515" y="2533"/>
                    </a:lnTo>
                    <a:lnTo>
                      <a:pt x="598" y="2600"/>
                    </a:lnTo>
                    <a:lnTo>
                      <a:pt x="759" y="2420"/>
                    </a:lnTo>
                    <a:lnTo>
                      <a:pt x="770" y="2410"/>
                    </a:lnTo>
                    <a:lnTo>
                      <a:pt x="784" y="2405"/>
                    </a:lnTo>
                    <a:lnTo>
                      <a:pt x="798" y="2404"/>
                    </a:lnTo>
                    <a:close/>
                    <a:moveTo>
                      <a:pt x="2269" y="2263"/>
                    </a:moveTo>
                    <a:lnTo>
                      <a:pt x="2337" y="2266"/>
                    </a:lnTo>
                    <a:lnTo>
                      <a:pt x="2404" y="2277"/>
                    </a:lnTo>
                    <a:lnTo>
                      <a:pt x="2468" y="2293"/>
                    </a:lnTo>
                    <a:lnTo>
                      <a:pt x="2530" y="2315"/>
                    </a:lnTo>
                    <a:lnTo>
                      <a:pt x="2589" y="2343"/>
                    </a:lnTo>
                    <a:lnTo>
                      <a:pt x="2643" y="2377"/>
                    </a:lnTo>
                    <a:lnTo>
                      <a:pt x="2695" y="2415"/>
                    </a:lnTo>
                    <a:lnTo>
                      <a:pt x="2743" y="2459"/>
                    </a:lnTo>
                    <a:lnTo>
                      <a:pt x="2785" y="2506"/>
                    </a:lnTo>
                    <a:lnTo>
                      <a:pt x="2825" y="2557"/>
                    </a:lnTo>
                    <a:lnTo>
                      <a:pt x="2858" y="2613"/>
                    </a:lnTo>
                    <a:lnTo>
                      <a:pt x="2886" y="2672"/>
                    </a:lnTo>
                    <a:lnTo>
                      <a:pt x="2909" y="2733"/>
                    </a:lnTo>
                    <a:lnTo>
                      <a:pt x="2925" y="2797"/>
                    </a:lnTo>
                    <a:lnTo>
                      <a:pt x="2935" y="2863"/>
                    </a:lnTo>
                    <a:lnTo>
                      <a:pt x="2939" y="2931"/>
                    </a:lnTo>
                    <a:lnTo>
                      <a:pt x="2935" y="3000"/>
                    </a:lnTo>
                    <a:lnTo>
                      <a:pt x="2925" y="3067"/>
                    </a:lnTo>
                    <a:lnTo>
                      <a:pt x="2909" y="3130"/>
                    </a:lnTo>
                    <a:lnTo>
                      <a:pt x="2886" y="3192"/>
                    </a:lnTo>
                    <a:lnTo>
                      <a:pt x="2858" y="3250"/>
                    </a:lnTo>
                    <a:lnTo>
                      <a:pt x="2825" y="3305"/>
                    </a:lnTo>
                    <a:lnTo>
                      <a:pt x="2785" y="3357"/>
                    </a:lnTo>
                    <a:lnTo>
                      <a:pt x="2743" y="3404"/>
                    </a:lnTo>
                    <a:lnTo>
                      <a:pt x="2695" y="3447"/>
                    </a:lnTo>
                    <a:lnTo>
                      <a:pt x="2643" y="3485"/>
                    </a:lnTo>
                    <a:lnTo>
                      <a:pt x="2589" y="3519"/>
                    </a:lnTo>
                    <a:lnTo>
                      <a:pt x="2530" y="3548"/>
                    </a:lnTo>
                    <a:lnTo>
                      <a:pt x="2468" y="3569"/>
                    </a:lnTo>
                    <a:lnTo>
                      <a:pt x="2404" y="3587"/>
                    </a:lnTo>
                    <a:lnTo>
                      <a:pt x="2337" y="3597"/>
                    </a:lnTo>
                    <a:lnTo>
                      <a:pt x="2269" y="3600"/>
                    </a:lnTo>
                    <a:lnTo>
                      <a:pt x="2200" y="3597"/>
                    </a:lnTo>
                    <a:lnTo>
                      <a:pt x="2134" y="3587"/>
                    </a:lnTo>
                    <a:lnTo>
                      <a:pt x="2069" y="3569"/>
                    </a:lnTo>
                    <a:lnTo>
                      <a:pt x="2008" y="3548"/>
                    </a:lnTo>
                    <a:lnTo>
                      <a:pt x="1949" y="3519"/>
                    </a:lnTo>
                    <a:lnTo>
                      <a:pt x="1894" y="3485"/>
                    </a:lnTo>
                    <a:lnTo>
                      <a:pt x="1843" y="3447"/>
                    </a:lnTo>
                    <a:lnTo>
                      <a:pt x="1795" y="3404"/>
                    </a:lnTo>
                    <a:lnTo>
                      <a:pt x="1752" y="3357"/>
                    </a:lnTo>
                    <a:lnTo>
                      <a:pt x="1713" y="3305"/>
                    </a:lnTo>
                    <a:lnTo>
                      <a:pt x="1680" y="3250"/>
                    </a:lnTo>
                    <a:lnTo>
                      <a:pt x="1651" y="3192"/>
                    </a:lnTo>
                    <a:lnTo>
                      <a:pt x="1628" y="3130"/>
                    </a:lnTo>
                    <a:lnTo>
                      <a:pt x="1612" y="3067"/>
                    </a:lnTo>
                    <a:lnTo>
                      <a:pt x="1602" y="3000"/>
                    </a:lnTo>
                    <a:lnTo>
                      <a:pt x="1599" y="2931"/>
                    </a:lnTo>
                    <a:lnTo>
                      <a:pt x="1602" y="2863"/>
                    </a:lnTo>
                    <a:lnTo>
                      <a:pt x="1612" y="2797"/>
                    </a:lnTo>
                    <a:lnTo>
                      <a:pt x="1628" y="2733"/>
                    </a:lnTo>
                    <a:lnTo>
                      <a:pt x="1651" y="2672"/>
                    </a:lnTo>
                    <a:lnTo>
                      <a:pt x="1680" y="2613"/>
                    </a:lnTo>
                    <a:lnTo>
                      <a:pt x="1713" y="2557"/>
                    </a:lnTo>
                    <a:lnTo>
                      <a:pt x="1752" y="2506"/>
                    </a:lnTo>
                    <a:lnTo>
                      <a:pt x="1795" y="2459"/>
                    </a:lnTo>
                    <a:lnTo>
                      <a:pt x="1843" y="2415"/>
                    </a:lnTo>
                    <a:lnTo>
                      <a:pt x="1894" y="2377"/>
                    </a:lnTo>
                    <a:lnTo>
                      <a:pt x="1949" y="2343"/>
                    </a:lnTo>
                    <a:lnTo>
                      <a:pt x="2008" y="2315"/>
                    </a:lnTo>
                    <a:lnTo>
                      <a:pt x="2069" y="2293"/>
                    </a:lnTo>
                    <a:lnTo>
                      <a:pt x="2134" y="2277"/>
                    </a:lnTo>
                    <a:lnTo>
                      <a:pt x="2200" y="2266"/>
                    </a:lnTo>
                    <a:lnTo>
                      <a:pt x="2269" y="2263"/>
                    </a:lnTo>
                    <a:close/>
                    <a:moveTo>
                      <a:pt x="980" y="2057"/>
                    </a:moveTo>
                    <a:lnTo>
                      <a:pt x="1547" y="2057"/>
                    </a:lnTo>
                    <a:lnTo>
                      <a:pt x="1563" y="2060"/>
                    </a:lnTo>
                    <a:lnTo>
                      <a:pt x="1577" y="2067"/>
                    </a:lnTo>
                    <a:lnTo>
                      <a:pt x="1589" y="2078"/>
                    </a:lnTo>
                    <a:lnTo>
                      <a:pt x="1596" y="2092"/>
                    </a:lnTo>
                    <a:lnTo>
                      <a:pt x="1599" y="2109"/>
                    </a:lnTo>
                    <a:lnTo>
                      <a:pt x="1599" y="2160"/>
                    </a:lnTo>
                    <a:lnTo>
                      <a:pt x="1596" y="2176"/>
                    </a:lnTo>
                    <a:lnTo>
                      <a:pt x="1589" y="2191"/>
                    </a:lnTo>
                    <a:lnTo>
                      <a:pt x="1577" y="2201"/>
                    </a:lnTo>
                    <a:lnTo>
                      <a:pt x="1563" y="2209"/>
                    </a:lnTo>
                    <a:lnTo>
                      <a:pt x="1547" y="2211"/>
                    </a:lnTo>
                    <a:lnTo>
                      <a:pt x="980" y="2211"/>
                    </a:lnTo>
                    <a:lnTo>
                      <a:pt x="963" y="2209"/>
                    </a:lnTo>
                    <a:lnTo>
                      <a:pt x="949" y="2201"/>
                    </a:lnTo>
                    <a:lnTo>
                      <a:pt x="938" y="2191"/>
                    </a:lnTo>
                    <a:lnTo>
                      <a:pt x="931" y="2176"/>
                    </a:lnTo>
                    <a:lnTo>
                      <a:pt x="928" y="2160"/>
                    </a:lnTo>
                    <a:lnTo>
                      <a:pt x="928" y="2109"/>
                    </a:lnTo>
                    <a:lnTo>
                      <a:pt x="931" y="2092"/>
                    </a:lnTo>
                    <a:lnTo>
                      <a:pt x="938" y="2078"/>
                    </a:lnTo>
                    <a:lnTo>
                      <a:pt x="949" y="2067"/>
                    </a:lnTo>
                    <a:lnTo>
                      <a:pt x="963" y="2060"/>
                    </a:lnTo>
                    <a:lnTo>
                      <a:pt x="980" y="2057"/>
                    </a:lnTo>
                    <a:close/>
                    <a:moveTo>
                      <a:pt x="798" y="1964"/>
                    </a:moveTo>
                    <a:lnTo>
                      <a:pt x="812" y="1967"/>
                    </a:lnTo>
                    <a:lnTo>
                      <a:pt x="826" y="1976"/>
                    </a:lnTo>
                    <a:lnTo>
                      <a:pt x="835" y="1987"/>
                    </a:lnTo>
                    <a:lnTo>
                      <a:pt x="841" y="2001"/>
                    </a:lnTo>
                    <a:lnTo>
                      <a:pt x="841" y="2015"/>
                    </a:lnTo>
                    <a:lnTo>
                      <a:pt x="838" y="2029"/>
                    </a:lnTo>
                    <a:lnTo>
                      <a:pt x="830" y="2042"/>
                    </a:lnTo>
                    <a:lnTo>
                      <a:pt x="640" y="2255"/>
                    </a:lnTo>
                    <a:lnTo>
                      <a:pt x="629" y="2264"/>
                    </a:lnTo>
                    <a:lnTo>
                      <a:pt x="617" y="2269"/>
                    </a:lnTo>
                    <a:lnTo>
                      <a:pt x="604" y="2271"/>
                    </a:lnTo>
                    <a:lnTo>
                      <a:pt x="588" y="2268"/>
                    </a:lnTo>
                    <a:lnTo>
                      <a:pt x="574" y="2260"/>
                    </a:lnTo>
                    <a:lnTo>
                      <a:pt x="456" y="2165"/>
                    </a:lnTo>
                    <a:lnTo>
                      <a:pt x="446" y="2155"/>
                    </a:lnTo>
                    <a:lnTo>
                      <a:pt x="440" y="2141"/>
                    </a:lnTo>
                    <a:lnTo>
                      <a:pt x="438" y="2127"/>
                    </a:lnTo>
                    <a:lnTo>
                      <a:pt x="441" y="2113"/>
                    </a:lnTo>
                    <a:lnTo>
                      <a:pt x="448" y="2099"/>
                    </a:lnTo>
                    <a:lnTo>
                      <a:pt x="459" y="2089"/>
                    </a:lnTo>
                    <a:lnTo>
                      <a:pt x="473" y="2084"/>
                    </a:lnTo>
                    <a:lnTo>
                      <a:pt x="488" y="2081"/>
                    </a:lnTo>
                    <a:lnTo>
                      <a:pt x="502" y="2085"/>
                    </a:lnTo>
                    <a:lnTo>
                      <a:pt x="515" y="2092"/>
                    </a:lnTo>
                    <a:lnTo>
                      <a:pt x="598" y="2159"/>
                    </a:lnTo>
                    <a:lnTo>
                      <a:pt x="759" y="1979"/>
                    </a:lnTo>
                    <a:lnTo>
                      <a:pt x="770" y="1969"/>
                    </a:lnTo>
                    <a:lnTo>
                      <a:pt x="784" y="1965"/>
                    </a:lnTo>
                    <a:lnTo>
                      <a:pt x="798" y="1964"/>
                    </a:lnTo>
                    <a:close/>
                    <a:moveTo>
                      <a:pt x="980" y="1646"/>
                    </a:moveTo>
                    <a:lnTo>
                      <a:pt x="1804" y="1646"/>
                    </a:lnTo>
                    <a:lnTo>
                      <a:pt x="1821" y="1648"/>
                    </a:lnTo>
                    <a:lnTo>
                      <a:pt x="1835" y="1656"/>
                    </a:lnTo>
                    <a:lnTo>
                      <a:pt x="1846" y="1667"/>
                    </a:lnTo>
                    <a:lnTo>
                      <a:pt x="1854" y="1681"/>
                    </a:lnTo>
                    <a:lnTo>
                      <a:pt x="1856" y="1697"/>
                    </a:lnTo>
                    <a:lnTo>
                      <a:pt x="1856" y="1749"/>
                    </a:lnTo>
                    <a:lnTo>
                      <a:pt x="1854" y="1765"/>
                    </a:lnTo>
                    <a:lnTo>
                      <a:pt x="1846" y="1779"/>
                    </a:lnTo>
                    <a:lnTo>
                      <a:pt x="1835" y="1790"/>
                    </a:lnTo>
                    <a:lnTo>
                      <a:pt x="1821" y="1798"/>
                    </a:lnTo>
                    <a:lnTo>
                      <a:pt x="1804" y="1800"/>
                    </a:lnTo>
                    <a:lnTo>
                      <a:pt x="980" y="1800"/>
                    </a:lnTo>
                    <a:lnTo>
                      <a:pt x="963" y="1798"/>
                    </a:lnTo>
                    <a:lnTo>
                      <a:pt x="949" y="1790"/>
                    </a:lnTo>
                    <a:lnTo>
                      <a:pt x="938" y="1779"/>
                    </a:lnTo>
                    <a:lnTo>
                      <a:pt x="931" y="1765"/>
                    </a:lnTo>
                    <a:lnTo>
                      <a:pt x="928" y="1749"/>
                    </a:lnTo>
                    <a:lnTo>
                      <a:pt x="928" y="1697"/>
                    </a:lnTo>
                    <a:lnTo>
                      <a:pt x="931" y="1681"/>
                    </a:lnTo>
                    <a:lnTo>
                      <a:pt x="938" y="1667"/>
                    </a:lnTo>
                    <a:lnTo>
                      <a:pt x="949" y="1656"/>
                    </a:lnTo>
                    <a:lnTo>
                      <a:pt x="963" y="1648"/>
                    </a:lnTo>
                    <a:lnTo>
                      <a:pt x="980" y="1646"/>
                    </a:lnTo>
                    <a:close/>
                    <a:moveTo>
                      <a:pt x="798" y="1526"/>
                    </a:moveTo>
                    <a:lnTo>
                      <a:pt x="812" y="1529"/>
                    </a:lnTo>
                    <a:lnTo>
                      <a:pt x="826" y="1538"/>
                    </a:lnTo>
                    <a:lnTo>
                      <a:pt x="835" y="1549"/>
                    </a:lnTo>
                    <a:lnTo>
                      <a:pt x="841" y="1563"/>
                    </a:lnTo>
                    <a:lnTo>
                      <a:pt x="841" y="1577"/>
                    </a:lnTo>
                    <a:lnTo>
                      <a:pt x="838" y="1592"/>
                    </a:lnTo>
                    <a:lnTo>
                      <a:pt x="830" y="1605"/>
                    </a:lnTo>
                    <a:lnTo>
                      <a:pt x="640" y="1817"/>
                    </a:lnTo>
                    <a:lnTo>
                      <a:pt x="629" y="1826"/>
                    </a:lnTo>
                    <a:lnTo>
                      <a:pt x="617" y="1832"/>
                    </a:lnTo>
                    <a:lnTo>
                      <a:pt x="604" y="1834"/>
                    </a:lnTo>
                    <a:lnTo>
                      <a:pt x="588" y="1831"/>
                    </a:lnTo>
                    <a:lnTo>
                      <a:pt x="574" y="1823"/>
                    </a:lnTo>
                    <a:lnTo>
                      <a:pt x="456" y="1728"/>
                    </a:lnTo>
                    <a:lnTo>
                      <a:pt x="446" y="1717"/>
                    </a:lnTo>
                    <a:lnTo>
                      <a:pt x="440" y="1704"/>
                    </a:lnTo>
                    <a:lnTo>
                      <a:pt x="438" y="1690"/>
                    </a:lnTo>
                    <a:lnTo>
                      <a:pt x="441" y="1675"/>
                    </a:lnTo>
                    <a:lnTo>
                      <a:pt x="448" y="1661"/>
                    </a:lnTo>
                    <a:lnTo>
                      <a:pt x="459" y="1652"/>
                    </a:lnTo>
                    <a:lnTo>
                      <a:pt x="473" y="1646"/>
                    </a:lnTo>
                    <a:lnTo>
                      <a:pt x="488" y="1644"/>
                    </a:lnTo>
                    <a:lnTo>
                      <a:pt x="502" y="1647"/>
                    </a:lnTo>
                    <a:lnTo>
                      <a:pt x="515" y="1655"/>
                    </a:lnTo>
                    <a:lnTo>
                      <a:pt x="598" y="1721"/>
                    </a:lnTo>
                    <a:lnTo>
                      <a:pt x="759" y="1541"/>
                    </a:lnTo>
                    <a:lnTo>
                      <a:pt x="770" y="1532"/>
                    </a:lnTo>
                    <a:lnTo>
                      <a:pt x="784" y="1527"/>
                    </a:lnTo>
                    <a:lnTo>
                      <a:pt x="798" y="1526"/>
                    </a:lnTo>
                    <a:close/>
                    <a:moveTo>
                      <a:pt x="980" y="1183"/>
                    </a:moveTo>
                    <a:lnTo>
                      <a:pt x="1804" y="1183"/>
                    </a:lnTo>
                    <a:lnTo>
                      <a:pt x="1821" y="1186"/>
                    </a:lnTo>
                    <a:lnTo>
                      <a:pt x="1835" y="1192"/>
                    </a:lnTo>
                    <a:lnTo>
                      <a:pt x="1846" y="1204"/>
                    </a:lnTo>
                    <a:lnTo>
                      <a:pt x="1854" y="1219"/>
                    </a:lnTo>
                    <a:lnTo>
                      <a:pt x="1856" y="1234"/>
                    </a:lnTo>
                    <a:lnTo>
                      <a:pt x="1856" y="1286"/>
                    </a:lnTo>
                    <a:lnTo>
                      <a:pt x="1854" y="1301"/>
                    </a:lnTo>
                    <a:lnTo>
                      <a:pt x="1846" y="1316"/>
                    </a:lnTo>
                    <a:lnTo>
                      <a:pt x="1835" y="1328"/>
                    </a:lnTo>
                    <a:lnTo>
                      <a:pt x="1821" y="1334"/>
                    </a:lnTo>
                    <a:lnTo>
                      <a:pt x="1804" y="1337"/>
                    </a:lnTo>
                    <a:lnTo>
                      <a:pt x="980" y="1337"/>
                    </a:lnTo>
                    <a:lnTo>
                      <a:pt x="963" y="1334"/>
                    </a:lnTo>
                    <a:lnTo>
                      <a:pt x="949" y="1328"/>
                    </a:lnTo>
                    <a:lnTo>
                      <a:pt x="938" y="1316"/>
                    </a:lnTo>
                    <a:lnTo>
                      <a:pt x="931" y="1301"/>
                    </a:lnTo>
                    <a:lnTo>
                      <a:pt x="928" y="1286"/>
                    </a:lnTo>
                    <a:lnTo>
                      <a:pt x="928" y="1234"/>
                    </a:lnTo>
                    <a:lnTo>
                      <a:pt x="931" y="1219"/>
                    </a:lnTo>
                    <a:lnTo>
                      <a:pt x="938" y="1204"/>
                    </a:lnTo>
                    <a:lnTo>
                      <a:pt x="949" y="1192"/>
                    </a:lnTo>
                    <a:lnTo>
                      <a:pt x="963" y="1186"/>
                    </a:lnTo>
                    <a:lnTo>
                      <a:pt x="980" y="1183"/>
                    </a:lnTo>
                    <a:close/>
                    <a:moveTo>
                      <a:pt x="798" y="1068"/>
                    </a:moveTo>
                    <a:lnTo>
                      <a:pt x="812" y="1072"/>
                    </a:lnTo>
                    <a:lnTo>
                      <a:pt x="826" y="1080"/>
                    </a:lnTo>
                    <a:lnTo>
                      <a:pt x="835" y="1092"/>
                    </a:lnTo>
                    <a:lnTo>
                      <a:pt x="841" y="1105"/>
                    </a:lnTo>
                    <a:lnTo>
                      <a:pt x="841" y="1120"/>
                    </a:lnTo>
                    <a:lnTo>
                      <a:pt x="838" y="1135"/>
                    </a:lnTo>
                    <a:lnTo>
                      <a:pt x="830" y="1147"/>
                    </a:lnTo>
                    <a:lnTo>
                      <a:pt x="640" y="1360"/>
                    </a:lnTo>
                    <a:lnTo>
                      <a:pt x="629" y="1369"/>
                    </a:lnTo>
                    <a:lnTo>
                      <a:pt x="617" y="1375"/>
                    </a:lnTo>
                    <a:lnTo>
                      <a:pt x="604" y="1376"/>
                    </a:lnTo>
                    <a:lnTo>
                      <a:pt x="588" y="1373"/>
                    </a:lnTo>
                    <a:lnTo>
                      <a:pt x="574" y="1366"/>
                    </a:lnTo>
                    <a:lnTo>
                      <a:pt x="456" y="1271"/>
                    </a:lnTo>
                    <a:lnTo>
                      <a:pt x="446" y="1260"/>
                    </a:lnTo>
                    <a:lnTo>
                      <a:pt x="440" y="1246"/>
                    </a:lnTo>
                    <a:lnTo>
                      <a:pt x="438" y="1232"/>
                    </a:lnTo>
                    <a:lnTo>
                      <a:pt x="441" y="1217"/>
                    </a:lnTo>
                    <a:lnTo>
                      <a:pt x="448" y="1204"/>
                    </a:lnTo>
                    <a:lnTo>
                      <a:pt x="459" y="1195"/>
                    </a:lnTo>
                    <a:lnTo>
                      <a:pt x="473" y="1188"/>
                    </a:lnTo>
                    <a:lnTo>
                      <a:pt x="488" y="1187"/>
                    </a:lnTo>
                    <a:lnTo>
                      <a:pt x="502" y="1189"/>
                    </a:lnTo>
                    <a:lnTo>
                      <a:pt x="515" y="1197"/>
                    </a:lnTo>
                    <a:lnTo>
                      <a:pt x="598" y="1263"/>
                    </a:lnTo>
                    <a:lnTo>
                      <a:pt x="759" y="1084"/>
                    </a:lnTo>
                    <a:lnTo>
                      <a:pt x="770" y="1075"/>
                    </a:lnTo>
                    <a:lnTo>
                      <a:pt x="784" y="1069"/>
                    </a:lnTo>
                    <a:lnTo>
                      <a:pt x="798" y="1068"/>
                    </a:lnTo>
                    <a:close/>
                    <a:moveTo>
                      <a:pt x="155" y="360"/>
                    </a:moveTo>
                    <a:lnTo>
                      <a:pt x="573" y="360"/>
                    </a:lnTo>
                    <a:lnTo>
                      <a:pt x="569" y="386"/>
                    </a:lnTo>
                    <a:lnTo>
                      <a:pt x="568" y="413"/>
                    </a:lnTo>
                    <a:lnTo>
                      <a:pt x="571" y="455"/>
                    </a:lnTo>
                    <a:lnTo>
                      <a:pt x="581" y="494"/>
                    </a:lnTo>
                    <a:lnTo>
                      <a:pt x="596" y="530"/>
                    </a:lnTo>
                    <a:lnTo>
                      <a:pt x="617" y="564"/>
                    </a:lnTo>
                    <a:lnTo>
                      <a:pt x="642" y="593"/>
                    </a:lnTo>
                    <a:lnTo>
                      <a:pt x="672" y="620"/>
                    </a:lnTo>
                    <a:lnTo>
                      <a:pt x="706" y="640"/>
                    </a:lnTo>
                    <a:lnTo>
                      <a:pt x="742" y="656"/>
                    </a:lnTo>
                    <a:lnTo>
                      <a:pt x="782" y="665"/>
                    </a:lnTo>
                    <a:lnTo>
                      <a:pt x="823" y="669"/>
                    </a:lnTo>
                    <a:lnTo>
                      <a:pt x="1497" y="669"/>
                    </a:lnTo>
                    <a:lnTo>
                      <a:pt x="1539" y="665"/>
                    </a:lnTo>
                    <a:lnTo>
                      <a:pt x="1578" y="656"/>
                    </a:lnTo>
                    <a:lnTo>
                      <a:pt x="1614" y="640"/>
                    </a:lnTo>
                    <a:lnTo>
                      <a:pt x="1648" y="619"/>
                    </a:lnTo>
                    <a:lnTo>
                      <a:pt x="1678" y="593"/>
                    </a:lnTo>
                    <a:lnTo>
                      <a:pt x="1704" y="563"/>
                    </a:lnTo>
                    <a:lnTo>
                      <a:pt x="1725" y="529"/>
                    </a:lnTo>
                    <a:lnTo>
                      <a:pt x="1740" y="492"/>
                    </a:lnTo>
                    <a:lnTo>
                      <a:pt x="1750" y="452"/>
                    </a:lnTo>
                    <a:lnTo>
                      <a:pt x="1753" y="410"/>
                    </a:lnTo>
                    <a:lnTo>
                      <a:pt x="1752" y="385"/>
                    </a:lnTo>
                    <a:lnTo>
                      <a:pt x="1748" y="360"/>
                    </a:lnTo>
                    <a:lnTo>
                      <a:pt x="2063" y="360"/>
                    </a:lnTo>
                    <a:lnTo>
                      <a:pt x="2106" y="362"/>
                    </a:lnTo>
                    <a:lnTo>
                      <a:pt x="2146" y="369"/>
                    </a:lnTo>
                    <a:lnTo>
                      <a:pt x="2181" y="380"/>
                    </a:lnTo>
                    <a:lnTo>
                      <a:pt x="2213" y="393"/>
                    </a:lnTo>
                    <a:lnTo>
                      <a:pt x="2241" y="410"/>
                    </a:lnTo>
                    <a:lnTo>
                      <a:pt x="2265" y="431"/>
                    </a:lnTo>
                    <a:lnTo>
                      <a:pt x="2285" y="454"/>
                    </a:lnTo>
                    <a:lnTo>
                      <a:pt x="2300" y="479"/>
                    </a:lnTo>
                    <a:lnTo>
                      <a:pt x="2311" y="506"/>
                    </a:lnTo>
                    <a:lnTo>
                      <a:pt x="2318" y="536"/>
                    </a:lnTo>
                    <a:lnTo>
                      <a:pt x="2321" y="566"/>
                    </a:lnTo>
                    <a:lnTo>
                      <a:pt x="2321" y="2111"/>
                    </a:lnTo>
                    <a:lnTo>
                      <a:pt x="2294" y="2110"/>
                    </a:lnTo>
                    <a:lnTo>
                      <a:pt x="2269" y="2109"/>
                    </a:lnTo>
                    <a:lnTo>
                      <a:pt x="2198" y="2112"/>
                    </a:lnTo>
                    <a:lnTo>
                      <a:pt x="2129" y="2121"/>
                    </a:lnTo>
                    <a:lnTo>
                      <a:pt x="2063" y="2136"/>
                    </a:lnTo>
                    <a:lnTo>
                      <a:pt x="2063" y="926"/>
                    </a:lnTo>
                    <a:lnTo>
                      <a:pt x="258" y="926"/>
                    </a:lnTo>
                    <a:lnTo>
                      <a:pt x="258" y="2983"/>
                    </a:lnTo>
                    <a:lnTo>
                      <a:pt x="1447" y="2983"/>
                    </a:lnTo>
                    <a:lnTo>
                      <a:pt x="1453" y="3050"/>
                    </a:lnTo>
                    <a:lnTo>
                      <a:pt x="1465" y="3116"/>
                    </a:lnTo>
                    <a:lnTo>
                      <a:pt x="1483" y="3179"/>
                    </a:lnTo>
                    <a:lnTo>
                      <a:pt x="1505" y="3240"/>
                    </a:lnTo>
                    <a:lnTo>
                      <a:pt x="207" y="3240"/>
                    </a:lnTo>
                    <a:lnTo>
                      <a:pt x="169" y="3237"/>
                    </a:lnTo>
                    <a:lnTo>
                      <a:pt x="134" y="3227"/>
                    </a:lnTo>
                    <a:lnTo>
                      <a:pt x="103" y="3212"/>
                    </a:lnTo>
                    <a:lnTo>
                      <a:pt x="73" y="3192"/>
                    </a:lnTo>
                    <a:lnTo>
                      <a:pt x="49" y="3167"/>
                    </a:lnTo>
                    <a:lnTo>
                      <a:pt x="28" y="3139"/>
                    </a:lnTo>
                    <a:lnTo>
                      <a:pt x="13" y="3106"/>
                    </a:lnTo>
                    <a:lnTo>
                      <a:pt x="3" y="3071"/>
                    </a:lnTo>
                    <a:lnTo>
                      <a:pt x="0" y="3034"/>
                    </a:lnTo>
                    <a:lnTo>
                      <a:pt x="0" y="566"/>
                    </a:lnTo>
                    <a:lnTo>
                      <a:pt x="3" y="532"/>
                    </a:lnTo>
                    <a:lnTo>
                      <a:pt x="10" y="501"/>
                    </a:lnTo>
                    <a:lnTo>
                      <a:pt x="22" y="471"/>
                    </a:lnTo>
                    <a:lnTo>
                      <a:pt x="37" y="444"/>
                    </a:lnTo>
                    <a:lnTo>
                      <a:pt x="55" y="420"/>
                    </a:lnTo>
                    <a:lnTo>
                      <a:pt x="73" y="399"/>
                    </a:lnTo>
                    <a:lnTo>
                      <a:pt x="94" y="383"/>
                    </a:lnTo>
                    <a:lnTo>
                      <a:pt x="115" y="371"/>
                    </a:lnTo>
                    <a:lnTo>
                      <a:pt x="136" y="362"/>
                    </a:lnTo>
                    <a:lnTo>
                      <a:pt x="155" y="360"/>
                    </a:lnTo>
                    <a:close/>
                    <a:moveTo>
                      <a:pt x="1160" y="103"/>
                    </a:moveTo>
                    <a:lnTo>
                      <a:pt x="1139" y="106"/>
                    </a:lnTo>
                    <a:lnTo>
                      <a:pt x="1121" y="113"/>
                    </a:lnTo>
                    <a:lnTo>
                      <a:pt x="1106" y="125"/>
                    </a:lnTo>
                    <a:lnTo>
                      <a:pt x="1094" y="141"/>
                    </a:lnTo>
                    <a:lnTo>
                      <a:pt x="1086" y="159"/>
                    </a:lnTo>
                    <a:lnTo>
                      <a:pt x="1083" y="180"/>
                    </a:lnTo>
                    <a:lnTo>
                      <a:pt x="1086" y="201"/>
                    </a:lnTo>
                    <a:lnTo>
                      <a:pt x="1094" y="219"/>
                    </a:lnTo>
                    <a:lnTo>
                      <a:pt x="1106" y="235"/>
                    </a:lnTo>
                    <a:lnTo>
                      <a:pt x="1121" y="247"/>
                    </a:lnTo>
                    <a:lnTo>
                      <a:pt x="1139" y="254"/>
                    </a:lnTo>
                    <a:lnTo>
                      <a:pt x="1160" y="257"/>
                    </a:lnTo>
                    <a:lnTo>
                      <a:pt x="1181" y="254"/>
                    </a:lnTo>
                    <a:lnTo>
                      <a:pt x="1200" y="247"/>
                    </a:lnTo>
                    <a:lnTo>
                      <a:pt x="1215" y="235"/>
                    </a:lnTo>
                    <a:lnTo>
                      <a:pt x="1227" y="219"/>
                    </a:lnTo>
                    <a:lnTo>
                      <a:pt x="1235" y="201"/>
                    </a:lnTo>
                    <a:lnTo>
                      <a:pt x="1238" y="180"/>
                    </a:lnTo>
                    <a:lnTo>
                      <a:pt x="1235" y="159"/>
                    </a:lnTo>
                    <a:lnTo>
                      <a:pt x="1227" y="141"/>
                    </a:lnTo>
                    <a:lnTo>
                      <a:pt x="1215" y="125"/>
                    </a:lnTo>
                    <a:lnTo>
                      <a:pt x="1200" y="113"/>
                    </a:lnTo>
                    <a:lnTo>
                      <a:pt x="1181" y="106"/>
                    </a:lnTo>
                    <a:lnTo>
                      <a:pt x="1160" y="103"/>
                    </a:lnTo>
                    <a:close/>
                    <a:moveTo>
                      <a:pt x="1158" y="0"/>
                    </a:moveTo>
                    <a:lnTo>
                      <a:pt x="1162" y="0"/>
                    </a:lnTo>
                    <a:lnTo>
                      <a:pt x="1194" y="3"/>
                    </a:lnTo>
                    <a:lnTo>
                      <a:pt x="1225" y="11"/>
                    </a:lnTo>
                    <a:lnTo>
                      <a:pt x="1252" y="24"/>
                    </a:lnTo>
                    <a:lnTo>
                      <a:pt x="1277" y="41"/>
                    </a:lnTo>
                    <a:lnTo>
                      <a:pt x="1299" y="63"/>
                    </a:lnTo>
                    <a:lnTo>
                      <a:pt x="1317" y="88"/>
                    </a:lnTo>
                    <a:lnTo>
                      <a:pt x="1330" y="116"/>
                    </a:lnTo>
                    <a:lnTo>
                      <a:pt x="1337" y="146"/>
                    </a:lnTo>
                    <a:lnTo>
                      <a:pt x="1341" y="178"/>
                    </a:lnTo>
                    <a:lnTo>
                      <a:pt x="1341" y="180"/>
                    </a:lnTo>
                    <a:lnTo>
                      <a:pt x="1343" y="201"/>
                    </a:lnTo>
                    <a:lnTo>
                      <a:pt x="1352" y="219"/>
                    </a:lnTo>
                    <a:lnTo>
                      <a:pt x="1364" y="235"/>
                    </a:lnTo>
                    <a:lnTo>
                      <a:pt x="1379" y="247"/>
                    </a:lnTo>
                    <a:lnTo>
                      <a:pt x="1396" y="254"/>
                    </a:lnTo>
                    <a:lnTo>
                      <a:pt x="1417" y="257"/>
                    </a:lnTo>
                    <a:lnTo>
                      <a:pt x="1497" y="257"/>
                    </a:lnTo>
                    <a:lnTo>
                      <a:pt x="1528" y="261"/>
                    </a:lnTo>
                    <a:lnTo>
                      <a:pt x="1556" y="269"/>
                    </a:lnTo>
                    <a:lnTo>
                      <a:pt x="1582" y="284"/>
                    </a:lnTo>
                    <a:lnTo>
                      <a:pt x="1605" y="302"/>
                    </a:lnTo>
                    <a:lnTo>
                      <a:pt x="1624" y="324"/>
                    </a:lnTo>
                    <a:lnTo>
                      <a:pt x="1638" y="350"/>
                    </a:lnTo>
                    <a:lnTo>
                      <a:pt x="1647" y="380"/>
                    </a:lnTo>
                    <a:lnTo>
                      <a:pt x="1650" y="410"/>
                    </a:lnTo>
                    <a:lnTo>
                      <a:pt x="1650" y="413"/>
                    </a:lnTo>
                    <a:lnTo>
                      <a:pt x="1647" y="444"/>
                    </a:lnTo>
                    <a:lnTo>
                      <a:pt x="1638" y="472"/>
                    </a:lnTo>
                    <a:lnTo>
                      <a:pt x="1624" y="499"/>
                    </a:lnTo>
                    <a:lnTo>
                      <a:pt x="1605" y="521"/>
                    </a:lnTo>
                    <a:lnTo>
                      <a:pt x="1582" y="540"/>
                    </a:lnTo>
                    <a:lnTo>
                      <a:pt x="1556" y="554"/>
                    </a:lnTo>
                    <a:lnTo>
                      <a:pt x="1528" y="563"/>
                    </a:lnTo>
                    <a:lnTo>
                      <a:pt x="1497" y="566"/>
                    </a:lnTo>
                    <a:lnTo>
                      <a:pt x="823" y="566"/>
                    </a:lnTo>
                    <a:lnTo>
                      <a:pt x="793" y="563"/>
                    </a:lnTo>
                    <a:lnTo>
                      <a:pt x="764" y="554"/>
                    </a:lnTo>
                    <a:lnTo>
                      <a:pt x="738" y="540"/>
                    </a:lnTo>
                    <a:lnTo>
                      <a:pt x="715" y="521"/>
                    </a:lnTo>
                    <a:lnTo>
                      <a:pt x="697" y="499"/>
                    </a:lnTo>
                    <a:lnTo>
                      <a:pt x="682" y="472"/>
                    </a:lnTo>
                    <a:lnTo>
                      <a:pt x="674" y="444"/>
                    </a:lnTo>
                    <a:lnTo>
                      <a:pt x="670" y="413"/>
                    </a:lnTo>
                    <a:lnTo>
                      <a:pt x="670" y="410"/>
                    </a:lnTo>
                    <a:lnTo>
                      <a:pt x="674" y="380"/>
                    </a:lnTo>
                    <a:lnTo>
                      <a:pt x="682" y="350"/>
                    </a:lnTo>
                    <a:lnTo>
                      <a:pt x="697" y="324"/>
                    </a:lnTo>
                    <a:lnTo>
                      <a:pt x="715" y="302"/>
                    </a:lnTo>
                    <a:lnTo>
                      <a:pt x="738" y="284"/>
                    </a:lnTo>
                    <a:lnTo>
                      <a:pt x="764" y="269"/>
                    </a:lnTo>
                    <a:lnTo>
                      <a:pt x="793" y="261"/>
                    </a:lnTo>
                    <a:lnTo>
                      <a:pt x="823" y="257"/>
                    </a:lnTo>
                    <a:lnTo>
                      <a:pt x="903" y="257"/>
                    </a:lnTo>
                    <a:lnTo>
                      <a:pt x="923" y="254"/>
                    </a:lnTo>
                    <a:lnTo>
                      <a:pt x="942" y="247"/>
                    </a:lnTo>
                    <a:lnTo>
                      <a:pt x="957" y="235"/>
                    </a:lnTo>
                    <a:lnTo>
                      <a:pt x="969" y="219"/>
                    </a:lnTo>
                    <a:lnTo>
                      <a:pt x="977" y="201"/>
                    </a:lnTo>
                    <a:lnTo>
                      <a:pt x="980" y="180"/>
                    </a:lnTo>
                    <a:lnTo>
                      <a:pt x="980" y="178"/>
                    </a:lnTo>
                    <a:lnTo>
                      <a:pt x="983" y="146"/>
                    </a:lnTo>
                    <a:lnTo>
                      <a:pt x="991" y="116"/>
                    </a:lnTo>
                    <a:lnTo>
                      <a:pt x="1004" y="88"/>
                    </a:lnTo>
                    <a:lnTo>
                      <a:pt x="1021" y="63"/>
                    </a:lnTo>
                    <a:lnTo>
                      <a:pt x="1043" y="41"/>
                    </a:lnTo>
                    <a:lnTo>
                      <a:pt x="1068" y="24"/>
                    </a:lnTo>
                    <a:lnTo>
                      <a:pt x="1096" y="11"/>
                    </a:lnTo>
                    <a:lnTo>
                      <a:pt x="1126" y="3"/>
                    </a:lnTo>
                    <a:lnTo>
                      <a:pt x="1158" y="0"/>
                    </a:lnTo>
                    <a:close/>
                  </a:path>
                </a:pathLst>
              </a:custGeom>
              <a:solidFill>
                <a:schemeClr val="accent6"/>
              </a:solidFill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xmlns="" val="1935223717"/>
      </p:ext>
    </p:extLst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200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3000"/>
                            </p:stCondLst>
                            <p:childTnLst>
                              <p:par>
                                <p:cTn id="17" presetID="10" presetClass="entr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4000"/>
                            </p:stCondLst>
                            <p:childTnLst>
                              <p:par>
                                <p:cTn id="21" presetID="35" presetClass="emph" presetSubtype="0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22" dur="1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35" grpId="0" animBg="1"/>
      <p:bldP spid="36" grpId="0" animBg="1"/>
      <p:bldP spid="37" grpId="1" animBg="1"/>
      <p:bldP spid="37" grpId="2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307934" y="274639"/>
            <a:ext cx="10969943" cy="711081"/>
          </a:xfrm>
        </p:spPr>
        <p:txBody>
          <a:bodyPr/>
          <a:lstStyle/>
          <a:p>
            <a:r>
              <a:rPr lang="en-US" dirty="0" smtClean="0"/>
              <a:t>-JAVA PROGRAMMING</a:t>
            </a:r>
            <a:endParaRPr lang="en-US" dirty="0"/>
          </a:p>
        </p:txBody>
      </p:sp>
      <p:sp>
        <p:nvSpPr>
          <p:cNvPr id="50" name="Title 3"/>
          <p:cNvSpPr txBox="1">
            <a:spLocks/>
          </p:cNvSpPr>
          <p:nvPr/>
        </p:nvSpPr>
        <p:spPr>
          <a:xfrm>
            <a:off x="2093884" y="857232"/>
            <a:ext cx="2357454" cy="353891"/>
          </a:xfrm>
          <a:prstGeom prst="rect">
            <a:avLst/>
          </a:prstGeom>
        </p:spPr>
        <p:txBody>
          <a:bodyPr vert="horz" lIns="0" tIns="60949" rIns="0" bIns="60949" rtlCol="0" anchor="ctr">
            <a:noAutofit/>
          </a:bodyPr>
          <a:lstStyle/>
          <a:p>
            <a:pPr marL="0" marR="0" lvl="0" indent="0" algn="r" defTabSz="1218987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6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Arial" panose="020B0604020202020204" pitchFamily="34" charset="0"/>
              </a:rPr>
              <a:t>(</a:t>
            </a:r>
            <a:r>
              <a:rPr kumimoji="0" lang="ko-KR" altLang="en-US" sz="16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+mj-lt"/>
                <a:ea typeface="+mj-ea"/>
                <a:cs typeface="Arial" panose="020B0604020202020204" pitchFamily="34" charset="0"/>
              </a:rPr>
              <a:t>학생 수강 신청 프로그램</a:t>
            </a:r>
            <a:r>
              <a:rPr kumimoji="0" lang="en-US" altLang="ko-KR" sz="16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+mj-lt"/>
                <a:ea typeface="+mj-ea"/>
                <a:cs typeface="Arial" panose="020B0604020202020204" pitchFamily="34" charset="0"/>
              </a:rPr>
              <a:t>)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75000"/>
                  <a:lumOff val="25000"/>
                </a:schemeClr>
              </a:solidFill>
              <a:effectLst/>
              <a:uLnTx/>
              <a:uFillTx/>
              <a:latin typeface="+mj-lt"/>
              <a:ea typeface="+mj-ea"/>
              <a:cs typeface="Arial" panose="020B0604020202020204" pitchFamily="34" charset="0"/>
            </a:endParaRPr>
          </a:p>
        </p:txBody>
      </p:sp>
      <p:grpSp>
        <p:nvGrpSpPr>
          <p:cNvPr id="2" name="그룹 50"/>
          <p:cNvGrpSpPr/>
          <p:nvPr/>
        </p:nvGrpSpPr>
        <p:grpSpPr>
          <a:xfrm>
            <a:off x="5348364" y="2079861"/>
            <a:ext cx="1504804" cy="1944083"/>
            <a:chOff x="5348364" y="2079861"/>
            <a:chExt cx="1504804" cy="1944083"/>
          </a:xfrm>
        </p:grpSpPr>
        <p:sp>
          <p:nvSpPr>
            <p:cNvPr id="63" name="Freeform 24"/>
            <p:cNvSpPr>
              <a:spLocks noEditPoints="1"/>
            </p:cNvSpPr>
            <p:nvPr/>
          </p:nvSpPr>
          <p:spPr bwMode="auto">
            <a:xfrm>
              <a:off x="5348364" y="2079861"/>
              <a:ext cx="1504804" cy="1944083"/>
            </a:xfrm>
            <a:custGeom>
              <a:avLst/>
              <a:gdLst>
                <a:gd name="T0" fmla="*/ 679 w 1658"/>
                <a:gd name="T1" fmla="*/ 110 h 2143"/>
                <a:gd name="T2" fmla="*/ 476 w 1658"/>
                <a:gd name="T3" fmla="*/ 189 h 2143"/>
                <a:gd name="T4" fmla="*/ 310 w 1658"/>
                <a:gd name="T5" fmla="*/ 324 h 2143"/>
                <a:gd name="T6" fmla="*/ 193 w 1658"/>
                <a:gd name="T7" fmla="*/ 503 h 2143"/>
                <a:gd name="T8" fmla="*/ 134 w 1658"/>
                <a:gd name="T9" fmla="*/ 717 h 2143"/>
                <a:gd name="T10" fmla="*/ 146 w 1658"/>
                <a:gd name="T11" fmla="*/ 942 h 2143"/>
                <a:gd name="T12" fmla="*/ 225 w 1658"/>
                <a:gd name="T13" fmla="*/ 1145 h 2143"/>
                <a:gd name="T14" fmla="*/ 360 w 1658"/>
                <a:gd name="T15" fmla="*/ 1311 h 2143"/>
                <a:gd name="T16" fmla="*/ 541 w 1658"/>
                <a:gd name="T17" fmla="*/ 1429 h 2143"/>
                <a:gd name="T18" fmla="*/ 753 w 1658"/>
                <a:gd name="T19" fmla="*/ 1487 h 2143"/>
                <a:gd name="T20" fmla="*/ 979 w 1658"/>
                <a:gd name="T21" fmla="*/ 1475 h 2143"/>
                <a:gd name="T22" fmla="*/ 1182 w 1658"/>
                <a:gd name="T23" fmla="*/ 1396 h 2143"/>
                <a:gd name="T24" fmla="*/ 1348 w 1658"/>
                <a:gd name="T25" fmla="*/ 1260 h 2143"/>
                <a:gd name="T26" fmla="*/ 1465 w 1658"/>
                <a:gd name="T27" fmla="*/ 1081 h 2143"/>
                <a:gd name="T28" fmla="*/ 1525 w 1658"/>
                <a:gd name="T29" fmla="*/ 869 h 2143"/>
                <a:gd name="T30" fmla="*/ 1512 w 1658"/>
                <a:gd name="T31" fmla="*/ 642 h 2143"/>
                <a:gd name="T32" fmla="*/ 1433 w 1658"/>
                <a:gd name="T33" fmla="*/ 440 h 2143"/>
                <a:gd name="T34" fmla="*/ 1298 w 1658"/>
                <a:gd name="T35" fmla="*/ 274 h 2143"/>
                <a:gd name="T36" fmla="*/ 1117 w 1658"/>
                <a:gd name="T37" fmla="*/ 155 h 2143"/>
                <a:gd name="T38" fmla="*/ 905 w 1658"/>
                <a:gd name="T39" fmla="*/ 97 h 2143"/>
                <a:gd name="T40" fmla="*/ 913 w 1658"/>
                <a:gd name="T41" fmla="*/ 4 h 2143"/>
                <a:gd name="T42" fmla="*/ 1152 w 1658"/>
                <a:gd name="T43" fmla="*/ 65 h 2143"/>
                <a:gd name="T44" fmla="*/ 1356 w 1658"/>
                <a:gd name="T45" fmla="*/ 189 h 2143"/>
                <a:gd name="T46" fmla="*/ 1516 w 1658"/>
                <a:gd name="T47" fmla="*/ 366 h 2143"/>
                <a:gd name="T48" fmla="*/ 1620 w 1658"/>
                <a:gd name="T49" fmla="*/ 583 h 2143"/>
                <a:gd name="T50" fmla="*/ 1658 w 1658"/>
                <a:gd name="T51" fmla="*/ 828 h 2143"/>
                <a:gd name="T52" fmla="*/ 1637 w 1658"/>
                <a:gd name="T53" fmla="*/ 971 h 2143"/>
                <a:gd name="T54" fmla="*/ 1577 w 1658"/>
                <a:gd name="T55" fmla="*/ 1131 h 2143"/>
                <a:gd name="T56" fmla="*/ 1489 w 1658"/>
                <a:gd name="T57" fmla="*/ 1298 h 2143"/>
                <a:gd name="T58" fmla="*/ 1382 w 1658"/>
                <a:gd name="T59" fmla="*/ 1468 h 2143"/>
                <a:gd name="T60" fmla="*/ 1264 w 1658"/>
                <a:gd name="T61" fmla="*/ 1631 h 2143"/>
                <a:gd name="T62" fmla="*/ 1144 w 1658"/>
                <a:gd name="T63" fmla="*/ 1785 h 2143"/>
                <a:gd name="T64" fmla="*/ 1032 w 1658"/>
                <a:gd name="T65" fmla="*/ 1918 h 2143"/>
                <a:gd name="T66" fmla="*/ 936 w 1658"/>
                <a:gd name="T67" fmla="*/ 2027 h 2143"/>
                <a:gd name="T68" fmla="*/ 868 w 1658"/>
                <a:gd name="T69" fmla="*/ 2103 h 2143"/>
                <a:gd name="T70" fmla="*/ 831 w 1658"/>
                <a:gd name="T71" fmla="*/ 2141 h 2143"/>
                <a:gd name="T72" fmla="*/ 819 w 1658"/>
                <a:gd name="T73" fmla="*/ 2133 h 2143"/>
                <a:gd name="T74" fmla="*/ 772 w 1658"/>
                <a:gd name="T75" fmla="*/ 2081 h 2143"/>
                <a:gd name="T76" fmla="*/ 692 w 1658"/>
                <a:gd name="T77" fmla="*/ 1994 h 2143"/>
                <a:gd name="T78" fmla="*/ 590 w 1658"/>
                <a:gd name="T79" fmla="*/ 1876 h 2143"/>
                <a:gd name="T80" fmla="*/ 475 w 1658"/>
                <a:gd name="T81" fmla="*/ 1735 h 2143"/>
                <a:gd name="T82" fmla="*/ 355 w 1658"/>
                <a:gd name="T83" fmla="*/ 1577 h 2143"/>
                <a:gd name="T84" fmla="*/ 239 w 1658"/>
                <a:gd name="T85" fmla="*/ 1411 h 2143"/>
                <a:gd name="T86" fmla="*/ 138 w 1658"/>
                <a:gd name="T87" fmla="*/ 1241 h 2143"/>
                <a:gd name="T88" fmla="*/ 58 w 1658"/>
                <a:gd name="T89" fmla="*/ 1077 h 2143"/>
                <a:gd name="T90" fmla="*/ 9 w 1658"/>
                <a:gd name="T91" fmla="*/ 923 h 2143"/>
                <a:gd name="T92" fmla="*/ 4 w 1658"/>
                <a:gd name="T93" fmla="*/ 745 h 2143"/>
                <a:gd name="T94" fmla="*/ 65 w 1658"/>
                <a:gd name="T95" fmla="*/ 506 h 2143"/>
                <a:gd name="T96" fmla="*/ 189 w 1658"/>
                <a:gd name="T97" fmla="*/ 302 h 2143"/>
                <a:gd name="T98" fmla="*/ 366 w 1658"/>
                <a:gd name="T99" fmla="*/ 142 h 2143"/>
                <a:gd name="T100" fmla="*/ 583 w 1658"/>
                <a:gd name="T101" fmla="*/ 38 h 2143"/>
                <a:gd name="T102" fmla="*/ 828 w 1658"/>
                <a:gd name="T103" fmla="*/ 0 h 21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1658" h="2143">
                  <a:moveTo>
                    <a:pt x="828" y="93"/>
                  </a:moveTo>
                  <a:lnTo>
                    <a:pt x="753" y="97"/>
                  </a:lnTo>
                  <a:lnTo>
                    <a:pt x="679" y="110"/>
                  </a:lnTo>
                  <a:lnTo>
                    <a:pt x="608" y="130"/>
                  </a:lnTo>
                  <a:lnTo>
                    <a:pt x="541" y="155"/>
                  </a:lnTo>
                  <a:lnTo>
                    <a:pt x="476" y="189"/>
                  </a:lnTo>
                  <a:lnTo>
                    <a:pt x="417" y="228"/>
                  </a:lnTo>
                  <a:lnTo>
                    <a:pt x="360" y="274"/>
                  </a:lnTo>
                  <a:lnTo>
                    <a:pt x="310" y="324"/>
                  </a:lnTo>
                  <a:lnTo>
                    <a:pt x="264" y="379"/>
                  </a:lnTo>
                  <a:lnTo>
                    <a:pt x="225" y="440"/>
                  </a:lnTo>
                  <a:lnTo>
                    <a:pt x="193" y="503"/>
                  </a:lnTo>
                  <a:lnTo>
                    <a:pt x="166" y="572"/>
                  </a:lnTo>
                  <a:lnTo>
                    <a:pt x="146" y="642"/>
                  </a:lnTo>
                  <a:lnTo>
                    <a:pt x="134" y="717"/>
                  </a:lnTo>
                  <a:lnTo>
                    <a:pt x="130" y="792"/>
                  </a:lnTo>
                  <a:lnTo>
                    <a:pt x="134" y="869"/>
                  </a:lnTo>
                  <a:lnTo>
                    <a:pt x="146" y="942"/>
                  </a:lnTo>
                  <a:lnTo>
                    <a:pt x="166" y="1013"/>
                  </a:lnTo>
                  <a:lnTo>
                    <a:pt x="193" y="1081"/>
                  </a:lnTo>
                  <a:lnTo>
                    <a:pt x="225" y="1145"/>
                  </a:lnTo>
                  <a:lnTo>
                    <a:pt x="264" y="1205"/>
                  </a:lnTo>
                  <a:lnTo>
                    <a:pt x="310" y="1260"/>
                  </a:lnTo>
                  <a:lnTo>
                    <a:pt x="360" y="1311"/>
                  </a:lnTo>
                  <a:lnTo>
                    <a:pt x="417" y="1356"/>
                  </a:lnTo>
                  <a:lnTo>
                    <a:pt x="476" y="1396"/>
                  </a:lnTo>
                  <a:lnTo>
                    <a:pt x="541" y="1429"/>
                  </a:lnTo>
                  <a:lnTo>
                    <a:pt x="608" y="1456"/>
                  </a:lnTo>
                  <a:lnTo>
                    <a:pt x="679" y="1475"/>
                  </a:lnTo>
                  <a:lnTo>
                    <a:pt x="753" y="1487"/>
                  </a:lnTo>
                  <a:lnTo>
                    <a:pt x="828" y="1491"/>
                  </a:lnTo>
                  <a:lnTo>
                    <a:pt x="905" y="1487"/>
                  </a:lnTo>
                  <a:lnTo>
                    <a:pt x="979" y="1475"/>
                  </a:lnTo>
                  <a:lnTo>
                    <a:pt x="1050" y="1456"/>
                  </a:lnTo>
                  <a:lnTo>
                    <a:pt x="1117" y="1429"/>
                  </a:lnTo>
                  <a:lnTo>
                    <a:pt x="1182" y="1396"/>
                  </a:lnTo>
                  <a:lnTo>
                    <a:pt x="1241" y="1356"/>
                  </a:lnTo>
                  <a:lnTo>
                    <a:pt x="1298" y="1311"/>
                  </a:lnTo>
                  <a:lnTo>
                    <a:pt x="1348" y="1260"/>
                  </a:lnTo>
                  <a:lnTo>
                    <a:pt x="1394" y="1205"/>
                  </a:lnTo>
                  <a:lnTo>
                    <a:pt x="1433" y="1145"/>
                  </a:lnTo>
                  <a:lnTo>
                    <a:pt x="1465" y="1081"/>
                  </a:lnTo>
                  <a:lnTo>
                    <a:pt x="1492" y="1013"/>
                  </a:lnTo>
                  <a:lnTo>
                    <a:pt x="1512" y="942"/>
                  </a:lnTo>
                  <a:lnTo>
                    <a:pt x="1525" y="869"/>
                  </a:lnTo>
                  <a:lnTo>
                    <a:pt x="1529" y="792"/>
                  </a:lnTo>
                  <a:lnTo>
                    <a:pt x="1525" y="717"/>
                  </a:lnTo>
                  <a:lnTo>
                    <a:pt x="1512" y="642"/>
                  </a:lnTo>
                  <a:lnTo>
                    <a:pt x="1492" y="572"/>
                  </a:lnTo>
                  <a:lnTo>
                    <a:pt x="1465" y="503"/>
                  </a:lnTo>
                  <a:lnTo>
                    <a:pt x="1433" y="440"/>
                  </a:lnTo>
                  <a:lnTo>
                    <a:pt x="1394" y="379"/>
                  </a:lnTo>
                  <a:lnTo>
                    <a:pt x="1348" y="324"/>
                  </a:lnTo>
                  <a:lnTo>
                    <a:pt x="1298" y="274"/>
                  </a:lnTo>
                  <a:lnTo>
                    <a:pt x="1241" y="228"/>
                  </a:lnTo>
                  <a:lnTo>
                    <a:pt x="1182" y="189"/>
                  </a:lnTo>
                  <a:lnTo>
                    <a:pt x="1117" y="155"/>
                  </a:lnTo>
                  <a:lnTo>
                    <a:pt x="1050" y="130"/>
                  </a:lnTo>
                  <a:lnTo>
                    <a:pt x="979" y="110"/>
                  </a:lnTo>
                  <a:lnTo>
                    <a:pt x="905" y="97"/>
                  </a:lnTo>
                  <a:lnTo>
                    <a:pt x="828" y="93"/>
                  </a:lnTo>
                  <a:close/>
                  <a:moveTo>
                    <a:pt x="828" y="0"/>
                  </a:moveTo>
                  <a:lnTo>
                    <a:pt x="913" y="4"/>
                  </a:lnTo>
                  <a:lnTo>
                    <a:pt x="996" y="18"/>
                  </a:lnTo>
                  <a:lnTo>
                    <a:pt x="1075" y="38"/>
                  </a:lnTo>
                  <a:lnTo>
                    <a:pt x="1152" y="65"/>
                  </a:lnTo>
                  <a:lnTo>
                    <a:pt x="1224" y="100"/>
                  </a:lnTo>
                  <a:lnTo>
                    <a:pt x="1292" y="142"/>
                  </a:lnTo>
                  <a:lnTo>
                    <a:pt x="1356" y="189"/>
                  </a:lnTo>
                  <a:lnTo>
                    <a:pt x="1415" y="243"/>
                  </a:lnTo>
                  <a:lnTo>
                    <a:pt x="1469" y="302"/>
                  </a:lnTo>
                  <a:lnTo>
                    <a:pt x="1516" y="366"/>
                  </a:lnTo>
                  <a:lnTo>
                    <a:pt x="1558" y="435"/>
                  </a:lnTo>
                  <a:lnTo>
                    <a:pt x="1593" y="506"/>
                  </a:lnTo>
                  <a:lnTo>
                    <a:pt x="1620" y="583"/>
                  </a:lnTo>
                  <a:lnTo>
                    <a:pt x="1641" y="663"/>
                  </a:lnTo>
                  <a:lnTo>
                    <a:pt x="1654" y="745"/>
                  </a:lnTo>
                  <a:lnTo>
                    <a:pt x="1658" y="828"/>
                  </a:lnTo>
                  <a:lnTo>
                    <a:pt x="1655" y="874"/>
                  </a:lnTo>
                  <a:lnTo>
                    <a:pt x="1649" y="923"/>
                  </a:lnTo>
                  <a:lnTo>
                    <a:pt x="1637" y="971"/>
                  </a:lnTo>
                  <a:lnTo>
                    <a:pt x="1620" y="1024"/>
                  </a:lnTo>
                  <a:lnTo>
                    <a:pt x="1600" y="1077"/>
                  </a:lnTo>
                  <a:lnTo>
                    <a:pt x="1577" y="1131"/>
                  </a:lnTo>
                  <a:lnTo>
                    <a:pt x="1550" y="1186"/>
                  </a:lnTo>
                  <a:lnTo>
                    <a:pt x="1520" y="1241"/>
                  </a:lnTo>
                  <a:lnTo>
                    <a:pt x="1489" y="1298"/>
                  </a:lnTo>
                  <a:lnTo>
                    <a:pt x="1454" y="1354"/>
                  </a:lnTo>
                  <a:lnTo>
                    <a:pt x="1419" y="1411"/>
                  </a:lnTo>
                  <a:lnTo>
                    <a:pt x="1382" y="1468"/>
                  </a:lnTo>
                  <a:lnTo>
                    <a:pt x="1342" y="1523"/>
                  </a:lnTo>
                  <a:lnTo>
                    <a:pt x="1303" y="1577"/>
                  </a:lnTo>
                  <a:lnTo>
                    <a:pt x="1264" y="1631"/>
                  </a:lnTo>
                  <a:lnTo>
                    <a:pt x="1224" y="1684"/>
                  </a:lnTo>
                  <a:lnTo>
                    <a:pt x="1183" y="1735"/>
                  </a:lnTo>
                  <a:lnTo>
                    <a:pt x="1144" y="1785"/>
                  </a:lnTo>
                  <a:lnTo>
                    <a:pt x="1105" y="1831"/>
                  </a:lnTo>
                  <a:lnTo>
                    <a:pt x="1069" y="1876"/>
                  </a:lnTo>
                  <a:lnTo>
                    <a:pt x="1032" y="1918"/>
                  </a:lnTo>
                  <a:lnTo>
                    <a:pt x="998" y="1957"/>
                  </a:lnTo>
                  <a:lnTo>
                    <a:pt x="966" y="1994"/>
                  </a:lnTo>
                  <a:lnTo>
                    <a:pt x="936" y="2027"/>
                  </a:lnTo>
                  <a:lnTo>
                    <a:pt x="911" y="2056"/>
                  </a:lnTo>
                  <a:lnTo>
                    <a:pt x="886" y="2081"/>
                  </a:lnTo>
                  <a:lnTo>
                    <a:pt x="868" y="2103"/>
                  </a:lnTo>
                  <a:lnTo>
                    <a:pt x="851" y="2121"/>
                  </a:lnTo>
                  <a:lnTo>
                    <a:pt x="839" y="2133"/>
                  </a:lnTo>
                  <a:lnTo>
                    <a:pt x="831" y="2141"/>
                  </a:lnTo>
                  <a:lnTo>
                    <a:pt x="828" y="2143"/>
                  </a:lnTo>
                  <a:lnTo>
                    <a:pt x="827" y="2141"/>
                  </a:lnTo>
                  <a:lnTo>
                    <a:pt x="819" y="2133"/>
                  </a:lnTo>
                  <a:lnTo>
                    <a:pt x="807" y="2121"/>
                  </a:lnTo>
                  <a:lnTo>
                    <a:pt x="791" y="2103"/>
                  </a:lnTo>
                  <a:lnTo>
                    <a:pt x="772" y="2081"/>
                  </a:lnTo>
                  <a:lnTo>
                    <a:pt x="747" y="2056"/>
                  </a:lnTo>
                  <a:lnTo>
                    <a:pt x="722" y="2027"/>
                  </a:lnTo>
                  <a:lnTo>
                    <a:pt x="692" y="1994"/>
                  </a:lnTo>
                  <a:lnTo>
                    <a:pt x="660" y="1957"/>
                  </a:lnTo>
                  <a:lnTo>
                    <a:pt x="626" y="1918"/>
                  </a:lnTo>
                  <a:lnTo>
                    <a:pt x="590" y="1876"/>
                  </a:lnTo>
                  <a:lnTo>
                    <a:pt x="553" y="1831"/>
                  </a:lnTo>
                  <a:lnTo>
                    <a:pt x="514" y="1785"/>
                  </a:lnTo>
                  <a:lnTo>
                    <a:pt x="475" y="1735"/>
                  </a:lnTo>
                  <a:lnTo>
                    <a:pt x="434" y="1684"/>
                  </a:lnTo>
                  <a:lnTo>
                    <a:pt x="394" y="1631"/>
                  </a:lnTo>
                  <a:lnTo>
                    <a:pt x="355" y="1577"/>
                  </a:lnTo>
                  <a:lnTo>
                    <a:pt x="316" y="1523"/>
                  </a:lnTo>
                  <a:lnTo>
                    <a:pt x="277" y="1468"/>
                  </a:lnTo>
                  <a:lnTo>
                    <a:pt x="239" y="1411"/>
                  </a:lnTo>
                  <a:lnTo>
                    <a:pt x="204" y="1354"/>
                  </a:lnTo>
                  <a:lnTo>
                    <a:pt x="169" y="1298"/>
                  </a:lnTo>
                  <a:lnTo>
                    <a:pt x="138" y="1241"/>
                  </a:lnTo>
                  <a:lnTo>
                    <a:pt x="108" y="1186"/>
                  </a:lnTo>
                  <a:lnTo>
                    <a:pt x="81" y="1131"/>
                  </a:lnTo>
                  <a:lnTo>
                    <a:pt x="58" y="1077"/>
                  </a:lnTo>
                  <a:lnTo>
                    <a:pt x="38" y="1024"/>
                  </a:lnTo>
                  <a:lnTo>
                    <a:pt x="22" y="971"/>
                  </a:lnTo>
                  <a:lnTo>
                    <a:pt x="9" y="923"/>
                  </a:lnTo>
                  <a:lnTo>
                    <a:pt x="3" y="874"/>
                  </a:lnTo>
                  <a:lnTo>
                    <a:pt x="0" y="828"/>
                  </a:lnTo>
                  <a:lnTo>
                    <a:pt x="4" y="745"/>
                  </a:lnTo>
                  <a:lnTo>
                    <a:pt x="18" y="663"/>
                  </a:lnTo>
                  <a:lnTo>
                    <a:pt x="38" y="583"/>
                  </a:lnTo>
                  <a:lnTo>
                    <a:pt x="65" y="506"/>
                  </a:lnTo>
                  <a:lnTo>
                    <a:pt x="100" y="435"/>
                  </a:lnTo>
                  <a:lnTo>
                    <a:pt x="142" y="366"/>
                  </a:lnTo>
                  <a:lnTo>
                    <a:pt x="189" y="302"/>
                  </a:lnTo>
                  <a:lnTo>
                    <a:pt x="243" y="243"/>
                  </a:lnTo>
                  <a:lnTo>
                    <a:pt x="302" y="189"/>
                  </a:lnTo>
                  <a:lnTo>
                    <a:pt x="366" y="142"/>
                  </a:lnTo>
                  <a:lnTo>
                    <a:pt x="434" y="100"/>
                  </a:lnTo>
                  <a:lnTo>
                    <a:pt x="506" y="65"/>
                  </a:lnTo>
                  <a:lnTo>
                    <a:pt x="583" y="38"/>
                  </a:lnTo>
                  <a:lnTo>
                    <a:pt x="662" y="18"/>
                  </a:lnTo>
                  <a:lnTo>
                    <a:pt x="745" y="4"/>
                  </a:lnTo>
                  <a:lnTo>
                    <a:pt x="828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grpSp>
          <p:nvGrpSpPr>
            <p:cNvPr id="3" name="Group 76"/>
            <p:cNvGrpSpPr/>
            <p:nvPr/>
          </p:nvGrpSpPr>
          <p:grpSpPr>
            <a:xfrm>
              <a:off x="5767215" y="2423034"/>
              <a:ext cx="650753" cy="714990"/>
              <a:chOff x="2171700" y="1574800"/>
              <a:chExt cx="739776" cy="812800"/>
            </a:xfrm>
            <a:solidFill>
              <a:schemeClr val="accent1"/>
            </a:solidFill>
          </p:grpSpPr>
          <p:sp>
            <p:nvSpPr>
              <p:cNvPr id="78" name="Freeform 33"/>
              <p:cNvSpPr>
                <a:spLocks noEditPoints="1"/>
              </p:cNvSpPr>
              <p:nvPr/>
            </p:nvSpPr>
            <p:spPr bwMode="auto">
              <a:xfrm>
                <a:off x="2292350" y="1700213"/>
                <a:ext cx="498475" cy="687387"/>
              </a:xfrm>
              <a:custGeom>
                <a:avLst/>
                <a:gdLst>
                  <a:gd name="T0" fmla="*/ 813 w 2197"/>
                  <a:gd name="T1" fmla="*/ 324 h 3032"/>
                  <a:gd name="T2" fmla="*/ 519 w 2197"/>
                  <a:gd name="T3" fmla="*/ 505 h 3032"/>
                  <a:gd name="T4" fmla="*/ 329 w 2197"/>
                  <a:gd name="T5" fmla="*/ 783 h 3032"/>
                  <a:gd name="T6" fmla="*/ 281 w 2197"/>
                  <a:gd name="T7" fmla="*/ 1120 h 3032"/>
                  <a:gd name="T8" fmla="*/ 340 w 2197"/>
                  <a:gd name="T9" fmla="*/ 1390 h 3032"/>
                  <a:gd name="T10" fmla="*/ 449 w 2197"/>
                  <a:gd name="T11" fmla="*/ 1594 h 3032"/>
                  <a:gd name="T12" fmla="*/ 575 w 2197"/>
                  <a:gd name="T13" fmla="*/ 1783 h 3032"/>
                  <a:gd name="T14" fmla="*/ 653 w 2197"/>
                  <a:gd name="T15" fmla="*/ 1996 h 3032"/>
                  <a:gd name="T16" fmla="*/ 700 w 2197"/>
                  <a:gd name="T17" fmla="*/ 2142 h 3032"/>
                  <a:gd name="T18" fmla="*/ 1457 w 2197"/>
                  <a:gd name="T19" fmla="*/ 2178 h 3032"/>
                  <a:gd name="T20" fmla="*/ 1539 w 2197"/>
                  <a:gd name="T21" fmla="*/ 2071 h 3032"/>
                  <a:gd name="T22" fmla="*/ 1581 w 2197"/>
                  <a:gd name="T23" fmla="*/ 1864 h 3032"/>
                  <a:gd name="T24" fmla="*/ 1700 w 2197"/>
                  <a:gd name="T25" fmla="*/ 1666 h 3032"/>
                  <a:gd name="T26" fmla="*/ 1817 w 2197"/>
                  <a:gd name="T27" fmla="*/ 1478 h 3032"/>
                  <a:gd name="T28" fmla="*/ 1902 w 2197"/>
                  <a:gd name="T29" fmla="*/ 1238 h 3032"/>
                  <a:gd name="T30" fmla="*/ 1907 w 2197"/>
                  <a:gd name="T31" fmla="*/ 915 h 3032"/>
                  <a:gd name="T32" fmla="*/ 1769 w 2197"/>
                  <a:gd name="T33" fmla="*/ 606 h 3032"/>
                  <a:gd name="T34" fmla="*/ 1513 w 2197"/>
                  <a:gd name="T35" fmla="*/ 382 h 3032"/>
                  <a:gd name="T36" fmla="*/ 1174 w 2197"/>
                  <a:gd name="T37" fmla="*/ 279 h 3032"/>
                  <a:gd name="T38" fmla="*/ 1362 w 2197"/>
                  <a:gd name="T39" fmla="*/ 32 h 3032"/>
                  <a:gd name="T40" fmla="*/ 1747 w 2197"/>
                  <a:gd name="T41" fmla="*/ 204 h 3032"/>
                  <a:gd name="T42" fmla="*/ 2033 w 2197"/>
                  <a:gd name="T43" fmla="*/ 499 h 3032"/>
                  <a:gd name="T44" fmla="*/ 2182 w 2197"/>
                  <a:gd name="T45" fmla="*/ 883 h 3032"/>
                  <a:gd name="T46" fmla="*/ 2180 w 2197"/>
                  <a:gd name="T47" fmla="*/ 1263 h 3032"/>
                  <a:gd name="T48" fmla="*/ 2095 w 2197"/>
                  <a:gd name="T49" fmla="*/ 1542 h 3032"/>
                  <a:gd name="T50" fmla="*/ 1977 w 2197"/>
                  <a:gd name="T51" fmla="*/ 1752 h 3032"/>
                  <a:gd name="T52" fmla="*/ 1857 w 2197"/>
                  <a:gd name="T53" fmla="*/ 1933 h 3032"/>
                  <a:gd name="T54" fmla="*/ 1816 w 2197"/>
                  <a:gd name="T55" fmla="*/ 2095 h 3032"/>
                  <a:gd name="T56" fmla="*/ 1702 w 2197"/>
                  <a:gd name="T57" fmla="*/ 2328 h 3032"/>
                  <a:gd name="T58" fmla="*/ 1611 w 2197"/>
                  <a:gd name="T59" fmla="*/ 2485 h 3032"/>
                  <a:gd name="T60" fmla="*/ 1603 w 2197"/>
                  <a:gd name="T61" fmla="*/ 2631 h 3032"/>
                  <a:gd name="T62" fmla="*/ 1599 w 2197"/>
                  <a:gd name="T63" fmla="*/ 2699 h 3032"/>
                  <a:gd name="T64" fmla="*/ 1566 w 2197"/>
                  <a:gd name="T65" fmla="*/ 2789 h 3032"/>
                  <a:gd name="T66" fmla="*/ 1452 w 2197"/>
                  <a:gd name="T67" fmla="*/ 2888 h 3032"/>
                  <a:gd name="T68" fmla="*/ 1283 w 2197"/>
                  <a:gd name="T69" fmla="*/ 3010 h 3032"/>
                  <a:gd name="T70" fmla="*/ 965 w 2197"/>
                  <a:gd name="T71" fmla="*/ 3030 h 3032"/>
                  <a:gd name="T72" fmla="*/ 825 w 2197"/>
                  <a:gd name="T73" fmla="*/ 2922 h 3032"/>
                  <a:gd name="T74" fmla="*/ 657 w 2197"/>
                  <a:gd name="T75" fmla="*/ 2823 h 3032"/>
                  <a:gd name="T76" fmla="*/ 602 w 2197"/>
                  <a:gd name="T77" fmla="*/ 2718 h 3032"/>
                  <a:gd name="T78" fmla="*/ 597 w 2197"/>
                  <a:gd name="T79" fmla="*/ 2671 h 3032"/>
                  <a:gd name="T80" fmla="*/ 590 w 2197"/>
                  <a:gd name="T81" fmla="*/ 2546 h 3032"/>
                  <a:gd name="T82" fmla="*/ 582 w 2197"/>
                  <a:gd name="T83" fmla="*/ 2406 h 3032"/>
                  <a:gd name="T84" fmla="*/ 408 w 2197"/>
                  <a:gd name="T85" fmla="*/ 2193 h 3032"/>
                  <a:gd name="T86" fmla="*/ 368 w 2197"/>
                  <a:gd name="T87" fmla="*/ 1991 h 3032"/>
                  <a:gd name="T88" fmla="*/ 268 w 2197"/>
                  <a:gd name="T89" fmla="*/ 1821 h 3032"/>
                  <a:gd name="T90" fmla="*/ 149 w 2197"/>
                  <a:gd name="T91" fmla="*/ 1633 h 3032"/>
                  <a:gd name="T92" fmla="*/ 45 w 2197"/>
                  <a:gd name="T93" fmla="*/ 1384 h 3032"/>
                  <a:gd name="T94" fmla="*/ 0 w 2197"/>
                  <a:gd name="T95" fmla="*/ 1054 h 3032"/>
                  <a:gd name="T96" fmla="*/ 87 w 2197"/>
                  <a:gd name="T97" fmla="*/ 644 h 3032"/>
                  <a:gd name="T98" fmla="*/ 323 w 2197"/>
                  <a:gd name="T99" fmla="*/ 310 h 3032"/>
                  <a:gd name="T100" fmla="*/ 672 w 2197"/>
                  <a:gd name="T101" fmla="*/ 83 h 3032"/>
                  <a:gd name="T102" fmla="*/ 1099 w 2197"/>
                  <a:gd name="T103" fmla="*/ 0 h 30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</a:cxnLst>
                <a:rect l="0" t="0" r="r" b="b"/>
                <a:pathLst>
                  <a:path w="2197" h="3032">
                    <a:moveTo>
                      <a:pt x="1099" y="276"/>
                    </a:moveTo>
                    <a:lnTo>
                      <a:pt x="1024" y="279"/>
                    </a:lnTo>
                    <a:lnTo>
                      <a:pt x="951" y="288"/>
                    </a:lnTo>
                    <a:lnTo>
                      <a:pt x="881" y="304"/>
                    </a:lnTo>
                    <a:lnTo>
                      <a:pt x="813" y="324"/>
                    </a:lnTo>
                    <a:lnTo>
                      <a:pt x="747" y="352"/>
                    </a:lnTo>
                    <a:lnTo>
                      <a:pt x="685" y="383"/>
                    </a:lnTo>
                    <a:lnTo>
                      <a:pt x="626" y="419"/>
                    </a:lnTo>
                    <a:lnTo>
                      <a:pt x="571" y="460"/>
                    </a:lnTo>
                    <a:lnTo>
                      <a:pt x="519" y="505"/>
                    </a:lnTo>
                    <a:lnTo>
                      <a:pt x="471" y="553"/>
                    </a:lnTo>
                    <a:lnTo>
                      <a:pt x="429" y="606"/>
                    </a:lnTo>
                    <a:lnTo>
                      <a:pt x="391" y="662"/>
                    </a:lnTo>
                    <a:lnTo>
                      <a:pt x="358" y="721"/>
                    </a:lnTo>
                    <a:lnTo>
                      <a:pt x="329" y="783"/>
                    </a:lnTo>
                    <a:lnTo>
                      <a:pt x="308" y="848"/>
                    </a:lnTo>
                    <a:lnTo>
                      <a:pt x="292" y="915"/>
                    </a:lnTo>
                    <a:lnTo>
                      <a:pt x="282" y="983"/>
                    </a:lnTo>
                    <a:lnTo>
                      <a:pt x="278" y="1054"/>
                    </a:lnTo>
                    <a:lnTo>
                      <a:pt x="281" y="1120"/>
                    </a:lnTo>
                    <a:lnTo>
                      <a:pt x="286" y="1181"/>
                    </a:lnTo>
                    <a:lnTo>
                      <a:pt x="295" y="1238"/>
                    </a:lnTo>
                    <a:lnTo>
                      <a:pt x="308" y="1292"/>
                    </a:lnTo>
                    <a:lnTo>
                      <a:pt x="323" y="1343"/>
                    </a:lnTo>
                    <a:lnTo>
                      <a:pt x="340" y="1390"/>
                    </a:lnTo>
                    <a:lnTo>
                      <a:pt x="359" y="1435"/>
                    </a:lnTo>
                    <a:lnTo>
                      <a:pt x="380" y="1478"/>
                    </a:lnTo>
                    <a:lnTo>
                      <a:pt x="402" y="1518"/>
                    </a:lnTo>
                    <a:lnTo>
                      <a:pt x="426" y="1557"/>
                    </a:lnTo>
                    <a:lnTo>
                      <a:pt x="449" y="1594"/>
                    </a:lnTo>
                    <a:lnTo>
                      <a:pt x="474" y="1630"/>
                    </a:lnTo>
                    <a:lnTo>
                      <a:pt x="496" y="1665"/>
                    </a:lnTo>
                    <a:lnTo>
                      <a:pt x="523" y="1704"/>
                    </a:lnTo>
                    <a:lnTo>
                      <a:pt x="550" y="1744"/>
                    </a:lnTo>
                    <a:lnTo>
                      <a:pt x="575" y="1783"/>
                    </a:lnTo>
                    <a:lnTo>
                      <a:pt x="597" y="1823"/>
                    </a:lnTo>
                    <a:lnTo>
                      <a:pt x="617" y="1864"/>
                    </a:lnTo>
                    <a:lnTo>
                      <a:pt x="632" y="1906"/>
                    </a:lnTo>
                    <a:lnTo>
                      <a:pt x="645" y="1950"/>
                    </a:lnTo>
                    <a:lnTo>
                      <a:pt x="653" y="1996"/>
                    </a:lnTo>
                    <a:lnTo>
                      <a:pt x="655" y="2044"/>
                    </a:lnTo>
                    <a:lnTo>
                      <a:pt x="658" y="2071"/>
                    </a:lnTo>
                    <a:lnTo>
                      <a:pt x="669" y="2097"/>
                    </a:lnTo>
                    <a:lnTo>
                      <a:pt x="682" y="2121"/>
                    </a:lnTo>
                    <a:lnTo>
                      <a:pt x="700" y="2142"/>
                    </a:lnTo>
                    <a:lnTo>
                      <a:pt x="720" y="2162"/>
                    </a:lnTo>
                    <a:lnTo>
                      <a:pt x="740" y="2178"/>
                    </a:lnTo>
                    <a:lnTo>
                      <a:pt x="759" y="2193"/>
                    </a:lnTo>
                    <a:lnTo>
                      <a:pt x="1438" y="2193"/>
                    </a:lnTo>
                    <a:lnTo>
                      <a:pt x="1457" y="2178"/>
                    </a:lnTo>
                    <a:lnTo>
                      <a:pt x="1478" y="2162"/>
                    </a:lnTo>
                    <a:lnTo>
                      <a:pt x="1498" y="2142"/>
                    </a:lnTo>
                    <a:lnTo>
                      <a:pt x="1515" y="2121"/>
                    </a:lnTo>
                    <a:lnTo>
                      <a:pt x="1529" y="2097"/>
                    </a:lnTo>
                    <a:lnTo>
                      <a:pt x="1539" y="2071"/>
                    </a:lnTo>
                    <a:lnTo>
                      <a:pt x="1542" y="2044"/>
                    </a:lnTo>
                    <a:lnTo>
                      <a:pt x="1545" y="1996"/>
                    </a:lnTo>
                    <a:lnTo>
                      <a:pt x="1553" y="1950"/>
                    </a:lnTo>
                    <a:lnTo>
                      <a:pt x="1565" y="1906"/>
                    </a:lnTo>
                    <a:lnTo>
                      <a:pt x="1581" y="1864"/>
                    </a:lnTo>
                    <a:lnTo>
                      <a:pt x="1600" y="1824"/>
                    </a:lnTo>
                    <a:lnTo>
                      <a:pt x="1623" y="1783"/>
                    </a:lnTo>
                    <a:lnTo>
                      <a:pt x="1647" y="1744"/>
                    </a:lnTo>
                    <a:lnTo>
                      <a:pt x="1673" y="1705"/>
                    </a:lnTo>
                    <a:lnTo>
                      <a:pt x="1700" y="1666"/>
                    </a:lnTo>
                    <a:lnTo>
                      <a:pt x="1724" y="1631"/>
                    </a:lnTo>
                    <a:lnTo>
                      <a:pt x="1748" y="1595"/>
                    </a:lnTo>
                    <a:lnTo>
                      <a:pt x="1772" y="1558"/>
                    </a:lnTo>
                    <a:lnTo>
                      <a:pt x="1796" y="1518"/>
                    </a:lnTo>
                    <a:lnTo>
                      <a:pt x="1817" y="1478"/>
                    </a:lnTo>
                    <a:lnTo>
                      <a:pt x="1839" y="1435"/>
                    </a:lnTo>
                    <a:lnTo>
                      <a:pt x="1858" y="1390"/>
                    </a:lnTo>
                    <a:lnTo>
                      <a:pt x="1875" y="1343"/>
                    </a:lnTo>
                    <a:lnTo>
                      <a:pt x="1890" y="1292"/>
                    </a:lnTo>
                    <a:lnTo>
                      <a:pt x="1902" y="1238"/>
                    </a:lnTo>
                    <a:lnTo>
                      <a:pt x="1911" y="1181"/>
                    </a:lnTo>
                    <a:lnTo>
                      <a:pt x="1917" y="1120"/>
                    </a:lnTo>
                    <a:lnTo>
                      <a:pt x="1919" y="1054"/>
                    </a:lnTo>
                    <a:lnTo>
                      <a:pt x="1916" y="983"/>
                    </a:lnTo>
                    <a:lnTo>
                      <a:pt x="1907" y="915"/>
                    </a:lnTo>
                    <a:lnTo>
                      <a:pt x="1890" y="847"/>
                    </a:lnTo>
                    <a:lnTo>
                      <a:pt x="1868" y="783"/>
                    </a:lnTo>
                    <a:lnTo>
                      <a:pt x="1841" y="721"/>
                    </a:lnTo>
                    <a:lnTo>
                      <a:pt x="1807" y="661"/>
                    </a:lnTo>
                    <a:lnTo>
                      <a:pt x="1769" y="606"/>
                    </a:lnTo>
                    <a:lnTo>
                      <a:pt x="1726" y="553"/>
                    </a:lnTo>
                    <a:lnTo>
                      <a:pt x="1679" y="505"/>
                    </a:lnTo>
                    <a:lnTo>
                      <a:pt x="1628" y="460"/>
                    </a:lnTo>
                    <a:lnTo>
                      <a:pt x="1572" y="418"/>
                    </a:lnTo>
                    <a:lnTo>
                      <a:pt x="1513" y="382"/>
                    </a:lnTo>
                    <a:lnTo>
                      <a:pt x="1451" y="352"/>
                    </a:lnTo>
                    <a:lnTo>
                      <a:pt x="1385" y="324"/>
                    </a:lnTo>
                    <a:lnTo>
                      <a:pt x="1317" y="304"/>
                    </a:lnTo>
                    <a:lnTo>
                      <a:pt x="1246" y="288"/>
                    </a:lnTo>
                    <a:lnTo>
                      <a:pt x="1174" y="279"/>
                    </a:lnTo>
                    <a:lnTo>
                      <a:pt x="1099" y="276"/>
                    </a:lnTo>
                    <a:close/>
                    <a:moveTo>
                      <a:pt x="1099" y="0"/>
                    </a:moveTo>
                    <a:lnTo>
                      <a:pt x="1188" y="3"/>
                    </a:lnTo>
                    <a:lnTo>
                      <a:pt x="1277" y="15"/>
                    </a:lnTo>
                    <a:lnTo>
                      <a:pt x="1362" y="32"/>
                    </a:lnTo>
                    <a:lnTo>
                      <a:pt x="1446" y="54"/>
                    </a:lnTo>
                    <a:lnTo>
                      <a:pt x="1525" y="83"/>
                    </a:lnTo>
                    <a:lnTo>
                      <a:pt x="1603" y="118"/>
                    </a:lnTo>
                    <a:lnTo>
                      <a:pt x="1676" y="159"/>
                    </a:lnTo>
                    <a:lnTo>
                      <a:pt x="1747" y="204"/>
                    </a:lnTo>
                    <a:lnTo>
                      <a:pt x="1813" y="255"/>
                    </a:lnTo>
                    <a:lnTo>
                      <a:pt x="1875" y="310"/>
                    </a:lnTo>
                    <a:lnTo>
                      <a:pt x="1932" y="368"/>
                    </a:lnTo>
                    <a:lnTo>
                      <a:pt x="1985" y="433"/>
                    </a:lnTo>
                    <a:lnTo>
                      <a:pt x="2033" y="499"/>
                    </a:lnTo>
                    <a:lnTo>
                      <a:pt x="2075" y="570"/>
                    </a:lnTo>
                    <a:lnTo>
                      <a:pt x="2111" y="644"/>
                    </a:lnTo>
                    <a:lnTo>
                      <a:pt x="2140" y="722"/>
                    </a:lnTo>
                    <a:lnTo>
                      <a:pt x="2165" y="801"/>
                    </a:lnTo>
                    <a:lnTo>
                      <a:pt x="2182" y="883"/>
                    </a:lnTo>
                    <a:lnTo>
                      <a:pt x="2194" y="968"/>
                    </a:lnTo>
                    <a:lnTo>
                      <a:pt x="2197" y="1054"/>
                    </a:lnTo>
                    <a:lnTo>
                      <a:pt x="2195" y="1128"/>
                    </a:lnTo>
                    <a:lnTo>
                      <a:pt x="2189" y="1197"/>
                    </a:lnTo>
                    <a:lnTo>
                      <a:pt x="2180" y="1263"/>
                    </a:lnTo>
                    <a:lnTo>
                      <a:pt x="2168" y="1326"/>
                    </a:lnTo>
                    <a:lnTo>
                      <a:pt x="2153" y="1384"/>
                    </a:lnTo>
                    <a:lnTo>
                      <a:pt x="2136" y="1440"/>
                    </a:lnTo>
                    <a:lnTo>
                      <a:pt x="2116" y="1493"/>
                    </a:lnTo>
                    <a:lnTo>
                      <a:pt x="2095" y="1542"/>
                    </a:lnTo>
                    <a:lnTo>
                      <a:pt x="2072" y="1588"/>
                    </a:lnTo>
                    <a:lnTo>
                      <a:pt x="2050" y="1632"/>
                    </a:lnTo>
                    <a:lnTo>
                      <a:pt x="2025" y="1675"/>
                    </a:lnTo>
                    <a:lnTo>
                      <a:pt x="2001" y="1714"/>
                    </a:lnTo>
                    <a:lnTo>
                      <a:pt x="1977" y="1752"/>
                    </a:lnTo>
                    <a:lnTo>
                      <a:pt x="1953" y="1787"/>
                    </a:lnTo>
                    <a:lnTo>
                      <a:pt x="1929" y="1820"/>
                    </a:lnTo>
                    <a:lnTo>
                      <a:pt x="1902" y="1862"/>
                    </a:lnTo>
                    <a:lnTo>
                      <a:pt x="1877" y="1899"/>
                    </a:lnTo>
                    <a:lnTo>
                      <a:pt x="1857" y="1933"/>
                    </a:lnTo>
                    <a:lnTo>
                      <a:pt x="1841" y="1963"/>
                    </a:lnTo>
                    <a:lnTo>
                      <a:pt x="1830" y="1991"/>
                    </a:lnTo>
                    <a:lnTo>
                      <a:pt x="1822" y="2019"/>
                    </a:lnTo>
                    <a:lnTo>
                      <a:pt x="1819" y="2044"/>
                    </a:lnTo>
                    <a:lnTo>
                      <a:pt x="1816" y="2095"/>
                    </a:lnTo>
                    <a:lnTo>
                      <a:pt x="1806" y="2145"/>
                    </a:lnTo>
                    <a:lnTo>
                      <a:pt x="1790" y="2193"/>
                    </a:lnTo>
                    <a:lnTo>
                      <a:pt x="1766" y="2240"/>
                    </a:lnTo>
                    <a:lnTo>
                      <a:pt x="1738" y="2285"/>
                    </a:lnTo>
                    <a:lnTo>
                      <a:pt x="1702" y="2328"/>
                    </a:lnTo>
                    <a:lnTo>
                      <a:pt x="1662" y="2369"/>
                    </a:lnTo>
                    <a:lnTo>
                      <a:pt x="1615" y="2406"/>
                    </a:lnTo>
                    <a:lnTo>
                      <a:pt x="1614" y="2429"/>
                    </a:lnTo>
                    <a:lnTo>
                      <a:pt x="1613" y="2456"/>
                    </a:lnTo>
                    <a:lnTo>
                      <a:pt x="1611" y="2485"/>
                    </a:lnTo>
                    <a:lnTo>
                      <a:pt x="1609" y="2515"/>
                    </a:lnTo>
                    <a:lnTo>
                      <a:pt x="1607" y="2546"/>
                    </a:lnTo>
                    <a:lnTo>
                      <a:pt x="1606" y="2576"/>
                    </a:lnTo>
                    <a:lnTo>
                      <a:pt x="1604" y="2605"/>
                    </a:lnTo>
                    <a:lnTo>
                      <a:pt x="1603" y="2631"/>
                    </a:lnTo>
                    <a:lnTo>
                      <a:pt x="1601" y="2653"/>
                    </a:lnTo>
                    <a:lnTo>
                      <a:pt x="1600" y="2671"/>
                    </a:lnTo>
                    <a:lnTo>
                      <a:pt x="1600" y="2682"/>
                    </a:lnTo>
                    <a:lnTo>
                      <a:pt x="1599" y="2685"/>
                    </a:lnTo>
                    <a:lnTo>
                      <a:pt x="1599" y="2699"/>
                    </a:lnTo>
                    <a:lnTo>
                      <a:pt x="1597" y="2715"/>
                    </a:lnTo>
                    <a:lnTo>
                      <a:pt x="1592" y="2732"/>
                    </a:lnTo>
                    <a:lnTo>
                      <a:pt x="1587" y="2750"/>
                    </a:lnTo>
                    <a:lnTo>
                      <a:pt x="1578" y="2770"/>
                    </a:lnTo>
                    <a:lnTo>
                      <a:pt x="1566" y="2789"/>
                    </a:lnTo>
                    <a:lnTo>
                      <a:pt x="1552" y="2809"/>
                    </a:lnTo>
                    <a:lnTo>
                      <a:pt x="1533" y="2831"/>
                    </a:lnTo>
                    <a:lnTo>
                      <a:pt x="1511" y="2850"/>
                    </a:lnTo>
                    <a:lnTo>
                      <a:pt x="1483" y="2870"/>
                    </a:lnTo>
                    <a:lnTo>
                      <a:pt x="1452" y="2888"/>
                    </a:lnTo>
                    <a:lnTo>
                      <a:pt x="1415" y="2906"/>
                    </a:lnTo>
                    <a:lnTo>
                      <a:pt x="1372" y="2922"/>
                    </a:lnTo>
                    <a:lnTo>
                      <a:pt x="1347" y="2953"/>
                    </a:lnTo>
                    <a:lnTo>
                      <a:pt x="1317" y="2983"/>
                    </a:lnTo>
                    <a:lnTo>
                      <a:pt x="1283" y="3010"/>
                    </a:lnTo>
                    <a:lnTo>
                      <a:pt x="1259" y="3022"/>
                    </a:lnTo>
                    <a:lnTo>
                      <a:pt x="1233" y="3030"/>
                    </a:lnTo>
                    <a:lnTo>
                      <a:pt x="1205" y="3032"/>
                    </a:lnTo>
                    <a:lnTo>
                      <a:pt x="992" y="3032"/>
                    </a:lnTo>
                    <a:lnTo>
                      <a:pt x="965" y="3030"/>
                    </a:lnTo>
                    <a:lnTo>
                      <a:pt x="939" y="3022"/>
                    </a:lnTo>
                    <a:lnTo>
                      <a:pt x="915" y="3010"/>
                    </a:lnTo>
                    <a:lnTo>
                      <a:pt x="881" y="2983"/>
                    </a:lnTo>
                    <a:lnTo>
                      <a:pt x="850" y="2953"/>
                    </a:lnTo>
                    <a:lnTo>
                      <a:pt x="825" y="2922"/>
                    </a:lnTo>
                    <a:lnTo>
                      <a:pt x="780" y="2904"/>
                    </a:lnTo>
                    <a:lnTo>
                      <a:pt x="741" y="2886"/>
                    </a:lnTo>
                    <a:lnTo>
                      <a:pt x="707" y="2866"/>
                    </a:lnTo>
                    <a:lnTo>
                      <a:pt x="680" y="2844"/>
                    </a:lnTo>
                    <a:lnTo>
                      <a:pt x="657" y="2823"/>
                    </a:lnTo>
                    <a:lnTo>
                      <a:pt x="639" y="2800"/>
                    </a:lnTo>
                    <a:lnTo>
                      <a:pt x="626" y="2779"/>
                    </a:lnTo>
                    <a:lnTo>
                      <a:pt x="614" y="2757"/>
                    </a:lnTo>
                    <a:lnTo>
                      <a:pt x="607" y="2737"/>
                    </a:lnTo>
                    <a:lnTo>
                      <a:pt x="602" y="2718"/>
                    </a:lnTo>
                    <a:lnTo>
                      <a:pt x="599" y="2701"/>
                    </a:lnTo>
                    <a:lnTo>
                      <a:pt x="598" y="2685"/>
                    </a:lnTo>
                    <a:lnTo>
                      <a:pt x="598" y="2685"/>
                    </a:lnTo>
                    <a:lnTo>
                      <a:pt x="598" y="2682"/>
                    </a:lnTo>
                    <a:lnTo>
                      <a:pt x="597" y="2671"/>
                    </a:lnTo>
                    <a:lnTo>
                      <a:pt x="596" y="2653"/>
                    </a:lnTo>
                    <a:lnTo>
                      <a:pt x="595" y="2631"/>
                    </a:lnTo>
                    <a:lnTo>
                      <a:pt x="594" y="2605"/>
                    </a:lnTo>
                    <a:lnTo>
                      <a:pt x="592" y="2576"/>
                    </a:lnTo>
                    <a:lnTo>
                      <a:pt x="590" y="2546"/>
                    </a:lnTo>
                    <a:lnTo>
                      <a:pt x="588" y="2515"/>
                    </a:lnTo>
                    <a:lnTo>
                      <a:pt x="587" y="2485"/>
                    </a:lnTo>
                    <a:lnTo>
                      <a:pt x="585" y="2456"/>
                    </a:lnTo>
                    <a:lnTo>
                      <a:pt x="584" y="2429"/>
                    </a:lnTo>
                    <a:lnTo>
                      <a:pt x="582" y="2406"/>
                    </a:lnTo>
                    <a:lnTo>
                      <a:pt x="536" y="2369"/>
                    </a:lnTo>
                    <a:lnTo>
                      <a:pt x="495" y="2328"/>
                    </a:lnTo>
                    <a:lnTo>
                      <a:pt x="460" y="2285"/>
                    </a:lnTo>
                    <a:lnTo>
                      <a:pt x="432" y="2240"/>
                    </a:lnTo>
                    <a:lnTo>
                      <a:pt x="408" y="2193"/>
                    </a:lnTo>
                    <a:lnTo>
                      <a:pt x="392" y="2145"/>
                    </a:lnTo>
                    <a:lnTo>
                      <a:pt x="382" y="2095"/>
                    </a:lnTo>
                    <a:lnTo>
                      <a:pt x="378" y="2044"/>
                    </a:lnTo>
                    <a:lnTo>
                      <a:pt x="376" y="2019"/>
                    </a:lnTo>
                    <a:lnTo>
                      <a:pt x="368" y="1991"/>
                    </a:lnTo>
                    <a:lnTo>
                      <a:pt x="357" y="1963"/>
                    </a:lnTo>
                    <a:lnTo>
                      <a:pt x="341" y="1933"/>
                    </a:lnTo>
                    <a:lnTo>
                      <a:pt x="320" y="1899"/>
                    </a:lnTo>
                    <a:lnTo>
                      <a:pt x="297" y="1862"/>
                    </a:lnTo>
                    <a:lnTo>
                      <a:pt x="268" y="1821"/>
                    </a:lnTo>
                    <a:lnTo>
                      <a:pt x="245" y="1788"/>
                    </a:lnTo>
                    <a:lnTo>
                      <a:pt x="222" y="1752"/>
                    </a:lnTo>
                    <a:lnTo>
                      <a:pt x="197" y="1714"/>
                    </a:lnTo>
                    <a:lnTo>
                      <a:pt x="173" y="1675"/>
                    </a:lnTo>
                    <a:lnTo>
                      <a:pt x="149" y="1633"/>
                    </a:lnTo>
                    <a:lnTo>
                      <a:pt x="125" y="1588"/>
                    </a:lnTo>
                    <a:lnTo>
                      <a:pt x="102" y="1542"/>
                    </a:lnTo>
                    <a:lnTo>
                      <a:pt x="82" y="1493"/>
                    </a:lnTo>
                    <a:lnTo>
                      <a:pt x="62" y="1440"/>
                    </a:lnTo>
                    <a:lnTo>
                      <a:pt x="45" y="1384"/>
                    </a:lnTo>
                    <a:lnTo>
                      <a:pt x="30" y="1326"/>
                    </a:lnTo>
                    <a:lnTo>
                      <a:pt x="17" y="1263"/>
                    </a:lnTo>
                    <a:lnTo>
                      <a:pt x="8" y="1197"/>
                    </a:lnTo>
                    <a:lnTo>
                      <a:pt x="3" y="1128"/>
                    </a:lnTo>
                    <a:lnTo>
                      <a:pt x="0" y="1054"/>
                    </a:lnTo>
                    <a:lnTo>
                      <a:pt x="4" y="968"/>
                    </a:lnTo>
                    <a:lnTo>
                      <a:pt x="15" y="883"/>
                    </a:lnTo>
                    <a:lnTo>
                      <a:pt x="32" y="801"/>
                    </a:lnTo>
                    <a:lnTo>
                      <a:pt x="57" y="722"/>
                    </a:lnTo>
                    <a:lnTo>
                      <a:pt x="87" y="644"/>
                    </a:lnTo>
                    <a:lnTo>
                      <a:pt x="123" y="570"/>
                    </a:lnTo>
                    <a:lnTo>
                      <a:pt x="165" y="499"/>
                    </a:lnTo>
                    <a:lnTo>
                      <a:pt x="213" y="433"/>
                    </a:lnTo>
                    <a:lnTo>
                      <a:pt x="266" y="368"/>
                    </a:lnTo>
                    <a:lnTo>
                      <a:pt x="323" y="310"/>
                    </a:lnTo>
                    <a:lnTo>
                      <a:pt x="385" y="255"/>
                    </a:lnTo>
                    <a:lnTo>
                      <a:pt x="451" y="204"/>
                    </a:lnTo>
                    <a:lnTo>
                      <a:pt x="521" y="159"/>
                    </a:lnTo>
                    <a:lnTo>
                      <a:pt x="595" y="118"/>
                    </a:lnTo>
                    <a:lnTo>
                      <a:pt x="672" y="83"/>
                    </a:lnTo>
                    <a:lnTo>
                      <a:pt x="753" y="54"/>
                    </a:lnTo>
                    <a:lnTo>
                      <a:pt x="836" y="32"/>
                    </a:lnTo>
                    <a:lnTo>
                      <a:pt x="921" y="15"/>
                    </a:lnTo>
                    <a:lnTo>
                      <a:pt x="1009" y="3"/>
                    </a:lnTo>
                    <a:lnTo>
                      <a:pt x="1099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79" name="Freeform 34"/>
              <p:cNvSpPr>
                <a:spLocks/>
              </p:cNvSpPr>
              <p:nvPr/>
            </p:nvSpPr>
            <p:spPr bwMode="auto">
              <a:xfrm>
                <a:off x="2525713" y="1574800"/>
                <a:ext cx="31750" cy="79375"/>
              </a:xfrm>
              <a:custGeom>
                <a:avLst/>
                <a:gdLst>
                  <a:gd name="T0" fmla="*/ 69 w 138"/>
                  <a:gd name="T1" fmla="*/ 0 h 344"/>
                  <a:gd name="T2" fmla="*/ 69 w 138"/>
                  <a:gd name="T3" fmla="*/ 0 h 344"/>
                  <a:gd name="T4" fmla="*/ 87 w 138"/>
                  <a:gd name="T5" fmla="*/ 3 h 344"/>
                  <a:gd name="T6" fmla="*/ 104 w 138"/>
                  <a:gd name="T7" fmla="*/ 9 h 344"/>
                  <a:gd name="T8" fmla="*/ 118 w 138"/>
                  <a:gd name="T9" fmla="*/ 21 h 344"/>
                  <a:gd name="T10" fmla="*/ 129 w 138"/>
                  <a:gd name="T11" fmla="*/ 34 h 344"/>
                  <a:gd name="T12" fmla="*/ 136 w 138"/>
                  <a:gd name="T13" fmla="*/ 51 h 344"/>
                  <a:gd name="T14" fmla="*/ 138 w 138"/>
                  <a:gd name="T15" fmla="*/ 69 h 344"/>
                  <a:gd name="T16" fmla="*/ 138 w 138"/>
                  <a:gd name="T17" fmla="*/ 275 h 344"/>
                  <a:gd name="T18" fmla="*/ 136 w 138"/>
                  <a:gd name="T19" fmla="*/ 294 h 344"/>
                  <a:gd name="T20" fmla="*/ 129 w 138"/>
                  <a:gd name="T21" fmla="*/ 310 h 344"/>
                  <a:gd name="T22" fmla="*/ 118 w 138"/>
                  <a:gd name="T23" fmla="*/ 325 h 344"/>
                  <a:gd name="T24" fmla="*/ 104 w 138"/>
                  <a:gd name="T25" fmla="*/ 335 h 344"/>
                  <a:gd name="T26" fmla="*/ 87 w 138"/>
                  <a:gd name="T27" fmla="*/ 342 h 344"/>
                  <a:gd name="T28" fmla="*/ 69 w 138"/>
                  <a:gd name="T29" fmla="*/ 344 h 344"/>
                  <a:gd name="T30" fmla="*/ 51 w 138"/>
                  <a:gd name="T31" fmla="*/ 342 h 344"/>
                  <a:gd name="T32" fmla="*/ 34 w 138"/>
                  <a:gd name="T33" fmla="*/ 335 h 344"/>
                  <a:gd name="T34" fmla="*/ 20 w 138"/>
                  <a:gd name="T35" fmla="*/ 325 h 344"/>
                  <a:gd name="T36" fmla="*/ 9 w 138"/>
                  <a:gd name="T37" fmla="*/ 310 h 344"/>
                  <a:gd name="T38" fmla="*/ 2 w 138"/>
                  <a:gd name="T39" fmla="*/ 294 h 344"/>
                  <a:gd name="T40" fmla="*/ 0 w 138"/>
                  <a:gd name="T41" fmla="*/ 275 h 344"/>
                  <a:gd name="T42" fmla="*/ 0 w 138"/>
                  <a:gd name="T43" fmla="*/ 69 h 344"/>
                  <a:gd name="T44" fmla="*/ 2 w 138"/>
                  <a:gd name="T45" fmla="*/ 51 h 344"/>
                  <a:gd name="T46" fmla="*/ 9 w 138"/>
                  <a:gd name="T47" fmla="*/ 34 h 344"/>
                  <a:gd name="T48" fmla="*/ 20 w 138"/>
                  <a:gd name="T49" fmla="*/ 21 h 344"/>
                  <a:gd name="T50" fmla="*/ 34 w 138"/>
                  <a:gd name="T51" fmla="*/ 9 h 344"/>
                  <a:gd name="T52" fmla="*/ 51 w 138"/>
                  <a:gd name="T53" fmla="*/ 3 h 344"/>
                  <a:gd name="T54" fmla="*/ 69 w 138"/>
                  <a:gd name="T55" fmla="*/ 0 h 34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</a:cxnLst>
                <a:rect l="0" t="0" r="r" b="b"/>
                <a:pathLst>
                  <a:path w="138" h="344">
                    <a:moveTo>
                      <a:pt x="69" y="0"/>
                    </a:moveTo>
                    <a:lnTo>
                      <a:pt x="69" y="0"/>
                    </a:lnTo>
                    <a:lnTo>
                      <a:pt x="87" y="3"/>
                    </a:lnTo>
                    <a:lnTo>
                      <a:pt x="104" y="9"/>
                    </a:lnTo>
                    <a:lnTo>
                      <a:pt x="118" y="21"/>
                    </a:lnTo>
                    <a:lnTo>
                      <a:pt x="129" y="34"/>
                    </a:lnTo>
                    <a:lnTo>
                      <a:pt x="136" y="51"/>
                    </a:lnTo>
                    <a:lnTo>
                      <a:pt x="138" y="69"/>
                    </a:lnTo>
                    <a:lnTo>
                      <a:pt x="138" y="275"/>
                    </a:lnTo>
                    <a:lnTo>
                      <a:pt x="136" y="294"/>
                    </a:lnTo>
                    <a:lnTo>
                      <a:pt x="129" y="310"/>
                    </a:lnTo>
                    <a:lnTo>
                      <a:pt x="118" y="325"/>
                    </a:lnTo>
                    <a:lnTo>
                      <a:pt x="104" y="335"/>
                    </a:lnTo>
                    <a:lnTo>
                      <a:pt x="87" y="342"/>
                    </a:lnTo>
                    <a:lnTo>
                      <a:pt x="69" y="344"/>
                    </a:lnTo>
                    <a:lnTo>
                      <a:pt x="51" y="342"/>
                    </a:lnTo>
                    <a:lnTo>
                      <a:pt x="34" y="335"/>
                    </a:lnTo>
                    <a:lnTo>
                      <a:pt x="20" y="325"/>
                    </a:lnTo>
                    <a:lnTo>
                      <a:pt x="9" y="310"/>
                    </a:lnTo>
                    <a:lnTo>
                      <a:pt x="2" y="294"/>
                    </a:lnTo>
                    <a:lnTo>
                      <a:pt x="0" y="275"/>
                    </a:lnTo>
                    <a:lnTo>
                      <a:pt x="0" y="69"/>
                    </a:lnTo>
                    <a:lnTo>
                      <a:pt x="2" y="51"/>
                    </a:lnTo>
                    <a:lnTo>
                      <a:pt x="9" y="34"/>
                    </a:lnTo>
                    <a:lnTo>
                      <a:pt x="20" y="21"/>
                    </a:lnTo>
                    <a:lnTo>
                      <a:pt x="34" y="9"/>
                    </a:lnTo>
                    <a:lnTo>
                      <a:pt x="51" y="3"/>
                    </a:lnTo>
                    <a:lnTo>
                      <a:pt x="69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80" name="Freeform 35"/>
              <p:cNvSpPr>
                <a:spLocks/>
              </p:cNvSpPr>
              <p:nvPr/>
            </p:nvSpPr>
            <p:spPr bwMode="auto">
              <a:xfrm>
                <a:off x="2349500" y="1622425"/>
                <a:ext cx="53975" cy="71437"/>
              </a:xfrm>
              <a:custGeom>
                <a:avLst/>
                <a:gdLst>
                  <a:gd name="T0" fmla="*/ 69 w 243"/>
                  <a:gd name="T1" fmla="*/ 0 h 317"/>
                  <a:gd name="T2" fmla="*/ 87 w 243"/>
                  <a:gd name="T3" fmla="*/ 2 h 317"/>
                  <a:gd name="T4" fmla="*/ 103 w 243"/>
                  <a:gd name="T5" fmla="*/ 9 h 317"/>
                  <a:gd name="T6" fmla="*/ 118 w 243"/>
                  <a:gd name="T7" fmla="*/ 20 h 317"/>
                  <a:gd name="T8" fmla="*/ 129 w 243"/>
                  <a:gd name="T9" fmla="*/ 34 h 317"/>
                  <a:gd name="T10" fmla="*/ 233 w 243"/>
                  <a:gd name="T11" fmla="*/ 214 h 317"/>
                  <a:gd name="T12" fmla="*/ 240 w 243"/>
                  <a:gd name="T13" fmla="*/ 230 h 317"/>
                  <a:gd name="T14" fmla="*/ 243 w 243"/>
                  <a:gd name="T15" fmla="*/ 248 h 317"/>
                  <a:gd name="T16" fmla="*/ 240 w 243"/>
                  <a:gd name="T17" fmla="*/ 265 h 317"/>
                  <a:gd name="T18" fmla="*/ 233 w 243"/>
                  <a:gd name="T19" fmla="*/ 282 h 317"/>
                  <a:gd name="T20" fmla="*/ 223 w 243"/>
                  <a:gd name="T21" fmla="*/ 297 h 317"/>
                  <a:gd name="T22" fmla="*/ 209 w 243"/>
                  <a:gd name="T23" fmla="*/ 308 h 317"/>
                  <a:gd name="T24" fmla="*/ 191 w 243"/>
                  <a:gd name="T25" fmla="*/ 315 h 317"/>
                  <a:gd name="T26" fmla="*/ 173 w 243"/>
                  <a:gd name="T27" fmla="*/ 317 h 317"/>
                  <a:gd name="T28" fmla="*/ 155 w 243"/>
                  <a:gd name="T29" fmla="*/ 315 h 317"/>
                  <a:gd name="T30" fmla="*/ 139 w 243"/>
                  <a:gd name="T31" fmla="*/ 308 h 317"/>
                  <a:gd name="T32" fmla="*/ 125 w 243"/>
                  <a:gd name="T33" fmla="*/ 297 h 317"/>
                  <a:gd name="T34" fmla="*/ 113 w 243"/>
                  <a:gd name="T35" fmla="*/ 282 h 317"/>
                  <a:gd name="T36" fmla="*/ 9 w 243"/>
                  <a:gd name="T37" fmla="*/ 103 h 317"/>
                  <a:gd name="T38" fmla="*/ 2 w 243"/>
                  <a:gd name="T39" fmla="*/ 86 h 317"/>
                  <a:gd name="T40" fmla="*/ 0 w 243"/>
                  <a:gd name="T41" fmla="*/ 68 h 317"/>
                  <a:gd name="T42" fmla="*/ 2 w 243"/>
                  <a:gd name="T43" fmla="*/ 51 h 317"/>
                  <a:gd name="T44" fmla="*/ 9 w 243"/>
                  <a:gd name="T45" fmla="*/ 34 h 317"/>
                  <a:gd name="T46" fmla="*/ 20 w 243"/>
                  <a:gd name="T47" fmla="*/ 21 h 317"/>
                  <a:gd name="T48" fmla="*/ 34 w 243"/>
                  <a:gd name="T49" fmla="*/ 10 h 317"/>
                  <a:gd name="T50" fmla="*/ 52 w 243"/>
                  <a:gd name="T51" fmla="*/ 2 h 317"/>
                  <a:gd name="T52" fmla="*/ 69 w 243"/>
                  <a:gd name="T53" fmla="*/ 0 h 3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243" h="317">
                    <a:moveTo>
                      <a:pt x="69" y="0"/>
                    </a:moveTo>
                    <a:lnTo>
                      <a:pt x="87" y="2"/>
                    </a:lnTo>
                    <a:lnTo>
                      <a:pt x="103" y="9"/>
                    </a:lnTo>
                    <a:lnTo>
                      <a:pt x="118" y="20"/>
                    </a:lnTo>
                    <a:lnTo>
                      <a:pt x="129" y="34"/>
                    </a:lnTo>
                    <a:lnTo>
                      <a:pt x="233" y="214"/>
                    </a:lnTo>
                    <a:lnTo>
                      <a:pt x="240" y="230"/>
                    </a:lnTo>
                    <a:lnTo>
                      <a:pt x="243" y="248"/>
                    </a:lnTo>
                    <a:lnTo>
                      <a:pt x="240" y="265"/>
                    </a:lnTo>
                    <a:lnTo>
                      <a:pt x="233" y="282"/>
                    </a:lnTo>
                    <a:lnTo>
                      <a:pt x="223" y="297"/>
                    </a:lnTo>
                    <a:lnTo>
                      <a:pt x="209" y="308"/>
                    </a:lnTo>
                    <a:lnTo>
                      <a:pt x="191" y="315"/>
                    </a:lnTo>
                    <a:lnTo>
                      <a:pt x="173" y="317"/>
                    </a:lnTo>
                    <a:lnTo>
                      <a:pt x="155" y="315"/>
                    </a:lnTo>
                    <a:lnTo>
                      <a:pt x="139" y="308"/>
                    </a:lnTo>
                    <a:lnTo>
                      <a:pt x="125" y="297"/>
                    </a:lnTo>
                    <a:lnTo>
                      <a:pt x="113" y="282"/>
                    </a:lnTo>
                    <a:lnTo>
                      <a:pt x="9" y="103"/>
                    </a:lnTo>
                    <a:lnTo>
                      <a:pt x="2" y="86"/>
                    </a:lnTo>
                    <a:lnTo>
                      <a:pt x="0" y="68"/>
                    </a:lnTo>
                    <a:lnTo>
                      <a:pt x="2" y="51"/>
                    </a:lnTo>
                    <a:lnTo>
                      <a:pt x="9" y="34"/>
                    </a:lnTo>
                    <a:lnTo>
                      <a:pt x="20" y="21"/>
                    </a:lnTo>
                    <a:lnTo>
                      <a:pt x="34" y="10"/>
                    </a:lnTo>
                    <a:lnTo>
                      <a:pt x="52" y="2"/>
                    </a:lnTo>
                    <a:lnTo>
                      <a:pt x="69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81" name="Freeform 36"/>
              <p:cNvSpPr>
                <a:spLocks/>
              </p:cNvSpPr>
              <p:nvPr/>
            </p:nvSpPr>
            <p:spPr bwMode="auto">
              <a:xfrm>
                <a:off x="2219325" y="1751013"/>
                <a:ext cx="71438" cy="55562"/>
              </a:xfrm>
              <a:custGeom>
                <a:avLst/>
                <a:gdLst>
                  <a:gd name="T0" fmla="*/ 69 w 319"/>
                  <a:gd name="T1" fmla="*/ 0 h 241"/>
                  <a:gd name="T2" fmla="*/ 86 w 319"/>
                  <a:gd name="T3" fmla="*/ 3 h 241"/>
                  <a:gd name="T4" fmla="*/ 104 w 319"/>
                  <a:gd name="T5" fmla="*/ 9 h 241"/>
                  <a:gd name="T6" fmla="*/ 285 w 319"/>
                  <a:gd name="T7" fmla="*/ 112 h 241"/>
                  <a:gd name="T8" fmla="*/ 299 w 319"/>
                  <a:gd name="T9" fmla="*/ 124 h 241"/>
                  <a:gd name="T10" fmla="*/ 310 w 319"/>
                  <a:gd name="T11" fmla="*/ 138 h 241"/>
                  <a:gd name="T12" fmla="*/ 316 w 319"/>
                  <a:gd name="T13" fmla="*/ 155 h 241"/>
                  <a:gd name="T14" fmla="*/ 319 w 319"/>
                  <a:gd name="T15" fmla="*/ 172 h 241"/>
                  <a:gd name="T16" fmla="*/ 316 w 319"/>
                  <a:gd name="T17" fmla="*/ 190 h 241"/>
                  <a:gd name="T18" fmla="*/ 310 w 319"/>
                  <a:gd name="T19" fmla="*/ 206 h 241"/>
                  <a:gd name="T20" fmla="*/ 298 w 319"/>
                  <a:gd name="T21" fmla="*/ 221 h 241"/>
                  <a:gd name="T22" fmla="*/ 283 w 319"/>
                  <a:gd name="T23" fmla="*/ 232 h 241"/>
                  <a:gd name="T24" fmla="*/ 266 w 319"/>
                  <a:gd name="T25" fmla="*/ 239 h 241"/>
                  <a:gd name="T26" fmla="*/ 249 w 319"/>
                  <a:gd name="T27" fmla="*/ 241 h 241"/>
                  <a:gd name="T28" fmla="*/ 231 w 319"/>
                  <a:gd name="T29" fmla="*/ 239 h 241"/>
                  <a:gd name="T30" fmla="*/ 214 w 319"/>
                  <a:gd name="T31" fmla="*/ 231 h 241"/>
                  <a:gd name="T32" fmla="*/ 34 w 319"/>
                  <a:gd name="T33" fmla="*/ 129 h 241"/>
                  <a:gd name="T34" fmla="*/ 19 w 319"/>
                  <a:gd name="T35" fmla="*/ 118 h 241"/>
                  <a:gd name="T36" fmla="*/ 9 w 319"/>
                  <a:gd name="T37" fmla="*/ 103 h 241"/>
                  <a:gd name="T38" fmla="*/ 2 w 319"/>
                  <a:gd name="T39" fmla="*/ 87 h 241"/>
                  <a:gd name="T40" fmla="*/ 0 w 319"/>
                  <a:gd name="T41" fmla="*/ 69 h 241"/>
                  <a:gd name="T42" fmla="*/ 2 w 319"/>
                  <a:gd name="T43" fmla="*/ 51 h 241"/>
                  <a:gd name="T44" fmla="*/ 9 w 319"/>
                  <a:gd name="T45" fmla="*/ 34 h 241"/>
                  <a:gd name="T46" fmla="*/ 20 w 319"/>
                  <a:gd name="T47" fmla="*/ 20 h 241"/>
                  <a:gd name="T48" fmla="*/ 35 w 319"/>
                  <a:gd name="T49" fmla="*/ 9 h 241"/>
                  <a:gd name="T50" fmla="*/ 51 w 319"/>
                  <a:gd name="T51" fmla="*/ 3 h 241"/>
                  <a:gd name="T52" fmla="*/ 69 w 319"/>
                  <a:gd name="T53" fmla="*/ 0 h 24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319" h="241">
                    <a:moveTo>
                      <a:pt x="69" y="0"/>
                    </a:moveTo>
                    <a:lnTo>
                      <a:pt x="86" y="3"/>
                    </a:lnTo>
                    <a:lnTo>
                      <a:pt x="104" y="9"/>
                    </a:lnTo>
                    <a:lnTo>
                      <a:pt x="285" y="112"/>
                    </a:lnTo>
                    <a:lnTo>
                      <a:pt x="299" y="124"/>
                    </a:lnTo>
                    <a:lnTo>
                      <a:pt x="310" y="138"/>
                    </a:lnTo>
                    <a:lnTo>
                      <a:pt x="316" y="155"/>
                    </a:lnTo>
                    <a:lnTo>
                      <a:pt x="319" y="172"/>
                    </a:lnTo>
                    <a:lnTo>
                      <a:pt x="316" y="190"/>
                    </a:lnTo>
                    <a:lnTo>
                      <a:pt x="310" y="206"/>
                    </a:lnTo>
                    <a:lnTo>
                      <a:pt x="298" y="221"/>
                    </a:lnTo>
                    <a:lnTo>
                      <a:pt x="283" y="232"/>
                    </a:lnTo>
                    <a:lnTo>
                      <a:pt x="266" y="239"/>
                    </a:lnTo>
                    <a:lnTo>
                      <a:pt x="249" y="241"/>
                    </a:lnTo>
                    <a:lnTo>
                      <a:pt x="231" y="239"/>
                    </a:lnTo>
                    <a:lnTo>
                      <a:pt x="214" y="231"/>
                    </a:lnTo>
                    <a:lnTo>
                      <a:pt x="34" y="129"/>
                    </a:lnTo>
                    <a:lnTo>
                      <a:pt x="19" y="118"/>
                    </a:lnTo>
                    <a:lnTo>
                      <a:pt x="9" y="103"/>
                    </a:lnTo>
                    <a:lnTo>
                      <a:pt x="2" y="87"/>
                    </a:lnTo>
                    <a:lnTo>
                      <a:pt x="0" y="69"/>
                    </a:lnTo>
                    <a:lnTo>
                      <a:pt x="2" y="51"/>
                    </a:lnTo>
                    <a:lnTo>
                      <a:pt x="9" y="34"/>
                    </a:lnTo>
                    <a:lnTo>
                      <a:pt x="20" y="20"/>
                    </a:lnTo>
                    <a:lnTo>
                      <a:pt x="35" y="9"/>
                    </a:lnTo>
                    <a:lnTo>
                      <a:pt x="51" y="3"/>
                    </a:lnTo>
                    <a:lnTo>
                      <a:pt x="69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83" name="Freeform 37"/>
              <p:cNvSpPr>
                <a:spLocks/>
              </p:cNvSpPr>
              <p:nvPr/>
            </p:nvSpPr>
            <p:spPr bwMode="auto">
              <a:xfrm>
                <a:off x="2171700" y="1927225"/>
                <a:ext cx="77788" cy="31750"/>
              </a:xfrm>
              <a:custGeom>
                <a:avLst/>
                <a:gdLst>
                  <a:gd name="T0" fmla="*/ 69 w 347"/>
                  <a:gd name="T1" fmla="*/ 0 h 139"/>
                  <a:gd name="T2" fmla="*/ 278 w 347"/>
                  <a:gd name="T3" fmla="*/ 0 h 139"/>
                  <a:gd name="T4" fmla="*/ 296 w 347"/>
                  <a:gd name="T5" fmla="*/ 4 h 139"/>
                  <a:gd name="T6" fmla="*/ 313 w 347"/>
                  <a:gd name="T7" fmla="*/ 10 h 139"/>
                  <a:gd name="T8" fmla="*/ 327 w 347"/>
                  <a:gd name="T9" fmla="*/ 21 h 139"/>
                  <a:gd name="T10" fmla="*/ 338 w 347"/>
                  <a:gd name="T11" fmla="*/ 35 h 139"/>
                  <a:gd name="T12" fmla="*/ 345 w 347"/>
                  <a:gd name="T13" fmla="*/ 51 h 139"/>
                  <a:gd name="T14" fmla="*/ 347 w 347"/>
                  <a:gd name="T15" fmla="*/ 70 h 139"/>
                  <a:gd name="T16" fmla="*/ 345 w 347"/>
                  <a:gd name="T17" fmla="*/ 88 h 139"/>
                  <a:gd name="T18" fmla="*/ 338 w 347"/>
                  <a:gd name="T19" fmla="*/ 104 h 139"/>
                  <a:gd name="T20" fmla="*/ 327 w 347"/>
                  <a:gd name="T21" fmla="*/ 119 h 139"/>
                  <a:gd name="T22" fmla="*/ 313 w 347"/>
                  <a:gd name="T23" fmla="*/ 129 h 139"/>
                  <a:gd name="T24" fmla="*/ 296 w 347"/>
                  <a:gd name="T25" fmla="*/ 137 h 139"/>
                  <a:gd name="T26" fmla="*/ 278 w 347"/>
                  <a:gd name="T27" fmla="*/ 139 h 139"/>
                  <a:gd name="T28" fmla="*/ 69 w 347"/>
                  <a:gd name="T29" fmla="*/ 139 h 139"/>
                  <a:gd name="T30" fmla="*/ 51 w 347"/>
                  <a:gd name="T31" fmla="*/ 137 h 139"/>
                  <a:gd name="T32" fmla="*/ 35 w 347"/>
                  <a:gd name="T33" fmla="*/ 129 h 139"/>
                  <a:gd name="T34" fmla="*/ 20 w 347"/>
                  <a:gd name="T35" fmla="*/ 119 h 139"/>
                  <a:gd name="T36" fmla="*/ 10 w 347"/>
                  <a:gd name="T37" fmla="*/ 104 h 139"/>
                  <a:gd name="T38" fmla="*/ 2 w 347"/>
                  <a:gd name="T39" fmla="*/ 88 h 139"/>
                  <a:gd name="T40" fmla="*/ 0 w 347"/>
                  <a:gd name="T41" fmla="*/ 70 h 139"/>
                  <a:gd name="T42" fmla="*/ 2 w 347"/>
                  <a:gd name="T43" fmla="*/ 51 h 139"/>
                  <a:gd name="T44" fmla="*/ 10 w 347"/>
                  <a:gd name="T45" fmla="*/ 35 h 139"/>
                  <a:gd name="T46" fmla="*/ 20 w 347"/>
                  <a:gd name="T47" fmla="*/ 21 h 139"/>
                  <a:gd name="T48" fmla="*/ 35 w 347"/>
                  <a:gd name="T49" fmla="*/ 10 h 139"/>
                  <a:gd name="T50" fmla="*/ 51 w 347"/>
                  <a:gd name="T51" fmla="*/ 4 h 139"/>
                  <a:gd name="T52" fmla="*/ 69 w 347"/>
                  <a:gd name="T53" fmla="*/ 0 h 1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347" h="139">
                    <a:moveTo>
                      <a:pt x="69" y="0"/>
                    </a:moveTo>
                    <a:lnTo>
                      <a:pt x="278" y="0"/>
                    </a:lnTo>
                    <a:lnTo>
                      <a:pt x="296" y="4"/>
                    </a:lnTo>
                    <a:lnTo>
                      <a:pt x="313" y="10"/>
                    </a:lnTo>
                    <a:lnTo>
                      <a:pt x="327" y="21"/>
                    </a:lnTo>
                    <a:lnTo>
                      <a:pt x="338" y="35"/>
                    </a:lnTo>
                    <a:lnTo>
                      <a:pt x="345" y="51"/>
                    </a:lnTo>
                    <a:lnTo>
                      <a:pt x="347" y="70"/>
                    </a:lnTo>
                    <a:lnTo>
                      <a:pt x="345" y="88"/>
                    </a:lnTo>
                    <a:lnTo>
                      <a:pt x="338" y="104"/>
                    </a:lnTo>
                    <a:lnTo>
                      <a:pt x="327" y="119"/>
                    </a:lnTo>
                    <a:lnTo>
                      <a:pt x="313" y="129"/>
                    </a:lnTo>
                    <a:lnTo>
                      <a:pt x="296" y="137"/>
                    </a:lnTo>
                    <a:lnTo>
                      <a:pt x="278" y="139"/>
                    </a:lnTo>
                    <a:lnTo>
                      <a:pt x="69" y="139"/>
                    </a:lnTo>
                    <a:lnTo>
                      <a:pt x="51" y="137"/>
                    </a:lnTo>
                    <a:lnTo>
                      <a:pt x="35" y="129"/>
                    </a:lnTo>
                    <a:lnTo>
                      <a:pt x="20" y="119"/>
                    </a:lnTo>
                    <a:lnTo>
                      <a:pt x="10" y="104"/>
                    </a:lnTo>
                    <a:lnTo>
                      <a:pt x="2" y="88"/>
                    </a:lnTo>
                    <a:lnTo>
                      <a:pt x="0" y="70"/>
                    </a:lnTo>
                    <a:lnTo>
                      <a:pt x="2" y="51"/>
                    </a:lnTo>
                    <a:lnTo>
                      <a:pt x="10" y="35"/>
                    </a:lnTo>
                    <a:lnTo>
                      <a:pt x="20" y="21"/>
                    </a:lnTo>
                    <a:lnTo>
                      <a:pt x="35" y="10"/>
                    </a:lnTo>
                    <a:lnTo>
                      <a:pt x="51" y="4"/>
                    </a:lnTo>
                    <a:lnTo>
                      <a:pt x="69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84" name="Freeform 38"/>
              <p:cNvSpPr>
                <a:spLocks/>
              </p:cNvSpPr>
              <p:nvPr/>
            </p:nvSpPr>
            <p:spPr bwMode="auto">
              <a:xfrm>
                <a:off x="2219325" y="2079625"/>
                <a:ext cx="71438" cy="55562"/>
              </a:xfrm>
              <a:custGeom>
                <a:avLst/>
                <a:gdLst>
                  <a:gd name="T0" fmla="*/ 249 w 319"/>
                  <a:gd name="T1" fmla="*/ 0 h 242"/>
                  <a:gd name="T2" fmla="*/ 268 w 319"/>
                  <a:gd name="T3" fmla="*/ 3 h 242"/>
                  <a:gd name="T4" fmla="*/ 283 w 319"/>
                  <a:gd name="T5" fmla="*/ 9 h 242"/>
                  <a:gd name="T6" fmla="*/ 298 w 319"/>
                  <a:gd name="T7" fmla="*/ 20 h 242"/>
                  <a:gd name="T8" fmla="*/ 310 w 319"/>
                  <a:gd name="T9" fmla="*/ 35 h 242"/>
                  <a:gd name="T10" fmla="*/ 316 w 319"/>
                  <a:gd name="T11" fmla="*/ 52 h 242"/>
                  <a:gd name="T12" fmla="*/ 319 w 319"/>
                  <a:gd name="T13" fmla="*/ 70 h 242"/>
                  <a:gd name="T14" fmla="*/ 316 w 319"/>
                  <a:gd name="T15" fmla="*/ 86 h 242"/>
                  <a:gd name="T16" fmla="*/ 310 w 319"/>
                  <a:gd name="T17" fmla="*/ 103 h 242"/>
                  <a:gd name="T18" fmla="*/ 298 w 319"/>
                  <a:gd name="T19" fmla="*/ 118 h 242"/>
                  <a:gd name="T20" fmla="*/ 285 w 319"/>
                  <a:gd name="T21" fmla="*/ 129 h 242"/>
                  <a:gd name="T22" fmla="*/ 104 w 319"/>
                  <a:gd name="T23" fmla="*/ 232 h 242"/>
                  <a:gd name="T24" fmla="*/ 87 w 319"/>
                  <a:gd name="T25" fmla="*/ 239 h 242"/>
                  <a:gd name="T26" fmla="*/ 69 w 319"/>
                  <a:gd name="T27" fmla="*/ 242 h 242"/>
                  <a:gd name="T28" fmla="*/ 51 w 319"/>
                  <a:gd name="T29" fmla="*/ 239 h 242"/>
                  <a:gd name="T30" fmla="*/ 35 w 319"/>
                  <a:gd name="T31" fmla="*/ 233 h 242"/>
                  <a:gd name="T32" fmla="*/ 20 w 319"/>
                  <a:gd name="T33" fmla="*/ 222 h 242"/>
                  <a:gd name="T34" fmla="*/ 9 w 319"/>
                  <a:gd name="T35" fmla="*/ 207 h 242"/>
                  <a:gd name="T36" fmla="*/ 2 w 319"/>
                  <a:gd name="T37" fmla="*/ 190 h 242"/>
                  <a:gd name="T38" fmla="*/ 0 w 319"/>
                  <a:gd name="T39" fmla="*/ 172 h 242"/>
                  <a:gd name="T40" fmla="*/ 2 w 319"/>
                  <a:gd name="T41" fmla="*/ 155 h 242"/>
                  <a:gd name="T42" fmla="*/ 9 w 319"/>
                  <a:gd name="T43" fmla="*/ 138 h 242"/>
                  <a:gd name="T44" fmla="*/ 19 w 319"/>
                  <a:gd name="T45" fmla="*/ 125 h 242"/>
                  <a:gd name="T46" fmla="*/ 34 w 319"/>
                  <a:gd name="T47" fmla="*/ 114 h 242"/>
                  <a:gd name="T48" fmla="*/ 214 w 319"/>
                  <a:gd name="T49" fmla="*/ 10 h 242"/>
                  <a:gd name="T50" fmla="*/ 232 w 319"/>
                  <a:gd name="T51" fmla="*/ 2 h 242"/>
                  <a:gd name="T52" fmla="*/ 249 w 319"/>
                  <a:gd name="T53" fmla="*/ 0 h 2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319" h="242">
                    <a:moveTo>
                      <a:pt x="249" y="0"/>
                    </a:moveTo>
                    <a:lnTo>
                      <a:pt x="268" y="3"/>
                    </a:lnTo>
                    <a:lnTo>
                      <a:pt x="283" y="9"/>
                    </a:lnTo>
                    <a:lnTo>
                      <a:pt x="298" y="20"/>
                    </a:lnTo>
                    <a:lnTo>
                      <a:pt x="310" y="35"/>
                    </a:lnTo>
                    <a:lnTo>
                      <a:pt x="316" y="52"/>
                    </a:lnTo>
                    <a:lnTo>
                      <a:pt x="319" y="70"/>
                    </a:lnTo>
                    <a:lnTo>
                      <a:pt x="316" y="86"/>
                    </a:lnTo>
                    <a:lnTo>
                      <a:pt x="310" y="103"/>
                    </a:lnTo>
                    <a:lnTo>
                      <a:pt x="298" y="118"/>
                    </a:lnTo>
                    <a:lnTo>
                      <a:pt x="285" y="129"/>
                    </a:lnTo>
                    <a:lnTo>
                      <a:pt x="104" y="232"/>
                    </a:lnTo>
                    <a:lnTo>
                      <a:pt x="87" y="239"/>
                    </a:lnTo>
                    <a:lnTo>
                      <a:pt x="69" y="242"/>
                    </a:lnTo>
                    <a:lnTo>
                      <a:pt x="51" y="239"/>
                    </a:lnTo>
                    <a:lnTo>
                      <a:pt x="35" y="233"/>
                    </a:lnTo>
                    <a:lnTo>
                      <a:pt x="20" y="222"/>
                    </a:lnTo>
                    <a:lnTo>
                      <a:pt x="9" y="207"/>
                    </a:lnTo>
                    <a:lnTo>
                      <a:pt x="2" y="190"/>
                    </a:lnTo>
                    <a:lnTo>
                      <a:pt x="0" y="172"/>
                    </a:lnTo>
                    <a:lnTo>
                      <a:pt x="2" y="155"/>
                    </a:lnTo>
                    <a:lnTo>
                      <a:pt x="9" y="138"/>
                    </a:lnTo>
                    <a:lnTo>
                      <a:pt x="19" y="125"/>
                    </a:lnTo>
                    <a:lnTo>
                      <a:pt x="34" y="114"/>
                    </a:lnTo>
                    <a:lnTo>
                      <a:pt x="214" y="10"/>
                    </a:lnTo>
                    <a:lnTo>
                      <a:pt x="232" y="2"/>
                    </a:lnTo>
                    <a:lnTo>
                      <a:pt x="249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85" name="Freeform 39"/>
              <p:cNvSpPr>
                <a:spLocks/>
              </p:cNvSpPr>
              <p:nvPr/>
            </p:nvSpPr>
            <p:spPr bwMode="auto">
              <a:xfrm>
                <a:off x="2792413" y="2079625"/>
                <a:ext cx="71438" cy="55562"/>
              </a:xfrm>
              <a:custGeom>
                <a:avLst/>
                <a:gdLst>
                  <a:gd name="T0" fmla="*/ 69 w 319"/>
                  <a:gd name="T1" fmla="*/ 0 h 242"/>
                  <a:gd name="T2" fmla="*/ 87 w 319"/>
                  <a:gd name="T3" fmla="*/ 2 h 242"/>
                  <a:gd name="T4" fmla="*/ 104 w 319"/>
                  <a:gd name="T5" fmla="*/ 10 h 242"/>
                  <a:gd name="T6" fmla="*/ 285 w 319"/>
                  <a:gd name="T7" fmla="*/ 114 h 242"/>
                  <a:gd name="T8" fmla="*/ 299 w 319"/>
                  <a:gd name="T9" fmla="*/ 125 h 242"/>
                  <a:gd name="T10" fmla="*/ 310 w 319"/>
                  <a:gd name="T11" fmla="*/ 138 h 242"/>
                  <a:gd name="T12" fmla="*/ 316 w 319"/>
                  <a:gd name="T13" fmla="*/ 155 h 242"/>
                  <a:gd name="T14" fmla="*/ 319 w 319"/>
                  <a:gd name="T15" fmla="*/ 172 h 242"/>
                  <a:gd name="T16" fmla="*/ 316 w 319"/>
                  <a:gd name="T17" fmla="*/ 190 h 242"/>
                  <a:gd name="T18" fmla="*/ 310 w 319"/>
                  <a:gd name="T19" fmla="*/ 207 h 242"/>
                  <a:gd name="T20" fmla="*/ 298 w 319"/>
                  <a:gd name="T21" fmla="*/ 222 h 242"/>
                  <a:gd name="T22" fmla="*/ 284 w 319"/>
                  <a:gd name="T23" fmla="*/ 233 h 242"/>
                  <a:gd name="T24" fmla="*/ 268 w 319"/>
                  <a:gd name="T25" fmla="*/ 239 h 242"/>
                  <a:gd name="T26" fmla="*/ 250 w 319"/>
                  <a:gd name="T27" fmla="*/ 242 h 242"/>
                  <a:gd name="T28" fmla="*/ 231 w 319"/>
                  <a:gd name="T29" fmla="*/ 239 h 242"/>
                  <a:gd name="T30" fmla="*/ 214 w 319"/>
                  <a:gd name="T31" fmla="*/ 232 h 242"/>
                  <a:gd name="T32" fmla="*/ 34 w 319"/>
                  <a:gd name="T33" fmla="*/ 129 h 242"/>
                  <a:gd name="T34" fmla="*/ 20 w 319"/>
                  <a:gd name="T35" fmla="*/ 118 h 242"/>
                  <a:gd name="T36" fmla="*/ 9 w 319"/>
                  <a:gd name="T37" fmla="*/ 103 h 242"/>
                  <a:gd name="T38" fmla="*/ 2 w 319"/>
                  <a:gd name="T39" fmla="*/ 86 h 242"/>
                  <a:gd name="T40" fmla="*/ 0 w 319"/>
                  <a:gd name="T41" fmla="*/ 70 h 242"/>
                  <a:gd name="T42" fmla="*/ 2 w 319"/>
                  <a:gd name="T43" fmla="*/ 52 h 242"/>
                  <a:gd name="T44" fmla="*/ 9 w 319"/>
                  <a:gd name="T45" fmla="*/ 35 h 242"/>
                  <a:gd name="T46" fmla="*/ 20 w 319"/>
                  <a:gd name="T47" fmla="*/ 20 h 242"/>
                  <a:gd name="T48" fmla="*/ 35 w 319"/>
                  <a:gd name="T49" fmla="*/ 9 h 242"/>
                  <a:gd name="T50" fmla="*/ 51 w 319"/>
                  <a:gd name="T51" fmla="*/ 3 h 242"/>
                  <a:gd name="T52" fmla="*/ 69 w 319"/>
                  <a:gd name="T53" fmla="*/ 0 h 2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319" h="242">
                    <a:moveTo>
                      <a:pt x="69" y="0"/>
                    </a:moveTo>
                    <a:lnTo>
                      <a:pt x="87" y="2"/>
                    </a:lnTo>
                    <a:lnTo>
                      <a:pt x="104" y="10"/>
                    </a:lnTo>
                    <a:lnTo>
                      <a:pt x="285" y="114"/>
                    </a:lnTo>
                    <a:lnTo>
                      <a:pt x="299" y="125"/>
                    </a:lnTo>
                    <a:lnTo>
                      <a:pt x="310" y="138"/>
                    </a:lnTo>
                    <a:lnTo>
                      <a:pt x="316" y="155"/>
                    </a:lnTo>
                    <a:lnTo>
                      <a:pt x="319" y="172"/>
                    </a:lnTo>
                    <a:lnTo>
                      <a:pt x="316" y="190"/>
                    </a:lnTo>
                    <a:lnTo>
                      <a:pt x="310" y="207"/>
                    </a:lnTo>
                    <a:lnTo>
                      <a:pt x="298" y="222"/>
                    </a:lnTo>
                    <a:lnTo>
                      <a:pt x="284" y="233"/>
                    </a:lnTo>
                    <a:lnTo>
                      <a:pt x="268" y="239"/>
                    </a:lnTo>
                    <a:lnTo>
                      <a:pt x="250" y="242"/>
                    </a:lnTo>
                    <a:lnTo>
                      <a:pt x="231" y="239"/>
                    </a:lnTo>
                    <a:lnTo>
                      <a:pt x="214" y="232"/>
                    </a:lnTo>
                    <a:lnTo>
                      <a:pt x="34" y="129"/>
                    </a:lnTo>
                    <a:lnTo>
                      <a:pt x="20" y="118"/>
                    </a:lnTo>
                    <a:lnTo>
                      <a:pt x="9" y="103"/>
                    </a:lnTo>
                    <a:lnTo>
                      <a:pt x="2" y="86"/>
                    </a:lnTo>
                    <a:lnTo>
                      <a:pt x="0" y="70"/>
                    </a:lnTo>
                    <a:lnTo>
                      <a:pt x="2" y="52"/>
                    </a:lnTo>
                    <a:lnTo>
                      <a:pt x="9" y="35"/>
                    </a:lnTo>
                    <a:lnTo>
                      <a:pt x="20" y="20"/>
                    </a:lnTo>
                    <a:lnTo>
                      <a:pt x="35" y="9"/>
                    </a:lnTo>
                    <a:lnTo>
                      <a:pt x="51" y="3"/>
                    </a:lnTo>
                    <a:lnTo>
                      <a:pt x="69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86" name="Freeform 40"/>
              <p:cNvSpPr>
                <a:spLocks/>
              </p:cNvSpPr>
              <p:nvPr/>
            </p:nvSpPr>
            <p:spPr bwMode="auto">
              <a:xfrm>
                <a:off x="2833688" y="1927225"/>
                <a:ext cx="77788" cy="31750"/>
              </a:xfrm>
              <a:custGeom>
                <a:avLst/>
                <a:gdLst>
                  <a:gd name="T0" fmla="*/ 70 w 348"/>
                  <a:gd name="T1" fmla="*/ 0 h 139"/>
                  <a:gd name="T2" fmla="*/ 278 w 348"/>
                  <a:gd name="T3" fmla="*/ 0 h 139"/>
                  <a:gd name="T4" fmla="*/ 297 w 348"/>
                  <a:gd name="T5" fmla="*/ 4 h 139"/>
                  <a:gd name="T6" fmla="*/ 314 w 348"/>
                  <a:gd name="T7" fmla="*/ 10 h 139"/>
                  <a:gd name="T8" fmla="*/ 327 w 348"/>
                  <a:gd name="T9" fmla="*/ 21 h 139"/>
                  <a:gd name="T10" fmla="*/ 337 w 348"/>
                  <a:gd name="T11" fmla="*/ 35 h 139"/>
                  <a:gd name="T12" fmla="*/ 345 w 348"/>
                  <a:gd name="T13" fmla="*/ 51 h 139"/>
                  <a:gd name="T14" fmla="*/ 348 w 348"/>
                  <a:gd name="T15" fmla="*/ 70 h 139"/>
                  <a:gd name="T16" fmla="*/ 345 w 348"/>
                  <a:gd name="T17" fmla="*/ 88 h 139"/>
                  <a:gd name="T18" fmla="*/ 337 w 348"/>
                  <a:gd name="T19" fmla="*/ 104 h 139"/>
                  <a:gd name="T20" fmla="*/ 327 w 348"/>
                  <a:gd name="T21" fmla="*/ 119 h 139"/>
                  <a:gd name="T22" fmla="*/ 314 w 348"/>
                  <a:gd name="T23" fmla="*/ 129 h 139"/>
                  <a:gd name="T24" fmla="*/ 297 w 348"/>
                  <a:gd name="T25" fmla="*/ 137 h 139"/>
                  <a:gd name="T26" fmla="*/ 278 w 348"/>
                  <a:gd name="T27" fmla="*/ 139 h 139"/>
                  <a:gd name="T28" fmla="*/ 70 w 348"/>
                  <a:gd name="T29" fmla="*/ 139 h 139"/>
                  <a:gd name="T30" fmla="*/ 52 w 348"/>
                  <a:gd name="T31" fmla="*/ 137 h 139"/>
                  <a:gd name="T32" fmla="*/ 34 w 348"/>
                  <a:gd name="T33" fmla="*/ 129 h 139"/>
                  <a:gd name="T34" fmla="*/ 21 w 348"/>
                  <a:gd name="T35" fmla="*/ 119 h 139"/>
                  <a:gd name="T36" fmla="*/ 10 w 348"/>
                  <a:gd name="T37" fmla="*/ 104 h 139"/>
                  <a:gd name="T38" fmla="*/ 3 w 348"/>
                  <a:gd name="T39" fmla="*/ 88 h 139"/>
                  <a:gd name="T40" fmla="*/ 0 w 348"/>
                  <a:gd name="T41" fmla="*/ 70 h 139"/>
                  <a:gd name="T42" fmla="*/ 3 w 348"/>
                  <a:gd name="T43" fmla="*/ 51 h 139"/>
                  <a:gd name="T44" fmla="*/ 10 w 348"/>
                  <a:gd name="T45" fmla="*/ 35 h 139"/>
                  <a:gd name="T46" fmla="*/ 21 w 348"/>
                  <a:gd name="T47" fmla="*/ 21 h 139"/>
                  <a:gd name="T48" fmla="*/ 34 w 348"/>
                  <a:gd name="T49" fmla="*/ 10 h 139"/>
                  <a:gd name="T50" fmla="*/ 52 w 348"/>
                  <a:gd name="T51" fmla="*/ 4 h 139"/>
                  <a:gd name="T52" fmla="*/ 70 w 348"/>
                  <a:gd name="T53" fmla="*/ 0 h 1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348" h="139">
                    <a:moveTo>
                      <a:pt x="70" y="0"/>
                    </a:moveTo>
                    <a:lnTo>
                      <a:pt x="278" y="0"/>
                    </a:lnTo>
                    <a:lnTo>
                      <a:pt x="297" y="4"/>
                    </a:lnTo>
                    <a:lnTo>
                      <a:pt x="314" y="10"/>
                    </a:lnTo>
                    <a:lnTo>
                      <a:pt x="327" y="21"/>
                    </a:lnTo>
                    <a:lnTo>
                      <a:pt x="337" y="35"/>
                    </a:lnTo>
                    <a:lnTo>
                      <a:pt x="345" y="51"/>
                    </a:lnTo>
                    <a:lnTo>
                      <a:pt x="348" y="70"/>
                    </a:lnTo>
                    <a:lnTo>
                      <a:pt x="345" y="88"/>
                    </a:lnTo>
                    <a:lnTo>
                      <a:pt x="337" y="104"/>
                    </a:lnTo>
                    <a:lnTo>
                      <a:pt x="327" y="119"/>
                    </a:lnTo>
                    <a:lnTo>
                      <a:pt x="314" y="129"/>
                    </a:lnTo>
                    <a:lnTo>
                      <a:pt x="297" y="137"/>
                    </a:lnTo>
                    <a:lnTo>
                      <a:pt x="278" y="139"/>
                    </a:lnTo>
                    <a:lnTo>
                      <a:pt x="70" y="139"/>
                    </a:lnTo>
                    <a:lnTo>
                      <a:pt x="52" y="137"/>
                    </a:lnTo>
                    <a:lnTo>
                      <a:pt x="34" y="129"/>
                    </a:lnTo>
                    <a:lnTo>
                      <a:pt x="21" y="119"/>
                    </a:lnTo>
                    <a:lnTo>
                      <a:pt x="10" y="104"/>
                    </a:lnTo>
                    <a:lnTo>
                      <a:pt x="3" y="88"/>
                    </a:lnTo>
                    <a:lnTo>
                      <a:pt x="0" y="70"/>
                    </a:lnTo>
                    <a:lnTo>
                      <a:pt x="3" y="51"/>
                    </a:lnTo>
                    <a:lnTo>
                      <a:pt x="10" y="35"/>
                    </a:lnTo>
                    <a:lnTo>
                      <a:pt x="21" y="21"/>
                    </a:lnTo>
                    <a:lnTo>
                      <a:pt x="34" y="10"/>
                    </a:lnTo>
                    <a:lnTo>
                      <a:pt x="52" y="4"/>
                    </a:lnTo>
                    <a:lnTo>
                      <a:pt x="70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94" name="Freeform 41"/>
              <p:cNvSpPr>
                <a:spLocks/>
              </p:cNvSpPr>
              <p:nvPr/>
            </p:nvSpPr>
            <p:spPr bwMode="auto">
              <a:xfrm>
                <a:off x="2792413" y="1751013"/>
                <a:ext cx="71438" cy="55562"/>
              </a:xfrm>
              <a:custGeom>
                <a:avLst/>
                <a:gdLst>
                  <a:gd name="T0" fmla="*/ 250 w 319"/>
                  <a:gd name="T1" fmla="*/ 0 h 241"/>
                  <a:gd name="T2" fmla="*/ 268 w 319"/>
                  <a:gd name="T3" fmla="*/ 3 h 241"/>
                  <a:gd name="T4" fmla="*/ 284 w 319"/>
                  <a:gd name="T5" fmla="*/ 9 h 241"/>
                  <a:gd name="T6" fmla="*/ 298 w 319"/>
                  <a:gd name="T7" fmla="*/ 20 h 241"/>
                  <a:gd name="T8" fmla="*/ 310 w 319"/>
                  <a:gd name="T9" fmla="*/ 34 h 241"/>
                  <a:gd name="T10" fmla="*/ 316 w 319"/>
                  <a:gd name="T11" fmla="*/ 51 h 241"/>
                  <a:gd name="T12" fmla="*/ 319 w 319"/>
                  <a:gd name="T13" fmla="*/ 69 h 241"/>
                  <a:gd name="T14" fmla="*/ 316 w 319"/>
                  <a:gd name="T15" fmla="*/ 87 h 241"/>
                  <a:gd name="T16" fmla="*/ 310 w 319"/>
                  <a:gd name="T17" fmla="*/ 103 h 241"/>
                  <a:gd name="T18" fmla="*/ 299 w 319"/>
                  <a:gd name="T19" fmla="*/ 118 h 241"/>
                  <a:gd name="T20" fmla="*/ 285 w 319"/>
                  <a:gd name="T21" fmla="*/ 129 h 241"/>
                  <a:gd name="T22" fmla="*/ 104 w 319"/>
                  <a:gd name="T23" fmla="*/ 231 h 241"/>
                  <a:gd name="T24" fmla="*/ 87 w 319"/>
                  <a:gd name="T25" fmla="*/ 239 h 241"/>
                  <a:gd name="T26" fmla="*/ 69 w 319"/>
                  <a:gd name="T27" fmla="*/ 241 h 241"/>
                  <a:gd name="T28" fmla="*/ 52 w 319"/>
                  <a:gd name="T29" fmla="*/ 239 h 241"/>
                  <a:gd name="T30" fmla="*/ 35 w 319"/>
                  <a:gd name="T31" fmla="*/ 232 h 241"/>
                  <a:gd name="T32" fmla="*/ 20 w 319"/>
                  <a:gd name="T33" fmla="*/ 221 h 241"/>
                  <a:gd name="T34" fmla="*/ 9 w 319"/>
                  <a:gd name="T35" fmla="*/ 206 h 241"/>
                  <a:gd name="T36" fmla="*/ 2 w 319"/>
                  <a:gd name="T37" fmla="*/ 190 h 241"/>
                  <a:gd name="T38" fmla="*/ 0 w 319"/>
                  <a:gd name="T39" fmla="*/ 172 h 241"/>
                  <a:gd name="T40" fmla="*/ 2 w 319"/>
                  <a:gd name="T41" fmla="*/ 155 h 241"/>
                  <a:gd name="T42" fmla="*/ 9 w 319"/>
                  <a:gd name="T43" fmla="*/ 138 h 241"/>
                  <a:gd name="T44" fmla="*/ 20 w 319"/>
                  <a:gd name="T45" fmla="*/ 124 h 241"/>
                  <a:gd name="T46" fmla="*/ 34 w 319"/>
                  <a:gd name="T47" fmla="*/ 112 h 241"/>
                  <a:gd name="T48" fmla="*/ 214 w 319"/>
                  <a:gd name="T49" fmla="*/ 9 h 241"/>
                  <a:gd name="T50" fmla="*/ 233 w 319"/>
                  <a:gd name="T51" fmla="*/ 3 h 241"/>
                  <a:gd name="T52" fmla="*/ 250 w 319"/>
                  <a:gd name="T53" fmla="*/ 0 h 24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319" h="241">
                    <a:moveTo>
                      <a:pt x="250" y="0"/>
                    </a:moveTo>
                    <a:lnTo>
                      <a:pt x="268" y="3"/>
                    </a:lnTo>
                    <a:lnTo>
                      <a:pt x="284" y="9"/>
                    </a:lnTo>
                    <a:lnTo>
                      <a:pt x="298" y="20"/>
                    </a:lnTo>
                    <a:lnTo>
                      <a:pt x="310" y="34"/>
                    </a:lnTo>
                    <a:lnTo>
                      <a:pt x="316" y="51"/>
                    </a:lnTo>
                    <a:lnTo>
                      <a:pt x="319" y="69"/>
                    </a:lnTo>
                    <a:lnTo>
                      <a:pt x="316" y="87"/>
                    </a:lnTo>
                    <a:lnTo>
                      <a:pt x="310" y="103"/>
                    </a:lnTo>
                    <a:lnTo>
                      <a:pt x="299" y="118"/>
                    </a:lnTo>
                    <a:lnTo>
                      <a:pt x="285" y="129"/>
                    </a:lnTo>
                    <a:lnTo>
                      <a:pt x="104" y="231"/>
                    </a:lnTo>
                    <a:lnTo>
                      <a:pt x="87" y="239"/>
                    </a:lnTo>
                    <a:lnTo>
                      <a:pt x="69" y="241"/>
                    </a:lnTo>
                    <a:lnTo>
                      <a:pt x="52" y="239"/>
                    </a:lnTo>
                    <a:lnTo>
                      <a:pt x="35" y="232"/>
                    </a:lnTo>
                    <a:lnTo>
                      <a:pt x="20" y="221"/>
                    </a:lnTo>
                    <a:lnTo>
                      <a:pt x="9" y="206"/>
                    </a:lnTo>
                    <a:lnTo>
                      <a:pt x="2" y="190"/>
                    </a:lnTo>
                    <a:lnTo>
                      <a:pt x="0" y="172"/>
                    </a:lnTo>
                    <a:lnTo>
                      <a:pt x="2" y="155"/>
                    </a:lnTo>
                    <a:lnTo>
                      <a:pt x="9" y="138"/>
                    </a:lnTo>
                    <a:lnTo>
                      <a:pt x="20" y="124"/>
                    </a:lnTo>
                    <a:lnTo>
                      <a:pt x="34" y="112"/>
                    </a:lnTo>
                    <a:lnTo>
                      <a:pt x="214" y="9"/>
                    </a:lnTo>
                    <a:lnTo>
                      <a:pt x="233" y="3"/>
                    </a:lnTo>
                    <a:lnTo>
                      <a:pt x="250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95" name="Freeform 42"/>
              <p:cNvSpPr>
                <a:spLocks/>
              </p:cNvSpPr>
              <p:nvPr/>
            </p:nvSpPr>
            <p:spPr bwMode="auto">
              <a:xfrm>
                <a:off x="2679700" y="1622425"/>
                <a:ext cx="55563" cy="71437"/>
              </a:xfrm>
              <a:custGeom>
                <a:avLst/>
                <a:gdLst>
                  <a:gd name="T0" fmla="*/ 172 w 243"/>
                  <a:gd name="T1" fmla="*/ 0 h 316"/>
                  <a:gd name="T2" fmla="*/ 191 w 243"/>
                  <a:gd name="T3" fmla="*/ 2 h 316"/>
                  <a:gd name="T4" fmla="*/ 208 w 243"/>
                  <a:gd name="T5" fmla="*/ 10 h 316"/>
                  <a:gd name="T6" fmla="*/ 222 w 243"/>
                  <a:gd name="T7" fmla="*/ 21 h 316"/>
                  <a:gd name="T8" fmla="*/ 234 w 243"/>
                  <a:gd name="T9" fmla="*/ 34 h 316"/>
                  <a:gd name="T10" fmla="*/ 241 w 243"/>
                  <a:gd name="T11" fmla="*/ 51 h 316"/>
                  <a:gd name="T12" fmla="*/ 243 w 243"/>
                  <a:gd name="T13" fmla="*/ 68 h 316"/>
                  <a:gd name="T14" fmla="*/ 241 w 243"/>
                  <a:gd name="T15" fmla="*/ 86 h 316"/>
                  <a:gd name="T16" fmla="*/ 234 w 243"/>
                  <a:gd name="T17" fmla="*/ 103 h 316"/>
                  <a:gd name="T18" fmla="*/ 129 w 243"/>
                  <a:gd name="T19" fmla="*/ 282 h 316"/>
                  <a:gd name="T20" fmla="*/ 118 w 243"/>
                  <a:gd name="T21" fmla="*/ 297 h 316"/>
                  <a:gd name="T22" fmla="*/ 103 w 243"/>
                  <a:gd name="T23" fmla="*/ 308 h 316"/>
                  <a:gd name="T24" fmla="*/ 87 w 243"/>
                  <a:gd name="T25" fmla="*/ 314 h 316"/>
                  <a:gd name="T26" fmla="*/ 69 w 243"/>
                  <a:gd name="T27" fmla="*/ 316 h 316"/>
                  <a:gd name="T28" fmla="*/ 52 w 243"/>
                  <a:gd name="T29" fmla="*/ 314 h 316"/>
                  <a:gd name="T30" fmla="*/ 35 w 243"/>
                  <a:gd name="T31" fmla="*/ 307 h 316"/>
                  <a:gd name="T32" fmla="*/ 19 w 243"/>
                  <a:gd name="T33" fmla="*/ 296 h 316"/>
                  <a:gd name="T34" fmla="*/ 9 w 243"/>
                  <a:gd name="T35" fmla="*/ 282 h 316"/>
                  <a:gd name="T36" fmla="*/ 2 w 243"/>
                  <a:gd name="T37" fmla="*/ 265 h 316"/>
                  <a:gd name="T38" fmla="*/ 0 w 243"/>
                  <a:gd name="T39" fmla="*/ 248 h 316"/>
                  <a:gd name="T40" fmla="*/ 2 w 243"/>
                  <a:gd name="T41" fmla="*/ 230 h 316"/>
                  <a:gd name="T42" fmla="*/ 9 w 243"/>
                  <a:gd name="T43" fmla="*/ 214 h 316"/>
                  <a:gd name="T44" fmla="*/ 113 w 243"/>
                  <a:gd name="T45" fmla="*/ 34 h 316"/>
                  <a:gd name="T46" fmla="*/ 125 w 243"/>
                  <a:gd name="T47" fmla="*/ 20 h 316"/>
                  <a:gd name="T48" fmla="*/ 140 w 243"/>
                  <a:gd name="T49" fmla="*/ 9 h 316"/>
                  <a:gd name="T50" fmla="*/ 155 w 243"/>
                  <a:gd name="T51" fmla="*/ 2 h 316"/>
                  <a:gd name="T52" fmla="*/ 172 w 243"/>
                  <a:gd name="T53" fmla="*/ 0 h 3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243" h="316">
                    <a:moveTo>
                      <a:pt x="172" y="0"/>
                    </a:moveTo>
                    <a:lnTo>
                      <a:pt x="191" y="2"/>
                    </a:lnTo>
                    <a:lnTo>
                      <a:pt x="208" y="10"/>
                    </a:lnTo>
                    <a:lnTo>
                      <a:pt x="222" y="21"/>
                    </a:lnTo>
                    <a:lnTo>
                      <a:pt x="234" y="34"/>
                    </a:lnTo>
                    <a:lnTo>
                      <a:pt x="241" y="51"/>
                    </a:lnTo>
                    <a:lnTo>
                      <a:pt x="243" y="68"/>
                    </a:lnTo>
                    <a:lnTo>
                      <a:pt x="241" y="86"/>
                    </a:lnTo>
                    <a:lnTo>
                      <a:pt x="234" y="103"/>
                    </a:lnTo>
                    <a:lnTo>
                      <a:pt x="129" y="282"/>
                    </a:lnTo>
                    <a:lnTo>
                      <a:pt x="118" y="297"/>
                    </a:lnTo>
                    <a:lnTo>
                      <a:pt x="103" y="308"/>
                    </a:lnTo>
                    <a:lnTo>
                      <a:pt x="87" y="314"/>
                    </a:lnTo>
                    <a:lnTo>
                      <a:pt x="69" y="316"/>
                    </a:lnTo>
                    <a:lnTo>
                      <a:pt x="52" y="314"/>
                    </a:lnTo>
                    <a:lnTo>
                      <a:pt x="35" y="307"/>
                    </a:lnTo>
                    <a:lnTo>
                      <a:pt x="19" y="296"/>
                    </a:lnTo>
                    <a:lnTo>
                      <a:pt x="9" y="282"/>
                    </a:lnTo>
                    <a:lnTo>
                      <a:pt x="2" y="265"/>
                    </a:lnTo>
                    <a:lnTo>
                      <a:pt x="0" y="248"/>
                    </a:lnTo>
                    <a:lnTo>
                      <a:pt x="2" y="230"/>
                    </a:lnTo>
                    <a:lnTo>
                      <a:pt x="9" y="214"/>
                    </a:lnTo>
                    <a:lnTo>
                      <a:pt x="113" y="34"/>
                    </a:lnTo>
                    <a:lnTo>
                      <a:pt x="125" y="20"/>
                    </a:lnTo>
                    <a:lnTo>
                      <a:pt x="140" y="9"/>
                    </a:lnTo>
                    <a:lnTo>
                      <a:pt x="155" y="2"/>
                    </a:lnTo>
                    <a:lnTo>
                      <a:pt x="172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96" name="Freeform 43"/>
              <p:cNvSpPr>
                <a:spLocks/>
              </p:cNvSpPr>
              <p:nvPr/>
            </p:nvSpPr>
            <p:spPr bwMode="auto">
              <a:xfrm>
                <a:off x="2503488" y="1811338"/>
                <a:ext cx="76200" cy="242887"/>
              </a:xfrm>
              <a:custGeom>
                <a:avLst/>
                <a:gdLst>
                  <a:gd name="T0" fmla="*/ 167 w 334"/>
                  <a:gd name="T1" fmla="*/ 0 h 1073"/>
                  <a:gd name="T2" fmla="*/ 201 w 334"/>
                  <a:gd name="T3" fmla="*/ 2 h 1073"/>
                  <a:gd name="T4" fmla="*/ 230 w 334"/>
                  <a:gd name="T5" fmla="*/ 8 h 1073"/>
                  <a:gd name="T6" fmla="*/ 258 w 334"/>
                  <a:gd name="T7" fmla="*/ 18 h 1073"/>
                  <a:gd name="T8" fmla="*/ 280 w 334"/>
                  <a:gd name="T9" fmla="*/ 33 h 1073"/>
                  <a:gd name="T10" fmla="*/ 300 w 334"/>
                  <a:gd name="T11" fmla="*/ 51 h 1073"/>
                  <a:gd name="T12" fmla="*/ 314 w 334"/>
                  <a:gd name="T13" fmla="*/ 72 h 1073"/>
                  <a:gd name="T14" fmla="*/ 326 w 334"/>
                  <a:gd name="T15" fmla="*/ 98 h 1073"/>
                  <a:gd name="T16" fmla="*/ 331 w 334"/>
                  <a:gd name="T17" fmla="*/ 128 h 1073"/>
                  <a:gd name="T18" fmla="*/ 334 w 334"/>
                  <a:gd name="T19" fmla="*/ 162 h 1073"/>
                  <a:gd name="T20" fmla="*/ 334 w 334"/>
                  <a:gd name="T21" fmla="*/ 406 h 1073"/>
                  <a:gd name="T22" fmla="*/ 332 w 334"/>
                  <a:gd name="T23" fmla="*/ 438 h 1073"/>
                  <a:gd name="T24" fmla="*/ 329 w 334"/>
                  <a:gd name="T25" fmla="*/ 471 h 1073"/>
                  <a:gd name="T26" fmla="*/ 326 w 334"/>
                  <a:gd name="T27" fmla="*/ 505 h 1073"/>
                  <a:gd name="T28" fmla="*/ 260 w 334"/>
                  <a:gd name="T29" fmla="*/ 996 h 1073"/>
                  <a:gd name="T30" fmla="*/ 255 w 334"/>
                  <a:gd name="T31" fmla="*/ 1019 h 1073"/>
                  <a:gd name="T32" fmla="*/ 247 w 334"/>
                  <a:gd name="T33" fmla="*/ 1039 h 1073"/>
                  <a:gd name="T34" fmla="*/ 237 w 334"/>
                  <a:gd name="T35" fmla="*/ 1052 h 1073"/>
                  <a:gd name="T36" fmla="*/ 224 w 334"/>
                  <a:gd name="T37" fmla="*/ 1062 h 1073"/>
                  <a:gd name="T38" fmla="*/ 208 w 334"/>
                  <a:gd name="T39" fmla="*/ 1069 h 1073"/>
                  <a:gd name="T40" fmla="*/ 188 w 334"/>
                  <a:gd name="T41" fmla="*/ 1072 h 1073"/>
                  <a:gd name="T42" fmla="*/ 167 w 334"/>
                  <a:gd name="T43" fmla="*/ 1073 h 1073"/>
                  <a:gd name="T44" fmla="*/ 145 w 334"/>
                  <a:gd name="T45" fmla="*/ 1072 h 1073"/>
                  <a:gd name="T46" fmla="*/ 126 w 334"/>
                  <a:gd name="T47" fmla="*/ 1069 h 1073"/>
                  <a:gd name="T48" fmla="*/ 110 w 334"/>
                  <a:gd name="T49" fmla="*/ 1062 h 1073"/>
                  <a:gd name="T50" fmla="*/ 96 w 334"/>
                  <a:gd name="T51" fmla="*/ 1052 h 1073"/>
                  <a:gd name="T52" fmla="*/ 86 w 334"/>
                  <a:gd name="T53" fmla="*/ 1039 h 1073"/>
                  <a:gd name="T54" fmla="*/ 78 w 334"/>
                  <a:gd name="T55" fmla="*/ 1019 h 1073"/>
                  <a:gd name="T56" fmla="*/ 74 w 334"/>
                  <a:gd name="T57" fmla="*/ 996 h 1073"/>
                  <a:gd name="T58" fmla="*/ 8 w 334"/>
                  <a:gd name="T59" fmla="*/ 505 h 1073"/>
                  <a:gd name="T60" fmla="*/ 5 w 334"/>
                  <a:gd name="T61" fmla="*/ 471 h 1073"/>
                  <a:gd name="T62" fmla="*/ 1 w 334"/>
                  <a:gd name="T63" fmla="*/ 438 h 1073"/>
                  <a:gd name="T64" fmla="*/ 0 w 334"/>
                  <a:gd name="T65" fmla="*/ 406 h 1073"/>
                  <a:gd name="T66" fmla="*/ 0 w 334"/>
                  <a:gd name="T67" fmla="*/ 162 h 1073"/>
                  <a:gd name="T68" fmla="*/ 2 w 334"/>
                  <a:gd name="T69" fmla="*/ 128 h 1073"/>
                  <a:gd name="T70" fmla="*/ 8 w 334"/>
                  <a:gd name="T71" fmla="*/ 98 h 1073"/>
                  <a:gd name="T72" fmla="*/ 19 w 334"/>
                  <a:gd name="T73" fmla="*/ 72 h 1073"/>
                  <a:gd name="T74" fmla="*/ 34 w 334"/>
                  <a:gd name="T75" fmla="*/ 51 h 1073"/>
                  <a:gd name="T76" fmla="*/ 53 w 334"/>
                  <a:gd name="T77" fmla="*/ 33 h 1073"/>
                  <a:gd name="T78" fmla="*/ 76 w 334"/>
                  <a:gd name="T79" fmla="*/ 18 h 1073"/>
                  <a:gd name="T80" fmla="*/ 103 w 334"/>
                  <a:gd name="T81" fmla="*/ 8 h 1073"/>
                  <a:gd name="T82" fmla="*/ 133 w 334"/>
                  <a:gd name="T83" fmla="*/ 2 h 1073"/>
                  <a:gd name="T84" fmla="*/ 167 w 334"/>
                  <a:gd name="T85" fmla="*/ 0 h 107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</a:cxnLst>
                <a:rect l="0" t="0" r="r" b="b"/>
                <a:pathLst>
                  <a:path w="334" h="1073">
                    <a:moveTo>
                      <a:pt x="167" y="0"/>
                    </a:moveTo>
                    <a:lnTo>
                      <a:pt x="201" y="2"/>
                    </a:lnTo>
                    <a:lnTo>
                      <a:pt x="230" y="8"/>
                    </a:lnTo>
                    <a:lnTo>
                      <a:pt x="258" y="18"/>
                    </a:lnTo>
                    <a:lnTo>
                      <a:pt x="280" y="33"/>
                    </a:lnTo>
                    <a:lnTo>
                      <a:pt x="300" y="51"/>
                    </a:lnTo>
                    <a:lnTo>
                      <a:pt x="314" y="72"/>
                    </a:lnTo>
                    <a:lnTo>
                      <a:pt x="326" y="98"/>
                    </a:lnTo>
                    <a:lnTo>
                      <a:pt x="331" y="128"/>
                    </a:lnTo>
                    <a:lnTo>
                      <a:pt x="334" y="162"/>
                    </a:lnTo>
                    <a:lnTo>
                      <a:pt x="334" y="406"/>
                    </a:lnTo>
                    <a:lnTo>
                      <a:pt x="332" y="438"/>
                    </a:lnTo>
                    <a:lnTo>
                      <a:pt x="329" y="471"/>
                    </a:lnTo>
                    <a:lnTo>
                      <a:pt x="326" y="505"/>
                    </a:lnTo>
                    <a:lnTo>
                      <a:pt x="260" y="996"/>
                    </a:lnTo>
                    <a:lnTo>
                      <a:pt x="255" y="1019"/>
                    </a:lnTo>
                    <a:lnTo>
                      <a:pt x="247" y="1039"/>
                    </a:lnTo>
                    <a:lnTo>
                      <a:pt x="237" y="1052"/>
                    </a:lnTo>
                    <a:lnTo>
                      <a:pt x="224" y="1062"/>
                    </a:lnTo>
                    <a:lnTo>
                      <a:pt x="208" y="1069"/>
                    </a:lnTo>
                    <a:lnTo>
                      <a:pt x="188" y="1072"/>
                    </a:lnTo>
                    <a:lnTo>
                      <a:pt x="167" y="1073"/>
                    </a:lnTo>
                    <a:lnTo>
                      <a:pt x="145" y="1072"/>
                    </a:lnTo>
                    <a:lnTo>
                      <a:pt x="126" y="1069"/>
                    </a:lnTo>
                    <a:lnTo>
                      <a:pt x="110" y="1062"/>
                    </a:lnTo>
                    <a:lnTo>
                      <a:pt x="96" y="1052"/>
                    </a:lnTo>
                    <a:lnTo>
                      <a:pt x="86" y="1039"/>
                    </a:lnTo>
                    <a:lnTo>
                      <a:pt x="78" y="1019"/>
                    </a:lnTo>
                    <a:lnTo>
                      <a:pt x="74" y="996"/>
                    </a:lnTo>
                    <a:lnTo>
                      <a:pt x="8" y="505"/>
                    </a:lnTo>
                    <a:lnTo>
                      <a:pt x="5" y="471"/>
                    </a:lnTo>
                    <a:lnTo>
                      <a:pt x="1" y="438"/>
                    </a:lnTo>
                    <a:lnTo>
                      <a:pt x="0" y="406"/>
                    </a:lnTo>
                    <a:lnTo>
                      <a:pt x="0" y="162"/>
                    </a:lnTo>
                    <a:lnTo>
                      <a:pt x="2" y="128"/>
                    </a:lnTo>
                    <a:lnTo>
                      <a:pt x="8" y="98"/>
                    </a:lnTo>
                    <a:lnTo>
                      <a:pt x="19" y="72"/>
                    </a:lnTo>
                    <a:lnTo>
                      <a:pt x="34" y="51"/>
                    </a:lnTo>
                    <a:lnTo>
                      <a:pt x="53" y="33"/>
                    </a:lnTo>
                    <a:lnTo>
                      <a:pt x="76" y="18"/>
                    </a:lnTo>
                    <a:lnTo>
                      <a:pt x="103" y="8"/>
                    </a:lnTo>
                    <a:lnTo>
                      <a:pt x="133" y="2"/>
                    </a:lnTo>
                    <a:lnTo>
                      <a:pt x="167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97" name="Freeform 44"/>
              <p:cNvSpPr>
                <a:spLocks/>
              </p:cNvSpPr>
              <p:nvPr/>
            </p:nvSpPr>
            <p:spPr bwMode="auto">
              <a:xfrm>
                <a:off x="2501900" y="2085975"/>
                <a:ext cx="79375" cy="77787"/>
              </a:xfrm>
              <a:custGeom>
                <a:avLst/>
                <a:gdLst>
                  <a:gd name="T0" fmla="*/ 174 w 347"/>
                  <a:gd name="T1" fmla="*/ 0 h 344"/>
                  <a:gd name="T2" fmla="*/ 209 w 347"/>
                  <a:gd name="T3" fmla="*/ 4 h 344"/>
                  <a:gd name="T4" fmla="*/ 241 w 347"/>
                  <a:gd name="T5" fmla="*/ 14 h 344"/>
                  <a:gd name="T6" fmla="*/ 270 w 347"/>
                  <a:gd name="T7" fmla="*/ 30 h 344"/>
                  <a:gd name="T8" fmla="*/ 296 w 347"/>
                  <a:gd name="T9" fmla="*/ 50 h 344"/>
                  <a:gd name="T10" fmla="*/ 318 w 347"/>
                  <a:gd name="T11" fmla="*/ 76 h 344"/>
                  <a:gd name="T12" fmla="*/ 334 w 347"/>
                  <a:gd name="T13" fmla="*/ 106 h 344"/>
                  <a:gd name="T14" fmla="*/ 344 w 347"/>
                  <a:gd name="T15" fmla="*/ 138 h 344"/>
                  <a:gd name="T16" fmla="*/ 347 w 347"/>
                  <a:gd name="T17" fmla="*/ 172 h 344"/>
                  <a:gd name="T18" fmla="*/ 344 w 347"/>
                  <a:gd name="T19" fmla="*/ 207 h 344"/>
                  <a:gd name="T20" fmla="*/ 334 w 347"/>
                  <a:gd name="T21" fmla="*/ 240 h 344"/>
                  <a:gd name="T22" fmla="*/ 318 w 347"/>
                  <a:gd name="T23" fmla="*/ 269 h 344"/>
                  <a:gd name="T24" fmla="*/ 296 w 347"/>
                  <a:gd name="T25" fmla="*/ 294 h 344"/>
                  <a:gd name="T26" fmla="*/ 270 w 347"/>
                  <a:gd name="T27" fmla="*/ 315 h 344"/>
                  <a:gd name="T28" fmla="*/ 241 w 347"/>
                  <a:gd name="T29" fmla="*/ 331 h 344"/>
                  <a:gd name="T30" fmla="*/ 209 w 347"/>
                  <a:gd name="T31" fmla="*/ 341 h 344"/>
                  <a:gd name="T32" fmla="*/ 174 w 347"/>
                  <a:gd name="T33" fmla="*/ 344 h 344"/>
                  <a:gd name="T34" fmla="*/ 139 w 347"/>
                  <a:gd name="T35" fmla="*/ 341 h 344"/>
                  <a:gd name="T36" fmla="*/ 107 w 347"/>
                  <a:gd name="T37" fmla="*/ 331 h 344"/>
                  <a:gd name="T38" fmla="*/ 77 w 347"/>
                  <a:gd name="T39" fmla="*/ 315 h 344"/>
                  <a:gd name="T40" fmla="*/ 51 w 347"/>
                  <a:gd name="T41" fmla="*/ 294 h 344"/>
                  <a:gd name="T42" fmla="*/ 30 w 347"/>
                  <a:gd name="T43" fmla="*/ 269 h 344"/>
                  <a:gd name="T44" fmla="*/ 14 w 347"/>
                  <a:gd name="T45" fmla="*/ 240 h 344"/>
                  <a:gd name="T46" fmla="*/ 4 w 347"/>
                  <a:gd name="T47" fmla="*/ 207 h 344"/>
                  <a:gd name="T48" fmla="*/ 0 w 347"/>
                  <a:gd name="T49" fmla="*/ 172 h 344"/>
                  <a:gd name="T50" fmla="*/ 4 w 347"/>
                  <a:gd name="T51" fmla="*/ 138 h 344"/>
                  <a:gd name="T52" fmla="*/ 14 w 347"/>
                  <a:gd name="T53" fmla="*/ 106 h 344"/>
                  <a:gd name="T54" fmla="*/ 30 w 347"/>
                  <a:gd name="T55" fmla="*/ 76 h 344"/>
                  <a:gd name="T56" fmla="*/ 51 w 347"/>
                  <a:gd name="T57" fmla="*/ 50 h 344"/>
                  <a:gd name="T58" fmla="*/ 77 w 347"/>
                  <a:gd name="T59" fmla="*/ 30 h 344"/>
                  <a:gd name="T60" fmla="*/ 107 w 347"/>
                  <a:gd name="T61" fmla="*/ 14 h 344"/>
                  <a:gd name="T62" fmla="*/ 139 w 347"/>
                  <a:gd name="T63" fmla="*/ 4 h 344"/>
                  <a:gd name="T64" fmla="*/ 174 w 347"/>
                  <a:gd name="T65" fmla="*/ 0 h 34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</a:cxnLst>
                <a:rect l="0" t="0" r="r" b="b"/>
                <a:pathLst>
                  <a:path w="347" h="344">
                    <a:moveTo>
                      <a:pt x="174" y="0"/>
                    </a:moveTo>
                    <a:lnTo>
                      <a:pt x="209" y="4"/>
                    </a:lnTo>
                    <a:lnTo>
                      <a:pt x="241" y="14"/>
                    </a:lnTo>
                    <a:lnTo>
                      <a:pt x="270" y="30"/>
                    </a:lnTo>
                    <a:lnTo>
                      <a:pt x="296" y="50"/>
                    </a:lnTo>
                    <a:lnTo>
                      <a:pt x="318" y="76"/>
                    </a:lnTo>
                    <a:lnTo>
                      <a:pt x="334" y="106"/>
                    </a:lnTo>
                    <a:lnTo>
                      <a:pt x="344" y="138"/>
                    </a:lnTo>
                    <a:lnTo>
                      <a:pt x="347" y="172"/>
                    </a:lnTo>
                    <a:lnTo>
                      <a:pt x="344" y="207"/>
                    </a:lnTo>
                    <a:lnTo>
                      <a:pt x="334" y="240"/>
                    </a:lnTo>
                    <a:lnTo>
                      <a:pt x="318" y="269"/>
                    </a:lnTo>
                    <a:lnTo>
                      <a:pt x="296" y="294"/>
                    </a:lnTo>
                    <a:lnTo>
                      <a:pt x="270" y="315"/>
                    </a:lnTo>
                    <a:lnTo>
                      <a:pt x="241" y="331"/>
                    </a:lnTo>
                    <a:lnTo>
                      <a:pt x="209" y="341"/>
                    </a:lnTo>
                    <a:lnTo>
                      <a:pt x="174" y="344"/>
                    </a:lnTo>
                    <a:lnTo>
                      <a:pt x="139" y="341"/>
                    </a:lnTo>
                    <a:lnTo>
                      <a:pt x="107" y="331"/>
                    </a:lnTo>
                    <a:lnTo>
                      <a:pt x="77" y="315"/>
                    </a:lnTo>
                    <a:lnTo>
                      <a:pt x="51" y="294"/>
                    </a:lnTo>
                    <a:lnTo>
                      <a:pt x="30" y="269"/>
                    </a:lnTo>
                    <a:lnTo>
                      <a:pt x="14" y="240"/>
                    </a:lnTo>
                    <a:lnTo>
                      <a:pt x="4" y="207"/>
                    </a:lnTo>
                    <a:lnTo>
                      <a:pt x="0" y="172"/>
                    </a:lnTo>
                    <a:lnTo>
                      <a:pt x="4" y="138"/>
                    </a:lnTo>
                    <a:lnTo>
                      <a:pt x="14" y="106"/>
                    </a:lnTo>
                    <a:lnTo>
                      <a:pt x="30" y="76"/>
                    </a:lnTo>
                    <a:lnTo>
                      <a:pt x="51" y="50"/>
                    </a:lnTo>
                    <a:lnTo>
                      <a:pt x="77" y="30"/>
                    </a:lnTo>
                    <a:lnTo>
                      <a:pt x="107" y="14"/>
                    </a:lnTo>
                    <a:lnTo>
                      <a:pt x="139" y="4"/>
                    </a:lnTo>
                    <a:lnTo>
                      <a:pt x="174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</p:grpSp>
      <p:grpSp>
        <p:nvGrpSpPr>
          <p:cNvPr id="5" name="그룹 51"/>
          <p:cNvGrpSpPr/>
          <p:nvPr/>
        </p:nvGrpSpPr>
        <p:grpSpPr>
          <a:xfrm>
            <a:off x="6225107" y="3009245"/>
            <a:ext cx="1887811" cy="1488466"/>
            <a:chOff x="6225107" y="3009245"/>
            <a:chExt cx="1887811" cy="1488466"/>
          </a:xfrm>
        </p:grpSpPr>
        <p:sp>
          <p:nvSpPr>
            <p:cNvPr id="106" name="Freeform 25"/>
            <p:cNvSpPr>
              <a:spLocks noEditPoints="1"/>
            </p:cNvSpPr>
            <p:nvPr/>
          </p:nvSpPr>
          <p:spPr bwMode="auto">
            <a:xfrm>
              <a:off x="6225107" y="3009245"/>
              <a:ext cx="1887811" cy="1488466"/>
            </a:xfrm>
            <a:custGeom>
              <a:avLst/>
              <a:gdLst>
                <a:gd name="T0" fmla="*/ 1139 w 2079"/>
                <a:gd name="T1" fmla="*/ 134 h 1640"/>
                <a:gd name="T2" fmla="*/ 941 w 2079"/>
                <a:gd name="T3" fmla="*/ 210 h 1640"/>
                <a:gd name="T4" fmla="*/ 779 w 2079"/>
                <a:gd name="T5" fmla="*/ 336 h 1640"/>
                <a:gd name="T6" fmla="*/ 663 w 2079"/>
                <a:gd name="T7" fmla="*/ 500 h 1640"/>
                <a:gd name="T8" fmla="*/ 598 w 2079"/>
                <a:gd name="T9" fmla="*/ 691 h 1640"/>
                <a:gd name="T10" fmla="*/ 591 w 2079"/>
                <a:gd name="T11" fmla="*/ 896 h 1640"/>
                <a:gd name="T12" fmla="*/ 647 w 2079"/>
                <a:gd name="T13" fmla="*/ 1101 h 1640"/>
                <a:gd name="T14" fmla="*/ 757 w 2079"/>
                <a:gd name="T15" fmla="*/ 1275 h 1640"/>
                <a:gd name="T16" fmla="*/ 911 w 2079"/>
                <a:gd name="T17" fmla="*/ 1407 h 1640"/>
                <a:gd name="T18" fmla="*/ 1093 w 2079"/>
                <a:gd name="T19" fmla="*/ 1489 h 1640"/>
                <a:gd name="T20" fmla="*/ 1294 w 2079"/>
                <a:gd name="T21" fmla="*/ 1516 h 1640"/>
                <a:gd name="T22" fmla="*/ 1502 w 2079"/>
                <a:gd name="T23" fmla="*/ 1482 h 1640"/>
                <a:gd name="T24" fmla="*/ 1689 w 2079"/>
                <a:gd name="T25" fmla="*/ 1388 h 1640"/>
                <a:gd name="T26" fmla="*/ 1836 w 2079"/>
                <a:gd name="T27" fmla="*/ 1248 h 1640"/>
                <a:gd name="T28" fmla="*/ 1936 w 2079"/>
                <a:gd name="T29" fmla="*/ 1074 h 1640"/>
                <a:gd name="T30" fmla="*/ 1982 w 2079"/>
                <a:gd name="T31" fmla="*/ 877 h 1640"/>
                <a:gd name="T32" fmla="*/ 1970 w 2079"/>
                <a:gd name="T33" fmla="*/ 670 h 1640"/>
                <a:gd name="T34" fmla="*/ 1893 w 2079"/>
                <a:gd name="T35" fmla="*/ 472 h 1640"/>
                <a:gd name="T36" fmla="*/ 1768 w 2079"/>
                <a:gd name="T37" fmla="*/ 310 h 1640"/>
                <a:gd name="T38" fmla="*/ 1603 w 2079"/>
                <a:gd name="T39" fmla="*/ 194 h 1640"/>
                <a:gd name="T40" fmla="*/ 1413 w 2079"/>
                <a:gd name="T41" fmla="*/ 130 h 1640"/>
                <a:gd name="T42" fmla="*/ 1286 w 2079"/>
                <a:gd name="T43" fmla="*/ 0 h 1640"/>
                <a:gd name="T44" fmla="*/ 1496 w 2079"/>
                <a:gd name="T45" fmla="*/ 36 h 1640"/>
                <a:gd name="T46" fmla="*/ 1689 w 2079"/>
                <a:gd name="T47" fmla="*/ 125 h 1640"/>
                <a:gd name="T48" fmla="*/ 1854 w 2079"/>
                <a:gd name="T49" fmla="*/ 259 h 1640"/>
                <a:gd name="T50" fmla="*/ 1981 w 2079"/>
                <a:gd name="T51" fmla="*/ 436 h 1640"/>
                <a:gd name="T52" fmla="*/ 2059 w 2079"/>
                <a:gd name="T53" fmla="*/ 645 h 1640"/>
                <a:gd name="T54" fmla="*/ 2079 w 2079"/>
                <a:gd name="T55" fmla="*/ 863 h 1640"/>
                <a:gd name="T56" fmla="*/ 2043 w 2079"/>
                <a:gd name="T57" fmla="*/ 1074 h 1640"/>
                <a:gd name="T58" fmla="*/ 1955 w 2079"/>
                <a:gd name="T59" fmla="*/ 1267 h 1640"/>
                <a:gd name="T60" fmla="*/ 1820 w 2079"/>
                <a:gd name="T61" fmla="*/ 1431 h 1640"/>
                <a:gd name="T62" fmla="*/ 1645 w 2079"/>
                <a:gd name="T63" fmla="*/ 1558 h 1640"/>
                <a:gd name="T64" fmla="*/ 1461 w 2079"/>
                <a:gd name="T65" fmla="*/ 1629 h 1640"/>
                <a:gd name="T66" fmla="*/ 1304 w 2079"/>
                <a:gd name="T67" fmla="*/ 1640 h 1640"/>
                <a:gd name="T68" fmla="*/ 1120 w 2079"/>
                <a:gd name="T69" fmla="*/ 1623 h 1640"/>
                <a:gd name="T70" fmla="*/ 923 w 2079"/>
                <a:gd name="T71" fmla="*/ 1581 h 1640"/>
                <a:gd name="T72" fmla="*/ 722 w 2079"/>
                <a:gd name="T73" fmla="*/ 1523 h 1640"/>
                <a:gd name="T74" fmla="*/ 526 w 2079"/>
                <a:gd name="T75" fmla="*/ 1455 h 1640"/>
                <a:gd name="T76" fmla="*/ 348 w 2079"/>
                <a:gd name="T77" fmla="*/ 1388 h 1640"/>
                <a:gd name="T78" fmla="*/ 197 w 2079"/>
                <a:gd name="T79" fmla="*/ 1324 h 1640"/>
                <a:gd name="T80" fmla="*/ 83 w 2079"/>
                <a:gd name="T81" fmla="*/ 1273 h 1640"/>
                <a:gd name="T82" fmla="*/ 15 w 2079"/>
                <a:gd name="T83" fmla="*/ 1241 h 1640"/>
                <a:gd name="T84" fmla="*/ 3 w 2079"/>
                <a:gd name="T85" fmla="*/ 1231 h 1640"/>
                <a:gd name="T86" fmla="*/ 29 w 2079"/>
                <a:gd name="T87" fmla="*/ 1183 h 1640"/>
                <a:gd name="T88" fmla="*/ 84 w 2079"/>
                <a:gd name="T89" fmla="*/ 1088 h 1640"/>
                <a:gd name="T90" fmla="*/ 162 w 2079"/>
                <a:gd name="T91" fmla="*/ 956 h 1640"/>
                <a:gd name="T92" fmla="*/ 261 w 2079"/>
                <a:gd name="T93" fmla="*/ 801 h 1640"/>
                <a:gd name="T94" fmla="*/ 374 w 2079"/>
                <a:gd name="T95" fmla="*/ 634 h 1640"/>
                <a:gd name="T96" fmla="*/ 500 w 2079"/>
                <a:gd name="T97" fmla="*/ 467 h 1640"/>
                <a:gd name="T98" fmla="*/ 633 w 2079"/>
                <a:gd name="T99" fmla="*/ 310 h 1640"/>
                <a:gd name="T100" fmla="*/ 771 w 2079"/>
                <a:gd name="T101" fmla="*/ 178 h 1640"/>
                <a:gd name="T102" fmla="*/ 907 w 2079"/>
                <a:gd name="T103" fmla="*/ 81 h 1640"/>
                <a:gd name="T104" fmla="*/ 1067 w 2079"/>
                <a:gd name="T105" fmla="*/ 20 h 1640"/>
                <a:gd name="T106" fmla="*/ 1286 w 2079"/>
                <a:gd name="T107" fmla="*/ 0 h 16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2079" h="1640">
                  <a:moveTo>
                    <a:pt x="1278" y="119"/>
                  </a:moveTo>
                  <a:lnTo>
                    <a:pt x="1208" y="123"/>
                  </a:lnTo>
                  <a:lnTo>
                    <a:pt x="1139" y="134"/>
                  </a:lnTo>
                  <a:lnTo>
                    <a:pt x="1070" y="152"/>
                  </a:lnTo>
                  <a:lnTo>
                    <a:pt x="1003" y="178"/>
                  </a:lnTo>
                  <a:lnTo>
                    <a:pt x="941" y="210"/>
                  </a:lnTo>
                  <a:lnTo>
                    <a:pt x="883" y="247"/>
                  </a:lnTo>
                  <a:lnTo>
                    <a:pt x="829" y="289"/>
                  </a:lnTo>
                  <a:lnTo>
                    <a:pt x="779" y="336"/>
                  </a:lnTo>
                  <a:lnTo>
                    <a:pt x="736" y="387"/>
                  </a:lnTo>
                  <a:lnTo>
                    <a:pt x="696" y="442"/>
                  </a:lnTo>
                  <a:lnTo>
                    <a:pt x="663" y="500"/>
                  </a:lnTo>
                  <a:lnTo>
                    <a:pt x="636" y="561"/>
                  </a:lnTo>
                  <a:lnTo>
                    <a:pt x="614" y="625"/>
                  </a:lnTo>
                  <a:lnTo>
                    <a:pt x="598" y="691"/>
                  </a:lnTo>
                  <a:lnTo>
                    <a:pt x="590" y="758"/>
                  </a:lnTo>
                  <a:lnTo>
                    <a:pt x="587" y="825"/>
                  </a:lnTo>
                  <a:lnTo>
                    <a:pt x="591" y="896"/>
                  </a:lnTo>
                  <a:lnTo>
                    <a:pt x="602" y="964"/>
                  </a:lnTo>
                  <a:lnTo>
                    <a:pt x="621" y="1033"/>
                  </a:lnTo>
                  <a:lnTo>
                    <a:pt x="647" y="1101"/>
                  </a:lnTo>
                  <a:lnTo>
                    <a:pt x="679" y="1163"/>
                  </a:lnTo>
                  <a:lnTo>
                    <a:pt x="715" y="1221"/>
                  </a:lnTo>
                  <a:lnTo>
                    <a:pt x="757" y="1275"/>
                  </a:lnTo>
                  <a:lnTo>
                    <a:pt x="804" y="1324"/>
                  </a:lnTo>
                  <a:lnTo>
                    <a:pt x="856" y="1368"/>
                  </a:lnTo>
                  <a:lnTo>
                    <a:pt x="911" y="1407"/>
                  </a:lnTo>
                  <a:lnTo>
                    <a:pt x="969" y="1440"/>
                  </a:lnTo>
                  <a:lnTo>
                    <a:pt x="1030" y="1467"/>
                  </a:lnTo>
                  <a:lnTo>
                    <a:pt x="1093" y="1489"/>
                  </a:lnTo>
                  <a:lnTo>
                    <a:pt x="1159" y="1505"/>
                  </a:lnTo>
                  <a:lnTo>
                    <a:pt x="1227" y="1513"/>
                  </a:lnTo>
                  <a:lnTo>
                    <a:pt x="1294" y="1516"/>
                  </a:lnTo>
                  <a:lnTo>
                    <a:pt x="1364" y="1512"/>
                  </a:lnTo>
                  <a:lnTo>
                    <a:pt x="1433" y="1501"/>
                  </a:lnTo>
                  <a:lnTo>
                    <a:pt x="1502" y="1482"/>
                  </a:lnTo>
                  <a:lnTo>
                    <a:pt x="1569" y="1457"/>
                  </a:lnTo>
                  <a:lnTo>
                    <a:pt x="1631" y="1424"/>
                  </a:lnTo>
                  <a:lnTo>
                    <a:pt x="1689" y="1388"/>
                  </a:lnTo>
                  <a:lnTo>
                    <a:pt x="1743" y="1346"/>
                  </a:lnTo>
                  <a:lnTo>
                    <a:pt x="1793" y="1299"/>
                  </a:lnTo>
                  <a:lnTo>
                    <a:pt x="1836" y="1248"/>
                  </a:lnTo>
                  <a:lnTo>
                    <a:pt x="1876" y="1192"/>
                  </a:lnTo>
                  <a:lnTo>
                    <a:pt x="1909" y="1134"/>
                  </a:lnTo>
                  <a:lnTo>
                    <a:pt x="1936" y="1074"/>
                  </a:lnTo>
                  <a:lnTo>
                    <a:pt x="1958" y="1010"/>
                  </a:lnTo>
                  <a:lnTo>
                    <a:pt x="1974" y="944"/>
                  </a:lnTo>
                  <a:lnTo>
                    <a:pt x="1982" y="877"/>
                  </a:lnTo>
                  <a:lnTo>
                    <a:pt x="1985" y="809"/>
                  </a:lnTo>
                  <a:lnTo>
                    <a:pt x="1981" y="739"/>
                  </a:lnTo>
                  <a:lnTo>
                    <a:pt x="1970" y="670"/>
                  </a:lnTo>
                  <a:lnTo>
                    <a:pt x="1951" y="602"/>
                  </a:lnTo>
                  <a:lnTo>
                    <a:pt x="1926" y="534"/>
                  </a:lnTo>
                  <a:lnTo>
                    <a:pt x="1893" y="472"/>
                  </a:lnTo>
                  <a:lnTo>
                    <a:pt x="1857" y="414"/>
                  </a:lnTo>
                  <a:lnTo>
                    <a:pt x="1815" y="360"/>
                  </a:lnTo>
                  <a:lnTo>
                    <a:pt x="1768" y="310"/>
                  </a:lnTo>
                  <a:lnTo>
                    <a:pt x="1716" y="267"/>
                  </a:lnTo>
                  <a:lnTo>
                    <a:pt x="1661" y="228"/>
                  </a:lnTo>
                  <a:lnTo>
                    <a:pt x="1603" y="194"/>
                  </a:lnTo>
                  <a:lnTo>
                    <a:pt x="1542" y="167"/>
                  </a:lnTo>
                  <a:lnTo>
                    <a:pt x="1479" y="146"/>
                  </a:lnTo>
                  <a:lnTo>
                    <a:pt x="1413" y="130"/>
                  </a:lnTo>
                  <a:lnTo>
                    <a:pt x="1345" y="121"/>
                  </a:lnTo>
                  <a:lnTo>
                    <a:pt x="1278" y="119"/>
                  </a:lnTo>
                  <a:close/>
                  <a:moveTo>
                    <a:pt x="1286" y="0"/>
                  </a:moveTo>
                  <a:lnTo>
                    <a:pt x="1358" y="7"/>
                  </a:lnTo>
                  <a:lnTo>
                    <a:pt x="1428" y="19"/>
                  </a:lnTo>
                  <a:lnTo>
                    <a:pt x="1496" y="36"/>
                  </a:lnTo>
                  <a:lnTo>
                    <a:pt x="1563" y="61"/>
                  </a:lnTo>
                  <a:lnTo>
                    <a:pt x="1627" y="90"/>
                  </a:lnTo>
                  <a:lnTo>
                    <a:pt x="1689" y="125"/>
                  </a:lnTo>
                  <a:lnTo>
                    <a:pt x="1747" y="165"/>
                  </a:lnTo>
                  <a:lnTo>
                    <a:pt x="1803" y="210"/>
                  </a:lnTo>
                  <a:lnTo>
                    <a:pt x="1854" y="259"/>
                  </a:lnTo>
                  <a:lnTo>
                    <a:pt x="1901" y="313"/>
                  </a:lnTo>
                  <a:lnTo>
                    <a:pt x="1943" y="372"/>
                  </a:lnTo>
                  <a:lnTo>
                    <a:pt x="1981" y="436"/>
                  </a:lnTo>
                  <a:lnTo>
                    <a:pt x="2013" y="502"/>
                  </a:lnTo>
                  <a:lnTo>
                    <a:pt x="2040" y="572"/>
                  </a:lnTo>
                  <a:lnTo>
                    <a:pt x="2059" y="645"/>
                  </a:lnTo>
                  <a:lnTo>
                    <a:pt x="2073" y="719"/>
                  </a:lnTo>
                  <a:lnTo>
                    <a:pt x="2079" y="792"/>
                  </a:lnTo>
                  <a:lnTo>
                    <a:pt x="2079" y="863"/>
                  </a:lnTo>
                  <a:lnTo>
                    <a:pt x="2074" y="935"/>
                  </a:lnTo>
                  <a:lnTo>
                    <a:pt x="2062" y="1005"/>
                  </a:lnTo>
                  <a:lnTo>
                    <a:pt x="2043" y="1074"/>
                  </a:lnTo>
                  <a:lnTo>
                    <a:pt x="2019" y="1141"/>
                  </a:lnTo>
                  <a:lnTo>
                    <a:pt x="1990" y="1204"/>
                  </a:lnTo>
                  <a:lnTo>
                    <a:pt x="1955" y="1267"/>
                  </a:lnTo>
                  <a:lnTo>
                    <a:pt x="1915" y="1324"/>
                  </a:lnTo>
                  <a:lnTo>
                    <a:pt x="1870" y="1380"/>
                  </a:lnTo>
                  <a:lnTo>
                    <a:pt x="1820" y="1431"/>
                  </a:lnTo>
                  <a:lnTo>
                    <a:pt x="1766" y="1478"/>
                  </a:lnTo>
                  <a:lnTo>
                    <a:pt x="1708" y="1520"/>
                  </a:lnTo>
                  <a:lnTo>
                    <a:pt x="1645" y="1558"/>
                  </a:lnTo>
                  <a:lnTo>
                    <a:pt x="1579" y="1590"/>
                  </a:lnTo>
                  <a:lnTo>
                    <a:pt x="1507" y="1617"/>
                  </a:lnTo>
                  <a:lnTo>
                    <a:pt x="1461" y="1629"/>
                  </a:lnTo>
                  <a:lnTo>
                    <a:pt x="1413" y="1636"/>
                  </a:lnTo>
                  <a:lnTo>
                    <a:pt x="1359" y="1640"/>
                  </a:lnTo>
                  <a:lnTo>
                    <a:pt x="1304" y="1640"/>
                  </a:lnTo>
                  <a:lnTo>
                    <a:pt x="1244" y="1637"/>
                  </a:lnTo>
                  <a:lnTo>
                    <a:pt x="1184" y="1631"/>
                  </a:lnTo>
                  <a:lnTo>
                    <a:pt x="1120" y="1623"/>
                  </a:lnTo>
                  <a:lnTo>
                    <a:pt x="1055" y="1610"/>
                  </a:lnTo>
                  <a:lnTo>
                    <a:pt x="991" y="1597"/>
                  </a:lnTo>
                  <a:lnTo>
                    <a:pt x="923" y="1581"/>
                  </a:lnTo>
                  <a:lnTo>
                    <a:pt x="856" y="1563"/>
                  </a:lnTo>
                  <a:lnTo>
                    <a:pt x="790" y="1543"/>
                  </a:lnTo>
                  <a:lnTo>
                    <a:pt x="722" y="1523"/>
                  </a:lnTo>
                  <a:lnTo>
                    <a:pt x="656" y="1501"/>
                  </a:lnTo>
                  <a:lnTo>
                    <a:pt x="591" y="1478"/>
                  </a:lnTo>
                  <a:lnTo>
                    <a:pt x="526" y="1455"/>
                  </a:lnTo>
                  <a:lnTo>
                    <a:pt x="466" y="1432"/>
                  </a:lnTo>
                  <a:lnTo>
                    <a:pt x="405" y="1409"/>
                  </a:lnTo>
                  <a:lnTo>
                    <a:pt x="348" y="1388"/>
                  </a:lnTo>
                  <a:lnTo>
                    <a:pt x="294" y="1365"/>
                  </a:lnTo>
                  <a:lnTo>
                    <a:pt x="245" y="1343"/>
                  </a:lnTo>
                  <a:lnTo>
                    <a:pt x="197" y="1324"/>
                  </a:lnTo>
                  <a:lnTo>
                    <a:pt x="154" y="1306"/>
                  </a:lnTo>
                  <a:lnTo>
                    <a:pt x="115" y="1288"/>
                  </a:lnTo>
                  <a:lnTo>
                    <a:pt x="83" y="1273"/>
                  </a:lnTo>
                  <a:lnTo>
                    <a:pt x="54" y="1260"/>
                  </a:lnTo>
                  <a:lnTo>
                    <a:pt x="31" y="1249"/>
                  </a:lnTo>
                  <a:lnTo>
                    <a:pt x="15" y="1241"/>
                  </a:lnTo>
                  <a:lnTo>
                    <a:pt x="4" y="1237"/>
                  </a:lnTo>
                  <a:lnTo>
                    <a:pt x="0" y="1235"/>
                  </a:lnTo>
                  <a:lnTo>
                    <a:pt x="3" y="1231"/>
                  </a:lnTo>
                  <a:lnTo>
                    <a:pt x="8" y="1222"/>
                  </a:lnTo>
                  <a:lnTo>
                    <a:pt x="17" y="1206"/>
                  </a:lnTo>
                  <a:lnTo>
                    <a:pt x="29" y="1183"/>
                  </a:lnTo>
                  <a:lnTo>
                    <a:pt x="45" y="1156"/>
                  </a:lnTo>
                  <a:lnTo>
                    <a:pt x="62" y="1124"/>
                  </a:lnTo>
                  <a:lnTo>
                    <a:pt x="84" y="1088"/>
                  </a:lnTo>
                  <a:lnTo>
                    <a:pt x="107" y="1048"/>
                  </a:lnTo>
                  <a:lnTo>
                    <a:pt x="134" y="1003"/>
                  </a:lnTo>
                  <a:lnTo>
                    <a:pt x="162" y="956"/>
                  </a:lnTo>
                  <a:lnTo>
                    <a:pt x="192" y="906"/>
                  </a:lnTo>
                  <a:lnTo>
                    <a:pt x="226" y="855"/>
                  </a:lnTo>
                  <a:lnTo>
                    <a:pt x="261" y="801"/>
                  </a:lnTo>
                  <a:lnTo>
                    <a:pt x="297" y="747"/>
                  </a:lnTo>
                  <a:lnTo>
                    <a:pt x="335" y="691"/>
                  </a:lnTo>
                  <a:lnTo>
                    <a:pt x="374" y="634"/>
                  </a:lnTo>
                  <a:lnTo>
                    <a:pt x="415" y="579"/>
                  </a:lnTo>
                  <a:lnTo>
                    <a:pt x="458" y="522"/>
                  </a:lnTo>
                  <a:lnTo>
                    <a:pt x="500" y="467"/>
                  </a:lnTo>
                  <a:lnTo>
                    <a:pt x="544" y="413"/>
                  </a:lnTo>
                  <a:lnTo>
                    <a:pt x="589" y="362"/>
                  </a:lnTo>
                  <a:lnTo>
                    <a:pt x="633" y="310"/>
                  </a:lnTo>
                  <a:lnTo>
                    <a:pt x="679" y="263"/>
                  </a:lnTo>
                  <a:lnTo>
                    <a:pt x="725" y="219"/>
                  </a:lnTo>
                  <a:lnTo>
                    <a:pt x="771" y="178"/>
                  </a:lnTo>
                  <a:lnTo>
                    <a:pt x="817" y="142"/>
                  </a:lnTo>
                  <a:lnTo>
                    <a:pt x="861" y="108"/>
                  </a:lnTo>
                  <a:lnTo>
                    <a:pt x="907" y="81"/>
                  </a:lnTo>
                  <a:lnTo>
                    <a:pt x="951" y="58"/>
                  </a:lnTo>
                  <a:lnTo>
                    <a:pt x="995" y="41"/>
                  </a:lnTo>
                  <a:lnTo>
                    <a:pt x="1067" y="20"/>
                  </a:lnTo>
                  <a:lnTo>
                    <a:pt x="1140" y="7"/>
                  </a:lnTo>
                  <a:lnTo>
                    <a:pt x="1213" y="0"/>
                  </a:lnTo>
                  <a:lnTo>
                    <a:pt x="1286" y="0"/>
                  </a:lnTo>
                  <a:close/>
                </a:path>
              </a:pathLst>
            </a:custGeom>
            <a:solidFill>
              <a:schemeClr val="accent3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7" name="Freeform 49"/>
            <p:cNvSpPr>
              <a:spLocks noEditPoints="1"/>
            </p:cNvSpPr>
            <p:nvPr/>
          </p:nvSpPr>
          <p:spPr bwMode="auto">
            <a:xfrm>
              <a:off x="7130965" y="3464081"/>
              <a:ext cx="615949" cy="615949"/>
            </a:xfrm>
            <a:custGeom>
              <a:avLst/>
              <a:gdLst>
                <a:gd name="T0" fmla="*/ 2959 w 3962"/>
                <a:gd name="T1" fmla="*/ 2546 h 3963"/>
                <a:gd name="T2" fmla="*/ 3397 w 3962"/>
                <a:gd name="T3" fmla="*/ 2984 h 3963"/>
                <a:gd name="T4" fmla="*/ 3464 w 3962"/>
                <a:gd name="T5" fmla="*/ 3124 h 3963"/>
                <a:gd name="T6" fmla="*/ 3343 w 3962"/>
                <a:gd name="T7" fmla="*/ 3219 h 3963"/>
                <a:gd name="T8" fmla="*/ 2736 w 3962"/>
                <a:gd name="T9" fmla="*/ 3150 h 3963"/>
                <a:gd name="T10" fmla="*/ 2752 w 3962"/>
                <a:gd name="T11" fmla="*/ 2523 h 3963"/>
                <a:gd name="T12" fmla="*/ 2896 w 3962"/>
                <a:gd name="T13" fmla="*/ 2232 h 3963"/>
                <a:gd name="T14" fmla="*/ 2500 w 3962"/>
                <a:gd name="T15" fmla="*/ 2399 h 3963"/>
                <a:gd name="T16" fmla="*/ 2262 w 3962"/>
                <a:gd name="T17" fmla="*/ 2752 h 3963"/>
                <a:gd name="T18" fmla="*/ 2262 w 3962"/>
                <a:gd name="T19" fmla="*/ 3193 h 3963"/>
                <a:gd name="T20" fmla="*/ 2500 w 3962"/>
                <a:gd name="T21" fmla="*/ 3544 h 3963"/>
                <a:gd name="T22" fmla="*/ 2896 w 3962"/>
                <a:gd name="T23" fmla="*/ 3711 h 3963"/>
                <a:gd name="T24" fmla="*/ 3325 w 3962"/>
                <a:gd name="T25" fmla="*/ 3625 h 3963"/>
                <a:gd name="T26" fmla="*/ 3625 w 3962"/>
                <a:gd name="T27" fmla="*/ 3325 h 3963"/>
                <a:gd name="T28" fmla="*/ 3711 w 3962"/>
                <a:gd name="T29" fmla="*/ 2896 h 3963"/>
                <a:gd name="T30" fmla="*/ 3544 w 3962"/>
                <a:gd name="T31" fmla="*/ 2500 h 3963"/>
                <a:gd name="T32" fmla="*/ 3193 w 3962"/>
                <a:gd name="T33" fmla="*/ 2262 h 3963"/>
                <a:gd name="T34" fmla="*/ 1734 w 3962"/>
                <a:gd name="T35" fmla="*/ 2724 h 3963"/>
                <a:gd name="T36" fmla="*/ 495 w 3962"/>
                <a:gd name="T37" fmla="*/ 2724 h 3963"/>
                <a:gd name="T38" fmla="*/ 3300 w 3962"/>
                <a:gd name="T39" fmla="*/ 2037 h 3963"/>
                <a:gd name="T40" fmla="*/ 3700 w 3962"/>
                <a:gd name="T41" fmla="*/ 2300 h 3963"/>
                <a:gd name="T42" fmla="*/ 3930 w 3962"/>
                <a:gd name="T43" fmla="*/ 2722 h 3963"/>
                <a:gd name="T44" fmla="*/ 3930 w 3962"/>
                <a:gd name="T45" fmla="*/ 3222 h 3963"/>
                <a:gd name="T46" fmla="*/ 3700 w 3962"/>
                <a:gd name="T47" fmla="*/ 3643 h 3963"/>
                <a:gd name="T48" fmla="*/ 3300 w 3962"/>
                <a:gd name="T49" fmla="*/ 3907 h 3963"/>
                <a:gd name="T50" fmla="*/ 2802 w 3962"/>
                <a:gd name="T51" fmla="*/ 3948 h 3963"/>
                <a:gd name="T52" fmla="*/ 2361 w 3962"/>
                <a:gd name="T53" fmla="*/ 3752 h 3963"/>
                <a:gd name="T54" fmla="*/ 2067 w 3962"/>
                <a:gd name="T55" fmla="*/ 3376 h 3963"/>
                <a:gd name="T56" fmla="*/ 1984 w 3962"/>
                <a:gd name="T57" fmla="*/ 2887 h 3963"/>
                <a:gd name="T58" fmla="*/ 2144 w 3962"/>
                <a:gd name="T59" fmla="*/ 2426 h 3963"/>
                <a:gd name="T60" fmla="*/ 2495 w 3962"/>
                <a:gd name="T61" fmla="*/ 2103 h 3963"/>
                <a:gd name="T62" fmla="*/ 2972 w 3962"/>
                <a:gd name="T63" fmla="*/ 1982 h 3963"/>
                <a:gd name="T64" fmla="*/ 1238 w 3962"/>
                <a:gd name="T65" fmla="*/ 1486 h 3963"/>
                <a:gd name="T66" fmla="*/ 990 w 3962"/>
                <a:gd name="T67" fmla="*/ 1486 h 3963"/>
                <a:gd name="T68" fmla="*/ 371 w 3962"/>
                <a:gd name="T69" fmla="*/ 619 h 3963"/>
                <a:gd name="T70" fmla="*/ 473 w 3962"/>
                <a:gd name="T71" fmla="*/ 819 h 3963"/>
                <a:gd name="T72" fmla="*/ 697 w 3962"/>
                <a:gd name="T73" fmla="*/ 854 h 3963"/>
                <a:gd name="T74" fmla="*/ 854 w 3962"/>
                <a:gd name="T75" fmla="*/ 697 h 3963"/>
                <a:gd name="T76" fmla="*/ 2355 w 3962"/>
                <a:gd name="T77" fmla="*/ 659 h 3963"/>
                <a:gd name="T78" fmla="*/ 2487 w 3962"/>
                <a:gd name="T79" fmla="*/ 839 h 3963"/>
                <a:gd name="T80" fmla="*/ 2714 w 3962"/>
                <a:gd name="T81" fmla="*/ 839 h 3963"/>
                <a:gd name="T82" fmla="*/ 2844 w 3962"/>
                <a:gd name="T83" fmla="*/ 659 h 3963"/>
                <a:gd name="T84" fmla="*/ 3074 w 3962"/>
                <a:gd name="T85" fmla="*/ 526 h 3963"/>
                <a:gd name="T86" fmla="*/ 3215 w 3962"/>
                <a:gd name="T87" fmla="*/ 724 h 3963"/>
                <a:gd name="T88" fmla="*/ 248 w 3962"/>
                <a:gd name="T89" fmla="*/ 2947 h 3963"/>
                <a:gd name="T90" fmla="*/ 268 w 3962"/>
                <a:gd name="T91" fmla="*/ 3219 h 3963"/>
                <a:gd name="T92" fmla="*/ 52 w 3962"/>
                <a:gd name="T93" fmla="*/ 3108 h 3963"/>
                <a:gd name="T94" fmla="*/ 3 w 3962"/>
                <a:gd name="T95" fmla="*/ 724 h 3963"/>
                <a:gd name="T96" fmla="*/ 144 w 3962"/>
                <a:gd name="T97" fmla="*/ 526 h 3963"/>
                <a:gd name="T98" fmla="*/ 2654 w 3962"/>
                <a:gd name="T99" fmla="*/ 13 h 3963"/>
                <a:gd name="T100" fmla="*/ 2724 w 3962"/>
                <a:gd name="T101" fmla="*/ 619 h 3963"/>
                <a:gd name="T102" fmla="*/ 2629 w 3962"/>
                <a:gd name="T103" fmla="*/ 739 h 3963"/>
                <a:gd name="T104" fmla="*/ 2489 w 3962"/>
                <a:gd name="T105" fmla="*/ 673 h 3963"/>
                <a:gd name="T106" fmla="*/ 2503 w 3962"/>
                <a:gd name="T107" fmla="*/ 47 h 3963"/>
                <a:gd name="T108" fmla="*/ 647 w 3962"/>
                <a:gd name="T109" fmla="*/ 3 h 3963"/>
                <a:gd name="T110" fmla="*/ 743 w 3962"/>
                <a:gd name="T111" fmla="*/ 124 h 3963"/>
                <a:gd name="T112" fmla="*/ 673 w 3962"/>
                <a:gd name="T113" fmla="*/ 730 h 3963"/>
                <a:gd name="T114" fmla="*/ 523 w 3962"/>
                <a:gd name="T115" fmla="*/ 696 h 3963"/>
                <a:gd name="T116" fmla="*/ 508 w 3962"/>
                <a:gd name="T117" fmla="*/ 69 h 39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3962" h="3963">
                  <a:moveTo>
                    <a:pt x="2848" y="2477"/>
                  </a:moveTo>
                  <a:lnTo>
                    <a:pt x="2876" y="2479"/>
                  </a:lnTo>
                  <a:lnTo>
                    <a:pt x="2902" y="2489"/>
                  </a:lnTo>
                  <a:lnTo>
                    <a:pt x="2925" y="2503"/>
                  </a:lnTo>
                  <a:lnTo>
                    <a:pt x="2944" y="2523"/>
                  </a:lnTo>
                  <a:lnTo>
                    <a:pt x="2959" y="2546"/>
                  </a:lnTo>
                  <a:lnTo>
                    <a:pt x="2968" y="2572"/>
                  </a:lnTo>
                  <a:lnTo>
                    <a:pt x="2972" y="2600"/>
                  </a:lnTo>
                  <a:lnTo>
                    <a:pt x="2972" y="2972"/>
                  </a:lnTo>
                  <a:lnTo>
                    <a:pt x="3343" y="2972"/>
                  </a:lnTo>
                  <a:lnTo>
                    <a:pt x="3371" y="2975"/>
                  </a:lnTo>
                  <a:lnTo>
                    <a:pt x="3397" y="2984"/>
                  </a:lnTo>
                  <a:lnTo>
                    <a:pt x="3420" y="2999"/>
                  </a:lnTo>
                  <a:lnTo>
                    <a:pt x="3440" y="3018"/>
                  </a:lnTo>
                  <a:lnTo>
                    <a:pt x="3454" y="3041"/>
                  </a:lnTo>
                  <a:lnTo>
                    <a:pt x="3464" y="3067"/>
                  </a:lnTo>
                  <a:lnTo>
                    <a:pt x="3467" y="3096"/>
                  </a:lnTo>
                  <a:lnTo>
                    <a:pt x="3464" y="3124"/>
                  </a:lnTo>
                  <a:lnTo>
                    <a:pt x="3454" y="3150"/>
                  </a:lnTo>
                  <a:lnTo>
                    <a:pt x="3440" y="3173"/>
                  </a:lnTo>
                  <a:lnTo>
                    <a:pt x="3420" y="3193"/>
                  </a:lnTo>
                  <a:lnTo>
                    <a:pt x="3397" y="3207"/>
                  </a:lnTo>
                  <a:lnTo>
                    <a:pt x="3371" y="3217"/>
                  </a:lnTo>
                  <a:lnTo>
                    <a:pt x="3343" y="3219"/>
                  </a:lnTo>
                  <a:lnTo>
                    <a:pt x="2848" y="3219"/>
                  </a:lnTo>
                  <a:lnTo>
                    <a:pt x="2819" y="3217"/>
                  </a:lnTo>
                  <a:lnTo>
                    <a:pt x="2794" y="3207"/>
                  </a:lnTo>
                  <a:lnTo>
                    <a:pt x="2771" y="3193"/>
                  </a:lnTo>
                  <a:lnTo>
                    <a:pt x="2752" y="3173"/>
                  </a:lnTo>
                  <a:lnTo>
                    <a:pt x="2736" y="3150"/>
                  </a:lnTo>
                  <a:lnTo>
                    <a:pt x="2727" y="3124"/>
                  </a:lnTo>
                  <a:lnTo>
                    <a:pt x="2724" y="3096"/>
                  </a:lnTo>
                  <a:lnTo>
                    <a:pt x="2724" y="2600"/>
                  </a:lnTo>
                  <a:lnTo>
                    <a:pt x="2727" y="2572"/>
                  </a:lnTo>
                  <a:lnTo>
                    <a:pt x="2736" y="2546"/>
                  </a:lnTo>
                  <a:lnTo>
                    <a:pt x="2752" y="2523"/>
                  </a:lnTo>
                  <a:lnTo>
                    <a:pt x="2771" y="2503"/>
                  </a:lnTo>
                  <a:lnTo>
                    <a:pt x="2794" y="2489"/>
                  </a:lnTo>
                  <a:lnTo>
                    <a:pt x="2819" y="2479"/>
                  </a:lnTo>
                  <a:lnTo>
                    <a:pt x="2848" y="2477"/>
                  </a:lnTo>
                  <a:close/>
                  <a:moveTo>
                    <a:pt x="2972" y="2229"/>
                  </a:moveTo>
                  <a:lnTo>
                    <a:pt x="2896" y="2232"/>
                  </a:lnTo>
                  <a:lnTo>
                    <a:pt x="2821" y="2244"/>
                  </a:lnTo>
                  <a:lnTo>
                    <a:pt x="2750" y="2262"/>
                  </a:lnTo>
                  <a:lnTo>
                    <a:pt x="2683" y="2288"/>
                  </a:lnTo>
                  <a:lnTo>
                    <a:pt x="2618" y="2319"/>
                  </a:lnTo>
                  <a:lnTo>
                    <a:pt x="2556" y="2356"/>
                  </a:lnTo>
                  <a:lnTo>
                    <a:pt x="2500" y="2399"/>
                  </a:lnTo>
                  <a:lnTo>
                    <a:pt x="2447" y="2447"/>
                  </a:lnTo>
                  <a:lnTo>
                    <a:pt x="2399" y="2500"/>
                  </a:lnTo>
                  <a:lnTo>
                    <a:pt x="2355" y="2556"/>
                  </a:lnTo>
                  <a:lnTo>
                    <a:pt x="2318" y="2618"/>
                  </a:lnTo>
                  <a:lnTo>
                    <a:pt x="2287" y="2683"/>
                  </a:lnTo>
                  <a:lnTo>
                    <a:pt x="2262" y="2752"/>
                  </a:lnTo>
                  <a:lnTo>
                    <a:pt x="2243" y="2823"/>
                  </a:lnTo>
                  <a:lnTo>
                    <a:pt x="2232" y="2896"/>
                  </a:lnTo>
                  <a:lnTo>
                    <a:pt x="2229" y="2972"/>
                  </a:lnTo>
                  <a:lnTo>
                    <a:pt x="2232" y="3048"/>
                  </a:lnTo>
                  <a:lnTo>
                    <a:pt x="2243" y="3122"/>
                  </a:lnTo>
                  <a:lnTo>
                    <a:pt x="2262" y="3193"/>
                  </a:lnTo>
                  <a:lnTo>
                    <a:pt x="2287" y="3261"/>
                  </a:lnTo>
                  <a:lnTo>
                    <a:pt x="2318" y="3325"/>
                  </a:lnTo>
                  <a:lnTo>
                    <a:pt x="2355" y="3387"/>
                  </a:lnTo>
                  <a:lnTo>
                    <a:pt x="2399" y="3444"/>
                  </a:lnTo>
                  <a:lnTo>
                    <a:pt x="2447" y="3497"/>
                  </a:lnTo>
                  <a:lnTo>
                    <a:pt x="2500" y="3544"/>
                  </a:lnTo>
                  <a:lnTo>
                    <a:pt x="2556" y="3588"/>
                  </a:lnTo>
                  <a:lnTo>
                    <a:pt x="2618" y="3625"/>
                  </a:lnTo>
                  <a:lnTo>
                    <a:pt x="2683" y="3657"/>
                  </a:lnTo>
                  <a:lnTo>
                    <a:pt x="2750" y="3682"/>
                  </a:lnTo>
                  <a:lnTo>
                    <a:pt x="2821" y="3700"/>
                  </a:lnTo>
                  <a:lnTo>
                    <a:pt x="2896" y="3711"/>
                  </a:lnTo>
                  <a:lnTo>
                    <a:pt x="2972" y="3714"/>
                  </a:lnTo>
                  <a:lnTo>
                    <a:pt x="3048" y="3711"/>
                  </a:lnTo>
                  <a:lnTo>
                    <a:pt x="3121" y="3700"/>
                  </a:lnTo>
                  <a:lnTo>
                    <a:pt x="3193" y="3682"/>
                  </a:lnTo>
                  <a:lnTo>
                    <a:pt x="3260" y="3657"/>
                  </a:lnTo>
                  <a:lnTo>
                    <a:pt x="3325" y="3625"/>
                  </a:lnTo>
                  <a:lnTo>
                    <a:pt x="3386" y="3588"/>
                  </a:lnTo>
                  <a:lnTo>
                    <a:pt x="3444" y="3544"/>
                  </a:lnTo>
                  <a:lnTo>
                    <a:pt x="3496" y="3497"/>
                  </a:lnTo>
                  <a:lnTo>
                    <a:pt x="3544" y="3444"/>
                  </a:lnTo>
                  <a:lnTo>
                    <a:pt x="3588" y="3387"/>
                  </a:lnTo>
                  <a:lnTo>
                    <a:pt x="3625" y="3325"/>
                  </a:lnTo>
                  <a:lnTo>
                    <a:pt x="3656" y="3261"/>
                  </a:lnTo>
                  <a:lnTo>
                    <a:pt x="3680" y="3193"/>
                  </a:lnTo>
                  <a:lnTo>
                    <a:pt x="3700" y="3122"/>
                  </a:lnTo>
                  <a:lnTo>
                    <a:pt x="3711" y="3048"/>
                  </a:lnTo>
                  <a:lnTo>
                    <a:pt x="3714" y="2972"/>
                  </a:lnTo>
                  <a:lnTo>
                    <a:pt x="3711" y="2896"/>
                  </a:lnTo>
                  <a:lnTo>
                    <a:pt x="3700" y="2823"/>
                  </a:lnTo>
                  <a:lnTo>
                    <a:pt x="3680" y="2752"/>
                  </a:lnTo>
                  <a:lnTo>
                    <a:pt x="3656" y="2683"/>
                  </a:lnTo>
                  <a:lnTo>
                    <a:pt x="3625" y="2618"/>
                  </a:lnTo>
                  <a:lnTo>
                    <a:pt x="3588" y="2556"/>
                  </a:lnTo>
                  <a:lnTo>
                    <a:pt x="3544" y="2500"/>
                  </a:lnTo>
                  <a:lnTo>
                    <a:pt x="3496" y="2447"/>
                  </a:lnTo>
                  <a:lnTo>
                    <a:pt x="3444" y="2399"/>
                  </a:lnTo>
                  <a:lnTo>
                    <a:pt x="3386" y="2356"/>
                  </a:lnTo>
                  <a:lnTo>
                    <a:pt x="3325" y="2319"/>
                  </a:lnTo>
                  <a:lnTo>
                    <a:pt x="3260" y="2288"/>
                  </a:lnTo>
                  <a:lnTo>
                    <a:pt x="3193" y="2262"/>
                  </a:lnTo>
                  <a:lnTo>
                    <a:pt x="3121" y="2244"/>
                  </a:lnTo>
                  <a:lnTo>
                    <a:pt x="3048" y="2232"/>
                  </a:lnTo>
                  <a:lnTo>
                    <a:pt x="2972" y="2229"/>
                  </a:lnTo>
                  <a:close/>
                  <a:moveTo>
                    <a:pt x="1238" y="2229"/>
                  </a:moveTo>
                  <a:lnTo>
                    <a:pt x="1734" y="2229"/>
                  </a:lnTo>
                  <a:lnTo>
                    <a:pt x="1734" y="2724"/>
                  </a:lnTo>
                  <a:lnTo>
                    <a:pt x="1238" y="2724"/>
                  </a:lnTo>
                  <a:lnTo>
                    <a:pt x="1238" y="2229"/>
                  </a:lnTo>
                  <a:close/>
                  <a:moveTo>
                    <a:pt x="495" y="2229"/>
                  </a:moveTo>
                  <a:lnTo>
                    <a:pt x="990" y="2229"/>
                  </a:lnTo>
                  <a:lnTo>
                    <a:pt x="990" y="2724"/>
                  </a:lnTo>
                  <a:lnTo>
                    <a:pt x="495" y="2724"/>
                  </a:lnTo>
                  <a:lnTo>
                    <a:pt x="495" y="2229"/>
                  </a:lnTo>
                  <a:close/>
                  <a:moveTo>
                    <a:pt x="2972" y="1982"/>
                  </a:moveTo>
                  <a:lnTo>
                    <a:pt x="3058" y="1985"/>
                  </a:lnTo>
                  <a:lnTo>
                    <a:pt x="3141" y="1996"/>
                  </a:lnTo>
                  <a:lnTo>
                    <a:pt x="3221" y="2013"/>
                  </a:lnTo>
                  <a:lnTo>
                    <a:pt x="3300" y="2037"/>
                  </a:lnTo>
                  <a:lnTo>
                    <a:pt x="3376" y="2067"/>
                  </a:lnTo>
                  <a:lnTo>
                    <a:pt x="3448" y="2103"/>
                  </a:lnTo>
                  <a:lnTo>
                    <a:pt x="3517" y="2144"/>
                  </a:lnTo>
                  <a:lnTo>
                    <a:pt x="3582" y="2191"/>
                  </a:lnTo>
                  <a:lnTo>
                    <a:pt x="3643" y="2243"/>
                  </a:lnTo>
                  <a:lnTo>
                    <a:pt x="3700" y="2300"/>
                  </a:lnTo>
                  <a:lnTo>
                    <a:pt x="3752" y="2361"/>
                  </a:lnTo>
                  <a:lnTo>
                    <a:pt x="3799" y="2426"/>
                  </a:lnTo>
                  <a:lnTo>
                    <a:pt x="3841" y="2495"/>
                  </a:lnTo>
                  <a:lnTo>
                    <a:pt x="3876" y="2567"/>
                  </a:lnTo>
                  <a:lnTo>
                    <a:pt x="3906" y="2643"/>
                  </a:lnTo>
                  <a:lnTo>
                    <a:pt x="3930" y="2722"/>
                  </a:lnTo>
                  <a:lnTo>
                    <a:pt x="3948" y="2803"/>
                  </a:lnTo>
                  <a:lnTo>
                    <a:pt x="3959" y="2887"/>
                  </a:lnTo>
                  <a:lnTo>
                    <a:pt x="3962" y="2972"/>
                  </a:lnTo>
                  <a:lnTo>
                    <a:pt x="3959" y="3058"/>
                  </a:lnTo>
                  <a:lnTo>
                    <a:pt x="3948" y="3141"/>
                  </a:lnTo>
                  <a:lnTo>
                    <a:pt x="3930" y="3222"/>
                  </a:lnTo>
                  <a:lnTo>
                    <a:pt x="3906" y="3300"/>
                  </a:lnTo>
                  <a:lnTo>
                    <a:pt x="3876" y="3376"/>
                  </a:lnTo>
                  <a:lnTo>
                    <a:pt x="3841" y="3448"/>
                  </a:lnTo>
                  <a:lnTo>
                    <a:pt x="3799" y="3518"/>
                  </a:lnTo>
                  <a:lnTo>
                    <a:pt x="3752" y="3583"/>
                  </a:lnTo>
                  <a:lnTo>
                    <a:pt x="3700" y="3643"/>
                  </a:lnTo>
                  <a:lnTo>
                    <a:pt x="3643" y="3700"/>
                  </a:lnTo>
                  <a:lnTo>
                    <a:pt x="3582" y="3752"/>
                  </a:lnTo>
                  <a:lnTo>
                    <a:pt x="3517" y="3799"/>
                  </a:lnTo>
                  <a:lnTo>
                    <a:pt x="3448" y="3841"/>
                  </a:lnTo>
                  <a:lnTo>
                    <a:pt x="3376" y="3877"/>
                  </a:lnTo>
                  <a:lnTo>
                    <a:pt x="3300" y="3907"/>
                  </a:lnTo>
                  <a:lnTo>
                    <a:pt x="3221" y="3931"/>
                  </a:lnTo>
                  <a:lnTo>
                    <a:pt x="3141" y="3948"/>
                  </a:lnTo>
                  <a:lnTo>
                    <a:pt x="3058" y="3959"/>
                  </a:lnTo>
                  <a:lnTo>
                    <a:pt x="2972" y="3963"/>
                  </a:lnTo>
                  <a:lnTo>
                    <a:pt x="2886" y="3959"/>
                  </a:lnTo>
                  <a:lnTo>
                    <a:pt x="2802" y="3948"/>
                  </a:lnTo>
                  <a:lnTo>
                    <a:pt x="2721" y="3931"/>
                  </a:lnTo>
                  <a:lnTo>
                    <a:pt x="2643" y="3907"/>
                  </a:lnTo>
                  <a:lnTo>
                    <a:pt x="2567" y="3877"/>
                  </a:lnTo>
                  <a:lnTo>
                    <a:pt x="2495" y="3841"/>
                  </a:lnTo>
                  <a:lnTo>
                    <a:pt x="2426" y="3799"/>
                  </a:lnTo>
                  <a:lnTo>
                    <a:pt x="2361" y="3752"/>
                  </a:lnTo>
                  <a:lnTo>
                    <a:pt x="2300" y="3700"/>
                  </a:lnTo>
                  <a:lnTo>
                    <a:pt x="2243" y="3643"/>
                  </a:lnTo>
                  <a:lnTo>
                    <a:pt x="2191" y="3583"/>
                  </a:lnTo>
                  <a:lnTo>
                    <a:pt x="2144" y="3518"/>
                  </a:lnTo>
                  <a:lnTo>
                    <a:pt x="2103" y="3448"/>
                  </a:lnTo>
                  <a:lnTo>
                    <a:pt x="2067" y="3376"/>
                  </a:lnTo>
                  <a:lnTo>
                    <a:pt x="2037" y="3300"/>
                  </a:lnTo>
                  <a:lnTo>
                    <a:pt x="2013" y="3222"/>
                  </a:lnTo>
                  <a:lnTo>
                    <a:pt x="1995" y="3141"/>
                  </a:lnTo>
                  <a:lnTo>
                    <a:pt x="1984" y="3058"/>
                  </a:lnTo>
                  <a:lnTo>
                    <a:pt x="1980" y="2972"/>
                  </a:lnTo>
                  <a:lnTo>
                    <a:pt x="1984" y="2887"/>
                  </a:lnTo>
                  <a:lnTo>
                    <a:pt x="1995" y="2803"/>
                  </a:lnTo>
                  <a:lnTo>
                    <a:pt x="2013" y="2722"/>
                  </a:lnTo>
                  <a:lnTo>
                    <a:pt x="2037" y="2643"/>
                  </a:lnTo>
                  <a:lnTo>
                    <a:pt x="2067" y="2567"/>
                  </a:lnTo>
                  <a:lnTo>
                    <a:pt x="2103" y="2495"/>
                  </a:lnTo>
                  <a:lnTo>
                    <a:pt x="2144" y="2426"/>
                  </a:lnTo>
                  <a:lnTo>
                    <a:pt x="2191" y="2361"/>
                  </a:lnTo>
                  <a:lnTo>
                    <a:pt x="2243" y="2300"/>
                  </a:lnTo>
                  <a:lnTo>
                    <a:pt x="2300" y="2243"/>
                  </a:lnTo>
                  <a:lnTo>
                    <a:pt x="2361" y="2191"/>
                  </a:lnTo>
                  <a:lnTo>
                    <a:pt x="2426" y="2144"/>
                  </a:lnTo>
                  <a:lnTo>
                    <a:pt x="2495" y="2103"/>
                  </a:lnTo>
                  <a:lnTo>
                    <a:pt x="2567" y="2067"/>
                  </a:lnTo>
                  <a:lnTo>
                    <a:pt x="2643" y="2037"/>
                  </a:lnTo>
                  <a:lnTo>
                    <a:pt x="2721" y="2013"/>
                  </a:lnTo>
                  <a:lnTo>
                    <a:pt x="2802" y="1996"/>
                  </a:lnTo>
                  <a:lnTo>
                    <a:pt x="2886" y="1985"/>
                  </a:lnTo>
                  <a:lnTo>
                    <a:pt x="2972" y="1982"/>
                  </a:lnTo>
                  <a:close/>
                  <a:moveTo>
                    <a:pt x="1980" y="1486"/>
                  </a:moveTo>
                  <a:lnTo>
                    <a:pt x="2476" y="1486"/>
                  </a:lnTo>
                  <a:lnTo>
                    <a:pt x="2476" y="1982"/>
                  </a:lnTo>
                  <a:lnTo>
                    <a:pt x="1980" y="1982"/>
                  </a:lnTo>
                  <a:lnTo>
                    <a:pt x="1980" y="1486"/>
                  </a:lnTo>
                  <a:close/>
                  <a:moveTo>
                    <a:pt x="1238" y="1486"/>
                  </a:moveTo>
                  <a:lnTo>
                    <a:pt x="1734" y="1486"/>
                  </a:lnTo>
                  <a:lnTo>
                    <a:pt x="1734" y="1982"/>
                  </a:lnTo>
                  <a:lnTo>
                    <a:pt x="1238" y="1982"/>
                  </a:lnTo>
                  <a:lnTo>
                    <a:pt x="1238" y="1486"/>
                  </a:lnTo>
                  <a:close/>
                  <a:moveTo>
                    <a:pt x="495" y="1486"/>
                  </a:moveTo>
                  <a:lnTo>
                    <a:pt x="990" y="1486"/>
                  </a:lnTo>
                  <a:lnTo>
                    <a:pt x="990" y="1982"/>
                  </a:lnTo>
                  <a:lnTo>
                    <a:pt x="495" y="1982"/>
                  </a:lnTo>
                  <a:lnTo>
                    <a:pt x="495" y="1486"/>
                  </a:lnTo>
                  <a:close/>
                  <a:moveTo>
                    <a:pt x="268" y="495"/>
                  </a:moveTo>
                  <a:lnTo>
                    <a:pt x="371" y="495"/>
                  </a:lnTo>
                  <a:lnTo>
                    <a:pt x="371" y="619"/>
                  </a:lnTo>
                  <a:lnTo>
                    <a:pt x="374" y="659"/>
                  </a:lnTo>
                  <a:lnTo>
                    <a:pt x="384" y="697"/>
                  </a:lnTo>
                  <a:lnTo>
                    <a:pt x="399" y="732"/>
                  </a:lnTo>
                  <a:lnTo>
                    <a:pt x="419" y="765"/>
                  </a:lnTo>
                  <a:lnTo>
                    <a:pt x="444" y="794"/>
                  </a:lnTo>
                  <a:lnTo>
                    <a:pt x="473" y="819"/>
                  </a:lnTo>
                  <a:lnTo>
                    <a:pt x="505" y="839"/>
                  </a:lnTo>
                  <a:lnTo>
                    <a:pt x="541" y="854"/>
                  </a:lnTo>
                  <a:lnTo>
                    <a:pt x="579" y="864"/>
                  </a:lnTo>
                  <a:lnTo>
                    <a:pt x="619" y="867"/>
                  </a:lnTo>
                  <a:lnTo>
                    <a:pt x="659" y="864"/>
                  </a:lnTo>
                  <a:lnTo>
                    <a:pt x="697" y="854"/>
                  </a:lnTo>
                  <a:lnTo>
                    <a:pt x="732" y="839"/>
                  </a:lnTo>
                  <a:lnTo>
                    <a:pt x="765" y="819"/>
                  </a:lnTo>
                  <a:lnTo>
                    <a:pt x="794" y="794"/>
                  </a:lnTo>
                  <a:lnTo>
                    <a:pt x="819" y="765"/>
                  </a:lnTo>
                  <a:lnTo>
                    <a:pt x="838" y="732"/>
                  </a:lnTo>
                  <a:lnTo>
                    <a:pt x="854" y="697"/>
                  </a:lnTo>
                  <a:lnTo>
                    <a:pt x="864" y="659"/>
                  </a:lnTo>
                  <a:lnTo>
                    <a:pt x="866" y="619"/>
                  </a:lnTo>
                  <a:lnTo>
                    <a:pt x="866" y="495"/>
                  </a:lnTo>
                  <a:lnTo>
                    <a:pt x="2353" y="495"/>
                  </a:lnTo>
                  <a:lnTo>
                    <a:pt x="2353" y="619"/>
                  </a:lnTo>
                  <a:lnTo>
                    <a:pt x="2355" y="659"/>
                  </a:lnTo>
                  <a:lnTo>
                    <a:pt x="2365" y="697"/>
                  </a:lnTo>
                  <a:lnTo>
                    <a:pt x="2380" y="732"/>
                  </a:lnTo>
                  <a:lnTo>
                    <a:pt x="2400" y="765"/>
                  </a:lnTo>
                  <a:lnTo>
                    <a:pt x="2425" y="794"/>
                  </a:lnTo>
                  <a:lnTo>
                    <a:pt x="2454" y="819"/>
                  </a:lnTo>
                  <a:lnTo>
                    <a:pt x="2487" y="839"/>
                  </a:lnTo>
                  <a:lnTo>
                    <a:pt x="2521" y="854"/>
                  </a:lnTo>
                  <a:lnTo>
                    <a:pt x="2560" y="864"/>
                  </a:lnTo>
                  <a:lnTo>
                    <a:pt x="2600" y="867"/>
                  </a:lnTo>
                  <a:lnTo>
                    <a:pt x="2641" y="864"/>
                  </a:lnTo>
                  <a:lnTo>
                    <a:pt x="2678" y="854"/>
                  </a:lnTo>
                  <a:lnTo>
                    <a:pt x="2714" y="839"/>
                  </a:lnTo>
                  <a:lnTo>
                    <a:pt x="2747" y="819"/>
                  </a:lnTo>
                  <a:lnTo>
                    <a:pt x="2776" y="794"/>
                  </a:lnTo>
                  <a:lnTo>
                    <a:pt x="2800" y="765"/>
                  </a:lnTo>
                  <a:lnTo>
                    <a:pt x="2820" y="732"/>
                  </a:lnTo>
                  <a:lnTo>
                    <a:pt x="2835" y="697"/>
                  </a:lnTo>
                  <a:lnTo>
                    <a:pt x="2844" y="659"/>
                  </a:lnTo>
                  <a:lnTo>
                    <a:pt x="2848" y="619"/>
                  </a:lnTo>
                  <a:lnTo>
                    <a:pt x="2848" y="495"/>
                  </a:lnTo>
                  <a:lnTo>
                    <a:pt x="2952" y="495"/>
                  </a:lnTo>
                  <a:lnTo>
                    <a:pt x="2995" y="498"/>
                  </a:lnTo>
                  <a:lnTo>
                    <a:pt x="3036" y="509"/>
                  </a:lnTo>
                  <a:lnTo>
                    <a:pt x="3074" y="526"/>
                  </a:lnTo>
                  <a:lnTo>
                    <a:pt x="3109" y="548"/>
                  </a:lnTo>
                  <a:lnTo>
                    <a:pt x="3141" y="574"/>
                  </a:lnTo>
                  <a:lnTo>
                    <a:pt x="3167" y="607"/>
                  </a:lnTo>
                  <a:lnTo>
                    <a:pt x="3189" y="642"/>
                  </a:lnTo>
                  <a:lnTo>
                    <a:pt x="3206" y="682"/>
                  </a:lnTo>
                  <a:lnTo>
                    <a:pt x="3215" y="724"/>
                  </a:lnTo>
                  <a:lnTo>
                    <a:pt x="3219" y="767"/>
                  </a:lnTo>
                  <a:lnTo>
                    <a:pt x="3219" y="1733"/>
                  </a:lnTo>
                  <a:lnTo>
                    <a:pt x="2972" y="1733"/>
                  </a:lnTo>
                  <a:lnTo>
                    <a:pt x="2972" y="1238"/>
                  </a:lnTo>
                  <a:lnTo>
                    <a:pt x="248" y="1238"/>
                  </a:lnTo>
                  <a:lnTo>
                    <a:pt x="248" y="2947"/>
                  </a:lnTo>
                  <a:lnTo>
                    <a:pt x="250" y="2959"/>
                  </a:lnTo>
                  <a:lnTo>
                    <a:pt x="258" y="2969"/>
                  </a:lnTo>
                  <a:lnTo>
                    <a:pt x="268" y="2972"/>
                  </a:lnTo>
                  <a:lnTo>
                    <a:pt x="1734" y="2972"/>
                  </a:lnTo>
                  <a:lnTo>
                    <a:pt x="1734" y="3219"/>
                  </a:lnTo>
                  <a:lnTo>
                    <a:pt x="268" y="3219"/>
                  </a:lnTo>
                  <a:lnTo>
                    <a:pt x="225" y="3216"/>
                  </a:lnTo>
                  <a:lnTo>
                    <a:pt x="183" y="3206"/>
                  </a:lnTo>
                  <a:lnTo>
                    <a:pt x="144" y="3189"/>
                  </a:lnTo>
                  <a:lnTo>
                    <a:pt x="109" y="3167"/>
                  </a:lnTo>
                  <a:lnTo>
                    <a:pt x="78" y="3140"/>
                  </a:lnTo>
                  <a:lnTo>
                    <a:pt x="52" y="3108"/>
                  </a:lnTo>
                  <a:lnTo>
                    <a:pt x="30" y="3072"/>
                  </a:lnTo>
                  <a:lnTo>
                    <a:pt x="13" y="3034"/>
                  </a:lnTo>
                  <a:lnTo>
                    <a:pt x="3" y="2991"/>
                  </a:lnTo>
                  <a:lnTo>
                    <a:pt x="0" y="2947"/>
                  </a:lnTo>
                  <a:lnTo>
                    <a:pt x="0" y="767"/>
                  </a:lnTo>
                  <a:lnTo>
                    <a:pt x="3" y="724"/>
                  </a:lnTo>
                  <a:lnTo>
                    <a:pt x="13" y="682"/>
                  </a:lnTo>
                  <a:lnTo>
                    <a:pt x="30" y="642"/>
                  </a:lnTo>
                  <a:lnTo>
                    <a:pt x="52" y="607"/>
                  </a:lnTo>
                  <a:lnTo>
                    <a:pt x="78" y="574"/>
                  </a:lnTo>
                  <a:lnTo>
                    <a:pt x="109" y="548"/>
                  </a:lnTo>
                  <a:lnTo>
                    <a:pt x="144" y="526"/>
                  </a:lnTo>
                  <a:lnTo>
                    <a:pt x="183" y="509"/>
                  </a:lnTo>
                  <a:lnTo>
                    <a:pt x="225" y="498"/>
                  </a:lnTo>
                  <a:lnTo>
                    <a:pt x="268" y="495"/>
                  </a:lnTo>
                  <a:close/>
                  <a:moveTo>
                    <a:pt x="2600" y="0"/>
                  </a:moveTo>
                  <a:lnTo>
                    <a:pt x="2629" y="3"/>
                  </a:lnTo>
                  <a:lnTo>
                    <a:pt x="2654" y="13"/>
                  </a:lnTo>
                  <a:lnTo>
                    <a:pt x="2678" y="27"/>
                  </a:lnTo>
                  <a:lnTo>
                    <a:pt x="2696" y="47"/>
                  </a:lnTo>
                  <a:lnTo>
                    <a:pt x="2712" y="69"/>
                  </a:lnTo>
                  <a:lnTo>
                    <a:pt x="2720" y="95"/>
                  </a:lnTo>
                  <a:lnTo>
                    <a:pt x="2724" y="124"/>
                  </a:lnTo>
                  <a:lnTo>
                    <a:pt x="2724" y="619"/>
                  </a:lnTo>
                  <a:lnTo>
                    <a:pt x="2720" y="648"/>
                  </a:lnTo>
                  <a:lnTo>
                    <a:pt x="2712" y="673"/>
                  </a:lnTo>
                  <a:lnTo>
                    <a:pt x="2696" y="696"/>
                  </a:lnTo>
                  <a:lnTo>
                    <a:pt x="2678" y="715"/>
                  </a:lnTo>
                  <a:lnTo>
                    <a:pt x="2654" y="730"/>
                  </a:lnTo>
                  <a:lnTo>
                    <a:pt x="2629" y="739"/>
                  </a:lnTo>
                  <a:lnTo>
                    <a:pt x="2600" y="743"/>
                  </a:lnTo>
                  <a:lnTo>
                    <a:pt x="2572" y="739"/>
                  </a:lnTo>
                  <a:lnTo>
                    <a:pt x="2546" y="730"/>
                  </a:lnTo>
                  <a:lnTo>
                    <a:pt x="2523" y="715"/>
                  </a:lnTo>
                  <a:lnTo>
                    <a:pt x="2503" y="696"/>
                  </a:lnTo>
                  <a:lnTo>
                    <a:pt x="2489" y="673"/>
                  </a:lnTo>
                  <a:lnTo>
                    <a:pt x="2479" y="648"/>
                  </a:lnTo>
                  <a:lnTo>
                    <a:pt x="2476" y="619"/>
                  </a:lnTo>
                  <a:lnTo>
                    <a:pt x="2476" y="124"/>
                  </a:lnTo>
                  <a:lnTo>
                    <a:pt x="2479" y="95"/>
                  </a:lnTo>
                  <a:lnTo>
                    <a:pt x="2489" y="69"/>
                  </a:lnTo>
                  <a:lnTo>
                    <a:pt x="2503" y="47"/>
                  </a:lnTo>
                  <a:lnTo>
                    <a:pt x="2523" y="27"/>
                  </a:lnTo>
                  <a:lnTo>
                    <a:pt x="2546" y="13"/>
                  </a:lnTo>
                  <a:lnTo>
                    <a:pt x="2572" y="3"/>
                  </a:lnTo>
                  <a:lnTo>
                    <a:pt x="2600" y="0"/>
                  </a:lnTo>
                  <a:close/>
                  <a:moveTo>
                    <a:pt x="619" y="0"/>
                  </a:moveTo>
                  <a:lnTo>
                    <a:pt x="647" y="3"/>
                  </a:lnTo>
                  <a:lnTo>
                    <a:pt x="673" y="13"/>
                  </a:lnTo>
                  <a:lnTo>
                    <a:pt x="696" y="27"/>
                  </a:lnTo>
                  <a:lnTo>
                    <a:pt x="715" y="47"/>
                  </a:lnTo>
                  <a:lnTo>
                    <a:pt x="730" y="69"/>
                  </a:lnTo>
                  <a:lnTo>
                    <a:pt x="740" y="95"/>
                  </a:lnTo>
                  <a:lnTo>
                    <a:pt x="743" y="124"/>
                  </a:lnTo>
                  <a:lnTo>
                    <a:pt x="743" y="619"/>
                  </a:lnTo>
                  <a:lnTo>
                    <a:pt x="740" y="648"/>
                  </a:lnTo>
                  <a:lnTo>
                    <a:pt x="730" y="673"/>
                  </a:lnTo>
                  <a:lnTo>
                    <a:pt x="715" y="696"/>
                  </a:lnTo>
                  <a:lnTo>
                    <a:pt x="696" y="715"/>
                  </a:lnTo>
                  <a:lnTo>
                    <a:pt x="673" y="730"/>
                  </a:lnTo>
                  <a:lnTo>
                    <a:pt x="647" y="739"/>
                  </a:lnTo>
                  <a:lnTo>
                    <a:pt x="619" y="743"/>
                  </a:lnTo>
                  <a:lnTo>
                    <a:pt x="590" y="739"/>
                  </a:lnTo>
                  <a:lnTo>
                    <a:pt x="565" y="730"/>
                  </a:lnTo>
                  <a:lnTo>
                    <a:pt x="542" y="715"/>
                  </a:lnTo>
                  <a:lnTo>
                    <a:pt x="523" y="696"/>
                  </a:lnTo>
                  <a:lnTo>
                    <a:pt x="508" y="673"/>
                  </a:lnTo>
                  <a:lnTo>
                    <a:pt x="499" y="648"/>
                  </a:lnTo>
                  <a:lnTo>
                    <a:pt x="495" y="619"/>
                  </a:lnTo>
                  <a:lnTo>
                    <a:pt x="495" y="124"/>
                  </a:lnTo>
                  <a:lnTo>
                    <a:pt x="499" y="95"/>
                  </a:lnTo>
                  <a:lnTo>
                    <a:pt x="508" y="69"/>
                  </a:lnTo>
                  <a:lnTo>
                    <a:pt x="523" y="47"/>
                  </a:lnTo>
                  <a:lnTo>
                    <a:pt x="542" y="27"/>
                  </a:lnTo>
                  <a:lnTo>
                    <a:pt x="565" y="13"/>
                  </a:lnTo>
                  <a:lnTo>
                    <a:pt x="590" y="3"/>
                  </a:lnTo>
                  <a:lnTo>
                    <a:pt x="619" y="0"/>
                  </a:lnTo>
                  <a:close/>
                </a:path>
              </a:pathLst>
            </a:custGeom>
            <a:solidFill>
              <a:schemeClr val="accent3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6" name="그룹 60"/>
          <p:cNvGrpSpPr/>
          <p:nvPr/>
        </p:nvGrpSpPr>
        <p:grpSpPr>
          <a:xfrm>
            <a:off x="4075907" y="2991093"/>
            <a:ext cx="1884180" cy="1488466"/>
            <a:chOff x="4075907" y="2991093"/>
            <a:chExt cx="1884180" cy="1488466"/>
          </a:xfrm>
        </p:grpSpPr>
        <p:sp>
          <p:nvSpPr>
            <p:cNvPr id="110" name="Freeform 26"/>
            <p:cNvSpPr>
              <a:spLocks noEditPoints="1"/>
            </p:cNvSpPr>
            <p:nvPr/>
          </p:nvSpPr>
          <p:spPr bwMode="auto">
            <a:xfrm>
              <a:off x="4075907" y="2991093"/>
              <a:ext cx="1884180" cy="1488466"/>
            </a:xfrm>
            <a:custGeom>
              <a:avLst/>
              <a:gdLst>
                <a:gd name="T0" fmla="*/ 667 w 2078"/>
                <a:gd name="T1" fmla="*/ 130 h 1640"/>
                <a:gd name="T2" fmla="*/ 477 w 2078"/>
                <a:gd name="T3" fmla="*/ 194 h 1640"/>
                <a:gd name="T4" fmla="*/ 312 w 2078"/>
                <a:gd name="T5" fmla="*/ 310 h 1640"/>
                <a:gd name="T6" fmla="*/ 185 w 2078"/>
                <a:gd name="T7" fmla="*/ 472 h 1640"/>
                <a:gd name="T8" fmla="*/ 110 w 2078"/>
                <a:gd name="T9" fmla="*/ 670 h 1640"/>
                <a:gd name="T10" fmla="*/ 96 w 2078"/>
                <a:gd name="T11" fmla="*/ 877 h 1640"/>
                <a:gd name="T12" fmla="*/ 143 w 2078"/>
                <a:gd name="T13" fmla="*/ 1074 h 1640"/>
                <a:gd name="T14" fmla="*/ 242 w 2078"/>
                <a:gd name="T15" fmla="*/ 1248 h 1640"/>
                <a:gd name="T16" fmla="*/ 389 w 2078"/>
                <a:gd name="T17" fmla="*/ 1388 h 1640"/>
                <a:gd name="T18" fmla="*/ 578 w 2078"/>
                <a:gd name="T19" fmla="*/ 1482 h 1640"/>
                <a:gd name="T20" fmla="*/ 784 w 2078"/>
                <a:gd name="T21" fmla="*/ 1516 h 1640"/>
                <a:gd name="T22" fmla="*/ 985 w 2078"/>
                <a:gd name="T23" fmla="*/ 1489 h 1640"/>
                <a:gd name="T24" fmla="*/ 1169 w 2078"/>
                <a:gd name="T25" fmla="*/ 1407 h 1640"/>
                <a:gd name="T26" fmla="*/ 1321 w 2078"/>
                <a:gd name="T27" fmla="*/ 1275 h 1640"/>
                <a:gd name="T28" fmla="*/ 1433 w 2078"/>
                <a:gd name="T29" fmla="*/ 1101 h 1640"/>
                <a:gd name="T30" fmla="*/ 1488 w 2078"/>
                <a:gd name="T31" fmla="*/ 894 h 1640"/>
                <a:gd name="T32" fmla="*/ 1480 w 2078"/>
                <a:gd name="T33" fmla="*/ 691 h 1640"/>
                <a:gd name="T34" fmla="*/ 1416 w 2078"/>
                <a:gd name="T35" fmla="*/ 501 h 1640"/>
                <a:gd name="T36" fmla="*/ 1300 w 2078"/>
                <a:gd name="T37" fmla="*/ 336 h 1640"/>
                <a:gd name="T38" fmla="*/ 1139 w 2078"/>
                <a:gd name="T39" fmla="*/ 209 h 1640"/>
                <a:gd name="T40" fmla="*/ 941 w 2078"/>
                <a:gd name="T41" fmla="*/ 134 h 1640"/>
                <a:gd name="T42" fmla="*/ 794 w 2078"/>
                <a:gd name="T43" fmla="*/ 0 h 1640"/>
                <a:gd name="T44" fmla="*/ 1011 w 2078"/>
                <a:gd name="T45" fmla="*/ 20 h 1640"/>
                <a:gd name="T46" fmla="*/ 1173 w 2078"/>
                <a:gd name="T47" fmla="*/ 81 h 1640"/>
                <a:gd name="T48" fmla="*/ 1309 w 2078"/>
                <a:gd name="T49" fmla="*/ 178 h 1640"/>
                <a:gd name="T50" fmla="*/ 1447 w 2078"/>
                <a:gd name="T51" fmla="*/ 310 h 1640"/>
                <a:gd name="T52" fmla="*/ 1579 w 2078"/>
                <a:gd name="T53" fmla="*/ 467 h 1640"/>
                <a:gd name="T54" fmla="*/ 1706 w 2078"/>
                <a:gd name="T55" fmla="*/ 634 h 1640"/>
                <a:gd name="T56" fmla="*/ 1819 w 2078"/>
                <a:gd name="T57" fmla="*/ 801 h 1640"/>
                <a:gd name="T58" fmla="*/ 1917 w 2078"/>
                <a:gd name="T59" fmla="*/ 956 h 1640"/>
                <a:gd name="T60" fmla="*/ 1996 w 2078"/>
                <a:gd name="T61" fmla="*/ 1087 h 1640"/>
                <a:gd name="T62" fmla="*/ 2051 w 2078"/>
                <a:gd name="T63" fmla="*/ 1183 h 1640"/>
                <a:gd name="T64" fmla="*/ 2077 w 2078"/>
                <a:gd name="T65" fmla="*/ 1232 h 1640"/>
                <a:gd name="T66" fmla="*/ 2064 w 2078"/>
                <a:gd name="T67" fmla="*/ 1241 h 1640"/>
                <a:gd name="T68" fmla="*/ 1997 w 2078"/>
                <a:gd name="T69" fmla="*/ 1273 h 1640"/>
                <a:gd name="T70" fmla="*/ 1882 w 2078"/>
                <a:gd name="T71" fmla="*/ 1323 h 1640"/>
                <a:gd name="T72" fmla="*/ 1731 w 2078"/>
                <a:gd name="T73" fmla="*/ 1387 h 1640"/>
                <a:gd name="T74" fmla="*/ 1552 w 2078"/>
                <a:gd name="T75" fmla="*/ 1455 h 1640"/>
                <a:gd name="T76" fmla="*/ 1358 w 2078"/>
                <a:gd name="T77" fmla="*/ 1523 h 1640"/>
                <a:gd name="T78" fmla="*/ 1157 w 2078"/>
                <a:gd name="T79" fmla="*/ 1581 h 1640"/>
                <a:gd name="T80" fmla="*/ 958 w 2078"/>
                <a:gd name="T81" fmla="*/ 1623 h 1640"/>
                <a:gd name="T82" fmla="*/ 776 w 2078"/>
                <a:gd name="T83" fmla="*/ 1640 h 1640"/>
                <a:gd name="T84" fmla="*/ 617 w 2078"/>
                <a:gd name="T85" fmla="*/ 1628 h 1640"/>
                <a:gd name="T86" fmla="*/ 435 w 2078"/>
                <a:gd name="T87" fmla="*/ 1558 h 1640"/>
                <a:gd name="T88" fmla="*/ 258 w 2078"/>
                <a:gd name="T89" fmla="*/ 1431 h 1640"/>
                <a:gd name="T90" fmla="*/ 124 w 2078"/>
                <a:gd name="T91" fmla="*/ 1267 h 1640"/>
                <a:gd name="T92" fmla="*/ 37 w 2078"/>
                <a:gd name="T93" fmla="*/ 1074 h 1640"/>
                <a:gd name="T94" fmla="*/ 0 w 2078"/>
                <a:gd name="T95" fmla="*/ 863 h 1640"/>
                <a:gd name="T96" fmla="*/ 19 w 2078"/>
                <a:gd name="T97" fmla="*/ 645 h 1640"/>
                <a:gd name="T98" fmla="*/ 99 w 2078"/>
                <a:gd name="T99" fmla="*/ 434 h 1640"/>
                <a:gd name="T100" fmla="*/ 226 w 2078"/>
                <a:gd name="T101" fmla="*/ 259 h 1640"/>
                <a:gd name="T102" fmla="*/ 390 w 2078"/>
                <a:gd name="T103" fmla="*/ 126 h 1640"/>
                <a:gd name="T104" fmla="*/ 583 w 2078"/>
                <a:gd name="T105" fmla="*/ 37 h 1640"/>
                <a:gd name="T106" fmla="*/ 794 w 2078"/>
                <a:gd name="T107" fmla="*/ 0 h 16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2078" h="1640">
                  <a:moveTo>
                    <a:pt x="802" y="119"/>
                  </a:moveTo>
                  <a:lnTo>
                    <a:pt x="733" y="122"/>
                  </a:lnTo>
                  <a:lnTo>
                    <a:pt x="667" y="130"/>
                  </a:lnTo>
                  <a:lnTo>
                    <a:pt x="601" y="146"/>
                  </a:lnTo>
                  <a:lnTo>
                    <a:pt x="537" y="167"/>
                  </a:lnTo>
                  <a:lnTo>
                    <a:pt x="477" y="194"/>
                  </a:lnTo>
                  <a:lnTo>
                    <a:pt x="417" y="228"/>
                  </a:lnTo>
                  <a:lnTo>
                    <a:pt x="363" y="267"/>
                  </a:lnTo>
                  <a:lnTo>
                    <a:pt x="312" y="310"/>
                  </a:lnTo>
                  <a:lnTo>
                    <a:pt x="265" y="360"/>
                  </a:lnTo>
                  <a:lnTo>
                    <a:pt x="223" y="413"/>
                  </a:lnTo>
                  <a:lnTo>
                    <a:pt x="185" y="472"/>
                  </a:lnTo>
                  <a:lnTo>
                    <a:pt x="154" y="534"/>
                  </a:lnTo>
                  <a:lnTo>
                    <a:pt x="129" y="602"/>
                  </a:lnTo>
                  <a:lnTo>
                    <a:pt x="110" y="670"/>
                  </a:lnTo>
                  <a:lnTo>
                    <a:pt x="99" y="739"/>
                  </a:lnTo>
                  <a:lnTo>
                    <a:pt x="95" y="808"/>
                  </a:lnTo>
                  <a:lnTo>
                    <a:pt x="96" y="877"/>
                  </a:lnTo>
                  <a:lnTo>
                    <a:pt x="106" y="944"/>
                  </a:lnTo>
                  <a:lnTo>
                    <a:pt x="122" y="1010"/>
                  </a:lnTo>
                  <a:lnTo>
                    <a:pt x="143" y="1074"/>
                  </a:lnTo>
                  <a:lnTo>
                    <a:pt x="170" y="1134"/>
                  </a:lnTo>
                  <a:lnTo>
                    <a:pt x="204" y="1192"/>
                  </a:lnTo>
                  <a:lnTo>
                    <a:pt x="242" y="1248"/>
                  </a:lnTo>
                  <a:lnTo>
                    <a:pt x="286" y="1299"/>
                  </a:lnTo>
                  <a:lnTo>
                    <a:pt x="335" y="1346"/>
                  </a:lnTo>
                  <a:lnTo>
                    <a:pt x="389" y="1388"/>
                  </a:lnTo>
                  <a:lnTo>
                    <a:pt x="448" y="1424"/>
                  </a:lnTo>
                  <a:lnTo>
                    <a:pt x="510" y="1457"/>
                  </a:lnTo>
                  <a:lnTo>
                    <a:pt x="578" y="1482"/>
                  </a:lnTo>
                  <a:lnTo>
                    <a:pt x="647" y="1500"/>
                  </a:lnTo>
                  <a:lnTo>
                    <a:pt x="715" y="1512"/>
                  </a:lnTo>
                  <a:lnTo>
                    <a:pt x="784" y="1516"/>
                  </a:lnTo>
                  <a:lnTo>
                    <a:pt x="853" y="1513"/>
                  </a:lnTo>
                  <a:lnTo>
                    <a:pt x="920" y="1504"/>
                  </a:lnTo>
                  <a:lnTo>
                    <a:pt x="985" y="1489"/>
                  </a:lnTo>
                  <a:lnTo>
                    <a:pt x="1050" y="1468"/>
                  </a:lnTo>
                  <a:lnTo>
                    <a:pt x="1111" y="1439"/>
                  </a:lnTo>
                  <a:lnTo>
                    <a:pt x="1169" y="1407"/>
                  </a:lnTo>
                  <a:lnTo>
                    <a:pt x="1224" y="1368"/>
                  </a:lnTo>
                  <a:lnTo>
                    <a:pt x="1275" y="1325"/>
                  </a:lnTo>
                  <a:lnTo>
                    <a:pt x="1321" y="1275"/>
                  </a:lnTo>
                  <a:lnTo>
                    <a:pt x="1364" y="1221"/>
                  </a:lnTo>
                  <a:lnTo>
                    <a:pt x="1401" y="1163"/>
                  </a:lnTo>
                  <a:lnTo>
                    <a:pt x="1433" y="1101"/>
                  </a:lnTo>
                  <a:lnTo>
                    <a:pt x="1457" y="1033"/>
                  </a:lnTo>
                  <a:lnTo>
                    <a:pt x="1476" y="965"/>
                  </a:lnTo>
                  <a:lnTo>
                    <a:pt x="1488" y="894"/>
                  </a:lnTo>
                  <a:lnTo>
                    <a:pt x="1492" y="826"/>
                  </a:lnTo>
                  <a:lnTo>
                    <a:pt x="1490" y="758"/>
                  </a:lnTo>
                  <a:lnTo>
                    <a:pt x="1480" y="691"/>
                  </a:lnTo>
                  <a:lnTo>
                    <a:pt x="1465" y="625"/>
                  </a:lnTo>
                  <a:lnTo>
                    <a:pt x="1444" y="561"/>
                  </a:lnTo>
                  <a:lnTo>
                    <a:pt x="1416" y="501"/>
                  </a:lnTo>
                  <a:lnTo>
                    <a:pt x="1383" y="441"/>
                  </a:lnTo>
                  <a:lnTo>
                    <a:pt x="1344" y="387"/>
                  </a:lnTo>
                  <a:lnTo>
                    <a:pt x="1300" y="336"/>
                  </a:lnTo>
                  <a:lnTo>
                    <a:pt x="1251" y="289"/>
                  </a:lnTo>
                  <a:lnTo>
                    <a:pt x="1197" y="247"/>
                  </a:lnTo>
                  <a:lnTo>
                    <a:pt x="1139" y="209"/>
                  </a:lnTo>
                  <a:lnTo>
                    <a:pt x="1076" y="178"/>
                  </a:lnTo>
                  <a:lnTo>
                    <a:pt x="1009" y="153"/>
                  </a:lnTo>
                  <a:lnTo>
                    <a:pt x="941" y="134"/>
                  </a:lnTo>
                  <a:lnTo>
                    <a:pt x="871" y="123"/>
                  </a:lnTo>
                  <a:lnTo>
                    <a:pt x="802" y="119"/>
                  </a:lnTo>
                  <a:close/>
                  <a:moveTo>
                    <a:pt x="794" y="0"/>
                  </a:moveTo>
                  <a:lnTo>
                    <a:pt x="865" y="0"/>
                  </a:lnTo>
                  <a:lnTo>
                    <a:pt x="938" y="7"/>
                  </a:lnTo>
                  <a:lnTo>
                    <a:pt x="1011" y="20"/>
                  </a:lnTo>
                  <a:lnTo>
                    <a:pt x="1084" y="41"/>
                  </a:lnTo>
                  <a:lnTo>
                    <a:pt x="1128" y="58"/>
                  </a:lnTo>
                  <a:lnTo>
                    <a:pt x="1173" y="81"/>
                  </a:lnTo>
                  <a:lnTo>
                    <a:pt x="1217" y="108"/>
                  </a:lnTo>
                  <a:lnTo>
                    <a:pt x="1263" y="140"/>
                  </a:lnTo>
                  <a:lnTo>
                    <a:pt x="1309" y="178"/>
                  </a:lnTo>
                  <a:lnTo>
                    <a:pt x="1355" y="219"/>
                  </a:lnTo>
                  <a:lnTo>
                    <a:pt x="1401" y="263"/>
                  </a:lnTo>
                  <a:lnTo>
                    <a:pt x="1447" y="310"/>
                  </a:lnTo>
                  <a:lnTo>
                    <a:pt x="1491" y="360"/>
                  </a:lnTo>
                  <a:lnTo>
                    <a:pt x="1536" y="413"/>
                  </a:lnTo>
                  <a:lnTo>
                    <a:pt x="1579" y="467"/>
                  </a:lnTo>
                  <a:lnTo>
                    <a:pt x="1622" y="522"/>
                  </a:lnTo>
                  <a:lnTo>
                    <a:pt x="1664" y="577"/>
                  </a:lnTo>
                  <a:lnTo>
                    <a:pt x="1706" y="634"/>
                  </a:lnTo>
                  <a:lnTo>
                    <a:pt x="1745" y="691"/>
                  </a:lnTo>
                  <a:lnTo>
                    <a:pt x="1782" y="746"/>
                  </a:lnTo>
                  <a:lnTo>
                    <a:pt x="1819" y="801"/>
                  </a:lnTo>
                  <a:lnTo>
                    <a:pt x="1854" y="855"/>
                  </a:lnTo>
                  <a:lnTo>
                    <a:pt x="1886" y="907"/>
                  </a:lnTo>
                  <a:lnTo>
                    <a:pt x="1917" y="956"/>
                  </a:lnTo>
                  <a:lnTo>
                    <a:pt x="1946" y="1004"/>
                  </a:lnTo>
                  <a:lnTo>
                    <a:pt x="1973" y="1048"/>
                  </a:lnTo>
                  <a:lnTo>
                    <a:pt x="1996" y="1087"/>
                  </a:lnTo>
                  <a:lnTo>
                    <a:pt x="2017" y="1124"/>
                  </a:lnTo>
                  <a:lnTo>
                    <a:pt x="2035" y="1156"/>
                  </a:lnTo>
                  <a:lnTo>
                    <a:pt x="2051" y="1183"/>
                  </a:lnTo>
                  <a:lnTo>
                    <a:pt x="2063" y="1205"/>
                  </a:lnTo>
                  <a:lnTo>
                    <a:pt x="2071" y="1221"/>
                  </a:lnTo>
                  <a:lnTo>
                    <a:pt x="2077" y="1232"/>
                  </a:lnTo>
                  <a:lnTo>
                    <a:pt x="2078" y="1234"/>
                  </a:lnTo>
                  <a:lnTo>
                    <a:pt x="2075" y="1237"/>
                  </a:lnTo>
                  <a:lnTo>
                    <a:pt x="2064" y="1241"/>
                  </a:lnTo>
                  <a:lnTo>
                    <a:pt x="2048" y="1249"/>
                  </a:lnTo>
                  <a:lnTo>
                    <a:pt x="2025" y="1260"/>
                  </a:lnTo>
                  <a:lnTo>
                    <a:pt x="1997" y="1273"/>
                  </a:lnTo>
                  <a:lnTo>
                    <a:pt x="1963" y="1288"/>
                  </a:lnTo>
                  <a:lnTo>
                    <a:pt x="1926" y="1306"/>
                  </a:lnTo>
                  <a:lnTo>
                    <a:pt x="1882" y="1323"/>
                  </a:lnTo>
                  <a:lnTo>
                    <a:pt x="1835" y="1343"/>
                  </a:lnTo>
                  <a:lnTo>
                    <a:pt x="1785" y="1365"/>
                  </a:lnTo>
                  <a:lnTo>
                    <a:pt x="1731" y="1387"/>
                  </a:lnTo>
                  <a:lnTo>
                    <a:pt x="1673" y="1410"/>
                  </a:lnTo>
                  <a:lnTo>
                    <a:pt x="1614" y="1433"/>
                  </a:lnTo>
                  <a:lnTo>
                    <a:pt x="1552" y="1455"/>
                  </a:lnTo>
                  <a:lnTo>
                    <a:pt x="1488" y="1478"/>
                  </a:lnTo>
                  <a:lnTo>
                    <a:pt x="1424" y="1501"/>
                  </a:lnTo>
                  <a:lnTo>
                    <a:pt x="1358" y="1523"/>
                  </a:lnTo>
                  <a:lnTo>
                    <a:pt x="1290" y="1543"/>
                  </a:lnTo>
                  <a:lnTo>
                    <a:pt x="1223" y="1563"/>
                  </a:lnTo>
                  <a:lnTo>
                    <a:pt x="1157" y="1581"/>
                  </a:lnTo>
                  <a:lnTo>
                    <a:pt x="1089" y="1597"/>
                  </a:lnTo>
                  <a:lnTo>
                    <a:pt x="1023" y="1611"/>
                  </a:lnTo>
                  <a:lnTo>
                    <a:pt x="958" y="1623"/>
                  </a:lnTo>
                  <a:lnTo>
                    <a:pt x="896" y="1631"/>
                  </a:lnTo>
                  <a:lnTo>
                    <a:pt x="834" y="1638"/>
                  </a:lnTo>
                  <a:lnTo>
                    <a:pt x="776" y="1640"/>
                  </a:lnTo>
                  <a:lnTo>
                    <a:pt x="719" y="1640"/>
                  </a:lnTo>
                  <a:lnTo>
                    <a:pt x="667" y="1636"/>
                  </a:lnTo>
                  <a:lnTo>
                    <a:pt x="617" y="1628"/>
                  </a:lnTo>
                  <a:lnTo>
                    <a:pt x="572" y="1617"/>
                  </a:lnTo>
                  <a:lnTo>
                    <a:pt x="501" y="1590"/>
                  </a:lnTo>
                  <a:lnTo>
                    <a:pt x="435" y="1558"/>
                  </a:lnTo>
                  <a:lnTo>
                    <a:pt x="371" y="1520"/>
                  </a:lnTo>
                  <a:lnTo>
                    <a:pt x="313" y="1478"/>
                  </a:lnTo>
                  <a:lnTo>
                    <a:pt x="258" y="1431"/>
                  </a:lnTo>
                  <a:lnTo>
                    <a:pt x="209" y="1380"/>
                  </a:lnTo>
                  <a:lnTo>
                    <a:pt x="164" y="1325"/>
                  </a:lnTo>
                  <a:lnTo>
                    <a:pt x="124" y="1267"/>
                  </a:lnTo>
                  <a:lnTo>
                    <a:pt x="89" y="1205"/>
                  </a:lnTo>
                  <a:lnTo>
                    <a:pt x="60" y="1141"/>
                  </a:lnTo>
                  <a:lnTo>
                    <a:pt x="37" y="1074"/>
                  </a:lnTo>
                  <a:lnTo>
                    <a:pt x="18" y="1005"/>
                  </a:lnTo>
                  <a:lnTo>
                    <a:pt x="6" y="935"/>
                  </a:lnTo>
                  <a:lnTo>
                    <a:pt x="0" y="863"/>
                  </a:lnTo>
                  <a:lnTo>
                    <a:pt x="0" y="792"/>
                  </a:lnTo>
                  <a:lnTo>
                    <a:pt x="7" y="718"/>
                  </a:lnTo>
                  <a:lnTo>
                    <a:pt x="19" y="645"/>
                  </a:lnTo>
                  <a:lnTo>
                    <a:pt x="39" y="572"/>
                  </a:lnTo>
                  <a:lnTo>
                    <a:pt x="66" y="502"/>
                  </a:lnTo>
                  <a:lnTo>
                    <a:pt x="99" y="434"/>
                  </a:lnTo>
                  <a:lnTo>
                    <a:pt x="137" y="372"/>
                  </a:lnTo>
                  <a:lnTo>
                    <a:pt x="178" y="313"/>
                  </a:lnTo>
                  <a:lnTo>
                    <a:pt x="226" y="259"/>
                  </a:lnTo>
                  <a:lnTo>
                    <a:pt x="277" y="209"/>
                  </a:lnTo>
                  <a:lnTo>
                    <a:pt x="332" y="165"/>
                  </a:lnTo>
                  <a:lnTo>
                    <a:pt x="390" y="126"/>
                  </a:lnTo>
                  <a:lnTo>
                    <a:pt x="452" y="91"/>
                  </a:lnTo>
                  <a:lnTo>
                    <a:pt x="516" y="61"/>
                  </a:lnTo>
                  <a:lnTo>
                    <a:pt x="583" y="37"/>
                  </a:lnTo>
                  <a:lnTo>
                    <a:pt x="652" y="19"/>
                  </a:lnTo>
                  <a:lnTo>
                    <a:pt x="722" y="7"/>
                  </a:lnTo>
                  <a:lnTo>
                    <a:pt x="794" y="0"/>
                  </a:lnTo>
                  <a:close/>
                </a:path>
              </a:pathLst>
            </a:custGeom>
            <a:solidFill>
              <a:schemeClr val="accent4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grpSp>
          <p:nvGrpSpPr>
            <p:cNvPr id="7" name="Group 92"/>
            <p:cNvGrpSpPr/>
            <p:nvPr/>
          </p:nvGrpSpPr>
          <p:grpSpPr>
            <a:xfrm>
              <a:off x="4559245" y="3525194"/>
              <a:ext cx="479425" cy="477838"/>
              <a:chOff x="4575175" y="3521076"/>
              <a:chExt cx="479425" cy="477838"/>
            </a:xfrm>
          </p:grpSpPr>
          <p:sp>
            <p:nvSpPr>
              <p:cNvPr id="112" name="Freeform 54"/>
              <p:cNvSpPr>
                <a:spLocks/>
              </p:cNvSpPr>
              <p:nvPr/>
            </p:nvSpPr>
            <p:spPr bwMode="auto">
              <a:xfrm>
                <a:off x="4657725" y="3606801"/>
                <a:ext cx="206375" cy="42863"/>
              </a:xfrm>
              <a:custGeom>
                <a:avLst/>
                <a:gdLst>
                  <a:gd name="T0" fmla="*/ 151 w 1438"/>
                  <a:gd name="T1" fmla="*/ 0 h 302"/>
                  <a:gd name="T2" fmla="*/ 1287 w 1438"/>
                  <a:gd name="T3" fmla="*/ 0 h 302"/>
                  <a:gd name="T4" fmla="*/ 1318 w 1438"/>
                  <a:gd name="T5" fmla="*/ 3 h 302"/>
                  <a:gd name="T6" fmla="*/ 1346 w 1438"/>
                  <a:gd name="T7" fmla="*/ 12 h 302"/>
                  <a:gd name="T8" fmla="*/ 1372 w 1438"/>
                  <a:gd name="T9" fmla="*/ 26 h 302"/>
                  <a:gd name="T10" fmla="*/ 1394 w 1438"/>
                  <a:gd name="T11" fmla="*/ 45 h 302"/>
                  <a:gd name="T12" fmla="*/ 1413 w 1438"/>
                  <a:gd name="T13" fmla="*/ 67 h 302"/>
                  <a:gd name="T14" fmla="*/ 1426 w 1438"/>
                  <a:gd name="T15" fmla="*/ 93 h 302"/>
                  <a:gd name="T16" fmla="*/ 1435 w 1438"/>
                  <a:gd name="T17" fmla="*/ 121 h 302"/>
                  <a:gd name="T18" fmla="*/ 1438 w 1438"/>
                  <a:gd name="T19" fmla="*/ 151 h 302"/>
                  <a:gd name="T20" fmla="*/ 1435 w 1438"/>
                  <a:gd name="T21" fmla="*/ 181 h 302"/>
                  <a:gd name="T22" fmla="*/ 1426 w 1438"/>
                  <a:gd name="T23" fmla="*/ 209 h 302"/>
                  <a:gd name="T24" fmla="*/ 1413 w 1438"/>
                  <a:gd name="T25" fmla="*/ 235 h 302"/>
                  <a:gd name="T26" fmla="*/ 1394 w 1438"/>
                  <a:gd name="T27" fmla="*/ 257 h 302"/>
                  <a:gd name="T28" fmla="*/ 1372 w 1438"/>
                  <a:gd name="T29" fmla="*/ 276 h 302"/>
                  <a:gd name="T30" fmla="*/ 1346 w 1438"/>
                  <a:gd name="T31" fmla="*/ 289 h 302"/>
                  <a:gd name="T32" fmla="*/ 1318 w 1438"/>
                  <a:gd name="T33" fmla="*/ 298 h 302"/>
                  <a:gd name="T34" fmla="*/ 1287 w 1438"/>
                  <a:gd name="T35" fmla="*/ 302 h 302"/>
                  <a:gd name="T36" fmla="*/ 151 w 1438"/>
                  <a:gd name="T37" fmla="*/ 302 h 302"/>
                  <a:gd name="T38" fmla="*/ 121 w 1438"/>
                  <a:gd name="T39" fmla="*/ 298 h 302"/>
                  <a:gd name="T40" fmla="*/ 93 w 1438"/>
                  <a:gd name="T41" fmla="*/ 289 h 302"/>
                  <a:gd name="T42" fmla="*/ 66 w 1438"/>
                  <a:gd name="T43" fmla="*/ 276 h 302"/>
                  <a:gd name="T44" fmla="*/ 44 w 1438"/>
                  <a:gd name="T45" fmla="*/ 257 h 302"/>
                  <a:gd name="T46" fmla="*/ 26 w 1438"/>
                  <a:gd name="T47" fmla="*/ 235 h 302"/>
                  <a:gd name="T48" fmla="*/ 12 w 1438"/>
                  <a:gd name="T49" fmla="*/ 209 h 302"/>
                  <a:gd name="T50" fmla="*/ 4 w 1438"/>
                  <a:gd name="T51" fmla="*/ 181 h 302"/>
                  <a:gd name="T52" fmla="*/ 0 w 1438"/>
                  <a:gd name="T53" fmla="*/ 151 h 302"/>
                  <a:gd name="T54" fmla="*/ 4 w 1438"/>
                  <a:gd name="T55" fmla="*/ 121 h 302"/>
                  <a:gd name="T56" fmla="*/ 12 w 1438"/>
                  <a:gd name="T57" fmla="*/ 93 h 302"/>
                  <a:gd name="T58" fmla="*/ 26 w 1438"/>
                  <a:gd name="T59" fmla="*/ 67 h 302"/>
                  <a:gd name="T60" fmla="*/ 44 w 1438"/>
                  <a:gd name="T61" fmla="*/ 45 h 302"/>
                  <a:gd name="T62" fmla="*/ 66 w 1438"/>
                  <a:gd name="T63" fmla="*/ 26 h 302"/>
                  <a:gd name="T64" fmla="*/ 93 w 1438"/>
                  <a:gd name="T65" fmla="*/ 12 h 302"/>
                  <a:gd name="T66" fmla="*/ 121 w 1438"/>
                  <a:gd name="T67" fmla="*/ 3 h 302"/>
                  <a:gd name="T68" fmla="*/ 151 w 1438"/>
                  <a:gd name="T69" fmla="*/ 0 h 3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</a:cxnLst>
                <a:rect l="0" t="0" r="r" b="b"/>
                <a:pathLst>
                  <a:path w="1438" h="302">
                    <a:moveTo>
                      <a:pt x="151" y="0"/>
                    </a:moveTo>
                    <a:lnTo>
                      <a:pt x="1287" y="0"/>
                    </a:lnTo>
                    <a:lnTo>
                      <a:pt x="1318" y="3"/>
                    </a:lnTo>
                    <a:lnTo>
                      <a:pt x="1346" y="12"/>
                    </a:lnTo>
                    <a:lnTo>
                      <a:pt x="1372" y="26"/>
                    </a:lnTo>
                    <a:lnTo>
                      <a:pt x="1394" y="45"/>
                    </a:lnTo>
                    <a:lnTo>
                      <a:pt x="1413" y="67"/>
                    </a:lnTo>
                    <a:lnTo>
                      <a:pt x="1426" y="93"/>
                    </a:lnTo>
                    <a:lnTo>
                      <a:pt x="1435" y="121"/>
                    </a:lnTo>
                    <a:lnTo>
                      <a:pt x="1438" y="151"/>
                    </a:lnTo>
                    <a:lnTo>
                      <a:pt x="1435" y="181"/>
                    </a:lnTo>
                    <a:lnTo>
                      <a:pt x="1426" y="209"/>
                    </a:lnTo>
                    <a:lnTo>
                      <a:pt x="1413" y="235"/>
                    </a:lnTo>
                    <a:lnTo>
                      <a:pt x="1394" y="257"/>
                    </a:lnTo>
                    <a:lnTo>
                      <a:pt x="1372" y="276"/>
                    </a:lnTo>
                    <a:lnTo>
                      <a:pt x="1346" y="289"/>
                    </a:lnTo>
                    <a:lnTo>
                      <a:pt x="1318" y="298"/>
                    </a:lnTo>
                    <a:lnTo>
                      <a:pt x="1287" y="302"/>
                    </a:lnTo>
                    <a:lnTo>
                      <a:pt x="151" y="302"/>
                    </a:lnTo>
                    <a:lnTo>
                      <a:pt x="121" y="298"/>
                    </a:lnTo>
                    <a:lnTo>
                      <a:pt x="93" y="289"/>
                    </a:lnTo>
                    <a:lnTo>
                      <a:pt x="66" y="276"/>
                    </a:lnTo>
                    <a:lnTo>
                      <a:pt x="44" y="257"/>
                    </a:lnTo>
                    <a:lnTo>
                      <a:pt x="26" y="235"/>
                    </a:lnTo>
                    <a:lnTo>
                      <a:pt x="12" y="209"/>
                    </a:lnTo>
                    <a:lnTo>
                      <a:pt x="4" y="181"/>
                    </a:lnTo>
                    <a:lnTo>
                      <a:pt x="0" y="151"/>
                    </a:lnTo>
                    <a:lnTo>
                      <a:pt x="4" y="121"/>
                    </a:lnTo>
                    <a:lnTo>
                      <a:pt x="12" y="93"/>
                    </a:lnTo>
                    <a:lnTo>
                      <a:pt x="26" y="67"/>
                    </a:lnTo>
                    <a:lnTo>
                      <a:pt x="44" y="45"/>
                    </a:lnTo>
                    <a:lnTo>
                      <a:pt x="66" y="26"/>
                    </a:lnTo>
                    <a:lnTo>
                      <a:pt x="93" y="12"/>
                    </a:lnTo>
                    <a:lnTo>
                      <a:pt x="121" y="3"/>
                    </a:lnTo>
                    <a:lnTo>
                      <a:pt x="151" y="0"/>
                    </a:lnTo>
                    <a:close/>
                  </a:path>
                </a:pathLst>
              </a:custGeom>
              <a:solidFill>
                <a:schemeClr val="accent4"/>
              </a:solidFill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13" name="Freeform 55"/>
              <p:cNvSpPr>
                <a:spLocks/>
              </p:cNvSpPr>
              <p:nvPr/>
            </p:nvSpPr>
            <p:spPr bwMode="auto">
              <a:xfrm>
                <a:off x="4657725" y="3687763"/>
                <a:ext cx="206375" cy="42863"/>
              </a:xfrm>
              <a:custGeom>
                <a:avLst/>
                <a:gdLst>
                  <a:gd name="T0" fmla="*/ 151 w 1438"/>
                  <a:gd name="T1" fmla="*/ 0 h 301"/>
                  <a:gd name="T2" fmla="*/ 1287 w 1438"/>
                  <a:gd name="T3" fmla="*/ 0 h 301"/>
                  <a:gd name="T4" fmla="*/ 1318 w 1438"/>
                  <a:gd name="T5" fmla="*/ 3 h 301"/>
                  <a:gd name="T6" fmla="*/ 1346 w 1438"/>
                  <a:gd name="T7" fmla="*/ 12 h 301"/>
                  <a:gd name="T8" fmla="*/ 1372 w 1438"/>
                  <a:gd name="T9" fmla="*/ 26 h 301"/>
                  <a:gd name="T10" fmla="*/ 1394 w 1438"/>
                  <a:gd name="T11" fmla="*/ 44 h 301"/>
                  <a:gd name="T12" fmla="*/ 1413 w 1438"/>
                  <a:gd name="T13" fmla="*/ 66 h 301"/>
                  <a:gd name="T14" fmla="*/ 1426 w 1438"/>
                  <a:gd name="T15" fmla="*/ 92 h 301"/>
                  <a:gd name="T16" fmla="*/ 1435 w 1438"/>
                  <a:gd name="T17" fmla="*/ 120 h 301"/>
                  <a:gd name="T18" fmla="*/ 1438 w 1438"/>
                  <a:gd name="T19" fmla="*/ 150 h 301"/>
                  <a:gd name="T20" fmla="*/ 1435 w 1438"/>
                  <a:gd name="T21" fmla="*/ 181 h 301"/>
                  <a:gd name="T22" fmla="*/ 1426 w 1438"/>
                  <a:gd name="T23" fmla="*/ 210 h 301"/>
                  <a:gd name="T24" fmla="*/ 1413 w 1438"/>
                  <a:gd name="T25" fmla="*/ 235 h 301"/>
                  <a:gd name="T26" fmla="*/ 1394 w 1438"/>
                  <a:gd name="T27" fmla="*/ 258 h 301"/>
                  <a:gd name="T28" fmla="*/ 1372 w 1438"/>
                  <a:gd name="T29" fmla="*/ 275 h 301"/>
                  <a:gd name="T30" fmla="*/ 1346 w 1438"/>
                  <a:gd name="T31" fmla="*/ 290 h 301"/>
                  <a:gd name="T32" fmla="*/ 1318 w 1438"/>
                  <a:gd name="T33" fmla="*/ 298 h 301"/>
                  <a:gd name="T34" fmla="*/ 1287 w 1438"/>
                  <a:gd name="T35" fmla="*/ 301 h 301"/>
                  <a:gd name="T36" fmla="*/ 151 w 1438"/>
                  <a:gd name="T37" fmla="*/ 301 h 301"/>
                  <a:gd name="T38" fmla="*/ 121 w 1438"/>
                  <a:gd name="T39" fmla="*/ 298 h 301"/>
                  <a:gd name="T40" fmla="*/ 93 w 1438"/>
                  <a:gd name="T41" fmla="*/ 290 h 301"/>
                  <a:gd name="T42" fmla="*/ 66 w 1438"/>
                  <a:gd name="T43" fmla="*/ 275 h 301"/>
                  <a:gd name="T44" fmla="*/ 44 w 1438"/>
                  <a:gd name="T45" fmla="*/ 258 h 301"/>
                  <a:gd name="T46" fmla="*/ 26 w 1438"/>
                  <a:gd name="T47" fmla="*/ 235 h 301"/>
                  <a:gd name="T48" fmla="*/ 12 w 1438"/>
                  <a:gd name="T49" fmla="*/ 210 h 301"/>
                  <a:gd name="T50" fmla="*/ 4 w 1438"/>
                  <a:gd name="T51" fmla="*/ 181 h 301"/>
                  <a:gd name="T52" fmla="*/ 0 w 1438"/>
                  <a:gd name="T53" fmla="*/ 150 h 301"/>
                  <a:gd name="T54" fmla="*/ 4 w 1438"/>
                  <a:gd name="T55" fmla="*/ 120 h 301"/>
                  <a:gd name="T56" fmla="*/ 12 w 1438"/>
                  <a:gd name="T57" fmla="*/ 92 h 301"/>
                  <a:gd name="T58" fmla="*/ 26 w 1438"/>
                  <a:gd name="T59" fmla="*/ 66 h 301"/>
                  <a:gd name="T60" fmla="*/ 44 w 1438"/>
                  <a:gd name="T61" fmla="*/ 44 h 301"/>
                  <a:gd name="T62" fmla="*/ 66 w 1438"/>
                  <a:gd name="T63" fmla="*/ 26 h 301"/>
                  <a:gd name="T64" fmla="*/ 93 w 1438"/>
                  <a:gd name="T65" fmla="*/ 12 h 301"/>
                  <a:gd name="T66" fmla="*/ 121 w 1438"/>
                  <a:gd name="T67" fmla="*/ 3 h 301"/>
                  <a:gd name="T68" fmla="*/ 151 w 1438"/>
                  <a:gd name="T69" fmla="*/ 0 h 3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</a:cxnLst>
                <a:rect l="0" t="0" r="r" b="b"/>
                <a:pathLst>
                  <a:path w="1438" h="301">
                    <a:moveTo>
                      <a:pt x="151" y="0"/>
                    </a:moveTo>
                    <a:lnTo>
                      <a:pt x="1287" y="0"/>
                    </a:lnTo>
                    <a:lnTo>
                      <a:pt x="1318" y="3"/>
                    </a:lnTo>
                    <a:lnTo>
                      <a:pt x="1346" y="12"/>
                    </a:lnTo>
                    <a:lnTo>
                      <a:pt x="1372" y="26"/>
                    </a:lnTo>
                    <a:lnTo>
                      <a:pt x="1394" y="44"/>
                    </a:lnTo>
                    <a:lnTo>
                      <a:pt x="1413" y="66"/>
                    </a:lnTo>
                    <a:lnTo>
                      <a:pt x="1426" y="92"/>
                    </a:lnTo>
                    <a:lnTo>
                      <a:pt x="1435" y="120"/>
                    </a:lnTo>
                    <a:lnTo>
                      <a:pt x="1438" y="150"/>
                    </a:lnTo>
                    <a:lnTo>
                      <a:pt x="1435" y="181"/>
                    </a:lnTo>
                    <a:lnTo>
                      <a:pt x="1426" y="210"/>
                    </a:lnTo>
                    <a:lnTo>
                      <a:pt x="1413" y="235"/>
                    </a:lnTo>
                    <a:lnTo>
                      <a:pt x="1394" y="258"/>
                    </a:lnTo>
                    <a:lnTo>
                      <a:pt x="1372" y="275"/>
                    </a:lnTo>
                    <a:lnTo>
                      <a:pt x="1346" y="290"/>
                    </a:lnTo>
                    <a:lnTo>
                      <a:pt x="1318" y="298"/>
                    </a:lnTo>
                    <a:lnTo>
                      <a:pt x="1287" y="301"/>
                    </a:lnTo>
                    <a:lnTo>
                      <a:pt x="151" y="301"/>
                    </a:lnTo>
                    <a:lnTo>
                      <a:pt x="121" y="298"/>
                    </a:lnTo>
                    <a:lnTo>
                      <a:pt x="93" y="290"/>
                    </a:lnTo>
                    <a:lnTo>
                      <a:pt x="66" y="275"/>
                    </a:lnTo>
                    <a:lnTo>
                      <a:pt x="44" y="258"/>
                    </a:lnTo>
                    <a:lnTo>
                      <a:pt x="26" y="235"/>
                    </a:lnTo>
                    <a:lnTo>
                      <a:pt x="12" y="210"/>
                    </a:lnTo>
                    <a:lnTo>
                      <a:pt x="4" y="181"/>
                    </a:lnTo>
                    <a:lnTo>
                      <a:pt x="0" y="150"/>
                    </a:lnTo>
                    <a:lnTo>
                      <a:pt x="4" y="120"/>
                    </a:lnTo>
                    <a:lnTo>
                      <a:pt x="12" y="92"/>
                    </a:lnTo>
                    <a:lnTo>
                      <a:pt x="26" y="66"/>
                    </a:lnTo>
                    <a:lnTo>
                      <a:pt x="44" y="44"/>
                    </a:lnTo>
                    <a:lnTo>
                      <a:pt x="66" y="26"/>
                    </a:lnTo>
                    <a:lnTo>
                      <a:pt x="93" y="12"/>
                    </a:lnTo>
                    <a:lnTo>
                      <a:pt x="121" y="3"/>
                    </a:lnTo>
                    <a:lnTo>
                      <a:pt x="151" y="0"/>
                    </a:lnTo>
                    <a:close/>
                  </a:path>
                </a:pathLst>
              </a:custGeom>
              <a:solidFill>
                <a:schemeClr val="accent4"/>
              </a:solidFill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14" name="Freeform 56"/>
              <p:cNvSpPr>
                <a:spLocks/>
              </p:cNvSpPr>
              <p:nvPr/>
            </p:nvSpPr>
            <p:spPr bwMode="auto">
              <a:xfrm>
                <a:off x="4657725" y="3768726"/>
                <a:ext cx="125413" cy="44450"/>
              </a:xfrm>
              <a:custGeom>
                <a:avLst/>
                <a:gdLst>
                  <a:gd name="T0" fmla="*/ 151 w 870"/>
                  <a:gd name="T1" fmla="*/ 0 h 301"/>
                  <a:gd name="T2" fmla="*/ 720 w 870"/>
                  <a:gd name="T3" fmla="*/ 0 h 301"/>
                  <a:gd name="T4" fmla="*/ 750 w 870"/>
                  <a:gd name="T5" fmla="*/ 4 h 301"/>
                  <a:gd name="T6" fmla="*/ 778 w 870"/>
                  <a:gd name="T7" fmla="*/ 12 h 301"/>
                  <a:gd name="T8" fmla="*/ 805 w 870"/>
                  <a:gd name="T9" fmla="*/ 26 h 301"/>
                  <a:gd name="T10" fmla="*/ 827 w 870"/>
                  <a:gd name="T11" fmla="*/ 44 h 301"/>
                  <a:gd name="T12" fmla="*/ 845 w 870"/>
                  <a:gd name="T13" fmla="*/ 67 h 301"/>
                  <a:gd name="T14" fmla="*/ 859 w 870"/>
                  <a:gd name="T15" fmla="*/ 92 h 301"/>
                  <a:gd name="T16" fmla="*/ 867 w 870"/>
                  <a:gd name="T17" fmla="*/ 120 h 301"/>
                  <a:gd name="T18" fmla="*/ 870 w 870"/>
                  <a:gd name="T19" fmla="*/ 151 h 301"/>
                  <a:gd name="T20" fmla="*/ 867 w 870"/>
                  <a:gd name="T21" fmla="*/ 181 h 301"/>
                  <a:gd name="T22" fmla="*/ 859 w 870"/>
                  <a:gd name="T23" fmla="*/ 209 h 301"/>
                  <a:gd name="T24" fmla="*/ 845 w 870"/>
                  <a:gd name="T25" fmla="*/ 234 h 301"/>
                  <a:gd name="T26" fmla="*/ 827 w 870"/>
                  <a:gd name="T27" fmla="*/ 257 h 301"/>
                  <a:gd name="T28" fmla="*/ 805 w 870"/>
                  <a:gd name="T29" fmla="*/ 275 h 301"/>
                  <a:gd name="T30" fmla="*/ 778 w 870"/>
                  <a:gd name="T31" fmla="*/ 290 h 301"/>
                  <a:gd name="T32" fmla="*/ 750 w 870"/>
                  <a:gd name="T33" fmla="*/ 298 h 301"/>
                  <a:gd name="T34" fmla="*/ 720 w 870"/>
                  <a:gd name="T35" fmla="*/ 301 h 301"/>
                  <a:gd name="T36" fmla="*/ 151 w 870"/>
                  <a:gd name="T37" fmla="*/ 301 h 301"/>
                  <a:gd name="T38" fmla="*/ 121 w 870"/>
                  <a:gd name="T39" fmla="*/ 298 h 301"/>
                  <a:gd name="T40" fmla="*/ 93 w 870"/>
                  <a:gd name="T41" fmla="*/ 290 h 301"/>
                  <a:gd name="T42" fmla="*/ 66 w 870"/>
                  <a:gd name="T43" fmla="*/ 275 h 301"/>
                  <a:gd name="T44" fmla="*/ 44 w 870"/>
                  <a:gd name="T45" fmla="*/ 257 h 301"/>
                  <a:gd name="T46" fmla="*/ 26 w 870"/>
                  <a:gd name="T47" fmla="*/ 234 h 301"/>
                  <a:gd name="T48" fmla="*/ 12 w 870"/>
                  <a:gd name="T49" fmla="*/ 209 h 301"/>
                  <a:gd name="T50" fmla="*/ 4 w 870"/>
                  <a:gd name="T51" fmla="*/ 181 h 301"/>
                  <a:gd name="T52" fmla="*/ 0 w 870"/>
                  <a:gd name="T53" fmla="*/ 151 h 301"/>
                  <a:gd name="T54" fmla="*/ 4 w 870"/>
                  <a:gd name="T55" fmla="*/ 120 h 301"/>
                  <a:gd name="T56" fmla="*/ 12 w 870"/>
                  <a:gd name="T57" fmla="*/ 92 h 301"/>
                  <a:gd name="T58" fmla="*/ 26 w 870"/>
                  <a:gd name="T59" fmla="*/ 67 h 301"/>
                  <a:gd name="T60" fmla="*/ 44 w 870"/>
                  <a:gd name="T61" fmla="*/ 44 h 301"/>
                  <a:gd name="T62" fmla="*/ 66 w 870"/>
                  <a:gd name="T63" fmla="*/ 26 h 301"/>
                  <a:gd name="T64" fmla="*/ 93 w 870"/>
                  <a:gd name="T65" fmla="*/ 12 h 301"/>
                  <a:gd name="T66" fmla="*/ 121 w 870"/>
                  <a:gd name="T67" fmla="*/ 4 h 301"/>
                  <a:gd name="T68" fmla="*/ 151 w 870"/>
                  <a:gd name="T69" fmla="*/ 0 h 3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</a:cxnLst>
                <a:rect l="0" t="0" r="r" b="b"/>
                <a:pathLst>
                  <a:path w="870" h="301">
                    <a:moveTo>
                      <a:pt x="151" y="0"/>
                    </a:moveTo>
                    <a:lnTo>
                      <a:pt x="720" y="0"/>
                    </a:lnTo>
                    <a:lnTo>
                      <a:pt x="750" y="4"/>
                    </a:lnTo>
                    <a:lnTo>
                      <a:pt x="778" y="12"/>
                    </a:lnTo>
                    <a:lnTo>
                      <a:pt x="805" y="26"/>
                    </a:lnTo>
                    <a:lnTo>
                      <a:pt x="827" y="44"/>
                    </a:lnTo>
                    <a:lnTo>
                      <a:pt x="845" y="67"/>
                    </a:lnTo>
                    <a:lnTo>
                      <a:pt x="859" y="92"/>
                    </a:lnTo>
                    <a:lnTo>
                      <a:pt x="867" y="120"/>
                    </a:lnTo>
                    <a:lnTo>
                      <a:pt x="870" y="151"/>
                    </a:lnTo>
                    <a:lnTo>
                      <a:pt x="867" y="181"/>
                    </a:lnTo>
                    <a:lnTo>
                      <a:pt x="859" y="209"/>
                    </a:lnTo>
                    <a:lnTo>
                      <a:pt x="845" y="234"/>
                    </a:lnTo>
                    <a:lnTo>
                      <a:pt x="827" y="257"/>
                    </a:lnTo>
                    <a:lnTo>
                      <a:pt x="805" y="275"/>
                    </a:lnTo>
                    <a:lnTo>
                      <a:pt x="778" y="290"/>
                    </a:lnTo>
                    <a:lnTo>
                      <a:pt x="750" y="298"/>
                    </a:lnTo>
                    <a:lnTo>
                      <a:pt x="720" y="301"/>
                    </a:lnTo>
                    <a:lnTo>
                      <a:pt x="151" y="301"/>
                    </a:lnTo>
                    <a:lnTo>
                      <a:pt x="121" y="298"/>
                    </a:lnTo>
                    <a:lnTo>
                      <a:pt x="93" y="290"/>
                    </a:lnTo>
                    <a:lnTo>
                      <a:pt x="66" y="275"/>
                    </a:lnTo>
                    <a:lnTo>
                      <a:pt x="44" y="257"/>
                    </a:lnTo>
                    <a:lnTo>
                      <a:pt x="26" y="234"/>
                    </a:lnTo>
                    <a:lnTo>
                      <a:pt x="12" y="209"/>
                    </a:lnTo>
                    <a:lnTo>
                      <a:pt x="4" y="181"/>
                    </a:lnTo>
                    <a:lnTo>
                      <a:pt x="0" y="151"/>
                    </a:lnTo>
                    <a:lnTo>
                      <a:pt x="4" y="120"/>
                    </a:lnTo>
                    <a:lnTo>
                      <a:pt x="12" y="92"/>
                    </a:lnTo>
                    <a:lnTo>
                      <a:pt x="26" y="67"/>
                    </a:lnTo>
                    <a:lnTo>
                      <a:pt x="44" y="44"/>
                    </a:lnTo>
                    <a:lnTo>
                      <a:pt x="66" y="26"/>
                    </a:lnTo>
                    <a:lnTo>
                      <a:pt x="93" y="12"/>
                    </a:lnTo>
                    <a:lnTo>
                      <a:pt x="121" y="4"/>
                    </a:lnTo>
                    <a:lnTo>
                      <a:pt x="151" y="0"/>
                    </a:lnTo>
                    <a:close/>
                  </a:path>
                </a:pathLst>
              </a:custGeom>
              <a:solidFill>
                <a:schemeClr val="accent4"/>
              </a:solidFill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15" name="Freeform 57"/>
              <p:cNvSpPr>
                <a:spLocks/>
              </p:cNvSpPr>
              <p:nvPr/>
            </p:nvSpPr>
            <p:spPr bwMode="auto">
              <a:xfrm>
                <a:off x="4575175" y="3521076"/>
                <a:ext cx="371475" cy="477838"/>
              </a:xfrm>
              <a:custGeom>
                <a:avLst/>
                <a:gdLst>
                  <a:gd name="T0" fmla="*/ 152 w 2574"/>
                  <a:gd name="T1" fmla="*/ 0 h 3310"/>
                  <a:gd name="T2" fmla="*/ 2423 w 2574"/>
                  <a:gd name="T3" fmla="*/ 0 h 3310"/>
                  <a:gd name="T4" fmla="*/ 2453 w 2574"/>
                  <a:gd name="T5" fmla="*/ 3 h 3310"/>
                  <a:gd name="T6" fmla="*/ 2481 w 2574"/>
                  <a:gd name="T7" fmla="*/ 12 h 3310"/>
                  <a:gd name="T8" fmla="*/ 2507 w 2574"/>
                  <a:gd name="T9" fmla="*/ 26 h 3310"/>
                  <a:gd name="T10" fmla="*/ 2529 w 2574"/>
                  <a:gd name="T11" fmla="*/ 44 h 3310"/>
                  <a:gd name="T12" fmla="*/ 2548 w 2574"/>
                  <a:gd name="T13" fmla="*/ 67 h 3310"/>
                  <a:gd name="T14" fmla="*/ 2562 w 2574"/>
                  <a:gd name="T15" fmla="*/ 92 h 3310"/>
                  <a:gd name="T16" fmla="*/ 2571 w 2574"/>
                  <a:gd name="T17" fmla="*/ 120 h 3310"/>
                  <a:gd name="T18" fmla="*/ 2574 w 2574"/>
                  <a:gd name="T19" fmla="*/ 150 h 3310"/>
                  <a:gd name="T20" fmla="*/ 2574 w 2574"/>
                  <a:gd name="T21" fmla="*/ 374 h 3310"/>
                  <a:gd name="T22" fmla="*/ 2272 w 2574"/>
                  <a:gd name="T23" fmla="*/ 896 h 3310"/>
                  <a:gd name="T24" fmla="*/ 2272 w 2574"/>
                  <a:gd name="T25" fmla="*/ 301 h 3310"/>
                  <a:gd name="T26" fmla="*/ 304 w 2574"/>
                  <a:gd name="T27" fmla="*/ 301 h 3310"/>
                  <a:gd name="T28" fmla="*/ 304 w 2574"/>
                  <a:gd name="T29" fmla="*/ 3008 h 3310"/>
                  <a:gd name="T30" fmla="*/ 2272 w 2574"/>
                  <a:gd name="T31" fmla="*/ 3008 h 3310"/>
                  <a:gd name="T32" fmla="*/ 2272 w 2574"/>
                  <a:gd name="T33" fmla="*/ 2634 h 3310"/>
                  <a:gd name="T34" fmla="*/ 2430 w 2574"/>
                  <a:gd name="T35" fmla="*/ 2530 h 3310"/>
                  <a:gd name="T36" fmla="*/ 2458 w 2574"/>
                  <a:gd name="T37" fmla="*/ 2508 h 3310"/>
                  <a:gd name="T38" fmla="*/ 2482 w 2574"/>
                  <a:gd name="T39" fmla="*/ 2483 h 3310"/>
                  <a:gd name="T40" fmla="*/ 2502 w 2574"/>
                  <a:gd name="T41" fmla="*/ 2454 h 3310"/>
                  <a:gd name="T42" fmla="*/ 2574 w 2574"/>
                  <a:gd name="T43" fmla="*/ 2330 h 3310"/>
                  <a:gd name="T44" fmla="*/ 2574 w 2574"/>
                  <a:gd name="T45" fmla="*/ 3159 h 3310"/>
                  <a:gd name="T46" fmla="*/ 2571 w 2574"/>
                  <a:gd name="T47" fmla="*/ 3189 h 3310"/>
                  <a:gd name="T48" fmla="*/ 2562 w 2574"/>
                  <a:gd name="T49" fmla="*/ 3217 h 3310"/>
                  <a:gd name="T50" fmla="*/ 2548 w 2574"/>
                  <a:gd name="T51" fmla="*/ 3243 h 3310"/>
                  <a:gd name="T52" fmla="*/ 2529 w 2574"/>
                  <a:gd name="T53" fmla="*/ 3265 h 3310"/>
                  <a:gd name="T54" fmla="*/ 2507 w 2574"/>
                  <a:gd name="T55" fmla="*/ 3284 h 3310"/>
                  <a:gd name="T56" fmla="*/ 2481 w 2574"/>
                  <a:gd name="T57" fmla="*/ 3297 h 3310"/>
                  <a:gd name="T58" fmla="*/ 2453 w 2574"/>
                  <a:gd name="T59" fmla="*/ 3307 h 3310"/>
                  <a:gd name="T60" fmla="*/ 2423 w 2574"/>
                  <a:gd name="T61" fmla="*/ 3310 h 3310"/>
                  <a:gd name="T62" fmla="*/ 152 w 2574"/>
                  <a:gd name="T63" fmla="*/ 3310 h 3310"/>
                  <a:gd name="T64" fmla="*/ 121 w 2574"/>
                  <a:gd name="T65" fmla="*/ 3307 h 3310"/>
                  <a:gd name="T66" fmla="*/ 93 w 2574"/>
                  <a:gd name="T67" fmla="*/ 3297 h 3310"/>
                  <a:gd name="T68" fmla="*/ 67 w 2574"/>
                  <a:gd name="T69" fmla="*/ 3284 h 3310"/>
                  <a:gd name="T70" fmla="*/ 45 w 2574"/>
                  <a:gd name="T71" fmla="*/ 3265 h 3310"/>
                  <a:gd name="T72" fmla="*/ 26 w 2574"/>
                  <a:gd name="T73" fmla="*/ 3243 h 3310"/>
                  <a:gd name="T74" fmla="*/ 13 w 2574"/>
                  <a:gd name="T75" fmla="*/ 3217 h 3310"/>
                  <a:gd name="T76" fmla="*/ 3 w 2574"/>
                  <a:gd name="T77" fmla="*/ 3189 h 3310"/>
                  <a:gd name="T78" fmla="*/ 0 w 2574"/>
                  <a:gd name="T79" fmla="*/ 3159 h 3310"/>
                  <a:gd name="T80" fmla="*/ 0 w 2574"/>
                  <a:gd name="T81" fmla="*/ 150 h 3310"/>
                  <a:gd name="T82" fmla="*/ 3 w 2574"/>
                  <a:gd name="T83" fmla="*/ 120 h 3310"/>
                  <a:gd name="T84" fmla="*/ 13 w 2574"/>
                  <a:gd name="T85" fmla="*/ 92 h 3310"/>
                  <a:gd name="T86" fmla="*/ 26 w 2574"/>
                  <a:gd name="T87" fmla="*/ 67 h 3310"/>
                  <a:gd name="T88" fmla="*/ 45 w 2574"/>
                  <a:gd name="T89" fmla="*/ 44 h 3310"/>
                  <a:gd name="T90" fmla="*/ 67 w 2574"/>
                  <a:gd name="T91" fmla="*/ 26 h 3310"/>
                  <a:gd name="T92" fmla="*/ 93 w 2574"/>
                  <a:gd name="T93" fmla="*/ 12 h 3310"/>
                  <a:gd name="T94" fmla="*/ 121 w 2574"/>
                  <a:gd name="T95" fmla="*/ 3 h 3310"/>
                  <a:gd name="T96" fmla="*/ 152 w 2574"/>
                  <a:gd name="T97" fmla="*/ 0 h 331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</a:cxnLst>
                <a:rect l="0" t="0" r="r" b="b"/>
                <a:pathLst>
                  <a:path w="2574" h="3310">
                    <a:moveTo>
                      <a:pt x="152" y="0"/>
                    </a:moveTo>
                    <a:lnTo>
                      <a:pt x="2423" y="0"/>
                    </a:lnTo>
                    <a:lnTo>
                      <a:pt x="2453" y="3"/>
                    </a:lnTo>
                    <a:lnTo>
                      <a:pt x="2481" y="12"/>
                    </a:lnTo>
                    <a:lnTo>
                      <a:pt x="2507" y="26"/>
                    </a:lnTo>
                    <a:lnTo>
                      <a:pt x="2529" y="44"/>
                    </a:lnTo>
                    <a:lnTo>
                      <a:pt x="2548" y="67"/>
                    </a:lnTo>
                    <a:lnTo>
                      <a:pt x="2562" y="92"/>
                    </a:lnTo>
                    <a:lnTo>
                      <a:pt x="2571" y="120"/>
                    </a:lnTo>
                    <a:lnTo>
                      <a:pt x="2574" y="150"/>
                    </a:lnTo>
                    <a:lnTo>
                      <a:pt x="2574" y="374"/>
                    </a:lnTo>
                    <a:lnTo>
                      <a:pt x="2272" y="896"/>
                    </a:lnTo>
                    <a:lnTo>
                      <a:pt x="2272" y="301"/>
                    </a:lnTo>
                    <a:lnTo>
                      <a:pt x="304" y="301"/>
                    </a:lnTo>
                    <a:lnTo>
                      <a:pt x="304" y="3008"/>
                    </a:lnTo>
                    <a:lnTo>
                      <a:pt x="2272" y="3008"/>
                    </a:lnTo>
                    <a:lnTo>
                      <a:pt x="2272" y="2634"/>
                    </a:lnTo>
                    <a:lnTo>
                      <a:pt x="2430" y="2530"/>
                    </a:lnTo>
                    <a:lnTo>
                      <a:pt x="2458" y="2508"/>
                    </a:lnTo>
                    <a:lnTo>
                      <a:pt x="2482" y="2483"/>
                    </a:lnTo>
                    <a:lnTo>
                      <a:pt x="2502" y="2454"/>
                    </a:lnTo>
                    <a:lnTo>
                      <a:pt x="2574" y="2330"/>
                    </a:lnTo>
                    <a:lnTo>
                      <a:pt x="2574" y="3159"/>
                    </a:lnTo>
                    <a:lnTo>
                      <a:pt x="2571" y="3189"/>
                    </a:lnTo>
                    <a:lnTo>
                      <a:pt x="2562" y="3217"/>
                    </a:lnTo>
                    <a:lnTo>
                      <a:pt x="2548" y="3243"/>
                    </a:lnTo>
                    <a:lnTo>
                      <a:pt x="2529" y="3265"/>
                    </a:lnTo>
                    <a:lnTo>
                      <a:pt x="2507" y="3284"/>
                    </a:lnTo>
                    <a:lnTo>
                      <a:pt x="2481" y="3297"/>
                    </a:lnTo>
                    <a:lnTo>
                      <a:pt x="2453" y="3307"/>
                    </a:lnTo>
                    <a:lnTo>
                      <a:pt x="2423" y="3310"/>
                    </a:lnTo>
                    <a:lnTo>
                      <a:pt x="152" y="3310"/>
                    </a:lnTo>
                    <a:lnTo>
                      <a:pt x="121" y="3307"/>
                    </a:lnTo>
                    <a:lnTo>
                      <a:pt x="93" y="3297"/>
                    </a:lnTo>
                    <a:lnTo>
                      <a:pt x="67" y="3284"/>
                    </a:lnTo>
                    <a:lnTo>
                      <a:pt x="45" y="3265"/>
                    </a:lnTo>
                    <a:lnTo>
                      <a:pt x="26" y="3243"/>
                    </a:lnTo>
                    <a:lnTo>
                      <a:pt x="13" y="3217"/>
                    </a:lnTo>
                    <a:lnTo>
                      <a:pt x="3" y="3189"/>
                    </a:lnTo>
                    <a:lnTo>
                      <a:pt x="0" y="3159"/>
                    </a:lnTo>
                    <a:lnTo>
                      <a:pt x="0" y="150"/>
                    </a:lnTo>
                    <a:lnTo>
                      <a:pt x="3" y="120"/>
                    </a:lnTo>
                    <a:lnTo>
                      <a:pt x="13" y="92"/>
                    </a:lnTo>
                    <a:lnTo>
                      <a:pt x="26" y="67"/>
                    </a:lnTo>
                    <a:lnTo>
                      <a:pt x="45" y="44"/>
                    </a:lnTo>
                    <a:lnTo>
                      <a:pt x="67" y="26"/>
                    </a:lnTo>
                    <a:lnTo>
                      <a:pt x="93" y="12"/>
                    </a:lnTo>
                    <a:lnTo>
                      <a:pt x="121" y="3"/>
                    </a:lnTo>
                    <a:lnTo>
                      <a:pt x="152" y="0"/>
                    </a:lnTo>
                    <a:close/>
                  </a:path>
                </a:pathLst>
              </a:custGeom>
              <a:solidFill>
                <a:schemeClr val="accent4"/>
              </a:solidFill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16" name="Freeform 58"/>
              <p:cNvSpPr>
                <a:spLocks noEditPoints="1"/>
              </p:cNvSpPr>
              <p:nvPr/>
            </p:nvSpPr>
            <p:spPr bwMode="auto">
              <a:xfrm>
                <a:off x="4826000" y="3575051"/>
                <a:ext cx="228600" cy="341313"/>
              </a:xfrm>
              <a:custGeom>
                <a:avLst/>
                <a:gdLst>
                  <a:gd name="T0" fmla="*/ 131 w 1591"/>
                  <a:gd name="T1" fmla="*/ 1996 h 2370"/>
                  <a:gd name="T2" fmla="*/ 223 w 1591"/>
                  <a:gd name="T3" fmla="*/ 2040 h 2370"/>
                  <a:gd name="T4" fmla="*/ 308 w 1591"/>
                  <a:gd name="T5" fmla="*/ 2097 h 2370"/>
                  <a:gd name="T6" fmla="*/ 439 w 1591"/>
                  <a:gd name="T7" fmla="*/ 1980 h 2370"/>
                  <a:gd name="T8" fmla="*/ 389 w 1591"/>
                  <a:gd name="T9" fmla="*/ 1934 h 2370"/>
                  <a:gd name="T10" fmla="*/ 314 w 1591"/>
                  <a:gd name="T11" fmla="*/ 1883 h 2370"/>
                  <a:gd name="T12" fmla="*/ 245 w 1591"/>
                  <a:gd name="T13" fmla="*/ 1849 h 2370"/>
                  <a:gd name="T14" fmla="*/ 187 w 1591"/>
                  <a:gd name="T15" fmla="*/ 1829 h 2370"/>
                  <a:gd name="T16" fmla="*/ 141 w 1591"/>
                  <a:gd name="T17" fmla="*/ 1820 h 2370"/>
                  <a:gd name="T18" fmla="*/ 1118 w 1591"/>
                  <a:gd name="T19" fmla="*/ 0 h 2370"/>
                  <a:gd name="T20" fmla="*/ 1173 w 1591"/>
                  <a:gd name="T21" fmla="*/ 7 h 2370"/>
                  <a:gd name="T22" fmla="*/ 1240 w 1591"/>
                  <a:gd name="T23" fmla="*/ 25 h 2370"/>
                  <a:gd name="T24" fmla="*/ 1319 w 1591"/>
                  <a:gd name="T25" fmla="*/ 57 h 2370"/>
                  <a:gd name="T26" fmla="*/ 1407 w 1591"/>
                  <a:gd name="T27" fmla="*/ 108 h 2370"/>
                  <a:gd name="T28" fmla="*/ 1478 w 1591"/>
                  <a:gd name="T29" fmla="*/ 163 h 2370"/>
                  <a:gd name="T30" fmla="*/ 1528 w 1591"/>
                  <a:gd name="T31" fmla="*/ 215 h 2370"/>
                  <a:gd name="T32" fmla="*/ 1561 w 1591"/>
                  <a:gd name="T33" fmla="*/ 261 h 2370"/>
                  <a:gd name="T34" fmla="*/ 1580 w 1591"/>
                  <a:gd name="T35" fmla="*/ 297 h 2370"/>
                  <a:gd name="T36" fmla="*/ 1588 w 1591"/>
                  <a:gd name="T37" fmla="*/ 320 h 2370"/>
                  <a:gd name="T38" fmla="*/ 1591 w 1591"/>
                  <a:gd name="T39" fmla="*/ 344 h 2370"/>
                  <a:gd name="T40" fmla="*/ 1581 w 1591"/>
                  <a:gd name="T41" fmla="*/ 379 h 2370"/>
                  <a:gd name="T42" fmla="*/ 625 w 1591"/>
                  <a:gd name="T43" fmla="*/ 2021 h 2370"/>
                  <a:gd name="T44" fmla="*/ 116 w 1591"/>
                  <a:gd name="T45" fmla="*/ 2357 h 2370"/>
                  <a:gd name="T46" fmla="*/ 77 w 1591"/>
                  <a:gd name="T47" fmla="*/ 2370 h 2370"/>
                  <a:gd name="T48" fmla="*/ 36 w 1591"/>
                  <a:gd name="T49" fmla="*/ 2359 h 2370"/>
                  <a:gd name="T50" fmla="*/ 12 w 1591"/>
                  <a:gd name="T51" fmla="*/ 2338 h 2370"/>
                  <a:gd name="T52" fmla="*/ 0 w 1591"/>
                  <a:gd name="T53" fmla="*/ 2306 h 2370"/>
                  <a:gd name="T54" fmla="*/ 34 w 1591"/>
                  <a:gd name="T55" fmla="*/ 1702 h 2370"/>
                  <a:gd name="T56" fmla="*/ 45 w 1591"/>
                  <a:gd name="T57" fmla="*/ 1670 h 2370"/>
                  <a:gd name="T58" fmla="*/ 1002 w 1591"/>
                  <a:gd name="T59" fmla="*/ 27 h 2370"/>
                  <a:gd name="T60" fmla="*/ 1034 w 1591"/>
                  <a:gd name="T61" fmla="*/ 7 h 2370"/>
                  <a:gd name="T62" fmla="*/ 1048 w 1591"/>
                  <a:gd name="T63" fmla="*/ 4 h 2370"/>
                  <a:gd name="T64" fmla="*/ 1076 w 1591"/>
                  <a:gd name="T65" fmla="*/ 0 h 23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</a:cxnLst>
                <a:rect l="0" t="0" r="r" b="b"/>
                <a:pathLst>
                  <a:path w="1591" h="2370">
                    <a:moveTo>
                      <a:pt x="141" y="1820"/>
                    </a:moveTo>
                    <a:lnTo>
                      <a:pt x="131" y="1996"/>
                    </a:lnTo>
                    <a:lnTo>
                      <a:pt x="177" y="2016"/>
                    </a:lnTo>
                    <a:lnTo>
                      <a:pt x="223" y="2040"/>
                    </a:lnTo>
                    <a:lnTo>
                      <a:pt x="267" y="2067"/>
                    </a:lnTo>
                    <a:lnTo>
                      <a:pt x="308" y="2097"/>
                    </a:lnTo>
                    <a:lnTo>
                      <a:pt x="455" y="2000"/>
                    </a:lnTo>
                    <a:lnTo>
                      <a:pt x="439" y="1980"/>
                    </a:lnTo>
                    <a:lnTo>
                      <a:pt x="417" y="1958"/>
                    </a:lnTo>
                    <a:lnTo>
                      <a:pt x="389" y="1934"/>
                    </a:lnTo>
                    <a:lnTo>
                      <a:pt x="355" y="1909"/>
                    </a:lnTo>
                    <a:lnTo>
                      <a:pt x="314" y="1883"/>
                    </a:lnTo>
                    <a:lnTo>
                      <a:pt x="278" y="1864"/>
                    </a:lnTo>
                    <a:lnTo>
                      <a:pt x="245" y="1849"/>
                    </a:lnTo>
                    <a:lnTo>
                      <a:pt x="214" y="1837"/>
                    </a:lnTo>
                    <a:lnTo>
                      <a:pt x="187" y="1829"/>
                    </a:lnTo>
                    <a:lnTo>
                      <a:pt x="163" y="1824"/>
                    </a:lnTo>
                    <a:lnTo>
                      <a:pt x="141" y="1820"/>
                    </a:lnTo>
                    <a:close/>
                    <a:moveTo>
                      <a:pt x="1095" y="0"/>
                    </a:moveTo>
                    <a:lnTo>
                      <a:pt x="1118" y="0"/>
                    </a:lnTo>
                    <a:lnTo>
                      <a:pt x="1144" y="2"/>
                    </a:lnTo>
                    <a:lnTo>
                      <a:pt x="1173" y="7"/>
                    </a:lnTo>
                    <a:lnTo>
                      <a:pt x="1205" y="14"/>
                    </a:lnTo>
                    <a:lnTo>
                      <a:pt x="1240" y="25"/>
                    </a:lnTo>
                    <a:lnTo>
                      <a:pt x="1278" y="39"/>
                    </a:lnTo>
                    <a:lnTo>
                      <a:pt x="1319" y="57"/>
                    </a:lnTo>
                    <a:lnTo>
                      <a:pt x="1362" y="81"/>
                    </a:lnTo>
                    <a:lnTo>
                      <a:pt x="1407" y="108"/>
                    </a:lnTo>
                    <a:lnTo>
                      <a:pt x="1446" y="136"/>
                    </a:lnTo>
                    <a:lnTo>
                      <a:pt x="1478" y="163"/>
                    </a:lnTo>
                    <a:lnTo>
                      <a:pt x="1505" y="190"/>
                    </a:lnTo>
                    <a:lnTo>
                      <a:pt x="1528" y="215"/>
                    </a:lnTo>
                    <a:lnTo>
                      <a:pt x="1546" y="239"/>
                    </a:lnTo>
                    <a:lnTo>
                      <a:pt x="1561" y="261"/>
                    </a:lnTo>
                    <a:lnTo>
                      <a:pt x="1571" y="280"/>
                    </a:lnTo>
                    <a:lnTo>
                      <a:pt x="1580" y="297"/>
                    </a:lnTo>
                    <a:lnTo>
                      <a:pt x="1585" y="311"/>
                    </a:lnTo>
                    <a:lnTo>
                      <a:pt x="1588" y="320"/>
                    </a:lnTo>
                    <a:lnTo>
                      <a:pt x="1589" y="325"/>
                    </a:lnTo>
                    <a:lnTo>
                      <a:pt x="1591" y="344"/>
                    </a:lnTo>
                    <a:lnTo>
                      <a:pt x="1588" y="363"/>
                    </a:lnTo>
                    <a:lnTo>
                      <a:pt x="1581" y="379"/>
                    </a:lnTo>
                    <a:lnTo>
                      <a:pt x="634" y="2008"/>
                    </a:lnTo>
                    <a:lnTo>
                      <a:pt x="625" y="2021"/>
                    </a:lnTo>
                    <a:lnTo>
                      <a:pt x="611" y="2033"/>
                    </a:lnTo>
                    <a:lnTo>
                      <a:pt x="116" y="2357"/>
                    </a:lnTo>
                    <a:lnTo>
                      <a:pt x="97" y="2367"/>
                    </a:lnTo>
                    <a:lnTo>
                      <a:pt x="77" y="2370"/>
                    </a:lnTo>
                    <a:lnTo>
                      <a:pt x="56" y="2368"/>
                    </a:lnTo>
                    <a:lnTo>
                      <a:pt x="36" y="2359"/>
                    </a:lnTo>
                    <a:lnTo>
                      <a:pt x="23" y="2350"/>
                    </a:lnTo>
                    <a:lnTo>
                      <a:pt x="12" y="2338"/>
                    </a:lnTo>
                    <a:lnTo>
                      <a:pt x="5" y="2323"/>
                    </a:lnTo>
                    <a:lnTo>
                      <a:pt x="0" y="2306"/>
                    </a:lnTo>
                    <a:lnTo>
                      <a:pt x="0" y="2290"/>
                    </a:lnTo>
                    <a:lnTo>
                      <a:pt x="34" y="1702"/>
                    </a:lnTo>
                    <a:lnTo>
                      <a:pt x="38" y="1685"/>
                    </a:lnTo>
                    <a:lnTo>
                      <a:pt x="45" y="1670"/>
                    </a:lnTo>
                    <a:lnTo>
                      <a:pt x="991" y="41"/>
                    </a:lnTo>
                    <a:lnTo>
                      <a:pt x="1002" y="27"/>
                    </a:lnTo>
                    <a:lnTo>
                      <a:pt x="1016" y="15"/>
                    </a:lnTo>
                    <a:lnTo>
                      <a:pt x="1034" y="7"/>
                    </a:lnTo>
                    <a:lnTo>
                      <a:pt x="1038" y="6"/>
                    </a:lnTo>
                    <a:lnTo>
                      <a:pt x="1048" y="4"/>
                    </a:lnTo>
                    <a:lnTo>
                      <a:pt x="1060" y="2"/>
                    </a:lnTo>
                    <a:lnTo>
                      <a:pt x="1076" y="0"/>
                    </a:lnTo>
                    <a:lnTo>
                      <a:pt x="1095" y="0"/>
                    </a:lnTo>
                    <a:close/>
                  </a:path>
                </a:pathLst>
              </a:custGeom>
              <a:solidFill>
                <a:schemeClr val="accent4"/>
              </a:solidFill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17" name="Freeform 59"/>
              <p:cNvSpPr>
                <a:spLocks/>
              </p:cNvSpPr>
              <p:nvPr/>
            </p:nvSpPr>
            <p:spPr bwMode="auto">
              <a:xfrm>
                <a:off x="4645025" y="3849688"/>
                <a:ext cx="166688" cy="84138"/>
              </a:xfrm>
              <a:custGeom>
                <a:avLst/>
                <a:gdLst>
                  <a:gd name="T0" fmla="*/ 557 w 1155"/>
                  <a:gd name="T1" fmla="*/ 5 h 591"/>
                  <a:gd name="T2" fmla="*/ 583 w 1155"/>
                  <a:gd name="T3" fmla="*/ 28 h 591"/>
                  <a:gd name="T4" fmla="*/ 591 w 1155"/>
                  <a:gd name="T5" fmla="*/ 111 h 591"/>
                  <a:gd name="T6" fmla="*/ 560 w 1155"/>
                  <a:gd name="T7" fmla="*/ 199 h 591"/>
                  <a:gd name="T8" fmla="*/ 569 w 1155"/>
                  <a:gd name="T9" fmla="*/ 242 h 591"/>
                  <a:gd name="T10" fmla="*/ 587 w 1155"/>
                  <a:gd name="T11" fmla="*/ 270 h 591"/>
                  <a:gd name="T12" fmla="*/ 637 w 1155"/>
                  <a:gd name="T13" fmla="*/ 278 h 591"/>
                  <a:gd name="T14" fmla="*/ 681 w 1155"/>
                  <a:gd name="T15" fmla="*/ 323 h 591"/>
                  <a:gd name="T16" fmla="*/ 693 w 1155"/>
                  <a:gd name="T17" fmla="*/ 357 h 591"/>
                  <a:gd name="T18" fmla="*/ 847 w 1155"/>
                  <a:gd name="T19" fmla="*/ 351 h 591"/>
                  <a:gd name="T20" fmla="*/ 996 w 1155"/>
                  <a:gd name="T21" fmla="*/ 366 h 591"/>
                  <a:gd name="T22" fmla="*/ 1118 w 1155"/>
                  <a:gd name="T23" fmla="*/ 373 h 591"/>
                  <a:gd name="T24" fmla="*/ 1149 w 1155"/>
                  <a:gd name="T25" fmla="*/ 400 h 591"/>
                  <a:gd name="T26" fmla="*/ 1154 w 1155"/>
                  <a:gd name="T27" fmla="*/ 441 h 591"/>
                  <a:gd name="T28" fmla="*/ 1131 w 1155"/>
                  <a:gd name="T29" fmla="*/ 475 h 591"/>
                  <a:gd name="T30" fmla="*/ 1066 w 1155"/>
                  <a:gd name="T31" fmla="*/ 482 h 591"/>
                  <a:gd name="T32" fmla="*/ 957 w 1155"/>
                  <a:gd name="T33" fmla="*/ 467 h 591"/>
                  <a:gd name="T34" fmla="*/ 843 w 1155"/>
                  <a:gd name="T35" fmla="*/ 452 h 591"/>
                  <a:gd name="T36" fmla="*/ 738 w 1155"/>
                  <a:gd name="T37" fmla="*/ 461 h 591"/>
                  <a:gd name="T38" fmla="*/ 679 w 1155"/>
                  <a:gd name="T39" fmla="*/ 486 h 591"/>
                  <a:gd name="T40" fmla="*/ 636 w 1155"/>
                  <a:gd name="T41" fmla="*/ 492 h 591"/>
                  <a:gd name="T42" fmla="*/ 603 w 1155"/>
                  <a:gd name="T43" fmla="*/ 477 h 591"/>
                  <a:gd name="T44" fmla="*/ 576 w 1155"/>
                  <a:gd name="T45" fmla="*/ 454 h 591"/>
                  <a:gd name="T46" fmla="*/ 571 w 1155"/>
                  <a:gd name="T47" fmla="*/ 407 h 591"/>
                  <a:gd name="T48" fmla="*/ 537 w 1155"/>
                  <a:gd name="T49" fmla="*/ 457 h 591"/>
                  <a:gd name="T50" fmla="*/ 495 w 1155"/>
                  <a:gd name="T51" fmla="*/ 471 h 591"/>
                  <a:gd name="T52" fmla="*/ 455 w 1155"/>
                  <a:gd name="T53" fmla="*/ 456 h 591"/>
                  <a:gd name="T54" fmla="*/ 439 w 1155"/>
                  <a:gd name="T55" fmla="*/ 419 h 591"/>
                  <a:gd name="T56" fmla="*/ 450 w 1155"/>
                  <a:gd name="T57" fmla="*/ 390 h 591"/>
                  <a:gd name="T58" fmla="*/ 458 w 1155"/>
                  <a:gd name="T59" fmla="*/ 369 h 591"/>
                  <a:gd name="T60" fmla="*/ 422 w 1155"/>
                  <a:gd name="T61" fmla="*/ 404 h 591"/>
                  <a:gd name="T62" fmla="*/ 379 w 1155"/>
                  <a:gd name="T63" fmla="*/ 428 h 591"/>
                  <a:gd name="T64" fmla="*/ 335 w 1155"/>
                  <a:gd name="T65" fmla="*/ 417 h 591"/>
                  <a:gd name="T66" fmla="*/ 314 w 1155"/>
                  <a:gd name="T67" fmla="*/ 379 h 591"/>
                  <a:gd name="T68" fmla="*/ 364 w 1155"/>
                  <a:gd name="T69" fmla="*/ 288 h 591"/>
                  <a:gd name="T70" fmla="*/ 252 w 1155"/>
                  <a:gd name="T71" fmla="*/ 393 h 591"/>
                  <a:gd name="T72" fmla="*/ 96 w 1155"/>
                  <a:gd name="T73" fmla="*/ 581 h 591"/>
                  <a:gd name="T74" fmla="*/ 49 w 1155"/>
                  <a:gd name="T75" fmla="*/ 590 h 591"/>
                  <a:gd name="T76" fmla="*/ 9 w 1155"/>
                  <a:gd name="T77" fmla="*/ 569 h 591"/>
                  <a:gd name="T78" fmla="*/ 2 w 1155"/>
                  <a:gd name="T79" fmla="*/ 527 h 591"/>
                  <a:gd name="T80" fmla="*/ 138 w 1155"/>
                  <a:gd name="T81" fmla="*/ 351 h 591"/>
                  <a:gd name="T82" fmla="*/ 344 w 1155"/>
                  <a:gd name="T83" fmla="*/ 123 h 591"/>
                  <a:gd name="T84" fmla="*/ 398 w 1155"/>
                  <a:gd name="T85" fmla="*/ 70 h 591"/>
                  <a:gd name="T86" fmla="*/ 462 w 1155"/>
                  <a:gd name="T87" fmla="*/ 20 h 591"/>
                  <a:gd name="T88" fmla="*/ 534 w 1155"/>
                  <a:gd name="T89" fmla="*/ 0 h 59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</a:cxnLst>
                <a:rect l="0" t="0" r="r" b="b"/>
                <a:pathLst>
                  <a:path w="1155" h="591">
                    <a:moveTo>
                      <a:pt x="534" y="0"/>
                    </a:moveTo>
                    <a:lnTo>
                      <a:pt x="545" y="2"/>
                    </a:lnTo>
                    <a:lnTo>
                      <a:pt x="557" y="5"/>
                    </a:lnTo>
                    <a:lnTo>
                      <a:pt x="567" y="10"/>
                    </a:lnTo>
                    <a:lnTo>
                      <a:pt x="576" y="18"/>
                    </a:lnTo>
                    <a:lnTo>
                      <a:pt x="583" y="28"/>
                    </a:lnTo>
                    <a:lnTo>
                      <a:pt x="591" y="54"/>
                    </a:lnTo>
                    <a:lnTo>
                      <a:pt x="593" y="82"/>
                    </a:lnTo>
                    <a:lnTo>
                      <a:pt x="591" y="111"/>
                    </a:lnTo>
                    <a:lnTo>
                      <a:pt x="584" y="140"/>
                    </a:lnTo>
                    <a:lnTo>
                      <a:pt x="573" y="170"/>
                    </a:lnTo>
                    <a:lnTo>
                      <a:pt x="560" y="199"/>
                    </a:lnTo>
                    <a:lnTo>
                      <a:pt x="543" y="230"/>
                    </a:lnTo>
                    <a:lnTo>
                      <a:pt x="557" y="235"/>
                    </a:lnTo>
                    <a:lnTo>
                      <a:pt x="569" y="242"/>
                    </a:lnTo>
                    <a:lnTo>
                      <a:pt x="579" y="254"/>
                    </a:lnTo>
                    <a:lnTo>
                      <a:pt x="583" y="263"/>
                    </a:lnTo>
                    <a:lnTo>
                      <a:pt x="587" y="270"/>
                    </a:lnTo>
                    <a:lnTo>
                      <a:pt x="604" y="269"/>
                    </a:lnTo>
                    <a:lnTo>
                      <a:pt x="620" y="272"/>
                    </a:lnTo>
                    <a:lnTo>
                      <a:pt x="637" y="278"/>
                    </a:lnTo>
                    <a:lnTo>
                      <a:pt x="653" y="289"/>
                    </a:lnTo>
                    <a:lnTo>
                      <a:pt x="668" y="303"/>
                    </a:lnTo>
                    <a:lnTo>
                      <a:pt x="681" y="323"/>
                    </a:lnTo>
                    <a:lnTo>
                      <a:pt x="689" y="338"/>
                    </a:lnTo>
                    <a:lnTo>
                      <a:pt x="692" y="349"/>
                    </a:lnTo>
                    <a:lnTo>
                      <a:pt x="693" y="357"/>
                    </a:lnTo>
                    <a:lnTo>
                      <a:pt x="746" y="351"/>
                    </a:lnTo>
                    <a:lnTo>
                      <a:pt x="797" y="350"/>
                    </a:lnTo>
                    <a:lnTo>
                      <a:pt x="847" y="351"/>
                    </a:lnTo>
                    <a:lnTo>
                      <a:pt x="897" y="355"/>
                    </a:lnTo>
                    <a:lnTo>
                      <a:pt x="946" y="361"/>
                    </a:lnTo>
                    <a:lnTo>
                      <a:pt x="996" y="366"/>
                    </a:lnTo>
                    <a:lnTo>
                      <a:pt x="1048" y="369"/>
                    </a:lnTo>
                    <a:lnTo>
                      <a:pt x="1101" y="371"/>
                    </a:lnTo>
                    <a:lnTo>
                      <a:pt x="1118" y="373"/>
                    </a:lnTo>
                    <a:lnTo>
                      <a:pt x="1131" y="379"/>
                    </a:lnTo>
                    <a:lnTo>
                      <a:pt x="1142" y="389"/>
                    </a:lnTo>
                    <a:lnTo>
                      <a:pt x="1149" y="400"/>
                    </a:lnTo>
                    <a:lnTo>
                      <a:pt x="1154" y="413"/>
                    </a:lnTo>
                    <a:lnTo>
                      <a:pt x="1155" y="427"/>
                    </a:lnTo>
                    <a:lnTo>
                      <a:pt x="1154" y="441"/>
                    </a:lnTo>
                    <a:lnTo>
                      <a:pt x="1149" y="454"/>
                    </a:lnTo>
                    <a:lnTo>
                      <a:pt x="1142" y="466"/>
                    </a:lnTo>
                    <a:lnTo>
                      <a:pt x="1131" y="475"/>
                    </a:lnTo>
                    <a:lnTo>
                      <a:pt x="1118" y="481"/>
                    </a:lnTo>
                    <a:lnTo>
                      <a:pt x="1101" y="483"/>
                    </a:lnTo>
                    <a:lnTo>
                      <a:pt x="1066" y="482"/>
                    </a:lnTo>
                    <a:lnTo>
                      <a:pt x="1031" y="478"/>
                    </a:lnTo>
                    <a:lnTo>
                      <a:pt x="993" y="473"/>
                    </a:lnTo>
                    <a:lnTo>
                      <a:pt x="957" y="467"/>
                    </a:lnTo>
                    <a:lnTo>
                      <a:pt x="919" y="460"/>
                    </a:lnTo>
                    <a:lnTo>
                      <a:pt x="881" y="455"/>
                    </a:lnTo>
                    <a:lnTo>
                      <a:pt x="843" y="452"/>
                    </a:lnTo>
                    <a:lnTo>
                      <a:pt x="807" y="451"/>
                    </a:lnTo>
                    <a:lnTo>
                      <a:pt x="771" y="454"/>
                    </a:lnTo>
                    <a:lnTo>
                      <a:pt x="738" y="461"/>
                    </a:lnTo>
                    <a:lnTo>
                      <a:pt x="705" y="474"/>
                    </a:lnTo>
                    <a:lnTo>
                      <a:pt x="693" y="480"/>
                    </a:lnTo>
                    <a:lnTo>
                      <a:pt x="679" y="486"/>
                    </a:lnTo>
                    <a:lnTo>
                      <a:pt x="664" y="492"/>
                    </a:lnTo>
                    <a:lnTo>
                      <a:pt x="651" y="494"/>
                    </a:lnTo>
                    <a:lnTo>
                      <a:pt x="636" y="492"/>
                    </a:lnTo>
                    <a:lnTo>
                      <a:pt x="626" y="487"/>
                    </a:lnTo>
                    <a:lnTo>
                      <a:pt x="614" y="482"/>
                    </a:lnTo>
                    <a:lnTo>
                      <a:pt x="603" y="477"/>
                    </a:lnTo>
                    <a:lnTo>
                      <a:pt x="592" y="471"/>
                    </a:lnTo>
                    <a:lnTo>
                      <a:pt x="584" y="464"/>
                    </a:lnTo>
                    <a:lnTo>
                      <a:pt x="576" y="454"/>
                    </a:lnTo>
                    <a:lnTo>
                      <a:pt x="572" y="442"/>
                    </a:lnTo>
                    <a:lnTo>
                      <a:pt x="571" y="423"/>
                    </a:lnTo>
                    <a:lnTo>
                      <a:pt x="571" y="407"/>
                    </a:lnTo>
                    <a:lnTo>
                      <a:pt x="560" y="427"/>
                    </a:lnTo>
                    <a:lnTo>
                      <a:pt x="547" y="446"/>
                    </a:lnTo>
                    <a:lnTo>
                      <a:pt x="537" y="457"/>
                    </a:lnTo>
                    <a:lnTo>
                      <a:pt x="524" y="466"/>
                    </a:lnTo>
                    <a:lnTo>
                      <a:pt x="509" y="470"/>
                    </a:lnTo>
                    <a:lnTo>
                      <a:pt x="495" y="471"/>
                    </a:lnTo>
                    <a:lnTo>
                      <a:pt x="480" y="469"/>
                    </a:lnTo>
                    <a:lnTo>
                      <a:pt x="467" y="464"/>
                    </a:lnTo>
                    <a:lnTo>
                      <a:pt x="455" y="456"/>
                    </a:lnTo>
                    <a:lnTo>
                      <a:pt x="446" y="446"/>
                    </a:lnTo>
                    <a:lnTo>
                      <a:pt x="440" y="433"/>
                    </a:lnTo>
                    <a:lnTo>
                      <a:pt x="439" y="419"/>
                    </a:lnTo>
                    <a:lnTo>
                      <a:pt x="444" y="402"/>
                    </a:lnTo>
                    <a:lnTo>
                      <a:pt x="447" y="396"/>
                    </a:lnTo>
                    <a:lnTo>
                      <a:pt x="450" y="390"/>
                    </a:lnTo>
                    <a:lnTo>
                      <a:pt x="450" y="390"/>
                    </a:lnTo>
                    <a:lnTo>
                      <a:pt x="449" y="390"/>
                    </a:lnTo>
                    <a:lnTo>
                      <a:pt x="458" y="369"/>
                    </a:lnTo>
                    <a:lnTo>
                      <a:pt x="445" y="378"/>
                    </a:lnTo>
                    <a:lnTo>
                      <a:pt x="432" y="390"/>
                    </a:lnTo>
                    <a:lnTo>
                      <a:pt x="422" y="404"/>
                    </a:lnTo>
                    <a:lnTo>
                      <a:pt x="409" y="417"/>
                    </a:lnTo>
                    <a:lnTo>
                      <a:pt x="394" y="425"/>
                    </a:lnTo>
                    <a:lnTo>
                      <a:pt x="379" y="428"/>
                    </a:lnTo>
                    <a:lnTo>
                      <a:pt x="363" y="428"/>
                    </a:lnTo>
                    <a:lnTo>
                      <a:pt x="348" y="424"/>
                    </a:lnTo>
                    <a:lnTo>
                      <a:pt x="335" y="417"/>
                    </a:lnTo>
                    <a:lnTo>
                      <a:pt x="324" y="406"/>
                    </a:lnTo>
                    <a:lnTo>
                      <a:pt x="317" y="394"/>
                    </a:lnTo>
                    <a:lnTo>
                      <a:pt x="314" y="379"/>
                    </a:lnTo>
                    <a:lnTo>
                      <a:pt x="316" y="364"/>
                    </a:lnTo>
                    <a:lnTo>
                      <a:pt x="323" y="347"/>
                    </a:lnTo>
                    <a:lnTo>
                      <a:pt x="364" y="288"/>
                    </a:lnTo>
                    <a:lnTo>
                      <a:pt x="404" y="226"/>
                    </a:lnTo>
                    <a:lnTo>
                      <a:pt x="326" y="309"/>
                    </a:lnTo>
                    <a:lnTo>
                      <a:pt x="252" y="393"/>
                    </a:lnTo>
                    <a:lnTo>
                      <a:pt x="179" y="480"/>
                    </a:lnTo>
                    <a:lnTo>
                      <a:pt x="108" y="569"/>
                    </a:lnTo>
                    <a:lnTo>
                      <a:pt x="96" y="581"/>
                    </a:lnTo>
                    <a:lnTo>
                      <a:pt x="80" y="588"/>
                    </a:lnTo>
                    <a:lnTo>
                      <a:pt x="65" y="591"/>
                    </a:lnTo>
                    <a:lnTo>
                      <a:pt x="49" y="590"/>
                    </a:lnTo>
                    <a:lnTo>
                      <a:pt x="33" y="586"/>
                    </a:lnTo>
                    <a:lnTo>
                      <a:pt x="21" y="579"/>
                    </a:lnTo>
                    <a:lnTo>
                      <a:pt x="9" y="569"/>
                    </a:lnTo>
                    <a:lnTo>
                      <a:pt x="2" y="556"/>
                    </a:lnTo>
                    <a:lnTo>
                      <a:pt x="0" y="542"/>
                    </a:lnTo>
                    <a:lnTo>
                      <a:pt x="2" y="527"/>
                    </a:lnTo>
                    <a:lnTo>
                      <a:pt x="11" y="511"/>
                    </a:lnTo>
                    <a:lnTo>
                      <a:pt x="74" y="431"/>
                    </a:lnTo>
                    <a:lnTo>
                      <a:pt x="138" y="351"/>
                    </a:lnTo>
                    <a:lnTo>
                      <a:pt x="204" y="273"/>
                    </a:lnTo>
                    <a:lnTo>
                      <a:pt x="273" y="196"/>
                    </a:lnTo>
                    <a:lnTo>
                      <a:pt x="344" y="123"/>
                    </a:lnTo>
                    <a:lnTo>
                      <a:pt x="361" y="107"/>
                    </a:lnTo>
                    <a:lnTo>
                      <a:pt x="380" y="89"/>
                    </a:lnTo>
                    <a:lnTo>
                      <a:pt x="398" y="70"/>
                    </a:lnTo>
                    <a:lnTo>
                      <a:pt x="418" y="52"/>
                    </a:lnTo>
                    <a:lnTo>
                      <a:pt x="439" y="35"/>
                    </a:lnTo>
                    <a:lnTo>
                      <a:pt x="462" y="20"/>
                    </a:lnTo>
                    <a:lnTo>
                      <a:pt x="485" y="9"/>
                    </a:lnTo>
                    <a:lnTo>
                      <a:pt x="509" y="2"/>
                    </a:lnTo>
                    <a:lnTo>
                      <a:pt x="534" y="0"/>
                    </a:lnTo>
                    <a:close/>
                  </a:path>
                </a:pathLst>
              </a:custGeom>
              <a:solidFill>
                <a:schemeClr val="accent4"/>
              </a:solidFill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</p:grpSp>
      <p:grpSp>
        <p:nvGrpSpPr>
          <p:cNvPr id="8" name="그룹 54"/>
          <p:cNvGrpSpPr/>
          <p:nvPr/>
        </p:nvGrpSpPr>
        <p:grpSpPr>
          <a:xfrm>
            <a:off x="4547860" y="4270810"/>
            <a:ext cx="1499358" cy="1717182"/>
            <a:chOff x="4547860" y="4270810"/>
            <a:chExt cx="1499358" cy="1717182"/>
          </a:xfrm>
        </p:grpSpPr>
        <p:sp>
          <p:nvSpPr>
            <p:cNvPr id="119" name="Freeform 27"/>
            <p:cNvSpPr>
              <a:spLocks noEditPoints="1"/>
            </p:cNvSpPr>
            <p:nvPr/>
          </p:nvSpPr>
          <p:spPr bwMode="auto">
            <a:xfrm>
              <a:off x="4547860" y="4270810"/>
              <a:ext cx="1499358" cy="1717182"/>
            </a:xfrm>
            <a:custGeom>
              <a:avLst/>
              <a:gdLst>
                <a:gd name="T0" fmla="*/ 699 w 1653"/>
                <a:gd name="T1" fmla="*/ 403 h 1892"/>
                <a:gd name="T2" fmla="*/ 506 w 1653"/>
                <a:gd name="T3" fmla="*/ 462 h 1892"/>
                <a:gd name="T4" fmla="*/ 336 w 1653"/>
                <a:gd name="T5" fmla="*/ 577 h 1892"/>
                <a:gd name="T6" fmla="*/ 202 w 1653"/>
                <a:gd name="T7" fmla="*/ 741 h 1892"/>
                <a:gd name="T8" fmla="*/ 127 w 1653"/>
                <a:gd name="T9" fmla="*/ 934 h 1892"/>
                <a:gd name="T10" fmla="*/ 109 w 1653"/>
                <a:gd name="T11" fmla="*/ 1135 h 1892"/>
                <a:gd name="T12" fmla="*/ 151 w 1653"/>
                <a:gd name="T13" fmla="*/ 1332 h 1892"/>
                <a:gd name="T14" fmla="*/ 247 w 1653"/>
                <a:gd name="T15" fmla="*/ 1510 h 1892"/>
                <a:gd name="T16" fmla="*/ 397 w 1653"/>
                <a:gd name="T17" fmla="*/ 1659 h 1892"/>
                <a:gd name="T18" fmla="*/ 583 w 1653"/>
                <a:gd name="T19" fmla="*/ 1754 h 1892"/>
                <a:gd name="T20" fmla="*/ 783 w 1653"/>
                <a:gd name="T21" fmla="*/ 1791 h 1892"/>
                <a:gd name="T22" fmla="*/ 982 w 1653"/>
                <a:gd name="T23" fmla="*/ 1769 h 1892"/>
                <a:gd name="T24" fmla="*/ 1168 w 1653"/>
                <a:gd name="T25" fmla="*/ 1691 h 1892"/>
                <a:gd name="T26" fmla="*/ 1328 w 1653"/>
                <a:gd name="T27" fmla="*/ 1559 h 1892"/>
                <a:gd name="T28" fmla="*/ 1445 w 1653"/>
                <a:gd name="T29" fmla="*/ 1381 h 1892"/>
                <a:gd name="T30" fmla="*/ 1500 w 1653"/>
                <a:gd name="T31" fmla="*/ 1184 h 1892"/>
                <a:gd name="T32" fmla="*/ 1498 w 1653"/>
                <a:gd name="T33" fmla="*/ 983 h 1892"/>
                <a:gd name="T34" fmla="*/ 1438 w 1653"/>
                <a:gd name="T35" fmla="*/ 791 h 1892"/>
                <a:gd name="T36" fmla="*/ 1324 w 1653"/>
                <a:gd name="T37" fmla="*/ 621 h 1892"/>
                <a:gd name="T38" fmla="*/ 1159 w 1653"/>
                <a:gd name="T39" fmla="*/ 488 h 1892"/>
                <a:gd name="T40" fmla="*/ 966 w 1653"/>
                <a:gd name="T41" fmla="*/ 412 h 1892"/>
                <a:gd name="T42" fmla="*/ 1601 w 1653"/>
                <a:gd name="T43" fmla="*/ 0 h 1892"/>
                <a:gd name="T44" fmla="*/ 1607 w 1653"/>
                <a:gd name="T45" fmla="*/ 37 h 1892"/>
                <a:gd name="T46" fmla="*/ 1619 w 1653"/>
                <a:gd name="T47" fmla="*/ 143 h 1892"/>
                <a:gd name="T48" fmla="*/ 1634 w 1653"/>
                <a:gd name="T49" fmla="*/ 299 h 1892"/>
                <a:gd name="T50" fmla="*/ 1646 w 1653"/>
                <a:gd name="T51" fmla="*/ 493 h 1892"/>
                <a:gd name="T52" fmla="*/ 1653 w 1653"/>
                <a:gd name="T53" fmla="*/ 710 h 1892"/>
                <a:gd name="T54" fmla="*/ 1649 w 1653"/>
                <a:gd name="T55" fmla="*/ 934 h 1892"/>
                <a:gd name="T56" fmla="*/ 1630 w 1653"/>
                <a:gd name="T57" fmla="*/ 1151 h 1892"/>
                <a:gd name="T58" fmla="*/ 1591 w 1653"/>
                <a:gd name="T59" fmla="*/ 1348 h 1892"/>
                <a:gd name="T60" fmla="*/ 1527 w 1653"/>
                <a:gd name="T61" fmla="*/ 1507 h 1892"/>
                <a:gd name="T62" fmla="*/ 1402 w 1653"/>
                <a:gd name="T63" fmla="*/ 1663 h 1892"/>
                <a:gd name="T64" fmla="*/ 1226 w 1653"/>
                <a:gd name="T65" fmla="*/ 1791 h 1892"/>
                <a:gd name="T66" fmla="*/ 1028 w 1653"/>
                <a:gd name="T67" fmla="*/ 1868 h 1892"/>
                <a:gd name="T68" fmla="*/ 818 w 1653"/>
                <a:gd name="T69" fmla="*/ 1892 h 1892"/>
                <a:gd name="T70" fmla="*/ 606 w 1653"/>
                <a:gd name="T71" fmla="*/ 1861 h 1892"/>
                <a:gd name="T72" fmla="*/ 405 w 1653"/>
                <a:gd name="T73" fmla="*/ 1775 h 1892"/>
                <a:gd name="T74" fmla="*/ 229 w 1653"/>
                <a:gd name="T75" fmla="*/ 1636 h 1892"/>
                <a:gd name="T76" fmla="*/ 101 w 1653"/>
                <a:gd name="T77" fmla="*/ 1460 h 1892"/>
                <a:gd name="T78" fmla="*/ 24 w 1653"/>
                <a:gd name="T79" fmla="*/ 1262 h 1892"/>
                <a:gd name="T80" fmla="*/ 0 w 1653"/>
                <a:gd name="T81" fmla="*/ 1052 h 1892"/>
                <a:gd name="T82" fmla="*/ 31 w 1653"/>
                <a:gd name="T83" fmla="*/ 840 h 1892"/>
                <a:gd name="T84" fmla="*/ 117 w 1653"/>
                <a:gd name="T85" fmla="*/ 639 h 1892"/>
                <a:gd name="T86" fmla="*/ 229 w 1653"/>
                <a:gd name="T87" fmla="*/ 499 h 1892"/>
                <a:gd name="T88" fmla="*/ 378 w 1653"/>
                <a:gd name="T89" fmla="*/ 393 h 1892"/>
                <a:gd name="T90" fmla="*/ 563 w 1653"/>
                <a:gd name="T91" fmla="*/ 300 h 1892"/>
                <a:gd name="T92" fmla="*/ 769 w 1653"/>
                <a:gd name="T93" fmla="*/ 218 h 1892"/>
                <a:gd name="T94" fmla="*/ 981 w 1653"/>
                <a:gd name="T95" fmla="*/ 149 h 1892"/>
                <a:gd name="T96" fmla="*/ 1185 w 1653"/>
                <a:gd name="T97" fmla="*/ 93 h 1892"/>
                <a:gd name="T98" fmla="*/ 1363 w 1653"/>
                <a:gd name="T99" fmla="*/ 49 h 1892"/>
                <a:gd name="T100" fmla="*/ 1502 w 1653"/>
                <a:gd name="T101" fmla="*/ 18 h 1892"/>
                <a:gd name="T102" fmla="*/ 1585 w 1653"/>
                <a:gd name="T103" fmla="*/ 2 h 18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1653" h="1892">
                  <a:moveTo>
                    <a:pt x="832" y="395"/>
                  </a:moveTo>
                  <a:lnTo>
                    <a:pt x="765" y="395"/>
                  </a:lnTo>
                  <a:lnTo>
                    <a:pt x="699" y="403"/>
                  </a:lnTo>
                  <a:lnTo>
                    <a:pt x="633" y="416"/>
                  </a:lnTo>
                  <a:lnTo>
                    <a:pt x="568" y="437"/>
                  </a:lnTo>
                  <a:lnTo>
                    <a:pt x="506" y="462"/>
                  </a:lnTo>
                  <a:lnTo>
                    <a:pt x="447" y="495"/>
                  </a:lnTo>
                  <a:lnTo>
                    <a:pt x="390" y="532"/>
                  </a:lnTo>
                  <a:lnTo>
                    <a:pt x="336" y="577"/>
                  </a:lnTo>
                  <a:lnTo>
                    <a:pt x="287" y="627"/>
                  </a:lnTo>
                  <a:lnTo>
                    <a:pt x="242" y="682"/>
                  </a:lnTo>
                  <a:lnTo>
                    <a:pt x="202" y="741"/>
                  </a:lnTo>
                  <a:lnTo>
                    <a:pt x="171" y="805"/>
                  </a:lnTo>
                  <a:lnTo>
                    <a:pt x="146" y="868"/>
                  </a:lnTo>
                  <a:lnTo>
                    <a:pt x="127" y="934"/>
                  </a:lnTo>
                  <a:lnTo>
                    <a:pt x="115" y="1000"/>
                  </a:lnTo>
                  <a:lnTo>
                    <a:pt x="109" y="1068"/>
                  </a:lnTo>
                  <a:lnTo>
                    <a:pt x="109" y="1135"/>
                  </a:lnTo>
                  <a:lnTo>
                    <a:pt x="117" y="1201"/>
                  </a:lnTo>
                  <a:lnTo>
                    <a:pt x="131" y="1267"/>
                  </a:lnTo>
                  <a:lnTo>
                    <a:pt x="151" y="1332"/>
                  </a:lnTo>
                  <a:lnTo>
                    <a:pt x="177" y="1394"/>
                  </a:lnTo>
                  <a:lnTo>
                    <a:pt x="209" y="1454"/>
                  </a:lnTo>
                  <a:lnTo>
                    <a:pt x="247" y="1510"/>
                  </a:lnTo>
                  <a:lnTo>
                    <a:pt x="292" y="1564"/>
                  </a:lnTo>
                  <a:lnTo>
                    <a:pt x="341" y="1613"/>
                  </a:lnTo>
                  <a:lnTo>
                    <a:pt x="397" y="1659"/>
                  </a:lnTo>
                  <a:lnTo>
                    <a:pt x="456" y="1698"/>
                  </a:lnTo>
                  <a:lnTo>
                    <a:pt x="519" y="1729"/>
                  </a:lnTo>
                  <a:lnTo>
                    <a:pt x="583" y="1754"/>
                  </a:lnTo>
                  <a:lnTo>
                    <a:pt x="649" y="1773"/>
                  </a:lnTo>
                  <a:lnTo>
                    <a:pt x="716" y="1785"/>
                  </a:lnTo>
                  <a:lnTo>
                    <a:pt x="783" y="1791"/>
                  </a:lnTo>
                  <a:lnTo>
                    <a:pt x="850" y="1791"/>
                  </a:lnTo>
                  <a:lnTo>
                    <a:pt x="917" y="1783"/>
                  </a:lnTo>
                  <a:lnTo>
                    <a:pt x="982" y="1769"/>
                  </a:lnTo>
                  <a:lnTo>
                    <a:pt x="1047" y="1749"/>
                  </a:lnTo>
                  <a:lnTo>
                    <a:pt x="1109" y="1723"/>
                  </a:lnTo>
                  <a:lnTo>
                    <a:pt x="1168" y="1691"/>
                  </a:lnTo>
                  <a:lnTo>
                    <a:pt x="1225" y="1653"/>
                  </a:lnTo>
                  <a:lnTo>
                    <a:pt x="1279" y="1609"/>
                  </a:lnTo>
                  <a:lnTo>
                    <a:pt x="1328" y="1559"/>
                  </a:lnTo>
                  <a:lnTo>
                    <a:pt x="1373" y="1503"/>
                  </a:lnTo>
                  <a:lnTo>
                    <a:pt x="1413" y="1444"/>
                  </a:lnTo>
                  <a:lnTo>
                    <a:pt x="1445" y="1381"/>
                  </a:lnTo>
                  <a:lnTo>
                    <a:pt x="1469" y="1317"/>
                  </a:lnTo>
                  <a:lnTo>
                    <a:pt x="1488" y="1251"/>
                  </a:lnTo>
                  <a:lnTo>
                    <a:pt x="1500" y="1184"/>
                  </a:lnTo>
                  <a:lnTo>
                    <a:pt x="1506" y="1118"/>
                  </a:lnTo>
                  <a:lnTo>
                    <a:pt x="1506" y="1050"/>
                  </a:lnTo>
                  <a:lnTo>
                    <a:pt x="1498" y="983"/>
                  </a:lnTo>
                  <a:lnTo>
                    <a:pt x="1484" y="918"/>
                  </a:lnTo>
                  <a:lnTo>
                    <a:pt x="1464" y="853"/>
                  </a:lnTo>
                  <a:lnTo>
                    <a:pt x="1438" y="791"/>
                  </a:lnTo>
                  <a:lnTo>
                    <a:pt x="1406" y="732"/>
                  </a:lnTo>
                  <a:lnTo>
                    <a:pt x="1368" y="675"/>
                  </a:lnTo>
                  <a:lnTo>
                    <a:pt x="1324" y="621"/>
                  </a:lnTo>
                  <a:lnTo>
                    <a:pt x="1274" y="573"/>
                  </a:lnTo>
                  <a:lnTo>
                    <a:pt x="1218" y="527"/>
                  </a:lnTo>
                  <a:lnTo>
                    <a:pt x="1159" y="488"/>
                  </a:lnTo>
                  <a:lnTo>
                    <a:pt x="1096" y="455"/>
                  </a:lnTo>
                  <a:lnTo>
                    <a:pt x="1032" y="431"/>
                  </a:lnTo>
                  <a:lnTo>
                    <a:pt x="966" y="412"/>
                  </a:lnTo>
                  <a:lnTo>
                    <a:pt x="900" y="400"/>
                  </a:lnTo>
                  <a:lnTo>
                    <a:pt x="832" y="395"/>
                  </a:lnTo>
                  <a:close/>
                  <a:moveTo>
                    <a:pt x="1601" y="0"/>
                  </a:moveTo>
                  <a:lnTo>
                    <a:pt x="1603" y="4"/>
                  </a:lnTo>
                  <a:lnTo>
                    <a:pt x="1604" y="17"/>
                  </a:lnTo>
                  <a:lnTo>
                    <a:pt x="1607" y="37"/>
                  </a:lnTo>
                  <a:lnTo>
                    <a:pt x="1611" y="66"/>
                  </a:lnTo>
                  <a:lnTo>
                    <a:pt x="1615" y="101"/>
                  </a:lnTo>
                  <a:lnTo>
                    <a:pt x="1619" y="143"/>
                  </a:lnTo>
                  <a:lnTo>
                    <a:pt x="1624" y="190"/>
                  </a:lnTo>
                  <a:lnTo>
                    <a:pt x="1628" y="242"/>
                  </a:lnTo>
                  <a:lnTo>
                    <a:pt x="1634" y="299"/>
                  </a:lnTo>
                  <a:lnTo>
                    <a:pt x="1638" y="361"/>
                  </a:lnTo>
                  <a:lnTo>
                    <a:pt x="1643" y="426"/>
                  </a:lnTo>
                  <a:lnTo>
                    <a:pt x="1646" y="493"/>
                  </a:lnTo>
                  <a:lnTo>
                    <a:pt x="1650" y="563"/>
                  </a:lnTo>
                  <a:lnTo>
                    <a:pt x="1651" y="636"/>
                  </a:lnTo>
                  <a:lnTo>
                    <a:pt x="1653" y="710"/>
                  </a:lnTo>
                  <a:lnTo>
                    <a:pt x="1653" y="785"/>
                  </a:lnTo>
                  <a:lnTo>
                    <a:pt x="1651" y="859"/>
                  </a:lnTo>
                  <a:lnTo>
                    <a:pt x="1649" y="934"/>
                  </a:lnTo>
                  <a:lnTo>
                    <a:pt x="1645" y="1008"/>
                  </a:lnTo>
                  <a:lnTo>
                    <a:pt x="1638" y="1081"/>
                  </a:lnTo>
                  <a:lnTo>
                    <a:pt x="1630" y="1151"/>
                  </a:lnTo>
                  <a:lnTo>
                    <a:pt x="1619" y="1220"/>
                  </a:lnTo>
                  <a:lnTo>
                    <a:pt x="1606" y="1286"/>
                  </a:lnTo>
                  <a:lnTo>
                    <a:pt x="1591" y="1348"/>
                  </a:lnTo>
                  <a:lnTo>
                    <a:pt x="1572" y="1406"/>
                  </a:lnTo>
                  <a:lnTo>
                    <a:pt x="1552" y="1459"/>
                  </a:lnTo>
                  <a:lnTo>
                    <a:pt x="1527" y="1507"/>
                  </a:lnTo>
                  <a:lnTo>
                    <a:pt x="1500" y="1551"/>
                  </a:lnTo>
                  <a:lnTo>
                    <a:pt x="1453" y="1609"/>
                  </a:lnTo>
                  <a:lnTo>
                    <a:pt x="1402" y="1663"/>
                  </a:lnTo>
                  <a:lnTo>
                    <a:pt x="1346" y="1711"/>
                  </a:lnTo>
                  <a:lnTo>
                    <a:pt x="1287" y="1753"/>
                  </a:lnTo>
                  <a:lnTo>
                    <a:pt x="1226" y="1791"/>
                  </a:lnTo>
                  <a:lnTo>
                    <a:pt x="1162" y="1822"/>
                  </a:lnTo>
                  <a:lnTo>
                    <a:pt x="1096" y="1847"/>
                  </a:lnTo>
                  <a:lnTo>
                    <a:pt x="1028" y="1868"/>
                  </a:lnTo>
                  <a:lnTo>
                    <a:pt x="959" y="1881"/>
                  </a:lnTo>
                  <a:lnTo>
                    <a:pt x="889" y="1889"/>
                  </a:lnTo>
                  <a:lnTo>
                    <a:pt x="818" y="1892"/>
                  </a:lnTo>
                  <a:lnTo>
                    <a:pt x="747" y="1888"/>
                  </a:lnTo>
                  <a:lnTo>
                    <a:pt x="676" y="1877"/>
                  </a:lnTo>
                  <a:lnTo>
                    <a:pt x="606" y="1861"/>
                  </a:lnTo>
                  <a:lnTo>
                    <a:pt x="537" y="1839"/>
                  </a:lnTo>
                  <a:lnTo>
                    <a:pt x="471" y="1810"/>
                  </a:lnTo>
                  <a:lnTo>
                    <a:pt x="405" y="1775"/>
                  </a:lnTo>
                  <a:lnTo>
                    <a:pt x="341" y="1734"/>
                  </a:lnTo>
                  <a:lnTo>
                    <a:pt x="283" y="1687"/>
                  </a:lnTo>
                  <a:lnTo>
                    <a:pt x="229" y="1636"/>
                  </a:lnTo>
                  <a:lnTo>
                    <a:pt x="181" y="1580"/>
                  </a:lnTo>
                  <a:lnTo>
                    <a:pt x="139" y="1521"/>
                  </a:lnTo>
                  <a:lnTo>
                    <a:pt x="101" y="1460"/>
                  </a:lnTo>
                  <a:lnTo>
                    <a:pt x="70" y="1396"/>
                  </a:lnTo>
                  <a:lnTo>
                    <a:pt x="45" y="1329"/>
                  </a:lnTo>
                  <a:lnTo>
                    <a:pt x="24" y="1262"/>
                  </a:lnTo>
                  <a:lnTo>
                    <a:pt x="11" y="1193"/>
                  </a:lnTo>
                  <a:lnTo>
                    <a:pt x="3" y="1123"/>
                  </a:lnTo>
                  <a:lnTo>
                    <a:pt x="0" y="1052"/>
                  </a:lnTo>
                  <a:lnTo>
                    <a:pt x="4" y="981"/>
                  </a:lnTo>
                  <a:lnTo>
                    <a:pt x="15" y="910"/>
                  </a:lnTo>
                  <a:lnTo>
                    <a:pt x="31" y="840"/>
                  </a:lnTo>
                  <a:lnTo>
                    <a:pt x="53" y="771"/>
                  </a:lnTo>
                  <a:lnTo>
                    <a:pt x="82" y="705"/>
                  </a:lnTo>
                  <a:lnTo>
                    <a:pt x="117" y="639"/>
                  </a:lnTo>
                  <a:lnTo>
                    <a:pt x="159" y="575"/>
                  </a:lnTo>
                  <a:lnTo>
                    <a:pt x="190" y="536"/>
                  </a:lnTo>
                  <a:lnTo>
                    <a:pt x="229" y="499"/>
                  </a:lnTo>
                  <a:lnTo>
                    <a:pt x="274" y="462"/>
                  </a:lnTo>
                  <a:lnTo>
                    <a:pt x="324" y="427"/>
                  </a:lnTo>
                  <a:lnTo>
                    <a:pt x="378" y="393"/>
                  </a:lnTo>
                  <a:lnTo>
                    <a:pt x="436" y="361"/>
                  </a:lnTo>
                  <a:lnTo>
                    <a:pt x="498" y="330"/>
                  </a:lnTo>
                  <a:lnTo>
                    <a:pt x="563" y="300"/>
                  </a:lnTo>
                  <a:lnTo>
                    <a:pt x="630" y="271"/>
                  </a:lnTo>
                  <a:lnTo>
                    <a:pt x="699" y="244"/>
                  </a:lnTo>
                  <a:lnTo>
                    <a:pt x="769" y="218"/>
                  </a:lnTo>
                  <a:lnTo>
                    <a:pt x="839" y="194"/>
                  </a:lnTo>
                  <a:lnTo>
                    <a:pt x="911" y="171"/>
                  </a:lnTo>
                  <a:lnTo>
                    <a:pt x="981" y="149"/>
                  </a:lnTo>
                  <a:lnTo>
                    <a:pt x="1051" y="129"/>
                  </a:lnTo>
                  <a:lnTo>
                    <a:pt x="1118" y="110"/>
                  </a:lnTo>
                  <a:lnTo>
                    <a:pt x="1185" y="93"/>
                  </a:lnTo>
                  <a:lnTo>
                    <a:pt x="1248" y="76"/>
                  </a:lnTo>
                  <a:lnTo>
                    <a:pt x="1307" y="62"/>
                  </a:lnTo>
                  <a:lnTo>
                    <a:pt x="1363" y="49"/>
                  </a:lnTo>
                  <a:lnTo>
                    <a:pt x="1414" y="37"/>
                  </a:lnTo>
                  <a:lnTo>
                    <a:pt x="1461" y="28"/>
                  </a:lnTo>
                  <a:lnTo>
                    <a:pt x="1502" y="18"/>
                  </a:lnTo>
                  <a:lnTo>
                    <a:pt x="1537" y="12"/>
                  </a:lnTo>
                  <a:lnTo>
                    <a:pt x="1564" y="6"/>
                  </a:lnTo>
                  <a:lnTo>
                    <a:pt x="1585" y="2"/>
                  </a:lnTo>
                  <a:lnTo>
                    <a:pt x="1597" y="1"/>
                  </a:lnTo>
                  <a:lnTo>
                    <a:pt x="1601" y="0"/>
                  </a:lnTo>
                  <a:close/>
                </a:path>
              </a:pathLst>
            </a:custGeom>
            <a:solidFill>
              <a:schemeClr val="accent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grpSp>
          <p:nvGrpSpPr>
            <p:cNvPr id="9" name="Group 103"/>
            <p:cNvGrpSpPr/>
            <p:nvPr/>
          </p:nvGrpSpPr>
          <p:grpSpPr>
            <a:xfrm>
              <a:off x="4967287" y="4952984"/>
              <a:ext cx="650639" cy="625474"/>
              <a:chOff x="4967288" y="5026025"/>
              <a:chExt cx="574676" cy="552451"/>
            </a:xfrm>
          </p:grpSpPr>
          <p:sp>
            <p:nvSpPr>
              <p:cNvPr id="121" name="Freeform 64"/>
              <p:cNvSpPr>
                <a:spLocks/>
              </p:cNvSpPr>
              <p:nvPr/>
            </p:nvSpPr>
            <p:spPr bwMode="auto">
              <a:xfrm>
                <a:off x="5049838" y="5100638"/>
                <a:ext cx="131763" cy="128588"/>
              </a:xfrm>
              <a:custGeom>
                <a:avLst/>
                <a:gdLst>
                  <a:gd name="T0" fmla="*/ 327 w 833"/>
                  <a:gd name="T1" fmla="*/ 0 h 811"/>
                  <a:gd name="T2" fmla="*/ 372 w 833"/>
                  <a:gd name="T3" fmla="*/ 3 h 811"/>
                  <a:gd name="T4" fmla="*/ 414 w 833"/>
                  <a:gd name="T5" fmla="*/ 12 h 811"/>
                  <a:gd name="T6" fmla="*/ 454 w 833"/>
                  <a:gd name="T7" fmla="*/ 25 h 811"/>
                  <a:gd name="T8" fmla="*/ 492 w 833"/>
                  <a:gd name="T9" fmla="*/ 44 h 811"/>
                  <a:gd name="T10" fmla="*/ 527 w 833"/>
                  <a:gd name="T11" fmla="*/ 68 h 811"/>
                  <a:gd name="T12" fmla="*/ 558 w 833"/>
                  <a:gd name="T13" fmla="*/ 95 h 811"/>
                  <a:gd name="T14" fmla="*/ 586 w 833"/>
                  <a:gd name="T15" fmla="*/ 127 h 811"/>
                  <a:gd name="T16" fmla="*/ 609 w 833"/>
                  <a:gd name="T17" fmla="*/ 162 h 811"/>
                  <a:gd name="T18" fmla="*/ 628 w 833"/>
                  <a:gd name="T19" fmla="*/ 200 h 811"/>
                  <a:gd name="T20" fmla="*/ 642 w 833"/>
                  <a:gd name="T21" fmla="*/ 239 h 811"/>
                  <a:gd name="T22" fmla="*/ 651 w 833"/>
                  <a:gd name="T23" fmla="*/ 283 h 811"/>
                  <a:gd name="T24" fmla="*/ 654 w 833"/>
                  <a:gd name="T25" fmla="*/ 327 h 811"/>
                  <a:gd name="T26" fmla="*/ 651 w 833"/>
                  <a:gd name="T27" fmla="*/ 369 h 811"/>
                  <a:gd name="T28" fmla="*/ 642 w 833"/>
                  <a:gd name="T29" fmla="*/ 409 h 811"/>
                  <a:gd name="T30" fmla="*/ 629 w 833"/>
                  <a:gd name="T31" fmla="*/ 447 h 811"/>
                  <a:gd name="T32" fmla="*/ 612 w 833"/>
                  <a:gd name="T33" fmla="*/ 483 h 811"/>
                  <a:gd name="T34" fmla="*/ 833 w 833"/>
                  <a:gd name="T35" fmla="*/ 692 h 811"/>
                  <a:gd name="T36" fmla="*/ 792 w 833"/>
                  <a:gd name="T37" fmla="*/ 729 h 811"/>
                  <a:gd name="T38" fmla="*/ 754 w 833"/>
                  <a:gd name="T39" fmla="*/ 768 h 811"/>
                  <a:gd name="T40" fmla="*/ 720 w 833"/>
                  <a:gd name="T41" fmla="*/ 811 h 811"/>
                  <a:gd name="T42" fmla="*/ 499 w 833"/>
                  <a:gd name="T43" fmla="*/ 603 h 811"/>
                  <a:gd name="T44" fmla="*/ 461 w 833"/>
                  <a:gd name="T45" fmla="*/ 624 h 811"/>
                  <a:gd name="T46" fmla="*/ 418 w 833"/>
                  <a:gd name="T47" fmla="*/ 640 h 811"/>
                  <a:gd name="T48" fmla="*/ 374 w 833"/>
                  <a:gd name="T49" fmla="*/ 650 h 811"/>
                  <a:gd name="T50" fmla="*/ 327 w 833"/>
                  <a:gd name="T51" fmla="*/ 653 h 811"/>
                  <a:gd name="T52" fmla="*/ 283 w 833"/>
                  <a:gd name="T53" fmla="*/ 651 h 811"/>
                  <a:gd name="T54" fmla="*/ 240 w 833"/>
                  <a:gd name="T55" fmla="*/ 642 h 811"/>
                  <a:gd name="T56" fmla="*/ 200 w 833"/>
                  <a:gd name="T57" fmla="*/ 628 h 811"/>
                  <a:gd name="T58" fmla="*/ 162 w 833"/>
                  <a:gd name="T59" fmla="*/ 609 h 811"/>
                  <a:gd name="T60" fmla="*/ 127 w 833"/>
                  <a:gd name="T61" fmla="*/ 585 h 811"/>
                  <a:gd name="T62" fmla="*/ 96 w 833"/>
                  <a:gd name="T63" fmla="*/ 558 h 811"/>
                  <a:gd name="T64" fmla="*/ 68 w 833"/>
                  <a:gd name="T65" fmla="*/ 527 h 811"/>
                  <a:gd name="T66" fmla="*/ 45 w 833"/>
                  <a:gd name="T67" fmla="*/ 491 h 811"/>
                  <a:gd name="T68" fmla="*/ 26 w 833"/>
                  <a:gd name="T69" fmla="*/ 454 h 811"/>
                  <a:gd name="T70" fmla="*/ 11 w 833"/>
                  <a:gd name="T71" fmla="*/ 414 h 811"/>
                  <a:gd name="T72" fmla="*/ 4 w 833"/>
                  <a:gd name="T73" fmla="*/ 371 h 811"/>
                  <a:gd name="T74" fmla="*/ 0 w 833"/>
                  <a:gd name="T75" fmla="*/ 327 h 811"/>
                  <a:gd name="T76" fmla="*/ 4 w 833"/>
                  <a:gd name="T77" fmla="*/ 283 h 811"/>
                  <a:gd name="T78" fmla="*/ 11 w 833"/>
                  <a:gd name="T79" fmla="*/ 239 h 811"/>
                  <a:gd name="T80" fmla="*/ 26 w 833"/>
                  <a:gd name="T81" fmla="*/ 200 h 811"/>
                  <a:gd name="T82" fmla="*/ 45 w 833"/>
                  <a:gd name="T83" fmla="*/ 162 h 811"/>
                  <a:gd name="T84" fmla="*/ 68 w 833"/>
                  <a:gd name="T85" fmla="*/ 127 h 811"/>
                  <a:gd name="T86" fmla="*/ 96 w 833"/>
                  <a:gd name="T87" fmla="*/ 95 h 811"/>
                  <a:gd name="T88" fmla="*/ 127 w 833"/>
                  <a:gd name="T89" fmla="*/ 68 h 811"/>
                  <a:gd name="T90" fmla="*/ 162 w 833"/>
                  <a:gd name="T91" fmla="*/ 44 h 811"/>
                  <a:gd name="T92" fmla="*/ 200 w 833"/>
                  <a:gd name="T93" fmla="*/ 25 h 811"/>
                  <a:gd name="T94" fmla="*/ 240 w 833"/>
                  <a:gd name="T95" fmla="*/ 12 h 811"/>
                  <a:gd name="T96" fmla="*/ 283 w 833"/>
                  <a:gd name="T97" fmla="*/ 3 h 811"/>
                  <a:gd name="T98" fmla="*/ 327 w 833"/>
                  <a:gd name="T99" fmla="*/ 0 h 81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</a:cxnLst>
                <a:rect l="0" t="0" r="r" b="b"/>
                <a:pathLst>
                  <a:path w="833" h="811">
                    <a:moveTo>
                      <a:pt x="327" y="0"/>
                    </a:moveTo>
                    <a:lnTo>
                      <a:pt x="372" y="3"/>
                    </a:lnTo>
                    <a:lnTo>
                      <a:pt x="414" y="12"/>
                    </a:lnTo>
                    <a:lnTo>
                      <a:pt x="454" y="25"/>
                    </a:lnTo>
                    <a:lnTo>
                      <a:pt x="492" y="44"/>
                    </a:lnTo>
                    <a:lnTo>
                      <a:pt x="527" y="68"/>
                    </a:lnTo>
                    <a:lnTo>
                      <a:pt x="558" y="95"/>
                    </a:lnTo>
                    <a:lnTo>
                      <a:pt x="586" y="127"/>
                    </a:lnTo>
                    <a:lnTo>
                      <a:pt x="609" y="162"/>
                    </a:lnTo>
                    <a:lnTo>
                      <a:pt x="628" y="200"/>
                    </a:lnTo>
                    <a:lnTo>
                      <a:pt x="642" y="239"/>
                    </a:lnTo>
                    <a:lnTo>
                      <a:pt x="651" y="283"/>
                    </a:lnTo>
                    <a:lnTo>
                      <a:pt x="654" y="327"/>
                    </a:lnTo>
                    <a:lnTo>
                      <a:pt x="651" y="369"/>
                    </a:lnTo>
                    <a:lnTo>
                      <a:pt x="642" y="409"/>
                    </a:lnTo>
                    <a:lnTo>
                      <a:pt x="629" y="447"/>
                    </a:lnTo>
                    <a:lnTo>
                      <a:pt x="612" y="483"/>
                    </a:lnTo>
                    <a:lnTo>
                      <a:pt x="833" y="692"/>
                    </a:lnTo>
                    <a:lnTo>
                      <a:pt x="792" y="729"/>
                    </a:lnTo>
                    <a:lnTo>
                      <a:pt x="754" y="768"/>
                    </a:lnTo>
                    <a:lnTo>
                      <a:pt x="720" y="811"/>
                    </a:lnTo>
                    <a:lnTo>
                      <a:pt x="499" y="603"/>
                    </a:lnTo>
                    <a:lnTo>
                      <a:pt x="461" y="624"/>
                    </a:lnTo>
                    <a:lnTo>
                      <a:pt x="418" y="640"/>
                    </a:lnTo>
                    <a:lnTo>
                      <a:pt x="374" y="650"/>
                    </a:lnTo>
                    <a:lnTo>
                      <a:pt x="327" y="653"/>
                    </a:lnTo>
                    <a:lnTo>
                      <a:pt x="283" y="651"/>
                    </a:lnTo>
                    <a:lnTo>
                      <a:pt x="240" y="642"/>
                    </a:lnTo>
                    <a:lnTo>
                      <a:pt x="200" y="628"/>
                    </a:lnTo>
                    <a:lnTo>
                      <a:pt x="162" y="609"/>
                    </a:lnTo>
                    <a:lnTo>
                      <a:pt x="127" y="585"/>
                    </a:lnTo>
                    <a:lnTo>
                      <a:pt x="96" y="558"/>
                    </a:lnTo>
                    <a:lnTo>
                      <a:pt x="68" y="527"/>
                    </a:lnTo>
                    <a:lnTo>
                      <a:pt x="45" y="491"/>
                    </a:lnTo>
                    <a:lnTo>
                      <a:pt x="26" y="454"/>
                    </a:lnTo>
                    <a:lnTo>
                      <a:pt x="11" y="414"/>
                    </a:lnTo>
                    <a:lnTo>
                      <a:pt x="4" y="371"/>
                    </a:lnTo>
                    <a:lnTo>
                      <a:pt x="0" y="327"/>
                    </a:lnTo>
                    <a:lnTo>
                      <a:pt x="4" y="283"/>
                    </a:lnTo>
                    <a:lnTo>
                      <a:pt x="11" y="239"/>
                    </a:lnTo>
                    <a:lnTo>
                      <a:pt x="26" y="200"/>
                    </a:lnTo>
                    <a:lnTo>
                      <a:pt x="45" y="162"/>
                    </a:lnTo>
                    <a:lnTo>
                      <a:pt x="68" y="127"/>
                    </a:lnTo>
                    <a:lnTo>
                      <a:pt x="96" y="95"/>
                    </a:lnTo>
                    <a:lnTo>
                      <a:pt x="127" y="68"/>
                    </a:lnTo>
                    <a:lnTo>
                      <a:pt x="162" y="44"/>
                    </a:lnTo>
                    <a:lnTo>
                      <a:pt x="200" y="25"/>
                    </a:lnTo>
                    <a:lnTo>
                      <a:pt x="240" y="12"/>
                    </a:lnTo>
                    <a:lnTo>
                      <a:pt x="283" y="3"/>
                    </a:lnTo>
                    <a:lnTo>
                      <a:pt x="327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22" name="Freeform 65"/>
              <p:cNvSpPr>
                <a:spLocks/>
              </p:cNvSpPr>
              <p:nvPr/>
            </p:nvSpPr>
            <p:spPr bwMode="auto">
              <a:xfrm>
                <a:off x="5307013" y="5026025"/>
                <a:ext cx="136525" cy="179388"/>
              </a:xfrm>
              <a:custGeom>
                <a:avLst/>
                <a:gdLst>
                  <a:gd name="T0" fmla="*/ 524 w 852"/>
                  <a:gd name="T1" fmla="*/ 0 h 1132"/>
                  <a:gd name="T2" fmla="*/ 524 w 852"/>
                  <a:gd name="T3" fmla="*/ 0 h 1132"/>
                  <a:gd name="T4" fmla="*/ 569 w 852"/>
                  <a:gd name="T5" fmla="*/ 3 h 1132"/>
                  <a:gd name="T6" fmla="*/ 611 w 852"/>
                  <a:gd name="T7" fmla="*/ 12 h 1132"/>
                  <a:gd name="T8" fmla="*/ 652 w 852"/>
                  <a:gd name="T9" fmla="*/ 27 h 1132"/>
                  <a:gd name="T10" fmla="*/ 690 w 852"/>
                  <a:gd name="T11" fmla="*/ 45 h 1132"/>
                  <a:gd name="T12" fmla="*/ 724 w 852"/>
                  <a:gd name="T13" fmla="*/ 69 h 1132"/>
                  <a:gd name="T14" fmla="*/ 755 w 852"/>
                  <a:gd name="T15" fmla="*/ 96 h 1132"/>
                  <a:gd name="T16" fmla="*/ 783 w 852"/>
                  <a:gd name="T17" fmla="*/ 128 h 1132"/>
                  <a:gd name="T18" fmla="*/ 806 w 852"/>
                  <a:gd name="T19" fmla="*/ 162 h 1132"/>
                  <a:gd name="T20" fmla="*/ 825 w 852"/>
                  <a:gd name="T21" fmla="*/ 200 h 1132"/>
                  <a:gd name="T22" fmla="*/ 839 w 852"/>
                  <a:gd name="T23" fmla="*/ 241 h 1132"/>
                  <a:gd name="T24" fmla="*/ 848 w 852"/>
                  <a:gd name="T25" fmla="*/ 283 h 1132"/>
                  <a:gd name="T26" fmla="*/ 852 w 852"/>
                  <a:gd name="T27" fmla="*/ 327 h 1132"/>
                  <a:gd name="T28" fmla="*/ 848 w 852"/>
                  <a:gd name="T29" fmla="*/ 372 h 1132"/>
                  <a:gd name="T30" fmla="*/ 839 w 852"/>
                  <a:gd name="T31" fmla="*/ 414 h 1132"/>
                  <a:gd name="T32" fmla="*/ 825 w 852"/>
                  <a:gd name="T33" fmla="*/ 455 h 1132"/>
                  <a:gd name="T34" fmla="*/ 806 w 852"/>
                  <a:gd name="T35" fmla="*/ 492 h 1132"/>
                  <a:gd name="T36" fmla="*/ 783 w 852"/>
                  <a:gd name="T37" fmla="*/ 527 h 1132"/>
                  <a:gd name="T38" fmla="*/ 755 w 852"/>
                  <a:gd name="T39" fmla="*/ 558 h 1132"/>
                  <a:gd name="T40" fmla="*/ 724 w 852"/>
                  <a:gd name="T41" fmla="*/ 586 h 1132"/>
                  <a:gd name="T42" fmla="*/ 690 w 852"/>
                  <a:gd name="T43" fmla="*/ 609 h 1132"/>
                  <a:gd name="T44" fmla="*/ 652 w 852"/>
                  <a:gd name="T45" fmla="*/ 628 h 1132"/>
                  <a:gd name="T46" fmla="*/ 611 w 852"/>
                  <a:gd name="T47" fmla="*/ 642 h 1132"/>
                  <a:gd name="T48" fmla="*/ 569 w 852"/>
                  <a:gd name="T49" fmla="*/ 651 h 1132"/>
                  <a:gd name="T50" fmla="*/ 524 w 852"/>
                  <a:gd name="T51" fmla="*/ 654 h 1132"/>
                  <a:gd name="T52" fmla="*/ 493 w 852"/>
                  <a:gd name="T53" fmla="*/ 652 h 1132"/>
                  <a:gd name="T54" fmla="*/ 463 w 852"/>
                  <a:gd name="T55" fmla="*/ 647 h 1132"/>
                  <a:gd name="T56" fmla="*/ 434 w 852"/>
                  <a:gd name="T57" fmla="*/ 640 h 1132"/>
                  <a:gd name="T58" fmla="*/ 142 w 852"/>
                  <a:gd name="T59" fmla="*/ 1132 h 1132"/>
                  <a:gd name="T60" fmla="*/ 96 w 852"/>
                  <a:gd name="T61" fmla="*/ 1100 h 1132"/>
                  <a:gd name="T62" fmla="*/ 50 w 852"/>
                  <a:gd name="T63" fmla="*/ 1072 h 1132"/>
                  <a:gd name="T64" fmla="*/ 0 w 852"/>
                  <a:gd name="T65" fmla="*/ 1048 h 1132"/>
                  <a:gd name="T66" fmla="*/ 292 w 852"/>
                  <a:gd name="T67" fmla="*/ 557 h 1132"/>
                  <a:gd name="T68" fmla="*/ 265 w 852"/>
                  <a:gd name="T69" fmla="*/ 526 h 1132"/>
                  <a:gd name="T70" fmla="*/ 242 w 852"/>
                  <a:gd name="T71" fmla="*/ 491 h 1132"/>
                  <a:gd name="T72" fmla="*/ 223 w 852"/>
                  <a:gd name="T73" fmla="*/ 454 h 1132"/>
                  <a:gd name="T74" fmla="*/ 209 w 852"/>
                  <a:gd name="T75" fmla="*/ 414 h 1132"/>
                  <a:gd name="T76" fmla="*/ 201 w 852"/>
                  <a:gd name="T77" fmla="*/ 372 h 1132"/>
                  <a:gd name="T78" fmla="*/ 197 w 852"/>
                  <a:gd name="T79" fmla="*/ 327 h 1132"/>
                  <a:gd name="T80" fmla="*/ 201 w 852"/>
                  <a:gd name="T81" fmla="*/ 283 h 1132"/>
                  <a:gd name="T82" fmla="*/ 209 w 852"/>
                  <a:gd name="T83" fmla="*/ 240 h 1132"/>
                  <a:gd name="T84" fmla="*/ 223 w 852"/>
                  <a:gd name="T85" fmla="*/ 200 h 1132"/>
                  <a:gd name="T86" fmla="*/ 242 w 852"/>
                  <a:gd name="T87" fmla="*/ 162 h 1132"/>
                  <a:gd name="T88" fmla="*/ 266 w 852"/>
                  <a:gd name="T89" fmla="*/ 128 h 1132"/>
                  <a:gd name="T90" fmla="*/ 293 w 852"/>
                  <a:gd name="T91" fmla="*/ 96 h 1132"/>
                  <a:gd name="T92" fmla="*/ 325 w 852"/>
                  <a:gd name="T93" fmla="*/ 69 h 1132"/>
                  <a:gd name="T94" fmla="*/ 359 w 852"/>
                  <a:gd name="T95" fmla="*/ 45 h 1132"/>
                  <a:gd name="T96" fmla="*/ 397 w 852"/>
                  <a:gd name="T97" fmla="*/ 27 h 1132"/>
                  <a:gd name="T98" fmla="*/ 437 w 852"/>
                  <a:gd name="T99" fmla="*/ 12 h 1132"/>
                  <a:gd name="T100" fmla="*/ 480 w 852"/>
                  <a:gd name="T101" fmla="*/ 3 h 1132"/>
                  <a:gd name="T102" fmla="*/ 524 w 852"/>
                  <a:gd name="T103" fmla="*/ 0 h 11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</a:cxnLst>
                <a:rect l="0" t="0" r="r" b="b"/>
                <a:pathLst>
                  <a:path w="852" h="1132">
                    <a:moveTo>
                      <a:pt x="524" y="0"/>
                    </a:moveTo>
                    <a:lnTo>
                      <a:pt x="524" y="0"/>
                    </a:lnTo>
                    <a:lnTo>
                      <a:pt x="569" y="3"/>
                    </a:lnTo>
                    <a:lnTo>
                      <a:pt x="611" y="12"/>
                    </a:lnTo>
                    <a:lnTo>
                      <a:pt x="652" y="27"/>
                    </a:lnTo>
                    <a:lnTo>
                      <a:pt x="690" y="45"/>
                    </a:lnTo>
                    <a:lnTo>
                      <a:pt x="724" y="69"/>
                    </a:lnTo>
                    <a:lnTo>
                      <a:pt x="755" y="96"/>
                    </a:lnTo>
                    <a:lnTo>
                      <a:pt x="783" y="128"/>
                    </a:lnTo>
                    <a:lnTo>
                      <a:pt x="806" y="162"/>
                    </a:lnTo>
                    <a:lnTo>
                      <a:pt x="825" y="200"/>
                    </a:lnTo>
                    <a:lnTo>
                      <a:pt x="839" y="241"/>
                    </a:lnTo>
                    <a:lnTo>
                      <a:pt x="848" y="283"/>
                    </a:lnTo>
                    <a:lnTo>
                      <a:pt x="852" y="327"/>
                    </a:lnTo>
                    <a:lnTo>
                      <a:pt x="848" y="372"/>
                    </a:lnTo>
                    <a:lnTo>
                      <a:pt x="839" y="414"/>
                    </a:lnTo>
                    <a:lnTo>
                      <a:pt x="825" y="455"/>
                    </a:lnTo>
                    <a:lnTo>
                      <a:pt x="806" y="492"/>
                    </a:lnTo>
                    <a:lnTo>
                      <a:pt x="783" y="527"/>
                    </a:lnTo>
                    <a:lnTo>
                      <a:pt x="755" y="558"/>
                    </a:lnTo>
                    <a:lnTo>
                      <a:pt x="724" y="586"/>
                    </a:lnTo>
                    <a:lnTo>
                      <a:pt x="690" y="609"/>
                    </a:lnTo>
                    <a:lnTo>
                      <a:pt x="652" y="628"/>
                    </a:lnTo>
                    <a:lnTo>
                      <a:pt x="611" y="642"/>
                    </a:lnTo>
                    <a:lnTo>
                      <a:pt x="569" y="651"/>
                    </a:lnTo>
                    <a:lnTo>
                      <a:pt x="524" y="654"/>
                    </a:lnTo>
                    <a:lnTo>
                      <a:pt x="493" y="652"/>
                    </a:lnTo>
                    <a:lnTo>
                      <a:pt x="463" y="647"/>
                    </a:lnTo>
                    <a:lnTo>
                      <a:pt x="434" y="640"/>
                    </a:lnTo>
                    <a:lnTo>
                      <a:pt x="142" y="1132"/>
                    </a:lnTo>
                    <a:lnTo>
                      <a:pt x="96" y="1100"/>
                    </a:lnTo>
                    <a:lnTo>
                      <a:pt x="50" y="1072"/>
                    </a:lnTo>
                    <a:lnTo>
                      <a:pt x="0" y="1048"/>
                    </a:lnTo>
                    <a:lnTo>
                      <a:pt x="292" y="557"/>
                    </a:lnTo>
                    <a:lnTo>
                      <a:pt x="265" y="526"/>
                    </a:lnTo>
                    <a:lnTo>
                      <a:pt x="242" y="491"/>
                    </a:lnTo>
                    <a:lnTo>
                      <a:pt x="223" y="454"/>
                    </a:lnTo>
                    <a:lnTo>
                      <a:pt x="209" y="414"/>
                    </a:lnTo>
                    <a:lnTo>
                      <a:pt x="201" y="372"/>
                    </a:lnTo>
                    <a:lnTo>
                      <a:pt x="197" y="327"/>
                    </a:lnTo>
                    <a:lnTo>
                      <a:pt x="201" y="283"/>
                    </a:lnTo>
                    <a:lnTo>
                      <a:pt x="209" y="240"/>
                    </a:lnTo>
                    <a:lnTo>
                      <a:pt x="223" y="200"/>
                    </a:lnTo>
                    <a:lnTo>
                      <a:pt x="242" y="162"/>
                    </a:lnTo>
                    <a:lnTo>
                      <a:pt x="266" y="128"/>
                    </a:lnTo>
                    <a:lnTo>
                      <a:pt x="293" y="96"/>
                    </a:lnTo>
                    <a:lnTo>
                      <a:pt x="325" y="69"/>
                    </a:lnTo>
                    <a:lnTo>
                      <a:pt x="359" y="45"/>
                    </a:lnTo>
                    <a:lnTo>
                      <a:pt x="397" y="27"/>
                    </a:lnTo>
                    <a:lnTo>
                      <a:pt x="437" y="12"/>
                    </a:lnTo>
                    <a:lnTo>
                      <a:pt x="480" y="3"/>
                    </a:lnTo>
                    <a:lnTo>
                      <a:pt x="524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23" name="Freeform 66"/>
              <p:cNvSpPr>
                <a:spLocks/>
              </p:cNvSpPr>
              <p:nvPr/>
            </p:nvSpPr>
            <p:spPr bwMode="auto">
              <a:xfrm>
                <a:off x="5375276" y="5272088"/>
                <a:ext cx="166688" cy="103188"/>
              </a:xfrm>
              <a:custGeom>
                <a:avLst/>
                <a:gdLst>
                  <a:gd name="T0" fmla="*/ 729 w 1055"/>
                  <a:gd name="T1" fmla="*/ 0 h 653"/>
                  <a:gd name="T2" fmla="*/ 773 w 1055"/>
                  <a:gd name="T3" fmla="*/ 2 h 653"/>
                  <a:gd name="T4" fmla="*/ 816 w 1055"/>
                  <a:gd name="T5" fmla="*/ 11 h 653"/>
                  <a:gd name="T6" fmla="*/ 856 w 1055"/>
                  <a:gd name="T7" fmla="*/ 25 h 653"/>
                  <a:gd name="T8" fmla="*/ 893 w 1055"/>
                  <a:gd name="T9" fmla="*/ 44 h 653"/>
                  <a:gd name="T10" fmla="*/ 929 w 1055"/>
                  <a:gd name="T11" fmla="*/ 68 h 653"/>
                  <a:gd name="T12" fmla="*/ 960 w 1055"/>
                  <a:gd name="T13" fmla="*/ 95 h 653"/>
                  <a:gd name="T14" fmla="*/ 988 w 1055"/>
                  <a:gd name="T15" fmla="*/ 126 h 653"/>
                  <a:gd name="T16" fmla="*/ 1011 w 1055"/>
                  <a:gd name="T17" fmla="*/ 162 h 653"/>
                  <a:gd name="T18" fmla="*/ 1030 w 1055"/>
                  <a:gd name="T19" fmla="*/ 200 h 653"/>
                  <a:gd name="T20" fmla="*/ 1044 w 1055"/>
                  <a:gd name="T21" fmla="*/ 239 h 653"/>
                  <a:gd name="T22" fmla="*/ 1053 w 1055"/>
                  <a:gd name="T23" fmla="*/ 282 h 653"/>
                  <a:gd name="T24" fmla="*/ 1055 w 1055"/>
                  <a:gd name="T25" fmla="*/ 326 h 653"/>
                  <a:gd name="T26" fmla="*/ 1053 w 1055"/>
                  <a:gd name="T27" fmla="*/ 370 h 653"/>
                  <a:gd name="T28" fmla="*/ 1044 w 1055"/>
                  <a:gd name="T29" fmla="*/ 414 h 653"/>
                  <a:gd name="T30" fmla="*/ 1030 w 1055"/>
                  <a:gd name="T31" fmla="*/ 454 h 653"/>
                  <a:gd name="T32" fmla="*/ 1011 w 1055"/>
                  <a:gd name="T33" fmla="*/ 491 h 653"/>
                  <a:gd name="T34" fmla="*/ 988 w 1055"/>
                  <a:gd name="T35" fmla="*/ 526 h 653"/>
                  <a:gd name="T36" fmla="*/ 960 w 1055"/>
                  <a:gd name="T37" fmla="*/ 558 h 653"/>
                  <a:gd name="T38" fmla="*/ 929 w 1055"/>
                  <a:gd name="T39" fmla="*/ 584 h 653"/>
                  <a:gd name="T40" fmla="*/ 893 w 1055"/>
                  <a:gd name="T41" fmla="*/ 609 h 653"/>
                  <a:gd name="T42" fmla="*/ 856 w 1055"/>
                  <a:gd name="T43" fmla="*/ 628 h 653"/>
                  <a:gd name="T44" fmla="*/ 816 w 1055"/>
                  <a:gd name="T45" fmla="*/ 641 h 653"/>
                  <a:gd name="T46" fmla="*/ 773 w 1055"/>
                  <a:gd name="T47" fmla="*/ 650 h 653"/>
                  <a:gd name="T48" fmla="*/ 729 w 1055"/>
                  <a:gd name="T49" fmla="*/ 653 h 653"/>
                  <a:gd name="T50" fmla="*/ 685 w 1055"/>
                  <a:gd name="T51" fmla="*/ 650 h 653"/>
                  <a:gd name="T52" fmla="*/ 644 w 1055"/>
                  <a:gd name="T53" fmla="*/ 642 h 653"/>
                  <a:gd name="T54" fmla="*/ 604 w 1055"/>
                  <a:gd name="T55" fmla="*/ 628 h 653"/>
                  <a:gd name="T56" fmla="*/ 566 w 1055"/>
                  <a:gd name="T57" fmla="*/ 610 h 653"/>
                  <a:gd name="T58" fmla="*/ 532 w 1055"/>
                  <a:gd name="T59" fmla="*/ 587 h 653"/>
                  <a:gd name="T60" fmla="*/ 501 w 1055"/>
                  <a:gd name="T61" fmla="*/ 560 h 653"/>
                  <a:gd name="T62" fmla="*/ 474 w 1055"/>
                  <a:gd name="T63" fmla="*/ 529 h 653"/>
                  <a:gd name="T64" fmla="*/ 450 w 1055"/>
                  <a:gd name="T65" fmla="*/ 495 h 653"/>
                  <a:gd name="T66" fmla="*/ 431 w 1055"/>
                  <a:gd name="T67" fmla="*/ 458 h 653"/>
                  <a:gd name="T68" fmla="*/ 416 w 1055"/>
                  <a:gd name="T69" fmla="*/ 419 h 653"/>
                  <a:gd name="T70" fmla="*/ 407 w 1055"/>
                  <a:gd name="T71" fmla="*/ 377 h 653"/>
                  <a:gd name="T72" fmla="*/ 0 w 1055"/>
                  <a:gd name="T73" fmla="*/ 337 h 653"/>
                  <a:gd name="T74" fmla="*/ 9 w 1055"/>
                  <a:gd name="T75" fmla="*/ 287 h 653"/>
                  <a:gd name="T76" fmla="*/ 15 w 1055"/>
                  <a:gd name="T77" fmla="*/ 235 h 653"/>
                  <a:gd name="T78" fmla="*/ 17 w 1055"/>
                  <a:gd name="T79" fmla="*/ 182 h 653"/>
                  <a:gd name="T80" fmla="*/ 16 w 1055"/>
                  <a:gd name="T81" fmla="*/ 173 h 653"/>
                  <a:gd name="T82" fmla="*/ 423 w 1055"/>
                  <a:gd name="T83" fmla="*/ 214 h 653"/>
                  <a:gd name="T84" fmla="*/ 441 w 1055"/>
                  <a:gd name="T85" fmla="*/ 173 h 653"/>
                  <a:gd name="T86" fmla="*/ 464 w 1055"/>
                  <a:gd name="T87" fmla="*/ 136 h 653"/>
                  <a:gd name="T88" fmla="*/ 492 w 1055"/>
                  <a:gd name="T89" fmla="*/ 103 h 653"/>
                  <a:gd name="T90" fmla="*/ 524 w 1055"/>
                  <a:gd name="T91" fmla="*/ 73 h 653"/>
                  <a:gd name="T92" fmla="*/ 558 w 1055"/>
                  <a:gd name="T93" fmla="*/ 48 h 653"/>
                  <a:gd name="T94" fmla="*/ 597 w 1055"/>
                  <a:gd name="T95" fmla="*/ 28 h 653"/>
                  <a:gd name="T96" fmla="*/ 639 w 1055"/>
                  <a:gd name="T97" fmla="*/ 12 h 653"/>
                  <a:gd name="T98" fmla="*/ 683 w 1055"/>
                  <a:gd name="T99" fmla="*/ 3 h 653"/>
                  <a:gd name="T100" fmla="*/ 729 w 1055"/>
                  <a:gd name="T101" fmla="*/ 0 h 65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</a:cxnLst>
                <a:rect l="0" t="0" r="r" b="b"/>
                <a:pathLst>
                  <a:path w="1055" h="653">
                    <a:moveTo>
                      <a:pt x="729" y="0"/>
                    </a:moveTo>
                    <a:lnTo>
                      <a:pt x="773" y="2"/>
                    </a:lnTo>
                    <a:lnTo>
                      <a:pt x="816" y="11"/>
                    </a:lnTo>
                    <a:lnTo>
                      <a:pt x="856" y="25"/>
                    </a:lnTo>
                    <a:lnTo>
                      <a:pt x="893" y="44"/>
                    </a:lnTo>
                    <a:lnTo>
                      <a:pt x="929" y="68"/>
                    </a:lnTo>
                    <a:lnTo>
                      <a:pt x="960" y="95"/>
                    </a:lnTo>
                    <a:lnTo>
                      <a:pt x="988" y="126"/>
                    </a:lnTo>
                    <a:lnTo>
                      <a:pt x="1011" y="162"/>
                    </a:lnTo>
                    <a:lnTo>
                      <a:pt x="1030" y="200"/>
                    </a:lnTo>
                    <a:lnTo>
                      <a:pt x="1044" y="239"/>
                    </a:lnTo>
                    <a:lnTo>
                      <a:pt x="1053" y="282"/>
                    </a:lnTo>
                    <a:lnTo>
                      <a:pt x="1055" y="326"/>
                    </a:lnTo>
                    <a:lnTo>
                      <a:pt x="1053" y="370"/>
                    </a:lnTo>
                    <a:lnTo>
                      <a:pt x="1044" y="414"/>
                    </a:lnTo>
                    <a:lnTo>
                      <a:pt x="1030" y="454"/>
                    </a:lnTo>
                    <a:lnTo>
                      <a:pt x="1011" y="491"/>
                    </a:lnTo>
                    <a:lnTo>
                      <a:pt x="988" y="526"/>
                    </a:lnTo>
                    <a:lnTo>
                      <a:pt x="960" y="558"/>
                    </a:lnTo>
                    <a:lnTo>
                      <a:pt x="929" y="584"/>
                    </a:lnTo>
                    <a:lnTo>
                      <a:pt x="893" y="609"/>
                    </a:lnTo>
                    <a:lnTo>
                      <a:pt x="856" y="628"/>
                    </a:lnTo>
                    <a:lnTo>
                      <a:pt x="816" y="641"/>
                    </a:lnTo>
                    <a:lnTo>
                      <a:pt x="773" y="650"/>
                    </a:lnTo>
                    <a:lnTo>
                      <a:pt x="729" y="653"/>
                    </a:lnTo>
                    <a:lnTo>
                      <a:pt x="685" y="650"/>
                    </a:lnTo>
                    <a:lnTo>
                      <a:pt x="644" y="642"/>
                    </a:lnTo>
                    <a:lnTo>
                      <a:pt x="604" y="628"/>
                    </a:lnTo>
                    <a:lnTo>
                      <a:pt x="566" y="610"/>
                    </a:lnTo>
                    <a:lnTo>
                      <a:pt x="532" y="587"/>
                    </a:lnTo>
                    <a:lnTo>
                      <a:pt x="501" y="560"/>
                    </a:lnTo>
                    <a:lnTo>
                      <a:pt x="474" y="529"/>
                    </a:lnTo>
                    <a:lnTo>
                      <a:pt x="450" y="495"/>
                    </a:lnTo>
                    <a:lnTo>
                      <a:pt x="431" y="458"/>
                    </a:lnTo>
                    <a:lnTo>
                      <a:pt x="416" y="419"/>
                    </a:lnTo>
                    <a:lnTo>
                      <a:pt x="407" y="377"/>
                    </a:lnTo>
                    <a:lnTo>
                      <a:pt x="0" y="337"/>
                    </a:lnTo>
                    <a:lnTo>
                      <a:pt x="9" y="287"/>
                    </a:lnTo>
                    <a:lnTo>
                      <a:pt x="15" y="235"/>
                    </a:lnTo>
                    <a:lnTo>
                      <a:pt x="17" y="182"/>
                    </a:lnTo>
                    <a:lnTo>
                      <a:pt x="16" y="173"/>
                    </a:lnTo>
                    <a:lnTo>
                      <a:pt x="423" y="214"/>
                    </a:lnTo>
                    <a:lnTo>
                      <a:pt x="441" y="173"/>
                    </a:lnTo>
                    <a:lnTo>
                      <a:pt x="464" y="136"/>
                    </a:lnTo>
                    <a:lnTo>
                      <a:pt x="492" y="103"/>
                    </a:lnTo>
                    <a:lnTo>
                      <a:pt x="524" y="73"/>
                    </a:lnTo>
                    <a:lnTo>
                      <a:pt x="558" y="48"/>
                    </a:lnTo>
                    <a:lnTo>
                      <a:pt x="597" y="28"/>
                    </a:lnTo>
                    <a:lnTo>
                      <a:pt x="639" y="12"/>
                    </a:lnTo>
                    <a:lnTo>
                      <a:pt x="683" y="3"/>
                    </a:lnTo>
                    <a:lnTo>
                      <a:pt x="729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24" name="Freeform 67"/>
              <p:cNvSpPr>
                <a:spLocks/>
              </p:cNvSpPr>
              <p:nvPr/>
            </p:nvSpPr>
            <p:spPr bwMode="auto">
              <a:xfrm>
                <a:off x="5259388" y="5411788"/>
                <a:ext cx="103188" cy="166688"/>
              </a:xfrm>
              <a:custGeom>
                <a:avLst/>
                <a:gdLst>
                  <a:gd name="T0" fmla="*/ 246 w 654"/>
                  <a:gd name="T1" fmla="*/ 0 h 1049"/>
                  <a:gd name="T2" fmla="*/ 337 w 654"/>
                  <a:gd name="T3" fmla="*/ 397 h 1049"/>
                  <a:gd name="T4" fmla="*/ 383 w 654"/>
                  <a:gd name="T5" fmla="*/ 402 h 1049"/>
                  <a:gd name="T6" fmla="*/ 429 w 654"/>
                  <a:gd name="T7" fmla="*/ 413 h 1049"/>
                  <a:gd name="T8" fmla="*/ 471 w 654"/>
                  <a:gd name="T9" fmla="*/ 431 h 1049"/>
                  <a:gd name="T10" fmla="*/ 510 w 654"/>
                  <a:gd name="T11" fmla="*/ 453 h 1049"/>
                  <a:gd name="T12" fmla="*/ 545 w 654"/>
                  <a:gd name="T13" fmla="*/ 480 h 1049"/>
                  <a:gd name="T14" fmla="*/ 576 w 654"/>
                  <a:gd name="T15" fmla="*/ 513 h 1049"/>
                  <a:gd name="T16" fmla="*/ 603 w 654"/>
                  <a:gd name="T17" fmla="*/ 548 h 1049"/>
                  <a:gd name="T18" fmla="*/ 624 w 654"/>
                  <a:gd name="T19" fmla="*/ 588 h 1049"/>
                  <a:gd name="T20" fmla="*/ 641 w 654"/>
                  <a:gd name="T21" fmla="*/ 630 h 1049"/>
                  <a:gd name="T22" fmla="*/ 651 w 654"/>
                  <a:gd name="T23" fmla="*/ 676 h 1049"/>
                  <a:gd name="T24" fmla="*/ 654 w 654"/>
                  <a:gd name="T25" fmla="*/ 723 h 1049"/>
                  <a:gd name="T26" fmla="*/ 651 w 654"/>
                  <a:gd name="T27" fmla="*/ 768 h 1049"/>
                  <a:gd name="T28" fmla="*/ 642 w 654"/>
                  <a:gd name="T29" fmla="*/ 810 h 1049"/>
                  <a:gd name="T30" fmla="*/ 628 w 654"/>
                  <a:gd name="T31" fmla="*/ 850 h 1049"/>
                  <a:gd name="T32" fmla="*/ 608 w 654"/>
                  <a:gd name="T33" fmla="*/ 887 h 1049"/>
                  <a:gd name="T34" fmla="*/ 585 w 654"/>
                  <a:gd name="T35" fmla="*/ 923 h 1049"/>
                  <a:gd name="T36" fmla="*/ 557 w 654"/>
                  <a:gd name="T37" fmla="*/ 954 h 1049"/>
                  <a:gd name="T38" fmla="*/ 526 w 654"/>
                  <a:gd name="T39" fmla="*/ 982 h 1049"/>
                  <a:gd name="T40" fmla="*/ 492 w 654"/>
                  <a:gd name="T41" fmla="*/ 1005 h 1049"/>
                  <a:gd name="T42" fmla="*/ 454 w 654"/>
                  <a:gd name="T43" fmla="*/ 1024 h 1049"/>
                  <a:gd name="T44" fmla="*/ 413 w 654"/>
                  <a:gd name="T45" fmla="*/ 1038 h 1049"/>
                  <a:gd name="T46" fmla="*/ 371 w 654"/>
                  <a:gd name="T47" fmla="*/ 1047 h 1049"/>
                  <a:gd name="T48" fmla="*/ 327 w 654"/>
                  <a:gd name="T49" fmla="*/ 1049 h 1049"/>
                  <a:gd name="T50" fmla="*/ 282 w 654"/>
                  <a:gd name="T51" fmla="*/ 1047 h 1049"/>
                  <a:gd name="T52" fmla="*/ 240 w 654"/>
                  <a:gd name="T53" fmla="*/ 1038 h 1049"/>
                  <a:gd name="T54" fmla="*/ 199 w 654"/>
                  <a:gd name="T55" fmla="*/ 1024 h 1049"/>
                  <a:gd name="T56" fmla="*/ 161 w 654"/>
                  <a:gd name="T57" fmla="*/ 1005 h 1049"/>
                  <a:gd name="T58" fmla="*/ 127 w 654"/>
                  <a:gd name="T59" fmla="*/ 982 h 1049"/>
                  <a:gd name="T60" fmla="*/ 96 w 654"/>
                  <a:gd name="T61" fmla="*/ 954 h 1049"/>
                  <a:gd name="T62" fmla="*/ 68 w 654"/>
                  <a:gd name="T63" fmla="*/ 923 h 1049"/>
                  <a:gd name="T64" fmla="*/ 45 w 654"/>
                  <a:gd name="T65" fmla="*/ 887 h 1049"/>
                  <a:gd name="T66" fmla="*/ 26 w 654"/>
                  <a:gd name="T67" fmla="*/ 850 h 1049"/>
                  <a:gd name="T68" fmla="*/ 12 w 654"/>
                  <a:gd name="T69" fmla="*/ 810 h 1049"/>
                  <a:gd name="T70" fmla="*/ 3 w 654"/>
                  <a:gd name="T71" fmla="*/ 768 h 1049"/>
                  <a:gd name="T72" fmla="*/ 0 w 654"/>
                  <a:gd name="T73" fmla="*/ 723 h 1049"/>
                  <a:gd name="T74" fmla="*/ 3 w 654"/>
                  <a:gd name="T75" fmla="*/ 677 h 1049"/>
                  <a:gd name="T76" fmla="*/ 13 w 654"/>
                  <a:gd name="T77" fmla="*/ 632 h 1049"/>
                  <a:gd name="T78" fmla="*/ 28 w 654"/>
                  <a:gd name="T79" fmla="*/ 591 h 1049"/>
                  <a:gd name="T80" fmla="*/ 49 w 654"/>
                  <a:gd name="T81" fmla="*/ 553 h 1049"/>
                  <a:gd name="T82" fmla="*/ 75 w 654"/>
                  <a:gd name="T83" fmla="*/ 517 h 1049"/>
                  <a:gd name="T84" fmla="*/ 105 w 654"/>
                  <a:gd name="T85" fmla="*/ 485 h 1049"/>
                  <a:gd name="T86" fmla="*/ 139 w 654"/>
                  <a:gd name="T87" fmla="*/ 457 h 1049"/>
                  <a:gd name="T88" fmla="*/ 177 w 654"/>
                  <a:gd name="T89" fmla="*/ 435 h 1049"/>
                  <a:gd name="T90" fmla="*/ 85 w 654"/>
                  <a:gd name="T91" fmla="*/ 37 h 1049"/>
                  <a:gd name="T92" fmla="*/ 140 w 654"/>
                  <a:gd name="T93" fmla="*/ 28 h 1049"/>
                  <a:gd name="T94" fmla="*/ 194 w 654"/>
                  <a:gd name="T95" fmla="*/ 16 h 1049"/>
                  <a:gd name="T96" fmla="*/ 246 w 654"/>
                  <a:gd name="T97" fmla="*/ 0 h 104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</a:cxnLst>
                <a:rect l="0" t="0" r="r" b="b"/>
                <a:pathLst>
                  <a:path w="654" h="1049">
                    <a:moveTo>
                      <a:pt x="246" y="0"/>
                    </a:moveTo>
                    <a:lnTo>
                      <a:pt x="337" y="397"/>
                    </a:lnTo>
                    <a:lnTo>
                      <a:pt x="383" y="402"/>
                    </a:lnTo>
                    <a:lnTo>
                      <a:pt x="429" y="413"/>
                    </a:lnTo>
                    <a:lnTo>
                      <a:pt x="471" y="431"/>
                    </a:lnTo>
                    <a:lnTo>
                      <a:pt x="510" y="453"/>
                    </a:lnTo>
                    <a:lnTo>
                      <a:pt x="545" y="480"/>
                    </a:lnTo>
                    <a:lnTo>
                      <a:pt x="576" y="513"/>
                    </a:lnTo>
                    <a:lnTo>
                      <a:pt x="603" y="548"/>
                    </a:lnTo>
                    <a:lnTo>
                      <a:pt x="624" y="588"/>
                    </a:lnTo>
                    <a:lnTo>
                      <a:pt x="641" y="630"/>
                    </a:lnTo>
                    <a:lnTo>
                      <a:pt x="651" y="676"/>
                    </a:lnTo>
                    <a:lnTo>
                      <a:pt x="654" y="723"/>
                    </a:lnTo>
                    <a:lnTo>
                      <a:pt x="651" y="768"/>
                    </a:lnTo>
                    <a:lnTo>
                      <a:pt x="642" y="810"/>
                    </a:lnTo>
                    <a:lnTo>
                      <a:pt x="628" y="850"/>
                    </a:lnTo>
                    <a:lnTo>
                      <a:pt x="608" y="887"/>
                    </a:lnTo>
                    <a:lnTo>
                      <a:pt x="585" y="923"/>
                    </a:lnTo>
                    <a:lnTo>
                      <a:pt x="557" y="954"/>
                    </a:lnTo>
                    <a:lnTo>
                      <a:pt x="526" y="982"/>
                    </a:lnTo>
                    <a:lnTo>
                      <a:pt x="492" y="1005"/>
                    </a:lnTo>
                    <a:lnTo>
                      <a:pt x="454" y="1024"/>
                    </a:lnTo>
                    <a:lnTo>
                      <a:pt x="413" y="1038"/>
                    </a:lnTo>
                    <a:lnTo>
                      <a:pt x="371" y="1047"/>
                    </a:lnTo>
                    <a:lnTo>
                      <a:pt x="327" y="1049"/>
                    </a:lnTo>
                    <a:lnTo>
                      <a:pt x="282" y="1047"/>
                    </a:lnTo>
                    <a:lnTo>
                      <a:pt x="240" y="1038"/>
                    </a:lnTo>
                    <a:lnTo>
                      <a:pt x="199" y="1024"/>
                    </a:lnTo>
                    <a:lnTo>
                      <a:pt x="161" y="1005"/>
                    </a:lnTo>
                    <a:lnTo>
                      <a:pt x="127" y="982"/>
                    </a:lnTo>
                    <a:lnTo>
                      <a:pt x="96" y="954"/>
                    </a:lnTo>
                    <a:lnTo>
                      <a:pt x="68" y="923"/>
                    </a:lnTo>
                    <a:lnTo>
                      <a:pt x="45" y="887"/>
                    </a:lnTo>
                    <a:lnTo>
                      <a:pt x="26" y="850"/>
                    </a:lnTo>
                    <a:lnTo>
                      <a:pt x="12" y="810"/>
                    </a:lnTo>
                    <a:lnTo>
                      <a:pt x="3" y="768"/>
                    </a:lnTo>
                    <a:lnTo>
                      <a:pt x="0" y="723"/>
                    </a:lnTo>
                    <a:lnTo>
                      <a:pt x="3" y="677"/>
                    </a:lnTo>
                    <a:lnTo>
                      <a:pt x="13" y="632"/>
                    </a:lnTo>
                    <a:lnTo>
                      <a:pt x="28" y="591"/>
                    </a:lnTo>
                    <a:lnTo>
                      <a:pt x="49" y="553"/>
                    </a:lnTo>
                    <a:lnTo>
                      <a:pt x="75" y="517"/>
                    </a:lnTo>
                    <a:lnTo>
                      <a:pt x="105" y="485"/>
                    </a:lnTo>
                    <a:lnTo>
                      <a:pt x="139" y="457"/>
                    </a:lnTo>
                    <a:lnTo>
                      <a:pt x="177" y="435"/>
                    </a:lnTo>
                    <a:lnTo>
                      <a:pt x="85" y="37"/>
                    </a:lnTo>
                    <a:lnTo>
                      <a:pt x="140" y="28"/>
                    </a:lnTo>
                    <a:lnTo>
                      <a:pt x="194" y="16"/>
                    </a:lnTo>
                    <a:lnTo>
                      <a:pt x="246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25" name="Freeform 68"/>
              <p:cNvSpPr>
                <a:spLocks/>
              </p:cNvSpPr>
              <p:nvPr/>
            </p:nvSpPr>
            <p:spPr bwMode="auto">
              <a:xfrm>
                <a:off x="4967288" y="5326063"/>
                <a:ext cx="184150" cy="106363"/>
              </a:xfrm>
              <a:custGeom>
                <a:avLst/>
                <a:gdLst>
                  <a:gd name="T0" fmla="*/ 1106 w 1159"/>
                  <a:gd name="T1" fmla="*/ 0 h 675"/>
                  <a:gd name="T2" fmla="*/ 1120 w 1159"/>
                  <a:gd name="T3" fmla="*/ 54 h 675"/>
                  <a:gd name="T4" fmla="*/ 1138 w 1159"/>
                  <a:gd name="T5" fmla="*/ 106 h 675"/>
                  <a:gd name="T6" fmla="*/ 1159 w 1159"/>
                  <a:gd name="T7" fmla="*/ 156 h 675"/>
                  <a:gd name="T8" fmla="*/ 651 w 1159"/>
                  <a:gd name="T9" fmla="*/ 326 h 675"/>
                  <a:gd name="T10" fmla="*/ 652 w 1159"/>
                  <a:gd name="T11" fmla="*/ 336 h 675"/>
                  <a:gd name="T12" fmla="*/ 653 w 1159"/>
                  <a:gd name="T13" fmla="*/ 348 h 675"/>
                  <a:gd name="T14" fmla="*/ 651 w 1159"/>
                  <a:gd name="T15" fmla="*/ 392 h 675"/>
                  <a:gd name="T16" fmla="*/ 642 w 1159"/>
                  <a:gd name="T17" fmla="*/ 435 h 675"/>
                  <a:gd name="T18" fmla="*/ 628 w 1159"/>
                  <a:gd name="T19" fmla="*/ 475 h 675"/>
                  <a:gd name="T20" fmla="*/ 609 w 1159"/>
                  <a:gd name="T21" fmla="*/ 513 h 675"/>
                  <a:gd name="T22" fmla="*/ 586 w 1159"/>
                  <a:gd name="T23" fmla="*/ 547 h 675"/>
                  <a:gd name="T24" fmla="*/ 558 w 1159"/>
                  <a:gd name="T25" fmla="*/ 579 h 675"/>
                  <a:gd name="T26" fmla="*/ 527 w 1159"/>
                  <a:gd name="T27" fmla="*/ 607 h 675"/>
                  <a:gd name="T28" fmla="*/ 491 w 1159"/>
                  <a:gd name="T29" fmla="*/ 630 h 675"/>
                  <a:gd name="T30" fmla="*/ 454 w 1159"/>
                  <a:gd name="T31" fmla="*/ 649 h 675"/>
                  <a:gd name="T32" fmla="*/ 414 w 1159"/>
                  <a:gd name="T33" fmla="*/ 664 h 675"/>
                  <a:gd name="T34" fmla="*/ 370 w 1159"/>
                  <a:gd name="T35" fmla="*/ 671 h 675"/>
                  <a:gd name="T36" fmla="*/ 326 w 1159"/>
                  <a:gd name="T37" fmla="*/ 675 h 675"/>
                  <a:gd name="T38" fmla="*/ 282 w 1159"/>
                  <a:gd name="T39" fmla="*/ 671 h 675"/>
                  <a:gd name="T40" fmla="*/ 240 w 1159"/>
                  <a:gd name="T41" fmla="*/ 664 h 675"/>
                  <a:gd name="T42" fmla="*/ 200 w 1159"/>
                  <a:gd name="T43" fmla="*/ 649 h 675"/>
                  <a:gd name="T44" fmla="*/ 162 w 1159"/>
                  <a:gd name="T45" fmla="*/ 630 h 675"/>
                  <a:gd name="T46" fmla="*/ 126 w 1159"/>
                  <a:gd name="T47" fmla="*/ 607 h 675"/>
                  <a:gd name="T48" fmla="*/ 95 w 1159"/>
                  <a:gd name="T49" fmla="*/ 579 h 675"/>
                  <a:gd name="T50" fmla="*/ 68 w 1159"/>
                  <a:gd name="T51" fmla="*/ 547 h 675"/>
                  <a:gd name="T52" fmla="*/ 44 w 1159"/>
                  <a:gd name="T53" fmla="*/ 513 h 675"/>
                  <a:gd name="T54" fmla="*/ 26 w 1159"/>
                  <a:gd name="T55" fmla="*/ 475 h 675"/>
                  <a:gd name="T56" fmla="*/ 12 w 1159"/>
                  <a:gd name="T57" fmla="*/ 435 h 675"/>
                  <a:gd name="T58" fmla="*/ 3 w 1159"/>
                  <a:gd name="T59" fmla="*/ 392 h 675"/>
                  <a:gd name="T60" fmla="*/ 0 w 1159"/>
                  <a:gd name="T61" fmla="*/ 348 h 675"/>
                  <a:gd name="T62" fmla="*/ 3 w 1159"/>
                  <a:gd name="T63" fmla="*/ 303 h 675"/>
                  <a:gd name="T64" fmla="*/ 12 w 1159"/>
                  <a:gd name="T65" fmla="*/ 261 h 675"/>
                  <a:gd name="T66" fmla="*/ 26 w 1159"/>
                  <a:gd name="T67" fmla="*/ 221 h 675"/>
                  <a:gd name="T68" fmla="*/ 44 w 1159"/>
                  <a:gd name="T69" fmla="*/ 183 h 675"/>
                  <a:gd name="T70" fmla="*/ 68 w 1159"/>
                  <a:gd name="T71" fmla="*/ 148 h 675"/>
                  <a:gd name="T72" fmla="*/ 95 w 1159"/>
                  <a:gd name="T73" fmla="*/ 117 h 675"/>
                  <a:gd name="T74" fmla="*/ 126 w 1159"/>
                  <a:gd name="T75" fmla="*/ 89 h 675"/>
                  <a:gd name="T76" fmla="*/ 162 w 1159"/>
                  <a:gd name="T77" fmla="*/ 66 h 675"/>
                  <a:gd name="T78" fmla="*/ 200 w 1159"/>
                  <a:gd name="T79" fmla="*/ 47 h 675"/>
                  <a:gd name="T80" fmla="*/ 240 w 1159"/>
                  <a:gd name="T81" fmla="*/ 33 h 675"/>
                  <a:gd name="T82" fmla="*/ 282 w 1159"/>
                  <a:gd name="T83" fmla="*/ 25 h 675"/>
                  <a:gd name="T84" fmla="*/ 326 w 1159"/>
                  <a:gd name="T85" fmla="*/ 21 h 675"/>
                  <a:gd name="T86" fmla="*/ 369 w 1159"/>
                  <a:gd name="T87" fmla="*/ 24 h 675"/>
                  <a:gd name="T88" fmla="*/ 409 w 1159"/>
                  <a:gd name="T89" fmla="*/ 33 h 675"/>
                  <a:gd name="T90" fmla="*/ 448 w 1159"/>
                  <a:gd name="T91" fmla="*/ 45 h 675"/>
                  <a:gd name="T92" fmla="*/ 485 w 1159"/>
                  <a:gd name="T93" fmla="*/ 63 h 675"/>
                  <a:gd name="T94" fmla="*/ 518 w 1159"/>
                  <a:gd name="T95" fmla="*/ 84 h 675"/>
                  <a:gd name="T96" fmla="*/ 549 w 1159"/>
                  <a:gd name="T97" fmla="*/ 109 h 675"/>
                  <a:gd name="T98" fmla="*/ 577 w 1159"/>
                  <a:gd name="T99" fmla="*/ 138 h 675"/>
                  <a:gd name="T100" fmla="*/ 600 w 1159"/>
                  <a:gd name="T101" fmla="*/ 170 h 675"/>
                  <a:gd name="T102" fmla="*/ 1106 w 1159"/>
                  <a:gd name="T103" fmla="*/ 0 h 67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</a:cxnLst>
                <a:rect l="0" t="0" r="r" b="b"/>
                <a:pathLst>
                  <a:path w="1159" h="675">
                    <a:moveTo>
                      <a:pt x="1106" y="0"/>
                    </a:moveTo>
                    <a:lnTo>
                      <a:pt x="1120" y="54"/>
                    </a:lnTo>
                    <a:lnTo>
                      <a:pt x="1138" y="106"/>
                    </a:lnTo>
                    <a:lnTo>
                      <a:pt x="1159" y="156"/>
                    </a:lnTo>
                    <a:lnTo>
                      <a:pt x="651" y="326"/>
                    </a:lnTo>
                    <a:lnTo>
                      <a:pt x="652" y="336"/>
                    </a:lnTo>
                    <a:lnTo>
                      <a:pt x="653" y="348"/>
                    </a:lnTo>
                    <a:lnTo>
                      <a:pt x="651" y="392"/>
                    </a:lnTo>
                    <a:lnTo>
                      <a:pt x="642" y="435"/>
                    </a:lnTo>
                    <a:lnTo>
                      <a:pt x="628" y="475"/>
                    </a:lnTo>
                    <a:lnTo>
                      <a:pt x="609" y="513"/>
                    </a:lnTo>
                    <a:lnTo>
                      <a:pt x="586" y="547"/>
                    </a:lnTo>
                    <a:lnTo>
                      <a:pt x="558" y="579"/>
                    </a:lnTo>
                    <a:lnTo>
                      <a:pt x="527" y="607"/>
                    </a:lnTo>
                    <a:lnTo>
                      <a:pt x="491" y="630"/>
                    </a:lnTo>
                    <a:lnTo>
                      <a:pt x="454" y="649"/>
                    </a:lnTo>
                    <a:lnTo>
                      <a:pt x="414" y="664"/>
                    </a:lnTo>
                    <a:lnTo>
                      <a:pt x="370" y="671"/>
                    </a:lnTo>
                    <a:lnTo>
                      <a:pt x="326" y="675"/>
                    </a:lnTo>
                    <a:lnTo>
                      <a:pt x="282" y="671"/>
                    </a:lnTo>
                    <a:lnTo>
                      <a:pt x="240" y="664"/>
                    </a:lnTo>
                    <a:lnTo>
                      <a:pt x="200" y="649"/>
                    </a:lnTo>
                    <a:lnTo>
                      <a:pt x="162" y="630"/>
                    </a:lnTo>
                    <a:lnTo>
                      <a:pt x="126" y="607"/>
                    </a:lnTo>
                    <a:lnTo>
                      <a:pt x="95" y="579"/>
                    </a:lnTo>
                    <a:lnTo>
                      <a:pt x="68" y="547"/>
                    </a:lnTo>
                    <a:lnTo>
                      <a:pt x="44" y="513"/>
                    </a:lnTo>
                    <a:lnTo>
                      <a:pt x="26" y="475"/>
                    </a:lnTo>
                    <a:lnTo>
                      <a:pt x="12" y="435"/>
                    </a:lnTo>
                    <a:lnTo>
                      <a:pt x="3" y="392"/>
                    </a:lnTo>
                    <a:lnTo>
                      <a:pt x="0" y="348"/>
                    </a:lnTo>
                    <a:lnTo>
                      <a:pt x="3" y="303"/>
                    </a:lnTo>
                    <a:lnTo>
                      <a:pt x="12" y="261"/>
                    </a:lnTo>
                    <a:lnTo>
                      <a:pt x="26" y="221"/>
                    </a:lnTo>
                    <a:lnTo>
                      <a:pt x="44" y="183"/>
                    </a:lnTo>
                    <a:lnTo>
                      <a:pt x="68" y="148"/>
                    </a:lnTo>
                    <a:lnTo>
                      <a:pt x="95" y="117"/>
                    </a:lnTo>
                    <a:lnTo>
                      <a:pt x="126" y="89"/>
                    </a:lnTo>
                    <a:lnTo>
                      <a:pt x="162" y="66"/>
                    </a:lnTo>
                    <a:lnTo>
                      <a:pt x="200" y="47"/>
                    </a:lnTo>
                    <a:lnTo>
                      <a:pt x="240" y="33"/>
                    </a:lnTo>
                    <a:lnTo>
                      <a:pt x="282" y="25"/>
                    </a:lnTo>
                    <a:lnTo>
                      <a:pt x="326" y="21"/>
                    </a:lnTo>
                    <a:lnTo>
                      <a:pt x="369" y="24"/>
                    </a:lnTo>
                    <a:lnTo>
                      <a:pt x="409" y="33"/>
                    </a:lnTo>
                    <a:lnTo>
                      <a:pt x="448" y="45"/>
                    </a:lnTo>
                    <a:lnTo>
                      <a:pt x="485" y="63"/>
                    </a:lnTo>
                    <a:lnTo>
                      <a:pt x="518" y="84"/>
                    </a:lnTo>
                    <a:lnTo>
                      <a:pt x="549" y="109"/>
                    </a:lnTo>
                    <a:lnTo>
                      <a:pt x="577" y="138"/>
                    </a:lnTo>
                    <a:lnTo>
                      <a:pt x="600" y="170"/>
                    </a:lnTo>
                    <a:lnTo>
                      <a:pt x="1106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26" name="Freeform 69"/>
              <p:cNvSpPr>
                <a:spLocks/>
              </p:cNvSpPr>
              <p:nvPr/>
            </p:nvSpPr>
            <p:spPr bwMode="auto">
              <a:xfrm>
                <a:off x="5170488" y="5211763"/>
                <a:ext cx="177800" cy="177800"/>
              </a:xfrm>
              <a:custGeom>
                <a:avLst/>
                <a:gdLst>
                  <a:gd name="T0" fmla="*/ 561 w 1122"/>
                  <a:gd name="T1" fmla="*/ 0 h 1121"/>
                  <a:gd name="T2" fmla="*/ 622 w 1122"/>
                  <a:gd name="T3" fmla="*/ 3 h 1121"/>
                  <a:gd name="T4" fmla="*/ 681 w 1122"/>
                  <a:gd name="T5" fmla="*/ 13 h 1121"/>
                  <a:gd name="T6" fmla="*/ 738 w 1122"/>
                  <a:gd name="T7" fmla="*/ 29 h 1121"/>
                  <a:gd name="T8" fmla="*/ 792 w 1122"/>
                  <a:gd name="T9" fmla="*/ 50 h 1121"/>
                  <a:gd name="T10" fmla="*/ 843 w 1122"/>
                  <a:gd name="T11" fmla="*/ 76 h 1121"/>
                  <a:gd name="T12" fmla="*/ 892 w 1122"/>
                  <a:gd name="T13" fmla="*/ 108 h 1121"/>
                  <a:gd name="T14" fmla="*/ 937 w 1122"/>
                  <a:gd name="T15" fmla="*/ 145 h 1121"/>
                  <a:gd name="T16" fmla="*/ 976 w 1122"/>
                  <a:gd name="T17" fmla="*/ 185 h 1121"/>
                  <a:gd name="T18" fmla="*/ 1013 w 1122"/>
                  <a:gd name="T19" fmla="*/ 229 h 1121"/>
                  <a:gd name="T20" fmla="*/ 1045 w 1122"/>
                  <a:gd name="T21" fmla="*/ 278 h 1121"/>
                  <a:gd name="T22" fmla="*/ 1072 w 1122"/>
                  <a:gd name="T23" fmla="*/ 329 h 1121"/>
                  <a:gd name="T24" fmla="*/ 1093 w 1122"/>
                  <a:gd name="T25" fmla="*/ 383 h 1121"/>
                  <a:gd name="T26" fmla="*/ 1108 w 1122"/>
                  <a:gd name="T27" fmla="*/ 440 h 1121"/>
                  <a:gd name="T28" fmla="*/ 1118 w 1122"/>
                  <a:gd name="T29" fmla="*/ 499 h 1121"/>
                  <a:gd name="T30" fmla="*/ 1122 w 1122"/>
                  <a:gd name="T31" fmla="*/ 560 h 1121"/>
                  <a:gd name="T32" fmla="*/ 1118 w 1122"/>
                  <a:gd name="T33" fmla="*/ 621 h 1121"/>
                  <a:gd name="T34" fmla="*/ 1108 w 1122"/>
                  <a:gd name="T35" fmla="*/ 681 h 1121"/>
                  <a:gd name="T36" fmla="*/ 1093 w 1122"/>
                  <a:gd name="T37" fmla="*/ 737 h 1121"/>
                  <a:gd name="T38" fmla="*/ 1072 w 1122"/>
                  <a:gd name="T39" fmla="*/ 792 h 1121"/>
                  <a:gd name="T40" fmla="*/ 1045 w 1122"/>
                  <a:gd name="T41" fmla="*/ 843 h 1121"/>
                  <a:gd name="T42" fmla="*/ 1013 w 1122"/>
                  <a:gd name="T43" fmla="*/ 891 h 1121"/>
                  <a:gd name="T44" fmla="*/ 976 w 1122"/>
                  <a:gd name="T45" fmla="*/ 936 h 1121"/>
                  <a:gd name="T46" fmla="*/ 937 w 1122"/>
                  <a:gd name="T47" fmla="*/ 977 h 1121"/>
                  <a:gd name="T48" fmla="*/ 892 w 1122"/>
                  <a:gd name="T49" fmla="*/ 1012 h 1121"/>
                  <a:gd name="T50" fmla="*/ 843 w 1122"/>
                  <a:gd name="T51" fmla="*/ 1044 h 1121"/>
                  <a:gd name="T52" fmla="*/ 792 w 1122"/>
                  <a:gd name="T53" fmla="*/ 1071 h 1121"/>
                  <a:gd name="T54" fmla="*/ 738 w 1122"/>
                  <a:gd name="T55" fmla="*/ 1092 h 1121"/>
                  <a:gd name="T56" fmla="*/ 681 w 1122"/>
                  <a:gd name="T57" fmla="*/ 1108 h 1121"/>
                  <a:gd name="T58" fmla="*/ 622 w 1122"/>
                  <a:gd name="T59" fmla="*/ 1118 h 1121"/>
                  <a:gd name="T60" fmla="*/ 561 w 1122"/>
                  <a:gd name="T61" fmla="*/ 1121 h 1121"/>
                  <a:gd name="T62" fmla="*/ 500 w 1122"/>
                  <a:gd name="T63" fmla="*/ 1118 h 1121"/>
                  <a:gd name="T64" fmla="*/ 441 w 1122"/>
                  <a:gd name="T65" fmla="*/ 1108 h 1121"/>
                  <a:gd name="T66" fmla="*/ 384 w 1122"/>
                  <a:gd name="T67" fmla="*/ 1092 h 1121"/>
                  <a:gd name="T68" fmla="*/ 330 w 1122"/>
                  <a:gd name="T69" fmla="*/ 1071 h 1121"/>
                  <a:gd name="T70" fmla="*/ 279 w 1122"/>
                  <a:gd name="T71" fmla="*/ 1044 h 1121"/>
                  <a:gd name="T72" fmla="*/ 230 w 1122"/>
                  <a:gd name="T73" fmla="*/ 1012 h 1121"/>
                  <a:gd name="T74" fmla="*/ 186 w 1122"/>
                  <a:gd name="T75" fmla="*/ 977 h 1121"/>
                  <a:gd name="T76" fmla="*/ 145 w 1122"/>
                  <a:gd name="T77" fmla="*/ 936 h 1121"/>
                  <a:gd name="T78" fmla="*/ 109 w 1122"/>
                  <a:gd name="T79" fmla="*/ 891 h 1121"/>
                  <a:gd name="T80" fmla="*/ 77 w 1122"/>
                  <a:gd name="T81" fmla="*/ 843 h 1121"/>
                  <a:gd name="T82" fmla="*/ 50 w 1122"/>
                  <a:gd name="T83" fmla="*/ 792 h 1121"/>
                  <a:gd name="T84" fmla="*/ 29 w 1122"/>
                  <a:gd name="T85" fmla="*/ 737 h 1121"/>
                  <a:gd name="T86" fmla="*/ 14 w 1122"/>
                  <a:gd name="T87" fmla="*/ 681 h 1121"/>
                  <a:gd name="T88" fmla="*/ 4 w 1122"/>
                  <a:gd name="T89" fmla="*/ 621 h 1121"/>
                  <a:gd name="T90" fmla="*/ 0 w 1122"/>
                  <a:gd name="T91" fmla="*/ 560 h 1121"/>
                  <a:gd name="T92" fmla="*/ 4 w 1122"/>
                  <a:gd name="T93" fmla="*/ 499 h 1121"/>
                  <a:gd name="T94" fmla="*/ 14 w 1122"/>
                  <a:gd name="T95" fmla="*/ 440 h 1121"/>
                  <a:gd name="T96" fmla="*/ 29 w 1122"/>
                  <a:gd name="T97" fmla="*/ 383 h 1121"/>
                  <a:gd name="T98" fmla="*/ 50 w 1122"/>
                  <a:gd name="T99" fmla="*/ 329 h 1121"/>
                  <a:gd name="T100" fmla="*/ 77 w 1122"/>
                  <a:gd name="T101" fmla="*/ 278 h 1121"/>
                  <a:gd name="T102" fmla="*/ 109 w 1122"/>
                  <a:gd name="T103" fmla="*/ 229 h 1121"/>
                  <a:gd name="T104" fmla="*/ 145 w 1122"/>
                  <a:gd name="T105" fmla="*/ 185 h 1121"/>
                  <a:gd name="T106" fmla="*/ 186 w 1122"/>
                  <a:gd name="T107" fmla="*/ 145 h 1121"/>
                  <a:gd name="T108" fmla="*/ 230 w 1122"/>
                  <a:gd name="T109" fmla="*/ 108 h 1121"/>
                  <a:gd name="T110" fmla="*/ 279 w 1122"/>
                  <a:gd name="T111" fmla="*/ 76 h 1121"/>
                  <a:gd name="T112" fmla="*/ 330 w 1122"/>
                  <a:gd name="T113" fmla="*/ 50 h 1121"/>
                  <a:gd name="T114" fmla="*/ 384 w 1122"/>
                  <a:gd name="T115" fmla="*/ 29 h 1121"/>
                  <a:gd name="T116" fmla="*/ 441 w 1122"/>
                  <a:gd name="T117" fmla="*/ 13 h 1121"/>
                  <a:gd name="T118" fmla="*/ 500 w 1122"/>
                  <a:gd name="T119" fmla="*/ 3 h 1121"/>
                  <a:gd name="T120" fmla="*/ 561 w 1122"/>
                  <a:gd name="T121" fmla="*/ 0 h 112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</a:cxnLst>
                <a:rect l="0" t="0" r="r" b="b"/>
                <a:pathLst>
                  <a:path w="1122" h="1121">
                    <a:moveTo>
                      <a:pt x="561" y="0"/>
                    </a:moveTo>
                    <a:lnTo>
                      <a:pt x="622" y="3"/>
                    </a:lnTo>
                    <a:lnTo>
                      <a:pt x="681" y="13"/>
                    </a:lnTo>
                    <a:lnTo>
                      <a:pt x="738" y="29"/>
                    </a:lnTo>
                    <a:lnTo>
                      <a:pt x="792" y="50"/>
                    </a:lnTo>
                    <a:lnTo>
                      <a:pt x="843" y="76"/>
                    </a:lnTo>
                    <a:lnTo>
                      <a:pt x="892" y="108"/>
                    </a:lnTo>
                    <a:lnTo>
                      <a:pt x="937" y="145"/>
                    </a:lnTo>
                    <a:lnTo>
                      <a:pt x="976" y="185"/>
                    </a:lnTo>
                    <a:lnTo>
                      <a:pt x="1013" y="229"/>
                    </a:lnTo>
                    <a:lnTo>
                      <a:pt x="1045" y="278"/>
                    </a:lnTo>
                    <a:lnTo>
                      <a:pt x="1072" y="329"/>
                    </a:lnTo>
                    <a:lnTo>
                      <a:pt x="1093" y="383"/>
                    </a:lnTo>
                    <a:lnTo>
                      <a:pt x="1108" y="440"/>
                    </a:lnTo>
                    <a:lnTo>
                      <a:pt x="1118" y="499"/>
                    </a:lnTo>
                    <a:lnTo>
                      <a:pt x="1122" y="560"/>
                    </a:lnTo>
                    <a:lnTo>
                      <a:pt x="1118" y="621"/>
                    </a:lnTo>
                    <a:lnTo>
                      <a:pt x="1108" y="681"/>
                    </a:lnTo>
                    <a:lnTo>
                      <a:pt x="1093" y="737"/>
                    </a:lnTo>
                    <a:lnTo>
                      <a:pt x="1072" y="792"/>
                    </a:lnTo>
                    <a:lnTo>
                      <a:pt x="1045" y="843"/>
                    </a:lnTo>
                    <a:lnTo>
                      <a:pt x="1013" y="891"/>
                    </a:lnTo>
                    <a:lnTo>
                      <a:pt x="976" y="936"/>
                    </a:lnTo>
                    <a:lnTo>
                      <a:pt x="937" y="977"/>
                    </a:lnTo>
                    <a:lnTo>
                      <a:pt x="892" y="1012"/>
                    </a:lnTo>
                    <a:lnTo>
                      <a:pt x="843" y="1044"/>
                    </a:lnTo>
                    <a:lnTo>
                      <a:pt x="792" y="1071"/>
                    </a:lnTo>
                    <a:lnTo>
                      <a:pt x="738" y="1092"/>
                    </a:lnTo>
                    <a:lnTo>
                      <a:pt x="681" y="1108"/>
                    </a:lnTo>
                    <a:lnTo>
                      <a:pt x="622" y="1118"/>
                    </a:lnTo>
                    <a:lnTo>
                      <a:pt x="561" y="1121"/>
                    </a:lnTo>
                    <a:lnTo>
                      <a:pt x="500" y="1118"/>
                    </a:lnTo>
                    <a:lnTo>
                      <a:pt x="441" y="1108"/>
                    </a:lnTo>
                    <a:lnTo>
                      <a:pt x="384" y="1092"/>
                    </a:lnTo>
                    <a:lnTo>
                      <a:pt x="330" y="1071"/>
                    </a:lnTo>
                    <a:lnTo>
                      <a:pt x="279" y="1044"/>
                    </a:lnTo>
                    <a:lnTo>
                      <a:pt x="230" y="1012"/>
                    </a:lnTo>
                    <a:lnTo>
                      <a:pt x="186" y="977"/>
                    </a:lnTo>
                    <a:lnTo>
                      <a:pt x="145" y="936"/>
                    </a:lnTo>
                    <a:lnTo>
                      <a:pt x="109" y="891"/>
                    </a:lnTo>
                    <a:lnTo>
                      <a:pt x="77" y="843"/>
                    </a:lnTo>
                    <a:lnTo>
                      <a:pt x="50" y="792"/>
                    </a:lnTo>
                    <a:lnTo>
                      <a:pt x="29" y="737"/>
                    </a:lnTo>
                    <a:lnTo>
                      <a:pt x="14" y="681"/>
                    </a:lnTo>
                    <a:lnTo>
                      <a:pt x="4" y="621"/>
                    </a:lnTo>
                    <a:lnTo>
                      <a:pt x="0" y="560"/>
                    </a:lnTo>
                    <a:lnTo>
                      <a:pt x="4" y="499"/>
                    </a:lnTo>
                    <a:lnTo>
                      <a:pt x="14" y="440"/>
                    </a:lnTo>
                    <a:lnTo>
                      <a:pt x="29" y="383"/>
                    </a:lnTo>
                    <a:lnTo>
                      <a:pt x="50" y="329"/>
                    </a:lnTo>
                    <a:lnTo>
                      <a:pt x="77" y="278"/>
                    </a:lnTo>
                    <a:lnTo>
                      <a:pt x="109" y="229"/>
                    </a:lnTo>
                    <a:lnTo>
                      <a:pt x="145" y="185"/>
                    </a:lnTo>
                    <a:lnTo>
                      <a:pt x="186" y="145"/>
                    </a:lnTo>
                    <a:lnTo>
                      <a:pt x="230" y="108"/>
                    </a:lnTo>
                    <a:lnTo>
                      <a:pt x="279" y="76"/>
                    </a:lnTo>
                    <a:lnTo>
                      <a:pt x="330" y="50"/>
                    </a:lnTo>
                    <a:lnTo>
                      <a:pt x="384" y="29"/>
                    </a:lnTo>
                    <a:lnTo>
                      <a:pt x="441" y="13"/>
                    </a:lnTo>
                    <a:lnTo>
                      <a:pt x="500" y="3"/>
                    </a:lnTo>
                    <a:lnTo>
                      <a:pt x="561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</p:grpSp>
      <p:grpSp>
        <p:nvGrpSpPr>
          <p:cNvPr id="10" name="그룹 53"/>
          <p:cNvGrpSpPr/>
          <p:nvPr/>
        </p:nvGrpSpPr>
        <p:grpSpPr>
          <a:xfrm>
            <a:off x="6118010" y="4281701"/>
            <a:ext cx="1501173" cy="1717182"/>
            <a:chOff x="6118010" y="4281701"/>
            <a:chExt cx="1501173" cy="1717182"/>
          </a:xfrm>
        </p:grpSpPr>
        <p:sp>
          <p:nvSpPr>
            <p:cNvPr id="128" name="Freeform 28"/>
            <p:cNvSpPr>
              <a:spLocks noEditPoints="1"/>
            </p:cNvSpPr>
            <p:nvPr/>
          </p:nvSpPr>
          <p:spPr bwMode="auto">
            <a:xfrm>
              <a:off x="6118010" y="4281701"/>
              <a:ext cx="1501173" cy="1717182"/>
            </a:xfrm>
            <a:custGeom>
              <a:avLst/>
              <a:gdLst>
                <a:gd name="T0" fmla="*/ 687 w 1653"/>
                <a:gd name="T1" fmla="*/ 411 h 1892"/>
                <a:gd name="T2" fmla="*/ 495 w 1653"/>
                <a:gd name="T3" fmla="*/ 488 h 1892"/>
                <a:gd name="T4" fmla="*/ 329 w 1653"/>
                <a:gd name="T5" fmla="*/ 621 h 1892"/>
                <a:gd name="T6" fmla="*/ 214 w 1653"/>
                <a:gd name="T7" fmla="*/ 791 h 1892"/>
                <a:gd name="T8" fmla="*/ 155 w 1653"/>
                <a:gd name="T9" fmla="*/ 983 h 1892"/>
                <a:gd name="T10" fmla="*/ 152 w 1653"/>
                <a:gd name="T11" fmla="*/ 1184 h 1892"/>
                <a:gd name="T12" fmla="*/ 209 w 1653"/>
                <a:gd name="T13" fmla="*/ 1381 h 1892"/>
                <a:gd name="T14" fmla="*/ 325 w 1653"/>
                <a:gd name="T15" fmla="*/ 1559 h 1892"/>
                <a:gd name="T16" fmla="*/ 484 w 1653"/>
                <a:gd name="T17" fmla="*/ 1691 h 1892"/>
                <a:gd name="T18" fmla="*/ 670 w 1653"/>
                <a:gd name="T19" fmla="*/ 1769 h 1892"/>
                <a:gd name="T20" fmla="*/ 870 w 1653"/>
                <a:gd name="T21" fmla="*/ 1791 h 1892"/>
                <a:gd name="T22" fmla="*/ 1070 w 1653"/>
                <a:gd name="T23" fmla="*/ 1754 h 1892"/>
                <a:gd name="T24" fmla="*/ 1256 w 1653"/>
                <a:gd name="T25" fmla="*/ 1657 h 1892"/>
                <a:gd name="T26" fmla="*/ 1406 w 1653"/>
                <a:gd name="T27" fmla="*/ 1510 h 1892"/>
                <a:gd name="T28" fmla="*/ 1502 w 1653"/>
                <a:gd name="T29" fmla="*/ 1331 h 1892"/>
                <a:gd name="T30" fmla="*/ 1543 w 1653"/>
                <a:gd name="T31" fmla="*/ 1135 h 1892"/>
                <a:gd name="T32" fmla="*/ 1526 w 1653"/>
                <a:gd name="T33" fmla="*/ 934 h 1892"/>
                <a:gd name="T34" fmla="*/ 1450 w 1653"/>
                <a:gd name="T35" fmla="*/ 742 h 1892"/>
                <a:gd name="T36" fmla="*/ 1317 w 1653"/>
                <a:gd name="T37" fmla="*/ 576 h 1892"/>
                <a:gd name="T38" fmla="*/ 1147 w 1653"/>
                <a:gd name="T39" fmla="*/ 462 h 1892"/>
                <a:gd name="T40" fmla="*/ 955 w 1653"/>
                <a:gd name="T41" fmla="*/ 402 h 1892"/>
                <a:gd name="T42" fmla="*/ 51 w 1653"/>
                <a:gd name="T43" fmla="*/ 0 h 1892"/>
                <a:gd name="T44" fmla="*/ 89 w 1653"/>
                <a:gd name="T45" fmla="*/ 6 h 1892"/>
                <a:gd name="T46" fmla="*/ 193 w 1653"/>
                <a:gd name="T47" fmla="*/ 27 h 1892"/>
                <a:gd name="T48" fmla="*/ 345 w 1653"/>
                <a:gd name="T49" fmla="*/ 62 h 1892"/>
                <a:gd name="T50" fmla="*/ 534 w 1653"/>
                <a:gd name="T51" fmla="*/ 109 h 1892"/>
                <a:gd name="T52" fmla="*/ 742 w 1653"/>
                <a:gd name="T53" fmla="*/ 171 h 1892"/>
                <a:gd name="T54" fmla="*/ 954 w 1653"/>
                <a:gd name="T55" fmla="*/ 244 h 1892"/>
                <a:gd name="T56" fmla="*/ 1155 w 1653"/>
                <a:gd name="T57" fmla="*/ 329 h 1892"/>
                <a:gd name="T58" fmla="*/ 1330 w 1653"/>
                <a:gd name="T59" fmla="*/ 427 h 1892"/>
                <a:gd name="T60" fmla="*/ 1462 w 1653"/>
                <a:gd name="T61" fmla="*/ 537 h 1892"/>
                <a:gd name="T62" fmla="*/ 1572 w 1653"/>
                <a:gd name="T63" fmla="*/ 704 h 1892"/>
                <a:gd name="T64" fmla="*/ 1639 w 1653"/>
                <a:gd name="T65" fmla="*/ 910 h 1892"/>
                <a:gd name="T66" fmla="*/ 1650 w 1653"/>
                <a:gd name="T67" fmla="*/ 1122 h 1892"/>
                <a:gd name="T68" fmla="*/ 1608 w 1653"/>
                <a:gd name="T69" fmla="*/ 1330 h 1892"/>
                <a:gd name="T70" fmla="*/ 1515 w 1653"/>
                <a:gd name="T71" fmla="*/ 1521 h 1892"/>
                <a:gd name="T72" fmla="*/ 1371 w 1653"/>
                <a:gd name="T73" fmla="*/ 1686 h 1892"/>
                <a:gd name="T74" fmla="*/ 1183 w 1653"/>
                <a:gd name="T75" fmla="*/ 1810 h 1892"/>
                <a:gd name="T76" fmla="*/ 977 w 1653"/>
                <a:gd name="T77" fmla="*/ 1877 h 1892"/>
                <a:gd name="T78" fmla="*/ 765 w 1653"/>
                <a:gd name="T79" fmla="*/ 1889 h 1892"/>
                <a:gd name="T80" fmla="*/ 557 w 1653"/>
                <a:gd name="T81" fmla="*/ 1847 h 1892"/>
                <a:gd name="T82" fmla="*/ 366 w 1653"/>
                <a:gd name="T83" fmla="*/ 1753 h 1892"/>
                <a:gd name="T84" fmla="*/ 201 w 1653"/>
                <a:gd name="T85" fmla="*/ 1609 h 1892"/>
                <a:gd name="T86" fmla="*/ 103 w 1653"/>
                <a:gd name="T87" fmla="*/ 1459 h 1892"/>
                <a:gd name="T88" fmla="*/ 47 w 1653"/>
                <a:gd name="T89" fmla="*/ 1285 h 1892"/>
                <a:gd name="T90" fmla="*/ 15 w 1653"/>
                <a:gd name="T91" fmla="*/ 1080 h 1892"/>
                <a:gd name="T92" fmla="*/ 1 w 1653"/>
                <a:gd name="T93" fmla="*/ 859 h 1892"/>
                <a:gd name="T94" fmla="*/ 1 w 1653"/>
                <a:gd name="T95" fmla="*/ 636 h 1892"/>
                <a:gd name="T96" fmla="*/ 11 w 1653"/>
                <a:gd name="T97" fmla="*/ 425 h 1892"/>
                <a:gd name="T98" fmla="*/ 24 w 1653"/>
                <a:gd name="T99" fmla="*/ 242 h 1892"/>
                <a:gd name="T100" fmla="*/ 39 w 1653"/>
                <a:gd name="T101" fmla="*/ 101 h 1892"/>
                <a:gd name="T102" fmla="*/ 49 w 1653"/>
                <a:gd name="T103" fmla="*/ 17 h 18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1653" h="1892">
                  <a:moveTo>
                    <a:pt x="820" y="394"/>
                  </a:moveTo>
                  <a:lnTo>
                    <a:pt x="754" y="399"/>
                  </a:lnTo>
                  <a:lnTo>
                    <a:pt x="687" y="411"/>
                  </a:lnTo>
                  <a:lnTo>
                    <a:pt x="621" y="430"/>
                  </a:lnTo>
                  <a:lnTo>
                    <a:pt x="557" y="456"/>
                  </a:lnTo>
                  <a:lnTo>
                    <a:pt x="495" y="488"/>
                  </a:lnTo>
                  <a:lnTo>
                    <a:pt x="434" y="527"/>
                  </a:lnTo>
                  <a:lnTo>
                    <a:pt x="379" y="572"/>
                  </a:lnTo>
                  <a:lnTo>
                    <a:pt x="329" y="621"/>
                  </a:lnTo>
                  <a:lnTo>
                    <a:pt x="285" y="674"/>
                  </a:lnTo>
                  <a:lnTo>
                    <a:pt x="247" y="731"/>
                  </a:lnTo>
                  <a:lnTo>
                    <a:pt x="214" y="791"/>
                  </a:lnTo>
                  <a:lnTo>
                    <a:pt x="189" y="853"/>
                  </a:lnTo>
                  <a:lnTo>
                    <a:pt x="169" y="917"/>
                  </a:lnTo>
                  <a:lnTo>
                    <a:pt x="155" y="983"/>
                  </a:lnTo>
                  <a:lnTo>
                    <a:pt x="147" y="1050"/>
                  </a:lnTo>
                  <a:lnTo>
                    <a:pt x="147" y="1116"/>
                  </a:lnTo>
                  <a:lnTo>
                    <a:pt x="152" y="1184"/>
                  </a:lnTo>
                  <a:lnTo>
                    <a:pt x="165" y="1251"/>
                  </a:lnTo>
                  <a:lnTo>
                    <a:pt x="183" y="1316"/>
                  </a:lnTo>
                  <a:lnTo>
                    <a:pt x="209" y="1381"/>
                  </a:lnTo>
                  <a:lnTo>
                    <a:pt x="241" y="1443"/>
                  </a:lnTo>
                  <a:lnTo>
                    <a:pt x="279" y="1504"/>
                  </a:lnTo>
                  <a:lnTo>
                    <a:pt x="325" y="1559"/>
                  </a:lnTo>
                  <a:lnTo>
                    <a:pt x="374" y="1609"/>
                  </a:lnTo>
                  <a:lnTo>
                    <a:pt x="428" y="1653"/>
                  </a:lnTo>
                  <a:lnTo>
                    <a:pt x="484" y="1691"/>
                  </a:lnTo>
                  <a:lnTo>
                    <a:pt x="544" y="1723"/>
                  </a:lnTo>
                  <a:lnTo>
                    <a:pt x="606" y="1749"/>
                  </a:lnTo>
                  <a:lnTo>
                    <a:pt x="670" y="1769"/>
                  </a:lnTo>
                  <a:lnTo>
                    <a:pt x="737" y="1783"/>
                  </a:lnTo>
                  <a:lnTo>
                    <a:pt x="803" y="1789"/>
                  </a:lnTo>
                  <a:lnTo>
                    <a:pt x="870" y="1791"/>
                  </a:lnTo>
                  <a:lnTo>
                    <a:pt x="938" y="1785"/>
                  </a:lnTo>
                  <a:lnTo>
                    <a:pt x="1004" y="1773"/>
                  </a:lnTo>
                  <a:lnTo>
                    <a:pt x="1070" y="1754"/>
                  </a:lnTo>
                  <a:lnTo>
                    <a:pt x="1133" y="1729"/>
                  </a:lnTo>
                  <a:lnTo>
                    <a:pt x="1197" y="1696"/>
                  </a:lnTo>
                  <a:lnTo>
                    <a:pt x="1256" y="1657"/>
                  </a:lnTo>
                  <a:lnTo>
                    <a:pt x="1311" y="1613"/>
                  </a:lnTo>
                  <a:lnTo>
                    <a:pt x="1361" y="1563"/>
                  </a:lnTo>
                  <a:lnTo>
                    <a:pt x="1406" y="1510"/>
                  </a:lnTo>
                  <a:lnTo>
                    <a:pt x="1444" y="1454"/>
                  </a:lnTo>
                  <a:lnTo>
                    <a:pt x="1476" y="1394"/>
                  </a:lnTo>
                  <a:lnTo>
                    <a:pt x="1502" y="1331"/>
                  </a:lnTo>
                  <a:lnTo>
                    <a:pt x="1522" y="1268"/>
                  </a:lnTo>
                  <a:lnTo>
                    <a:pt x="1535" y="1201"/>
                  </a:lnTo>
                  <a:lnTo>
                    <a:pt x="1543" y="1135"/>
                  </a:lnTo>
                  <a:lnTo>
                    <a:pt x="1543" y="1068"/>
                  </a:lnTo>
                  <a:lnTo>
                    <a:pt x="1538" y="1000"/>
                  </a:lnTo>
                  <a:lnTo>
                    <a:pt x="1526" y="934"/>
                  </a:lnTo>
                  <a:lnTo>
                    <a:pt x="1507" y="868"/>
                  </a:lnTo>
                  <a:lnTo>
                    <a:pt x="1483" y="804"/>
                  </a:lnTo>
                  <a:lnTo>
                    <a:pt x="1450" y="742"/>
                  </a:lnTo>
                  <a:lnTo>
                    <a:pt x="1411" y="682"/>
                  </a:lnTo>
                  <a:lnTo>
                    <a:pt x="1365" y="626"/>
                  </a:lnTo>
                  <a:lnTo>
                    <a:pt x="1317" y="576"/>
                  </a:lnTo>
                  <a:lnTo>
                    <a:pt x="1263" y="532"/>
                  </a:lnTo>
                  <a:lnTo>
                    <a:pt x="1206" y="493"/>
                  </a:lnTo>
                  <a:lnTo>
                    <a:pt x="1147" y="462"/>
                  </a:lnTo>
                  <a:lnTo>
                    <a:pt x="1085" y="435"/>
                  </a:lnTo>
                  <a:lnTo>
                    <a:pt x="1020" y="416"/>
                  </a:lnTo>
                  <a:lnTo>
                    <a:pt x="955" y="402"/>
                  </a:lnTo>
                  <a:lnTo>
                    <a:pt x="888" y="395"/>
                  </a:lnTo>
                  <a:lnTo>
                    <a:pt x="820" y="394"/>
                  </a:lnTo>
                  <a:close/>
                  <a:moveTo>
                    <a:pt x="51" y="0"/>
                  </a:moveTo>
                  <a:lnTo>
                    <a:pt x="55" y="0"/>
                  </a:lnTo>
                  <a:lnTo>
                    <a:pt x="69" y="2"/>
                  </a:lnTo>
                  <a:lnTo>
                    <a:pt x="89" y="6"/>
                  </a:lnTo>
                  <a:lnTo>
                    <a:pt x="117" y="12"/>
                  </a:lnTo>
                  <a:lnTo>
                    <a:pt x="151" y="19"/>
                  </a:lnTo>
                  <a:lnTo>
                    <a:pt x="193" y="27"/>
                  </a:lnTo>
                  <a:lnTo>
                    <a:pt x="239" y="37"/>
                  </a:lnTo>
                  <a:lnTo>
                    <a:pt x="290" y="48"/>
                  </a:lnTo>
                  <a:lnTo>
                    <a:pt x="345" y="62"/>
                  </a:lnTo>
                  <a:lnTo>
                    <a:pt x="406" y="77"/>
                  </a:lnTo>
                  <a:lnTo>
                    <a:pt x="468" y="93"/>
                  </a:lnTo>
                  <a:lnTo>
                    <a:pt x="534" y="109"/>
                  </a:lnTo>
                  <a:lnTo>
                    <a:pt x="602" y="128"/>
                  </a:lnTo>
                  <a:lnTo>
                    <a:pt x="672" y="148"/>
                  </a:lnTo>
                  <a:lnTo>
                    <a:pt x="742" y="171"/>
                  </a:lnTo>
                  <a:lnTo>
                    <a:pt x="813" y="194"/>
                  </a:lnTo>
                  <a:lnTo>
                    <a:pt x="884" y="218"/>
                  </a:lnTo>
                  <a:lnTo>
                    <a:pt x="954" y="244"/>
                  </a:lnTo>
                  <a:lnTo>
                    <a:pt x="1024" y="271"/>
                  </a:lnTo>
                  <a:lnTo>
                    <a:pt x="1090" y="299"/>
                  </a:lnTo>
                  <a:lnTo>
                    <a:pt x="1155" y="329"/>
                  </a:lnTo>
                  <a:lnTo>
                    <a:pt x="1217" y="361"/>
                  </a:lnTo>
                  <a:lnTo>
                    <a:pt x="1275" y="394"/>
                  </a:lnTo>
                  <a:lnTo>
                    <a:pt x="1330" y="427"/>
                  </a:lnTo>
                  <a:lnTo>
                    <a:pt x="1379" y="462"/>
                  </a:lnTo>
                  <a:lnTo>
                    <a:pt x="1423" y="499"/>
                  </a:lnTo>
                  <a:lnTo>
                    <a:pt x="1462" y="537"/>
                  </a:lnTo>
                  <a:lnTo>
                    <a:pt x="1495" y="576"/>
                  </a:lnTo>
                  <a:lnTo>
                    <a:pt x="1537" y="639"/>
                  </a:lnTo>
                  <a:lnTo>
                    <a:pt x="1572" y="704"/>
                  </a:lnTo>
                  <a:lnTo>
                    <a:pt x="1600" y="771"/>
                  </a:lnTo>
                  <a:lnTo>
                    <a:pt x="1623" y="840"/>
                  </a:lnTo>
                  <a:lnTo>
                    <a:pt x="1639" y="910"/>
                  </a:lnTo>
                  <a:lnTo>
                    <a:pt x="1649" y="980"/>
                  </a:lnTo>
                  <a:lnTo>
                    <a:pt x="1653" y="1052"/>
                  </a:lnTo>
                  <a:lnTo>
                    <a:pt x="1650" y="1122"/>
                  </a:lnTo>
                  <a:lnTo>
                    <a:pt x="1642" y="1192"/>
                  </a:lnTo>
                  <a:lnTo>
                    <a:pt x="1628" y="1262"/>
                  </a:lnTo>
                  <a:lnTo>
                    <a:pt x="1608" y="1330"/>
                  </a:lnTo>
                  <a:lnTo>
                    <a:pt x="1582" y="1396"/>
                  </a:lnTo>
                  <a:lnTo>
                    <a:pt x="1551" y="1460"/>
                  </a:lnTo>
                  <a:lnTo>
                    <a:pt x="1515" y="1521"/>
                  </a:lnTo>
                  <a:lnTo>
                    <a:pt x="1472" y="1579"/>
                  </a:lnTo>
                  <a:lnTo>
                    <a:pt x="1423" y="1634"/>
                  </a:lnTo>
                  <a:lnTo>
                    <a:pt x="1371" y="1686"/>
                  </a:lnTo>
                  <a:lnTo>
                    <a:pt x="1311" y="1733"/>
                  </a:lnTo>
                  <a:lnTo>
                    <a:pt x="1248" y="1775"/>
                  </a:lnTo>
                  <a:lnTo>
                    <a:pt x="1183" y="1810"/>
                  </a:lnTo>
                  <a:lnTo>
                    <a:pt x="1116" y="1838"/>
                  </a:lnTo>
                  <a:lnTo>
                    <a:pt x="1047" y="1861"/>
                  </a:lnTo>
                  <a:lnTo>
                    <a:pt x="977" y="1877"/>
                  </a:lnTo>
                  <a:lnTo>
                    <a:pt x="907" y="1888"/>
                  </a:lnTo>
                  <a:lnTo>
                    <a:pt x="835" y="1892"/>
                  </a:lnTo>
                  <a:lnTo>
                    <a:pt x="765" y="1889"/>
                  </a:lnTo>
                  <a:lnTo>
                    <a:pt x="695" y="1881"/>
                  </a:lnTo>
                  <a:lnTo>
                    <a:pt x="625" y="1868"/>
                  </a:lnTo>
                  <a:lnTo>
                    <a:pt x="557" y="1847"/>
                  </a:lnTo>
                  <a:lnTo>
                    <a:pt x="491" y="1822"/>
                  </a:lnTo>
                  <a:lnTo>
                    <a:pt x="426" y="1791"/>
                  </a:lnTo>
                  <a:lnTo>
                    <a:pt x="366" y="1753"/>
                  </a:lnTo>
                  <a:lnTo>
                    <a:pt x="306" y="1711"/>
                  </a:lnTo>
                  <a:lnTo>
                    <a:pt x="252" y="1663"/>
                  </a:lnTo>
                  <a:lnTo>
                    <a:pt x="201" y="1609"/>
                  </a:lnTo>
                  <a:lnTo>
                    <a:pt x="154" y="1549"/>
                  </a:lnTo>
                  <a:lnTo>
                    <a:pt x="125" y="1508"/>
                  </a:lnTo>
                  <a:lnTo>
                    <a:pt x="103" y="1459"/>
                  </a:lnTo>
                  <a:lnTo>
                    <a:pt x="81" y="1405"/>
                  </a:lnTo>
                  <a:lnTo>
                    <a:pt x="63" y="1347"/>
                  </a:lnTo>
                  <a:lnTo>
                    <a:pt x="47" y="1285"/>
                  </a:lnTo>
                  <a:lnTo>
                    <a:pt x="35" y="1220"/>
                  </a:lnTo>
                  <a:lnTo>
                    <a:pt x="24" y="1152"/>
                  </a:lnTo>
                  <a:lnTo>
                    <a:pt x="15" y="1080"/>
                  </a:lnTo>
                  <a:lnTo>
                    <a:pt x="9" y="1007"/>
                  </a:lnTo>
                  <a:lnTo>
                    <a:pt x="4" y="934"/>
                  </a:lnTo>
                  <a:lnTo>
                    <a:pt x="1" y="859"/>
                  </a:lnTo>
                  <a:lnTo>
                    <a:pt x="0" y="785"/>
                  </a:lnTo>
                  <a:lnTo>
                    <a:pt x="0" y="709"/>
                  </a:lnTo>
                  <a:lnTo>
                    <a:pt x="1" y="636"/>
                  </a:lnTo>
                  <a:lnTo>
                    <a:pt x="4" y="563"/>
                  </a:lnTo>
                  <a:lnTo>
                    <a:pt x="7" y="493"/>
                  </a:lnTo>
                  <a:lnTo>
                    <a:pt x="11" y="425"/>
                  </a:lnTo>
                  <a:lnTo>
                    <a:pt x="15" y="360"/>
                  </a:lnTo>
                  <a:lnTo>
                    <a:pt x="19" y="299"/>
                  </a:lnTo>
                  <a:lnTo>
                    <a:pt x="24" y="242"/>
                  </a:lnTo>
                  <a:lnTo>
                    <a:pt x="30" y="190"/>
                  </a:lnTo>
                  <a:lnTo>
                    <a:pt x="34" y="143"/>
                  </a:lnTo>
                  <a:lnTo>
                    <a:pt x="39" y="101"/>
                  </a:lnTo>
                  <a:lnTo>
                    <a:pt x="43" y="66"/>
                  </a:lnTo>
                  <a:lnTo>
                    <a:pt x="46" y="37"/>
                  </a:lnTo>
                  <a:lnTo>
                    <a:pt x="49" y="17"/>
                  </a:lnTo>
                  <a:lnTo>
                    <a:pt x="50" y="4"/>
                  </a:lnTo>
                  <a:lnTo>
                    <a:pt x="51" y="0"/>
                  </a:lnTo>
                  <a:close/>
                </a:path>
              </a:pathLst>
            </a:custGeom>
            <a:solidFill>
              <a:schemeClr val="accent6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9" name="Freeform 74"/>
            <p:cNvSpPr>
              <a:spLocks noEditPoints="1"/>
            </p:cNvSpPr>
            <p:nvPr/>
          </p:nvSpPr>
          <p:spPr bwMode="auto">
            <a:xfrm>
              <a:off x="6650038" y="4946650"/>
              <a:ext cx="517525" cy="635000"/>
            </a:xfrm>
            <a:custGeom>
              <a:avLst/>
              <a:gdLst>
                <a:gd name="T0" fmla="*/ 2003 w 2939"/>
                <a:gd name="T1" fmla="*/ 2890 h 3600"/>
                <a:gd name="T2" fmla="*/ 1859 w 2939"/>
                <a:gd name="T3" fmla="*/ 2961 h 3600"/>
                <a:gd name="T4" fmla="*/ 2195 w 2939"/>
                <a:gd name="T5" fmla="*/ 3289 h 3600"/>
                <a:gd name="T6" fmla="*/ 2729 w 2939"/>
                <a:gd name="T7" fmla="*/ 2753 h 3600"/>
                <a:gd name="T8" fmla="*/ 2634 w 2939"/>
                <a:gd name="T9" fmla="*/ 2623 h 3600"/>
                <a:gd name="T10" fmla="*/ 1495 w 2939"/>
                <a:gd name="T11" fmla="*/ 2623 h 3600"/>
                <a:gd name="T12" fmla="*/ 949 w 2939"/>
                <a:gd name="T13" fmla="*/ 2664 h 3600"/>
                <a:gd name="T14" fmla="*/ 963 w 2939"/>
                <a:gd name="T15" fmla="*/ 2522 h 3600"/>
                <a:gd name="T16" fmla="*/ 838 w 2939"/>
                <a:gd name="T17" fmla="*/ 2470 h 3600"/>
                <a:gd name="T18" fmla="*/ 456 w 2939"/>
                <a:gd name="T19" fmla="*/ 2606 h 3600"/>
                <a:gd name="T20" fmla="*/ 488 w 2939"/>
                <a:gd name="T21" fmla="*/ 2522 h 3600"/>
                <a:gd name="T22" fmla="*/ 2269 w 2939"/>
                <a:gd name="T23" fmla="*/ 2263 h 3600"/>
                <a:gd name="T24" fmla="*/ 2743 w 2939"/>
                <a:gd name="T25" fmla="*/ 2459 h 3600"/>
                <a:gd name="T26" fmla="*/ 2939 w 2939"/>
                <a:gd name="T27" fmla="*/ 2931 h 3600"/>
                <a:gd name="T28" fmla="*/ 2743 w 2939"/>
                <a:gd name="T29" fmla="*/ 3404 h 3600"/>
                <a:gd name="T30" fmla="*/ 2269 w 2939"/>
                <a:gd name="T31" fmla="*/ 3600 h 3600"/>
                <a:gd name="T32" fmla="*/ 1795 w 2939"/>
                <a:gd name="T33" fmla="*/ 3404 h 3600"/>
                <a:gd name="T34" fmla="*/ 1599 w 2939"/>
                <a:gd name="T35" fmla="*/ 2931 h 3600"/>
                <a:gd name="T36" fmla="*/ 1795 w 2939"/>
                <a:gd name="T37" fmla="*/ 2459 h 3600"/>
                <a:gd name="T38" fmla="*/ 2269 w 2939"/>
                <a:gd name="T39" fmla="*/ 2263 h 3600"/>
                <a:gd name="T40" fmla="*/ 1599 w 2939"/>
                <a:gd name="T41" fmla="*/ 2160 h 3600"/>
                <a:gd name="T42" fmla="*/ 949 w 2939"/>
                <a:gd name="T43" fmla="*/ 2201 h 3600"/>
                <a:gd name="T44" fmla="*/ 963 w 2939"/>
                <a:gd name="T45" fmla="*/ 2060 h 3600"/>
                <a:gd name="T46" fmla="*/ 838 w 2939"/>
                <a:gd name="T47" fmla="*/ 2029 h 3600"/>
                <a:gd name="T48" fmla="*/ 456 w 2939"/>
                <a:gd name="T49" fmla="*/ 2165 h 3600"/>
                <a:gd name="T50" fmla="*/ 488 w 2939"/>
                <a:gd name="T51" fmla="*/ 2081 h 3600"/>
                <a:gd name="T52" fmla="*/ 980 w 2939"/>
                <a:gd name="T53" fmla="*/ 1646 h 3600"/>
                <a:gd name="T54" fmla="*/ 1854 w 2939"/>
                <a:gd name="T55" fmla="*/ 1765 h 3600"/>
                <a:gd name="T56" fmla="*/ 938 w 2939"/>
                <a:gd name="T57" fmla="*/ 1779 h 3600"/>
                <a:gd name="T58" fmla="*/ 980 w 2939"/>
                <a:gd name="T59" fmla="*/ 1646 h 3600"/>
                <a:gd name="T60" fmla="*/ 830 w 2939"/>
                <a:gd name="T61" fmla="*/ 1605 h 3600"/>
                <a:gd name="T62" fmla="*/ 446 w 2939"/>
                <a:gd name="T63" fmla="*/ 1717 h 3600"/>
                <a:gd name="T64" fmla="*/ 502 w 2939"/>
                <a:gd name="T65" fmla="*/ 1647 h 3600"/>
                <a:gd name="T66" fmla="*/ 1804 w 2939"/>
                <a:gd name="T67" fmla="*/ 1183 h 3600"/>
                <a:gd name="T68" fmla="*/ 1846 w 2939"/>
                <a:gd name="T69" fmla="*/ 1316 h 3600"/>
                <a:gd name="T70" fmla="*/ 931 w 2939"/>
                <a:gd name="T71" fmla="*/ 1301 h 3600"/>
                <a:gd name="T72" fmla="*/ 798 w 2939"/>
                <a:gd name="T73" fmla="*/ 1068 h 3600"/>
                <a:gd name="T74" fmla="*/ 640 w 2939"/>
                <a:gd name="T75" fmla="*/ 1360 h 3600"/>
                <a:gd name="T76" fmla="*/ 440 w 2939"/>
                <a:gd name="T77" fmla="*/ 1246 h 3600"/>
                <a:gd name="T78" fmla="*/ 515 w 2939"/>
                <a:gd name="T79" fmla="*/ 1197 h 3600"/>
                <a:gd name="T80" fmla="*/ 569 w 2939"/>
                <a:gd name="T81" fmla="*/ 386 h 3600"/>
                <a:gd name="T82" fmla="*/ 706 w 2939"/>
                <a:gd name="T83" fmla="*/ 640 h 3600"/>
                <a:gd name="T84" fmla="*/ 1648 w 2939"/>
                <a:gd name="T85" fmla="*/ 619 h 3600"/>
                <a:gd name="T86" fmla="*/ 1748 w 2939"/>
                <a:gd name="T87" fmla="*/ 360 h 3600"/>
                <a:gd name="T88" fmla="*/ 2285 w 2939"/>
                <a:gd name="T89" fmla="*/ 454 h 3600"/>
                <a:gd name="T90" fmla="*/ 2198 w 2939"/>
                <a:gd name="T91" fmla="*/ 2112 h 3600"/>
                <a:gd name="T92" fmla="*/ 1465 w 2939"/>
                <a:gd name="T93" fmla="*/ 3116 h 3600"/>
                <a:gd name="T94" fmla="*/ 49 w 2939"/>
                <a:gd name="T95" fmla="*/ 3167 h 3600"/>
                <a:gd name="T96" fmla="*/ 22 w 2939"/>
                <a:gd name="T97" fmla="*/ 471 h 3600"/>
                <a:gd name="T98" fmla="*/ 1160 w 2939"/>
                <a:gd name="T99" fmla="*/ 103 h 3600"/>
                <a:gd name="T100" fmla="*/ 1094 w 2939"/>
                <a:gd name="T101" fmla="*/ 219 h 3600"/>
                <a:gd name="T102" fmla="*/ 1227 w 2939"/>
                <a:gd name="T103" fmla="*/ 219 h 3600"/>
                <a:gd name="T104" fmla="*/ 1160 w 2939"/>
                <a:gd name="T105" fmla="*/ 103 h 3600"/>
                <a:gd name="T106" fmla="*/ 1317 w 2939"/>
                <a:gd name="T107" fmla="*/ 88 h 3600"/>
                <a:gd name="T108" fmla="*/ 1379 w 2939"/>
                <a:gd name="T109" fmla="*/ 247 h 3600"/>
                <a:gd name="T110" fmla="*/ 1624 w 2939"/>
                <a:gd name="T111" fmla="*/ 324 h 3600"/>
                <a:gd name="T112" fmla="*/ 1605 w 2939"/>
                <a:gd name="T113" fmla="*/ 521 h 3600"/>
                <a:gd name="T114" fmla="*/ 738 w 2939"/>
                <a:gd name="T115" fmla="*/ 540 h 3600"/>
                <a:gd name="T116" fmla="*/ 682 w 2939"/>
                <a:gd name="T117" fmla="*/ 350 h 3600"/>
                <a:gd name="T118" fmla="*/ 923 w 2939"/>
                <a:gd name="T119" fmla="*/ 254 h 3600"/>
                <a:gd name="T120" fmla="*/ 991 w 2939"/>
                <a:gd name="T121" fmla="*/ 116 h 3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2939" h="3600">
                  <a:moveTo>
                    <a:pt x="2634" y="2623"/>
                  </a:moveTo>
                  <a:lnTo>
                    <a:pt x="2613" y="2625"/>
                  </a:lnTo>
                  <a:lnTo>
                    <a:pt x="2591" y="2630"/>
                  </a:lnTo>
                  <a:lnTo>
                    <a:pt x="2570" y="2641"/>
                  </a:lnTo>
                  <a:lnTo>
                    <a:pt x="2552" y="2657"/>
                  </a:lnTo>
                  <a:lnTo>
                    <a:pt x="2205" y="3047"/>
                  </a:lnTo>
                  <a:lnTo>
                    <a:pt x="2024" y="2903"/>
                  </a:lnTo>
                  <a:lnTo>
                    <a:pt x="2003" y="2890"/>
                  </a:lnTo>
                  <a:lnTo>
                    <a:pt x="1982" y="2882"/>
                  </a:lnTo>
                  <a:lnTo>
                    <a:pt x="1960" y="2880"/>
                  </a:lnTo>
                  <a:lnTo>
                    <a:pt x="1937" y="2882"/>
                  </a:lnTo>
                  <a:lnTo>
                    <a:pt x="1915" y="2890"/>
                  </a:lnTo>
                  <a:lnTo>
                    <a:pt x="1895" y="2902"/>
                  </a:lnTo>
                  <a:lnTo>
                    <a:pt x="1879" y="2918"/>
                  </a:lnTo>
                  <a:lnTo>
                    <a:pt x="1866" y="2939"/>
                  </a:lnTo>
                  <a:lnTo>
                    <a:pt x="1859" y="2961"/>
                  </a:lnTo>
                  <a:lnTo>
                    <a:pt x="1856" y="2983"/>
                  </a:lnTo>
                  <a:lnTo>
                    <a:pt x="1859" y="3005"/>
                  </a:lnTo>
                  <a:lnTo>
                    <a:pt x="1866" y="3027"/>
                  </a:lnTo>
                  <a:lnTo>
                    <a:pt x="1878" y="3046"/>
                  </a:lnTo>
                  <a:lnTo>
                    <a:pt x="1895" y="3063"/>
                  </a:lnTo>
                  <a:lnTo>
                    <a:pt x="2152" y="3268"/>
                  </a:lnTo>
                  <a:lnTo>
                    <a:pt x="2173" y="3281"/>
                  </a:lnTo>
                  <a:lnTo>
                    <a:pt x="2195" y="3289"/>
                  </a:lnTo>
                  <a:lnTo>
                    <a:pt x="2217" y="3291"/>
                  </a:lnTo>
                  <a:lnTo>
                    <a:pt x="2239" y="3289"/>
                  </a:lnTo>
                  <a:lnTo>
                    <a:pt x="2258" y="3283"/>
                  </a:lnTo>
                  <a:lnTo>
                    <a:pt x="2278" y="3272"/>
                  </a:lnTo>
                  <a:lnTo>
                    <a:pt x="2294" y="3257"/>
                  </a:lnTo>
                  <a:lnTo>
                    <a:pt x="2707" y="2794"/>
                  </a:lnTo>
                  <a:lnTo>
                    <a:pt x="2720" y="2774"/>
                  </a:lnTo>
                  <a:lnTo>
                    <a:pt x="2729" y="2753"/>
                  </a:lnTo>
                  <a:lnTo>
                    <a:pt x="2733" y="2731"/>
                  </a:lnTo>
                  <a:lnTo>
                    <a:pt x="2731" y="2709"/>
                  </a:lnTo>
                  <a:lnTo>
                    <a:pt x="2725" y="2687"/>
                  </a:lnTo>
                  <a:lnTo>
                    <a:pt x="2714" y="2666"/>
                  </a:lnTo>
                  <a:lnTo>
                    <a:pt x="2698" y="2649"/>
                  </a:lnTo>
                  <a:lnTo>
                    <a:pt x="2678" y="2636"/>
                  </a:lnTo>
                  <a:lnTo>
                    <a:pt x="2657" y="2627"/>
                  </a:lnTo>
                  <a:lnTo>
                    <a:pt x="2634" y="2623"/>
                  </a:lnTo>
                  <a:close/>
                  <a:moveTo>
                    <a:pt x="980" y="2520"/>
                  </a:moveTo>
                  <a:lnTo>
                    <a:pt x="1444" y="2520"/>
                  </a:lnTo>
                  <a:lnTo>
                    <a:pt x="1460" y="2522"/>
                  </a:lnTo>
                  <a:lnTo>
                    <a:pt x="1474" y="2530"/>
                  </a:lnTo>
                  <a:lnTo>
                    <a:pt x="1485" y="2541"/>
                  </a:lnTo>
                  <a:lnTo>
                    <a:pt x="1493" y="2555"/>
                  </a:lnTo>
                  <a:lnTo>
                    <a:pt x="1495" y="2571"/>
                  </a:lnTo>
                  <a:lnTo>
                    <a:pt x="1495" y="2623"/>
                  </a:lnTo>
                  <a:lnTo>
                    <a:pt x="1493" y="2639"/>
                  </a:lnTo>
                  <a:lnTo>
                    <a:pt x="1485" y="2653"/>
                  </a:lnTo>
                  <a:lnTo>
                    <a:pt x="1474" y="2664"/>
                  </a:lnTo>
                  <a:lnTo>
                    <a:pt x="1460" y="2672"/>
                  </a:lnTo>
                  <a:lnTo>
                    <a:pt x="1444" y="2674"/>
                  </a:lnTo>
                  <a:lnTo>
                    <a:pt x="980" y="2674"/>
                  </a:lnTo>
                  <a:lnTo>
                    <a:pt x="963" y="2672"/>
                  </a:lnTo>
                  <a:lnTo>
                    <a:pt x="949" y="2664"/>
                  </a:lnTo>
                  <a:lnTo>
                    <a:pt x="938" y="2653"/>
                  </a:lnTo>
                  <a:lnTo>
                    <a:pt x="931" y="2639"/>
                  </a:lnTo>
                  <a:lnTo>
                    <a:pt x="928" y="2623"/>
                  </a:lnTo>
                  <a:lnTo>
                    <a:pt x="928" y="2571"/>
                  </a:lnTo>
                  <a:lnTo>
                    <a:pt x="931" y="2555"/>
                  </a:lnTo>
                  <a:lnTo>
                    <a:pt x="938" y="2541"/>
                  </a:lnTo>
                  <a:lnTo>
                    <a:pt x="949" y="2530"/>
                  </a:lnTo>
                  <a:lnTo>
                    <a:pt x="963" y="2522"/>
                  </a:lnTo>
                  <a:lnTo>
                    <a:pt x="980" y="2520"/>
                  </a:lnTo>
                  <a:close/>
                  <a:moveTo>
                    <a:pt x="798" y="2404"/>
                  </a:moveTo>
                  <a:lnTo>
                    <a:pt x="812" y="2408"/>
                  </a:lnTo>
                  <a:lnTo>
                    <a:pt x="826" y="2416"/>
                  </a:lnTo>
                  <a:lnTo>
                    <a:pt x="835" y="2427"/>
                  </a:lnTo>
                  <a:lnTo>
                    <a:pt x="841" y="2441"/>
                  </a:lnTo>
                  <a:lnTo>
                    <a:pt x="841" y="2456"/>
                  </a:lnTo>
                  <a:lnTo>
                    <a:pt x="838" y="2470"/>
                  </a:lnTo>
                  <a:lnTo>
                    <a:pt x="830" y="2483"/>
                  </a:lnTo>
                  <a:lnTo>
                    <a:pt x="640" y="2696"/>
                  </a:lnTo>
                  <a:lnTo>
                    <a:pt x="629" y="2704"/>
                  </a:lnTo>
                  <a:lnTo>
                    <a:pt x="617" y="2710"/>
                  </a:lnTo>
                  <a:lnTo>
                    <a:pt x="604" y="2712"/>
                  </a:lnTo>
                  <a:lnTo>
                    <a:pt x="588" y="2709"/>
                  </a:lnTo>
                  <a:lnTo>
                    <a:pt x="574" y="2701"/>
                  </a:lnTo>
                  <a:lnTo>
                    <a:pt x="456" y="2606"/>
                  </a:lnTo>
                  <a:lnTo>
                    <a:pt x="446" y="2595"/>
                  </a:lnTo>
                  <a:lnTo>
                    <a:pt x="440" y="2582"/>
                  </a:lnTo>
                  <a:lnTo>
                    <a:pt x="438" y="2568"/>
                  </a:lnTo>
                  <a:lnTo>
                    <a:pt x="441" y="2554"/>
                  </a:lnTo>
                  <a:lnTo>
                    <a:pt x="448" y="2540"/>
                  </a:lnTo>
                  <a:lnTo>
                    <a:pt x="459" y="2530"/>
                  </a:lnTo>
                  <a:lnTo>
                    <a:pt x="473" y="2524"/>
                  </a:lnTo>
                  <a:lnTo>
                    <a:pt x="488" y="2522"/>
                  </a:lnTo>
                  <a:lnTo>
                    <a:pt x="502" y="2525"/>
                  </a:lnTo>
                  <a:lnTo>
                    <a:pt x="515" y="2533"/>
                  </a:lnTo>
                  <a:lnTo>
                    <a:pt x="598" y="2600"/>
                  </a:lnTo>
                  <a:lnTo>
                    <a:pt x="759" y="2420"/>
                  </a:lnTo>
                  <a:lnTo>
                    <a:pt x="770" y="2410"/>
                  </a:lnTo>
                  <a:lnTo>
                    <a:pt x="784" y="2405"/>
                  </a:lnTo>
                  <a:lnTo>
                    <a:pt x="798" y="2404"/>
                  </a:lnTo>
                  <a:close/>
                  <a:moveTo>
                    <a:pt x="2269" y="2263"/>
                  </a:moveTo>
                  <a:lnTo>
                    <a:pt x="2337" y="2266"/>
                  </a:lnTo>
                  <a:lnTo>
                    <a:pt x="2404" y="2277"/>
                  </a:lnTo>
                  <a:lnTo>
                    <a:pt x="2468" y="2293"/>
                  </a:lnTo>
                  <a:lnTo>
                    <a:pt x="2530" y="2315"/>
                  </a:lnTo>
                  <a:lnTo>
                    <a:pt x="2589" y="2343"/>
                  </a:lnTo>
                  <a:lnTo>
                    <a:pt x="2643" y="2377"/>
                  </a:lnTo>
                  <a:lnTo>
                    <a:pt x="2695" y="2415"/>
                  </a:lnTo>
                  <a:lnTo>
                    <a:pt x="2743" y="2459"/>
                  </a:lnTo>
                  <a:lnTo>
                    <a:pt x="2785" y="2506"/>
                  </a:lnTo>
                  <a:lnTo>
                    <a:pt x="2825" y="2557"/>
                  </a:lnTo>
                  <a:lnTo>
                    <a:pt x="2858" y="2613"/>
                  </a:lnTo>
                  <a:lnTo>
                    <a:pt x="2886" y="2672"/>
                  </a:lnTo>
                  <a:lnTo>
                    <a:pt x="2909" y="2733"/>
                  </a:lnTo>
                  <a:lnTo>
                    <a:pt x="2925" y="2797"/>
                  </a:lnTo>
                  <a:lnTo>
                    <a:pt x="2935" y="2863"/>
                  </a:lnTo>
                  <a:lnTo>
                    <a:pt x="2939" y="2931"/>
                  </a:lnTo>
                  <a:lnTo>
                    <a:pt x="2935" y="3000"/>
                  </a:lnTo>
                  <a:lnTo>
                    <a:pt x="2925" y="3067"/>
                  </a:lnTo>
                  <a:lnTo>
                    <a:pt x="2909" y="3130"/>
                  </a:lnTo>
                  <a:lnTo>
                    <a:pt x="2886" y="3192"/>
                  </a:lnTo>
                  <a:lnTo>
                    <a:pt x="2858" y="3250"/>
                  </a:lnTo>
                  <a:lnTo>
                    <a:pt x="2825" y="3305"/>
                  </a:lnTo>
                  <a:lnTo>
                    <a:pt x="2785" y="3357"/>
                  </a:lnTo>
                  <a:lnTo>
                    <a:pt x="2743" y="3404"/>
                  </a:lnTo>
                  <a:lnTo>
                    <a:pt x="2695" y="3447"/>
                  </a:lnTo>
                  <a:lnTo>
                    <a:pt x="2643" y="3485"/>
                  </a:lnTo>
                  <a:lnTo>
                    <a:pt x="2589" y="3519"/>
                  </a:lnTo>
                  <a:lnTo>
                    <a:pt x="2530" y="3548"/>
                  </a:lnTo>
                  <a:lnTo>
                    <a:pt x="2468" y="3569"/>
                  </a:lnTo>
                  <a:lnTo>
                    <a:pt x="2404" y="3587"/>
                  </a:lnTo>
                  <a:lnTo>
                    <a:pt x="2337" y="3597"/>
                  </a:lnTo>
                  <a:lnTo>
                    <a:pt x="2269" y="3600"/>
                  </a:lnTo>
                  <a:lnTo>
                    <a:pt x="2200" y="3597"/>
                  </a:lnTo>
                  <a:lnTo>
                    <a:pt x="2134" y="3587"/>
                  </a:lnTo>
                  <a:lnTo>
                    <a:pt x="2069" y="3569"/>
                  </a:lnTo>
                  <a:lnTo>
                    <a:pt x="2008" y="3548"/>
                  </a:lnTo>
                  <a:lnTo>
                    <a:pt x="1949" y="3519"/>
                  </a:lnTo>
                  <a:lnTo>
                    <a:pt x="1894" y="3485"/>
                  </a:lnTo>
                  <a:lnTo>
                    <a:pt x="1843" y="3447"/>
                  </a:lnTo>
                  <a:lnTo>
                    <a:pt x="1795" y="3404"/>
                  </a:lnTo>
                  <a:lnTo>
                    <a:pt x="1752" y="3357"/>
                  </a:lnTo>
                  <a:lnTo>
                    <a:pt x="1713" y="3305"/>
                  </a:lnTo>
                  <a:lnTo>
                    <a:pt x="1680" y="3250"/>
                  </a:lnTo>
                  <a:lnTo>
                    <a:pt x="1651" y="3192"/>
                  </a:lnTo>
                  <a:lnTo>
                    <a:pt x="1628" y="3130"/>
                  </a:lnTo>
                  <a:lnTo>
                    <a:pt x="1612" y="3067"/>
                  </a:lnTo>
                  <a:lnTo>
                    <a:pt x="1602" y="3000"/>
                  </a:lnTo>
                  <a:lnTo>
                    <a:pt x="1599" y="2931"/>
                  </a:lnTo>
                  <a:lnTo>
                    <a:pt x="1602" y="2863"/>
                  </a:lnTo>
                  <a:lnTo>
                    <a:pt x="1612" y="2797"/>
                  </a:lnTo>
                  <a:lnTo>
                    <a:pt x="1628" y="2733"/>
                  </a:lnTo>
                  <a:lnTo>
                    <a:pt x="1651" y="2672"/>
                  </a:lnTo>
                  <a:lnTo>
                    <a:pt x="1680" y="2613"/>
                  </a:lnTo>
                  <a:lnTo>
                    <a:pt x="1713" y="2557"/>
                  </a:lnTo>
                  <a:lnTo>
                    <a:pt x="1752" y="2506"/>
                  </a:lnTo>
                  <a:lnTo>
                    <a:pt x="1795" y="2459"/>
                  </a:lnTo>
                  <a:lnTo>
                    <a:pt x="1843" y="2415"/>
                  </a:lnTo>
                  <a:lnTo>
                    <a:pt x="1894" y="2377"/>
                  </a:lnTo>
                  <a:lnTo>
                    <a:pt x="1949" y="2343"/>
                  </a:lnTo>
                  <a:lnTo>
                    <a:pt x="2008" y="2315"/>
                  </a:lnTo>
                  <a:lnTo>
                    <a:pt x="2069" y="2293"/>
                  </a:lnTo>
                  <a:lnTo>
                    <a:pt x="2134" y="2277"/>
                  </a:lnTo>
                  <a:lnTo>
                    <a:pt x="2200" y="2266"/>
                  </a:lnTo>
                  <a:lnTo>
                    <a:pt x="2269" y="2263"/>
                  </a:lnTo>
                  <a:close/>
                  <a:moveTo>
                    <a:pt x="980" y="2057"/>
                  </a:moveTo>
                  <a:lnTo>
                    <a:pt x="1547" y="2057"/>
                  </a:lnTo>
                  <a:lnTo>
                    <a:pt x="1563" y="2060"/>
                  </a:lnTo>
                  <a:lnTo>
                    <a:pt x="1577" y="2067"/>
                  </a:lnTo>
                  <a:lnTo>
                    <a:pt x="1589" y="2078"/>
                  </a:lnTo>
                  <a:lnTo>
                    <a:pt x="1596" y="2092"/>
                  </a:lnTo>
                  <a:lnTo>
                    <a:pt x="1599" y="2109"/>
                  </a:lnTo>
                  <a:lnTo>
                    <a:pt x="1599" y="2160"/>
                  </a:lnTo>
                  <a:lnTo>
                    <a:pt x="1596" y="2176"/>
                  </a:lnTo>
                  <a:lnTo>
                    <a:pt x="1589" y="2191"/>
                  </a:lnTo>
                  <a:lnTo>
                    <a:pt x="1577" y="2201"/>
                  </a:lnTo>
                  <a:lnTo>
                    <a:pt x="1563" y="2209"/>
                  </a:lnTo>
                  <a:lnTo>
                    <a:pt x="1547" y="2211"/>
                  </a:lnTo>
                  <a:lnTo>
                    <a:pt x="980" y="2211"/>
                  </a:lnTo>
                  <a:lnTo>
                    <a:pt x="963" y="2209"/>
                  </a:lnTo>
                  <a:lnTo>
                    <a:pt x="949" y="2201"/>
                  </a:lnTo>
                  <a:lnTo>
                    <a:pt x="938" y="2191"/>
                  </a:lnTo>
                  <a:lnTo>
                    <a:pt x="931" y="2176"/>
                  </a:lnTo>
                  <a:lnTo>
                    <a:pt x="928" y="2160"/>
                  </a:lnTo>
                  <a:lnTo>
                    <a:pt x="928" y="2109"/>
                  </a:lnTo>
                  <a:lnTo>
                    <a:pt x="931" y="2092"/>
                  </a:lnTo>
                  <a:lnTo>
                    <a:pt x="938" y="2078"/>
                  </a:lnTo>
                  <a:lnTo>
                    <a:pt x="949" y="2067"/>
                  </a:lnTo>
                  <a:lnTo>
                    <a:pt x="963" y="2060"/>
                  </a:lnTo>
                  <a:lnTo>
                    <a:pt x="980" y="2057"/>
                  </a:lnTo>
                  <a:close/>
                  <a:moveTo>
                    <a:pt x="798" y="1964"/>
                  </a:moveTo>
                  <a:lnTo>
                    <a:pt x="812" y="1967"/>
                  </a:lnTo>
                  <a:lnTo>
                    <a:pt x="826" y="1976"/>
                  </a:lnTo>
                  <a:lnTo>
                    <a:pt x="835" y="1987"/>
                  </a:lnTo>
                  <a:lnTo>
                    <a:pt x="841" y="2001"/>
                  </a:lnTo>
                  <a:lnTo>
                    <a:pt x="841" y="2015"/>
                  </a:lnTo>
                  <a:lnTo>
                    <a:pt x="838" y="2029"/>
                  </a:lnTo>
                  <a:lnTo>
                    <a:pt x="830" y="2042"/>
                  </a:lnTo>
                  <a:lnTo>
                    <a:pt x="640" y="2255"/>
                  </a:lnTo>
                  <a:lnTo>
                    <a:pt x="629" y="2264"/>
                  </a:lnTo>
                  <a:lnTo>
                    <a:pt x="617" y="2269"/>
                  </a:lnTo>
                  <a:lnTo>
                    <a:pt x="604" y="2271"/>
                  </a:lnTo>
                  <a:lnTo>
                    <a:pt x="588" y="2268"/>
                  </a:lnTo>
                  <a:lnTo>
                    <a:pt x="574" y="2260"/>
                  </a:lnTo>
                  <a:lnTo>
                    <a:pt x="456" y="2165"/>
                  </a:lnTo>
                  <a:lnTo>
                    <a:pt x="446" y="2155"/>
                  </a:lnTo>
                  <a:lnTo>
                    <a:pt x="440" y="2141"/>
                  </a:lnTo>
                  <a:lnTo>
                    <a:pt x="438" y="2127"/>
                  </a:lnTo>
                  <a:lnTo>
                    <a:pt x="441" y="2113"/>
                  </a:lnTo>
                  <a:lnTo>
                    <a:pt x="448" y="2099"/>
                  </a:lnTo>
                  <a:lnTo>
                    <a:pt x="459" y="2089"/>
                  </a:lnTo>
                  <a:lnTo>
                    <a:pt x="473" y="2084"/>
                  </a:lnTo>
                  <a:lnTo>
                    <a:pt x="488" y="2081"/>
                  </a:lnTo>
                  <a:lnTo>
                    <a:pt x="502" y="2085"/>
                  </a:lnTo>
                  <a:lnTo>
                    <a:pt x="515" y="2092"/>
                  </a:lnTo>
                  <a:lnTo>
                    <a:pt x="598" y="2159"/>
                  </a:lnTo>
                  <a:lnTo>
                    <a:pt x="759" y="1979"/>
                  </a:lnTo>
                  <a:lnTo>
                    <a:pt x="770" y="1969"/>
                  </a:lnTo>
                  <a:lnTo>
                    <a:pt x="784" y="1965"/>
                  </a:lnTo>
                  <a:lnTo>
                    <a:pt x="798" y="1964"/>
                  </a:lnTo>
                  <a:close/>
                  <a:moveTo>
                    <a:pt x="980" y="1646"/>
                  </a:moveTo>
                  <a:lnTo>
                    <a:pt x="1804" y="1646"/>
                  </a:lnTo>
                  <a:lnTo>
                    <a:pt x="1821" y="1648"/>
                  </a:lnTo>
                  <a:lnTo>
                    <a:pt x="1835" y="1656"/>
                  </a:lnTo>
                  <a:lnTo>
                    <a:pt x="1846" y="1667"/>
                  </a:lnTo>
                  <a:lnTo>
                    <a:pt x="1854" y="1681"/>
                  </a:lnTo>
                  <a:lnTo>
                    <a:pt x="1856" y="1697"/>
                  </a:lnTo>
                  <a:lnTo>
                    <a:pt x="1856" y="1749"/>
                  </a:lnTo>
                  <a:lnTo>
                    <a:pt x="1854" y="1765"/>
                  </a:lnTo>
                  <a:lnTo>
                    <a:pt x="1846" y="1779"/>
                  </a:lnTo>
                  <a:lnTo>
                    <a:pt x="1835" y="1790"/>
                  </a:lnTo>
                  <a:lnTo>
                    <a:pt x="1821" y="1798"/>
                  </a:lnTo>
                  <a:lnTo>
                    <a:pt x="1804" y="1800"/>
                  </a:lnTo>
                  <a:lnTo>
                    <a:pt x="980" y="1800"/>
                  </a:lnTo>
                  <a:lnTo>
                    <a:pt x="963" y="1798"/>
                  </a:lnTo>
                  <a:lnTo>
                    <a:pt x="949" y="1790"/>
                  </a:lnTo>
                  <a:lnTo>
                    <a:pt x="938" y="1779"/>
                  </a:lnTo>
                  <a:lnTo>
                    <a:pt x="931" y="1765"/>
                  </a:lnTo>
                  <a:lnTo>
                    <a:pt x="928" y="1749"/>
                  </a:lnTo>
                  <a:lnTo>
                    <a:pt x="928" y="1697"/>
                  </a:lnTo>
                  <a:lnTo>
                    <a:pt x="931" y="1681"/>
                  </a:lnTo>
                  <a:lnTo>
                    <a:pt x="938" y="1667"/>
                  </a:lnTo>
                  <a:lnTo>
                    <a:pt x="949" y="1656"/>
                  </a:lnTo>
                  <a:lnTo>
                    <a:pt x="963" y="1648"/>
                  </a:lnTo>
                  <a:lnTo>
                    <a:pt x="980" y="1646"/>
                  </a:lnTo>
                  <a:close/>
                  <a:moveTo>
                    <a:pt x="798" y="1526"/>
                  </a:moveTo>
                  <a:lnTo>
                    <a:pt x="812" y="1529"/>
                  </a:lnTo>
                  <a:lnTo>
                    <a:pt x="826" y="1538"/>
                  </a:lnTo>
                  <a:lnTo>
                    <a:pt x="835" y="1549"/>
                  </a:lnTo>
                  <a:lnTo>
                    <a:pt x="841" y="1563"/>
                  </a:lnTo>
                  <a:lnTo>
                    <a:pt x="841" y="1577"/>
                  </a:lnTo>
                  <a:lnTo>
                    <a:pt x="838" y="1592"/>
                  </a:lnTo>
                  <a:lnTo>
                    <a:pt x="830" y="1605"/>
                  </a:lnTo>
                  <a:lnTo>
                    <a:pt x="640" y="1817"/>
                  </a:lnTo>
                  <a:lnTo>
                    <a:pt x="629" y="1826"/>
                  </a:lnTo>
                  <a:lnTo>
                    <a:pt x="617" y="1832"/>
                  </a:lnTo>
                  <a:lnTo>
                    <a:pt x="604" y="1834"/>
                  </a:lnTo>
                  <a:lnTo>
                    <a:pt x="588" y="1831"/>
                  </a:lnTo>
                  <a:lnTo>
                    <a:pt x="574" y="1823"/>
                  </a:lnTo>
                  <a:lnTo>
                    <a:pt x="456" y="1728"/>
                  </a:lnTo>
                  <a:lnTo>
                    <a:pt x="446" y="1717"/>
                  </a:lnTo>
                  <a:lnTo>
                    <a:pt x="440" y="1704"/>
                  </a:lnTo>
                  <a:lnTo>
                    <a:pt x="438" y="1690"/>
                  </a:lnTo>
                  <a:lnTo>
                    <a:pt x="441" y="1675"/>
                  </a:lnTo>
                  <a:lnTo>
                    <a:pt x="448" y="1661"/>
                  </a:lnTo>
                  <a:lnTo>
                    <a:pt x="459" y="1652"/>
                  </a:lnTo>
                  <a:lnTo>
                    <a:pt x="473" y="1646"/>
                  </a:lnTo>
                  <a:lnTo>
                    <a:pt x="488" y="1644"/>
                  </a:lnTo>
                  <a:lnTo>
                    <a:pt x="502" y="1647"/>
                  </a:lnTo>
                  <a:lnTo>
                    <a:pt x="515" y="1655"/>
                  </a:lnTo>
                  <a:lnTo>
                    <a:pt x="598" y="1721"/>
                  </a:lnTo>
                  <a:lnTo>
                    <a:pt x="759" y="1541"/>
                  </a:lnTo>
                  <a:lnTo>
                    <a:pt x="770" y="1532"/>
                  </a:lnTo>
                  <a:lnTo>
                    <a:pt x="784" y="1527"/>
                  </a:lnTo>
                  <a:lnTo>
                    <a:pt x="798" y="1526"/>
                  </a:lnTo>
                  <a:close/>
                  <a:moveTo>
                    <a:pt x="980" y="1183"/>
                  </a:moveTo>
                  <a:lnTo>
                    <a:pt x="1804" y="1183"/>
                  </a:lnTo>
                  <a:lnTo>
                    <a:pt x="1821" y="1186"/>
                  </a:lnTo>
                  <a:lnTo>
                    <a:pt x="1835" y="1192"/>
                  </a:lnTo>
                  <a:lnTo>
                    <a:pt x="1846" y="1204"/>
                  </a:lnTo>
                  <a:lnTo>
                    <a:pt x="1854" y="1219"/>
                  </a:lnTo>
                  <a:lnTo>
                    <a:pt x="1856" y="1234"/>
                  </a:lnTo>
                  <a:lnTo>
                    <a:pt x="1856" y="1286"/>
                  </a:lnTo>
                  <a:lnTo>
                    <a:pt x="1854" y="1301"/>
                  </a:lnTo>
                  <a:lnTo>
                    <a:pt x="1846" y="1316"/>
                  </a:lnTo>
                  <a:lnTo>
                    <a:pt x="1835" y="1328"/>
                  </a:lnTo>
                  <a:lnTo>
                    <a:pt x="1821" y="1334"/>
                  </a:lnTo>
                  <a:lnTo>
                    <a:pt x="1804" y="1337"/>
                  </a:lnTo>
                  <a:lnTo>
                    <a:pt x="980" y="1337"/>
                  </a:lnTo>
                  <a:lnTo>
                    <a:pt x="963" y="1334"/>
                  </a:lnTo>
                  <a:lnTo>
                    <a:pt x="949" y="1328"/>
                  </a:lnTo>
                  <a:lnTo>
                    <a:pt x="938" y="1316"/>
                  </a:lnTo>
                  <a:lnTo>
                    <a:pt x="931" y="1301"/>
                  </a:lnTo>
                  <a:lnTo>
                    <a:pt x="928" y="1286"/>
                  </a:lnTo>
                  <a:lnTo>
                    <a:pt x="928" y="1234"/>
                  </a:lnTo>
                  <a:lnTo>
                    <a:pt x="931" y="1219"/>
                  </a:lnTo>
                  <a:lnTo>
                    <a:pt x="938" y="1204"/>
                  </a:lnTo>
                  <a:lnTo>
                    <a:pt x="949" y="1192"/>
                  </a:lnTo>
                  <a:lnTo>
                    <a:pt x="963" y="1186"/>
                  </a:lnTo>
                  <a:lnTo>
                    <a:pt x="980" y="1183"/>
                  </a:lnTo>
                  <a:close/>
                  <a:moveTo>
                    <a:pt x="798" y="1068"/>
                  </a:moveTo>
                  <a:lnTo>
                    <a:pt x="812" y="1072"/>
                  </a:lnTo>
                  <a:lnTo>
                    <a:pt x="826" y="1080"/>
                  </a:lnTo>
                  <a:lnTo>
                    <a:pt x="835" y="1092"/>
                  </a:lnTo>
                  <a:lnTo>
                    <a:pt x="841" y="1105"/>
                  </a:lnTo>
                  <a:lnTo>
                    <a:pt x="841" y="1120"/>
                  </a:lnTo>
                  <a:lnTo>
                    <a:pt x="838" y="1135"/>
                  </a:lnTo>
                  <a:lnTo>
                    <a:pt x="830" y="1147"/>
                  </a:lnTo>
                  <a:lnTo>
                    <a:pt x="640" y="1360"/>
                  </a:lnTo>
                  <a:lnTo>
                    <a:pt x="629" y="1369"/>
                  </a:lnTo>
                  <a:lnTo>
                    <a:pt x="617" y="1375"/>
                  </a:lnTo>
                  <a:lnTo>
                    <a:pt x="604" y="1376"/>
                  </a:lnTo>
                  <a:lnTo>
                    <a:pt x="588" y="1373"/>
                  </a:lnTo>
                  <a:lnTo>
                    <a:pt x="574" y="1366"/>
                  </a:lnTo>
                  <a:lnTo>
                    <a:pt x="456" y="1271"/>
                  </a:lnTo>
                  <a:lnTo>
                    <a:pt x="446" y="1260"/>
                  </a:lnTo>
                  <a:lnTo>
                    <a:pt x="440" y="1246"/>
                  </a:lnTo>
                  <a:lnTo>
                    <a:pt x="438" y="1232"/>
                  </a:lnTo>
                  <a:lnTo>
                    <a:pt x="441" y="1217"/>
                  </a:lnTo>
                  <a:lnTo>
                    <a:pt x="448" y="1204"/>
                  </a:lnTo>
                  <a:lnTo>
                    <a:pt x="459" y="1195"/>
                  </a:lnTo>
                  <a:lnTo>
                    <a:pt x="473" y="1188"/>
                  </a:lnTo>
                  <a:lnTo>
                    <a:pt x="488" y="1187"/>
                  </a:lnTo>
                  <a:lnTo>
                    <a:pt x="502" y="1189"/>
                  </a:lnTo>
                  <a:lnTo>
                    <a:pt x="515" y="1197"/>
                  </a:lnTo>
                  <a:lnTo>
                    <a:pt x="598" y="1263"/>
                  </a:lnTo>
                  <a:lnTo>
                    <a:pt x="759" y="1084"/>
                  </a:lnTo>
                  <a:lnTo>
                    <a:pt x="770" y="1075"/>
                  </a:lnTo>
                  <a:lnTo>
                    <a:pt x="784" y="1069"/>
                  </a:lnTo>
                  <a:lnTo>
                    <a:pt x="798" y="1068"/>
                  </a:lnTo>
                  <a:close/>
                  <a:moveTo>
                    <a:pt x="155" y="360"/>
                  </a:moveTo>
                  <a:lnTo>
                    <a:pt x="573" y="360"/>
                  </a:lnTo>
                  <a:lnTo>
                    <a:pt x="569" y="386"/>
                  </a:lnTo>
                  <a:lnTo>
                    <a:pt x="568" y="413"/>
                  </a:lnTo>
                  <a:lnTo>
                    <a:pt x="571" y="455"/>
                  </a:lnTo>
                  <a:lnTo>
                    <a:pt x="581" y="494"/>
                  </a:lnTo>
                  <a:lnTo>
                    <a:pt x="596" y="530"/>
                  </a:lnTo>
                  <a:lnTo>
                    <a:pt x="617" y="564"/>
                  </a:lnTo>
                  <a:lnTo>
                    <a:pt x="642" y="593"/>
                  </a:lnTo>
                  <a:lnTo>
                    <a:pt x="672" y="620"/>
                  </a:lnTo>
                  <a:lnTo>
                    <a:pt x="706" y="640"/>
                  </a:lnTo>
                  <a:lnTo>
                    <a:pt x="742" y="656"/>
                  </a:lnTo>
                  <a:lnTo>
                    <a:pt x="782" y="665"/>
                  </a:lnTo>
                  <a:lnTo>
                    <a:pt x="823" y="669"/>
                  </a:lnTo>
                  <a:lnTo>
                    <a:pt x="1497" y="669"/>
                  </a:lnTo>
                  <a:lnTo>
                    <a:pt x="1539" y="665"/>
                  </a:lnTo>
                  <a:lnTo>
                    <a:pt x="1578" y="656"/>
                  </a:lnTo>
                  <a:lnTo>
                    <a:pt x="1614" y="640"/>
                  </a:lnTo>
                  <a:lnTo>
                    <a:pt x="1648" y="619"/>
                  </a:lnTo>
                  <a:lnTo>
                    <a:pt x="1678" y="593"/>
                  </a:lnTo>
                  <a:lnTo>
                    <a:pt x="1704" y="563"/>
                  </a:lnTo>
                  <a:lnTo>
                    <a:pt x="1725" y="529"/>
                  </a:lnTo>
                  <a:lnTo>
                    <a:pt x="1740" y="492"/>
                  </a:lnTo>
                  <a:lnTo>
                    <a:pt x="1750" y="452"/>
                  </a:lnTo>
                  <a:lnTo>
                    <a:pt x="1753" y="410"/>
                  </a:lnTo>
                  <a:lnTo>
                    <a:pt x="1752" y="385"/>
                  </a:lnTo>
                  <a:lnTo>
                    <a:pt x="1748" y="360"/>
                  </a:lnTo>
                  <a:lnTo>
                    <a:pt x="2063" y="360"/>
                  </a:lnTo>
                  <a:lnTo>
                    <a:pt x="2106" y="362"/>
                  </a:lnTo>
                  <a:lnTo>
                    <a:pt x="2146" y="369"/>
                  </a:lnTo>
                  <a:lnTo>
                    <a:pt x="2181" y="380"/>
                  </a:lnTo>
                  <a:lnTo>
                    <a:pt x="2213" y="393"/>
                  </a:lnTo>
                  <a:lnTo>
                    <a:pt x="2241" y="410"/>
                  </a:lnTo>
                  <a:lnTo>
                    <a:pt x="2265" y="431"/>
                  </a:lnTo>
                  <a:lnTo>
                    <a:pt x="2285" y="454"/>
                  </a:lnTo>
                  <a:lnTo>
                    <a:pt x="2300" y="479"/>
                  </a:lnTo>
                  <a:lnTo>
                    <a:pt x="2311" y="506"/>
                  </a:lnTo>
                  <a:lnTo>
                    <a:pt x="2318" y="536"/>
                  </a:lnTo>
                  <a:lnTo>
                    <a:pt x="2321" y="566"/>
                  </a:lnTo>
                  <a:lnTo>
                    <a:pt x="2321" y="2111"/>
                  </a:lnTo>
                  <a:lnTo>
                    <a:pt x="2294" y="2110"/>
                  </a:lnTo>
                  <a:lnTo>
                    <a:pt x="2269" y="2109"/>
                  </a:lnTo>
                  <a:lnTo>
                    <a:pt x="2198" y="2112"/>
                  </a:lnTo>
                  <a:lnTo>
                    <a:pt x="2129" y="2121"/>
                  </a:lnTo>
                  <a:lnTo>
                    <a:pt x="2063" y="2136"/>
                  </a:lnTo>
                  <a:lnTo>
                    <a:pt x="2063" y="926"/>
                  </a:lnTo>
                  <a:lnTo>
                    <a:pt x="258" y="926"/>
                  </a:lnTo>
                  <a:lnTo>
                    <a:pt x="258" y="2983"/>
                  </a:lnTo>
                  <a:lnTo>
                    <a:pt x="1447" y="2983"/>
                  </a:lnTo>
                  <a:lnTo>
                    <a:pt x="1453" y="3050"/>
                  </a:lnTo>
                  <a:lnTo>
                    <a:pt x="1465" y="3116"/>
                  </a:lnTo>
                  <a:lnTo>
                    <a:pt x="1483" y="3179"/>
                  </a:lnTo>
                  <a:lnTo>
                    <a:pt x="1505" y="3240"/>
                  </a:lnTo>
                  <a:lnTo>
                    <a:pt x="207" y="3240"/>
                  </a:lnTo>
                  <a:lnTo>
                    <a:pt x="169" y="3237"/>
                  </a:lnTo>
                  <a:lnTo>
                    <a:pt x="134" y="3227"/>
                  </a:lnTo>
                  <a:lnTo>
                    <a:pt x="103" y="3212"/>
                  </a:lnTo>
                  <a:lnTo>
                    <a:pt x="73" y="3192"/>
                  </a:lnTo>
                  <a:lnTo>
                    <a:pt x="49" y="3167"/>
                  </a:lnTo>
                  <a:lnTo>
                    <a:pt x="28" y="3139"/>
                  </a:lnTo>
                  <a:lnTo>
                    <a:pt x="13" y="3106"/>
                  </a:lnTo>
                  <a:lnTo>
                    <a:pt x="3" y="3071"/>
                  </a:lnTo>
                  <a:lnTo>
                    <a:pt x="0" y="3034"/>
                  </a:lnTo>
                  <a:lnTo>
                    <a:pt x="0" y="566"/>
                  </a:lnTo>
                  <a:lnTo>
                    <a:pt x="3" y="532"/>
                  </a:lnTo>
                  <a:lnTo>
                    <a:pt x="10" y="501"/>
                  </a:lnTo>
                  <a:lnTo>
                    <a:pt x="22" y="471"/>
                  </a:lnTo>
                  <a:lnTo>
                    <a:pt x="37" y="444"/>
                  </a:lnTo>
                  <a:lnTo>
                    <a:pt x="55" y="420"/>
                  </a:lnTo>
                  <a:lnTo>
                    <a:pt x="73" y="399"/>
                  </a:lnTo>
                  <a:lnTo>
                    <a:pt x="94" y="383"/>
                  </a:lnTo>
                  <a:lnTo>
                    <a:pt x="115" y="371"/>
                  </a:lnTo>
                  <a:lnTo>
                    <a:pt x="136" y="362"/>
                  </a:lnTo>
                  <a:lnTo>
                    <a:pt x="155" y="360"/>
                  </a:lnTo>
                  <a:close/>
                  <a:moveTo>
                    <a:pt x="1160" y="103"/>
                  </a:moveTo>
                  <a:lnTo>
                    <a:pt x="1139" y="106"/>
                  </a:lnTo>
                  <a:lnTo>
                    <a:pt x="1121" y="113"/>
                  </a:lnTo>
                  <a:lnTo>
                    <a:pt x="1106" y="125"/>
                  </a:lnTo>
                  <a:lnTo>
                    <a:pt x="1094" y="141"/>
                  </a:lnTo>
                  <a:lnTo>
                    <a:pt x="1086" y="159"/>
                  </a:lnTo>
                  <a:lnTo>
                    <a:pt x="1083" y="180"/>
                  </a:lnTo>
                  <a:lnTo>
                    <a:pt x="1086" y="201"/>
                  </a:lnTo>
                  <a:lnTo>
                    <a:pt x="1094" y="219"/>
                  </a:lnTo>
                  <a:lnTo>
                    <a:pt x="1106" y="235"/>
                  </a:lnTo>
                  <a:lnTo>
                    <a:pt x="1121" y="247"/>
                  </a:lnTo>
                  <a:lnTo>
                    <a:pt x="1139" y="254"/>
                  </a:lnTo>
                  <a:lnTo>
                    <a:pt x="1160" y="257"/>
                  </a:lnTo>
                  <a:lnTo>
                    <a:pt x="1181" y="254"/>
                  </a:lnTo>
                  <a:lnTo>
                    <a:pt x="1200" y="247"/>
                  </a:lnTo>
                  <a:lnTo>
                    <a:pt x="1215" y="235"/>
                  </a:lnTo>
                  <a:lnTo>
                    <a:pt x="1227" y="219"/>
                  </a:lnTo>
                  <a:lnTo>
                    <a:pt x="1235" y="201"/>
                  </a:lnTo>
                  <a:lnTo>
                    <a:pt x="1238" y="180"/>
                  </a:lnTo>
                  <a:lnTo>
                    <a:pt x="1235" y="159"/>
                  </a:lnTo>
                  <a:lnTo>
                    <a:pt x="1227" y="141"/>
                  </a:lnTo>
                  <a:lnTo>
                    <a:pt x="1215" y="125"/>
                  </a:lnTo>
                  <a:lnTo>
                    <a:pt x="1200" y="113"/>
                  </a:lnTo>
                  <a:lnTo>
                    <a:pt x="1181" y="106"/>
                  </a:lnTo>
                  <a:lnTo>
                    <a:pt x="1160" y="103"/>
                  </a:lnTo>
                  <a:close/>
                  <a:moveTo>
                    <a:pt x="1158" y="0"/>
                  </a:moveTo>
                  <a:lnTo>
                    <a:pt x="1162" y="0"/>
                  </a:lnTo>
                  <a:lnTo>
                    <a:pt x="1194" y="3"/>
                  </a:lnTo>
                  <a:lnTo>
                    <a:pt x="1225" y="11"/>
                  </a:lnTo>
                  <a:lnTo>
                    <a:pt x="1252" y="24"/>
                  </a:lnTo>
                  <a:lnTo>
                    <a:pt x="1277" y="41"/>
                  </a:lnTo>
                  <a:lnTo>
                    <a:pt x="1299" y="63"/>
                  </a:lnTo>
                  <a:lnTo>
                    <a:pt x="1317" y="88"/>
                  </a:lnTo>
                  <a:lnTo>
                    <a:pt x="1330" y="116"/>
                  </a:lnTo>
                  <a:lnTo>
                    <a:pt x="1337" y="146"/>
                  </a:lnTo>
                  <a:lnTo>
                    <a:pt x="1341" y="178"/>
                  </a:lnTo>
                  <a:lnTo>
                    <a:pt x="1341" y="180"/>
                  </a:lnTo>
                  <a:lnTo>
                    <a:pt x="1343" y="201"/>
                  </a:lnTo>
                  <a:lnTo>
                    <a:pt x="1352" y="219"/>
                  </a:lnTo>
                  <a:lnTo>
                    <a:pt x="1364" y="235"/>
                  </a:lnTo>
                  <a:lnTo>
                    <a:pt x="1379" y="247"/>
                  </a:lnTo>
                  <a:lnTo>
                    <a:pt x="1396" y="254"/>
                  </a:lnTo>
                  <a:lnTo>
                    <a:pt x="1417" y="257"/>
                  </a:lnTo>
                  <a:lnTo>
                    <a:pt x="1497" y="257"/>
                  </a:lnTo>
                  <a:lnTo>
                    <a:pt x="1528" y="261"/>
                  </a:lnTo>
                  <a:lnTo>
                    <a:pt x="1556" y="269"/>
                  </a:lnTo>
                  <a:lnTo>
                    <a:pt x="1582" y="284"/>
                  </a:lnTo>
                  <a:lnTo>
                    <a:pt x="1605" y="302"/>
                  </a:lnTo>
                  <a:lnTo>
                    <a:pt x="1624" y="324"/>
                  </a:lnTo>
                  <a:lnTo>
                    <a:pt x="1638" y="350"/>
                  </a:lnTo>
                  <a:lnTo>
                    <a:pt x="1647" y="380"/>
                  </a:lnTo>
                  <a:lnTo>
                    <a:pt x="1650" y="410"/>
                  </a:lnTo>
                  <a:lnTo>
                    <a:pt x="1650" y="413"/>
                  </a:lnTo>
                  <a:lnTo>
                    <a:pt x="1647" y="444"/>
                  </a:lnTo>
                  <a:lnTo>
                    <a:pt x="1638" y="472"/>
                  </a:lnTo>
                  <a:lnTo>
                    <a:pt x="1624" y="499"/>
                  </a:lnTo>
                  <a:lnTo>
                    <a:pt x="1605" y="521"/>
                  </a:lnTo>
                  <a:lnTo>
                    <a:pt x="1582" y="540"/>
                  </a:lnTo>
                  <a:lnTo>
                    <a:pt x="1556" y="554"/>
                  </a:lnTo>
                  <a:lnTo>
                    <a:pt x="1528" y="563"/>
                  </a:lnTo>
                  <a:lnTo>
                    <a:pt x="1497" y="566"/>
                  </a:lnTo>
                  <a:lnTo>
                    <a:pt x="823" y="566"/>
                  </a:lnTo>
                  <a:lnTo>
                    <a:pt x="793" y="563"/>
                  </a:lnTo>
                  <a:lnTo>
                    <a:pt x="764" y="554"/>
                  </a:lnTo>
                  <a:lnTo>
                    <a:pt x="738" y="540"/>
                  </a:lnTo>
                  <a:lnTo>
                    <a:pt x="715" y="521"/>
                  </a:lnTo>
                  <a:lnTo>
                    <a:pt x="697" y="499"/>
                  </a:lnTo>
                  <a:lnTo>
                    <a:pt x="682" y="472"/>
                  </a:lnTo>
                  <a:lnTo>
                    <a:pt x="674" y="444"/>
                  </a:lnTo>
                  <a:lnTo>
                    <a:pt x="670" y="413"/>
                  </a:lnTo>
                  <a:lnTo>
                    <a:pt x="670" y="410"/>
                  </a:lnTo>
                  <a:lnTo>
                    <a:pt x="674" y="380"/>
                  </a:lnTo>
                  <a:lnTo>
                    <a:pt x="682" y="350"/>
                  </a:lnTo>
                  <a:lnTo>
                    <a:pt x="697" y="324"/>
                  </a:lnTo>
                  <a:lnTo>
                    <a:pt x="715" y="302"/>
                  </a:lnTo>
                  <a:lnTo>
                    <a:pt x="738" y="284"/>
                  </a:lnTo>
                  <a:lnTo>
                    <a:pt x="764" y="269"/>
                  </a:lnTo>
                  <a:lnTo>
                    <a:pt x="793" y="261"/>
                  </a:lnTo>
                  <a:lnTo>
                    <a:pt x="823" y="257"/>
                  </a:lnTo>
                  <a:lnTo>
                    <a:pt x="903" y="257"/>
                  </a:lnTo>
                  <a:lnTo>
                    <a:pt x="923" y="254"/>
                  </a:lnTo>
                  <a:lnTo>
                    <a:pt x="942" y="247"/>
                  </a:lnTo>
                  <a:lnTo>
                    <a:pt x="957" y="235"/>
                  </a:lnTo>
                  <a:lnTo>
                    <a:pt x="969" y="219"/>
                  </a:lnTo>
                  <a:lnTo>
                    <a:pt x="977" y="201"/>
                  </a:lnTo>
                  <a:lnTo>
                    <a:pt x="980" y="180"/>
                  </a:lnTo>
                  <a:lnTo>
                    <a:pt x="980" y="178"/>
                  </a:lnTo>
                  <a:lnTo>
                    <a:pt x="983" y="146"/>
                  </a:lnTo>
                  <a:lnTo>
                    <a:pt x="991" y="116"/>
                  </a:lnTo>
                  <a:lnTo>
                    <a:pt x="1004" y="88"/>
                  </a:lnTo>
                  <a:lnTo>
                    <a:pt x="1021" y="63"/>
                  </a:lnTo>
                  <a:lnTo>
                    <a:pt x="1043" y="41"/>
                  </a:lnTo>
                  <a:lnTo>
                    <a:pt x="1068" y="24"/>
                  </a:lnTo>
                  <a:lnTo>
                    <a:pt x="1096" y="11"/>
                  </a:lnTo>
                  <a:lnTo>
                    <a:pt x="1126" y="3"/>
                  </a:lnTo>
                  <a:lnTo>
                    <a:pt x="1158" y="0"/>
                  </a:lnTo>
                  <a:close/>
                </a:path>
              </a:pathLst>
            </a:custGeom>
            <a:solidFill>
              <a:schemeClr val="accent6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130" name="TextBox 129"/>
          <p:cNvSpPr txBox="1"/>
          <p:nvPr/>
        </p:nvSpPr>
        <p:spPr>
          <a:xfrm>
            <a:off x="8022283" y="5429848"/>
            <a:ext cx="2068195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kern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-</a:t>
            </a:r>
            <a:r>
              <a:rPr lang="ko-KR" altLang="en-US" sz="1600" kern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관리자 기능 구현</a:t>
            </a:r>
            <a:endParaRPr lang="en-US" altLang="ko-KR" sz="1600" kern="0" dirty="0" smtClean="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600" kern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-</a:t>
            </a:r>
            <a:r>
              <a:rPr lang="ko-KR" altLang="en-US" sz="1600" kern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학생 기능 구현</a:t>
            </a:r>
            <a:endParaRPr lang="en-US" altLang="ko-KR" sz="1600" kern="0" dirty="0" smtClean="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altLang="ko-KR" sz="1600" kern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-</a:t>
            </a:r>
            <a:r>
              <a:rPr lang="ko-KR" altLang="en-US" sz="1600" kern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프레임 설계 및 구축</a:t>
            </a:r>
            <a:endParaRPr lang="en-US" sz="1600" dirty="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1" name="TextBox 130"/>
          <p:cNvSpPr txBox="1"/>
          <p:nvPr/>
        </p:nvSpPr>
        <p:spPr>
          <a:xfrm>
            <a:off x="8022283" y="5041551"/>
            <a:ext cx="284989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err="1" smtClean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KANG.KyungWan</a:t>
            </a:r>
            <a:endParaRPr lang="en-US" b="1" dirty="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2" name="TextBox 131"/>
          <p:cNvSpPr txBox="1"/>
          <p:nvPr/>
        </p:nvSpPr>
        <p:spPr>
          <a:xfrm>
            <a:off x="5197347" y="1159018"/>
            <a:ext cx="2068195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kern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-</a:t>
            </a:r>
            <a:r>
              <a:rPr lang="ko-KR" altLang="en-US" sz="1600" kern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관리자 기능 구현</a:t>
            </a:r>
            <a:endParaRPr lang="en-US" altLang="ko-KR" sz="1600" kern="0" dirty="0" smtClean="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600" kern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-</a:t>
            </a:r>
            <a:r>
              <a:rPr lang="ko-KR" altLang="en-US" sz="1600" kern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학생 기능 구현</a:t>
            </a:r>
            <a:endParaRPr lang="en-US" altLang="ko-KR" sz="1600" kern="0" dirty="0" smtClean="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altLang="ko-KR" sz="1600" kern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-</a:t>
            </a:r>
            <a:r>
              <a:rPr lang="ko-KR" altLang="en-US" sz="1600" kern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프레임 설계 및 구축</a:t>
            </a:r>
            <a:endParaRPr lang="en-US" altLang="ko-KR" sz="1600" kern="0" dirty="0" smtClean="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3" name="TextBox 132"/>
          <p:cNvSpPr txBox="1"/>
          <p:nvPr/>
        </p:nvSpPr>
        <p:spPr>
          <a:xfrm>
            <a:off x="5197347" y="785794"/>
            <a:ext cx="284989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err="1" smtClean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LEE.DeaHan</a:t>
            </a:r>
            <a:endParaRPr lang="en-US" b="1" dirty="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4" name="TextBox 133"/>
          <p:cNvSpPr txBox="1"/>
          <p:nvPr/>
        </p:nvSpPr>
        <p:spPr>
          <a:xfrm>
            <a:off x="8220015" y="2939454"/>
            <a:ext cx="268374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kern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-</a:t>
            </a:r>
            <a:r>
              <a:rPr lang="ko-KR" altLang="en-US" sz="1600" kern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다음 프로젝트를 위한 준비</a:t>
            </a:r>
            <a:endParaRPr lang="en-US" sz="1600" dirty="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5" name="TextBox 134"/>
          <p:cNvSpPr txBox="1"/>
          <p:nvPr/>
        </p:nvSpPr>
        <p:spPr>
          <a:xfrm>
            <a:off x="8220015" y="2551157"/>
            <a:ext cx="284989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err="1" smtClean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CHOI.JuYeon</a:t>
            </a:r>
            <a:endParaRPr lang="en-US" b="1" dirty="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6" name="TextBox 135"/>
          <p:cNvSpPr txBox="1"/>
          <p:nvPr/>
        </p:nvSpPr>
        <p:spPr>
          <a:xfrm>
            <a:off x="2022446" y="5425774"/>
            <a:ext cx="215463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kern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-</a:t>
            </a:r>
            <a:r>
              <a:rPr lang="ko-KR" altLang="en-US" sz="1600" kern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관리자 기능 구현</a:t>
            </a:r>
            <a:endParaRPr lang="en-US" altLang="ko-KR" sz="1600" kern="0" dirty="0" smtClean="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600" kern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-</a:t>
            </a:r>
            <a:r>
              <a:rPr lang="ko-KR" altLang="en-US" sz="1600" kern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학생 기능 구현</a:t>
            </a:r>
            <a:endParaRPr lang="en-US" altLang="ko-KR" sz="1600" kern="0" dirty="0" smtClean="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altLang="ko-KR" sz="1600" kern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-</a:t>
            </a:r>
            <a:r>
              <a:rPr lang="ko-KR" altLang="en-US" sz="1600" kern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프레임 설계 및 구축</a:t>
            </a:r>
            <a:endParaRPr lang="en-US" altLang="ko-KR" sz="1600" kern="0" dirty="0" smtClean="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7" name="TextBox 136"/>
          <p:cNvSpPr txBox="1"/>
          <p:nvPr/>
        </p:nvSpPr>
        <p:spPr>
          <a:xfrm>
            <a:off x="1318608" y="5037477"/>
            <a:ext cx="284989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b="1" dirty="0" err="1" smtClean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SIM.DongKyu</a:t>
            </a:r>
            <a:endParaRPr lang="en-US" b="1" dirty="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8" name="TextBox 137"/>
          <p:cNvSpPr txBox="1"/>
          <p:nvPr/>
        </p:nvSpPr>
        <p:spPr>
          <a:xfrm>
            <a:off x="1736694" y="2929518"/>
            <a:ext cx="221553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kern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-</a:t>
            </a:r>
            <a:r>
              <a:rPr lang="ko-KR" altLang="en-US" sz="1600" kern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관리자 기능 구현</a:t>
            </a:r>
            <a:endParaRPr lang="en-US" altLang="ko-KR" sz="1600" kern="0" dirty="0" smtClean="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600" kern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-</a:t>
            </a:r>
            <a:r>
              <a:rPr lang="ko-KR" altLang="en-US" sz="1600" kern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학생 기능 구현</a:t>
            </a:r>
            <a:r>
              <a:rPr lang="en-US" altLang="ko-KR" sz="1600" kern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/>
            </a:r>
            <a:br>
              <a:rPr lang="en-US" altLang="ko-KR" sz="1600" kern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altLang="ko-KR" sz="1600" kern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-</a:t>
            </a:r>
            <a:r>
              <a:rPr lang="ko-KR" altLang="en-US" sz="1600" kern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프레임 설계 및 구축</a:t>
            </a:r>
            <a:endParaRPr lang="en-US" altLang="ko-KR" sz="1600" kern="0" dirty="0" smtClean="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9" name="TextBox 138"/>
          <p:cNvSpPr txBox="1"/>
          <p:nvPr/>
        </p:nvSpPr>
        <p:spPr>
          <a:xfrm>
            <a:off x="1093752" y="2541221"/>
            <a:ext cx="284989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b="1" dirty="0" err="1" smtClean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JANG.SooYong</a:t>
            </a:r>
            <a:endParaRPr lang="en-US" b="1" dirty="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1935223717"/>
      </p:ext>
    </p:extLst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1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1000"/>
                            </p:stCondLst>
                            <p:childTnLst>
                              <p:par>
                                <p:cTn id="1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1500"/>
                            </p:stCondLst>
                            <p:childTnLst>
                              <p:par>
                                <p:cTn id="2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2000"/>
                            </p:stCondLst>
                            <p:childTnLst>
                              <p:par>
                                <p:cTn id="3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1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2500"/>
                            </p:stCondLst>
                            <p:childTnLst>
                              <p:par>
                                <p:cTn id="4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1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1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0" grpId="0"/>
      <p:bldP spid="130" grpId="0"/>
      <p:bldP spid="131" grpId="0"/>
      <p:bldP spid="132" grpId="0"/>
      <p:bldP spid="133" grpId="0"/>
      <p:bldP spid="134" grpId="0"/>
      <p:bldP spid="135" grpId="0"/>
      <p:bldP spid="136" grpId="0"/>
      <p:bldP spid="137" grpId="0"/>
      <p:bldP spid="138" grpId="0"/>
      <p:bldP spid="139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표 4"/>
          <p:cNvGraphicFramePr>
            <a:graphicFrameLocks noGrp="1"/>
          </p:cNvGraphicFramePr>
          <p:nvPr/>
        </p:nvGraphicFramePr>
        <p:xfrm>
          <a:off x="450810" y="285728"/>
          <a:ext cx="4572032" cy="3500465"/>
        </p:xfrm>
        <a:graphic>
          <a:graphicData uri="http://schemas.openxmlformats.org/drawingml/2006/table">
            <a:tbl>
              <a:tblPr firstRow="1" bandRow="1">
                <a:effectLst>
                  <a:innerShdw blurRad="114300">
                    <a:prstClr val="black"/>
                  </a:innerShdw>
                </a:effectLst>
                <a:tableStyleId>{9DCAF9ED-07DC-4A11-8D7F-57B35C25682E}</a:tableStyleId>
              </a:tblPr>
              <a:tblGrid>
                <a:gridCol w="1225605"/>
                <a:gridCol w="1204713"/>
                <a:gridCol w="736214"/>
                <a:gridCol w="1405500"/>
              </a:tblGrid>
              <a:tr h="363104">
                <a:tc gridSpan="4">
                  <a:txBody>
                    <a:bodyPr/>
                    <a:lstStyle/>
                    <a:p>
                      <a:pPr algn="l" latinLnBrk="1"/>
                      <a:r>
                        <a:rPr lang="en-US" altLang="ko-KR" sz="1600" dirty="0" smtClean="0">
                          <a:latin typeface="+mn-ea"/>
                          <a:ea typeface="+mn-ea"/>
                        </a:rPr>
                        <a:t>STUDENT    </a:t>
                      </a:r>
                      <a:r>
                        <a:rPr lang="ko-KR" altLang="en-US" sz="1600" dirty="0" smtClean="0">
                          <a:latin typeface="+mn-ea"/>
                          <a:ea typeface="+mn-ea"/>
                        </a:rPr>
                        <a:t>학생</a:t>
                      </a:r>
                      <a:endParaRPr lang="ko-KR" altLang="en-US" sz="1600" dirty="0">
                        <a:latin typeface="+mn-ea"/>
                        <a:ea typeface="+mn-ea"/>
                      </a:endParaRPr>
                    </a:p>
                  </a:txBody>
                  <a:tcPr marL="95436" marR="95436" marT="35798" marB="35798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</a:tr>
              <a:tr h="493155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100" dirty="0" err="1" smtClean="0">
                          <a:latin typeface="+mn-ea"/>
                          <a:ea typeface="+mn-ea"/>
                        </a:rPr>
                        <a:t>컬럼명</a:t>
                      </a:r>
                      <a:endParaRPr lang="ko-KR" altLang="en-US" sz="1100" dirty="0">
                        <a:latin typeface="+mn-ea"/>
                        <a:ea typeface="+mn-ea"/>
                      </a:endParaRPr>
                    </a:p>
                  </a:txBody>
                  <a:tcPr marL="95436" marR="95436" marT="35798" marB="35798"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100" dirty="0" smtClean="0">
                          <a:latin typeface="+mn-ea"/>
                          <a:ea typeface="+mn-ea"/>
                        </a:rPr>
                        <a:t>데이터 타입</a:t>
                      </a:r>
                      <a:endParaRPr lang="ko-KR" altLang="en-US" sz="1100" dirty="0">
                        <a:latin typeface="+mn-ea"/>
                        <a:ea typeface="+mn-ea"/>
                      </a:endParaRPr>
                    </a:p>
                  </a:txBody>
                  <a:tcPr marL="95436" marR="95436" marT="35798" marB="35798"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100" dirty="0" smtClean="0">
                          <a:latin typeface="+mn-ea"/>
                          <a:ea typeface="+mn-ea"/>
                        </a:rPr>
                        <a:t>널 허용</a:t>
                      </a:r>
                      <a:endParaRPr lang="ko-KR" altLang="en-US" sz="1100" dirty="0">
                        <a:latin typeface="+mn-ea"/>
                        <a:ea typeface="+mn-ea"/>
                      </a:endParaRPr>
                    </a:p>
                  </a:txBody>
                  <a:tcPr marL="95436" marR="95436" marT="35798" marB="35798"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100" dirty="0" smtClean="0">
                          <a:latin typeface="+mn-ea"/>
                          <a:ea typeface="+mn-ea"/>
                        </a:rPr>
                        <a:t>주석</a:t>
                      </a:r>
                      <a:endParaRPr lang="ko-KR" altLang="en-US" sz="1100" dirty="0">
                        <a:latin typeface="+mn-ea"/>
                        <a:ea typeface="+mn-ea"/>
                      </a:endParaRPr>
                    </a:p>
                  </a:txBody>
                  <a:tcPr marL="95436" marR="95436" marT="35798" marB="35798"/>
                </a:tc>
              </a:tr>
              <a:tr h="440701"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100" dirty="0" smtClean="0">
                          <a:solidFill>
                            <a:srgbClr val="C00000"/>
                          </a:solidFill>
                          <a:latin typeface="+mn-ea"/>
                          <a:ea typeface="+mn-ea"/>
                        </a:rPr>
                        <a:t>S_NO</a:t>
                      </a:r>
                      <a:endParaRPr lang="ko-KR" altLang="en-US" sz="1100" b="1" dirty="0">
                        <a:solidFill>
                          <a:srgbClr val="C00000"/>
                        </a:solidFill>
                        <a:latin typeface="+mn-ea"/>
                        <a:ea typeface="+mn-ea"/>
                      </a:endParaRPr>
                    </a:p>
                  </a:txBody>
                  <a:tcPr marL="95436" marR="95436" marT="35798" marB="35798"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100" dirty="0" smtClean="0">
                          <a:latin typeface="+mn-ea"/>
                          <a:ea typeface="+mn-ea"/>
                        </a:rPr>
                        <a:t>NUMBER</a:t>
                      </a:r>
                      <a:endParaRPr lang="ko-KR" altLang="en-US" sz="1100" dirty="0">
                        <a:latin typeface="+mn-ea"/>
                        <a:ea typeface="+mn-ea"/>
                      </a:endParaRPr>
                    </a:p>
                  </a:txBody>
                  <a:tcPr marL="95436" marR="95436" marT="35798" marB="35798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 smtClean="0">
                          <a:latin typeface="+mn-ea"/>
                          <a:ea typeface="+mn-ea"/>
                        </a:rPr>
                        <a:t>N•N</a:t>
                      </a:r>
                      <a:endParaRPr lang="ko-KR" altLang="en-US" sz="1100" dirty="0">
                        <a:latin typeface="+mn-ea"/>
                        <a:ea typeface="+mn-ea"/>
                      </a:endParaRPr>
                    </a:p>
                  </a:txBody>
                  <a:tcPr marL="95436" marR="95436" marT="35798" marB="35798"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100" dirty="0" smtClean="0">
                          <a:latin typeface="+mn-ea"/>
                          <a:ea typeface="+mn-ea"/>
                        </a:rPr>
                        <a:t>학번</a:t>
                      </a:r>
                      <a:endParaRPr lang="ko-KR" altLang="en-US" sz="1100" dirty="0">
                        <a:latin typeface="+mn-ea"/>
                        <a:ea typeface="+mn-ea"/>
                      </a:endParaRPr>
                    </a:p>
                  </a:txBody>
                  <a:tcPr marL="95436" marR="95436" marT="35798" marB="35798"/>
                </a:tc>
              </a:tr>
              <a:tr h="440701"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100" dirty="0" smtClean="0">
                          <a:latin typeface="+mn-ea"/>
                          <a:ea typeface="+mn-ea"/>
                        </a:rPr>
                        <a:t>S_NAME</a:t>
                      </a:r>
                      <a:endParaRPr lang="ko-KR" altLang="en-US" sz="1100" dirty="0">
                        <a:latin typeface="+mn-ea"/>
                        <a:ea typeface="+mn-ea"/>
                      </a:endParaRPr>
                    </a:p>
                  </a:txBody>
                  <a:tcPr marL="95436" marR="95436" marT="35798" marB="35798"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100" dirty="0" smtClean="0">
                          <a:latin typeface="+mn-ea"/>
                          <a:ea typeface="+mn-ea"/>
                        </a:rPr>
                        <a:t>VARCHAR2(10)</a:t>
                      </a:r>
                      <a:endParaRPr lang="ko-KR" altLang="en-US" sz="1100" dirty="0">
                        <a:latin typeface="+mn-ea"/>
                        <a:ea typeface="+mn-ea"/>
                      </a:endParaRPr>
                    </a:p>
                  </a:txBody>
                  <a:tcPr marL="95436" marR="95436" marT="35798" marB="35798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 smtClean="0">
                          <a:latin typeface="+mn-ea"/>
                          <a:ea typeface="+mn-ea"/>
                        </a:rPr>
                        <a:t>N•N</a:t>
                      </a:r>
                      <a:endParaRPr lang="ko-KR" altLang="en-US" sz="1100" dirty="0">
                        <a:latin typeface="+mn-ea"/>
                        <a:ea typeface="+mn-ea"/>
                      </a:endParaRPr>
                    </a:p>
                  </a:txBody>
                  <a:tcPr marL="95436" marR="95436" marT="35798" marB="35798"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100" dirty="0" smtClean="0">
                          <a:latin typeface="+mn-ea"/>
                          <a:ea typeface="+mn-ea"/>
                        </a:rPr>
                        <a:t>이름</a:t>
                      </a:r>
                      <a:endParaRPr lang="ko-KR" altLang="en-US" sz="1100" dirty="0">
                        <a:latin typeface="+mn-ea"/>
                        <a:ea typeface="+mn-ea"/>
                      </a:endParaRPr>
                    </a:p>
                  </a:txBody>
                  <a:tcPr marL="95436" marR="95436" marT="35798" marB="35798"/>
                </a:tc>
              </a:tr>
              <a:tr h="440701"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100" dirty="0" smtClean="0">
                          <a:latin typeface="+mn-ea"/>
                          <a:ea typeface="+mn-ea"/>
                        </a:rPr>
                        <a:t>S_AGE</a:t>
                      </a:r>
                      <a:endParaRPr lang="ko-KR" altLang="en-US" sz="1100" dirty="0">
                        <a:latin typeface="+mn-ea"/>
                        <a:ea typeface="+mn-ea"/>
                      </a:endParaRPr>
                    </a:p>
                  </a:txBody>
                  <a:tcPr marL="95436" marR="95436" marT="35798" marB="35798"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100" dirty="0" smtClean="0">
                          <a:latin typeface="+mn-ea"/>
                          <a:ea typeface="+mn-ea"/>
                        </a:rPr>
                        <a:t>NUMBER</a:t>
                      </a:r>
                      <a:endParaRPr lang="ko-KR" altLang="en-US" sz="1100" dirty="0">
                        <a:latin typeface="+mn-ea"/>
                        <a:ea typeface="+mn-ea"/>
                      </a:endParaRPr>
                    </a:p>
                  </a:txBody>
                  <a:tcPr marL="95436" marR="95436" marT="35798" marB="35798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 smtClean="0">
                          <a:latin typeface="+mn-ea"/>
                          <a:ea typeface="+mn-ea"/>
                        </a:rPr>
                        <a:t>N•N</a:t>
                      </a:r>
                      <a:endParaRPr lang="ko-KR" altLang="en-US" sz="1100" dirty="0">
                        <a:latin typeface="+mn-ea"/>
                        <a:ea typeface="+mn-ea"/>
                      </a:endParaRPr>
                    </a:p>
                  </a:txBody>
                  <a:tcPr marL="95436" marR="95436" marT="35798" marB="35798"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100" dirty="0" smtClean="0">
                          <a:latin typeface="+mn-ea"/>
                          <a:ea typeface="+mn-ea"/>
                        </a:rPr>
                        <a:t>나이</a:t>
                      </a:r>
                      <a:endParaRPr lang="ko-KR" altLang="en-US" sz="1100" dirty="0">
                        <a:latin typeface="+mn-ea"/>
                        <a:ea typeface="+mn-ea"/>
                      </a:endParaRPr>
                    </a:p>
                  </a:txBody>
                  <a:tcPr marL="95436" marR="95436" marT="35798" marB="35798"/>
                </a:tc>
              </a:tr>
              <a:tr h="440701"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100" dirty="0" smtClean="0">
                          <a:latin typeface="+mn-ea"/>
                          <a:ea typeface="+mn-ea"/>
                        </a:rPr>
                        <a:t>S_ADDR</a:t>
                      </a:r>
                      <a:endParaRPr lang="ko-KR" altLang="en-US" sz="1100" dirty="0">
                        <a:latin typeface="+mn-ea"/>
                        <a:ea typeface="+mn-ea"/>
                      </a:endParaRPr>
                    </a:p>
                  </a:txBody>
                  <a:tcPr marL="95436" marR="95436" marT="35798" marB="35798"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100" dirty="0" smtClean="0">
                          <a:latin typeface="+mn-ea"/>
                          <a:ea typeface="+mn-ea"/>
                        </a:rPr>
                        <a:t>VARCHAR2(30)</a:t>
                      </a:r>
                      <a:endParaRPr lang="ko-KR" altLang="en-US" sz="1100" dirty="0">
                        <a:latin typeface="+mn-ea"/>
                        <a:ea typeface="+mn-ea"/>
                      </a:endParaRPr>
                    </a:p>
                  </a:txBody>
                  <a:tcPr marL="95436" marR="95436" marT="35798" marB="35798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 smtClean="0">
                          <a:latin typeface="+mn-ea"/>
                          <a:ea typeface="+mn-ea"/>
                        </a:rPr>
                        <a:t>N•N</a:t>
                      </a:r>
                      <a:endParaRPr lang="ko-KR" altLang="en-US" sz="1100" dirty="0">
                        <a:latin typeface="+mn-ea"/>
                        <a:ea typeface="+mn-ea"/>
                      </a:endParaRPr>
                    </a:p>
                  </a:txBody>
                  <a:tcPr marL="95436" marR="95436" marT="35798" marB="35798"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100" dirty="0" smtClean="0">
                          <a:latin typeface="+mn-ea"/>
                          <a:ea typeface="+mn-ea"/>
                        </a:rPr>
                        <a:t>주소</a:t>
                      </a:r>
                      <a:endParaRPr lang="ko-KR" altLang="en-US" sz="1100" dirty="0">
                        <a:latin typeface="+mn-ea"/>
                        <a:ea typeface="+mn-ea"/>
                      </a:endParaRPr>
                    </a:p>
                  </a:txBody>
                  <a:tcPr marL="95436" marR="95436" marT="35798" marB="35798"/>
                </a:tc>
              </a:tr>
              <a:tr h="440701"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100" dirty="0" smtClean="0">
                          <a:latin typeface="+mn-ea"/>
                          <a:ea typeface="+mn-ea"/>
                        </a:rPr>
                        <a:t>S_PHONE</a:t>
                      </a:r>
                      <a:endParaRPr lang="ko-KR" altLang="en-US" sz="1100" dirty="0">
                        <a:latin typeface="+mn-ea"/>
                        <a:ea typeface="+mn-ea"/>
                      </a:endParaRPr>
                    </a:p>
                  </a:txBody>
                  <a:tcPr marL="95436" marR="95436" marT="35798" marB="35798"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100" dirty="0" smtClean="0">
                          <a:latin typeface="+mn-ea"/>
                          <a:ea typeface="+mn-ea"/>
                        </a:rPr>
                        <a:t>VARCHAR2(15)</a:t>
                      </a:r>
                      <a:endParaRPr lang="ko-KR" altLang="en-US" sz="1100" dirty="0">
                        <a:latin typeface="+mn-ea"/>
                        <a:ea typeface="+mn-ea"/>
                      </a:endParaRPr>
                    </a:p>
                  </a:txBody>
                  <a:tcPr marL="95436" marR="95436" marT="35798" marB="35798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 smtClean="0">
                          <a:latin typeface="+mn-ea"/>
                          <a:ea typeface="+mn-ea"/>
                        </a:rPr>
                        <a:t>N•N</a:t>
                      </a:r>
                      <a:endParaRPr lang="ko-KR" altLang="en-US" sz="1100" dirty="0">
                        <a:latin typeface="+mn-ea"/>
                        <a:ea typeface="+mn-ea"/>
                      </a:endParaRPr>
                    </a:p>
                  </a:txBody>
                  <a:tcPr marL="95436" marR="95436" marT="35798" marB="35798"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100" dirty="0" smtClean="0">
                          <a:latin typeface="+mn-ea"/>
                          <a:ea typeface="+mn-ea"/>
                        </a:rPr>
                        <a:t>전화번호</a:t>
                      </a:r>
                      <a:endParaRPr lang="ko-KR" altLang="en-US" sz="1100" dirty="0">
                        <a:latin typeface="+mn-ea"/>
                        <a:ea typeface="+mn-ea"/>
                      </a:endParaRPr>
                    </a:p>
                  </a:txBody>
                  <a:tcPr marL="95436" marR="95436" marT="35798" marB="35798"/>
                </a:tc>
              </a:tr>
              <a:tr h="440701"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100" dirty="0" smtClean="0">
                          <a:latin typeface="+mn-ea"/>
                          <a:ea typeface="+mn-ea"/>
                        </a:rPr>
                        <a:t>S_DEPARTMENT</a:t>
                      </a:r>
                      <a:endParaRPr lang="ko-KR" altLang="en-US" sz="1100" dirty="0">
                        <a:latin typeface="+mn-ea"/>
                        <a:ea typeface="+mn-ea"/>
                      </a:endParaRPr>
                    </a:p>
                  </a:txBody>
                  <a:tcPr marL="95436" marR="95436" marT="35798" marB="35798"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100" dirty="0" smtClean="0">
                          <a:latin typeface="+mn-ea"/>
                          <a:ea typeface="+mn-ea"/>
                        </a:rPr>
                        <a:t>VARCHAR2(20)</a:t>
                      </a:r>
                      <a:endParaRPr lang="ko-KR" altLang="en-US" sz="1100" dirty="0">
                        <a:latin typeface="+mn-ea"/>
                        <a:ea typeface="+mn-ea"/>
                      </a:endParaRPr>
                    </a:p>
                  </a:txBody>
                  <a:tcPr marL="95436" marR="95436" marT="35798" marB="35798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 smtClean="0">
                          <a:latin typeface="+mn-ea"/>
                          <a:ea typeface="+mn-ea"/>
                        </a:rPr>
                        <a:t>N•N</a:t>
                      </a:r>
                      <a:endParaRPr lang="ko-KR" altLang="en-US" sz="1100" dirty="0">
                        <a:latin typeface="+mn-ea"/>
                        <a:ea typeface="+mn-ea"/>
                      </a:endParaRPr>
                    </a:p>
                  </a:txBody>
                  <a:tcPr marL="95436" marR="95436" marT="35798" marB="35798"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100" dirty="0" smtClean="0">
                          <a:latin typeface="+mn-ea"/>
                          <a:ea typeface="+mn-ea"/>
                        </a:rPr>
                        <a:t>학과</a:t>
                      </a:r>
                      <a:endParaRPr lang="ko-KR" altLang="en-US" sz="1100" dirty="0">
                        <a:latin typeface="+mn-ea"/>
                        <a:ea typeface="+mn-ea"/>
                      </a:endParaRPr>
                    </a:p>
                  </a:txBody>
                  <a:tcPr marL="95436" marR="95436" marT="35798" marB="35798"/>
                </a:tc>
              </a:tr>
            </a:tbl>
          </a:graphicData>
        </a:graphic>
      </p:graphicFrame>
      <p:graphicFrame>
        <p:nvGraphicFramePr>
          <p:cNvPr id="6" name="표 5"/>
          <p:cNvGraphicFramePr>
            <a:graphicFrameLocks noGrp="1"/>
          </p:cNvGraphicFramePr>
          <p:nvPr/>
        </p:nvGraphicFramePr>
        <p:xfrm>
          <a:off x="7237421" y="285728"/>
          <a:ext cx="4572031" cy="3514470"/>
        </p:xfrm>
        <a:graphic>
          <a:graphicData uri="http://schemas.openxmlformats.org/drawingml/2006/table">
            <a:tbl>
              <a:tblPr firstRow="1" bandRow="1">
                <a:effectLst>
                  <a:innerShdw blurRad="114300">
                    <a:prstClr val="black"/>
                  </a:innerShdw>
                </a:effectLst>
                <a:tableStyleId>{1FECB4D8-DB02-4DC6-A0A2-4F2EBAE1DC90}</a:tableStyleId>
              </a:tblPr>
              <a:tblGrid>
                <a:gridCol w="1178321"/>
                <a:gridCol w="1272641"/>
                <a:gridCol w="848428"/>
                <a:gridCol w="1272641"/>
              </a:tblGrid>
              <a:tr h="301430">
                <a:tc gridSpan="4">
                  <a:txBody>
                    <a:bodyPr/>
                    <a:lstStyle/>
                    <a:p>
                      <a:pPr algn="l" latinLnBrk="1"/>
                      <a:r>
                        <a:rPr lang="en-US" altLang="ko-KR" sz="1600" dirty="0" smtClean="0"/>
                        <a:t>COURSE    </a:t>
                      </a:r>
                      <a:r>
                        <a:rPr lang="ko-KR" altLang="en-US" sz="1600" dirty="0" smtClean="0"/>
                        <a:t>과목</a:t>
                      </a:r>
                      <a:endParaRPr lang="ko-KR" altLang="en-US" sz="1600" dirty="0"/>
                    </a:p>
                  </a:txBody>
                  <a:tcPr marL="95436" marR="95436" marT="35798" marB="35798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</a:tr>
              <a:tr h="337307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100" dirty="0" err="1" smtClean="0"/>
                        <a:t>컬럼명</a:t>
                      </a:r>
                      <a:endParaRPr lang="ko-KR" altLang="en-US" sz="1100" dirty="0"/>
                    </a:p>
                  </a:txBody>
                  <a:tcPr marL="95436" marR="95436" marT="35798" marB="35798"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100" dirty="0" smtClean="0"/>
                        <a:t>데이터 타입</a:t>
                      </a:r>
                      <a:endParaRPr lang="ko-KR" altLang="en-US" sz="1100" dirty="0"/>
                    </a:p>
                  </a:txBody>
                  <a:tcPr marL="95436" marR="95436" marT="35798" marB="35798"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100" dirty="0" smtClean="0"/>
                        <a:t>널 허용</a:t>
                      </a:r>
                      <a:endParaRPr lang="ko-KR" altLang="en-US" sz="1100" dirty="0"/>
                    </a:p>
                  </a:txBody>
                  <a:tcPr marL="95436" marR="95436" marT="35798" marB="35798"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100" dirty="0" smtClean="0"/>
                        <a:t>주석</a:t>
                      </a:r>
                      <a:endParaRPr lang="ko-KR" altLang="en-US" sz="1100" dirty="0"/>
                    </a:p>
                  </a:txBody>
                  <a:tcPr marL="95436" marR="95436" marT="35798" marB="35798"/>
                </a:tc>
              </a:tr>
              <a:tr h="301430"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100" dirty="0" smtClean="0">
                          <a:solidFill>
                            <a:srgbClr val="C00000"/>
                          </a:solidFill>
                        </a:rPr>
                        <a:t>C_NO</a:t>
                      </a:r>
                      <a:endParaRPr lang="ko-KR" altLang="en-US" sz="1100" b="1" dirty="0">
                        <a:solidFill>
                          <a:srgbClr val="C00000"/>
                        </a:solidFill>
                      </a:endParaRPr>
                    </a:p>
                  </a:txBody>
                  <a:tcPr marL="95436" marR="95436" marT="35798" marB="35798"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100" dirty="0" smtClean="0"/>
                        <a:t>NUMBER</a:t>
                      </a:r>
                      <a:endParaRPr lang="ko-KR" altLang="en-US" sz="1100" dirty="0">
                        <a:latin typeface="+mn-lt"/>
                      </a:endParaRPr>
                    </a:p>
                  </a:txBody>
                  <a:tcPr marL="95436" marR="95436" marT="35798" marB="35798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dirty="0" smtClean="0"/>
                        <a:t>N•N</a:t>
                      </a:r>
                      <a:endParaRPr lang="ko-KR" altLang="en-US" sz="1100" dirty="0" smtClean="0"/>
                    </a:p>
                  </a:txBody>
                  <a:tcPr marL="95436" marR="95436" marT="35798" marB="35798"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100" dirty="0" smtClean="0"/>
                        <a:t>과목번호</a:t>
                      </a:r>
                      <a:endParaRPr lang="ko-KR" altLang="en-US" sz="1100" dirty="0"/>
                    </a:p>
                  </a:txBody>
                  <a:tcPr marL="95436" marR="95436" marT="35798" marB="35798"/>
                </a:tc>
              </a:tr>
              <a:tr h="301430"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100" dirty="0" smtClean="0"/>
                        <a:t>C_NAME</a:t>
                      </a:r>
                      <a:endParaRPr lang="ko-KR" altLang="en-US" sz="1100" dirty="0"/>
                    </a:p>
                  </a:txBody>
                  <a:tcPr marL="95436" marR="95436" marT="35798" marB="35798"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100" dirty="0" smtClean="0"/>
                        <a:t>VARCHAR2(20)</a:t>
                      </a:r>
                      <a:endParaRPr lang="ko-KR" altLang="en-US" sz="1100" dirty="0"/>
                    </a:p>
                  </a:txBody>
                  <a:tcPr marL="95436" marR="95436" marT="35798" marB="35798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dirty="0" smtClean="0"/>
                        <a:t>N•N</a:t>
                      </a:r>
                      <a:endParaRPr lang="ko-KR" altLang="en-US" sz="1100" dirty="0" smtClean="0"/>
                    </a:p>
                  </a:txBody>
                  <a:tcPr marL="95436" marR="95436" marT="35798" marB="35798"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100" dirty="0" smtClean="0"/>
                        <a:t>과목명</a:t>
                      </a:r>
                      <a:endParaRPr lang="ko-KR" altLang="en-US" sz="1100" dirty="0"/>
                    </a:p>
                  </a:txBody>
                  <a:tcPr marL="95436" marR="95436" marT="35798" marB="35798"/>
                </a:tc>
              </a:tr>
              <a:tr h="301430"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100" dirty="0" smtClean="0"/>
                        <a:t>C_GROUP</a:t>
                      </a:r>
                      <a:endParaRPr lang="ko-KR" altLang="en-US" sz="1100" dirty="0"/>
                    </a:p>
                  </a:txBody>
                  <a:tcPr marL="95436" marR="95436" marT="35798" marB="35798"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100" dirty="0" smtClean="0"/>
                        <a:t>VARCHAR2(15)</a:t>
                      </a:r>
                      <a:endParaRPr lang="ko-KR" altLang="en-US" sz="1100" dirty="0"/>
                    </a:p>
                  </a:txBody>
                  <a:tcPr marL="95436" marR="95436" marT="35798" marB="35798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 smtClean="0"/>
                        <a:t>N•N</a:t>
                      </a:r>
                      <a:endParaRPr lang="ko-KR" altLang="en-US" sz="1100" dirty="0"/>
                    </a:p>
                  </a:txBody>
                  <a:tcPr marL="95436" marR="95436" marT="35798" marB="35798"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100" dirty="0" smtClean="0"/>
                        <a:t>과목분류</a:t>
                      </a:r>
                      <a:endParaRPr lang="ko-KR" altLang="en-US" sz="1100" dirty="0"/>
                    </a:p>
                  </a:txBody>
                  <a:tcPr marL="95436" marR="95436" marT="35798" marB="35798"/>
                </a:tc>
              </a:tr>
              <a:tr h="301430"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100" dirty="0" smtClean="0"/>
                        <a:t>C_HOUR</a:t>
                      </a:r>
                      <a:endParaRPr lang="ko-KR" altLang="en-US" sz="1100" dirty="0"/>
                    </a:p>
                  </a:txBody>
                  <a:tcPr marL="95436" marR="95436" marT="35798" marB="35798"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100" dirty="0" smtClean="0"/>
                        <a:t>VARCHAR2(20)</a:t>
                      </a:r>
                      <a:endParaRPr lang="ko-KR" altLang="en-US" sz="1100" dirty="0"/>
                    </a:p>
                  </a:txBody>
                  <a:tcPr marL="95436" marR="95436" marT="35798" marB="35798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 smtClean="0"/>
                        <a:t>N•N</a:t>
                      </a:r>
                      <a:endParaRPr lang="ko-KR" altLang="en-US" sz="1100" dirty="0"/>
                    </a:p>
                  </a:txBody>
                  <a:tcPr marL="95436" marR="95436" marT="35798" marB="35798"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100" dirty="0" smtClean="0"/>
                        <a:t>강의시간</a:t>
                      </a:r>
                      <a:endParaRPr lang="ko-KR" altLang="en-US" sz="1100" dirty="0"/>
                    </a:p>
                  </a:txBody>
                  <a:tcPr marL="95436" marR="95436" marT="35798" marB="35798"/>
                </a:tc>
              </a:tr>
              <a:tr h="301430"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100" dirty="0" smtClean="0"/>
                        <a:t>C_ROOM</a:t>
                      </a:r>
                      <a:endParaRPr lang="ko-KR" altLang="en-US" sz="1100" dirty="0"/>
                    </a:p>
                  </a:txBody>
                  <a:tcPr marL="95436" marR="95436" marT="35798" marB="35798"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100" dirty="0" smtClean="0"/>
                        <a:t>VARCHAR2(20)</a:t>
                      </a:r>
                      <a:endParaRPr lang="ko-KR" altLang="en-US" sz="1100" dirty="0"/>
                    </a:p>
                  </a:txBody>
                  <a:tcPr marL="95436" marR="95436" marT="35798" marB="35798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 smtClean="0"/>
                        <a:t>N•N</a:t>
                      </a:r>
                      <a:endParaRPr lang="ko-KR" altLang="en-US" sz="1100" dirty="0"/>
                    </a:p>
                  </a:txBody>
                  <a:tcPr marL="95436" marR="95436" marT="35798" marB="35798"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100" dirty="0" smtClean="0"/>
                        <a:t>강의실</a:t>
                      </a:r>
                      <a:endParaRPr lang="ko-KR" altLang="en-US" sz="1100" dirty="0"/>
                    </a:p>
                  </a:txBody>
                  <a:tcPr marL="95436" marR="95436" marT="35798" marB="35798"/>
                </a:tc>
              </a:tr>
              <a:tr h="301430"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100" dirty="0" smtClean="0"/>
                        <a:t>C_PROFESSOR</a:t>
                      </a:r>
                      <a:endParaRPr lang="ko-KR" altLang="en-US" sz="1100" dirty="0"/>
                    </a:p>
                  </a:txBody>
                  <a:tcPr marL="95436" marR="95436" marT="35798" marB="35798"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100" dirty="0" smtClean="0"/>
                        <a:t>VARCHAR2(10)</a:t>
                      </a:r>
                      <a:endParaRPr lang="ko-KR" altLang="en-US" sz="1100" dirty="0"/>
                    </a:p>
                  </a:txBody>
                  <a:tcPr marL="95436" marR="95436" marT="35798" marB="35798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 smtClean="0"/>
                        <a:t>N•N</a:t>
                      </a:r>
                      <a:endParaRPr lang="ko-KR" altLang="en-US" sz="1100" dirty="0"/>
                    </a:p>
                  </a:txBody>
                  <a:tcPr marL="95436" marR="95436" marT="35798" marB="35798"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100" dirty="0" err="1" smtClean="0"/>
                        <a:t>교수명</a:t>
                      </a:r>
                      <a:endParaRPr lang="ko-KR" altLang="en-US" sz="1100" dirty="0"/>
                    </a:p>
                  </a:txBody>
                  <a:tcPr marL="95436" marR="95436" marT="35798" marB="35798"/>
                </a:tc>
              </a:tr>
              <a:tr h="450287"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100" dirty="0" smtClean="0"/>
                        <a:t>C_REG_CNT</a:t>
                      </a:r>
                      <a:endParaRPr lang="ko-KR" altLang="en-US" sz="1100" dirty="0"/>
                    </a:p>
                  </a:txBody>
                  <a:tcPr marL="95436" marR="95436" marT="35798" marB="35798"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100" dirty="0" smtClean="0"/>
                        <a:t>NUMBER</a:t>
                      </a:r>
                      <a:endParaRPr lang="ko-KR" altLang="en-US" sz="1100" dirty="0"/>
                    </a:p>
                  </a:txBody>
                  <a:tcPr marL="95436" marR="95436" marT="35798" marB="35798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 smtClean="0"/>
                        <a:t>NULL</a:t>
                      </a:r>
                      <a:endParaRPr lang="ko-KR" altLang="en-US" sz="1100" dirty="0"/>
                    </a:p>
                  </a:txBody>
                  <a:tcPr marL="95436" marR="95436" marT="35798" marB="35798"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100" dirty="0" smtClean="0"/>
                        <a:t>현재 수강 인원</a:t>
                      </a:r>
                      <a:endParaRPr lang="en-US" altLang="ko-KR" sz="1100" dirty="0" smtClean="0"/>
                    </a:p>
                    <a:p>
                      <a:pPr algn="l" latinLnBrk="1"/>
                      <a:r>
                        <a:rPr lang="en-US" altLang="ko-KR" sz="1100" dirty="0" smtClean="0"/>
                        <a:t>DEFAULT</a:t>
                      </a:r>
                      <a:r>
                        <a:rPr lang="en-US" altLang="ko-KR" sz="1100" baseline="0" dirty="0" smtClean="0"/>
                        <a:t> </a:t>
                      </a:r>
                      <a:r>
                        <a:rPr lang="en-US" altLang="ko-KR" sz="1100" dirty="0" smtClean="0"/>
                        <a:t>: 0</a:t>
                      </a:r>
                      <a:endParaRPr lang="ko-KR" altLang="en-US" sz="1100" dirty="0"/>
                    </a:p>
                  </a:txBody>
                  <a:tcPr marL="95436" marR="95436" marT="35798" marB="35798"/>
                </a:tc>
              </a:tr>
              <a:tr h="301430"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100" dirty="0" smtClean="0"/>
                        <a:t>C_REG_MAX</a:t>
                      </a:r>
                      <a:endParaRPr lang="ko-KR" altLang="en-US" sz="1100" dirty="0"/>
                    </a:p>
                  </a:txBody>
                  <a:tcPr marL="95436" marR="95436" marT="35798" marB="35798"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100" dirty="0" smtClean="0"/>
                        <a:t>NUMBER</a:t>
                      </a:r>
                      <a:endParaRPr lang="ko-KR" altLang="en-US" sz="1100" dirty="0"/>
                    </a:p>
                  </a:txBody>
                  <a:tcPr marL="95436" marR="95436" marT="35798" marB="35798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 smtClean="0"/>
                        <a:t>N•N</a:t>
                      </a:r>
                      <a:endParaRPr lang="ko-KR" altLang="en-US" sz="1100" dirty="0"/>
                    </a:p>
                  </a:txBody>
                  <a:tcPr marL="95436" marR="95436" marT="35798" marB="35798"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100" dirty="0" smtClean="0"/>
                        <a:t>정원</a:t>
                      </a:r>
                      <a:endParaRPr lang="ko-KR" altLang="en-US" sz="1100" dirty="0"/>
                    </a:p>
                  </a:txBody>
                  <a:tcPr marL="95436" marR="95436" marT="35798" marB="35798"/>
                </a:tc>
              </a:tr>
              <a:tr h="301430"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100" dirty="0" smtClean="0"/>
                        <a:t>C_MEMO</a:t>
                      </a:r>
                      <a:endParaRPr lang="ko-KR" altLang="en-US" sz="1100" dirty="0"/>
                    </a:p>
                  </a:txBody>
                  <a:tcPr marL="95436" marR="95436" marT="35798" marB="35798"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100" dirty="0" smtClean="0"/>
                        <a:t>VARCHAR2(4000)</a:t>
                      </a:r>
                      <a:endParaRPr lang="ko-KR" altLang="en-US" sz="1100" dirty="0"/>
                    </a:p>
                  </a:txBody>
                  <a:tcPr marL="95436" marR="95436" marT="35798" marB="35798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 smtClean="0"/>
                        <a:t>NULL</a:t>
                      </a:r>
                      <a:endParaRPr lang="ko-KR" altLang="en-US" sz="1100" dirty="0"/>
                    </a:p>
                  </a:txBody>
                  <a:tcPr marL="95436" marR="95436" marT="35798" marB="35798"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100" dirty="0" smtClean="0"/>
                        <a:t>설명</a:t>
                      </a:r>
                      <a:endParaRPr lang="ko-KR" altLang="en-US" sz="1100" dirty="0"/>
                    </a:p>
                  </a:txBody>
                  <a:tcPr marL="95436" marR="95436" marT="35798" marB="35798"/>
                </a:tc>
              </a:tr>
            </a:tbl>
          </a:graphicData>
        </a:graphic>
      </p:graphicFrame>
      <p:graphicFrame>
        <p:nvGraphicFramePr>
          <p:cNvPr id="7" name="표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xmlns="" val="1561628110"/>
              </p:ext>
            </p:extLst>
          </p:nvPr>
        </p:nvGraphicFramePr>
        <p:xfrm>
          <a:off x="3596775" y="4149080"/>
          <a:ext cx="4929222" cy="2093108"/>
        </p:xfrm>
        <a:graphic>
          <a:graphicData uri="http://schemas.openxmlformats.org/drawingml/2006/table">
            <a:tbl>
              <a:tblPr firstRow="1" bandRow="1">
                <a:effectLst>
                  <a:outerShdw blurRad="63500" sx="102000" sy="102000" algn="ctr" rotWithShape="0">
                    <a:prstClr val="black">
                      <a:alpha val="40000"/>
                    </a:prstClr>
                  </a:outerShdw>
                </a:effectLst>
                <a:tableStyleId>{B301B821-A1FF-4177-AEE7-76D212191A09}</a:tableStyleId>
              </a:tblPr>
              <a:tblGrid>
                <a:gridCol w="1000132"/>
                <a:gridCol w="1285884"/>
                <a:gridCol w="928694"/>
                <a:gridCol w="1714512"/>
              </a:tblGrid>
              <a:tr h="418956">
                <a:tc gridSpan="4">
                  <a:txBody>
                    <a:bodyPr/>
                    <a:lstStyle/>
                    <a:p>
                      <a:pPr algn="l" latinLnBrk="1"/>
                      <a:r>
                        <a:rPr lang="en-US" altLang="ko-KR" sz="2000" dirty="0" smtClean="0"/>
                        <a:t>REG_INFO  </a:t>
                      </a:r>
                      <a:r>
                        <a:rPr lang="en-US" altLang="ko-KR" sz="2000" baseline="0" dirty="0" smtClean="0"/>
                        <a:t> </a:t>
                      </a:r>
                      <a:r>
                        <a:rPr lang="ko-KR" altLang="en-US" sz="2000" dirty="0" smtClean="0"/>
                        <a:t>수강정보</a:t>
                      </a:r>
                      <a:endParaRPr lang="ko-KR" altLang="en-US" sz="2000" dirty="0"/>
                    </a:p>
                  </a:txBody>
                  <a:tcPr marL="121888" marR="121888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</a:tr>
              <a:tr h="438768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100" dirty="0" err="1" smtClean="0"/>
                        <a:t>컬럼명</a:t>
                      </a:r>
                      <a:endParaRPr lang="ko-KR" altLang="en-US" sz="1100" dirty="0"/>
                    </a:p>
                  </a:txBody>
                  <a:tcPr marL="121888" marR="121888"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100" dirty="0" smtClean="0"/>
                        <a:t>데이터 타입</a:t>
                      </a:r>
                      <a:endParaRPr lang="ko-KR" altLang="en-US" sz="1100" dirty="0"/>
                    </a:p>
                  </a:txBody>
                  <a:tcPr marL="121888" marR="121888"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100" dirty="0" smtClean="0"/>
                        <a:t>널 허용</a:t>
                      </a:r>
                      <a:endParaRPr lang="ko-KR" altLang="en-US" sz="1100" dirty="0"/>
                    </a:p>
                  </a:txBody>
                  <a:tcPr marL="121888" marR="121888"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100" dirty="0" smtClean="0"/>
                        <a:t>주석</a:t>
                      </a:r>
                      <a:endParaRPr lang="ko-KR" altLang="en-US" sz="1100" dirty="0"/>
                    </a:p>
                  </a:txBody>
                  <a:tcPr marL="121888" marR="121888"/>
                </a:tc>
              </a:tr>
              <a:tr h="392100"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100" b="1" dirty="0" smtClean="0">
                          <a:solidFill>
                            <a:schemeClr val="accent2"/>
                          </a:solidFill>
                        </a:rPr>
                        <a:t>S_NO</a:t>
                      </a:r>
                      <a:endParaRPr lang="ko-KR" altLang="en-US" sz="1100" b="1" dirty="0">
                        <a:solidFill>
                          <a:schemeClr val="accent2"/>
                        </a:solidFill>
                      </a:endParaRPr>
                    </a:p>
                  </a:txBody>
                  <a:tcPr marL="121888" marR="121888"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100" dirty="0" smtClean="0">
                          <a:latin typeface="+mn-lt"/>
                        </a:rPr>
                        <a:t>NUMBER</a:t>
                      </a:r>
                      <a:endParaRPr lang="ko-KR" altLang="en-US" sz="1100" dirty="0">
                        <a:latin typeface="+mn-lt"/>
                      </a:endParaRPr>
                    </a:p>
                  </a:txBody>
                  <a:tcPr marL="121888" marR="121888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 smtClean="0">
                          <a:latin typeface="+mn-lt"/>
                        </a:rPr>
                        <a:t>N•N</a:t>
                      </a:r>
                      <a:endParaRPr lang="ko-KR" altLang="en-US" sz="1100" dirty="0">
                        <a:latin typeface="+mn-lt"/>
                      </a:endParaRPr>
                    </a:p>
                  </a:txBody>
                  <a:tcPr marL="121888" marR="121888"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100" dirty="0" smtClean="0"/>
                        <a:t>학번</a:t>
                      </a:r>
                      <a:endParaRPr lang="ko-KR" altLang="en-US" sz="1100" dirty="0"/>
                    </a:p>
                  </a:txBody>
                  <a:tcPr marL="121888" marR="121888"/>
                </a:tc>
              </a:tr>
              <a:tr h="392100"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100" b="1" dirty="0" smtClean="0">
                          <a:solidFill>
                            <a:schemeClr val="accent3"/>
                          </a:solidFill>
                        </a:rPr>
                        <a:t>C_NO</a:t>
                      </a:r>
                      <a:endParaRPr lang="ko-KR" altLang="en-US" sz="1100" b="1" dirty="0">
                        <a:solidFill>
                          <a:schemeClr val="accent3"/>
                        </a:solidFill>
                      </a:endParaRPr>
                    </a:p>
                  </a:txBody>
                  <a:tcPr marL="121888" marR="121888"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100" dirty="0" smtClean="0"/>
                        <a:t>NUMBER</a:t>
                      </a:r>
                      <a:endParaRPr lang="ko-KR" altLang="en-US" sz="1100" dirty="0"/>
                    </a:p>
                  </a:txBody>
                  <a:tcPr marL="121888" marR="121888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dirty="0" smtClean="0">
                          <a:latin typeface="+mn-lt"/>
                        </a:rPr>
                        <a:t>N•N</a:t>
                      </a:r>
                      <a:endParaRPr lang="ko-KR" altLang="en-US" sz="1100" dirty="0" smtClean="0">
                        <a:latin typeface="+mn-lt"/>
                      </a:endParaRPr>
                    </a:p>
                  </a:txBody>
                  <a:tcPr marL="121888" marR="121888"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100" dirty="0" smtClean="0"/>
                        <a:t>과목번호</a:t>
                      </a:r>
                      <a:endParaRPr lang="ko-KR" altLang="en-US" sz="1100" dirty="0"/>
                    </a:p>
                  </a:txBody>
                  <a:tcPr marL="121888" marR="121888"/>
                </a:tc>
              </a:tr>
              <a:tr h="451184"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100" dirty="0" smtClean="0"/>
                        <a:t>REG_DATE</a:t>
                      </a:r>
                      <a:endParaRPr lang="ko-KR" altLang="en-US" sz="1100" dirty="0"/>
                    </a:p>
                  </a:txBody>
                  <a:tcPr marL="121888" marR="121888"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100" dirty="0" smtClean="0"/>
                        <a:t>DATE</a:t>
                      </a:r>
                      <a:endParaRPr lang="ko-KR" altLang="en-US" sz="1100" dirty="0"/>
                    </a:p>
                  </a:txBody>
                  <a:tcPr marL="121888" marR="121888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 smtClean="0"/>
                        <a:t>NULL</a:t>
                      </a:r>
                      <a:endParaRPr lang="ko-KR" altLang="en-US" sz="1100" dirty="0"/>
                    </a:p>
                  </a:txBody>
                  <a:tcPr marL="121888" marR="121888"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100" dirty="0" smtClean="0"/>
                        <a:t>신청일</a:t>
                      </a:r>
                      <a:endParaRPr lang="en-US" altLang="ko-KR" sz="1100" dirty="0" smtClean="0"/>
                    </a:p>
                    <a:p>
                      <a:pPr algn="l" latinLnBrk="1"/>
                      <a:r>
                        <a:rPr lang="en-US" altLang="ko-KR" sz="1100" dirty="0" smtClean="0"/>
                        <a:t>DEFAULT</a:t>
                      </a:r>
                      <a:r>
                        <a:rPr lang="en-US" altLang="ko-KR" sz="1100" baseline="0" dirty="0" smtClean="0"/>
                        <a:t> : SYSDATE</a:t>
                      </a:r>
                      <a:endParaRPr lang="ko-KR" altLang="en-US" sz="1100" dirty="0"/>
                    </a:p>
                  </a:txBody>
                  <a:tcPr marL="121888" marR="121888"/>
                </a:tc>
              </a:tr>
            </a:tbl>
          </a:graphicData>
        </a:graphic>
      </p:graphicFrame>
      <p:cxnSp>
        <p:nvCxnSpPr>
          <p:cNvPr id="15" name="꺾인 연결선 14"/>
          <p:cNvCxnSpPr/>
          <p:nvPr/>
        </p:nvCxnSpPr>
        <p:spPr>
          <a:xfrm rot="16200000" flipH="1">
            <a:off x="221391" y="1372403"/>
            <a:ext cx="3943910" cy="3913700"/>
          </a:xfrm>
          <a:prstGeom prst="bentConnector3">
            <a:avLst>
              <a:gd name="adj1" fmla="val 99682"/>
            </a:avLst>
          </a:prstGeom>
          <a:ln w="28575">
            <a:solidFill>
              <a:schemeClr val="accent2"/>
            </a:solidFill>
            <a:prstDash val="sysDash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직선 연결선 21"/>
          <p:cNvCxnSpPr/>
          <p:nvPr/>
        </p:nvCxnSpPr>
        <p:spPr>
          <a:xfrm>
            <a:off x="236496" y="1363330"/>
            <a:ext cx="714380" cy="1588"/>
          </a:xfrm>
          <a:prstGeom prst="line">
            <a:avLst/>
          </a:prstGeom>
          <a:ln w="28575">
            <a:solidFill>
              <a:schemeClr val="accent2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꺾인 연결선 25"/>
          <p:cNvCxnSpPr/>
          <p:nvPr/>
        </p:nvCxnSpPr>
        <p:spPr>
          <a:xfrm rot="5400000">
            <a:off x="2907933" y="1831827"/>
            <a:ext cx="4518264" cy="3140579"/>
          </a:xfrm>
          <a:prstGeom prst="bentConnector3">
            <a:avLst>
              <a:gd name="adj1" fmla="val 100113"/>
            </a:avLst>
          </a:prstGeom>
          <a:ln w="28575">
            <a:solidFill>
              <a:schemeClr val="accent3"/>
            </a:solidFill>
            <a:prstDash val="sysDash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직선 연결선 28"/>
          <p:cNvCxnSpPr/>
          <p:nvPr/>
        </p:nvCxnSpPr>
        <p:spPr>
          <a:xfrm>
            <a:off x="6737354" y="1142984"/>
            <a:ext cx="1000132" cy="1588"/>
          </a:xfrm>
          <a:prstGeom prst="line">
            <a:avLst/>
          </a:prstGeom>
          <a:ln w="28575">
            <a:solidFill>
              <a:schemeClr val="accent3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텍스트 상자 1"/>
          <p:cNvSpPr txBox="1"/>
          <p:nvPr/>
        </p:nvSpPr>
        <p:spPr>
          <a:xfrm>
            <a:off x="3583220" y="6242188"/>
            <a:ext cx="552830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dirty="0" smtClean="0"/>
              <a:t>constraint </a:t>
            </a:r>
            <a:r>
              <a:rPr kumimoji="1" lang="en-US" altLang="ko-KR" dirty="0" err="1" smtClean="0"/>
              <a:t>reginfo</a:t>
            </a:r>
            <a:r>
              <a:rPr kumimoji="1" lang="en-US" altLang="ko-KR" dirty="0" smtClean="0"/>
              <a:t> primary key (</a:t>
            </a:r>
            <a:r>
              <a:rPr kumimoji="1" lang="en-US" altLang="ko-KR" dirty="0" err="1" smtClean="0"/>
              <a:t>s_no</a:t>
            </a:r>
            <a:r>
              <a:rPr kumimoji="1" lang="en-US" altLang="ko-KR" dirty="0" smtClean="0"/>
              <a:t>, </a:t>
            </a:r>
            <a:r>
              <a:rPr kumimoji="1" lang="en-US" altLang="ko-KR" dirty="0" err="1" smtClean="0"/>
              <a:t>c_no</a:t>
            </a:r>
            <a:r>
              <a:rPr kumimoji="1" lang="en-US" altLang="ko-KR" dirty="0" smtClean="0"/>
              <a:t>)</a:t>
            </a:r>
            <a:endParaRPr lang="ko-KR" altLang="en-US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5" presetClass="emph" presetSubtype="0" repeatCount="2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6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" presetID="35" presetClass="emph" presetSubtype="0" repeatCount="2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2000"/>
                            </p:stCondLst>
                            <p:childTnLst>
                              <p:par>
                                <p:cTn id="10" presetID="35" presetClass="emph" presetSubtype="0" repeatCount="2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11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" presetID="35" presetClass="emph" presetSubtype="0" repeatCount="2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13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307934" y="274639"/>
            <a:ext cx="10969943" cy="711081"/>
          </a:xfrm>
        </p:spPr>
        <p:txBody>
          <a:bodyPr/>
          <a:lstStyle/>
          <a:p>
            <a:r>
              <a:rPr lang="en-US" dirty="0" smtClean="0"/>
              <a:t>-JAVA PROGRAMMING</a:t>
            </a:r>
            <a:endParaRPr lang="en-US" dirty="0"/>
          </a:p>
        </p:txBody>
      </p:sp>
      <p:sp>
        <p:nvSpPr>
          <p:cNvPr id="50" name="Title 3"/>
          <p:cNvSpPr txBox="1">
            <a:spLocks/>
          </p:cNvSpPr>
          <p:nvPr/>
        </p:nvSpPr>
        <p:spPr>
          <a:xfrm>
            <a:off x="2093884" y="857232"/>
            <a:ext cx="2357454" cy="353891"/>
          </a:xfrm>
          <a:prstGeom prst="rect">
            <a:avLst/>
          </a:prstGeom>
        </p:spPr>
        <p:txBody>
          <a:bodyPr vert="horz" lIns="0" tIns="60949" rIns="0" bIns="60949" rtlCol="0" anchor="ctr">
            <a:noAutofit/>
          </a:bodyPr>
          <a:lstStyle/>
          <a:p>
            <a:pPr marL="0" marR="0" lvl="0" indent="0" algn="r" defTabSz="1218987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6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+mj-lt"/>
                <a:ea typeface="+mj-ea"/>
                <a:cs typeface="Arial" panose="020B0604020202020204" pitchFamily="34" charset="0"/>
              </a:rPr>
              <a:t>(</a:t>
            </a:r>
            <a:r>
              <a:rPr kumimoji="0" lang="ko-KR" altLang="en-US" sz="16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+mj-lt"/>
                <a:ea typeface="+mj-ea"/>
                <a:cs typeface="Arial" panose="020B0604020202020204" pitchFamily="34" charset="0"/>
              </a:rPr>
              <a:t>프로그램 구성도</a:t>
            </a:r>
            <a:r>
              <a:rPr kumimoji="0" lang="en-US" altLang="ko-KR" sz="16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+mj-lt"/>
                <a:ea typeface="+mj-ea"/>
                <a:cs typeface="Arial" panose="020B0604020202020204" pitchFamily="34" charset="0"/>
              </a:rPr>
              <a:t>)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75000"/>
                  <a:lumOff val="25000"/>
                </a:schemeClr>
              </a:solidFill>
              <a:effectLst/>
              <a:uLnTx/>
              <a:uFillTx/>
              <a:latin typeface="+mj-lt"/>
              <a:ea typeface="+mj-ea"/>
              <a:cs typeface="Arial" panose="020B0604020202020204" pitchFamily="34" charset="0"/>
            </a:endParaRPr>
          </a:p>
        </p:txBody>
      </p:sp>
      <p:grpSp>
        <p:nvGrpSpPr>
          <p:cNvPr id="2" name="그룹 50"/>
          <p:cNvGrpSpPr/>
          <p:nvPr/>
        </p:nvGrpSpPr>
        <p:grpSpPr>
          <a:xfrm>
            <a:off x="5348364" y="2079861"/>
            <a:ext cx="1504804" cy="1944083"/>
            <a:chOff x="5348364" y="2079861"/>
            <a:chExt cx="1504804" cy="1944083"/>
          </a:xfrm>
        </p:grpSpPr>
        <p:sp>
          <p:nvSpPr>
            <p:cNvPr id="63" name="Freeform 24"/>
            <p:cNvSpPr>
              <a:spLocks noEditPoints="1"/>
            </p:cNvSpPr>
            <p:nvPr/>
          </p:nvSpPr>
          <p:spPr bwMode="auto">
            <a:xfrm>
              <a:off x="5348364" y="2079861"/>
              <a:ext cx="1504804" cy="1944083"/>
            </a:xfrm>
            <a:custGeom>
              <a:avLst/>
              <a:gdLst>
                <a:gd name="T0" fmla="*/ 679 w 1658"/>
                <a:gd name="T1" fmla="*/ 110 h 2143"/>
                <a:gd name="T2" fmla="*/ 476 w 1658"/>
                <a:gd name="T3" fmla="*/ 189 h 2143"/>
                <a:gd name="T4" fmla="*/ 310 w 1658"/>
                <a:gd name="T5" fmla="*/ 324 h 2143"/>
                <a:gd name="T6" fmla="*/ 193 w 1658"/>
                <a:gd name="T7" fmla="*/ 503 h 2143"/>
                <a:gd name="T8" fmla="*/ 134 w 1658"/>
                <a:gd name="T9" fmla="*/ 717 h 2143"/>
                <a:gd name="T10" fmla="*/ 146 w 1658"/>
                <a:gd name="T11" fmla="*/ 942 h 2143"/>
                <a:gd name="T12" fmla="*/ 225 w 1658"/>
                <a:gd name="T13" fmla="*/ 1145 h 2143"/>
                <a:gd name="T14" fmla="*/ 360 w 1658"/>
                <a:gd name="T15" fmla="*/ 1311 h 2143"/>
                <a:gd name="T16" fmla="*/ 541 w 1658"/>
                <a:gd name="T17" fmla="*/ 1429 h 2143"/>
                <a:gd name="T18" fmla="*/ 753 w 1658"/>
                <a:gd name="T19" fmla="*/ 1487 h 2143"/>
                <a:gd name="T20" fmla="*/ 979 w 1658"/>
                <a:gd name="T21" fmla="*/ 1475 h 2143"/>
                <a:gd name="T22" fmla="*/ 1182 w 1658"/>
                <a:gd name="T23" fmla="*/ 1396 h 2143"/>
                <a:gd name="T24" fmla="*/ 1348 w 1658"/>
                <a:gd name="T25" fmla="*/ 1260 h 2143"/>
                <a:gd name="T26" fmla="*/ 1465 w 1658"/>
                <a:gd name="T27" fmla="*/ 1081 h 2143"/>
                <a:gd name="T28" fmla="*/ 1525 w 1658"/>
                <a:gd name="T29" fmla="*/ 869 h 2143"/>
                <a:gd name="T30" fmla="*/ 1512 w 1658"/>
                <a:gd name="T31" fmla="*/ 642 h 2143"/>
                <a:gd name="T32" fmla="*/ 1433 w 1658"/>
                <a:gd name="T33" fmla="*/ 440 h 2143"/>
                <a:gd name="T34" fmla="*/ 1298 w 1658"/>
                <a:gd name="T35" fmla="*/ 274 h 2143"/>
                <a:gd name="T36" fmla="*/ 1117 w 1658"/>
                <a:gd name="T37" fmla="*/ 155 h 2143"/>
                <a:gd name="T38" fmla="*/ 905 w 1658"/>
                <a:gd name="T39" fmla="*/ 97 h 2143"/>
                <a:gd name="T40" fmla="*/ 913 w 1658"/>
                <a:gd name="T41" fmla="*/ 4 h 2143"/>
                <a:gd name="T42" fmla="*/ 1152 w 1658"/>
                <a:gd name="T43" fmla="*/ 65 h 2143"/>
                <a:gd name="T44" fmla="*/ 1356 w 1658"/>
                <a:gd name="T45" fmla="*/ 189 h 2143"/>
                <a:gd name="T46" fmla="*/ 1516 w 1658"/>
                <a:gd name="T47" fmla="*/ 366 h 2143"/>
                <a:gd name="T48" fmla="*/ 1620 w 1658"/>
                <a:gd name="T49" fmla="*/ 583 h 2143"/>
                <a:gd name="T50" fmla="*/ 1658 w 1658"/>
                <a:gd name="T51" fmla="*/ 828 h 2143"/>
                <a:gd name="T52" fmla="*/ 1637 w 1658"/>
                <a:gd name="T53" fmla="*/ 971 h 2143"/>
                <a:gd name="T54" fmla="*/ 1577 w 1658"/>
                <a:gd name="T55" fmla="*/ 1131 h 2143"/>
                <a:gd name="T56" fmla="*/ 1489 w 1658"/>
                <a:gd name="T57" fmla="*/ 1298 h 2143"/>
                <a:gd name="T58" fmla="*/ 1382 w 1658"/>
                <a:gd name="T59" fmla="*/ 1468 h 2143"/>
                <a:gd name="T60" fmla="*/ 1264 w 1658"/>
                <a:gd name="T61" fmla="*/ 1631 h 2143"/>
                <a:gd name="T62" fmla="*/ 1144 w 1658"/>
                <a:gd name="T63" fmla="*/ 1785 h 2143"/>
                <a:gd name="T64" fmla="*/ 1032 w 1658"/>
                <a:gd name="T65" fmla="*/ 1918 h 2143"/>
                <a:gd name="T66" fmla="*/ 936 w 1658"/>
                <a:gd name="T67" fmla="*/ 2027 h 2143"/>
                <a:gd name="T68" fmla="*/ 868 w 1658"/>
                <a:gd name="T69" fmla="*/ 2103 h 2143"/>
                <a:gd name="T70" fmla="*/ 831 w 1658"/>
                <a:gd name="T71" fmla="*/ 2141 h 2143"/>
                <a:gd name="T72" fmla="*/ 819 w 1658"/>
                <a:gd name="T73" fmla="*/ 2133 h 2143"/>
                <a:gd name="T74" fmla="*/ 772 w 1658"/>
                <a:gd name="T75" fmla="*/ 2081 h 2143"/>
                <a:gd name="T76" fmla="*/ 692 w 1658"/>
                <a:gd name="T77" fmla="*/ 1994 h 2143"/>
                <a:gd name="T78" fmla="*/ 590 w 1658"/>
                <a:gd name="T79" fmla="*/ 1876 h 2143"/>
                <a:gd name="T80" fmla="*/ 475 w 1658"/>
                <a:gd name="T81" fmla="*/ 1735 h 2143"/>
                <a:gd name="T82" fmla="*/ 355 w 1658"/>
                <a:gd name="T83" fmla="*/ 1577 h 2143"/>
                <a:gd name="T84" fmla="*/ 239 w 1658"/>
                <a:gd name="T85" fmla="*/ 1411 h 2143"/>
                <a:gd name="T86" fmla="*/ 138 w 1658"/>
                <a:gd name="T87" fmla="*/ 1241 h 2143"/>
                <a:gd name="T88" fmla="*/ 58 w 1658"/>
                <a:gd name="T89" fmla="*/ 1077 h 2143"/>
                <a:gd name="T90" fmla="*/ 9 w 1658"/>
                <a:gd name="T91" fmla="*/ 923 h 2143"/>
                <a:gd name="T92" fmla="*/ 4 w 1658"/>
                <a:gd name="T93" fmla="*/ 745 h 2143"/>
                <a:gd name="T94" fmla="*/ 65 w 1658"/>
                <a:gd name="T95" fmla="*/ 506 h 2143"/>
                <a:gd name="T96" fmla="*/ 189 w 1658"/>
                <a:gd name="T97" fmla="*/ 302 h 2143"/>
                <a:gd name="T98" fmla="*/ 366 w 1658"/>
                <a:gd name="T99" fmla="*/ 142 h 2143"/>
                <a:gd name="T100" fmla="*/ 583 w 1658"/>
                <a:gd name="T101" fmla="*/ 38 h 2143"/>
                <a:gd name="T102" fmla="*/ 828 w 1658"/>
                <a:gd name="T103" fmla="*/ 0 h 21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1658" h="2143">
                  <a:moveTo>
                    <a:pt x="828" y="93"/>
                  </a:moveTo>
                  <a:lnTo>
                    <a:pt x="753" y="97"/>
                  </a:lnTo>
                  <a:lnTo>
                    <a:pt x="679" y="110"/>
                  </a:lnTo>
                  <a:lnTo>
                    <a:pt x="608" y="130"/>
                  </a:lnTo>
                  <a:lnTo>
                    <a:pt x="541" y="155"/>
                  </a:lnTo>
                  <a:lnTo>
                    <a:pt x="476" y="189"/>
                  </a:lnTo>
                  <a:lnTo>
                    <a:pt x="417" y="228"/>
                  </a:lnTo>
                  <a:lnTo>
                    <a:pt x="360" y="274"/>
                  </a:lnTo>
                  <a:lnTo>
                    <a:pt x="310" y="324"/>
                  </a:lnTo>
                  <a:lnTo>
                    <a:pt x="264" y="379"/>
                  </a:lnTo>
                  <a:lnTo>
                    <a:pt x="225" y="440"/>
                  </a:lnTo>
                  <a:lnTo>
                    <a:pt x="193" y="503"/>
                  </a:lnTo>
                  <a:lnTo>
                    <a:pt x="166" y="572"/>
                  </a:lnTo>
                  <a:lnTo>
                    <a:pt x="146" y="642"/>
                  </a:lnTo>
                  <a:lnTo>
                    <a:pt x="134" y="717"/>
                  </a:lnTo>
                  <a:lnTo>
                    <a:pt x="130" y="792"/>
                  </a:lnTo>
                  <a:lnTo>
                    <a:pt x="134" y="869"/>
                  </a:lnTo>
                  <a:lnTo>
                    <a:pt x="146" y="942"/>
                  </a:lnTo>
                  <a:lnTo>
                    <a:pt x="166" y="1013"/>
                  </a:lnTo>
                  <a:lnTo>
                    <a:pt x="193" y="1081"/>
                  </a:lnTo>
                  <a:lnTo>
                    <a:pt x="225" y="1145"/>
                  </a:lnTo>
                  <a:lnTo>
                    <a:pt x="264" y="1205"/>
                  </a:lnTo>
                  <a:lnTo>
                    <a:pt x="310" y="1260"/>
                  </a:lnTo>
                  <a:lnTo>
                    <a:pt x="360" y="1311"/>
                  </a:lnTo>
                  <a:lnTo>
                    <a:pt x="417" y="1356"/>
                  </a:lnTo>
                  <a:lnTo>
                    <a:pt x="476" y="1396"/>
                  </a:lnTo>
                  <a:lnTo>
                    <a:pt x="541" y="1429"/>
                  </a:lnTo>
                  <a:lnTo>
                    <a:pt x="608" y="1456"/>
                  </a:lnTo>
                  <a:lnTo>
                    <a:pt x="679" y="1475"/>
                  </a:lnTo>
                  <a:lnTo>
                    <a:pt x="753" y="1487"/>
                  </a:lnTo>
                  <a:lnTo>
                    <a:pt x="828" y="1491"/>
                  </a:lnTo>
                  <a:lnTo>
                    <a:pt x="905" y="1487"/>
                  </a:lnTo>
                  <a:lnTo>
                    <a:pt x="979" y="1475"/>
                  </a:lnTo>
                  <a:lnTo>
                    <a:pt x="1050" y="1456"/>
                  </a:lnTo>
                  <a:lnTo>
                    <a:pt x="1117" y="1429"/>
                  </a:lnTo>
                  <a:lnTo>
                    <a:pt x="1182" y="1396"/>
                  </a:lnTo>
                  <a:lnTo>
                    <a:pt x="1241" y="1356"/>
                  </a:lnTo>
                  <a:lnTo>
                    <a:pt x="1298" y="1311"/>
                  </a:lnTo>
                  <a:lnTo>
                    <a:pt x="1348" y="1260"/>
                  </a:lnTo>
                  <a:lnTo>
                    <a:pt x="1394" y="1205"/>
                  </a:lnTo>
                  <a:lnTo>
                    <a:pt x="1433" y="1145"/>
                  </a:lnTo>
                  <a:lnTo>
                    <a:pt x="1465" y="1081"/>
                  </a:lnTo>
                  <a:lnTo>
                    <a:pt x="1492" y="1013"/>
                  </a:lnTo>
                  <a:lnTo>
                    <a:pt x="1512" y="942"/>
                  </a:lnTo>
                  <a:lnTo>
                    <a:pt x="1525" y="869"/>
                  </a:lnTo>
                  <a:lnTo>
                    <a:pt x="1529" y="792"/>
                  </a:lnTo>
                  <a:lnTo>
                    <a:pt x="1525" y="717"/>
                  </a:lnTo>
                  <a:lnTo>
                    <a:pt x="1512" y="642"/>
                  </a:lnTo>
                  <a:lnTo>
                    <a:pt x="1492" y="572"/>
                  </a:lnTo>
                  <a:lnTo>
                    <a:pt x="1465" y="503"/>
                  </a:lnTo>
                  <a:lnTo>
                    <a:pt x="1433" y="440"/>
                  </a:lnTo>
                  <a:lnTo>
                    <a:pt x="1394" y="379"/>
                  </a:lnTo>
                  <a:lnTo>
                    <a:pt x="1348" y="324"/>
                  </a:lnTo>
                  <a:lnTo>
                    <a:pt x="1298" y="274"/>
                  </a:lnTo>
                  <a:lnTo>
                    <a:pt x="1241" y="228"/>
                  </a:lnTo>
                  <a:lnTo>
                    <a:pt x="1182" y="189"/>
                  </a:lnTo>
                  <a:lnTo>
                    <a:pt x="1117" y="155"/>
                  </a:lnTo>
                  <a:lnTo>
                    <a:pt x="1050" y="130"/>
                  </a:lnTo>
                  <a:lnTo>
                    <a:pt x="979" y="110"/>
                  </a:lnTo>
                  <a:lnTo>
                    <a:pt x="905" y="97"/>
                  </a:lnTo>
                  <a:lnTo>
                    <a:pt x="828" y="93"/>
                  </a:lnTo>
                  <a:close/>
                  <a:moveTo>
                    <a:pt x="828" y="0"/>
                  </a:moveTo>
                  <a:lnTo>
                    <a:pt x="913" y="4"/>
                  </a:lnTo>
                  <a:lnTo>
                    <a:pt x="996" y="18"/>
                  </a:lnTo>
                  <a:lnTo>
                    <a:pt x="1075" y="38"/>
                  </a:lnTo>
                  <a:lnTo>
                    <a:pt x="1152" y="65"/>
                  </a:lnTo>
                  <a:lnTo>
                    <a:pt x="1224" y="100"/>
                  </a:lnTo>
                  <a:lnTo>
                    <a:pt x="1292" y="142"/>
                  </a:lnTo>
                  <a:lnTo>
                    <a:pt x="1356" y="189"/>
                  </a:lnTo>
                  <a:lnTo>
                    <a:pt x="1415" y="243"/>
                  </a:lnTo>
                  <a:lnTo>
                    <a:pt x="1469" y="302"/>
                  </a:lnTo>
                  <a:lnTo>
                    <a:pt x="1516" y="366"/>
                  </a:lnTo>
                  <a:lnTo>
                    <a:pt x="1558" y="435"/>
                  </a:lnTo>
                  <a:lnTo>
                    <a:pt x="1593" y="506"/>
                  </a:lnTo>
                  <a:lnTo>
                    <a:pt x="1620" y="583"/>
                  </a:lnTo>
                  <a:lnTo>
                    <a:pt x="1641" y="663"/>
                  </a:lnTo>
                  <a:lnTo>
                    <a:pt x="1654" y="745"/>
                  </a:lnTo>
                  <a:lnTo>
                    <a:pt x="1658" y="828"/>
                  </a:lnTo>
                  <a:lnTo>
                    <a:pt x="1655" y="874"/>
                  </a:lnTo>
                  <a:lnTo>
                    <a:pt x="1649" y="923"/>
                  </a:lnTo>
                  <a:lnTo>
                    <a:pt x="1637" y="971"/>
                  </a:lnTo>
                  <a:lnTo>
                    <a:pt x="1620" y="1024"/>
                  </a:lnTo>
                  <a:lnTo>
                    <a:pt x="1600" y="1077"/>
                  </a:lnTo>
                  <a:lnTo>
                    <a:pt x="1577" y="1131"/>
                  </a:lnTo>
                  <a:lnTo>
                    <a:pt x="1550" y="1186"/>
                  </a:lnTo>
                  <a:lnTo>
                    <a:pt x="1520" y="1241"/>
                  </a:lnTo>
                  <a:lnTo>
                    <a:pt x="1489" y="1298"/>
                  </a:lnTo>
                  <a:lnTo>
                    <a:pt x="1454" y="1354"/>
                  </a:lnTo>
                  <a:lnTo>
                    <a:pt x="1419" y="1411"/>
                  </a:lnTo>
                  <a:lnTo>
                    <a:pt x="1382" y="1468"/>
                  </a:lnTo>
                  <a:lnTo>
                    <a:pt x="1342" y="1523"/>
                  </a:lnTo>
                  <a:lnTo>
                    <a:pt x="1303" y="1577"/>
                  </a:lnTo>
                  <a:lnTo>
                    <a:pt x="1264" y="1631"/>
                  </a:lnTo>
                  <a:lnTo>
                    <a:pt x="1224" y="1684"/>
                  </a:lnTo>
                  <a:lnTo>
                    <a:pt x="1183" y="1735"/>
                  </a:lnTo>
                  <a:lnTo>
                    <a:pt x="1144" y="1785"/>
                  </a:lnTo>
                  <a:lnTo>
                    <a:pt x="1105" y="1831"/>
                  </a:lnTo>
                  <a:lnTo>
                    <a:pt x="1069" y="1876"/>
                  </a:lnTo>
                  <a:lnTo>
                    <a:pt x="1032" y="1918"/>
                  </a:lnTo>
                  <a:lnTo>
                    <a:pt x="998" y="1957"/>
                  </a:lnTo>
                  <a:lnTo>
                    <a:pt x="966" y="1994"/>
                  </a:lnTo>
                  <a:lnTo>
                    <a:pt x="936" y="2027"/>
                  </a:lnTo>
                  <a:lnTo>
                    <a:pt x="911" y="2056"/>
                  </a:lnTo>
                  <a:lnTo>
                    <a:pt x="886" y="2081"/>
                  </a:lnTo>
                  <a:lnTo>
                    <a:pt x="868" y="2103"/>
                  </a:lnTo>
                  <a:lnTo>
                    <a:pt x="851" y="2121"/>
                  </a:lnTo>
                  <a:lnTo>
                    <a:pt x="839" y="2133"/>
                  </a:lnTo>
                  <a:lnTo>
                    <a:pt x="831" y="2141"/>
                  </a:lnTo>
                  <a:lnTo>
                    <a:pt x="828" y="2143"/>
                  </a:lnTo>
                  <a:lnTo>
                    <a:pt x="827" y="2141"/>
                  </a:lnTo>
                  <a:lnTo>
                    <a:pt x="819" y="2133"/>
                  </a:lnTo>
                  <a:lnTo>
                    <a:pt x="807" y="2121"/>
                  </a:lnTo>
                  <a:lnTo>
                    <a:pt x="791" y="2103"/>
                  </a:lnTo>
                  <a:lnTo>
                    <a:pt x="772" y="2081"/>
                  </a:lnTo>
                  <a:lnTo>
                    <a:pt x="747" y="2056"/>
                  </a:lnTo>
                  <a:lnTo>
                    <a:pt x="722" y="2027"/>
                  </a:lnTo>
                  <a:lnTo>
                    <a:pt x="692" y="1994"/>
                  </a:lnTo>
                  <a:lnTo>
                    <a:pt x="660" y="1957"/>
                  </a:lnTo>
                  <a:lnTo>
                    <a:pt x="626" y="1918"/>
                  </a:lnTo>
                  <a:lnTo>
                    <a:pt x="590" y="1876"/>
                  </a:lnTo>
                  <a:lnTo>
                    <a:pt x="553" y="1831"/>
                  </a:lnTo>
                  <a:lnTo>
                    <a:pt x="514" y="1785"/>
                  </a:lnTo>
                  <a:lnTo>
                    <a:pt x="475" y="1735"/>
                  </a:lnTo>
                  <a:lnTo>
                    <a:pt x="434" y="1684"/>
                  </a:lnTo>
                  <a:lnTo>
                    <a:pt x="394" y="1631"/>
                  </a:lnTo>
                  <a:lnTo>
                    <a:pt x="355" y="1577"/>
                  </a:lnTo>
                  <a:lnTo>
                    <a:pt x="316" y="1523"/>
                  </a:lnTo>
                  <a:lnTo>
                    <a:pt x="277" y="1468"/>
                  </a:lnTo>
                  <a:lnTo>
                    <a:pt x="239" y="1411"/>
                  </a:lnTo>
                  <a:lnTo>
                    <a:pt x="204" y="1354"/>
                  </a:lnTo>
                  <a:lnTo>
                    <a:pt x="169" y="1298"/>
                  </a:lnTo>
                  <a:lnTo>
                    <a:pt x="138" y="1241"/>
                  </a:lnTo>
                  <a:lnTo>
                    <a:pt x="108" y="1186"/>
                  </a:lnTo>
                  <a:lnTo>
                    <a:pt x="81" y="1131"/>
                  </a:lnTo>
                  <a:lnTo>
                    <a:pt x="58" y="1077"/>
                  </a:lnTo>
                  <a:lnTo>
                    <a:pt x="38" y="1024"/>
                  </a:lnTo>
                  <a:lnTo>
                    <a:pt x="22" y="971"/>
                  </a:lnTo>
                  <a:lnTo>
                    <a:pt x="9" y="923"/>
                  </a:lnTo>
                  <a:lnTo>
                    <a:pt x="3" y="874"/>
                  </a:lnTo>
                  <a:lnTo>
                    <a:pt x="0" y="828"/>
                  </a:lnTo>
                  <a:lnTo>
                    <a:pt x="4" y="745"/>
                  </a:lnTo>
                  <a:lnTo>
                    <a:pt x="18" y="663"/>
                  </a:lnTo>
                  <a:lnTo>
                    <a:pt x="38" y="583"/>
                  </a:lnTo>
                  <a:lnTo>
                    <a:pt x="65" y="506"/>
                  </a:lnTo>
                  <a:lnTo>
                    <a:pt x="100" y="435"/>
                  </a:lnTo>
                  <a:lnTo>
                    <a:pt x="142" y="366"/>
                  </a:lnTo>
                  <a:lnTo>
                    <a:pt x="189" y="302"/>
                  </a:lnTo>
                  <a:lnTo>
                    <a:pt x="243" y="243"/>
                  </a:lnTo>
                  <a:lnTo>
                    <a:pt x="302" y="189"/>
                  </a:lnTo>
                  <a:lnTo>
                    <a:pt x="366" y="142"/>
                  </a:lnTo>
                  <a:lnTo>
                    <a:pt x="434" y="100"/>
                  </a:lnTo>
                  <a:lnTo>
                    <a:pt x="506" y="65"/>
                  </a:lnTo>
                  <a:lnTo>
                    <a:pt x="583" y="38"/>
                  </a:lnTo>
                  <a:lnTo>
                    <a:pt x="662" y="18"/>
                  </a:lnTo>
                  <a:lnTo>
                    <a:pt x="745" y="4"/>
                  </a:lnTo>
                  <a:lnTo>
                    <a:pt x="828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grpSp>
          <p:nvGrpSpPr>
            <p:cNvPr id="3" name="Group 76"/>
            <p:cNvGrpSpPr/>
            <p:nvPr/>
          </p:nvGrpSpPr>
          <p:grpSpPr>
            <a:xfrm>
              <a:off x="5767215" y="2423034"/>
              <a:ext cx="650753" cy="714990"/>
              <a:chOff x="2171700" y="1574800"/>
              <a:chExt cx="739776" cy="812800"/>
            </a:xfrm>
            <a:solidFill>
              <a:schemeClr val="accent1"/>
            </a:solidFill>
          </p:grpSpPr>
          <p:sp>
            <p:nvSpPr>
              <p:cNvPr id="78" name="Freeform 33"/>
              <p:cNvSpPr>
                <a:spLocks noEditPoints="1"/>
              </p:cNvSpPr>
              <p:nvPr/>
            </p:nvSpPr>
            <p:spPr bwMode="auto">
              <a:xfrm>
                <a:off x="2292350" y="1700213"/>
                <a:ext cx="498475" cy="687387"/>
              </a:xfrm>
              <a:custGeom>
                <a:avLst/>
                <a:gdLst>
                  <a:gd name="T0" fmla="*/ 813 w 2197"/>
                  <a:gd name="T1" fmla="*/ 324 h 3032"/>
                  <a:gd name="T2" fmla="*/ 519 w 2197"/>
                  <a:gd name="T3" fmla="*/ 505 h 3032"/>
                  <a:gd name="T4" fmla="*/ 329 w 2197"/>
                  <a:gd name="T5" fmla="*/ 783 h 3032"/>
                  <a:gd name="T6" fmla="*/ 281 w 2197"/>
                  <a:gd name="T7" fmla="*/ 1120 h 3032"/>
                  <a:gd name="T8" fmla="*/ 340 w 2197"/>
                  <a:gd name="T9" fmla="*/ 1390 h 3032"/>
                  <a:gd name="T10" fmla="*/ 449 w 2197"/>
                  <a:gd name="T11" fmla="*/ 1594 h 3032"/>
                  <a:gd name="T12" fmla="*/ 575 w 2197"/>
                  <a:gd name="T13" fmla="*/ 1783 h 3032"/>
                  <a:gd name="T14" fmla="*/ 653 w 2197"/>
                  <a:gd name="T15" fmla="*/ 1996 h 3032"/>
                  <a:gd name="T16" fmla="*/ 700 w 2197"/>
                  <a:gd name="T17" fmla="*/ 2142 h 3032"/>
                  <a:gd name="T18" fmla="*/ 1457 w 2197"/>
                  <a:gd name="T19" fmla="*/ 2178 h 3032"/>
                  <a:gd name="T20" fmla="*/ 1539 w 2197"/>
                  <a:gd name="T21" fmla="*/ 2071 h 3032"/>
                  <a:gd name="T22" fmla="*/ 1581 w 2197"/>
                  <a:gd name="T23" fmla="*/ 1864 h 3032"/>
                  <a:gd name="T24" fmla="*/ 1700 w 2197"/>
                  <a:gd name="T25" fmla="*/ 1666 h 3032"/>
                  <a:gd name="T26" fmla="*/ 1817 w 2197"/>
                  <a:gd name="T27" fmla="*/ 1478 h 3032"/>
                  <a:gd name="T28" fmla="*/ 1902 w 2197"/>
                  <a:gd name="T29" fmla="*/ 1238 h 3032"/>
                  <a:gd name="T30" fmla="*/ 1907 w 2197"/>
                  <a:gd name="T31" fmla="*/ 915 h 3032"/>
                  <a:gd name="T32" fmla="*/ 1769 w 2197"/>
                  <a:gd name="T33" fmla="*/ 606 h 3032"/>
                  <a:gd name="T34" fmla="*/ 1513 w 2197"/>
                  <a:gd name="T35" fmla="*/ 382 h 3032"/>
                  <a:gd name="T36" fmla="*/ 1174 w 2197"/>
                  <a:gd name="T37" fmla="*/ 279 h 3032"/>
                  <a:gd name="T38" fmla="*/ 1362 w 2197"/>
                  <a:gd name="T39" fmla="*/ 32 h 3032"/>
                  <a:gd name="T40" fmla="*/ 1747 w 2197"/>
                  <a:gd name="T41" fmla="*/ 204 h 3032"/>
                  <a:gd name="T42" fmla="*/ 2033 w 2197"/>
                  <a:gd name="T43" fmla="*/ 499 h 3032"/>
                  <a:gd name="T44" fmla="*/ 2182 w 2197"/>
                  <a:gd name="T45" fmla="*/ 883 h 3032"/>
                  <a:gd name="T46" fmla="*/ 2180 w 2197"/>
                  <a:gd name="T47" fmla="*/ 1263 h 3032"/>
                  <a:gd name="T48" fmla="*/ 2095 w 2197"/>
                  <a:gd name="T49" fmla="*/ 1542 h 3032"/>
                  <a:gd name="T50" fmla="*/ 1977 w 2197"/>
                  <a:gd name="T51" fmla="*/ 1752 h 3032"/>
                  <a:gd name="T52" fmla="*/ 1857 w 2197"/>
                  <a:gd name="T53" fmla="*/ 1933 h 3032"/>
                  <a:gd name="T54" fmla="*/ 1816 w 2197"/>
                  <a:gd name="T55" fmla="*/ 2095 h 3032"/>
                  <a:gd name="T56" fmla="*/ 1702 w 2197"/>
                  <a:gd name="T57" fmla="*/ 2328 h 3032"/>
                  <a:gd name="T58" fmla="*/ 1611 w 2197"/>
                  <a:gd name="T59" fmla="*/ 2485 h 3032"/>
                  <a:gd name="T60" fmla="*/ 1603 w 2197"/>
                  <a:gd name="T61" fmla="*/ 2631 h 3032"/>
                  <a:gd name="T62" fmla="*/ 1599 w 2197"/>
                  <a:gd name="T63" fmla="*/ 2699 h 3032"/>
                  <a:gd name="T64" fmla="*/ 1566 w 2197"/>
                  <a:gd name="T65" fmla="*/ 2789 h 3032"/>
                  <a:gd name="T66" fmla="*/ 1452 w 2197"/>
                  <a:gd name="T67" fmla="*/ 2888 h 3032"/>
                  <a:gd name="T68" fmla="*/ 1283 w 2197"/>
                  <a:gd name="T69" fmla="*/ 3010 h 3032"/>
                  <a:gd name="T70" fmla="*/ 965 w 2197"/>
                  <a:gd name="T71" fmla="*/ 3030 h 3032"/>
                  <a:gd name="T72" fmla="*/ 825 w 2197"/>
                  <a:gd name="T73" fmla="*/ 2922 h 3032"/>
                  <a:gd name="T74" fmla="*/ 657 w 2197"/>
                  <a:gd name="T75" fmla="*/ 2823 h 3032"/>
                  <a:gd name="T76" fmla="*/ 602 w 2197"/>
                  <a:gd name="T77" fmla="*/ 2718 h 3032"/>
                  <a:gd name="T78" fmla="*/ 597 w 2197"/>
                  <a:gd name="T79" fmla="*/ 2671 h 3032"/>
                  <a:gd name="T80" fmla="*/ 590 w 2197"/>
                  <a:gd name="T81" fmla="*/ 2546 h 3032"/>
                  <a:gd name="T82" fmla="*/ 582 w 2197"/>
                  <a:gd name="T83" fmla="*/ 2406 h 3032"/>
                  <a:gd name="T84" fmla="*/ 408 w 2197"/>
                  <a:gd name="T85" fmla="*/ 2193 h 3032"/>
                  <a:gd name="T86" fmla="*/ 368 w 2197"/>
                  <a:gd name="T87" fmla="*/ 1991 h 3032"/>
                  <a:gd name="T88" fmla="*/ 268 w 2197"/>
                  <a:gd name="T89" fmla="*/ 1821 h 3032"/>
                  <a:gd name="T90" fmla="*/ 149 w 2197"/>
                  <a:gd name="T91" fmla="*/ 1633 h 3032"/>
                  <a:gd name="T92" fmla="*/ 45 w 2197"/>
                  <a:gd name="T93" fmla="*/ 1384 h 3032"/>
                  <a:gd name="T94" fmla="*/ 0 w 2197"/>
                  <a:gd name="T95" fmla="*/ 1054 h 3032"/>
                  <a:gd name="T96" fmla="*/ 87 w 2197"/>
                  <a:gd name="T97" fmla="*/ 644 h 3032"/>
                  <a:gd name="T98" fmla="*/ 323 w 2197"/>
                  <a:gd name="T99" fmla="*/ 310 h 3032"/>
                  <a:gd name="T100" fmla="*/ 672 w 2197"/>
                  <a:gd name="T101" fmla="*/ 83 h 3032"/>
                  <a:gd name="T102" fmla="*/ 1099 w 2197"/>
                  <a:gd name="T103" fmla="*/ 0 h 30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</a:cxnLst>
                <a:rect l="0" t="0" r="r" b="b"/>
                <a:pathLst>
                  <a:path w="2197" h="3032">
                    <a:moveTo>
                      <a:pt x="1099" y="276"/>
                    </a:moveTo>
                    <a:lnTo>
                      <a:pt x="1024" y="279"/>
                    </a:lnTo>
                    <a:lnTo>
                      <a:pt x="951" y="288"/>
                    </a:lnTo>
                    <a:lnTo>
                      <a:pt x="881" y="304"/>
                    </a:lnTo>
                    <a:lnTo>
                      <a:pt x="813" y="324"/>
                    </a:lnTo>
                    <a:lnTo>
                      <a:pt x="747" y="352"/>
                    </a:lnTo>
                    <a:lnTo>
                      <a:pt x="685" y="383"/>
                    </a:lnTo>
                    <a:lnTo>
                      <a:pt x="626" y="419"/>
                    </a:lnTo>
                    <a:lnTo>
                      <a:pt x="571" y="460"/>
                    </a:lnTo>
                    <a:lnTo>
                      <a:pt x="519" y="505"/>
                    </a:lnTo>
                    <a:lnTo>
                      <a:pt x="471" y="553"/>
                    </a:lnTo>
                    <a:lnTo>
                      <a:pt x="429" y="606"/>
                    </a:lnTo>
                    <a:lnTo>
                      <a:pt x="391" y="662"/>
                    </a:lnTo>
                    <a:lnTo>
                      <a:pt x="358" y="721"/>
                    </a:lnTo>
                    <a:lnTo>
                      <a:pt x="329" y="783"/>
                    </a:lnTo>
                    <a:lnTo>
                      <a:pt x="308" y="848"/>
                    </a:lnTo>
                    <a:lnTo>
                      <a:pt x="292" y="915"/>
                    </a:lnTo>
                    <a:lnTo>
                      <a:pt x="282" y="983"/>
                    </a:lnTo>
                    <a:lnTo>
                      <a:pt x="278" y="1054"/>
                    </a:lnTo>
                    <a:lnTo>
                      <a:pt x="281" y="1120"/>
                    </a:lnTo>
                    <a:lnTo>
                      <a:pt x="286" y="1181"/>
                    </a:lnTo>
                    <a:lnTo>
                      <a:pt x="295" y="1238"/>
                    </a:lnTo>
                    <a:lnTo>
                      <a:pt x="308" y="1292"/>
                    </a:lnTo>
                    <a:lnTo>
                      <a:pt x="323" y="1343"/>
                    </a:lnTo>
                    <a:lnTo>
                      <a:pt x="340" y="1390"/>
                    </a:lnTo>
                    <a:lnTo>
                      <a:pt x="359" y="1435"/>
                    </a:lnTo>
                    <a:lnTo>
                      <a:pt x="380" y="1478"/>
                    </a:lnTo>
                    <a:lnTo>
                      <a:pt x="402" y="1518"/>
                    </a:lnTo>
                    <a:lnTo>
                      <a:pt x="426" y="1557"/>
                    </a:lnTo>
                    <a:lnTo>
                      <a:pt x="449" y="1594"/>
                    </a:lnTo>
                    <a:lnTo>
                      <a:pt x="474" y="1630"/>
                    </a:lnTo>
                    <a:lnTo>
                      <a:pt x="496" y="1665"/>
                    </a:lnTo>
                    <a:lnTo>
                      <a:pt x="523" y="1704"/>
                    </a:lnTo>
                    <a:lnTo>
                      <a:pt x="550" y="1744"/>
                    </a:lnTo>
                    <a:lnTo>
                      <a:pt x="575" y="1783"/>
                    </a:lnTo>
                    <a:lnTo>
                      <a:pt x="597" y="1823"/>
                    </a:lnTo>
                    <a:lnTo>
                      <a:pt x="617" y="1864"/>
                    </a:lnTo>
                    <a:lnTo>
                      <a:pt x="632" y="1906"/>
                    </a:lnTo>
                    <a:lnTo>
                      <a:pt x="645" y="1950"/>
                    </a:lnTo>
                    <a:lnTo>
                      <a:pt x="653" y="1996"/>
                    </a:lnTo>
                    <a:lnTo>
                      <a:pt x="655" y="2044"/>
                    </a:lnTo>
                    <a:lnTo>
                      <a:pt x="658" y="2071"/>
                    </a:lnTo>
                    <a:lnTo>
                      <a:pt x="669" y="2097"/>
                    </a:lnTo>
                    <a:lnTo>
                      <a:pt x="682" y="2121"/>
                    </a:lnTo>
                    <a:lnTo>
                      <a:pt x="700" y="2142"/>
                    </a:lnTo>
                    <a:lnTo>
                      <a:pt x="720" y="2162"/>
                    </a:lnTo>
                    <a:lnTo>
                      <a:pt x="740" y="2178"/>
                    </a:lnTo>
                    <a:lnTo>
                      <a:pt x="759" y="2193"/>
                    </a:lnTo>
                    <a:lnTo>
                      <a:pt x="1438" y="2193"/>
                    </a:lnTo>
                    <a:lnTo>
                      <a:pt x="1457" y="2178"/>
                    </a:lnTo>
                    <a:lnTo>
                      <a:pt x="1478" y="2162"/>
                    </a:lnTo>
                    <a:lnTo>
                      <a:pt x="1498" y="2142"/>
                    </a:lnTo>
                    <a:lnTo>
                      <a:pt x="1515" y="2121"/>
                    </a:lnTo>
                    <a:lnTo>
                      <a:pt x="1529" y="2097"/>
                    </a:lnTo>
                    <a:lnTo>
                      <a:pt x="1539" y="2071"/>
                    </a:lnTo>
                    <a:lnTo>
                      <a:pt x="1542" y="2044"/>
                    </a:lnTo>
                    <a:lnTo>
                      <a:pt x="1545" y="1996"/>
                    </a:lnTo>
                    <a:lnTo>
                      <a:pt x="1553" y="1950"/>
                    </a:lnTo>
                    <a:lnTo>
                      <a:pt x="1565" y="1906"/>
                    </a:lnTo>
                    <a:lnTo>
                      <a:pt x="1581" y="1864"/>
                    </a:lnTo>
                    <a:lnTo>
                      <a:pt x="1600" y="1824"/>
                    </a:lnTo>
                    <a:lnTo>
                      <a:pt x="1623" y="1783"/>
                    </a:lnTo>
                    <a:lnTo>
                      <a:pt x="1647" y="1744"/>
                    </a:lnTo>
                    <a:lnTo>
                      <a:pt x="1673" y="1705"/>
                    </a:lnTo>
                    <a:lnTo>
                      <a:pt x="1700" y="1666"/>
                    </a:lnTo>
                    <a:lnTo>
                      <a:pt x="1724" y="1631"/>
                    </a:lnTo>
                    <a:lnTo>
                      <a:pt x="1748" y="1595"/>
                    </a:lnTo>
                    <a:lnTo>
                      <a:pt x="1772" y="1558"/>
                    </a:lnTo>
                    <a:lnTo>
                      <a:pt x="1796" y="1518"/>
                    </a:lnTo>
                    <a:lnTo>
                      <a:pt x="1817" y="1478"/>
                    </a:lnTo>
                    <a:lnTo>
                      <a:pt x="1839" y="1435"/>
                    </a:lnTo>
                    <a:lnTo>
                      <a:pt x="1858" y="1390"/>
                    </a:lnTo>
                    <a:lnTo>
                      <a:pt x="1875" y="1343"/>
                    </a:lnTo>
                    <a:lnTo>
                      <a:pt x="1890" y="1292"/>
                    </a:lnTo>
                    <a:lnTo>
                      <a:pt x="1902" y="1238"/>
                    </a:lnTo>
                    <a:lnTo>
                      <a:pt x="1911" y="1181"/>
                    </a:lnTo>
                    <a:lnTo>
                      <a:pt x="1917" y="1120"/>
                    </a:lnTo>
                    <a:lnTo>
                      <a:pt x="1919" y="1054"/>
                    </a:lnTo>
                    <a:lnTo>
                      <a:pt x="1916" y="983"/>
                    </a:lnTo>
                    <a:lnTo>
                      <a:pt x="1907" y="915"/>
                    </a:lnTo>
                    <a:lnTo>
                      <a:pt x="1890" y="847"/>
                    </a:lnTo>
                    <a:lnTo>
                      <a:pt x="1868" y="783"/>
                    </a:lnTo>
                    <a:lnTo>
                      <a:pt x="1841" y="721"/>
                    </a:lnTo>
                    <a:lnTo>
                      <a:pt x="1807" y="661"/>
                    </a:lnTo>
                    <a:lnTo>
                      <a:pt x="1769" y="606"/>
                    </a:lnTo>
                    <a:lnTo>
                      <a:pt x="1726" y="553"/>
                    </a:lnTo>
                    <a:lnTo>
                      <a:pt x="1679" y="505"/>
                    </a:lnTo>
                    <a:lnTo>
                      <a:pt x="1628" y="460"/>
                    </a:lnTo>
                    <a:lnTo>
                      <a:pt x="1572" y="418"/>
                    </a:lnTo>
                    <a:lnTo>
                      <a:pt x="1513" y="382"/>
                    </a:lnTo>
                    <a:lnTo>
                      <a:pt x="1451" y="352"/>
                    </a:lnTo>
                    <a:lnTo>
                      <a:pt x="1385" y="324"/>
                    </a:lnTo>
                    <a:lnTo>
                      <a:pt x="1317" y="304"/>
                    </a:lnTo>
                    <a:lnTo>
                      <a:pt x="1246" y="288"/>
                    </a:lnTo>
                    <a:lnTo>
                      <a:pt x="1174" y="279"/>
                    </a:lnTo>
                    <a:lnTo>
                      <a:pt x="1099" y="276"/>
                    </a:lnTo>
                    <a:close/>
                    <a:moveTo>
                      <a:pt x="1099" y="0"/>
                    </a:moveTo>
                    <a:lnTo>
                      <a:pt x="1188" y="3"/>
                    </a:lnTo>
                    <a:lnTo>
                      <a:pt x="1277" y="15"/>
                    </a:lnTo>
                    <a:lnTo>
                      <a:pt x="1362" y="32"/>
                    </a:lnTo>
                    <a:lnTo>
                      <a:pt x="1446" y="54"/>
                    </a:lnTo>
                    <a:lnTo>
                      <a:pt x="1525" y="83"/>
                    </a:lnTo>
                    <a:lnTo>
                      <a:pt x="1603" y="118"/>
                    </a:lnTo>
                    <a:lnTo>
                      <a:pt x="1676" y="159"/>
                    </a:lnTo>
                    <a:lnTo>
                      <a:pt x="1747" y="204"/>
                    </a:lnTo>
                    <a:lnTo>
                      <a:pt x="1813" y="255"/>
                    </a:lnTo>
                    <a:lnTo>
                      <a:pt x="1875" y="310"/>
                    </a:lnTo>
                    <a:lnTo>
                      <a:pt x="1932" y="368"/>
                    </a:lnTo>
                    <a:lnTo>
                      <a:pt x="1985" y="433"/>
                    </a:lnTo>
                    <a:lnTo>
                      <a:pt x="2033" y="499"/>
                    </a:lnTo>
                    <a:lnTo>
                      <a:pt x="2075" y="570"/>
                    </a:lnTo>
                    <a:lnTo>
                      <a:pt x="2111" y="644"/>
                    </a:lnTo>
                    <a:lnTo>
                      <a:pt x="2140" y="722"/>
                    </a:lnTo>
                    <a:lnTo>
                      <a:pt x="2165" y="801"/>
                    </a:lnTo>
                    <a:lnTo>
                      <a:pt x="2182" y="883"/>
                    </a:lnTo>
                    <a:lnTo>
                      <a:pt x="2194" y="968"/>
                    </a:lnTo>
                    <a:lnTo>
                      <a:pt x="2197" y="1054"/>
                    </a:lnTo>
                    <a:lnTo>
                      <a:pt x="2195" y="1128"/>
                    </a:lnTo>
                    <a:lnTo>
                      <a:pt x="2189" y="1197"/>
                    </a:lnTo>
                    <a:lnTo>
                      <a:pt x="2180" y="1263"/>
                    </a:lnTo>
                    <a:lnTo>
                      <a:pt x="2168" y="1326"/>
                    </a:lnTo>
                    <a:lnTo>
                      <a:pt x="2153" y="1384"/>
                    </a:lnTo>
                    <a:lnTo>
                      <a:pt x="2136" y="1440"/>
                    </a:lnTo>
                    <a:lnTo>
                      <a:pt x="2116" y="1493"/>
                    </a:lnTo>
                    <a:lnTo>
                      <a:pt x="2095" y="1542"/>
                    </a:lnTo>
                    <a:lnTo>
                      <a:pt x="2072" y="1588"/>
                    </a:lnTo>
                    <a:lnTo>
                      <a:pt x="2050" y="1632"/>
                    </a:lnTo>
                    <a:lnTo>
                      <a:pt x="2025" y="1675"/>
                    </a:lnTo>
                    <a:lnTo>
                      <a:pt x="2001" y="1714"/>
                    </a:lnTo>
                    <a:lnTo>
                      <a:pt x="1977" y="1752"/>
                    </a:lnTo>
                    <a:lnTo>
                      <a:pt x="1953" y="1787"/>
                    </a:lnTo>
                    <a:lnTo>
                      <a:pt x="1929" y="1820"/>
                    </a:lnTo>
                    <a:lnTo>
                      <a:pt x="1902" y="1862"/>
                    </a:lnTo>
                    <a:lnTo>
                      <a:pt x="1877" y="1899"/>
                    </a:lnTo>
                    <a:lnTo>
                      <a:pt x="1857" y="1933"/>
                    </a:lnTo>
                    <a:lnTo>
                      <a:pt x="1841" y="1963"/>
                    </a:lnTo>
                    <a:lnTo>
                      <a:pt x="1830" y="1991"/>
                    </a:lnTo>
                    <a:lnTo>
                      <a:pt x="1822" y="2019"/>
                    </a:lnTo>
                    <a:lnTo>
                      <a:pt x="1819" y="2044"/>
                    </a:lnTo>
                    <a:lnTo>
                      <a:pt x="1816" y="2095"/>
                    </a:lnTo>
                    <a:lnTo>
                      <a:pt x="1806" y="2145"/>
                    </a:lnTo>
                    <a:lnTo>
                      <a:pt x="1790" y="2193"/>
                    </a:lnTo>
                    <a:lnTo>
                      <a:pt x="1766" y="2240"/>
                    </a:lnTo>
                    <a:lnTo>
                      <a:pt x="1738" y="2285"/>
                    </a:lnTo>
                    <a:lnTo>
                      <a:pt x="1702" y="2328"/>
                    </a:lnTo>
                    <a:lnTo>
                      <a:pt x="1662" y="2369"/>
                    </a:lnTo>
                    <a:lnTo>
                      <a:pt x="1615" y="2406"/>
                    </a:lnTo>
                    <a:lnTo>
                      <a:pt x="1614" y="2429"/>
                    </a:lnTo>
                    <a:lnTo>
                      <a:pt x="1613" y="2456"/>
                    </a:lnTo>
                    <a:lnTo>
                      <a:pt x="1611" y="2485"/>
                    </a:lnTo>
                    <a:lnTo>
                      <a:pt x="1609" y="2515"/>
                    </a:lnTo>
                    <a:lnTo>
                      <a:pt x="1607" y="2546"/>
                    </a:lnTo>
                    <a:lnTo>
                      <a:pt x="1606" y="2576"/>
                    </a:lnTo>
                    <a:lnTo>
                      <a:pt x="1604" y="2605"/>
                    </a:lnTo>
                    <a:lnTo>
                      <a:pt x="1603" y="2631"/>
                    </a:lnTo>
                    <a:lnTo>
                      <a:pt x="1601" y="2653"/>
                    </a:lnTo>
                    <a:lnTo>
                      <a:pt x="1600" y="2671"/>
                    </a:lnTo>
                    <a:lnTo>
                      <a:pt x="1600" y="2682"/>
                    </a:lnTo>
                    <a:lnTo>
                      <a:pt x="1599" y="2685"/>
                    </a:lnTo>
                    <a:lnTo>
                      <a:pt x="1599" y="2699"/>
                    </a:lnTo>
                    <a:lnTo>
                      <a:pt x="1597" y="2715"/>
                    </a:lnTo>
                    <a:lnTo>
                      <a:pt x="1592" y="2732"/>
                    </a:lnTo>
                    <a:lnTo>
                      <a:pt x="1587" y="2750"/>
                    </a:lnTo>
                    <a:lnTo>
                      <a:pt x="1578" y="2770"/>
                    </a:lnTo>
                    <a:lnTo>
                      <a:pt x="1566" y="2789"/>
                    </a:lnTo>
                    <a:lnTo>
                      <a:pt x="1552" y="2809"/>
                    </a:lnTo>
                    <a:lnTo>
                      <a:pt x="1533" y="2831"/>
                    </a:lnTo>
                    <a:lnTo>
                      <a:pt x="1511" y="2850"/>
                    </a:lnTo>
                    <a:lnTo>
                      <a:pt x="1483" y="2870"/>
                    </a:lnTo>
                    <a:lnTo>
                      <a:pt x="1452" y="2888"/>
                    </a:lnTo>
                    <a:lnTo>
                      <a:pt x="1415" y="2906"/>
                    </a:lnTo>
                    <a:lnTo>
                      <a:pt x="1372" y="2922"/>
                    </a:lnTo>
                    <a:lnTo>
                      <a:pt x="1347" y="2953"/>
                    </a:lnTo>
                    <a:lnTo>
                      <a:pt x="1317" y="2983"/>
                    </a:lnTo>
                    <a:lnTo>
                      <a:pt x="1283" y="3010"/>
                    </a:lnTo>
                    <a:lnTo>
                      <a:pt x="1259" y="3022"/>
                    </a:lnTo>
                    <a:lnTo>
                      <a:pt x="1233" y="3030"/>
                    </a:lnTo>
                    <a:lnTo>
                      <a:pt x="1205" y="3032"/>
                    </a:lnTo>
                    <a:lnTo>
                      <a:pt x="992" y="3032"/>
                    </a:lnTo>
                    <a:lnTo>
                      <a:pt x="965" y="3030"/>
                    </a:lnTo>
                    <a:lnTo>
                      <a:pt x="939" y="3022"/>
                    </a:lnTo>
                    <a:lnTo>
                      <a:pt x="915" y="3010"/>
                    </a:lnTo>
                    <a:lnTo>
                      <a:pt x="881" y="2983"/>
                    </a:lnTo>
                    <a:lnTo>
                      <a:pt x="850" y="2953"/>
                    </a:lnTo>
                    <a:lnTo>
                      <a:pt x="825" y="2922"/>
                    </a:lnTo>
                    <a:lnTo>
                      <a:pt x="780" y="2904"/>
                    </a:lnTo>
                    <a:lnTo>
                      <a:pt x="741" y="2886"/>
                    </a:lnTo>
                    <a:lnTo>
                      <a:pt x="707" y="2866"/>
                    </a:lnTo>
                    <a:lnTo>
                      <a:pt x="680" y="2844"/>
                    </a:lnTo>
                    <a:lnTo>
                      <a:pt x="657" y="2823"/>
                    </a:lnTo>
                    <a:lnTo>
                      <a:pt x="639" y="2800"/>
                    </a:lnTo>
                    <a:lnTo>
                      <a:pt x="626" y="2779"/>
                    </a:lnTo>
                    <a:lnTo>
                      <a:pt x="614" y="2757"/>
                    </a:lnTo>
                    <a:lnTo>
                      <a:pt x="607" y="2737"/>
                    </a:lnTo>
                    <a:lnTo>
                      <a:pt x="602" y="2718"/>
                    </a:lnTo>
                    <a:lnTo>
                      <a:pt x="599" y="2701"/>
                    </a:lnTo>
                    <a:lnTo>
                      <a:pt x="598" y="2685"/>
                    </a:lnTo>
                    <a:lnTo>
                      <a:pt x="598" y="2685"/>
                    </a:lnTo>
                    <a:lnTo>
                      <a:pt x="598" y="2682"/>
                    </a:lnTo>
                    <a:lnTo>
                      <a:pt x="597" y="2671"/>
                    </a:lnTo>
                    <a:lnTo>
                      <a:pt x="596" y="2653"/>
                    </a:lnTo>
                    <a:lnTo>
                      <a:pt x="595" y="2631"/>
                    </a:lnTo>
                    <a:lnTo>
                      <a:pt x="594" y="2605"/>
                    </a:lnTo>
                    <a:lnTo>
                      <a:pt x="592" y="2576"/>
                    </a:lnTo>
                    <a:lnTo>
                      <a:pt x="590" y="2546"/>
                    </a:lnTo>
                    <a:lnTo>
                      <a:pt x="588" y="2515"/>
                    </a:lnTo>
                    <a:lnTo>
                      <a:pt x="587" y="2485"/>
                    </a:lnTo>
                    <a:lnTo>
                      <a:pt x="585" y="2456"/>
                    </a:lnTo>
                    <a:lnTo>
                      <a:pt x="584" y="2429"/>
                    </a:lnTo>
                    <a:lnTo>
                      <a:pt x="582" y="2406"/>
                    </a:lnTo>
                    <a:lnTo>
                      <a:pt x="536" y="2369"/>
                    </a:lnTo>
                    <a:lnTo>
                      <a:pt x="495" y="2328"/>
                    </a:lnTo>
                    <a:lnTo>
                      <a:pt x="460" y="2285"/>
                    </a:lnTo>
                    <a:lnTo>
                      <a:pt x="432" y="2240"/>
                    </a:lnTo>
                    <a:lnTo>
                      <a:pt x="408" y="2193"/>
                    </a:lnTo>
                    <a:lnTo>
                      <a:pt x="392" y="2145"/>
                    </a:lnTo>
                    <a:lnTo>
                      <a:pt x="382" y="2095"/>
                    </a:lnTo>
                    <a:lnTo>
                      <a:pt x="378" y="2044"/>
                    </a:lnTo>
                    <a:lnTo>
                      <a:pt x="376" y="2019"/>
                    </a:lnTo>
                    <a:lnTo>
                      <a:pt x="368" y="1991"/>
                    </a:lnTo>
                    <a:lnTo>
                      <a:pt x="357" y="1963"/>
                    </a:lnTo>
                    <a:lnTo>
                      <a:pt x="341" y="1933"/>
                    </a:lnTo>
                    <a:lnTo>
                      <a:pt x="320" y="1899"/>
                    </a:lnTo>
                    <a:lnTo>
                      <a:pt x="297" y="1862"/>
                    </a:lnTo>
                    <a:lnTo>
                      <a:pt x="268" y="1821"/>
                    </a:lnTo>
                    <a:lnTo>
                      <a:pt x="245" y="1788"/>
                    </a:lnTo>
                    <a:lnTo>
                      <a:pt x="222" y="1752"/>
                    </a:lnTo>
                    <a:lnTo>
                      <a:pt x="197" y="1714"/>
                    </a:lnTo>
                    <a:lnTo>
                      <a:pt x="173" y="1675"/>
                    </a:lnTo>
                    <a:lnTo>
                      <a:pt x="149" y="1633"/>
                    </a:lnTo>
                    <a:lnTo>
                      <a:pt x="125" y="1588"/>
                    </a:lnTo>
                    <a:lnTo>
                      <a:pt x="102" y="1542"/>
                    </a:lnTo>
                    <a:lnTo>
                      <a:pt x="82" y="1493"/>
                    </a:lnTo>
                    <a:lnTo>
                      <a:pt x="62" y="1440"/>
                    </a:lnTo>
                    <a:lnTo>
                      <a:pt x="45" y="1384"/>
                    </a:lnTo>
                    <a:lnTo>
                      <a:pt x="30" y="1326"/>
                    </a:lnTo>
                    <a:lnTo>
                      <a:pt x="17" y="1263"/>
                    </a:lnTo>
                    <a:lnTo>
                      <a:pt x="8" y="1197"/>
                    </a:lnTo>
                    <a:lnTo>
                      <a:pt x="3" y="1128"/>
                    </a:lnTo>
                    <a:lnTo>
                      <a:pt x="0" y="1054"/>
                    </a:lnTo>
                    <a:lnTo>
                      <a:pt x="4" y="968"/>
                    </a:lnTo>
                    <a:lnTo>
                      <a:pt x="15" y="883"/>
                    </a:lnTo>
                    <a:lnTo>
                      <a:pt x="32" y="801"/>
                    </a:lnTo>
                    <a:lnTo>
                      <a:pt x="57" y="722"/>
                    </a:lnTo>
                    <a:lnTo>
                      <a:pt x="87" y="644"/>
                    </a:lnTo>
                    <a:lnTo>
                      <a:pt x="123" y="570"/>
                    </a:lnTo>
                    <a:lnTo>
                      <a:pt x="165" y="499"/>
                    </a:lnTo>
                    <a:lnTo>
                      <a:pt x="213" y="433"/>
                    </a:lnTo>
                    <a:lnTo>
                      <a:pt x="266" y="368"/>
                    </a:lnTo>
                    <a:lnTo>
                      <a:pt x="323" y="310"/>
                    </a:lnTo>
                    <a:lnTo>
                      <a:pt x="385" y="255"/>
                    </a:lnTo>
                    <a:lnTo>
                      <a:pt x="451" y="204"/>
                    </a:lnTo>
                    <a:lnTo>
                      <a:pt x="521" y="159"/>
                    </a:lnTo>
                    <a:lnTo>
                      <a:pt x="595" y="118"/>
                    </a:lnTo>
                    <a:lnTo>
                      <a:pt x="672" y="83"/>
                    </a:lnTo>
                    <a:lnTo>
                      <a:pt x="753" y="54"/>
                    </a:lnTo>
                    <a:lnTo>
                      <a:pt x="836" y="32"/>
                    </a:lnTo>
                    <a:lnTo>
                      <a:pt x="921" y="15"/>
                    </a:lnTo>
                    <a:lnTo>
                      <a:pt x="1009" y="3"/>
                    </a:lnTo>
                    <a:lnTo>
                      <a:pt x="1099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79" name="Freeform 34"/>
              <p:cNvSpPr>
                <a:spLocks/>
              </p:cNvSpPr>
              <p:nvPr/>
            </p:nvSpPr>
            <p:spPr bwMode="auto">
              <a:xfrm>
                <a:off x="2525713" y="1574800"/>
                <a:ext cx="31750" cy="79375"/>
              </a:xfrm>
              <a:custGeom>
                <a:avLst/>
                <a:gdLst>
                  <a:gd name="T0" fmla="*/ 69 w 138"/>
                  <a:gd name="T1" fmla="*/ 0 h 344"/>
                  <a:gd name="T2" fmla="*/ 69 w 138"/>
                  <a:gd name="T3" fmla="*/ 0 h 344"/>
                  <a:gd name="T4" fmla="*/ 87 w 138"/>
                  <a:gd name="T5" fmla="*/ 3 h 344"/>
                  <a:gd name="T6" fmla="*/ 104 w 138"/>
                  <a:gd name="T7" fmla="*/ 9 h 344"/>
                  <a:gd name="T8" fmla="*/ 118 w 138"/>
                  <a:gd name="T9" fmla="*/ 21 h 344"/>
                  <a:gd name="T10" fmla="*/ 129 w 138"/>
                  <a:gd name="T11" fmla="*/ 34 h 344"/>
                  <a:gd name="T12" fmla="*/ 136 w 138"/>
                  <a:gd name="T13" fmla="*/ 51 h 344"/>
                  <a:gd name="T14" fmla="*/ 138 w 138"/>
                  <a:gd name="T15" fmla="*/ 69 h 344"/>
                  <a:gd name="T16" fmla="*/ 138 w 138"/>
                  <a:gd name="T17" fmla="*/ 275 h 344"/>
                  <a:gd name="T18" fmla="*/ 136 w 138"/>
                  <a:gd name="T19" fmla="*/ 294 h 344"/>
                  <a:gd name="T20" fmla="*/ 129 w 138"/>
                  <a:gd name="T21" fmla="*/ 310 h 344"/>
                  <a:gd name="T22" fmla="*/ 118 w 138"/>
                  <a:gd name="T23" fmla="*/ 325 h 344"/>
                  <a:gd name="T24" fmla="*/ 104 w 138"/>
                  <a:gd name="T25" fmla="*/ 335 h 344"/>
                  <a:gd name="T26" fmla="*/ 87 w 138"/>
                  <a:gd name="T27" fmla="*/ 342 h 344"/>
                  <a:gd name="T28" fmla="*/ 69 w 138"/>
                  <a:gd name="T29" fmla="*/ 344 h 344"/>
                  <a:gd name="T30" fmla="*/ 51 w 138"/>
                  <a:gd name="T31" fmla="*/ 342 h 344"/>
                  <a:gd name="T32" fmla="*/ 34 w 138"/>
                  <a:gd name="T33" fmla="*/ 335 h 344"/>
                  <a:gd name="T34" fmla="*/ 20 w 138"/>
                  <a:gd name="T35" fmla="*/ 325 h 344"/>
                  <a:gd name="T36" fmla="*/ 9 w 138"/>
                  <a:gd name="T37" fmla="*/ 310 h 344"/>
                  <a:gd name="T38" fmla="*/ 2 w 138"/>
                  <a:gd name="T39" fmla="*/ 294 h 344"/>
                  <a:gd name="T40" fmla="*/ 0 w 138"/>
                  <a:gd name="T41" fmla="*/ 275 h 344"/>
                  <a:gd name="T42" fmla="*/ 0 w 138"/>
                  <a:gd name="T43" fmla="*/ 69 h 344"/>
                  <a:gd name="T44" fmla="*/ 2 w 138"/>
                  <a:gd name="T45" fmla="*/ 51 h 344"/>
                  <a:gd name="T46" fmla="*/ 9 w 138"/>
                  <a:gd name="T47" fmla="*/ 34 h 344"/>
                  <a:gd name="T48" fmla="*/ 20 w 138"/>
                  <a:gd name="T49" fmla="*/ 21 h 344"/>
                  <a:gd name="T50" fmla="*/ 34 w 138"/>
                  <a:gd name="T51" fmla="*/ 9 h 344"/>
                  <a:gd name="T52" fmla="*/ 51 w 138"/>
                  <a:gd name="T53" fmla="*/ 3 h 344"/>
                  <a:gd name="T54" fmla="*/ 69 w 138"/>
                  <a:gd name="T55" fmla="*/ 0 h 34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</a:cxnLst>
                <a:rect l="0" t="0" r="r" b="b"/>
                <a:pathLst>
                  <a:path w="138" h="344">
                    <a:moveTo>
                      <a:pt x="69" y="0"/>
                    </a:moveTo>
                    <a:lnTo>
                      <a:pt x="69" y="0"/>
                    </a:lnTo>
                    <a:lnTo>
                      <a:pt x="87" y="3"/>
                    </a:lnTo>
                    <a:lnTo>
                      <a:pt x="104" y="9"/>
                    </a:lnTo>
                    <a:lnTo>
                      <a:pt x="118" y="21"/>
                    </a:lnTo>
                    <a:lnTo>
                      <a:pt x="129" y="34"/>
                    </a:lnTo>
                    <a:lnTo>
                      <a:pt x="136" y="51"/>
                    </a:lnTo>
                    <a:lnTo>
                      <a:pt x="138" y="69"/>
                    </a:lnTo>
                    <a:lnTo>
                      <a:pt x="138" y="275"/>
                    </a:lnTo>
                    <a:lnTo>
                      <a:pt x="136" y="294"/>
                    </a:lnTo>
                    <a:lnTo>
                      <a:pt x="129" y="310"/>
                    </a:lnTo>
                    <a:lnTo>
                      <a:pt x="118" y="325"/>
                    </a:lnTo>
                    <a:lnTo>
                      <a:pt x="104" y="335"/>
                    </a:lnTo>
                    <a:lnTo>
                      <a:pt x="87" y="342"/>
                    </a:lnTo>
                    <a:lnTo>
                      <a:pt x="69" y="344"/>
                    </a:lnTo>
                    <a:lnTo>
                      <a:pt x="51" y="342"/>
                    </a:lnTo>
                    <a:lnTo>
                      <a:pt x="34" y="335"/>
                    </a:lnTo>
                    <a:lnTo>
                      <a:pt x="20" y="325"/>
                    </a:lnTo>
                    <a:lnTo>
                      <a:pt x="9" y="310"/>
                    </a:lnTo>
                    <a:lnTo>
                      <a:pt x="2" y="294"/>
                    </a:lnTo>
                    <a:lnTo>
                      <a:pt x="0" y="275"/>
                    </a:lnTo>
                    <a:lnTo>
                      <a:pt x="0" y="69"/>
                    </a:lnTo>
                    <a:lnTo>
                      <a:pt x="2" y="51"/>
                    </a:lnTo>
                    <a:lnTo>
                      <a:pt x="9" y="34"/>
                    </a:lnTo>
                    <a:lnTo>
                      <a:pt x="20" y="21"/>
                    </a:lnTo>
                    <a:lnTo>
                      <a:pt x="34" y="9"/>
                    </a:lnTo>
                    <a:lnTo>
                      <a:pt x="51" y="3"/>
                    </a:lnTo>
                    <a:lnTo>
                      <a:pt x="69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80" name="Freeform 35"/>
              <p:cNvSpPr>
                <a:spLocks/>
              </p:cNvSpPr>
              <p:nvPr/>
            </p:nvSpPr>
            <p:spPr bwMode="auto">
              <a:xfrm>
                <a:off x="2349500" y="1622425"/>
                <a:ext cx="53975" cy="71437"/>
              </a:xfrm>
              <a:custGeom>
                <a:avLst/>
                <a:gdLst>
                  <a:gd name="T0" fmla="*/ 69 w 243"/>
                  <a:gd name="T1" fmla="*/ 0 h 317"/>
                  <a:gd name="T2" fmla="*/ 87 w 243"/>
                  <a:gd name="T3" fmla="*/ 2 h 317"/>
                  <a:gd name="T4" fmla="*/ 103 w 243"/>
                  <a:gd name="T5" fmla="*/ 9 h 317"/>
                  <a:gd name="T6" fmla="*/ 118 w 243"/>
                  <a:gd name="T7" fmla="*/ 20 h 317"/>
                  <a:gd name="T8" fmla="*/ 129 w 243"/>
                  <a:gd name="T9" fmla="*/ 34 h 317"/>
                  <a:gd name="T10" fmla="*/ 233 w 243"/>
                  <a:gd name="T11" fmla="*/ 214 h 317"/>
                  <a:gd name="T12" fmla="*/ 240 w 243"/>
                  <a:gd name="T13" fmla="*/ 230 h 317"/>
                  <a:gd name="T14" fmla="*/ 243 w 243"/>
                  <a:gd name="T15" fmla="*/ 248 h 317"/>
                  <a:gd name="T16" fmla="*/ 240 w 243"/>
                  <a:gd name="T17" fmla="*/ 265 h 317"/>
                  <a:gd name="T18" fmla="*/ 233 w 243"/>
                  <a:gd name="T19" fmla="*/ 282 h 317"/>
                  <a:gd name="T20" fmla="*/ 223 w 243"/>
                  <a:gd name="T21" fmla="*/ 297 h 317"/>
                  <a:gd name="T22" fmla="*/ 209 w 243"/>
                  <a:gd name="T23" fmla="*/ 308 h 317"/>
                  <a:gd name="T24" fmla="*/ 191 w 243"/>
                  <a:gd name="T25" fmla="*/ 315 h 317"/>
                  <a:gd name="T26" fmla="*/ 173 w 243"/>
                  <a:gd name="T27" fmla="*/ 317 h 317"/>
                  <a:gd name="T28" fmla="*/ 155 w 243"/>
                  <a:gd name="T29" fmla="*/ 315 h 317"/>
                  <a:gd name="T30" fmla="*/ 139 w 243"/>
                  <a:gd name="T31" fmla="*/ 308 h 317"/>
                  <a:gd name="T32" fmla="*/ 125 w 243"/>
                  <a:gd name="T33" fmla="*/ 297 h 317"/>
                  <a:gd name="T34" fmla="*/ 113 w 243"/>
                  <a:gd name="T35" fmla="*/ 282 h 317"/>
                  <a:gd name="T36" fmla="*/ 9 w 243"/>
                  <a:gd name="T37" fmla="*/ 103 h 317"/>
                  <a:gd name="T38" fmla="*/ 2 w 243"/>
                  <a:gd name="T39" fmla="*/ 86 h 317"/>
                  <a:gd name="T40" fmla="*/ 0 w 243"/>
                  <a:gd name="T41" fmla="*/ 68 h 317"/>
                  <a:gd name="T42" fmla="*/ 2 w 243"/>
                  <a:gd name="T43" fmla="*/ 51 h 317"/>
                  <a:gd name="T44" fmla="*/ 9 w 243"/>
                  <a:gd name="T45" fmla="*/ 34 h 317"/>
                  <a:gd name="T46" fmla="*/ 20 w 243"/>
                  <a:gd name="T47" fmla="*/ 21 h 317"/>
                  <a:gd name="T48" fmla="*/ 34 w 243"/>
                  <a:gd name="T49" fmla="*/ 10 h 317"/>
                  <a:gd name="T50" fmla="*/ 52 w 243"/>
                  <a:gd name="T51" fmla="*/ 2 h 317"/>
                  <a:gd name="T52" fmla="*/ 69 w 243"/>
                  <a:gd name="T53" fmla="*/ 0 h 3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243" h="317">
                    <a:moveTo>
                      <a:pt x="69" y="0"/>
                    </a:moveTo>
                    <a:lnTo>
                      <a:pt x="87" y="2"/>
                    </a:lnTo>
                    <a:lnTo>
                      <a:pt x="103" y="9"/>
                    </a:lnTo>
                    <a:lnTo>
                      <a:pt x="118" y="20"/>
                    </a:lnTo>
                    <a:lnTo>
                      <a:pt x="129" y="34"/>
                    </a:lnTo>
                    <a:lnTo>
                      <a:pt x="233" y="214"/>
                    </a:lnTo>
                    <a:lnTo>
                      <a:pt x="240" y="230"/>
                    </a:lnTo>
                    <a:lnTo>
                      <a:pt x="243" y="248"/>
                    </a:lnTo>
                    <a:lnTo>
                      <a:pt x="240" y="265"/>
                    </a:lnTo>
                    <a:lnTo>
                      <a:pt x="233" y="282"/>
                    </a:lnTo>
                    <a:lnTo>
                      <a:pt x="223" y="297"/>
                    </a:lnTo>
                    <a:lnTo>
                      <a:pt x="209" y="308"/>
                    </a:lnTo>
                    <a:lnTo>
                      <a:pt x="191" y="315"/>
                    </a:lnTo>
                    <a:lnTo>
                      <a:pt x="173" y="317"/>
                    </a:lnTo>
                    <a:lnTo>
                      <a:pt x="155" y="315"/>
                    </a:lnTo>
                    <a:lnTo>
                      <a:pt x="139" y="308"/>
                    </a:lnTo>
                    <a:lnTo>
                      <a:pt x="125" y="297"/>
                    </a:lnTo>
                    <a:lnTo>
                      <a:pt x="113" y="282"/>
                    </a:lnTo>
                    <a:lnTo>
                      <a:pt x="9" y="103"/>
                    </a:lnTo>
                    <a:lnTo>
                      <a:pt x="2" y="86"/>
                    </a:lnTo>
                    <a:lnTo>
                      <a:pt x="0" y="68"/>
                    </a:lnTo>
                    <a:lnTo>
                      <a:pt x="2" y="51"/>
                    </a:lnTo>
                    <a:lnTo>
                      <a:pt x="9" y="34"/>
                    </a:lnTo>
                    <a:lnTo>
                      <a:pt x="20" y="21"/>
                    </a:lnTo>
                    <a:lnTo>
                      <a:pt x="34" y="10"/>
                    </a:lnTo>
                    <a:lnTo>
                      <a:pt x="52" y="2"/>
                    </a:lnTo>
                    <a:lnTo>
                      <a:pt x="69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81" name="Freeform 36"/>
              <p:cNvSpPr>
                <a:spLocks/>
              </p:cNvSpPr>
              <p:nvPr/>
            </p:nvSpPr>
            <p:spPr bwMode="auto">
              <a:xfrm>
                <a:off x="2219325" y="1751013"/>
                <a:ext cx="71438" cy="55562"/>
              </a:xfrm>
              <a:custGeom>
                <a:avLst/>
                <a:gdLst>
                  <a:gd name="T0" fmla="*/ 69 w 319"/>
                  <a:gd name="T1" fmla="*/ 0 h 241"/>
                  <a:gd name="T2" fmla="*/ 86 w 319"/>
                  <a:gd name="T3" fmla="*/ 3 h 241"/>
                  <a:gd name="T4" fmla="*/ 104 w 319"/>
                  <a:gd name="T5" fmla="*/ 9 h 241"/>
                  <a:gd name="T6" fmla="*/ 285 w 319"/>
                  <a:gd name="T7" fmla="*/ 112 h 241"/>
                  <a:gd name="T8" fmla="*/ 299 w 319"/>
                  <a:gd name="T9" fmla="*/ 124 h 241"/>
                  <a:gd name="T10" fmla="*/ 310 w 319"/>
                  <a:gd name="T11" fmla="*/ 138 h 241"/>
                  <a:gd name="T12" fmla="*/ 316 w 319"/>
                  <a:gd name="T13" fmla="*/ 155 h 241"/>
                  <a:gd name="T14" fmla="*/ 319 w 319"/>
                  <a:gd name="T15" fmla="*/ 172 h 241"/>
                  <a:gd name="T16" fmla="*/ 316 w 319"/>
                  <a:gd name="T17" fmla="*/ 190 h 241"/>
                  <a:gd name="T18" fmla="*/ 310 w 319"/>
                  <a:gd name="T19" fmla="*/ 206 h 241"/>
                  <a:gd name="T20" fmla="*/ 298 w 319"/>
                  <a:gd name="T21" fmla="*/ 221 h 241"/>
                  <a:gd name="T22" fmla="*/ 283 w 319"/>
                  <a:gd name="T23" fmla="*/ 232 h 241"/>
                  <a:gd name="T24" fmla="*/ 266 w 319"/>
                  <a:gd name="T25" fmla="*/ 239 h 241"/>
                  <a:gd name="T26" fmla="*/ 249 w 319"/>
                  <a:gd name="T27" fmla="*/ 241 h 241"/>
                  <a:gd name="T28" fmla="*/ 231 w 319"/>
                  <a:gd name="T29" fmla="*/ 239 h 241"/>
                  <a:gd name="T30" fmla="*/ 214 w 319"/>
                  <a:gd name="T31" fmla="*/ 231 h 241"/>
                  <a:gd name="T32" fmla="*/ 34 w 319"/>
                  <a:gd name="T33" fmla="*/ 129 h 241"/>
                  <a:gd name="T34" fmla="*/ 19 w 319"/>
                  <a:gd name="T35" fmla="*/ 118 h 241"/>
                  <a:gd name="T36" fmla="*/ 9 w 319"/>
                  <a:gd name="T37" fmla="*/ 103 h 241"/>
                  <a:gd name="T38" fmla="*/ 2 w 319"/>
                  <a:gd name="T39" fmla="*/ 87 h 241"/>
                  <a:gd name="T40" fmla="*/ 0 w 319"/>
                  <a:gd name="T41" fmla="*/ 69 h 241"/>
                  <a:gd name="T42" fmla="*/ 2 w 319"/>
                  <a:gd name="T43" fmla="*/ 51 h 241"/>
                  <a:gd name="T44" fmla="*/ 9 w 319"/>
                  <a:gd name="T45" fmla="*/ 34 h 241"/>
                  <a:gd name="T46" fmla="*/ 20 w 319"/>
                  <a:gd name="T47" fmla="*/ 20 h 241"/>
                  <a:gd name="T48" fmla="*/ 35 w 319"/>
                  <a:gd name="T49" fmla="*/ 9 h 241"/>
                  <a:gd name="T50" fmla="*/ 51 w 319"/>
                  <a:gd name="T51" fmla="*/ 3 h 241"/>
                  <a:gd name="T52" fmla="*/ 69 w 319"/>
                  <a:gd name="T53" fmla="*/ 0 h 24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319" h="241">
                    <a:moveTo>
                      <a:pt x="69" y="0"/>
                    </a:moveTo>
                    <a:lnTo>
                      <a:pt x="86" y="3"/>
                    </a:lnTo>
                    <a:lnTo>
                      <a:pt x="104" y="9"/>
                    </a:lnTo>
                    <a:lnTo>
                      <a:pt x="285" y="112"/>
                    </a:lnTo>
                    <a:lnTo>
                      <a:pt x="299" y="124"/>
                    </a:lnTo>
                    <a:lnTo>
                      <a:pt x="310" y="138"/>
                    </a:lnTo>
                    <a:lnTo>
                      <a:pt x="316" y="155"/>
                    </a:lnTo>
                    <a:lnTo>
                      <a:pt x="319" y="172"/>
                    </a:lnTo>
                    <a:lnTo>
                      <a:pt x="316" y="190"/>
                    </a:lnTo>
                    <a:lnTo>
                      <a:pt x="310" y="206"/>
                    </a:lnTo>
                    <a:lnTo>
                      <a:pt x="298" y="221"/>
                    </a:lnTo>
                    <a:lnTo>
                      <a:pt x="283" y="232"/>
                    </a:lnTo>
                    <a:lnTo>
                      <a:pt x="266" y="239"/>
                    </a:lnTo>
                    <a:lnTo>
                      <a:pt x="249" y="241"/>
                    </a:lnTo>
                    <a:lnTo>
                      <a:pt x="231" y="239"/>
                    </a:lnTo>
                    <a:lnTo>
                      <a:pt x="214" y="231"/>
                    </a:lnTo>
                    <a:lnTo>
                      <a:pt x="34" y="129"/>
                    </a:lnTo>
                    <a:lnTo>
                      <a:pt x="19" y="118"/>
                    </a:lnTo>
                    <a:lnTo>
                      <a:pt x="9" y="103"/>
                    </a:lnTo>
                    <a:lnTo>
                      <a:pt x="2" y="87"/>
                    </a:lnTo>
                    <a:lnTo>
                      <a:pt x="0" y="69"/>
                    </a:lnTo>
                    <a:lnTo>
                      <a:pt x="2" y="51"/>
                    </a:lnTo>
                    <a:lnTo>
                      <a:pt x="9" y="34"/>
                    </a:lnTo>
                    <a:lnTo>
                      <a:pt x="20" y="20"/>
                    </a:lnTo>
                    <a:lnTo>
                      <a:pt x="35" y="9"/>
                    </a:lnTo>
                    <a:lnTo>
                      <a:pt x="51" y="3"/>
                    </a:lnTo>
                    <a:lnTo>
                      <a:pt x="69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83" name="Freeform 37"/>
              <p:cNvSpPr>
                <a:spLocks/>
              </p:cNvSpPr>
              <p:nvPr/>
            </p:nvSpPr>
            <p:spPr bwMode="auto">
              <a:xfrm>
                <a:off x="2171700" y="1927225"/>
                <a:ext cx="77788" cy="31750"/>
              </a:xfrm>
              <a:custGeom>
                <a:avLst/>
                <a:gdLst>
                  <a:gd name="T0" fmla="*/ 69 w 347"/>
                  <a:gd name="T1" fmla="*/ 0 h 139"/>
                  <a:gd name="T2" fmla="*/ 278 w 347"/>
                  <a:gd name="T3" fmla="*/ 0 h 139"/>
                  <a:gd name="T4" fmla="*/ 296 w 347"/>
                  <a:gd name="T5" fmla="*/ 4 h 139"/>
                  <a:gd name="T6" fmla="*/ 313 w 347"/>
                  <a:gd name="T7" fmla="*/ 10 h 139"/>
                  <a:gd name="T8" fmla="*/ 327 w 347"/>
                  <a:gd name="T9" fmla="*/ 21 h 139"/>
                  <a:gd name="T10" fmla="*/ 338 w 347"/>
                  <a:gd name="T11" fmla="*/ 35 h 139"/>
                  <a:gd name="T12" fmla="*/ 345 w 347"/>
                  <a:gd name="T13" fmla="*/ 51 h 139"/>
                  <a:gd name="T14" fmla="*/ 347 w 347"/>
                  <a:gd name="T15" fmla="*/ 70 h 139"/>
                  <a:gd name="T16" fmla="*/ 345 w 347"/>
                  <a:gd name="T17" fmla="*/ 88 h 139"/>
                  <a:gd name="T18" fmla="*/ 338 w 347"/>
                  <a:gd name="T19" fmla="*/ 104 h 139"/>
                  <a:gd name="T20" fmla="*/ 327 w 347"/>
                  <a:gd name="T21" fmla="*/ 119 h 139"/>
                  <a:gd name="T22" fmla="*/ 313 w 347"/>
                  <a:gd name="T23" fmla="*/ 129 h 139"/>
                  <a:gd name="T24" fmla="*/ 296 w 347"/>
                  <a:gd name="T25" fmla="*/ 137 h 139"/>
                  <a:gd name="T26" fmla="*/ 278 w 347"/>
                  <a:gd name="T27" fmla="*/ 139 h 139"/>
                  <a:gd name="T28" fmla="*/ 69 w 347"/>
                  <a:gd name="T29" fmla="*/ 139 h 139"/>
                  <a:gd name="T30" fmla="*/ 51 w 347"/>
                  <a:gd name="T31" fmla="*/ 137 h 139"/>
                  <a:gd name="T32" fmla="*/ 35 w 347"/>
                  <a:gd name="T33" fmla="*/ 129 h 139"/>
                  <a:gd name="T34" fmla="*/ 20 w 347"/>
                  <a:gd name="T35" fmla="*/ 119 h 139"/>
                  <a:gd name="T36" fmla="*/ 10 w 347"/>
                  <a:gd name="T37" fmla="*/ 104 h 139"/>
                  <a:gd name="T38" fmla="*/ 2 w 347"/>
                  <a:gd name="T39" fmla="*/ 88 h 139"/>
                  <a:gd name="T40" fmla="*/ 0 w 347"/>
                  <a:gd name="T41" fmla="*/ 70 h 139"/>
                  <a:gd name="T42" fmla="*/ 2 w 347"/>
                  <a:gd name="T43" fmla="*/ 51 h 139"/>
                  <a:gd name="T44" fmla="*/ 10 w 347"/>
                  <a:gd name="T45" fmla="*/ 35 h 139"/>
                  <a:gd name="T46" fmla="*/ 20 w 347"/>
                  <a:gd name="T47" fmla="*/ 21 h 139"/>
                  <a:gd name="T48" fmla="*/ 35 w 347"/>
                  <a:gd name="T49" fmla="*/ 10 h 139"/>
                  <a:gd name="T50" fmla="*/ 51 w 347"/>
                  <a:gd name="T51" fmla="*/ 4 h 139"/>
                  <a:gd name="T52" fmla="*/ 69 w 347"/>
                  <a:gd name="T53" fmla="*/ 0 h 1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347" h="139">
                    <a:moveTo>
                      <a:pt x="69" y="0"/>
                    </a:moveTo>
                    <a:lnTo>
                      <a:pt x="278" y="0"/>
                    </a:lnTo>
                    <a:lnTo>
                      <a:pt x="296" y="4"/>
                    </a:lnTo>
                    <a:lnTo>
                      <a:pt x="313" y="10"/>
                    </a:lnTo>
                    <a:lnTo>
                      <a:pt x="327" y="21"/>
                    </a:lnTo>
                    <a:lnTo>
                      <a:pt x="338" y="35"/>
                    </a:lnTo>
                    <a:lnTo>
                      <a:pt x="345" y="51"/>
                    </a:lnTo>
                    <a:lnTo>
                      <a:pt x="347" y="70"/>
                    </a:lnTo>
                    <a:lnTo>
                      <a:pt x="345" y="88"/>
                    </a:lnTo>
                    <a:lnTo>
                      <a:pt x="338" y="104"/>
                    </a:lnTo>
                    <a:lnTo>
                      <a:pt x="327" y="119"/>
                    </a:lnTo>
                    <a:lnTo>
                      <a:pt x="313" y="129"/>
                    </a:lnTo>
                    <a:lnTo>
                      <a:pt x="296" y="137"/>
                    </a:lnTo>
                    <a:lnTo>
                      <a:pt x="278" y="139"/>
                    </a:lnTo>
                    <a:lnTo>
                      <a:pt x="69" y="139"/>
                    </a:lnTo>
                    <a:lnTo>
                      <a:pt x="51" y="137"/>
                    </a:lnTo>
                    <a:lnTo>
                      <a:pt x="35" y="129"/>
                    </a:lnTo>
                    <a:lnTo>
                      <a:pt x="20" y="119"/>
                    </a:lnTo>
                    <a:lnTo>
                      <a:pt x="10" y="104"/>
                    </a:lnTo>
                    <a:lnTo>
                      <a:pt x="2" y="88"/>
                    </a:lnTo>
                    <a:lnTo>
                      <a:pt x="0" y="70"/>
                    </a:lnTo>
                    <a:lnTo>
                      <a:pt x="2" y="51"/>
                    </a:lnTo>
                    <a:lnTo>
                      <a:pt x="10" y="35"/>
                    </a:lnTo>
                    <a:lnTo>
                      <a:pt x="20" y="21"/>
                    </a:lnTo>
                    <a:lnTo>
                      <a:pt x="35" y="10"/>
                    </a:lnTo>
                    <a:lnTo>
                      <a:pt x="51" y="4"/>
                    </a:lnTo>
                    <a:lnTo>
                      <a:pt x="69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84" name="Freeform 38"/>
              <p:cNvSpPr>
                <a:spLocks/>
              </p:cNvSpPr>
              <p:nvPr/>
            </p:nvSpPr>
            <p:spPr bwMode="auto">
              <a:xfrm>
                <a:off x="2219325" y="2079625"/>
                <a:ext cx="71438" cy="55562"/>
              </a:xfrm>
              <a:custGeom>
                <a:avLst/>
                <a:gdLst>
                  <a:gd name="T0" fmla="*/ 249 w 319"/>
                  <a:gd name="T1" fmla="*/ 0 h 242"/>
                  <a:gd name="T2" fmla="*/ 268 w 319"/>
                  <a:gd name="T3" fmla="*/ 3 h 242"/>
                  <a:gd name="T4" fmla="*/ 283 w 319"/>
                  <a:gd name="T5" fmla="*/ 9 h 242"/>
                  <a:gd name="T6" fmla="*/ 298 w 319"/>
                  <a:gd name="T7" fmla="*/ 20 h 242"/>
                  <a:gd name="T8" fmla="*/ 310 w 319"/>
                  <a:gd name="T9" fmla="*/ 35 h 242"/>
                  <a:gd name="T10" fmla="*/ 316 w 319"/>
                  <a:gd name="T11" fmla="*/ 52 h 242"/>
                  <a:gd name="T12" fmla="*/ 319 w 319"/>
                  <a:gd name="T13" fmla="*/ 70 h 242"/>
                  <a:gd name="T14" fmla="*/ 316 w 319"/>
                  <a:gd name="T15" fmla="*/ 86 h 242"/>
                  <a:gd name="T16" fmla="*/ 310 w 319"/>
                  <a:gd name="T17" fmla="*/ 103 h 242"/>
                  <a:gd name="T18" fmla="*/ 298 w 319"/>
                  <a:gd name="T19" fmla="*/ 118 h 242"/>
                  <a:gd name="T20" fmla="*/ 285 w 319"/>
                  <a:gd name="T21" fmla="*/ 129 h 242"/>
                  <a:gd name="T22" fmla="*/ 104 w 319"/>
                  <a:gd name="T23" fmla="*/ 232 h 242"/>
                  <a:gd name="T24" fmla="*/ 87 w 319"/>
                  <a:gd name="T25" fmla="*/ 239 h 242"/>
                  <a:gd name="T26" fmla="*/ 69 w 319"/>
                  <a:gd name="T27" fmla="*/ 242 h 242"/>
                  <a:gd name="T28" fmla="*/ 51 w 319"/>
                  <a:gd name="T29" fmla="*/ 239 h 242"/>
                  <a:gd name="T30" fmla="*/ 35 w 319"/>
                  <a:gd name="T31" fmla="*/ 233 h 242"/>
                  <a:gd name="T32" fmla="*/ 20 w 319"/>
                  <a:gd name="T33" fmla="*/ 222 h 242"/>
                  <a:gd name="T34" fmla="*/ 9 w 319"/>
                  <a:gd name="T35" fmla="*/ 207 h 242"/>
                  <a:gd name="T36" fmla="*/ 2 w 319"/>
                  <a:gd name="T37" fmla="*/ 190 h 242"/>
                  <a:gd name="T38" fmla="*/ 0 w 319"/>
                  <a:gd name="T39" fmla="*/ 172 h 242"/>
                  <a:gd name="T40" fmla="*/ 2 w 319"/>
                  <a:gd name="T41" fmla="*/ 155 h 242"/>
                  <a:gd name="T42" fmla="*/ 9 w 319"/>
                  <a:gd name="T43" fmla="*/ 138 h 242"/>
                  <a:gd name="T44" fmla="*/ 19 w 319"/>
                  <a:gd name="T45" fmla="*/ 125 h 242"/>
                  <a:gd name="T46" fmla="*/ 34 w 319"/>
                  <a:gd name="T47" fmla="*/ 114 h 242"/>
                  <a:gd name="T48" fmla="*/ 214 w 319"/>
                  <a:gd name="T49" fmla="*/ 10 h 242"/>
                  <a:gd name="T50" fmla="*/ 232 w 319"/>
                  <a:gd name="T51" fmla="*/ 2 h 242"/>
                  <a:gd name="T52" fmla="*/ 249 w 319"/>
                  <a:gd name="T53" fmla="*/ 0 h 2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319" h="242">
                    <a:moveTo>
                      <a:pt x="249" y="0"/>
                    </a:moveTo>
                    <a:lnTo>
                      <a:pt x="268" y="3"/>
                    </a:lnTo>
                    <a:lnTo>
                      <a:pt x="283" y="9"/>
                    </a:lnTo>
                    <a:lnTo>
                      <a:pt x="298" y="20"/>
                    </a:lnTo>
                    <a:lnTo>
                      <a:pt x="310" y="35"/>
                    </a:lnTo>
                    <a:lnTo>
                      <a:pt x="316" y="52"/>
                    </a:lnTo>
                    <a:lnTo>
                      <a:pt x="319" y="70"/>
                    </a:lnTo>
                    <a:lnTo>
                      <a:pt x="316" y="86"/>
                    </a:lnTo>
                    <a:lnTo>
                      <a:pt x="310" y="103"/>
                    </a:lnTo>
                    <a:lnTo>
                      <a:pt x="298" y="118"/>
                    </a:lnTo>
                    <a:lnTo>
                      <a:pt x="285" y="129"/>
                    </a:lnTo>
                    <a:lnTo>
                      <a:pt x="104" y="232"/>
                    </a:lnTo>
                    <a:lnTo>
                      <a:pt x="87" y="239"/>
                    </a:lnTo>
                    <a:lnTo>
                      <a:pt x="69" y="242"/>
                    </a:lnTo>
                    <a:lnTo>
                      <a:pt x="51" y="239"/>
                    </a:lnTo>
                    <a:lnTo>
                      <a:pt x="35" y="233"/>
                    </a:lnTo>
                    <a:lnTo>
                      <a:pt x="20" y="222"/>
                    </a:lnTo>
                    <a:lnTo>
                      <a:pt x="9" y="207"/>
                    </a:lnTo>
                    <a:lnTo>
                      <a:pt x="2" y="190"/>
                    </a:lnTo>
                    <a:lnTo>
                      <a:pt x="0" y="172"/>
                    </a:lnTo>
                    <a:lnTo>
                      <a:pt x="2" y="155"/>
                    </a:lnTo>
                    <a:lnTo>
                      <a:pt x="9" y="138"/>
                    </a:lnTo>
                    <a:lnTo>
                      <a:pt x="19" y="125"/>
                    </a:lnTo>
                    <a:lnTo>
                      <a:pt x="34" y="114"/>
                    </a:lnTo>
                    <a:lnTo>
                      <a:pt x="214" y="10"/>
                    </a:lnTo>
                    <a:lnTo>
                      <a:pt x="232" y="2"/>
                    </a:lnTo>
                    <a:lnTo>
                      <a:pt x="249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85" name="Freeform 39"/>
              <p:cNvSpPr>
                <a:spLocks/>
              </p:cNvSpPr>
              <p:nvPr/>
            </p:nvSpPr>
            <p:spPr bwMode="auto">
              <a:xfrm>
                <a:off x="2792413" y="2079625"/>
                <a:ext cx="71438" cy="55562"/>
              </a:xfrm>
              <a:custGeom>
                <a:avLst/>
                <a:gdLst>
                  <a:gd name="T0" fmla="*/ 69 w 319"/>
                  <a:gd name="T1" fmla="*/ 0 h 242"/>
                  <a:gd name="T2" fmla="*/ 87 w 319"/>
                  <a:gd name="T3" fmla="*/ 2 h 242"/>
                  <a:gd name="T4" fmla="*/ 104 w 319"/>
                  <a:gd name="T5" fmla="*/ 10 h 242"/>
                  <a:gd name="T6" fmla="*/ 285 w 319"/>
                  <a:gd name="T7" fmla="*/ 114 h 242"/>
                  <a:gd name="T8" fmla="*/ 299 w 319"/>
                  <a:gd name="T9" fmla="*/ 125 h 242"/>
                  <a:gd name="T10" fmla="*/ 310 w 319"/>
                  <a:gd name="T11" fmla="*/ 138 h 242"/>
                  <a:gd name="T12" fmla="*/ 316 w 319"/>
                  <a:gd name="T13" fmla="*/ 155 h 242"/>
                  <a:gd name="T14" fmla="*/ 319 w 319"/>
                  <a:gd name="T15" fmla="*/ 172 h 242"/>
                  <a:gd name="T16" fmla="*/ 316 w 319"/>
                  <a:gd name="T17" fmla="*/ 190 h 242"/>
                  <a:gd name="T18" fmla="*/ 310 w 319"/>
                  <a:gd name="T19" fmla="*/ 207 h 242"/>
                  <a:gd name="T20" fmla="*/ 298 w 319"/>
                  <a:gd name="T21" fmla="*/ 222 h 242"/>
                  <a:gd name="T22" fmla="*/ 284 w 319"/>
                  <a:gd name="T23" fmla="*/ 233 h 242"/>
                  <a:gd name="T24" fmla="*/ 268 w 319"/>
                  <a:gd name="T25" fmla="*/ 239 h 242"/>
                  <a:gd name="T26" fmla="*/ 250 w 319"/>
                  <a:gd name="T27" fmla="*/ 242 h 242"/>
                  <a:gd name="T28" fmla="*/ 231 w 319"/>
                  <a:gd name="T29" fmla="*/ 239 h 242"/>
                  <a:gd name="T30" fmla="*/ 214 w 319"/>
                  <a:gd name="T31" fmla="*/ 232 h 242"/>
                  <a:gd name="T32" fmla="*/ 34 w 319"/>
                  <a:gd name="T33" fmla="*/ 129 h 242"/>
                  <a:gd name="T34" fmla="*/ 20 w 319"/>
                  <a:gd name="T35" fmla="*/ 118 h 242"/>
                  <a:gd name="T36" fmla="*/ 9 w 319"/>
                  <a:gd name="T37" fmla="*/ 103 h 242"/>
                  <a:gd name="T38" fmla="*/ 2 w 319"/>
                  <a:gd name="T39" fmla="*/ 86 h 242"/>
                  <a:gd name="T40" fmla="*/ 0 w 319"/>
                  <a:gd name="T41" fmla="*/ 70 h 242"/>
                  <a:gd name="T42" fmla="*/ 2 w 319"/>
                  <a:gd name="T43" fmla="*/ 52 h 242"/>
                  <a:gd name="T44" fmla="*/ 9 w 319"/>
                  <a:gd name="T45" fmla="*/ 35 h 242"/>
                  <a:gd name="T46" fmla="*/ 20 w 319"/>
                  <a:gd name="T47" fmla="*/ 20 h 242"/>
                  <a:gd name="T48" fmla="*/ 35 w 319"/>
                  <a:gd name="T49" fmla="*/ 9 h 242"/>
                  <a:gd name="T50" fmla="*/ 51 w 319"/>
                  <a:gd name="T51" fmla="*/ 3 h 242"/>
                  <a:gd name="T52" fmla="*/ 69 w 319"/>
                  <a:gd name="T53" fmla="*/ 0 h 2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319" h="242">
                    <a:moveTo>
                      <a:pt x="69" y="0"/>
                    </a:moveTo>
                    <a:lnTo>
                      <a:pt x="87" y="2"/>
                    </a:lnTo>
                    <a:lnTo>
                      <a:pt x="104" y="10"/>
                    </a:lnTo>
                    <a:lnTo>
                      <a:pt x="285" y="114"/>
                    </a:lnTo>
                    <a:lnTo>
                      <a:pt x="299" y="125"/>
                    </a:lnTo>
                    <a:lnTo>
                      <a:pt x="310" y="138"/>
                    </a:lnTo>
                    <a:lnTo>
                      <a:pt x="316" y="155"/>
                    </a:lnTo>
                    <a:lnTo>
                      <a:pt x="319" y="172"/>
                    </a:lnTo>
                    <a:lnTo>
                      <a:pt x="316" y="190"/>
                    </a:lnTo>
                    <a:lnTo>
                      <a:pt x="310" y="207"/>
                    </a:lnTo>
                    <a:lnTo>
                      <a:pt x="298" y="222"/>
                    </a:lnTo>
                    <a:lnTo>
                      <a:pt x="284" y="233"/>
                    </a:lnTo>
                    <a:lnTo>
                      <a:pt x="268" y="239"/>
                    </a:lnTo>
                    <a:lnTo>
                      <a:pt x="250" y="242"/>
                    </a:lnTo>
                    <a:lnTo>
                      <a:pt x="231" y="239"/>
                    </a:lnTo>
                    <a:lnTo>
                      <a:pt x="214" y="232"/>
                    </a:lnTo>
                    <a:lnTo>
                      <a:pt x="34" y="129"/>
                    </a:lnTo>
                    <a:lnTo>
                      <a:pt x="20" y="118"/>
                    </a:lnTo>
                    <a:lnTo>
                      <a:pt x="9" y="103"/>
                    </a:lnTo>
                    <a:lnTo>
                      <a:pt x="2" y="86"/>
                    </a:lnTo>
                    <a:lnTo>
                      <a:pt x="0" y="70"/>
                    </a:lnTo>
                    <a:lnTo>
                      <a:pt x="2" y="52"/>
                    </a:lnTo>
                    <a:lnTo>
                      <a:pt x="9" y="35"/>
                    </a:lnTo>
                    <a:lnTo>
                      <a:pt x="20" y="20"/>
                    </a:lnTo>
                    <a:lnTo>
                      <a:pt x="35" y="9"/>
                    </a:lnTo>
                    <a:lnTo>
                      <a:pt x="51" y="3"/>
                    </a:lnTo>
                    <a:lnTo>
                      <a:pt x="69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86" name="Freeform 40"/>
              <p:cNvSpPr>
                <a:spLocks/>
              </p:cNvSpPr>
              <p:nvPr/>
            </p:nvSpPr>
            <p:spPr bwMode="auto">
              <a:xfrm>
                <a:off x="2833688" y="1927225"/>
                <a:ext cx="77788" cy="31750"/>
              </a:xfrm>
              <a:custGeom>
                <a:avLst/>
                <a:gdLst>
                  <a:gd name="T0" fmla="*/ 70 w 348"/>
                  <a:gd name="T1" fmla="*/ 0 h 139"/>
                  <a:gd name="T2" fmla="*/ 278 w 348"/>
                  <a:gd name="T3" fmla="*/ 0 h 139"/>
                  <a:gd name="T4" fmla="*/ 297 w 348"/>
                  <a:gd name="T5" fmla="*/ 4 h 139"/>
                  <a:gd name="T6" fmla="*/ 314 w 348"/>
                  <a:gd name="T7" fmla="*/ 10 h 139"/>
                  <a:gd name="T8" fmla="*/ 327 w 348"/>
                  <a:gd name="T9" fmla="*/ 21 h 139"/>
                  <a:gd name="T10" fmla="*/ 337 w 348"/>
                  <a:gd name="T11" fmla="*/ 35 h 139"/>
                  <a:gd name="T12" fmla="*/ 345 w 348"/>
                  <a:gd name="T13" fmla="*/ 51 h 139"/>
                  <a:gd name="T14" fmla="*/ 348 w 348"/>
                  <a:gd name="T15" fmla="*/ 70 h 139"/>
                  <a:gd name="T16" fmla="*/ 345 w 348"/>
                  <a:gd name="T17" fmla="*/ 88 h 139"/>
                  <a:gd name="T18" fmla="*/ 337 w 348"/>
                  <a:gd name="T19" fmla="*/ 104 h 139"/>
                  <a:gd name="T20" fmla="*/ 327 w 348"/>
                  <a:gd name="T21" fmla="*/ 119 h 139"/>
                  <a:gd name="T22" fmla="*/ 314 w 348"/>
                  <a:gd name="T23" fmla="*/ 129 h 139"/>
                  <a:gd name="T24" fmla="*/ 297 w 348"/>
                  <a:gd name="T25" fmla="*/ 137 h 139"/>
                  <a:gd name="T26" fmla="*/ 278 w 348"/>
                  <a:gd name="T27" fmla="*/ 139 h 139"/>
                  <a:gd name="T28" fmla="*/ 70 w 348"/>
                  <a:gd name="T29" fmla="*/ 139 h 139"/>
                  <a:gd name="T30" fmla="*/ 52 w 348"/>
                  <a:gd name="T31" fmla="*/ 137 h 139"/>
                  <a:gd name="T32" fmla="*/ 34 w 348"/>
                  <a:gd name="T33" fmla="*/ 129 h 139"/>
                  <a:gd name="T34" fmla="*/ 21 w 348"/>
                  <a:gd name="T35" fmla="*/ 119 h 139"/>
                  <a:gd name="T36" fmla="*/ 10 w 348"/>
                  <a:gd name="T37" fmla="*/ 104 h 139"/>
                  <a:gd name="T38" fmla="*/ 3 w 348"/>
                  <a:gd name="T39" fmla="*/ 88 h 139"/>
                  <a:gd name="T40" fmla="*/ 0 w 348"/>
                  <a:gd name="T41" fmla="*/ 70 h 139"/>
                  <a:gd name="T42" fmla="*/ 3 w 348"/>
                  <a:gd name="T43" fmla="*/ 51 h 139"/>
                  <a:gd name="T44" fmla="*/ 10 w 348"/>
                  <a:gd name="T45" fmla="*/ 35 h 139"/>
                  <a:gd name="T46" fmla="*/ 21 w 348"/>
                  <a:gd name="T47" fmla="*/ 21 h 139"/>
                  <a:gd name="T48" fmla="*/ 34 w 348"/>
                  <a:gd name="T49" fmla="*/ 10 h 139"/>
                  <a:gd name="T50" fmla="*/ 52 w 348"/>
                  <a:gd name="T51" fmla="*/ 4 h 139"/>
                  <a:gd name="T52" fmla="*/ 70 w 348"/>
                  <a:gd name="T53" fmla="*/ 0 h 1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348" h="139">
                    <a:moveTo>
                      <a:pt x="70" y="0"/>
                    </a:moveTo>
                    <a:lnTo>
                      <a:pt x="278" y="0"/>
                    </a:lnTo>
                    <a:lnTo>
                      <a:pt x="297" y="4"/>
                    </a:lnTo>
                    <a:lnTo>
                      <a:pt x="314" y="10"/>
                    </a:lnTo>
                    <a:lnTo>
                      <a:pt x="327" y="21"/>
                    </a:lnTo>
                    <a:lnTo>
                      <a:pt x="337" y="35"/>
                    </a:lnTo>
                    <a:lnTo>
                      <a:pt x="345" y="51"/>
                    </a:lnTo>
                    <a:lnTo>
                      <a:pt x="348" y="70"/>
                    </a:lnTo>
                    <a:lnTo>
                      <a:pt x="345" y="88"/>
                    </a:lnTo>
                    <a:lnTo>
                      <a:pt x="337" y="104"/>
                    </a:lnTo>
                    <a:lnTo>
                      <a:pt x="327" y="119"/>
                    </a:lnTo>
                    <a:lnTo>
                      <a:pt x="314" y="129"/>
                    </a:lnTo>
                    <a:lnTo>
                      <a:pt x="297" y="137"/>
                    </a:lnTo>
                    <a:lnTo>
                      <a:pt x="278" y="139"/>
                    </a:lnTo>
                    <a:lnTo>
                      <a:pt x="70" y="139"/>
                    </a:lnTo>
                    <a:lnTo>
                      <a:pt x="52" y="137"/>
                    </a:lnTo>
                    <a:lnTo>
                      <a:pt x="34" y="129"/>
                    </a:lnTo>
                    <a:lnTo>
                      <a:pt x="21" y="119"/>
                    </a:lnTo>
                    <a:lnTo>
                      <a:pt x="10" y="104"/>
                    </a:lnTo>
                    <a:lnTo>
                      <a:pt x="3" y="88"/>
                    </a:lnTo>
                    <a:lnTo>
                      <a:pt x="0" y="70"/>
                    </a:lnTo>
                    <a:lnTo>
                      <a:pt x="3" y="51"/>
                    </a:lnTo>
                    <a:lnTo>
                      <a:pt x="10" y="35"/>
                    </a:lnTo>
                    <a:lnTo>
                      <a:pt x="21" y="21"/>
                    </a:lnTo>
                    <a:lnTo>
                      <a:pt x="34" y="10"/>
                    </a:lnTo>
                    <a:lnTo>
                      <a:pt x="52" y="4"/>
                    </a:lnTo>
                    <a:lnTo>
                      <a:pt x="70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94" name="Freeform 41"/>
              <p:cNvSpPr>
                <a:spLocks/>
              </p:cNvSpPr>
              <p:nvPr/>
            </p:nvSpPr>
            <p:spPr bwMode="auto">
              <a:xfrm>
                <a:off x="2792413" y="1751013"/>
                <a:ext cx="71438" cy="55562"/>
              </a:xfrm>
              <a:custGeom>
                <a:avLst/>
                <a:gdLst>
                  <a:gd name="T0" fmla="*/ 250 w 319"/>
                  <a:gd name="T1" fmla="*/ 0 h 241"/>
                  <a:gd name="T2" fmla="*/ 268 w 319"/>
                  <a:gd name="T3" fmla="*/ 3 h 241"/>
                  <a:gd name="T4" fmla="*/ 284 w 319"/>
                  <a:gd name="T5" fmla="*/ 9 h 241"/>
                  <a:gd name="T6" fmla="*/ 298 w 319"/>
                  <a:gd name="T7" fmla="*/ 20 h 241"/>
                  <a:gd name="T8" fmla="*/ 310 w 319"/>
                  <a:gd name="T9" fmla="*/ 34 h 241"/>
                  <a:gd name="T10" fmla="*/ 316 w 319"/>
                  <a:gd name="T11" fmla="*/ 51 h 241"/>
                  <a:gd name="T12" fmla="*/ 319 w 319"/>
                  <a:gd name="T13" fmla="*/ 69 h 241"/>
                  <a:gd name="T14" fmla="*/ 316 w 319"/>
                  <a:gd name="T15" fmla="*/ 87 h 241"/>
                  <a:gd name="T16" fmla="*/ 310 w 319"/>
                  <a:gd name="T17" fmla="*/ 103 h 241"/>
                  <a:gd name="T18" fmla="*/ 299 w 319"/>
                  <a:gd name="T19" fmla="*/ 118 h 241"/>
                  <a:gd name="T20" fmla="*/ 285 w 319"/>
                  <a:gd name="T21" fmla="*/ 129 h 241"/>
                  <a:gd name="T22" fmla="*/ 104 w 319"/>
                  <a:gd name="T23" fmla="*/ 231 h 241"/>
                  <a:gd name="T24" fmla="*/ 87 w 319"/>
                  <a:gd name="T25" fmla="*/ 239 h 241"/>
                  <a:gd name="T26" fmla="*/ 69 w 319"/>
                  <a:gd name="T27" fmla="*/ 241 h 241"/>
                  <a:gd name="T28" fmla="*/ 52 w 319"/>
                  <a:gd name="T29" fmla="*/ 239 h 241"/>
                  <a:gd name="T30" fmla="*/ 35 w 319"/>
                  <a:gd name="T31" fmla="*/ 232 h 241"/>
                  <a:gd name="T32" fmla="*/ 20 w 319"/>
                  <a:gd name="T33" fmla="*/ 221 h 241"/>
                  <a:gd name="T34" fmla="*/ 9 w 319"/>
                  <a:gd name="T35" fmla="*/ 206 h 241"/>
                  <a:gd name="T36" fmla="*/ 2 w 319"/>
                  <a:gd name="T37" fmla="*/ 190 h 241"/>
                  <a:gd name="T38" fmla="*/ 0 w 319"/>
                  <a:gd name="T39" fmla="*/ 172 h 241"/>
                  <a:gd name="T40" fmla="*/ 2 w 319"/>
                  <a:gd name="T41" fmla="*/ 155 h 241"/>
                  <a:gd name="T42" fmla="*/ 9 w 319"/>
                  <a:gd name="T43" fmla="*/ 138 h 241"/>
                  <a:gd name="T44" fmla="*/ 20 w 319"/>
                  <a:gd name="T45" fmla="*/ 124 h 241"/>
                  <a:gd name="T46" fmla="*/ 34 w 319"/>
                  <a:gd name="T47" fmla="*/ 112 h 241"/>
                  <a:gd name="T48" fmla="*/ 214 w 319"/>
                  <a:gd name="T49" fmla="*/ 9 h 241"/>
                  <a:gd name="T50" fmla="*/ 233 w 319"/>
                  <a:gd name="T51" fmla="*/ 3 h 241"/>
                  <a:gd name="T52" fmla="*/ 250 w 319"/>
                  <a:gd name="T53" fmla="*/ 0 h 24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319" h="241">
                    <a:moveTo>
                      <a:pt x="250" y="0"/>
                    </a:moveTo>
                    <a:lnTo>
                      <a:pt x="268" y="3"/>
                    </a:lnTo>
                    <a:lnTo>
                      <a:pt x="284" y="9"/>
                    </a:lnTo>
                    <a:lnTo>
                      <a:pt x="298" y="20"/>
                    </a:lnTo>
                    <a:lnTo>
                      <a:pt x="310" y="34"/>
                    </a:lnTo>
                    <a:lnTo>
                      <a:pt x="316" y="51"/>
                    </a:lnTo>
                    <a:lnTo>
                      <a:pt x="319" y="69"/>
                    </a:lnTo>
                    <a:lnTo>
                      <a:pt x="316" y="87"/>
                    </a:lnTo>
                    <a:lnTo>
                      <a:pt x="310" y="103"/>
                    </a:lnTo>
                    <a:lnTo>
                      <a:pt x="299" y="118"/>
                    </a:lnTo>
                    <a:lnTo>
                      <a:pt x="285" y="129"/>
                    </a:lnTo>
                    <a:lnTo>
                      <a:pt x="104" y="231"/>
                    </a:lnTo>
                    <a:lnTo>
                      <a:pt x="87" y="239"/>
                    </a:lnTo>
                    <a:lnTo>
                      <a:pt x="69" y="241"/>
                    </a:lnTo>
                    <a:lnTo>
                      <a:pt x="52" y="239"/>
                    </a:lnTo>
                    <a:lnTo>
                      <a:pt x="35" y="232"/>
                    </a:lnTo>
                    <a:lnTo>
                      <a:pt x="20" y="221"/>
                    </a:lnTo>
                    <a:lnTo>
                      <a:pt x="9" y="206"/>
                    </a:lnTo>
                    <a:lnTo>
                      <a:pt x="2" y="190"/>
                    </a:lnTo>
                    <a:lnTo>
                      <a:pt x="0" y="172"/>
                    </a:lnTo>
                    <a:lnTo>
                      <a:pt x="2" y="155"/>
                    </a:lnTo>
                    <a:lnTo>
                      <a:pt x="9" y="138"/>
                    </a:lnTo>
                    <a:lnTo>
                      <a:pt x="20" y="124"/>
                    </a:lnTo>
                    <a:lnTo>
                      <a:pt x="34" y="112"/>
                    </a:lnTo>
                    <a:lnTo>
                      <a:pt x="214" y="9"/>
                    </a:lnTo>
                    <a:lnTo>
                      <a:pt x="233" y="3"/>
                    </a:lnTo>
                    <a:lnTo>
                      <a:pt x="250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95" name="Freeform 42"/>
              <p:cNvSpPr>
                <a:spLocks/>
              </p:cNvSpPr>
              <p:nvPr/>
            </p:nvSpPr>
            <p:spPr bwMode="auto">
              <a:xfrm>
                <a:off x="2679700" y="1622425"/>
                <a:ext cx="55563" cy="71437"/>
              </a:xfrm>
              <a:custGeom>
                <a:avLst/>
                <a:gdLst>
                  <a:gd name="T0" fmla="*/ 172 w 243"/>
                  <a:gd name="T1" fmla="*/ 0 h 316"/>
                  <a:gd name="T2" fmla="*/ 191 w 243"/>
                  <a:gd name="T3" fmla="*/ 2 h 316"/>
                  <a:gd name="T4" fmla="*/ 208 w 243"/>
                  <a:gd name="T5" fmla="*/ 10 h 316"/>
                  <a:gd name="T6" fmla="*/ 222 w 243"/>
                  <a:gd name="T7" fmla="*/ 21 h 316"/>
                  <a:gd name="T8" fmla="*/ 234 w 243"/>
                  <a:gd name="T9" fmla="*/ 34 h 316"/>
                  <a:gd name="T10" fmla="*/ 241 w 243"/>
                  <a:gd name="T11" fmla="*/ 51 h 316"/>
                  <a:gd name="T12" fmla="*/ 243 w 243"/>
                  <a:gd name="T13" fmla="*/ 68 h 316"/>
                  <a:gd name="T14" fmla="*/ 241 w 243"/>
                  <a:gd name="T15" fmla="*/ 86 h 316"/>
                  <a:gd name="T16" fmla="*/ 234 w 243"/>
                  <a:gd name="T17" fmla="*/ 103 h 316"/>
                  <a:gd name="T18" fmla="*/ 129 w 243"/>
                  <a:gd name="T19" fmla="*/ 282 h 316"/>
                  <a:gd name="T20" fmla="*/ 118 w 243"/>
                  <a:gd name="T21" fmla="*/ 297 h 316"/>
                  <a:gd name="T22" fmla="*/ 103 w 243"/>
                  <a:gd name="T23" fmla="*/ 308 h 316"/>
                  <a:gd name="T24" fmla="*/ 87 w 243"/>
                  <a:gd name="T25" fmla="*/ 314 h 316"/>
                  <a:gd name="T26" fmla="*/ 69 w 243"/>
                  <a:gd name="T27" fmla="*/ 316 h 316"/>
                  <a:gd name="T28" fmla="*/ 52 w 243"/>
                  <a:gd name="T29" fmla="*/ 314 h 316"/>
                  <a:gd name="T30" fmla="*/ 35 w 243"/>
                  <a:gd name="T31" fmla="*/ 307 h 316"/>
                  <a:gd name="T32" fmla="*/ 19 w 243"/>
                  <a:gd name="T33" fmla="*/ 296 h 316"/>
                  <a:gd name="T34" fmla="*/ 9 w 243"/>
                  <a:gd name="T35" fmla="*/ 282 h 316"/>
                  <a:gd name="T36" fmla="*/ 2 w 243"/>
                  <a:gd name="T37" fmla="*/ 265 h 316"/>
                  <a:gd name="T38" fmla="*/ 0 w 243"/>
                  <a:gd name="T39" fmla="*/ 248 h 316"/>
                  <a:gd name="T40" fmla="*/ 2 w 243"/>
                  <a:gd name="T41" fmla="*/ 230 h 316"/>
                  <a:gd name="T42" fmla="*/ 9 w 243"/>
                  <a:gd name="T43" fmla="*/ 214 h 316"/>
                  <a:gd name="T44" fmla="*/ 113 w 243"/>
                  <a:gd name="T45" fmla="*/ 34 h 316"/>
                  <a:gd name="T46" fmla="*/ 125 w 243"/>
                  <a:gd name="T47" fmla="*/ 20 h 316"/>
                  <a:gd name="T48" fmla="*/ 140 w 243"/>
                  <a:gd name="T49" fmla="*/ 9 h 316"/>
                  <a:gd name="T50" fmla="*/ 155 w 243"/>
                  <a:gd name="T51" fmla="*/ 2 h 316"/>
                  <a:gd name="T52" fmla="*/ 172 w 243"/>
                  <a:gd name="T53" fmla="*/ 0 h 3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243" h="316">
                    <a:moveTo>
                      <a:pt x="172" y="0"/>
                    </a:moveTo>
                    <a:lnTo>
                      <a:pt x="191" y="2"/>
                    </a:lnTo>
                    <a:lnTo>
                      <a:pt x="208" y="10"/>
                    </a:lnTo>
                    <a:lnTo>
                      <a:pt x="222" y="21"/>
                    </a:lnTo>
                    <a:lnTo>
                      <a:pt x="234" y="34"/>
                    </a:lnTo>
                    <a:lnTo>
                      <a:pt x="241" y="51"/>
                    </a:lnTo>
                    <a:lnTo>
                      <a:pt x="243" y="68"/>
                    </a:lnTo>
                    <a:lnTo>
                      <a:pt x="241" y="86"/>
                    </a:lnTo>
                    <a:lnTo>
                      <a:pt x="234" y="103"/>
                    </a:lnTo>
                    <a:lnTo>
                      <a:pt x="129" y="282"/>
                    </a:lnTo>
                    <a:lnTo>
                      <a:pt x="118" y="297"/>
                    </a:lnTo>
                    <a:lnTo>
                      <a:pt x="103" y="308"/>
                    </a:lnTo>
                    <a:lnTo>
                      <a:pt x="87" y="314"/>
                    </a:lnTo>
                    <a:lnTo>
                      <a:pt x="69" y="316"/>
                    </a:lnTo>
                    <a:lnTo>
                      <a:pt x="52" y="314"/>
                    </a:lnTo>
                    <a:lnTo>
                      <a:pt x="35" y="307"/>
                    </a:lnTo>
                    <a:lnTo>
                      <a:pt x="19" y="296"/>
                    </a:lnTo>
                    <a:lnTo>
                      <a:pt x="9" y="282"/>
                    </a:lnTo>
                    <a:lnTo>
                      <a:pt x="2" y="265"/>
                    </a:lnTo>
                    <a:lnTo>
                      <a:pt x="0" y="248"/>
                    </a:lnTo>
                    <a:lnTo>
                      <a:pt x="2" y="230"/>
                    </a:lnTo>
                    <a:lnTo>
                      <a:pt x="9" y="214"/>
                    </a:lnTo>
                    <a:lnTo>
                      <a:pt x="113" y="34"/>
                    </a:lnTo>
                    <a:lnTo>
                      <a:pt x="125" y="20"/>
                    </a:lnTo>
                    <a:lnTo>
                      <a:pt x="140" y="9"/>
                    </a:lnTo>
                    <a:lnTo>
                      <a:pt x="155" y="2"/>
                    </a:lnTo>
                    <a:lnTo>
                      <a:pt x="172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96" name="Freeform 43"/>
              <p:cNvSpPr>
                <a:spLocks/>
              </p:cNvSpPr>
              <p:nvPr/>
            </p:nvSpPr>
            <p:spPr bwMode="auto">
              <a:xfrm>
                <a:off x="2503488" y="1811338"/>
                <a:ext cx="76200" cy="242887"/>
              </a:xfrm>
              <a:custGeom>
                <a:avLst/>
                <a:gdLst>
                  <a:gd name="T0" fmla="*/ 167 w 334"/>
                  <a:gd name="T1" fmla="*/ 0 h 1073"/>
                  <a:gd name="T2" fmla="*/ 201 w 334"/>
                  <a:gd name="T3" fmla="*/ 2 h 1073"/>
                  <a:gd name="T4" fmla="*/ 230 w 334"/>
                  <a:gd name="T5" fmla="*/ 8 h 1073"/>
                  <a:gd name="T6" fmla="*/ 258 w 334"/>
                  <a:gd name="T7" fmla="*/ 18 h 1073"/>
                  <a:gd name="T8" fmla="*/ 280 w 334"/>
                  <a:gd name="T9" fmla="*/ 33 h 1073"/>
                  <a:gd name="T10" fmla="*/ 300 w 334"/>
                  <a:gd name="T11" fmla="*/ 51 h 1073"/>
                  <a:gd name="T12" fmla="*/ 314 w 334"/>
                  <a:gd name="T13" fmla="*/ 72 h 1073"/>
                  <a:gd name="T14" fmla="*/ 326 w 334"/>
                  <a:gd name="T15" fmla="*/ 98 h 1073"/>
                  <a:gd name="T16" fmla="*/ 331 w 334"/>
                  <a:gd name="T17" fmla="*/ 128 h 1073"/>
                  <a:gd name="T18" fmla="*/ 334 w 334"/>
                  <a:gd name="T19" fmla="*/ 162 h 1073"/>
                  <a:gd name="T20" fmla="*/ 334 w 334"/>
                  <a:gd name="T21" fmla="*/ 406 h 1073"/>
                  <a:gd name="T22" fmla="*/ 332 w 334"/>
                  <a:gd name="T23" fmla="*/ 438 h 1073"/>
                  <a:gd name="T24" fmla="*/ 329 w 334"/>
                  <a:gd name="T25" fmla="*/ 471 h 1073"/>
                  <a:gd name="T26" fmla="*/ 326 w 334"/>
                  <a:gd name="T27" fmla="*/ 505 h 1073"/>
                  <a:gd name="T28" fmla="*/ 260 w 334"/>
                  <a:gd name="T29" fmla="*/ 996 h 1073"/>
                  <a:gd name="T30" fmla="*/ 255 w 334"/>
                  <a:gd name="T31" fmla="*/ 1019 h 1073"/>
                  <a:gd name="T32" fmla="*/ 247 w 334"/>
                  <a:gd name="T33" fmla="*/ 1039 h 1073"/>
                  <a:gd name="T34" fmla="*/ 237 w 334"/>
                  <a:gd name="T35" fmla="*/ 1052 h 1073"/>
                  <a:gd name="T36" fmla="*/ 224 w 334"/>
                  <a:gd name="T37" fmla="*/ 1062 h 1073"/>
                  <a:gd name="T38" fmla="*/ 208 w 334"/>
                  <a:gd name="T39" fmla="*/ 1069 h 1073"/>
                  <a:gd name="T40" fmla="*/ 188 w 334"/>
                  <a:gd name="T41" fmla="*/ 1072 h 1073"/>
                  <a:gd name="T42" fmla="*/ 167 w 334"/>
                  <a:gd name="T43" fmla="*/ 1073 h 1073"/>
                  <a:gd name="T44" fmla="*/ 145 w 334"/>
                  <a:gd name="T45" fmla="*/ 1072 h 1073"/>
                  <a:gd name="T46" fmla="*/ 126 w 334"/>
                  <a:gd name="T47" fmla="*/ 1069 h 1073"/>
                  <a:gd name="T48" fmla="*/ 110 w 334"/>
                  <a:gd name="T49" fmla="*/ 1062 h 1073"/>
                  <a:gd name="T50" fmla="*/ 96 w 334"/>
                  <a:gd name="T51" fmla="*/ 1052 h 1073"/>
                  <a:gd name="T52" fmla="*/ 86 w 334"/>
                  <a:gd name="T53" fmla="*/ 1039 h 1073"/>
                  <a:gd name="T54" fmla="*/ 78 w 334"/>
                  <a:gd name="T55" fmla="*/ 1019 h 1073"/>
                  <a:gd name="T56" fmla="*/ 74 w 334"/>
                  <a:gd name="T57" fmla="*/ 996 h 1073"/>
                  <a:gd name="T58" fmla="*/ 8 w 334"/>
                  <a:gd name="T59" fmla="*/ 505 h 1073"/>
                  <a:gd name="T60" fmla="*/ 5 w 334"/>
                  <a:gd name="T61" fmla="*/ 471 h 1073"/>
                  <a:gd name="T62" fmla="*/ 1 w 334"/>
                  <a:gd name="T63" fmla="*/ 438 h 1073"/>
                  <a:gd name="T64" fmla="*/ 0 w 334"/>
                  <a:gd name="T65" fmla="*/ 406 h 1073"/>
                  <a:gd name="T66" fmla="*/ 0 w 334"/>
                  <a:gd name="T67" fmla="*/ 162 h 1073"/>
                  <a:gd name="T68" fmla="*/ 2 w 334"/>
                  <a:gd name="T69" fmla="*/ 128 h 1073"/>
                  <a:gd name="T70" fmla="*/ 8 w 334"/>
                  <a:gd name="T71" fmla="*/ 98 h 1073"/>
                  <a:gd name="T72" fmla="*/ 19 w 334"/>
                  <a:gd name="T73" fmla="*/ 72 h 1073"/>
                  <a:gd name="T74" fmla="*/ 34 w 334"/>
                  <a:gd name="T75" fmla="*/ 51 h 1073"/>
                  <a:gd name="T76" fmla="*/ 53 w 334"/>
                  <a:gd name="T77" fmla="*/ 33 h 1073"/>
                  <a:gd name="T78" fmla="*/ 76 w 334"/>
                  <a:gd name="T79" fmla="*/ 18 h 1073"/>
                  <a:gd name="T80" fmla="*/ 103 w 334"/>
                  <a:gd name="T81" fmla="*/ 8 h 1073"/>
                  <a:gd name="T82" fmla="*/ 133 w 334"/>
                  <a:gd name="T83" fmla="*/ 2 h 1073"/>
                  <a:gd name="T84" fmla="*/ 167 w 334"/>
                  <a:gd name="T85" fmla="*/ 0 h 107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</a:cxnLst>
                <a:rect l="0" t="0" r="r" b="b"/>
                <a:pathLst>
                  <a:path w="334" h="1073">
                    <a:moveTo>
                      <a:pt x="167" y="0"/>
                    </a:moveTo>
                    <a:lnTo>
                      <a:pt x="201" y="2"/>
                    </a:lnTo>
                    <a:lnTo>
                      <a:pt x="230" y="8"/>
                    </a:lnTo>
                    <a:lnTo>
                      <a:pt x="258" y="18"/>
                    </a:lnTo>
                    <a:lnTo>
                      <a:pt x="280" y="33"/>
                    </a:lnTo>
                    <a:lnTo>
                      <a:pt x="300" y="51"/>
                    </a:lnTo>
                    <a:lnTo>
                      <a:pt x="314" y="72"/>
                    </a:lnTo>
                    <a:lnTo>
                      <a:pt x="326" y="98"/>
                    </a:lnTo>
                    <a:lnTo>
                      <a:pt x="331" y="128"/>
                    </a:lnTo>
                    <a:lnTo>
                      <a:pt x="334" y="162"/>
                    </a:lnTo>
                    <a:lnTo>
                      <a:pt x="334" y="406"/>
                    </a:lnTo>
                    <a:lnTo>
                      <a:pt x="332" y="438"/>
                    </a:lnTo>
                    <a:lnTo>
                      <a:pt x="329" y="471"/>
                    </a:lnTo>
                    <a:lnTo>
                      <a:pt x="326" y="505"/>
                    </a:lnTo>
                    <a:lnTo>
                      <a:pt x="260" y="996"/>
                    </a:lnTo>
                    <a:lnTo>
                      <a:pt x="255" y="1019"/>
                    </a:lnTo>
                    <a:lnTo>
                      <a:pt x="247" y="1039"/>
                    </a:lnTo>
                    <a:lnTo>
                      <a:pt x="237" y="1052"/>
                    </a:lnTo>
                    <a:lnTo>
                      <a:pt x="224" y="1062"/>
                    </a:lnTo>
                    <a:lnTo>
                      <a:pt x="208" y="1069"/>
                    </a:lnTo>
                    <a:lnTo>
                      <a:pt x="188" y="1072"/>
                    </a:lnTo>
                    <a:lnTo>
                      <a:pt x="167" y="1073"/>
                    </a:lnTo>
                    <a:lnTo>
                      <a:pt x="145" y="1072"/>
                    </a:lnTo>
                    <a:lnTo>
                      <a:pt x="126" y="1069"/>
                    </a:lnTo>
                    <a:lnTo>
                      <a:pt x="110" y="1062"/>
                    </a:lnTo>
                    <a:lnTo>
                      <a:pt x="96" y="1052"/>
                    </a:lnTo>
                    <a:lnTo>
                      <a:pt x="86" y="1039"/>
                    </a:lnTo>
                    <a:lnTo>
                      <a:pt x="78" y="1019"/>
                    </a:lnTo>
                    <a:lnTo>
                      <a:pt x="74" y="996"/>
                    </a:lnTo>
                    <a:lnTo>
                      <a:pt x="8" y="505"/>
                    </a:lnTo>
                    <a:lnTo>
                      <a:pt x="5" y="471"/>
                    </a:lnTo>
                    <a:lnTo>
                      <a:pt x="1" y="438"/>
                    </a:lnTo>
                    <a:lnTo>
                      <a:pt x="0" y="406"/>
                    </a:lnTo>
                    <a:lnTo>
                      <a:pt x="0" y="162"/>
                    </a:lnTo>
                    <a:lnTo>
                      <a:pt x="2" y="128"/>
                    </a:lnTo>
                    <a:lnTo>
                      <a:pt x="8" y="98"/>
                    </a:lnTo>
                    <a:lnTo>
                      <a:pt x="19" y="72"/>
                    </a:lnTo>
                    <a:lnTo>
                      <a:pt x="34" y="51"/>
                    </a:lnTo>
                    <a:lnTo>
                      <a:pt x="53" y="33"/>
                    </a:lnTo>
                    <a:lnTo>
                      <a:pt x="76" y="18"/>
                    </a:lnTo>
                    <a:lnTo>
                      <a:pt x="103" y="8"/>
                    </a:lnTo>
                    <a:lnTo>
                      <a:pt x="133" y="2"/>
                    </a:lnTo>
                    <a:lnTo>
                      <a:pt x="167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97" name="Freeform 44"/>
              <p:cNvSpPr>
                <a:spLocks/>
              </p:cNvSpPr>
              <p:nvPr/>
            </p:nvSpPr>
            <p:spPr bwMode="auto">
              <a:xfrm>
                <a:off x="2501900" y="2085975"/>
                <a:ext cx="79375" cy="77787"/>
              </a:xfrm>
              <a:custGeom>
                <a:avLst/>
                <a:gdLst>
                  <a:gd name="T0" fmla="*/ 174 w 347"/>
                  <a:gd name="T1" fmla="*/ 0 h 344"/>
                  <a:gd name="T2" fmla="*/ 209 w 347"/>
                  <a:gd name="T3" fmla="*/ 4 h 344"/>
                  <a:gd name="T4" fmla="*/ 241 w 347"/>
                  <a:gd name="T5" fmla="*/ 14 h 344"/>
                  <a:gd name="T6" fmla="*/ 270 w 347"/>
                  <a:gd name="T7" fmla="*/ 30 h 344"/>
                  <a:gd name="T8" fmla="*/ 296 w 347"/>
                  <a:gd name="T9" fmla="*/ 50 h 344"/>
                  <a:gd name="T10" fmla="*/ 318 w 347"/>
                  <a:gd name="T11" fmla="*/ 76 h 344"/>
                  <a:gd name="T12" fmla="*/ 334 w 347"/>
                  <a:gd name="T13" fmla="*/ 106 h 344"/>
                  <a:gd name="T14" fmla="*/ 344 w 347"/>
                  <a:gd name="T15" fmla="*/ 138 h 344"/>
                  <a:gd name="T16" fmla="*/ 347 w 347"/>
                  <a:gd name="T17" fmla="*/ 172 h 344"/>
                  <a:gd name="T18" fmla="*/ 344 w 347"/>
                  <a:gd name="T19" fmla="*/ 207 h 344"/>
                  <a:gd name="T20" fmla="*/ 334 w 347"/>
                  <a:gd name="T21" fmla="*/ 240 h 344"/>
                  <a:gd name="T22" fmla="*/ 318 w 347"/>
                  <a:gd name="T23" fmla="*/ 269 h 344"/>
                  <a:gd name="T24" fmla="*/ 296 w 347"/>
                  <a:gd name="T25" fmla="*/ 294 h 344"/>
                  <a:gd name="T26" fmla="*/ 270 w 347"/>
                  <a:gd name="T27" fmla="*/ 315 h 344"/>
                  <a:gd name="T28" fmla="*/ 241 w 347"/>
                  <a:gd name="T29" fmla="*/ 331 h 344"/>
                  <a:gd name="T30" fmla="*/ 209 w 347"/>
                  <a:gd name="T31" fmla="*/ 341 h 344"/>
                  <a:gd name="T32" fmla="*/ 174 w 347"/>
                  <a:gd name="T33" fmla="*/ 344 h 344"/>
                  <a:gd name="T34" fmla="*/ 139 w 347"/>
                  <a:gd name="T35" fmla="*/ 341 h 344"/>
                  <a:gd name="T36" fmla="*/ 107 w 347"/>
                  <a:gd name="T37" fmla="*/ 331 h 344"/>
                  <a:gd name="T38" fmla="*/ 77 w 347"/>
                  <a:gd name="T39" fmla="*/ 315 h 344"/>
                  <a:gd name="T40" fmla="*/ 51 w 347"/>
                  <a:gd name="T41" fmla="*/ 294 h 344"/>
                  <a:gd name="T42" fmla="*/ 30 w 347"/>
                  <a:gd name="T43" fmla="*/ 269 h 344"/>
                  <a:gd name="T44" fmla="*/ 14 w 347"/>
                  <a:gd name="T45" fmla="*/ 240 h 344"/>
                  <a:gd name="T46" fmla="*/ 4 w 347"/>
                  <a:gd name="T47" fmla="*/ 207 h 344"/>
                  <a:gd name="T48" fmla="*/ 0 w 347"/>
                  <a:gd name="T49" fmla="*/ 172 h 344"/>
                  <a:gd name="T50" fmla="*/ 4 w 347"/>
                  <a:gd name="T51" fmla="*/ 138 h 344"/>
                  <a:gd name="T52" fmla="*/ 14 w 347"/>
                  <a:gd name="T53" fmla="*/ 106 h 344"/>
                  <a:gd name="T54" fmla="*/ 30 w 347"/>
                  <a:gd name="T55" fmla="*/ 76 h 344"/>
                  <a:gd name="T56" fmla="*/ 51 w 347"/>
                  <a:gd name="T57" fmla="*/ 50 h 344"/>
                  <a:gd name="T58" fmla="*/ 77 w 347"/>
                  <a:gd name="T59" fmla="*/ 30 h 344"/>
                  <a:gd name="T60" fmla="*/ 107 w 347"/>
                  <a:gd name="T61" fmla="*/ 14 h 344"/>
                  <a:gd name="T62" fmla="*/ 139 w 347"/>
                  <a:gd name="T63" fmla="*/ 4 h 344"/>
                  <a:gd name="T64" fmla="*/ 174 w 347"/>
                  <a:gd name="T65" fmla="*/ 0 h 34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</a:cxnLst>
                <a:rect l="0" t="0" r="r" b="b"/>
                <a:pathLst>
                  <a:path w="347" h="344">
                    <a:moveTo>
                      <a:pt x="174" y="0"/>
                    </a:moveTo>
                    <a:lnTo>
                      <a:pt x="209" y="4"/>
                    </a:lnTo>
                    <a:lnTo>
                      <a:pt x="241" y="14"/>
                    </a:lnTo>
                    <a:lnTo>
                      <a:pt x="270" y="30"/>
                    </a:lnTo>
                    <a:lnTo>
                      <a:pt x="296" y="50"/>
                    </a:lnTo>
                    <a:lnTo>
                      <a:pt x="318" y="76"/>
                    </a:lnTo>
                    <a:lnTo>
                      <a:pt x="334" y="106"/>
                    </a:lnTo>
                    <a:lnTo>
                      <a:pt x="344" y="138"/>
                    </a:lnTo>
                    <a:lnTo>
                      <a:pt x="347" y="172"/>
                    </a:lnTo>
                    <a:lnTo>
                      <a:pt x="344" y="207"/>
                    </a:lnTo>
                    <a:lnTo>
                      <a:pt x="334" y="240"/>
                    </a:lnTo>
                    <a:lnTo>
                      <a:pt x="318" y="269"/>
                    </a:lnTo>
                    <a:lnTo>
                      <a:pt x="296" y="294"/>
                    </a:lnTo>
                    <a:lnTo>
                      <a:pt x="270" y="315"/>
                    </a:lnTo>
                    <a:lnTo>
                      <a:pt x="241" y="331"/>
                    </a:lnTo>
                    <a:lnTo>
                      <a:pt x="209" y="341"/>
                    </a:lnTo>
                    <a:lnTo>
                      <a:pt x="174" y="344"/>
                    </a:lnTo>
                    <a:lnTo>
                      <a:pt x="139" y="341"/>
                    </a:lnTo>
                    <a:lnTo>
                      <a:pt x="107" y="331"/>
                    </a:lnTo>
                    <a:lnTo>
                      <a:pt x="77" y="315"/>
                    </a:lnTo>
                    <a:lnTo>
                      <a:pt x="51" y="294"/>
                    </a:lnTo>
                    <a:lnTo>
                      <a:pt x="30" y="269"/>
                    </a:lnTo>
                    <a:lnTo>
                      <a:pt x="14" y="240"/>
                    </a:lnTo>
                    <a:lnTo>
                      <a:pt x="4" y="207"/>
                    </a:lnTo>
                    <a:lnTo>
                      <a:pt x="0" y="172"/>
                    </a:lnTo>
                    <a:lnTo>
                      <a:pt x="4" y="138"/>
                    </a:lnTo>
                    <a:lnTo>
                      <a:pt x="14" y="106"/>
                    </a:lnTo>
                    <a:lnTo>
                      <a:pt x="30" y="76"/>
                    </a:lnTo>
                    <a:lnTo>
                      <a:pt x="51" y="50"/>
                    </a:lnTo>
                    <a:lnTo>
                      <a:pt x="77" y="30"/>
                    </a:lnTo>
                    <a:lnTo>
                      <a:pt x="107" y="14"/>
                    </a:lnTo>
                    <a:lnTo>
                      <a:pt x="139" y="4"/>
                    </a:lnTo>
                    <a:lnTo>
                      <a:pt x="174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</p:grpSp>
      <p:grpSp>
        <p:nvGrpSpPr>
          <p:cNvPr id="5" name="그룹 51"/>
          <p:cNvGrpSpPr/>
          <p:nvPr/>
        </p:nvGrpSpPr>
        <p:grpSpPr>
          <a:xfrm>
            <a:off x="6225107" y="3009245"/>
            <a:ext cx="1887811" cy="1488466"/>
            <a:chOff x="6225107" y="3009245"/>
            <a:chExt cx="1887811" cy="1488466"/>
          </a:xfrm>
        </p:grpSpPr>
        <p:sp>
          <p:nvSpPr>
            <p:cNvPr id="106" name="Freeform 25"/>
            <p:cNvSpPr>
              <a:spLocks noEditPoints="1"/>
            </p:cNvSpPr>
            <p:nvPr/>
          </p:nvSpPr>
          <p:spPr bwMode="auto">
            <a:xfrm>
              <a:off x="6225107" y="3009245"/>
              <a:ext cx="1887811" cy="1488466"/>
            </a:xfrm>
            <a:custGeom>
              <a:avLst/>
              <a:gdLst>
                <a:gd name="T0" fmla="*/ 1139 w 2079"/>
                <a:gd name="T1" fmla="*/ 134 h 1640"/>
                <a:gd name="T2" fmla="*/ 941 w 2079"/>
                <a:gd name="T3" fmla="*/ 210 h 1640"/>
                <a:gd name="T4" fmla="*/ 779 w 2079"/>
                <a:gd name="T5" fmla="*/ 336 h 1640"/>
                <a:gd name="T6" fmla="*/ 663 w 2079"/>
                <a:gd name="T7" fmla="*/ 500 h 1640"/>
                <a:gd name="T8" fmla="*/ 598 w 2079"/>
                <a:gd name="T9" fmla="*/ 691 h 1640"/>
                <a:gd name="T10" fmla="*/ 591 w 2079"/>
                <a:gd name="T11" fmla="*/ 896 h 1640"/>
                <a:gd name="T12" fmla="*/ 647 w 2079"/>
                <a:gd name="T13" fmla="*/ 1101 h 1640"/>
                <a:gd name="T14" fmla="*/ 757 w 2079"/>
                <a:gd name="T15" fmla="*/ 1275 h 1640"/>
                <a:gd name="T16" fmla="*/ 911 w 2079"/>
                <a:gd name="T17" fmla="*/ 1407 h 1640"/>
                <a:gd name="T18" fmla="*/ 1093 w 2079"/>
                <a:gd name="T19" fmla="*/ 1489 h 1640"/>
                <a:gd name="T20" fmla="*/ 1294 w 2079"/>
                <a:gd name="T21" fmla="*/ 1516 h 1640"/>
                <a:gd name="T22" fmla="*/ 1502 w 2079"/>
                <a:gd name="T23" fmla="*/ 1482 h 1640"/>
                <a:gd name="T24" fmla="*/ 1689 w 2079"/>
                <a:gd name="T25" fmla="*/ 1388 h 1640"/>
                <a:gd name="T26" fmla="*/ 1836 w 2079"/>
                <a:gd name="T27" fmla="*/ 1248 h 1640"/>
                <a:gd name="T28" fmla="*/ 1936 w 2079"/>
                <a:gd name="T29" fmla="*/ 1074 h 1640"/>
                <a:gd name="T30" fmla="*/ 1982 w 2079"/>
                <a:gd name="T31" fmla="*/ 877 h 1640"/>
                <a:gd name="T32" fmla="*/ 1970 w 2079"/>
                <a:gd name="T33" fmla="*/ 670 h 1640"/>
                <a:gd name="T34" fmla="*/ 1893 w 2079"/>
                <a:gd name="T35" fmla="*/ 472 h 1640"/>
                <a:gd name="T36" fmla="*/ 1768 w 2079"/>
                <a:gd name="T37" fmla="*/ 310 h 1640"/>
                <a:gd name="T38" fmla="*/ 1603 w 2079"/>
                <a:gd name="T39" fmla="*/ 194 h 1640"/>
                <a:gd name="T40" fmla="*/ 1413 w 2079"/>
                <a:gd name="T41" fmla="*/ 130 h 1640"/>
                <a:gd name="T42" fmla="*/ 1286 w 2079"/>
                <a:gd name="T43" fmla="*/ 0 h 1640"/>
                <a:gd name="T44" fmla="*/ 1496 w 2079"/>
                <a:gd name="T45" fmla="*/ 36 h 1640"/>
                <a:gd name="T46" fmla="*/ 1689 w 2079"/>
                <a:gd name="T47" fmla="*/ 125 h 1640"/>
                <a:gd name="T48" fmla="*/ 1854 w 2079"/>
                <a:gd name="T49" fmla="*/ 259 h 1640"/>
                <a:gd name="T50" fmla="*/ 1981 w 2079"/>
                <a:gd name="T51" fmla="*/ 436 h 1640"/>
                <a:gd name="T52" fmla="*/ 2059 w 2079"/>
                <a:gd name="T53" fmla="*/ 645 h 1640"/>
                <a:gd name="T54" fmla="*/ 2079 w 2079"/>
                <a:gd name="T55" fmla="*/ 863 h 1640"/>
                <a:gd name="T56" fmla="*/ 2043 w 2079"/>
                <a:gd name="T57" fmla="*/ 1074 h 1640"/>
                <a:gd name="T58" fmla="*/ 1955 w 2079"/>
                <a:gd name="T59" fmla="*/ 1267 h 1640"/>
                <a:gd name="T60" fmla="*/ 1820 w 2079"/>
                <a:gd name="T61" fmla="*/ 1431 h 1640"/>
                <a:gd name="T62" fmla="*/ 1645 w 2079"/>
                <a:gd name="T63" fmla="*/ 1558 h 1640"/>
                <a:gd name="T64" fmla="*/ 1461 w 2079"/>
                <a:gd name="T65" fmla="*/ 1629 h 1640"/>
                <a:gd name="T66" fmla="*/ 1304 w 2079"/>
                <a:gd name="T67" fmla="*/ 1640 h 1640"/>
                <a:gd name="T68" fmla="*/ 1120 w 2079"/>
                <a:gd name="T69" fmla="*/ 1623 h 1640"/>
                <a:gd name="T70" fmla="*/ 923 w 2079"/>
                <a:gd name="T71" fmla="*/ 1581 h 1640"/>
                <a:gd name="T72" fmla="*/ 722 w 2079"/>
                <a:gd name="T73" fmla="*/ 1523 h 1640"/>
                <a:gd name="T74" fmla="*/ 526 w 2079"/>
                <a:gd name="T75" fmla="*/ 1455 h 1640"/>
                <a:gd name="T76" fmla="*/ 348 w 2079"/>
                <a:gd name="T77" fmla="*/ 1388 h 1640"/>
                <a:gd name="T78" fmla="*/ 197 w 2079"/>
                <a:gd name="T79" fmla="*/ 1324 h 1640"/>
                <a:gd name="T80" fmla="*/ 83 w 2079"/>
                <a:gd name="T81" fmla="*/ 1273 h 1640"/>
                <a:gd name="T82" fmla="*/ 15 w 2079"/>
                <a:gd name="T83" fmla="*/ 1241 h 1640"/>
                <a:gd name="T84" fmla="*/ 3 w 2079"/>
                <a:gd name="T85" fmla="*/ 1231 h 1640"/>
                <a:gd name="T86" fmla="*/ 29 w 2079"/>
                <a:gd name="T87" fmla="*/ 1183 h 1640"/>
                <a:gd name="T88" fmla="*/ 84 w 2079"/>
                <a:gd name="T89" fmla="*/ 1088 h 1640"/>
                <a:gd name="T90" fmla="*/ 162 w 2079"/>
                <a:gd name="T91" fmla="*/ 956 h 1640"/>
                <a:gd name="T92" fmla="*/ 261 w 2079"/>
                <a:gd name="T93" fmla="*/ 801 h 1640"/>
                <a:gd name="T94" fmla="*/ 374 w 2079"/>
                <a:gd name="T95" fmla="*/ 634 h 1640"/>
                <a:gd name="T96" fmla="*/ 500 w 2079"/>
                <a:gd name="T97" fmla="*/ 467 h 1640"/>
                <a:gd name="T98" fmla="*/ 633 w 2079"/>
                <a:gd name="T99" fmla="*/ 310 h 1640"/>
                <a:gd name="T100" fmla="*/ 771 w 2079"/>
                <a:gd name="T101" fmla="*/ 178 h 1640"/>
                <a:gd name="T102" fmla="*/ 907 w 2079"/>
                <a:gd name="T103" fmla="*/ 81 h 1640"/>
                <a:gd name="T104" fmla="*/ 1067 w 2079"/>
                <a:gd name="T105" fmla="*/ 20 h 1640"/>
                <a:gd name="T106" fmla="*/ 1286 w 2079"/>
                <a:gd name="T107" fmla="*/ 0 h 16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2079" h="1640">
                  <a:moveTo>
                    <a:pt x="1278" y="119"/>
                  </a:moveTo>
                  <a:lnTo>
                    <a:pt x="1208" y="123"/>
                  </a:lnTo>
                  <a:lnTo>
                    <a:pt x="1139" y="134"/>
                  </a:lnTo>
                  <a:lnTo>
                    <a:pt x="1070" y="152"/>
                  </a:lnTo>
                  <a:lnTo>
                    <a:pt x="1003" y="178"/>
                  </a:lnTo>
                  <a:lnTo>
                    <a:pt x="941" y="210"/>
                  </a:lnTo>
                  <a:lnTo>
                    <a:pt x="883" y="247"/>
                  </a:lnTo>
                  <a:lnTo>
                    <a:pt x="829" y="289"/>
                  </a:lnTo>
                  <a:lnTo>
                    <a:pt x="779" y="336"/>
                  </a:lnTo>
                  <a:lnTo>
                    <a:pt x="736" y="387"/>
                  </a:lnTo>
                  <a:lnTo>
                    <a:pt x="696" y="442"/>
                  </a:lnTo>
                  <a:lnTo>
                    <a:pt x="663" y="500"/>
                  </a:lnTo>
                  <a:lnTo>
                    <a:pt x="636" y="561"/>
                  </a:lnTo>
                  <a:lnTo>
                    <a:pt x="614" y="625"/>
                  </a:lnTo>
                  <a:lnTo>
                    <a:pt x="598" y="691"/>
                  </a:lnTo>
                  <a:lnTo>
                    <a:pt x="590" y="758"/>
                  </a:lnTo>
                  <a:lnTo>
                    <a:pt x="587" y="825"/>
                  </a:lnTo>
                  <a:lnTo>
                    <a:pt x="591" y="896"/>
                  </a:lnTo>
                  <a:lnTo>
                    <a:pt x="602" y="964"/>
                  </a:lnTo>
                  <a:lnTo>
                    <a:pt x="621" y="1033"/>
                  </a:lnTo>
                  <a:lnTo>
                    <a:pt x="647" y="1101"/>
                  </a:lnTo>
                  <a:lnTo>
                    <a:pt x="679" y="1163"/>
                  </a:lnTo>
                  <a:lnTo>
                    <a:pt x="715" y="1221"/>
                  </a:lnTo>
                  <a:lnTo>
                    <a:pt x="757" y="1275"/>
                  </a:lnTo>
                  <a:lnTo>
                    <a:pt x="804" y="1324"/>
                  </a:lnTo>
                  <a:lnTo>
                    <a:pt x="856" y="1368"/>
                  </a:lnTo>
                  <a:lnTo>
                    <a:pt x="911" y="1407"/>
                  </a:lnTo>
                  <a:lnTo>
                    <a:pt x="969" y="1440"/>
                  </a:lnTo>
                  <a:lnTo>
                    <a:pt x="1030" y="1467"/>
                  </a:lnTo>
                  <a:lnTo>
                    <a:pt x="1093" y="1489"/>
                  </a:lnTo>
                  <a:lnTo>
                    <a:pt x="1159" y="1505"/>
                  </a:lnTo>
                  <a:lnTo>
                    <a:pt x="1227" y="1513"/>
                  </a:lnTo>
                  <a:lnTo>
                    <a:pt x="1294" y="1516"/>
                  </a:lnTo>
                  <a:lnTo>
                    <a:pt x="1364" y="1512"/>
                  </a:lnTo>
                  <a:lnTo>
                    <a:pt x="1433" y="1501"/>
                  </a:lnTo>
                  <a:lnTo>
                    <a:pt x="1502" y="1482"/>
                  </a:lnTo>
                  <a:lnTo>
                    <a:pt x="1569" y="1457"/>
                  </a:lnTo>
                  <a:lnTo>
                    <a:pt x="1631" y="1424"/>
                  </a:lnTo>
                  <a:lnTo>
                    <a:pt x="1689" y="1388"/>
                  </a:lnTo>
                  <a:lnTo>
                    <a:pt x="1743" y="1346"/>
                  </a:lnTo>
                  <a:lnTo>
                    <a:pt x="1793" y="1299"/>
                  </a:lnTo>
                  <a:lnTo>
                    <a:pt x="1836" y="1248"/>
                  </a:lnTo>
                  <a:lnTo>
                    <a:pt x="1876" y="1192"/>
                  </a:lnTo>
                  <a:lnTo>
                    <a:pt x="1909" y="1134"/>
                  </a:lnTo>
                  <a:lnTo>
                    <a:pt x="1936" y="1074"/>
                  </a:lnTo>
                  <a:lnTo>
                    <a:pt x="1958" y="1010"/>
                  </a:lnTo>
                  <a:lnTo>
                    <a:pt x="1974" y="944"/>
                  </a:lnTo>
                  <a:lnTo>
                    <a:pt x="1982" y="877"/>
                  </a:lnTo>
                  <a:lnTo>
                    <a:pt x="1985" y="809"/>
                  </a:lnTo>
                  <a:lnTo>
                    <a:pt x="1981" y="739"/>
                  </a:lnTo>
                  <a:lnTo>
                    <a:pt x="1970" y="670"/>
                  </a:lnTo>
                  <a:lnTo>
                    <a:pt x="1951" y="602"/>
                  </a:lnTo>
                  <a:lnTo>
                    <a:pt x="1926" y="534"/>
                  </a:lnTo>
                  <a:lnTo>
                    <a:pt x="1893" y="472"/>
                  </a:lnTo>
                  <a:lnTo>
                    <a:pt x="1857" y="414"/>
                  </a:lnTo>
                  <a:lnTo>
                    <a:pt x="1815" y="360"/>
                  </a:lnTo>
                  <a:lnTo>
                    <a:pt x="1768" y="310"/>
                  </a:lnTo>
                  <a:lnTo>
                    <a:pt x="1716" y="267"/>
                  </a:lnTo>
                  <a:lnTo>
                    <a:pt x="1661" y="228"/>
                  </a:lnTo>
                  <a:lnTo>
                    <a:pt x="1603" y="194"/>
                  </a:lnTo>
                  <a:lnTo>
                    <a:pt x="1542" y="167"/>
                  </a:lnTo>
                  <a:lnTo>
                    <a:pt x="1479" y="146"/>
                  </a:lnTo>
                  <a:lnTo>
                    <a:pt x="1413" y="130"/>
                  </a:lnTo>
                  <a:lnTo>
                    <a:pt x="1345" y="121"/>
                  </a:lnTo>
                  <a:lnTo>
                    <a:pt x="1278" y="119"/>
                  </a:lnTo>
                  <a:close/>
                  <a:moveTo>
                    <a:pt x="1286" y="0"/>
                  </a:moveTo>
                  <a:lnTo>
                    <a:pt x="1358" y="7"/>
                  </a:lnTo>
                  <a:lnTo>
                    <a:pt x="1428" y="19"/>
                  </a:lnTo>
                  <a:lnTo>
                    <a:pt x="1496" y="36"/>
                  </a:lnTo>
                  <a:lnTo>
                    <a:pt x="1563" y="61"/>
                  </a:lnTo>
                  <a:lnTo>
                    <a:pt x="1627" y="90"/>
                  </a:lnTo>
                  <a:lnTo>
                    <a:pt x="1689" y="125"/>
                  </a:lnTo>
                  <a:lnTo>
                    <a:pt x="1747" y="165"/>
                  </a:lnTo>
                  <a:lnTo>
                    <a:pt x="1803" y="210"/>
                  </a:lnTo>
                  <a:lnTo>
                    <a:pt x="1854" y="259"/>
                  </a:lnTo>
                  <a:lnTo>
                    <a:pt x="1901" y="313"/>
                  </a:lnTo>
                  <a:lnTo>
                    <a:pt x="1943" y="372"/>
                  </a:lnTo>
                  <a:lnTo>
                    <a:pt x="1981" y="436"/>
                  </a:lnTo>
                  <a:lnTo>
                    <a:pt x="2013" y="502"/>
                  </a:lnTo>
                  <a:lnTo>
                    <a:pt x="2040" y="572"/>
                  </a:lnTo>
                  <a:lnTo>
                    <a:pt x="2059" y="645"/>
                  </a:lnTo>
                  <a:lnTo>
                    <a:pt x="2073" y="719"/>
                  </a:lnTo>
                  <a:lnTo>
                    <a:pt x="2079" y="792"/>
                  </a:lnTo>
                  <a:lnTo>
                    <a:pt x="2079" y="863"/>
                  </a:lnTo>
                  <a:lnTo>
                    <a:pt x="2074" y="935"/>
                  </a:lnTo>
                  <a:lnTo>
                    <a:pt x="2062" y="1005"/>
                  </a:lnTo>
                  <a:lnTo>
                    <a:pt x="2043" y="1074"/>
                  </a:lnTo>
                  <a:lnTo>
                    <a:pt x="2019" y="1141"/>
                  </a:lnTo>
                  <a:lnTo>
                    <a:pt x="1990" y="1204"/>
                  </a:lnTo>
                  <a:lnTo>
                    <a:pt x="1955" y="1267"/>
                  </a:lnTo>
                  <a:lnTo>
                    <a:pt x="1915" y="1324"/>
                  </a:lnTo>
                  <a:lnTo>
                    <a:pt x="1870" y="1380"/>
                  </a:lnTo>
                  <a:lnTo>
                    <a:pt x="1820" y="1431"/>
                  </a:lnTo>
                  <a:lnTo>
                    <a:pt x="1766" y="1478"/>
                  </a:lnTo>
                  <a:lnTo>
                    <a:pt x="1708" y="1520"/>
                  </a:lnTo>
                  <a:lnTo>
                    <a:pt x="1645" y="1558"/>
                  </a:lnTo>
                  <a:lnTo>
                    <a:pt x="1579" y="1590"/>
                  </a:lnTo>
                  <a:lnTo>
                    <a:pt x="1507" y="1617"/>
                  </a:lnTo>
                  <a:lnTo>
                    <a:pt x="1461" y="1629"/>
                  </a:lnTo>
                  <a:lnTo>
                    <a:pt x="1413" y="1636"/>
                  </a:lnTo>
                  <a:lnTo>
                    <a:pt x="1359" y="1640"/>
                  </a:lnTo>
                  <a:lnTo>
                    <a:pt x="1304" y="1640"/>
                  </a:lnTo>
                  <a:lnTo>
                    <a:pt x="1244" y="1637"/>
                  </a:lnTo>
                  <a:lnTo>
                    <a:pt x="1184" y="1631"/>
                  </a:lnTo>
                  <a:lnTo>
                    <a:pt x="1120" y="1623"/>
                  </a:lnTo>
                  <a:lnTo>
                    <a:pt x="1055" y="1610"/>
                  </a:lnTo>
                  <a:lnTo>
                    <a:pt x="991" y="1597"/>
                  </a:lnTo>
                  <a:lnTo>
                    <a:pt x="923" y="1581"/>
                  </a:lnTo>
                  <a:lnTo>
                    <a:pt x="856" y="1563"/>
                  </a:lnTo>
                  <a:lnTo>
                    <a:pt x="790" y="1543"/>
                  </a:lnTo>
                  <a:lnTo>
                    <a:pt x="722" y="1523"/>
                  </a:lnTo>
                  <a:lnTo>
                    <a:pt x="656" y="1501"/>
                  </a:lnTo>
                  <a:lnTo>
                    <a:pt x="591" y="1478"/>
                  </a:lnTo>
                  <a:lnTo>
                    <a:pt x="526" y="1455"/>
                  </a:lnTo>
                  <a:lnTo>
                    <a:pt x="466" y="1432"/>
                  </a:lnTo>
                  <a:lnTo>
                    <a:pt x="405" y="1409"/>
                  </a:lnTo>
                  <a:lnTo>
                    <a:pt x="348" y="1388"/>
                  </a:lnTo>
                  <a:lnTo>
                    <a:pt x="294" y="1365"/>
                  </a:lnTo>
                  <a:lnTo>
                    <a:pt x="245" y="1343"/>
                  </a:lnTo>
                  <a:lnTo>
                    <a:pt x="197" y="1324"/>
                  </a:lnTo>
                  <a:lnTo>
                    <a:pt x="154" y="1306"/>
                  </a:lnTo>
                  <a:lnTo>
                    <a:pt x="115" y="1288"/>
                  </a:lnTo>
                  <a:lnTo>
                    <a:pt x="83" y="1273"/>
                  </a:lnTo>
                  <a:lnTo>
                    <a:pt x="54" y="1260"/>
                  </a:lnTo>
                  <a:lnTo>
                    <a:pt x="31" y="1249"/>
                  </a:lnTo>
                  <a:lnTo>
                    <a:pt x="15" y="1241"/>
                  </a:lnTo>
                  <a:lnTo>
                    <a:pt x="4" y="1237"/>
                  </a:lnTo>
                  <a:lnTo>
                    <a:pt x="0" y="1235"/>
                  </a:lnTo>
                  <a:lnTo>
                    <a:pt x="3" y="1231"/>
                  </a:lnTo>
                  <a:lnTo>
                    <a:pt x="8" y="1222"/>
                  </a:lnTo>
                  <a:lnTo>
                    <a:pt x="17" y="1206"/>
                  </a:lnTo>
                  <a:lnTo>
                    <a:pt x="29" y="1183"/>
                  </a:lnTo>
                  <a:lnTo>
                    <a:pt x="45" y="1156"/>
                  </a:lnTo>
                  <a:lnTo>
                    <a:pt x="62" y="1124"/>
                  </a:lnTo>
                  <a:lnTo>
                    <a:pt x="84" y="1088"/>
                  </a:lnTo>
                  <a:lnTo>
                    <a:pt x="107" y="1048"/>
                  </a:lnTo>
                  <a:lnTo>
                    <a:pt x="134" y="1003"/>
                  </a:lnTo>
                  <a:lnTo>
                    <a:pt x="162" y="956"/>
                  </a:lnTo>
                  <a:lnTo>
                    <a:pt x="192" y="906"/>
                  </a:lnTo>
                  <a:lnTo>
                    <a:pt x="226" y="855"/>
                  </a:lnTo>
                  <a:lnTo>
                    <a:pt x="261" y="801"/>
                  </a:lnTo>
                  <a:lnTo>
                    <a:pt x="297" y="747"/>
                  </a:lnTo>
                  <a:lnTo>
                    <a:pt x="335" y="691"/>
                  </a:lnTo>
                  <a:lnTo>
                    <a:pt x="374" y="634"/>
                  </a:lnTo>
                  <a:lnTo>
                    <a:pt x="415" y="579"/>
                  </a:lnTo>
                  <a:lnTo>
                    <a:pt x="458" y="522"/>
                  </a:lnTo>
                  <a:lnTo>
                    <a:pt x="500" y="467"/>
                  </a:lnTo>
                  <a:lnTo>
                    <a:pt x="544" y="413"/>
                  </a:lnTo>
                  <a:lnTo>
                    <a:pt x="589" y="362"/>
                  </a:lnTo>
                  <a:lnTo>
                    <a:pt x="633" y="310"/>
                  </a:lnTo>
                  <a:lnTo>
                    <a:pt x="679" y="263"/>
                  </a:lnTo>
                  <a:lnTo>
                    <a:pt x="725" y="219"/>
                  </a:lnTo>
                  <a:lnTo>
                    <a:pt x="771" y="178"/>
                  </a:lnTo>
                  <a:lnTo>
                    <a:pt x="817" y="142"/>
                  </a:lnTo>
                  <a:lnTo>
                    <a:pt x="861" y="108"/>
                  </a:lnTo>
                  <a:lnTo>
                    <a:pt x="907" y="81"/>
                  </a:lnTo>
                  <a:lnTo>
                    <a:pt x="951" y="58"/>
                  </a:lnTo>
                  <a:lnTo>
                    <a:pt x="995" y="41"/>
                  </a:lnTo>
                  <a:lnTo>
                    <a:pt x="1067" y="20"/>
                  </a:lnTo>
                  <a:lnTo>
                    <a:pt x="1140" y="7"/>
                  </a:lnTo>
                  <a:lnTo>
                    <a:pt x="1213" y="0"/>
                  </a:lnTo>
                  <a:lnTo>
                    <a:pt x="1286" y="0"/>
                  </a:lnTo>
                  <a:close/>
                </a:path>
              </a:pathLst>
            </a:custGeom>
            <a:solidFill>
              <a:schemeClr val="accent3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7" name="Freeform 49"/>
            <p:cNvSpPr>
              <a:spLocks noEditPoints="1"/>
            </p:cNvSpPr>
            <p:nvPr/>
          </p:nvSpPr>
          <p:spPr bwMode="auto">
            <a:xfrm>
              <a:off x="7130965" y="3464081"/>
              <a:ext cx="615949" cy="615949"/>
            </a:xfrm>
            <a:custGeom>
              <a:avLst/>
              <a:gdLst>
                <a:gd name="T0" fmla="*/ 2959 w 3962"/>
                <a:gd name="T1" fmla="*/ 2546 h 3963"/>
                <a:gd name="T2" fmla="*/ 3397 w 3962"/>
                <a:gd name="T3" fmla="*/ 2984 h 3963"/>
                <a:gd name="T4" fmla="*/ 3464 w 3962"/>
                <a:gd name="T5" fmla="*/ 3124 h 3963"/>
                <a:gd name="T6" fmla="*/ 3343 w 3962"/>
                <a:gd name="T7" fmla="*/ 3219 h 3963"/>
                <a:gd name="T8" fmla="*/ 2736 w 3962"/>
                <a:gd name="T9" fmla="*/ 3150 h 3963"/>
                <a:gd name="T10" fmla="*/ 2752 w 3962"/>
                <a:gd name="T11" fmla="*/ 2523 h 3963"/>
                <a:gd name="T12" fmla="*/ 2896 w 3962"/>
                <a:gd name="T13" fmla="*/ 2232 h 3963"/>
                <a:gd name="T14" fmla="*/ 2500 w 3962"/>
                <a:gd name="T15" fmla="*/ 2399 h 3963"/>
                <a:gd name="T16" fmla="*/ 2262 w 3962"/>
                <a:gd name="T17" fmla="*/ 2752 h 3963"/>
                <a:gd name="T18" fmla="*/ 2262 w 3962"/>
                <a:gd name="T19" fmla="*/ 3193 h 3963"/>
                <a:gd name="T20" fmla="*/ 2500 w 3962"/>
                <a:gd name="T21" fmla="*/ 3544 h 3963"/>
                <a:gd name="T22" fmla="*/ 2896 w 3962"/>
                <a:gd name="T23" fmla="*/ 3711 h 3963"/>
                <a:gd name="T24" fmla="*/ 3325 w 3962"/>
                <a:gd name="T25" fmla="*/ 3625 h 3963"/>
                <a:gd name="T26" fmla="*/ 3625 w 3962"/>
                <a:gd name="T27" fmla="*/ 3325 h 3963"/>
                <a:gd name="T28" fmla="*/ 3711 w 3962"/>
                <a:gd name="T29" fmla="*/ 2896 h 3963"/>
                <a:gd name="T30" fmla="*/ 3544 w 3962"/>
                <a:gd name="T31" fmla="*/ 2500 h 3963"/>
                <a:gd name="T32" fmla="*/ 3193 w 3962"/>
                <a:gd name="T33" fmla="*/ 2262 h 3963"/>
                <a:gd name="T34" fmla="*/ 1734 w 3962"/>
                <a:gd name="T35" fmla="*/ 2724 h 3963"/>
                <a:gd name="T36" fmla="*/ 495 w 3962"/>
                <a:gd name="T37" fmla="*/ 2724 h 3963"/>
                <a:gd name="T38" fmla="*/ 3300 w 3962"/>
                <a:gd name="T39" fmla="*/ 2037 h 3963"/>
                <a:gd name="T40" fmla="*/ 3700 w 3962"/>
                <a:gd name="T41" fmla="*/ 2300 h 3963"/>
                <a:gd name="T42" fmla="*/ 3930 w 3962"/>
                <a:gd name="T43" fmla="*/ 2722 h 3963"/>
                <a:gd name="T44" fmla="*/ 3930 w 3962"/>
                <a:gd name="T45" fmla="*/ 3222 h 3963"/>
                <a:gd name="T46" fmla="*/ 3700 w 3962"/>
                <a:gd name="T47" fmla="*/ 3643 h 3963"/>
                <a:gd name="T48" fmla="*/ 3300 w 3962"/>
                <a:gd name="T49" fmla="*/ 3907 h 3963"/>
                <a:gd name="T50" fmla="*/ 2802 w 3962"/>
                <a:gd name="T51" fmla="*/ 3948 h 3963"/>
                <a:gd name="T52" fmla="*/ 2361 w 3962"/>
                <a:gd name="T53" fmla="*/ 3752 h 3963"/>
                <a:gd name="T54" fmla="*/ 2067 w 3962"/>
                <a:gd name="T55" fmla="*/ 3376 h 3963"/>
                <a:gd name="T56" fmla="*/ 1984 w 3962"/>
                <a:gd name="T57" fmla="*/ 2887 h 3963"/>
                <a:gd name="T58" fmla="*/ 2144 w 3962"/>
                <a:gd name="T59" fmla="*/ 2426 h 3963"/>
                <a:gd name="T60" fmla="*/ 2495 w 3962"/>
                <a:gd name="T61" fmla="*/ 2103 h 3963"/>
                <a:gd name="T62" fmla="*/ 2972 w 3962"/>
                <a:gd name="T63" fmla="*/ 1982 h 3963"/>
                <a:gd name="T64" fmla="*/ 1238 w 3962"/>
                <a:gd name="T65" fmla="*/ 1486 h 3963"/>
                <a:gd name="T66" fmla="*/ 990 w 3962"/>
                <a:gd name="T67" fmla="*/ 1486 h 3963"/>
                <a:gd name="T68" fmla="*/ 371 w 3962"/>
                <a:gd name="T69" fmla="*/ 619 h 3963"/>
                <a:gd name="T70" fmla="*/ 473 w 3962"/>
                <a:gd name="T71" fmla="*/ 819 h 3963"/>
                <a:gd name="T72" fmla="*/ 697 w 3962"/>
                <a:gd name="T73" fmla="*/ 854 h 3963"/>
                <a:gd name="T74" fmla="*/ 854 w 3962"/>
                <a:gd name="T75" fmla="*/ 697 h 3963"/>
                <a:gd name="T76" fmla="*/ 2355 w 3962"/>
                <a:gd name="T77" fmla="*/ 659 h 3963"/>
                <a:gd name="T78" fmla="*/ 2487 w 3962"/>
                <a:gd name="T79" fmla="*/ 839 h 3963"/>
                <a:gd name="T80" fmla="*/ 2714 w 3962"/>
                <a:gd name="T81" fmla="*/ 839 h 3963"/>
                <a:gd name="T82" fmla="*/ 2844 w 3962"/>
                <a:gd name="T83" fmla="*/ 659 h 3963"/>
                <a:gd name="T84" fmla="*/ 3074 w 3962"/>
                <a:gd name="T85" fmla="*/ 526 h 3963"/>
                <a:gd name="T86" fmla="*/ 3215 w 3962"/>
                <a:gd name="T87" fmla="*/ 724 h 3963"/>
                <a:gd name="T88" fmla="*/ 248 w 3962"/>
                <a:gd name="T89" fmla="*/ 2947 h 3963"/>
                <a:gd name="T90" fmla="*/ 268 w 3962"/>
                <a:gd name="T91" fmla="*/ 3219 h 3963"/>
                <a:gd name="T92" fmla="*/ 52 w 3962"/>
                <a:gd name="T93" fmla="*/ 3108 h 3963"/>
                <a:gd name="T94" fmla="*/ 3 w 3962"/>
                <a:gd name="T95" fmla="*/ 724 h 3963"/>
                <a:gd name="T96" fmla="*/ 144 w 3962"/>
                <a:gd name="T97" fmla="*/ 526 h 3963"/>
                <a:gd name="T98" fmla="*/ 2654 w 3962"/>
                <a:gd name="T99" fmla="*/ 13 h 3963"/>
                <a:gd name="T100" fmla="*/ 2724 w 3962"/>
                <a:gd name="T101" fmla="*/ 619 h 3963"/>
                <a:gd name="T102" fmla="*/ 2629 w 3962"/>
                <a:gd name="T103" fmla="*/ 739 h 3963"/>
                <a:gd name="T104" fmla="*/ 2489 w 3962"/>
                <a:gd name="T105" fmla="*/ 673 h 3963"/>
                <a:gd name="T106" fmla="*/ 2503 w 3962"/>
                <a:gd name="T107" fmla="*/ 47 h 3963"/>
                <a:gd name="T108" fmla="*/ 647 w 3962"/>
                <a:gd name="T109" fmla="*/ 3 h 3963"/>
                <a:gd name="T110" fmla="*/ 743 w 3962"/>
                <a:gd name="T111" fmla="*/ 124 h 3963"/>
                <a:gd name="T112" fmla="*/ 673 w 3962"/>
                <a:gd name="T113" fmla="*/ 730 h 3963"/>
                <a:gd name="T114" fmla="*/ 523 w 3962"/>
                <a:gd name="T115" fmla="*/ 696 h 3963"/>
                <a:gd name="T116" fmla="*/ 508 w 3962"/>
                <a:gd name="T117" fmla="*/ 69 h 39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3962" h="3963">
                  <a:moveTo>
                    <a:pt x="2848" y="2477"/>
                  </a:moveTo>
                  <a:lnTo>
                    <a:pt x="2876" y="2479"/>
                  </a:lnTo>
                  <a:lnTo>
                    <a:pt x="2902" y="2489"/>
                  </a:lnTo>
                  <a:lnTo>
                    <a:pt x="2925" y="2503"/>
                  </a:lnTo>
                  <a:lnTo>
                    <a:pt x="2944" y="2523"/>
                  </a:lnTo>
                  <a:lnTo>
                    <a:pt x="2959" y="2546"/>
                  </a:lnTo>
                  <a:lnTo>
                    <a:pt x="2968" y="2572"/>
                  </a:lnTo>
                  <a:lnTo>
                    <a:pt x="2972" y="2600"/>
                  </a:lnTo>
                  <a:lnTo>
                    <a:pt x="2972" y="2972"/>
                  </a:lnTo>
                  <a:lnTo>
                    <a:pt x="3343" y="2972"/>
                  </a:lnTo>
                  <a:lnTo>
                    <a:pt x="3371" y="2975"/>
                  </a:lnTo>
                  <a:lnTo>
                    <a:pt x="3397" y="2984"/>
                  </a:lnTo>
                  <a:lnTo>
                    <a:pt x="3420" y="2999"/>
                  </a:lnTo>
                  <a:lnTo>
                    <a:pt x="3440" y="3018"/>
                  </a:lnTo>
                  <a:lnTo>
                    <a:pt x="3454" y="3041"/>
                  </a:lnTo>
                  <a:lnTo>
                    <a:pt x="3464" y="3067"/>
                  </a:lnTo>
                  <a:lnTo>
                    <a:pt x="3467" y="3096"/>
                  </a:lnTo>
                  <a:lnTo>
                    <a:pt x="3464" y="3124"/>
                  </a:lnTo>
                  <a:lnTo>
                    <a:pt x="3454" y="3150"/>
                  </a:lnTo>
                  <a:lnTo>
                    <a:pt x="3440" y="3173"/>
                  </a:lnTo>
                  <a:lnTo>
                    <a:pt x="3420" y="3193"/>
                  </a:lnTo>
                  <a:lnTo>
                    <a:pt x="3397" y="3207"/>
                  </a:lnTo>
                  <a:lnTo>
                    <a:pt x="3371" y="3217"/>
                  </a:lnTo>
                  <a:lnTo>
                    <a:pt x="3343" y="3219"/>
                  </a:lnTo>
                  <a:lnTo>
                    <a:pt x="2848" y="3219"/>
                  </a:lnTo>
                  <a:lnTo>
                    <a:pt x="2819" y="3217"/>
                  </a:lnTo>
                  <a:lnTo>
                    <a:pt x="2794" y="3207"/>
                  </a:lnTo>
                  <a:lnTo>
                    <a:pt x="2771" y="3193"/>
                  </a:lnTo>
                  <a:lnTo>
                    <a:pt x="2752" y="3173"/>
                  </a:lnTo>
                  <a:lnTo>
                    <a:pt x="2736" y="3150"/>
                  </a:lnTo>
                  <a:lnTo>
                    <a:pt x="2727" y="3124"/>
                  </a:lnTo>
                  <a:lnTo>
                    <a:pt x="2724" y="3096"/>
                  </a:lnTo>
                  <a:lnTo>
                    <a:pt x="2724" y="2600"/>
                  </a:lnTo>
                  <a:lnTo>
                    <a:pt x="2727" y="2572"/>
                  </a:lnTo>
                  <a:lnTo>
                    <a:pt x="2736" y="2546"/>
                  </a:lnTo>
                  <a:lnTo>
                    <a:pt x="2752" y="2523"/>
                  </a:lnTo>
                  <a:lnTo>
                    <a:pt x="2771" y="2503"/>
                  </a:lnTo>
                  <a:lnTo>
                    <a:pt x="2794" y="2489"/>
                  </a:lnTo>
                  <a:lnTo>
                    <a:pt x="2819" y="2479"/>
                  </a:lnTo>
                  <a:lnTo>
                    <a:pt x="2848" y="2477"/>
                  </a:lnTo>
                  <a:close/>
                  <a:moveTo>
                    <a:pt x="2972" y="2229"/>
                  </a:moveTo>
                  <a:lnTo>
                    <a:pt x="2896" y="2232"/>
                  </a:lnTo>
                  <a:lnTo>
                    <a:pt x="2821" y="2244"/>
                  </a:lnTo>
                  <a:lnTo>
                    <a:pt x="2750" y="2262"/>
                  </a:lnTo>
                  <a:lnTo>
                    <a:pt x="2683" y="2288"/>
                  </a:lnTo>
                  <a:lnTo>
                    <a:pt x="2618" y="2319"/>
                  </a:lnTo>
                  <a:lnTo>
                    <a:pt x="2556" y="2356"/>
                  </a:lnTo>
                  <a:lnTo>
                    <a:pt x="2500" y="2399"/>
                  </a:lnTo>
                  <a:lnTo>
                    <a:pt x="2447" y="2447"/>
                  </a:lnTo>
                  <a:lnTo>
                    <a:pt x="2399" y="2500"/>
                  </a:lnTo>
                  <a:lnTo>
                    <a:pt x="2355" y="2556"/>
                  </a:lnTo>
                  <a:lnTo>
                    <a:pt x="2318" y="2618"/>
                  </a:lnTo>
                  <a:lnTo>
                    <a:pt x="2287" y="2683"/>
                  </a:lnTo>
                  <a:lnTo>
                    <a:pt x="2262" y="2752"/>
                  </a:lnTo>
                  <a:lnTo>
                    <a:pt x="2243" y="2823"/>
                  </a:lnTo>
                  <a:lnTo>
                    <a:pt x="2232" y="2896"/>
                  </a:lnTo>
                  <a:lnTo>
                    <a:pt x="2229" y="2972"/>
                  </a:lnTo>
                  <a:lnTo>
                    <a:pt x="2232" y="3048"/>
                  </a:lnTo>
                  <a:lnTo>
                    <a:pt x="2243" y="3122"/>
                  </a:lnTo>
                  <a:lnTo>
                    <a:pt x="2262" y="3193"/>
                  </a:lnTo>
                  <a:lnTo>
                    <a:pt x="2287" y="3261"/>
                  </a:lnTo>
                  <a:lnTo>
                    <a:pt x="2318" y="3325"/>
                  </a:lnTo>
                  <a:lnTo>
                    <a:pt x="2355" y="3387"/>
                  </a:lnTo>
                  <a:lnTo>
                    <a:pt x="2399" y="3444"/>
                  </a:lnTo>
                  <a:lnTo>
                    <a:pt x="2447" y="3497"/>
                  </a:lnTo>
                  <a:lnTo>
                    <a:pt x="2500" y="3544"/>
                  </a:lnTo>
                  <a:lnTo>
                    <a:pt x="2556" y="3588"/>
                  </a:lnTo>
                  <a:lnTo>
                    <a:pt x="2618" y="3625"/>
                  </a:lnTo>
                  <a:lnTo>
                    <a:pt x="2683" y="3657"/>
                  </a:lnTo>
                  <a:lnTo>
                    <a:pt x="2750" y="3682"/>
                  </a:lnTo>
                  <a:lnTo>
                    <a:pt x="2821" y="3700"/>
                  </a:lnTo>
                  <a:lnTo>
                    <a:pt x="2896" y="3711"/>
                  </a:lnTo>
                  <a:lnTo>
                    <a:pt x="2972" y="3714"/>
                  </a:lnTo>
                  <a:lnTo>
                    <a:pt x="3048" y="3711"/>
                  </a:lnTo>
                  <a:lnTo>
                    <a:pt x="3121" y="3700"/>
                  </a:lnTo>
                  <a:lnTo>
                    <a:pt x="3193" y="3682"/>
                  </a:lnTo>
                  <a:lnTo>
                    <a:pt x="3260" y="3657"/>
                  </a:lnTo>
                  <a:lnTo>
                    <a:pt x="3325" y="3625"/>
                  </a:lnTo>
                  <a:lnTo>
                    <a:pt x="3386" y="3588"/>
                  </a:lnTo>
                  <a:lnTo>
                    <a:pt x="3444" y="3544"/>
                  </a:lnTo>
                  <a:lnTo>
                    <a:pt x="3496" y="3497"/>
                  </a:lnTo>
                  <a:lnTo>
                    <a:pt x="3544" y="3444"/>
                  </a:lnTo>
                  <a:lnTo>
                    <a:pt x="3588" y="3387"/>
                  </a:lnTo>
                  <a:lnTo>
                    <a:pt x="3625" y="3325"/>
                  </a:lnTo>
                  <a:lnTo>
                    <a:pt x="3656" y="3261"/>
                  </a:lnTo>
                  <a:lnTo>
                    <a:pt x="3680" y="3193"/>
                  </a:lnTo>
                  <a:lnTo>
                    <a:pt x="3700" y="3122"/>
                  </a:lnTo>
                  <a:lnTo>
                    <a:pt x="3711" y="3048"/>
                  </a:lnTo>
                  <a:lnTo>
                    <a:pt x="3714" y="2972"/>
                  </a:lnTo>
                  <a:lnTo>
                    <a:pt x="3711" y="2896"/>
                  </a:lnTo>
                  <a:lnTo>
                    <a:pt x="3700" y="2823"/>
                  </a:lnTo>
                  <a:lnTo>
                    <a:pt x="3680" y="2752"/>
                  </a:lnTo>
                  <a:lnTo>
                    <a:pt x="3656" y="2683"/>
                  </a:lnTo>
                  <a:lnTo>
                    <a:pt x="3625" y="2618"/>
                  </a:lnTo>
                  <a:lnTo>
                    <a:pt x="3588" y="2556"/>
                  </a:lnTo>
                  <a:lnTo>
                    <a:pt x="3544" y="2500"/>
                  </a:lnTo>
                  <a:lnTo>
                    <a:pt x="3496" y="2447"/>
                  </a:lnTo>
                  <a:lnTo>
                    <a:pt x="3444" y="2399"/>
                  </a:lnTo>
                  <a:lnTo>
                    <a:pt x="3386" y="2356"/>
                  </a:lnTo>
                  <a:lnTo>
                    <a:pt x="3325" y="2319"/>
                  </a:lnTo>
                  <a:lnTo>
                    <a:pt x="3260" y="2288"/>
                  </a:lnTo>
                  <a:lnTo>
                    <a:pt x="3193" y="2262"/>
                  </a:lnTo>
                  <a:lnTo>
                    <a:pt x="3121" y="2244"/>
                  </a:lnTo>
                  <a:lnTo>
                    <a:pt x="3048" y="2232"/>
                  </a:lnTo>
                  <a:lnTo>
                    <a:pt x="2972" y="2229"/>
                  </a:lnTo>
                  <a:close/>
                  <a:moveTo>
                    <a:pt x="1238" y="2229"/>
                  </a:moveTo>
                  <a:lnTo>
                    <a:pt x="1734" y="2229"/>
                  </a:lnTo>
                  <a:lnTo>
                    <a:pt x="1734" y="2724"/>
                  </a:lnTo>
                  <a:lnTo>
                    <a:pt x="1238" y="2724"/>
                  </a:lnTo>
                  <a:lnTo>
                    <a:pt x="1238" y="2229"/>
                  </a:lnTo>
                  <a:close/>
                  <a:moveTo>
                    <a:pt x="495" y="2229"/>
                  </a:moveTo>
                  <a:lnTo>
                    <a:pt x="990" y="2229"/>
                  </a:lnTo>
                  <a:lnTo>
                    <a:pt x="990" y="2724"/>
                  </a:lnTo>
                  <a:lnTo>
                    <a:pt x="495" y="2724"/>
                  </a:lnTo>
                  <a:lnTo>
                    <a:pt x="495" y="2229"/>
                  </a:lnTo>
                  <a:close/>
                  <a:moveTo>
                    <a:pt x="2972" y="1982"/>
                  </a:moveTo>
                  <a:lnTo>
                    <a:pt x="3058" y="1985"/>
                  </a:lnTo>
                  <a:lnTo>
                    <a:pt x="3141" y="1996"/>
                  </a:lnTo>
                  <a:lnTo>
                    <a:pt x="3221" y="2013"/>
                  </a:lnTo>
                  <a:lnTo>
                    <a:pt x="3300" y="2037"/>
                  </a:lnTo>
                  <a:lnTo>
                    <a:pt x="3376" y="2067"/>
                  </a:lnTo>
                  <a:lnTo>
                    <a:pt x="3448" y="2103"/>
                  </a:lnTo>
                  <a:lnTo>
                    <a:pt x="3517" y="2144"/>
                  </a:lnTo>
                  <a:lnTo>
                    <a:pt x="3582" y="2191"/>
                  </a:lnTo>
                  <a:lnTo>
                    <a:pt x="3643" y="2243"/>
                  </a:lnTo>
                  <a:lnTo>
                    <a:pt x="3700" y="2300"/>
                  </a:lnTo>
                  <a:lnTo>
                    <a:pt x="3752" y="2361"/>
                  </a:lnTo>
                  <a:lnTo>
                    <a:pt x="3799" y="2426"/>
                  </a:lnTo>
                  <a:lnTo>
                    <a:pt x="3841" y="2495"/>
                  </a:lnTo>
                  <a:lnTo>
                    <a:pt x="3876" y="2567"/>
                  </a:lnTo>
                  <a:lnTo>
                    <a:pt x="3906" y="2643"/>
                  </a:lnTo>
                  <a:lnTo>
                    <a:pt x="3930" y="2722"/>
                  </a:lnTo>
                  <a:lnTo>
                    <a:pt x="3948" y="2803"/>
                  </a:lnTo>
                  <a:lnTo>
                    <a:pt x="3959" y="2887"/>
                  </a:lnTo>
                  <a:lnTo>
                    <a:pt x="3962" y="2972"/>
                  </a:lnTo>
                  <a:lnTo>
                    <a:pt x="3959" y="3058"/>
                  </a:lnTo>
                  <a:lnTo>
                    <a:pt x="3948" y="3141"/>
                  </a:lnTo>
                  <a:lnTo>
                    <a:pt x="3930" y="3222"/>
                  </a:lnTo>
                  <a:lnTo>
                    <a:pt x="3906" y="3300"/>
                  </a:lnTo>
                  <a:lnTo>
                    <a:pt x="3876" y="3376"/>
                  </a:lnTo>
                  <a:lnTo>
                    <a:pt x="3841" y="3448"/>
                  </a:lnTo>
                  <a:lnTo>
                    <a:pt x="3799" y="3518"/>
                  </a:lnTo>
                  <a:lnTo>
                    <a:pt x="3752" y="3583"/>
                  </a:lnTo>
                  <a:lnTo>
                    <a:pt x="3700" y="3643"/>
                  </a:lnTo>
                  <a:lnTo>
                    <a:pt x="3643" y="3700"/>
                  </a:lnTo>
                  <a:lnTo>
                    <a:pt x="3582" y="3752"/>
                  </a:lnTo>
                  <a:lnTo>
                    <a:pt x="3517" y="3799"/>
                  </a:lnTo>
                  <a:lnTo>
                    <a:pt x="3448" y="3841"/>
                  </a:lnTo>
                  <a:lnTo>
                    <a:pt x="3376" y="3877"/>
                  </a:lnTo>
                  <a:lnTo>
                    <a:pt x="3300" y="3907"/>
                  </a:lnTo>
                  <a:lnTo>
                    <a:pt x="3221" y="3931"/>
                  </a:lnTo>
                  <a:lnTo>
                    <a:pt x="3141" y="3948"/>
                  </a:lnTo>
                  <a:lnTo>
                    <a:pt x="3058" y="3959"/>
                  </a:lnTo>
                  <a:lnTo>
                    <a:pt x="2972" y="3963"/>
                  </a:lnTo>
                  <a:lnTo>
                    <a:pt x="2886" y="3959"/>
                  </a:lnTo>
                  <a:lnTo>
                    <a:pt x="2802" y="3948"/>
                  </a:lnTo>
                  <a:lnTo>
                    <a:pt x="2721" y="3931"/>
                  </a:lnTo>
                  <a:lnTo>
                    <a:pt x="2643" y="3907"/>
                  </a:lnTo>
                  <a:lnTo>
                    <a:pt x="2567" y="3877"/>
                  </a:lnTo>
                  <a:lnTo>
                    <a:pt x="2495" y="3841"/>
                  </a:lnTo>
                  <a:lnTo>
                    <a:pt x="2426" y="3799"/>
                  </a:lnTo>
                  <a:lnTo>
                    <a:pt x="2361" y="3752"/>
                  </a:lnTo>
                  <a:lnTo>
                    <a:pt x="2300" y="3700"/>
                  </a:lnTo>
                  <a:lnTo>
                    <a:pt x="2243" y="3643"/>
                  </a:lnTo>
                  <a:lnTo>
                    <a:pt x="2191" y="3583"/>
                  </a:lnTo>
                  <a:lnTo>
                    <a:pt x="2144" y="3518"/>
                  </a:lnTo>
                  <a:lnTo>
                    <a:pt x="2103" y="3448"/>
                  </a:lnTo>
                  <a:lnTo>
                    <a:pt x="2067" y="3376"/>
                  </a:lnTo>
                  <a:lnTo>
                    <a:pt x="2037" y="3300"/>
                  </a:lnTo>
                  <a:lnTo>
                    <a:pt x="2013" y="3222"/>
                  </a:lnTo>
                  <a:lnTo>
                    <a:pt x="1995" y="3141"/>
                  </a:lnTo>
                  <a:lnTo>
                    <a:pt x="1984" y="3058"/>
                  </a:lnTo>
                  <a:lnTo>
                    <a:pt x="1980" y="2972"/>
                  </a:lnTo>
                  <a:lnTo>
                    <a:pt x="1984" y="2887"/>
                  </a:lnTo>
                  <a:lnTo>
                    <a:pt x="1995" y="2803"/>
                  </a:lnTo>
                  <a:lnTo>
                    <a:pt x="2013" y="2722"/>
                  </a:lnTo>
                  <a:lnTo>
                    <a:pt x="2037" y="2643"/>
                  </a:lnTo>
                  <a:lnTo>
                    <a:pt x="2067" y="2567"/>
                  </a:lnTo>
                  <a:lnTo>
                    <a:pt x="2103" y="2495"/>
                  </a:lnTo>
                  <a:lnTo>
                    <a:pt x="2144" y="2426"/>
                  </a:lnTo>
                  <a:lnTo>
                    <a:pt x="2191" y="2361"/>
                  </a:lnTo>
                  <a:lnTo>
                    <a:pt x="2243" y="2300"/>
                  </a:lnTo>
                  <a:lnTo>
                    <a:pt x="2300" y="2243"/>
                  </a:lnTo>
                  <a:lnTo>
                    <a:pt x="2361" y="2191"/>
                  </a:lnTo>
                  <a:lnTo>
                    <a:pt x="2426" y="2144"/>
                  </a:lnTo>
                  <a:lnTo>
                    <a:pt x="2495" y="2103"/>
                  </a:lnTo>
                  <a:lnTo>
                    <a:pt x="2567" y="2067"/>
                  </a:lnTo>
                  <a:lnTo>
                    <a:pt x="2643" y="2037"/>
                  </a:lnTo>
                  <a:lnTo>
                    <a:pt x="2721" y="2013"/>
                  </a:lnTo>
                  <a:lnTo>
                    <a:pt x="2802" y="1996"/>
                  </a:lnTo>
                  <a:lnTo>
                    <a:pt x="2886" y="1985"/>
                  </a:lnTo>
                  <a:lnTo>
                    <a:pt x="2972" y="1982"/>
                  </a:lnTo>
                  <a:close/>
                  <a:moveTo>
                    <a:pt x="1980" y="1486"/>
                  </a:moveTo>
                  <a:lnTo>
                    <a:pt x="2476" y="1486"/>
                  </a:lnTo>
                  <a:lnTo>
                    <a:pt x="2476" y="1982"/>
                  </a:lnTo>
                  <a:lnTo>
                    <a:pt x="1980" y="1982"/>
                  </a:lnTo>
                  <a:lnTo>
                    <a:pt x="1980" y="1486"/>
                  </a:lnTo>
                  <a:close/>
                  <a:moveTo>
                    <a:pt x="1238" y="1486"/>
                  </a:moveTo>
                  <a:lnTo>
                    <a:pt x="1734" y="1486"/>
                  </a:lnTo>
                  <a:lnTo>
                    <a:pt x="1734" y="1982"/>
                  </a:lnTo>
                  <a:lnTo>
                    <a:pt x="1238" y="1982"/>
                  </a:lnTo>
                  <a:lnTo>
                    <a:pt x="1238" y="1486"/>
                  </a:lnTo>
                  <a:close/>
                  <a:moveTo>
                    <a:pt x="495" y="1486"/>
                  </a:moveTo>
                  <a:lnTo>
                    <a:pt x="990" y="1486"/>
                  </a:lnTo>
                  <a:lnTo>
                    <a:pt x="990" y="1982"/>
                  </a:lnTo>
                  <a:lnTo>
                    <a:pt x="495" y="1982"/>
                  </a:lnTo>
                  <a:lnTo>
                    <a:pt x="495" y="1486"/>
                  </a:lnTo>
                  <a:close/>
                  <a:moveTo>
                    <a:pt x="268" y="495"/>
                  </a:moveTo>
                  <a:lnTo>
                    <a:pt x="371" y="495"/>
                  </a:lnTo>
                  <a:lnTo>
                    <a:pt x="371" y="619"/>
                  </a:lnTo>
                  <a:lnTo>
                    <a:pt x="374" y="659"/>
                  </a:lnTo>
                  <a:lnTo>
                    <a:pt x="384" y="697"/>
                  </a:lnTo>
                  <a:lnTo>
                    <a:pt x="399" y="732"/>
                  </a:lnTo>
                  <a:lnTo>
                    <a:pt x="419" y="765"/>
                  </a:lnTo>
                  <a:lnTo>
                    <a:pt x="444" y="794"/>
                  </a:lnTo>
                  <a:lnTo>
                    <a:pt x="473" y="819"/>
                  </a:lnTo>
                  <a:lnTo>
                    <a:pt x="505" y="839"/>
                  </a:lnTo>
                  <a:lnTo>
                    <a:pt x="541" y="854"/>
                  </a:lnTo>
                  <a:lnTo>
                    <a:pt x="579" y="864"/>
                  </a:lnTo>
                  <a:lnTo>
                    <a:pt x="619" y="867"/>
                  </a:lnTo>
                  <a:lnTo>
                    <a:pt x="659" y="864"/>
                  </a:lnTo>
                  <a:lnTo>
                    <a:pt x="697" y="854"/>
                  </a:lnTo>
                  <a:lnTo>
                    <a:pt x="732" y="839"/>
                  </a:lnTo>
                  <a:lnTo>
                    <a:pt x="765" y="819"/>
                  </a:lnTo>
                  <a:lnTo>
                    <a:pt x="794" y="794"/>
                  </a:lnTo>
                  <a:lnTo>
                    <a:pt x="819" y="765"/>
                  </a:lnTo>
                  <a:lnTo>
                    <a:pt x="838" y="732"/>
                  </a:lnTo>
                  <a:lnTo>
                    <a:pt x="854" y="697"/>
                  </a:lnTo>
                  <a:lnTo>
                    <a:pt x="864" y="659"/>
                  </a:lnTo>
                  <a:lnTo>
                    <a:pt x="866" y="619"/>
                  </a:lnTo>
                  <a:lnTo>
                    <a:pt x="866" y="495"/>
                  </a:lnTo>
                  <a:lnTo>
                    <a:pt x="2353" y="495"/>
                  </a:lnTo>
                  <a:lnTo>
                    <a:pt x="2353" y="619"/>
                  </a:lnTo>
                  <a:lnTo>
                    <a:pt x="2355" y="659"/>
                  </a:lnTo>
                  <a:lnTo>
                    <a:pt x="2365" y="697"/>
                  </a:lnTo>
                  <a:lnTo>
                    <a:pt x="2380" y="732"/>
                  </a:lnTo>
                  <a:lnTo>
                    <a:pt x="2400" y="765"/>
                  </a:lnTo>
                  <a:lnTo>
                    <a:pt x="2425" y="794"/>
                  </a:lnTo>
                  <a:lnTo>
                    <a:pt x="2454" y="819"/>
                  </a:lnTo>
                  <a:lnTo>
                    <a:pt x="2487" y="839"/>
                  </a:lnTo>
                  <a:lnTo>
                    <a:pt x="2521" y="854"/>
                  </a:lnTo>
                  <a:lnTo>
                    <a:pt x="2560" y="864"/>
                  </a:lnTo>
                  <a:lnTo>
                    <a:pt x="2600" y="867"/>
                  </a:lnTo>
                  <a:lnTo>
                    <a:pt x="2641" y="864"/>
                  </a:lnTo>
                  <a:lnTo>
                    <a:pt x="2678" y="854"/>
                  </a:lnTo>
                  <a:lnTo>
                    <a:pt x="2714" y="839"/>
                  </a:lnTo>
                  <a:lnTo>
                    <a:pt x="2747" y="819"/>
                  </a:lnTo>
                  <a:lnTo>
                    <a:pt x="2776" y="794"/>
                  </a:lnTo>
                  <a:lnTo>
                    <a:pt x="2800" y="765"/>
                  </a:lnTo>
                  <a:lnTo>
                    <a:pt x="2820" y="732"/>
                  </a:lnTo>
                  <a:lnTo>
                    <a:pt x="2835" y="697"/>
                  </a:lnTo>
                  <a:lnTo>
                    <a:pt x="2844" y="659"/>
                  </a:lnTo>
                  <a:lnTo>
                    <a:pt x="2848" y="619"/>
                  </a:lnTo>
                  <a:lnTo>
                    <a:pt x="2848" y="495"/>
                  </a:lnTo>
                  <a:lnTo>
                    <a:pt x="2952" y="495"/>
                  </a:lnTo>
                  <a:lnTo>
                    <a:pt x="2995" y="498"/>
                  </a:lnTo>
                  <a:lnTo>
                    <a:pt x="3036" y="509"/>
                  </a:lnTo>
                  <a:lnTo>
                    <a:pt x="3074" y="526"/>
                  </a:lnTo>
                  <a:lnTo>
                    <a:pt x="3109" y="548"/>
                  </a:lnTo>
                  <a:lnTo>
                    <a:pt x="3141" y="574"/>
                  </a:lnTo>
                  <a:lnTo>
                    <a:pt x="3167" y="607"/>
                  </a:lnTo>
                  <a:lnTo>
                    <a:pt x="3189" y="642"/>
                  </a:lnTo>
                  <a:lnTo>
                    <a:pt x="3206" y="682"/>
                  </a:lnTo>
                  <a:lnTo>
                    <a:pt x="3215" y="724"/>
                  </a:lnTo>
                  <a:lnTo>
                    <a:pt x="3219" y="767"/>
                  </a:lnTo>
                  <a:lnTo>
                    <a:pt x="3219" y="1733"/>
                  </a:lnTo>
                  <a:lnTo>
                    <a:pt x="2972" y="1733"/>
                  </a:lnTo>
                  <a:lnTo>
                    <a:pt x="2972" y="1238"/>
                  </a:lnTo>
                  <a:lnTo>
                    <a:pt x="248" y="1238"/>
                  </a:lnTo>
                  <a:lnTo>
                    <a:pt x="248" y="2947"/>
                  </a:lnTo>
                  <a:lnTo>
                    <a:pt x="250" y="2959"/>
                  </a:lnTo>
                  <a:lnTo>
                    <a:pt x="258" y="2969"/>
                  </a:lnTo>
                  <a:lnTo>
                    <a:pt x="268" y="2972"/>
                  </a:lnTo>
                  <a:lnTo>
                    <a:pt x="1734" y="2972"/>
                  </a:lnTo>
                  <a:lnTo>
                    <a:pt x="1734" y="3219"/>
                  </a:lnTo>
                  <a:lnTo>
                    <a:pt x="268" y="3219"/>
                  </a:lnTo>
                  <a:lnTo>
                    <a:pt x="225" y="3216"/>
                  </a:lnTo>
                  <a:lnTo>
                    <a:pt x="183" y="3206"/>
                  </a:lnTo>
                  <a:lnTo>
                    <a:pt x="144" y="3189"/>
                  </a:lnTo>
                  <a:lnTo>
                    <a:pt x="109" y="3167"/>
                  </a:lnTo>
                  <a:lnTo>
                    <a:pt x="78" y="3140"/>
                  </a:lnTo>
                  <a:lnTo>
                    <a:pt x="52" y="3108"/>
                  </a:lnTo>
                  <a:lnTo>
                    <a:pt x="30" y="3072"/>
                  </a:lnTo>
                  <a:lnTo>
                    <a:pt x="13" y="3034"/>
                  </a:lnTo>
                  <a:lnTo>
                    <a:pt x="3" y="2991"/>
                  </a:lnTo>
                  <a:lnTo>
                    <a:pt x="0" y="2947"/>
                  </a:lnTo>
                  <a:lnTo>
                    <a:pt x="0" y="767"/>
                  </a:lnTo>
                  <a:lnTo>
                    <a:pt x="3" y="724"/>
                  </a:lnTo>
                  <a:lnTo>
                    <a:pt x="13" y="682"/>
                  </a:lnTo>
                  <a:lnTo>
                    <a:pt x="30" y="642"/>
                  </a:lnTo>
                  <a:lnTo>
                    <a:pt x="52" y="607"/>
                  </a:lnTo>
                  <a:lnTo>
                    <a:pt x="78" y="574"/>
                  </a:lnTo>
                  <a:lnTo>
                    <a:pt x="109" y="548"/>
                  </a:lnTo>
                  <a:lnTo>
                    <a:pt x="144" y="526"/>
                  </a:lnTo>
                  <a:lnTo>
                    <a:pt x="183" y="509"/>
                  </a:lnTo>
                  <a:lnTo>
                    <a:pt x="225" y="498"/>
                  </a:lnTo>
                  <a:lnTo>
                    <a:pt x="268" y="495"/>
                  </a:lnTo>
                  <a:close/>
                  <a:moveTo>
                    <a:pt x="2600" y="0"/>
                  </a:moveTo>
                  <a:lnTo>
                    <a:pt x="2629" y="3"/>
                  </a:lnTo>
                  <a:lnTo>
                    <a:pt x="2654" y="13"/>
                  </a:lnTo>
                  <a:lnTo>
                    <a:pt x="2678" y="27"/>
                  </a:lnTo>
                  <a:lnTo>
                    <a:pt x="2696" y="47"/>
                  </a:lnTo>
                  <a:lnTo>
                    <a:pt x="2712" y="69"/>
                  </a:lnTo>
                  <a:lnTo>
                    <a:pt x="2720" y="95"/>
                  </a:lnTo>
                  <a:lnTo>
                    <a:pt x="2724" y="124"/>
                  </a:lnTo>
                  <a:lnTo>
                    <a:pt x="2724" y="619"/>
                  </a:lnTo>
                  <a:lnTo>
                    <a:pt x="2720" y="648"/>
                  </a:lnTo>
                  <a:lnTo>
                    <a:pt x="2712" y="673"/>
                  </a:lnTo>
                  <a:lnTo>
                    <a:pt x="2696" y="696"/>
                  </a:lnTo>
                  <a:lnTo>
                    <a:pt x="2678" y="715"/>
                  </a:lnTo>
                  <a:lnTo>
                    <a:pt x="2654" y="730"/>
                  </a:lnTo>
                  <a:lnTo>
                    <a:pt x="2629" y="739"/>
                  </a:lnTo>
                  <a:lnTo>
                    <a:pt x="2600" y="743"/>
                  </a:lnTo>
                  <a:lnTo>
                    <a:pt x="2572" y="739"/>
                  </a:lnTo>
                  <a:lnTo>
                    <a:pt x="2546" y="730"/>
                  </a:lnTo>
                  <a:lnTo>
                    <a:pt x="2523" y="715"/>
                  </a:lnTo>
                  <a:lnTo>
                    <a:pt x="2503" y="696"/>
                  </a:lnTo>
                  <a:lnTo>
                    <a:pt x="2489" y="673"/>
                  </a:lnTo>
                  <a:lnTo>
                    <a:pt x="2479" y="648"/>
                  </a:lnTo>
                  <a:lnTo>
                    <a:pt x="2476" y="619"/>
                  </a:lnTo>
                  <a:lnTo>
                    <a:pt x="2476" y="124"/>
                  </a:lnTo>
                  <a:lnTo>
                    <a:pt x="2479" y="95"/>
                  </a:lnTo>
                  <a:lnTo>
                    <a:pt x="2489" y="69"/>
                  </a:lnTo>
                  <a:lnTo>
                    <a:pt x="2503" y="47"/>
                  </a:lnTo>
                  <a:lnTo>
                    <a:pt x="2523" y="27"/>
                  </a:lnTo>
                  <a:lnTo>
                    <a:pt x="2546" y="13"/>
                  </a:lnTo>
                  <a:lnTo>
                    <a:pt x="2572" y="3"/>
                  </a:lnTo>
                  <a:lnTo>
                    <a:pt x="2600" y="0"/>
                  </a:lnTo>
                  <a:close/>
                  <a:moveTo>
                    <a:pt x="619" y="0"/>
                  </a:moveTo>
                  <a:lnTo>
                    <a:pt x="647" y="3"/>
                  </a:lnTo>
                  <a:lnTo>
                    <a:pt x="673" y="13"/>
                  </a:lnTo>
                  <a:lnTo>
                    <a:pt x="696" y="27"/>
                  </a:lnTo>
                  <a:lnTo>
                    <a:pt x="715" y="47"/>
                  </a:lnTo>
                  <a:lnTo>
                    <a:pt x="730" y="69"/>
                  </a:lnTo>
                  <a:lnTo>
                    <a:pt x="740" y="95"/>
                  </a:lnTo>
                  <a:lnTo>
                    <a:pt x="743" y="124"/>
                  </a:lnTo>
                  <a:lnTo>
                    <a:pt x="743" y="619"/>
                  </a:lnTo>
                  <a:lnTo>
                    <a:pt x="740" y="648"/>
                  </a:lnTo>
                  <a:lnTo>
                    <a:pt x="730" y="673"/>
                  </a:lnTo>
                  <a:lnTo>
                    <a:pt x="715" y="696"/>
                  </a:lnTo>
                  <a:lnTo>
                    <a:pt x="696" y="715"/>
                  </a:lnTo>
                  <a:lnTo>
                    <a:pt x="673" y="730"/>
                  </a:lnTo>
                  <a:lnTo>
                    <a:pt x="647" y="739"/>
                  </a:lnTo>
                  <a:lnTo>
                    <a:pt x="619" y="743"/>
                  </a:lnTo>
                  <a:lnTo>
                    <a:pt x="590" y="739"/>
                  </a:lnTo>
                  <a:lnTo>
                    <a:pt x="565" y="730"/>
                  </a:lnTo>
                  <a:lnTo>
                    <a:pt x="542" y="715"/>
                  </a:lnTo>
                  <a:lnTo>
                    <a:pt x="523" y="696"/>
                  </a:lnTo>
                  <a:lnTo>
                    <a:pt x="508" y="673"/>
                  </a:lnTo>
                  <a:lnTo>
                    <a:pt x="499" y="648"/>
                  </a:lnTo>
                  <a:lnTo>
                    <a:pt x="495" y="619"/>
                  </a:lnTo>
                  <a:lnTo>
                    <a:pt x="495" y="124"/>
                  </a:lnTo>
                  <a:lnTo>
                    <a:pt x="499" y="95"/>
                  </a:lnTo>
                  <a:lnTo>
                    <a:pt x="508" y="69"/>
                  </a:lnTo>
                  <a:lnTo>
                    <a:pt x="523" y="47"/>
                  </a:lnTo>
                  <a:lnTo>
                    <a:pt x="542" y="27"/>
                  </a:lnTo>
                  <a:lnTo>
                    <a:pt x="565" y="13"/>
                  </a:lnTo>
                  <a:lnTo>
                    <a:pt x="590" y="3"/>
                  </a:lnTo>
                  <a:lnTo>
                    <a:pt x="619" y="0"/>
                  </a:lnTo>
                  <a:close/>
                </a:path>
              </a:pathLst>
            </a:custGeom>
            <a:solidFill>
              <a:schemeClr val="accent3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6" name="그룹 60"/>
          <p:cNvGrpSpPr/>
          <p:nvPr/>
        </p:nvGrpSpPr>
        <p:grpSpPr>
          <a:xfrm>
            <a:off x="4075907" y="2991093"/>
            <a:ext cx="1884180" cy="1488466"/>
            <a:chOff x="4075907" y="2991093"/>
            <a:chExt cx="1884180" cy="1488466"/>
          </a:xfrm>
        </p:grpSpPr>
        <p:sp>
          <p:nvSpPr>
            <p:cNvPr id="110" name="Freeform 26"/>
            <p:cNvSpPr>
              <a:spLocks noEditPoints="1"/>
            </p:cNvSpPr>
            <p:nvPr/>
          </p:nvSpPr>
          <p:spPr bwMode="auto">
            <a:xfrm>
              <a:off x="4075907" y="2991093"/>
              <a:ext cx="1884180" cy="1488466"/>
            </a:xfrm>
            <a:custGeom>
              <a:avLst/>
              <a:gdLst>
                <a:gd name="T0" fmla="*/ 667 w 2078"/>
                <a:gd name="T1" fmla="*/ 130 h 1640"/>
                <a:gd name="T2" fmla="*/ 477 w 2078"/>
                <a:gd name="T3" fmla="*/ 194 h 1640"/>
                <a:gd name="T4" fmla="*/ 312 w 2078"/>
                <a:gd name="T5" fmla="*/ 310 h 1640"/>
                <a:gd name="T6" fmla="*/ 185 w 2078"/>
                <a:gd name="T7" fmla="*/ 472 h 1640"/>
                <a:gd name="T8" fmla="*/ 110 w 2078"/>
                <a:gd name="T9" fmla="*/ 670 h 1640"/>
                <a:gd name="T10" fmla="*/ 96 w 2078"/>
                <a:gd name="T11" fmla="*/ 877 h 1640"/>
                <a:gd name="T12" fmla="*/ 143 w 2078"/>
                <a:gd name="T13" fmla="*/ 1074 h 1640"/>
                <a:gd name="T14" fmla="*/ 242 w 2078"/>
                <a:gd name="T15" fmla="*/ 1248 h 1640"/>
                <a:gd name="T16" fmla="*/ 389 w 2078"/>
                <a:gd name="T17" fmla="*/ 1388 h 1640"/>
                <a:gd name="T18" fmla="*/ 578 w 2078"/>
                <a:gd name="T19" fmla="*/ 1482 h 1640"/>
                <a:gd name="T20" fmla="*/ 784 w 2078"/>
                <a:gd name="T21" fmla="*/ 1516 h 1640"/>
                <a:gd name="T22" fmla="*/ 985 w 2078"/>
                <a:gd name="T23" fmla="*/ 1489 h 1640"/>
                <a:gd name="T24" fmla="*/ 1169 w 2078"/>
                <a:gd name="T25" fmla="*/ 1407 h 1640"/>
                <a:gd name="T26" fmla="*/ 1321 w 2078"/>
                <a:gd name="T27" fmla="*/ 1275 h 1640"/>
                <a:gd name="T28" fmla="*/ 1433 w 2078"/>
                <a:gd name="T29" fmla="*/ 1101 h 1640"/>
                <a:gd name="T30" fmla="*/ 1488 w 2078"/>
                <a:gd name="T31" fmla="*/ 894 h 1640"/>
                <a:gd name="T32" fmla="*/ 1480 w 2078"/>
                <a:gd name="T33" fmla="*/ 691 h 1640"/>
                <a:gd name="T34" fmla="*/ 1416 w 2078"/>
                <a:gd name="T35" fmla="*/ 501 h 1640"/>
                <a:gd name="T36" fmla="*/ 1300 w 2078"/>
                <a:gd name="T37" fmla="*/ 336 h 1640"/>
                <a:gd name="T38" fmla="*/ 1139 w 2078"/>
                <a:gd name="T39" fmla="*/ 209 h 1640"/>
                <a:gd name="T40" fmla="*/ 941 w 2078"/>
                <a:gd name="T41" fmla="*/ 134 h 1640"/>
                <a:gd name="T42" fmla="*/ 794 w 2078"/>
                <a:gd name="T43" fmla="*/ 0 h 1640"/>
                <a:gd name="T44" fmla="*/ 1011 w 2078"/>
                <a:gd name="T45" fmla="*/ 20 h 1640"/>
                <a:gd name="T46" fmla="*/ 1173 w 2078"/>
                <a:gd name="T47" fmla="*/ 81 h 1640"/>
                <a:gd name="T48" fmla="*/ 1309 w 2078"/>
                <a:gd name="T49" fmla="*/ 178 h 1640"/>
                <a:gd name="T50" fmla="*/ 1447 w 2078"/>
                <a:gd name="T51" fmla="*/ 310 h 1640"/>
                <a:gd name="T52" fmla="*/ 1579 w 2078"/>
                <a:gd name="T53" fmla="*/ 467 h 1640"/>
                <a:gd name="T54" fmla="*/ 1706 w 2078"/>
                <a:gd name="T55" fmla="*/ 634 h 1640"/>
                <a:gd name="T56" fmla="*/ 1819 w 2078"/>
                <a:gd name="T57" fmla="*/ 801 h 1640"/>
                <a:gd name="T58" fmla="*/ 1917 w 2078"/>
                <a:gd name="T59" fmla="*/ 956 h 1640"/>
                <a:gd name="T60" fmla="*/ 1996 w 2078"/>
                <a:gd name="T61" fmla="*/ 1087 h 1640"/>
                <a:gd name="T62" fmla="*/ 2051 w 2078"/>
                <a:gd name="T63" fmla="*/ 1183 h 1640"/>
                <a:gd name="T64" fmla="*/ 2077 w 2078"/>
                <a:gd name="T65" fmla="*/ 1232 h 1640"/>
                <a:gd name="T66" fmla="*/ 2064 w 2078"/>
                <a:gd name="T67" fmla="*/ 1241 h 1640"/>
                <a:gd name="T68" fmla="*/ 1997 w 2078"/>
                <a:gd name="T69" fmla="*/ 1273 h 1640"/>
                <a:gd name="T70" fmla="*/ 1882 w 2078"/>
                <a:gd name="T71" fmla="*/ 1323 h 1640"/>
                <a:gd name="T72" fmla="*/ 1731 w 2078"/>
                <a:gd name="T73" fmla="*/ 1387 h 1640"/>
                <a:gd name="T74" fmla="*/ 1552 w 2078"/>
                <a:gd name="T75" fmla="*/ 1455 h 1640"/>
                <a:gd name="T76" fmla="*/ 1358 w 2078"/>
                <a:gd name="T77" fmla="*/ 1523 h 1640"/>
                <a:gd name="T78" fmla="*/ 1157 w 2078"/>
                <a:gd name="T79" fmla="*/ 1581 h 1640"/>
                <a:gd name="T80" fmla="*/ 958 w 2078"/>
                <a:gd name="T81" fmla="*/ 1623 h 1640"/>
                <a:gd name="T82" fmla="*/ 776 w 2078"/>
                <a:gd name="T83" fmla="*/ 1640 h 1640"/>
                <a:gd name="T84" fmla="*/ 617 w 2078"/>
                <a:gd name="T85" fmla="*/ 1628 h 1640"/>
                <a:gd name="T86" fmla="*/ 435 w 2078"/>
                <a:gd name="T87" fmla="*/ 1558 h 1640"/>
                <a:gd name="T88" fmla="*/ 258 w 2078"/>
                <a:gd name="T89" fmla="*/ 1431 h 1640"/>
                <a:gd name="T90" fmla="*/ 124 w 2078"/>
                <a:gd name="T91" fmla="*/ 1267 h 1640"/>
                <a:gd name="T92" fmla="*/ 37 w 2078"/>
                <a:gd name="T93" fmla="*/ 1074 h 1640"/>
                <a:gd name="T94" fmla="*/ 0 w 2078"/>
                <a:gd name="T95" fmla="*/ 863 h 1640"/>
                <a:gd name="T96" fmla="*/ 19 w 2078"/>
                <a:gd name="T97" fmla="*/ 645 h 1640"/>
                <a:gd name="T98" fmla="*/ 99 w 2078"/>
                <a:gd name="T99" fmla="*/ 434 h 1640"/>
                <a:gd name="T100" fmla="*/ 226 w 2078"/>
                <a:gd name="T101" fmla="*/ 259 h 1640"/>
                <a:gd name="T102" fmla="*/ 390 w 2078"/>
                <a:gd name="T103" fmla="*/ 126 h 1640"/>
                <a:gd name="T104" fmla="*/ 583 w 2078"/>
                <a:gd name="T105" fmla="*/ 37 h 1640"/>
                <a:gd name="T106" fmla="*/ 794 w 2078"/>
                <a:gd name="T107" fmla="*/ 0 h 16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2078" h="1640">
                  <a:moveTo>
                    <a:pt x="802" y="119"/>
                  </a:moveTo>
                  <a:lnTo>
                    <a:pt x="733" y="122"/>
                  </a:lnTo>
                  <a:lnTo>
                    <a:pt x="667" y="130"/>
                  </a:lnTo>
                  <a:lnTo>
                    <a:pt x="601" y="146"/>
                  </a:lnTo>
                  <a:lnTo>
                    <a:pt x="537" y="167"/>
                  </a:lnTo>
                  <a:lnTo>
                    <a:pt x="477" y="194"/>
                  </a:lnTo>
                  <a:lnTo>
                    <a:pt x="417" y="228"/>
                  </a:lnTo>
                  <a:lnTo>
                    <a:pt x="363" y="267"/>
                  </a:lnTo>
                  <a:lnTo>
                    <a:pt x="312" y="310"/>
                  </a:lnTo>
                  <a:lnTo>
                    <a:pt x="265" y="360"/>
                  </a:lnTo>
                  <a:lnTo>
                    <a:pt x="223" y="413"/>
                  </a:lnTo>
                  <a:lnTo>
                    <a:pt x="185" y="472"/>
                  </a:lnTo>
                  <a:lnTo>
                    <a:pt x="154" y="534"/>
                  </a:lnTo>
                  <a:lnTo>
                    <a:pt x="129" y="602"/>
                  </a:lnTo>
                  <a:lnTo>
                    <a:pt x="110" y="670"/>
                  </a:lnTo>
                  <a:lnTo>
                    <a:pt x="99" y="739"/>
                  </a:lnTo>
                  <a:lnTo>
                    <a:pt x="95" y="808"/>
                  </a:lnTo>
                  <a:lnTo>
                    <a:pt x="96" y="877"/>
                  </a:lnTo>
                  <a:lnTo>
                    <a:pt x="106" y="944"/>
                  </a:lnTo>
                  <a:lnTo>
                    <a:pt x="122" y="1010"/>
                  </a:lnTo>
                  <a:lnTo>
                    <a:pt x="143" y="1074"/>
                  </a:lnTo>
                  <a:lnTo>
                    <a:pt x="170" y="1134"/>
                  </a:lnTo>
                  <a:lnTo>
                    <a:pt x="204" y="1192"/>
                  </a:lnTo>
                  <a:lnTo>
                    <a:pt x="242" y="1248"/>
                  </a:lnTo>
                  <a:lnTo>
                    <a:pt x="286" y="1299"/>
                  </a:lnTo>
                  <a:lnTo>
                    <a:pt x="335" y="1346"/>
                  </a:lnTo>
                  <a:lnTo>
                    <a:pt x="389" y="1388"/>
                  </a:lnTo>
                  <a:lnTo>
                    <a:pt x="448" y="1424"/>
                  </a:lnTo>
                  <a:lnTo>
                    <a:pt x="510" y="1457"/>
                  </a:lnTo>
                  <a:lnTo>
                    <a:pt x="578" y="1482"/>
                  </a:lnTo>
                  <a:lnTo>
                    <a:pt x="647" y="1500"/>
                  </a:lnTo>
                  <a:lnTo>
                    <a:pt x="715" y="1512"/>
                  </a:lnTo>
                  <a:lnTo>
                    <a:pt x="784" y="1516"/>
                  </a:lnTo>
                  <a:lnTo>
                    <a:pt x="853" y="1513"/>
                  </a:lnTo>
                  <a:lnTo>
                    <a:pt x="920" y="1504"/>
                  </a:lnTo>
                  <a:lnTo>
                    <a:pt x="985" y="1489"/>
                  </a:lnTo>
                  <a:lnTo>
                    <a:pt x="1050" y="1468"/>
                  </a:lnTo>
                  <a:lnTo>
                    <a:pt x="1111" y="1439"/>
                  </a:lnTo>
                  <a:lnTo>
                    <a:pt x="1169" y="1407"/>
                  </a:lnTo>
                  <a:lnTo>
                    <a:pt x="1224" y="1368"/>
                  </a:lnTo>
                  <a:lnTo>
                    <a:pt x="1275" y="1325"/>
                  </a:lnTo>
                  <a:lnTo>
                    <a:pt x="1321" y="1275"/>
                  </a:lnTo>
                  <a:lnTo>
                    <a:pt x="1364" y="1221"/>
                  </a:lnTo>
                  <a:lnTo>
                    <a:pt x="1401" y="1163"/>
                  </a:lnTo>
                  <a:lnTo>
                    <a:pt x="1433" y="1101"/>
                  </a:lnTo>
                  <a:lnTo>
                    <a:pt x="1457" y="1033"/>
                  </a:lnTo>
                  <a:lnTo>
                    <a:pt x="1476" y="965"/>
                  </a:lnTo>
                  <a:lnTo>
                    <a:pt x="1488" y="894"/>
                  </a:lnTo>
                  <a:lnTo>
                    <a:pt x="1492" y="826"/>
                  </a:lnTo>
                  <a:lnTo>
                    <a:pt x="1490" y="758"/>
                  </a:lnTo>
                  <a:lnTo>
                    <a:pt x="1480" y="691"/>
                  </a:lnTo>
                  <a:lnTo>
                    <a:pt x="1465" y="625"/>
                  </a:lnTo>
                  <a:lnTo>
                    <a:pt x="1444" y="561"/>
                  </a:lnTo>
                  <a:lnTo>
                    <a:pt x="1416" y="501"/>
                  </a:lnTo>
                  <a:lnTo>
                    <a:pt x="1383" y="441"/>
                  </a:lnTo>
                  <a:lnTo>
                    <a:pt x="1344" y="387"/>
                  </a:lnTo>
                  <a:lnTo>
                    <a:pt x="1300" y="336"/>
                  </a:lnTo>
                  <a:lnTo>
                    <a:pt x="1251" y="289"/>
                  </a:lnTo>
                  <a:lnTo>
                    <a:pt x="1197" y="247"/>
                  </a:lnTo>
                  <a:lnTo>
                    <a:pt x="1139" y="209"/>
                  </a:lnTo>
                  <a:lnTo>
                    <a:pt x="1076" y="178"/>
                  </a:lnTo>
                  <a:lnTo>
                    <a:pt x="1009" y="153"/>
                  </a:lnTo>
                  <a:lnTo>
                    <a:pt x="941" y="134"/>
                  </a:lnTo>
                  <a:lnTo>
                    <a:pt x="871" y="123"/>
                  </a:lnTo>
                  <a:lnTo>
                    <a:pt x="802" y="119"/>
                  </a:lnTo>
                  <a:close/>
                  <a:moveTo>
                    <a:pt x="794" y="0"/>
                  </a:moveTo>
                  <a:lnTo>
                    <a:pt x="865" y="0"/>
                  </a:lnTo>
                  <a:lnTo>
                    <a:pt x="938" y="7"/>
                  </a:lnTo>
                  <a:lnTo>
                    <a:pt x="1011" y="20"/>
                  </a:lnTo>
                  <a:lnTo>
                    <a:pt x="1084" y="41"/>
                  </a:lnTo>
                  <a:lnTo>
                    <a:pt x="1128" y="58"/>
                  </a:lnTo>
                  <a:lnTo>
                    <a:pt x="1173" y="81"/>
                  </a:lnTo>
                  <a:lnTo>
                    <a:pt x="1217" y="108"/>
                  </a:lnTo>
                  <a:lnTo>
                    <a:pt x="1263" y="140"/>
                  </a:lnTo>
                  <a:lnTo>
                    <a:pt x="1309" y="178"/>
                  </a:lnTo>
                  <a:lnTo>
                    <a:pt x="1355" y="219"/>
                  </a:lnTo>
                  <a:lnTo>
                    <a:pt x="1401" y="263"/>
                  </a:lnTo>
                  <a:lnTo>
                    <a:pt x="1447" y="310"/>
                  </a:lnTo>
                  <a:lnTo>
                    <a:pt x="1491" y="360"/>
                  </a:lnTo>
                  <a:lnTo>
                    <a:pt x="1536" y="413"/>
                  </a:lnTo>
                  <a:lnTo>
                    <a:pt x="1579" y="467"/>
                  </a:lnTo>
                  <a:lnTo>
                    <a:pt x="1622" y="522"/>
                  </a:lnTo>
                  <a:lnTo>
                    <a:pt x="1664" y="577"/>
                  </a:lnTo>
                  <a:lnTo>
                    <a:pt x="1706" y="634"/>
                  </a:lnTo>
                  <a:lnTo>
                    <a:pt x="1745" y="691"/>
                  </a:lnTo>
                  <a:lnTo>
                    <a:pt x="1782" y="746"/>
                  </a:lnTo>
                  <a:lnTo>
                    <a:pt x="1819" y="801"/>
                  </a:lnTo>
                  <a:lnTo>
                    <a:pt x="1854" y="855"/>
                  </a:lnTo>
                  <a:lnTo>
                    <a:pt x="1886" y="907"/>
                  </a:lnTo>
                  <a:lnTo>
                    <a:pt x="1917" y="956"/>
                  </a:lnTo>
                  <a:lnTo>
                    <a:pt x="1946" y="1004"/>
                  </a:lnTo>
                  <a:lnTo>
                    <a:pt x="1973" y="1048"/>
                  </a:lnTo>
                  <a:lnTo>
                    <a:pt x="1996" y="1087"/>
                  </a:lnTo>
                  <a:lnTo>
                    <a:pt x="2017" y="1124"/>
                  </a:lnTo>
                  <a:lnTo>
                    <a:pt x="2035" y="1156"/>
                  </a:lnTo>
                  <a:lnTo>
                    <a:pt x="2051" y="1183"/>
                  </a:lnTo>
                  <a:lnTo>
                    <a:pt x="2063" y="1205"/>
                  </a:lnTo>
                  <a:lnTo>
                    <a:pt x="2071" y="1221"/>
                  </a:lnTo>
                  <a:lnTo>
                    <a:pt x="2077" y="1232"/>
                  </a:lnTo>
                  <a:lnTo>
                    <a:pt x="2078" y="1234"/>
                  </a:lnTo>
                  <a:lnTo>
                    <a:pt x="2075" y="1237"/>
                  </a:lnTo>
                  <a:lnTo>
                    <a:pt x="2064" y="1241"/>
                  </a:lnTo>
                  <a:lnTo>
                    <a:pt x="2048" y="1249"/>
                  </a:lnTo>
                  <a:lnTo>
                    <a:pt x="2025" y="1260"/>
                  </a:lnTo>
                  <a:lnTo>
                    <a:pt x="1997" y="1273"/>
                  </a:lnTo>
                  <a:lnTo>
                    <a:pt x="1963" y="1288"/>
                  </a:lnTo>
                  <a:lnTo>
                    <a:pt x="1926" y="1306"/>
                  </a:lnTo>
                  <a:lnTo>
                    <a:pt x="1882" y="1323"/>
                  </a:lnTo>
                  <a:lnTo>
                    <a:pt x="1835" y="1343"/>
                  </a:lnTo>
                  <a:lnTo>
                    <a:pt x="1785" y="1365"/>
                  </a:lnTo>
                  <a:lnTo>
                    <a:pt x="1731" y="1387"/>
                  </a:lnTo>
                  <a:lnTo>
                    <a:pt x="1673" y="1410"/>
                  </a:lnTo>
                  <a:lnTo>
                    <a:pt x="1614" y="1433"/>
                  </a:lnTo>
                  <a:lnTo>
                    <a:pt x="1552" y="1455"/>
                  </a:lnTo>
                  <a:lnTo>
                    <a:pt x="1488" y="1478"/>
                  </a:lnTo>
                  <a:lnTo>
                    <a:pt x="1424" y="1501"/>
                  </a:lnTo>
                  <a:lnTo>
                    <a:pt x="1358" y="1523"/>
                  </a:lnTo>
                  <a:lnTo>
                    <a:pt x="1290" y="1543"/>
                  </a:lnTo>
                  <a:lnTo>
                    <a:pt x="1223" y="1563"/>
                  </a:lnTo>
                  <a:lnTo>
                    <a:pt x="1157" y="1581"/>
                  </a:lnTo>
                  <a:lnTo>
                    <a:pt x="1089" y="1597"/>
                  </a:lnTo>
                  <a:lnTo>
                    <a:pt x="1023" y="1611"/>
                  </a:lnTo>
                  <a:lnTo>
                    <a:pt x="958" y="1623"/>
                  </a:lnTo>
                  <a:lnTo>
                    <a:pt x="896" y="1631"/>
                  </a:lnTo>
                  <a:lnTo>
                    <a:pt x="834" y="1638"/>
                  </a:lnTo>
                  <a:lnTo>
                    <a:pt x="776" y="1640"/>
                  </a:lnTo>
                  <a:lnTo>
                    <a:pt x="719" y="1640"/>
                  </a:lnTo>
                  <a:lnTo>
                    <a:pt x="667" y="1636"/>
                  </a:lnTo>
                  <a:lnTo>
                    <a:pt x="617" y="1628"/>
                  </a:lnTo>
                  <a:lnTo>
                    <a:pt x="572" y="1617"/>
                  </a:lnTo>
                  <a:lnTo>
                    <a:pt x="501" y="1590"/>
                  </a:lnTo>
                  <a:lnTo>
                    <a:pt x="435" y="1558"/>
                  </a:lnTo>
                  <a:lnTo>
                    <a:pt x="371" y="1520"/>
                  </a:lnTo>
                  <a:lnTo>
                    <a:pt x="313" y="1478"/>
                  </a:lnTo>
                  <a:lnTo>
                    <a:pt x="258" y="1431"/>
                  </a:lnTo>
                  <a:lnTo>
                    <a:pt x="209" y="1380"/>
                  </a:lnTo>
                  <a:lnTo>
                    <a:pt x="164" y="1325"/>
                  </a:lnTo>
                  <a:lnTo>
                    <a:pt x="124" y="1267"/>
                  </a:lnTo>
                  <a:lnTo>
                    <a:pt x="89" y="1205"/>
                  </a:lnTo>
                  <a:lnTo>
                    <a:pt x="60" y="1141"/>
                  </a:lnTo>
                  <a:lnTo>
                    <a:pt x="37" y="1074"/>
                  </a:lnTo>
                  <a:lnTo>
                    <a:pt x="18" y="1005"/>
                  </a:lnTo>
                  <a:lnTo>
                    <a:pt x="6" y="935"/>
                  </a:lnTo>
                  <a:lnTo>
                    <a:pt x="0" y="863"/>
                  </a:lnTo>
                  <a:lnTo>
                    <a:pt x="0" y="792"/>
                  </a:lnTo>
                  <a:lnTo>
                    <a:pt x="7" y="718"/>
                  </a:lnTo>
                  <a:lnTo>
                    <a:pt x="19" y="645"/>
                  </a:lnTo>
                  <a:lnTo>
                    <a:pt x="39" y="572"/>
                  </a:lnTo>
                  <a:lnTo>
                    <a:pt x="66" y="502"/>
                  </a:lnTo>
                  <a:lnTo>
                    <a:pt x="99" y="434"/>
                  </a:lnTo>
                  <a:lnTo>
                    <a:pt x="137" y="372"/>
                  </a:lnTo>
                  <a:lnTo>
                    <a:pt x="178" y="313"/>
                  </a:lnTo>
                  <a:lnTo>
                    <a:pt x="226" y="259"/>
                  </a:lnTo>
                  <a:lnTo>
                    <a:pt x="277" y="209"/>
                  </a:lnTo>
                  <a:lnTo>
                    <a:pt x="332" y="165"/>
                  </a:lnTo>
                  <a:lnTo>
                    <a:pt x="390" y="126"/>
                  </a:lnTo>
                  <a:lnTo>
                    <a:pt x="452" y="91"/>
                  </a:lnTo>
                  <a:lnTo>
                    <a:pt x="516" y="61"/>
                  </a:lnTo>
                  <a:lnTo>
                    <a:pt x="583" y="37"/>
                  </a:lnTo>
                  <a:lnTo>
                    <a:pt x="652" y="19"/>
                  </a:lnTo>
                  <a:lnTo>
                    <a:pt x="722" y="7"/>
                  </a:lnTo>
                  <a:lnTo>
                    <a:pt x="794" y="0"/>
                  </a:lnTo>
                  <a:close/>
                </a:path>
              </a:pathLst>
            </a:custGeom>
            <a:solidFill>
              <a:schemeClr val="accent4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grpSp>
          <p:nvGrpSpPr>
            <p:cNvPr id="7" name="Group 92"/>
            <p:cNvGrpSpPr/>
            <p:nvPr/>
          </p:nvGrpSpPr>
          <p:grpSpPr>
            <a:xfrm>
              <a:off x="4559245" y="3525194"/>
              <a:ext cx="479425" cy="477838"/>
              <a:chOff x="4575175" y="3521076"/>
              <a:chExt cx="479425" cy="477838"/>
            </a:xfrm>
          </p:grpSpPr>
          <p:sp>
            <p:nvSpPr>
              <p:cNvPr id="112" name="Freeform 54"/>
              <p:cNvSpPr>
                <a:spLocks/>
              </p:cNvSpPr>
              <p:nvPr/>
            </p:nvSpPr>
            <p:spPr bwMode="auto">
              <a:xfrm>
                <a:off x="4657725" y="3606801"/>
                <a:ext cx="206375" cy="42863"/>
              </a:xfrm>
              <a:custGeom>
                <a:avLst/>
                <a:gdLst>
                  <a:gd name="T0" fmla="*/ 151 w 1438"/>
                  <a:gd name="T1" fmla="*/ 0 h 302"/>
                  <a:gd name="T2" fmla="*/ 1287 w 1438"/>
                  <a:gd name="T3" fmla="*/ 0 h 302"/>
                  <a:gd name="T4" fmla="*/ 1318 w 1438"/>
                  <a:gd name="T5" fmla="*/ 3 h 302"/>
                  <a:gd name="T6" fmla="*/ 1346 w 1438"/>
                  <a:gd name="T7" fmla="*/ 12 h 302"/>
                  <a:gd name="T8" fmla="*/ 1372 w 1438"/>
                  <a:gd name="T9" fmla="*/ 26 h 302"/>
                  <a:gd name="T10" fmla="*/ 1394 w 1438"/>
                  <a:gd name="T11" fmla="*/ 45 h 302"/>
                  <a:gd name="T12" fmla="*/ 1413 w 1438"/>
                  <a:gd name="T13" fmla="*/ 67 h 302"/>
                  <a:gd name="T14" fmla="*/ 1426 w 1438"/>
                  <a:gd name="T15" fmla="*/ 93 h 302"/>
                  <a:gd name="T16" fmla="*/ 1435 w 1438"/>
                  <a:gd name="T17" fmla="*/ 121 h 302"/>
                  <a:gd name="T18" fmla="*/ 1438 w 1438"/>
                  <a:gd name="T19" fmla="*/ 151 h 302"/>
                  <a:gd name="T20" fmla="*/ 1435 w 1438"/>
                  <a:gd name="T21" fmla="*/ 181 h 302"/>
                  <a:gd name="T22" fmla="*/ 1426 w 1438"/>
                  <a:gd name="T23" fmla="*/ 209 h 302"/>
                  <a:gd name="T24" fmla="*/ 1413 w 1438"/>
                  <a:gd name="T25" fmla="*/ 235 h 302"/>
                  <a:gd name="T26" fmla="*/ 1394 w 1438"/>
                  <a:gd name="T27" fmla="*/ 257 h 302"/>
                  <a:gd name="T28" fmla="*/ 1372 w 1438"/>
                  <a:gd name="T29" fmla="*/ 276 h 302"/>
                  <a:gd name="T30" fmla="*/ 1346 w 1438"/>
                  <a:gd name="T31" fmla="*/ 289 h 302"/>
                  <a:gd name="T32" fmla="*/ 1318 w 1438"/>
                  <a:gd name="T33" fmla="*/ 298 h 302"/>
                  <a:gd name="T34" fmla="*/ 1287 w 1438"/>
                  <a:gd name="T35" fmla="*/ 302 h 302"/>
                  <a:gd name="T36" fmla="*/ 151 w 1438"/>
                  <a:gd name="T37" fmla="*/ 302 h 302"/>
                  <a:gd name="T38" fmla="*/ 121 w 1438"/>
                  <a:gd name="T39" fmla="*/ 298 h 302"/>
                  <a:gd name="T40" fmla="*/ 93 w 1438"/>
                  <a:gd name="T41" fmla="*/ 289 h 302"/>
                  <a:gd name="T42" fmla="*/ 66 w 1438"/>
                  <a:gd name="T43" fmla="*/ 276 h 302"/>
                  <a:gd name="T44" fmla="*/ 44 w 1438"/>
                  <a:gd name="T45" fmla="*/ 257 h 302"/>
                  <a:gd name="T46" fmla="*/ 26 w 1438"/>
                  <a:gd name="T47" fmla="*/ 235 h 302"/>
                  <a:gd name="T48" fmla="*/ 12 w 1438"/>
                  <a:gd name="T49" fmla="*/ 209 h 302"/>
                  <a:gd name="T50" fmla="*/ 4 w 1438"/>
                  <a:gd name="T51" fmla="*/ 181 h 302"/>
                  <a:gd name="T52" fmla="*/ 0 w 1438"/>
                  <a:gd name="T53" fmla="*/ 151 h 302"/>
                  <a:gd name="T54" fmla="*/ 4 w 1438"/>
                  <a:gd name="T55" fmla="*/ 121 h 302"/>
                  <a:gd name="T56" fmla="*/ 12 w 1438"/>
                  <a:gd name="T57" fmla="*/ 93 h 302"/>
                  <a:gd name="T58" fmla="*/ 26 w 1438"/>
                  <a:gd name="T59" fmla="*/ 67 h 302"/>
                  <a:gd name="T60" fmla="*/ 44 w 1438"/>
                  <a:gd name="T61" fmla="*/ 45 h 302"/>
                  <a:gd name="T62" fmla="*/ 66 w 1438"/>
                  <a:gd name="T63" fmla="*/ 26 h 302"/>
                  <a:gd name="T64" fmla="*/ 93 w 1438"/>
                  <a:gd name="T65" fmla="*/ 12 h 302"/>
                  <a:gd name="T66" fmla="*/ 121 w 1438"/>
                  <a:gd name="T67" fmla="*/ 3 h 302"/>
                  <a:gd name="T68" fmla="*/ 151 w 1438"/>
                  <a:gd name="T69" fmla="*/ 0 h 3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</a:cxnLst>
                <a:rect l="0" t="0" r="r" b="b"/>
                <a:pathLst>
                  <a:path w="1438" h="302">
                    <a:moveTo>
                      <a:pt x="151" y="0"/>
                    </a:moveTo>
                    <a:lnTo>
                      <a:pt x="1287" y="0"/>
                    </a:lnTo>
                    <a:lnTo>
                      <a:pt x="1318" y="3"/>
                    </a:lnTo>
                    <a:lnTo>
                      <a:pt x="1346" y="12"/>
                    </a:lnTo>
                    <a:lnTo>
                      <a:pt x="1372" y="26"/>
                    </a:lnTo>
                    <a:lnTo>
                      <a:pt x="1394" y="45"/>
                    </a:lnTo>
                    <a:lnTo>
                      <a:pt x="1413" y="67"/>
                    </a:lnTo>
                    <a:lnTo>
                      <a:pt x="1426" y="93"/>
                    </a:lnTo>
                    <a:lnTo>
                      <a:pt x="1435" y="121"/>
                    </a:lnTo>
                    <a:lnTo>
                      <a:pt x="1438" y="151"/>
                    </a:lnTo>
                    <a:lnTo>
                      <a:pt x="1435" y="181"/>
                    </a:lnTo>
                    <a:lnTo>
                      <a:pt x="1426" y="209"/>
                    </a:lnTo>
                    <a:lnTo>
                      <a:pt x="1413" y="235"/>
                    </a:lnTo>
                    <a:lnTo>
                      <a:pt x="1394" y="257"/>
                    </a:lnTo>
                    <a:lnTo>
                      <a:pt x="1372" y="276"/>
                    </a:lnTo>
                    <a:lnTo>
                      <a:pt x="1346" y="289"/>
                    </a:lnTo>
                    <a:lnTo>
                      <a:pt x="1318" y="298"/>
                    </a:lnTo>
                    <a:lnTo>
                      <a:pt x="1287" y="302"/>
                    </a:lnTo>
                    <a:lnTo>
                      <a:pt x="151" y="302"/>
                    </a:lnTo>
                    <a:lnTo>
                      <a:pt x="121" y="298"/>
                    </a:lnTo>
                    <a:lnTo>
                      <a:pt x="93" y="289"/>
                    </a:lnTo>
                    <a:lnTo>
                      <a:pt x="66" y="276"/>
                    </a:lnTo>
                    <a:lnTo>
                      <a:pt x="44" y="257"/>
                    </a:lnTo>
                    <a:lnTo>
                      <a:pt x="26" y="235"/>
                    </a:lnTo>
                    <a:lnTo>
                      <a:pt x="12" y="209"/>
                    </a:lnTo>
                    <a:lnTo>
                      <a:pt x="4" y="181"/>
                    </a:lnTo>
                    <a:lnTo>
                      <a:pt x="0" y="151"/>
                    </a:lnTo>
                    <a:lnTo>
                      <a:pt x="4" y="121"/>
                    </a:lnTo>
                    <a:lnTo>
                      <a:pt x="12" y="93"/>
                    </a:lnTo>
                    <a:lnTo>
                      <a:pt x="26" y="67"/>
                    </a:lnTo>
                    <a:lnTo>
                      <a:pt x="44" y="45"/>
                    </a:lnTo>
                    <a:lnTo>
                      <a:pt x="66" y="26"/>
                    </a:lnTo>
                    <a:lnTo>
                      <a:pt x="93" y="12"/>
                    </a:lnTo>
                    <a:lnTo>
                      <a:pt x="121" y="3"/>
                    </a:lnTo>
                    <a:lnTo>
                      <a:pt x="151" y="0"/>
                    </a:lnTo>
                    <a:close/>
                  </a:path>
                </a:pathLst>
              </a:custGeom>
              <a:solidFill>
                <a:schemeClr val="accent4"/>
              </a:solidFill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13" name="Freeform 55"/>
              <p:cNvSpPr>
                <a:spLocks/>
              </p:cNvSpPr>
              <p:nvPr/>
            </p:nvSpPr>
            <p:spPr bwMode="auto">
              <a:xfrm>
                <a:off x="4657725" y="3687763"/>
                <a:ext cx="206375" cy="42863"/>
              </a:xfrm>
              <a:custGeom>
                <a:avLst/>
                <a:gdLst>
                  <a:gd name="T0" fmla="*/ 151 w 1438"/>
                  <a:gd name="T1" fmla="*/ 0 h 301"/>
                  <a:gd name="T2" fmla="*/ 1287 w 1438"/>
                  <a:gd name="T3" fmla="*/ 0 h 301"/>
                  <a:gd name="T4" fmla="*/ 1318 w 1438"/>
                  <a:gd name="T5" fmla="*/ 3 h 301"/>
                  <a:gd name="T6" fmla="*/ 1346 w 1438"/>
                  <a:gd name="T7" fmla="*/ 12 h 301"/>
                  <a:gd name="T8" fmla="*/ 1372 w 1438"/>
                  <a:gd name="T9" fmla="*/ 26 h 301"/>
                  <a:gd name="T10" fmla="*/ 1394 w 1438"/>
                  <a:gd name="T11" fmla="*/ 44 h 301"/>
                  <a:gd name="T12" fmla="*/ 1413 w 1438"/>
                  <a:gd name="T13" fmla="*/ 66 h 301"/>
                  <a:gd name="T14" fmla="*/ 1426 w 1438"/>
                  <a:gd name="T15" fmla="*/ 92 h 301"/>
                  <a:gd name="T16" fmla="*/ 1435 w 1438"/>
                  <a:gd name="T17" fmla="*/ 120 h 301"/>
                  <a:gd name="T18" fmla="*/ 1438 w 1438"/>
                  <a:gd name="T19" fmla="*/ 150 h 301"/>
                  <a:gd name="T20" fmla="*/ 1435 w 1438"/>
                  <a:gd name="T21" fmla="*/ 181 h 301"/>
                  <a:gd name="T22" fmla="*/ 1426 w 1438"/>
                  <a:gd name="T23" fmla="*/ 210 h 301"/>
                  <a:gd name="T24" fmla="*/ 1413 w 1438"/>
                  <a:gd name="T25" fmla="*/ 235 h 301"/>
                  <a:gd name="T26" fmla="*/ 1394 w 1438"/>
                  <a:gd name="T27" fmla="*/ 258 h 301"/>
                  <a:gd name="T28" fmla="*/ 1372 w 1438"/>
                  <a:gd name="T29" fmla="*/ 275 h 301"/>
                  <a:gd name="T30" fmla="*/ 1346 w 1438"/>
                  <a:gd name="T31" fmla="*/ 290 h 301"/>
                  <a:gd name="T32" fmla="*/ 1318 w 1438"/>
                  <a:gd name="T33" fmla="*/ 298 h 301"/>
                  <a:gd name="T34" fmla="*/ 1287 w 1438"/>
                  <a:gd name="T35" fmla="*/ 301 h 301"/>
                  <a:gd name="T36" fmla="*/ 151 w 1438"/>
                  <a:gd name="T37" fmla="*/ 301 h 301"/>
                  <a:gd name="T38" fmla="*/ 121 w 1438"/>
                  <a:gd name="T39" fmla="*/ 298 h 301"/>
                  <a:gd name="T40" fmla="*/ 93 w 1438"/>
                  <a:gd name="T41" fmla="*/ 290 h 301"/>
                  <a:gd name="T42" fmla="*/ 66 w 1438"/>
                  <a:gd name="T43" fmla="*/ 275 h 301"/>
                  <a:gd name="T44" fmla="*/ 44 w 1438"/>
                  <a:gd name="T45" fmla="*/ 258 h 301"/>
                  <a:gd name="T46" fmla="*/ 26 w 1438"/>
                  <a:gd name="T47" fmla="*/ 235 h 301"/>
                  <a:gd name="T48" fmla="*/ 12 w 1438"/>
                  <a:gd name="T49" fmla="*/ 210 h 301"/>
                  <a:gd name="T50" fmla="*/ 4 w 1438"/>
                  <a:gd name="T51" fmla="*/ 181 h 301"/>
                  <a:gd name="T52" fmla="*/ 0 w 1438"/>
                  <a:gd name="T53" fmla="*/ 150 h 301"/>
                  <a:gd name="T54" fmla="*/ 4 w 1438"/>
                  <a:gd name="T55" fmla="*/ 120 h 301"/>
                  <a:gd name="T56" fmla="*/ 12 w 1438"/>
                  <a:gd name="T57" fmla="*/ 92 h 301"/>
                  <a:gd name="T58" fmla="*/ 26 w 1438"/>
                  <a:gd name="T59" fmla="*/ 66 h 301"/>
                  <a:gd name="T60" fmla="*/ 44 w 1438"/>
                  <a:gd name="T61" fmla="*/ 44 h 301"/>
                  <a:gd name="T62" fmla="*/ 66 w 1438"/>
                  <a:gd name="T63" fmla="*/ 26 h 301"/>
                  <a:gd name="T64" fmla="*/ 93 w 1438"/>
                  <a:gd name="T65" fmla="*/ 12 h 301"/>
                  <a:gd name="T66" fmla="*/ 121 w 1438"/>
                  <a:gd name="T67" fmla="*/ 3 h 301"/>
                  <a:gd name="T68" fmla="*/ 151 w 1438"/>
                  <a:gd name="T69" fmla="*/ 0 h 3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</a:cxnLst>
                <a:rect l="0" t="0" r="r" b="b"/>
                <a:pathLst>
                  <a:path w="1438" h="301">
                    <a:moveTo>
                      <a:pt x="151" y="0"/>
                    </a:moveTo>
                    <a:lnTo>
                      <a:pt x="1287" y="0"/>
                    </a:lnTo>
                    <a:lnTo>
                      <a:pt x="1318" y="3"/>
                    </a:lnTo>
                    <a:lnTo>
                      <a:pt x="1346" y="12"/>
                    </a:lnTo>
                    <a:lnTo>
                      <a:pt x="1372" y="26"/>
                    </a:lnTo>
                    <a:lnTo>
                      <a:pt x="1394" y="44"/>
                    </a:lnTo>
                    <a:lnTo>
                      <a:pt x="1413" y="66"/>
                    </a:lnTo>
                    <a:lnTo>
                      <a:pt x="1426" y="92"/>
                    </a:lnTo>
                    <a:lnTo>
                      <a:pt x="1435" y="120"/>
                    </a:lnTo>
                    <a:lnTo>
                      <a:pt x="1438" y="150"/>
                    </a:lnTo>
                    <a:lnTo>
                      <a:pt x="1435" y="181"/>
                    </a:lnTo>
                    <a:lnTo>
                      <a:pt x="1426" y="210"/>
                    </a:lnTo>
                    <a:lnTo>
                      <a:pt x="1413" y="235"/>
                    </a:lnTo>
                    <a:lnTo>
                      <a:pt x="1394" y="258"/>
                    </a:lnTo>
                    <a:lnTo>
                      <a:pt x="1372" y="275"/>
                    </a:lnTo>
                    <a:lnTo>
                      <a:pt x="1346" y="290"/>
                    </a:lnTo>
                    <a:lnTo>
                      <a:pt x="1318" y="298"/>
                    </a:lnTo>
                    <a:lnTo>
                      <a:pt x="1287" y="301"/>
                    </a:lnTo>
                    <a:lnTo>
                      <a:pt x="151" y="301"/>
                    </a:lnTo>
                    <a:lnTo>
                      <a:pt x="121" y="298"/>
                    </a:lnTo>
                    <a:lnTo>
                      <a:pt x="93" y="290"/>
                    </a:lnTo>
                    <a:lnTo>
                      <a:pt x="66" y="275"/>
                    </a:lnTo>
                    <a:lnTo>
                      <a:pt x="44" y="258"/>
                    </a:lnTo>
                    <a:lnTo>
                      <a:pt x="26" y="235"/>
                    </a:lnTo>
                    <a:lnTo>
                      <a:pt x="12" y="210"/>
                    </a:lnTo>
                    <a:lnTo>
                      <a:pt x="4" y="181"/>
                    </a:lnTo>
                    <a:lnTo>
                      <a:pt x="0" y="150"/>
                    </a:lnTo>
                    <a:lnTo>
                      <a:pt x="4" y="120"/>
                    </a:lnTo>
                    <a:lnTo>
                      <a:pt x="12" y="92"/>
                    </a:lnTo>
                    <a:lnTo>
                      <a:pt x="26" y="66"/>
                    </a:lnTo>
                    <a:lnTo>
                      <a:pt x="44" y="44"/>
                    </a:lnTo>
                    <a:lnTo>
                      <a:pt x="66" y="26"/>
                    </a:lnTo>
                    <a:lnTo>
                      <a:pt x="93" y="12"/>
                    </a:lnTo>
                    <a:lnTo>
                      <a:pt x="121" y="3"/>
                    </a:lnTo>
                    <a:lnTo>
                      <a:pt x="151" y="0"/>
                    </a:lnTo>
                    <a:close/>
                  </a:path>
                </a:pathLst>
              </a:custGeom>
              <a:solidFill>
                <a:schemeClr val="accent4"/>
              </a:solidFill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14" name="Freeform 56"/>
              <p:cNvSpPr>
                <a:spLocks/>
              </p:cNvSpPr>
              <p:nvPr/>
            </p:nvSpPr>
            <p:spPr bwMode="auto">
              <a:xfrm>
                <a:off x="4657725" y="3768726"/>
                <a:ext cx="125413" cy="44450"/>
              </a:xfrm>
              <a:custGeom>
                <a:avLst/>
                <a:gdLst>
                  <a:gd name="T0" fmla="*/ 151 w 870"/>
                  <a:gd name="T1" fmla="*/ 0 h 301"/>
                  <a:gd name="T2" fmla="*/ 720 w 870"/>
                  <a:gd name="T3" fmla="*/ 0 h 301"/>
                  <a:gd name="T4" fmla="*/ 750 w 870"/>
                  <a:gd name="T5" fmla="*/ 4 h 301"/>
                  <a:gd name="T6" fmla="*/ 778 w 870"/>
                  <a:gd name="T7" fmla="*/ 12 h 301"/>
                  <a:gd name="T8" fmla="*/ 805 w 870"/>
                  <a:gd name="T9" fmla="*/ 26 h 301"/>
                  <a:gd name="T10" fmla="*/ 827 w 870"/>
                  <a:gd name="T11" fmla="*/ 44 h 301"/>
                  <a:gd name="T12" fmla="*/ 845 w 870"/>
                  <a:gd name="T13" fmla="*/ 67 h 301"/>
                  <a:gd name="T14" fmla="*/ 859 w 870"/>
                  <a:gd name="T15" fmla="*/ 92 h 301"/>
                  <a:gd name="T16" fmla="*/ 867 w 870"/>
                  <a:gd name="T17" fmla="*/ 120 h 301"/>
                  <a:gd name="T18" fmla="*/ 870 w 870"/>
                  <a:gd name="T19" fmla="*/ 151 h 301"/>
                  <a:gd name="T20" fmla="*/ 867 w 870"/>
                  <a:gd name="T21" fmla="*/ 181 h 301"/>
                  <a:gd name="T22" fmla="*/ 859 w 870"/>
                  <a:gd name="T23" fmla="*/ 209 h 301"/>
                  <a:gd name="T24" fmla="*/ 845 w 870"/>
                  <a:gd name="T25" fmla="*/ 234 h 301"/>
                  <a:gd name="T26" fmla="*/ 827 w 870"/>
                  <a:gd name="T27" fmla="*/ 257 h 301"/>
                  <a:gd name="T28" fmla="*/ 805 w 870"/>
                  <a:gd name="T29" fmla="*/ 275 h 301"/>
                  <a:gd name="T30" fmla="*/ 778 w 870"/>
                  <a:gd name="T31" fmla="*/ 290 h 301"/>
                  <a:gd name="T32" fmla="*/ 750 w 870"/>
                  <a:gd name="T33" fmla="*/ 298 h 301"/>
                  <a:gd name="T34" fmla="*/ 720 w 870"/>
                  <a:gd name="T35" fmla="*/ 301 h 301"/>
                  <a:gd name="T36" fmla="*/ 151 w 870"/>
                  <a:gd name="T37" fmla="*/ 301 h 301"/>
                  <a:gd name="T38" fmla="*/ 121 w 870"/>
                  <a:gd name="T39" fmla="*/ 298 h 301"/>
                  <a:gd name="T40" fmla="*/ 93 w 870"/>
                  <a:gd name="T41" fmla="*/ 290 h 301"/>
                  <a:gd name="T42" fmla="*/ 66 w 870"/>
                  <a:gd name="T43" fmla="*/ 275 h 301"/>
                  <a:gd name="T44" fmla="*/ 44 w 870"/>
                  <a:gd name="T45" fmla="*/ 257 h 301"/>
                  <a:gd name="T46" fmla="*/ 26 w 870"/>
                  <a:gd name="T47" fmla="*/ 234 h 301"/>
                  <a:gd name="T48" fmla="*/ 12 w 870"/>
                  <a:gd name="T49" fmla="*/ 209 h 301"/>
                  <a:gd name="T50" fmla="*/ 4 w 870"/>
                  <a:gd name="T51" fmla="*/ 181 h 301"/>
                  <a:gd name="T52" fmla="*/ 0 w 870"/>
                  <a:gd name="T53" fmla="*/ 151 h 301"/>
                  <a:gd name="T54" fmla="*/ 4 w 870"/>
                  <a:gd name="T55" fmla="*/ 120 h 301"/>
                  <a:gd name="T56" fmla="*/ 12 w 870"/>
                  <a:gd name="T57" fmla="*/ 92 h 301"/>
                  <a:gd name="T58" fmla="*/ 26 w 870"/>
                  <a:gd name="T59" fmla="*/ 67 h 301"/>
                  <a:gd name="T60" fmla="*/ 44 w 870"/>
                  <a:gd name="T61" fmla="*/ 44 h 301"/>
                  <a:gd name="T62" fmla="*/ 66 w 870"/>
                  <a:gd name="T63" fmla="*/ 26 h 301"/>
                  <a:gd name="T64" fmla="*/ 93 w 870"/>
                  <a:gd name="T65" fmla="*/ 12 h 301"/>
                  <a:gd name="T66" fmla="*/ 121 w 870"/>
                  <a:gd name="T67" fmla="*/ 4 h 301"/>
                  <a:gd name="T68" fmla="*/ 151 w 870"/>
                  <a:gd name="T69" fmla="*/ 0 h 3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</a:cxnLst>
                <a:rect l="0" t="0" r="r" b="b"/>
                <a:pathLst>
                  <a:path w="870" h="301">
                    <a:moveTo>
                      <a:pt x="151" y="0"/>
                    </a:moveTo>
                    <a:lnTo>
                      <a:pt x="720" y="0"/>
                    </a:lnTo>
                    <a:lnTo>
                      <a:pt x="750" y="4"/>
                    </a:lnTo>
                    <a:lnTo>
                      <a:pt x="778" y="12"/>
                    </a:lnTo>
                    <a:lnTo>
                      <a:pt x="805" y="26"/>
                    </a:lnTo>
                    <a:lnTo>
                      <a:pt x="827" y="44"/>
                    </a:lnTo>
                    <a:lnTo>
                      <a:pt x="845" y="67"/>
                    </a:lnTo>
                    <a:lnTo>
                      <a:pt x="859" y="92"/>
                    </a:lnTo>
                    <a:lnTo>
                      <a:pt x="867" y="120"/>
                    </a:lnTo>
                    <a:lnTo>
                      <a:pt x="870" y="151"/>
                    </a:lnTo>
                    <a:lnTo>
                      <a:pt x="867" y="181"/>
                    </a:lnTo>
                    <a:lnTo>
                      <a:pt x="859" y="209"/>
                    </a:lnTo>
                    <a:lnTo>
                      <a:pt x="845" y="234"/>
                    </a:lnTo>
                    <a:lnTo>
                      <a:pt x="827" y="257"/>
                    </a:lnTo>
                    <a:lnTo>
                      <a:pt x="805" y="275"/>
                    </a:lnTo>
                    <a:lnTo>
                      <a:pt x="778" y="290"/>
                    </a:lnTo>
                    <a:lnTo>
                      <a:pt x="750" y="298"/>
                    </a:lnTo>
                    <a:lnTo>
                      <a:pt x="720" y="301"/>
                    </a:lnTo>
                    <a:lnTo>
                      <a:pt x="151" y="301"/>
                    </a:lnTo>
                    <a:lnTo>
                      <a:pt x="121" y="298"/>
                    </a:lnTo>
                    <a:lnTo>
                      <a:pt x="93" y="290"/>
                    </a:lnTo>
                    <a:lnTo>
                      <a:pt x="66" y="275"/>
                    </a:lnTo>
                    <a:lnTo>
                      <a:pt x="44" y="257"/>
                    </a:lnTo>
                    <a:lnTo>
                      <a:pt x="26" y="234"/>
                    </a:lnTo>
                    <a:lnTo>
                      <a:pt x="12" y="209"/>
                    </a:lnTo>
                    <a:lnTo>
                      <a:pt x="4" y="181"/>
                    </a:lnTo>
                    <a:lnTo>
                      <a:pt x="0" y="151"/>
                    </a:lnTo>
                    <a:lnTo>
                      <a:pt x="4" y="120"/>
                    </a:lnTo>
                    <a:lnTo>
                      <a:pt x="12" y="92"/>
                    </a:lnTo>
                    <a:lnTo>
                      <a:pt x="26" y="67"/>
                    </a:lnTo>
                    <a:lnTo>
                      <a:pt x="44" y="44"/>
                    </a:lnTo>
                    <a:lnTo>
                      <a:pt x="66" y="26"/>
                    </a:lnTo>
                    <a:lnTo>
                      <a:pt x="93" y="12"/>
                    </a:lnTo>
                    <a:lnTo>
                      <a:pt x="121" y="4"/>
                    </a:lnTo>
                    <a:lnTo>
                      <a:pt x="151" y="0"/>
                    </a:lnTo>
                    <a:close/>
                  </a:path>
                </a:pathLst>
              </a:custGeom>
              <a:solidFill>
                <a:schemeClr val="accent4"/>
              </a:solidFill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15" name="Freeform 57"/>
              <p:cNvSpPr>
                <a:spLocks/>
              </p:cNvSpPr>
              <p:nvPr/>
            </p:nvSpPr>
            <p:spPr bwMode="auto">
              <a:xfrm>
                <a:off x="4575175" y="3521076"/>
                <a:ext cx="371475" cy="477838"/>
              </a:xfrm>
              <a:custGeom>
                <a:avLst/>
                <a:gdLst>
                  <a:gd name="T0" fmla="*/ 152 w 2574"/>
                  <a:gd name="T1" fmla="*/ 0 h 3310"/>
                  <a:gd name="T2" fmla="*/ 2423 w 2574"/>
                  <a:gd name="T3" fmla="*/ 0 h 3310"/>
                  <a:gd name="T4" fmla="*/ 2453 w 2574"/>
                  <a:gd name="T5" fmla="*/ 3 h 3310"/>
                  <a:gd name="T6" fmla="*/ 2481 w 2574"/>
                  <a:gd name="T7" fmla="*/ 12 h 3310"/>
                  <a:gd name="T8" fmla="*/ 2507 w 2574"/>
                  <a:gd name="T9" fmla="*/ 26 h 3310"/>
                  <a:gd name="T10" fmla="*/ 2529 w 2574"/>
                  <a:gd name="T11" fmla="*/ 44 h 3310"/>
                  <a:gd name="T12" fmla="*/ 2548 w 2574"/>
                  <a:gd name="T13" fmla="*/ 67 h 3310"/>
                  <a:gd name="T14" fmla="*/ 2562 w 2574"/>
                  <a:gd name="T15" fmla="*/ 92 h 3310"/>
                  <a:gd name="T16" fmla="*/ 2571 w 2574"/>
                  <a:gd name="T17" fmla="*/ 120 h 3310"/>
                  <a:gd name="T18" fmla="*/ 2574 w 2574"/>
                  <a:gd name="T19" fmla="*/ 150 h 3310"/>
                  <a:gd name="T20" fmla="*/ 2574 w 2574"/>
                  <a:gd name="T21" fmla="*/ 374 h 3310"/>
                  <a:gd name="T22" fmla="*/ 2272 w 2574"/>
                  <a:gd name="T23" fmla="*/ 896 h 3310"/>
                  <a:gd name="T24" fmla="*/ 2272 w 2574"/>
                  <a:gd name="T25" fmla="*/ 301 h 3310"/>
                  <a:gd name="T26" fmla="*/ 304 w 2574"/>
                  <a:gd name="T27" fmla="*/ 301 h 3310"/>
                  <a:gd name="T28" fmla="*/ 304 w 2574"/>
                  <a:gd name="T29" fmla="*/ 3008 h 3310"/>
                  <a:gd name="T30" fmla="*/ 2272 w 2574"/>
                  <a:gd name="T31" fmla="*/ 3008 h 3310"/>
                  <a:gd name="T32" fmla="*/ 2272 w 2574"/>
                  <a:gd name="T33" fmla="*/ 2634 h 3310"/>
                  <a:gd name="T34" fmla="*/ 2430 w 2574"/>
                  <a:gd name="T35" fmla="*/ 2530 h 3310"/>
                  <a:gd name="T36" fmla="*/ 2458 w 2574"/>
                  <a:gd name="T37" fmla="*/ 2508 h 3310"/>
                  <a:gd name="T38" fmla="*/ 2482 w 2574"/>
                  <a:gd name="T39" fmla="*/ 2483 h 3310"/>
                  <a:gd name="T40" fmla="*/ 2502 w 2574"/>
                  <a:gd name="T41" fmla="*/ 2454 h 3310"/>
                  <a:gd name="T42" fmla="*/ 2574 w 2574"/>
                  <a:gd name="T43" fmla="*/ 2330 h 3310"/>
                  <a:gd name="T44" fmla="*/ 2574 w 2574"/>
                  <a:gd name="T45" fmla="*/ 3159 h 3310"/>
                  <a:gd name="T46" fmla="*/ 2571 w 2574"/>
                  <a:gd name="T47" fmla="*/ 3189 h 3310"/>
                  <a:gd name="T48" fmla="*/ 2562 w 2574"/>
                  <a:gd name="T49" fmla="*/ 3217 h 3310"/>
                  <a:gd name="T50" fmla="*/ 2548 w 2574"/>
                  <a:gd name="T51" fmla="*/ 3243 h 3310"/>
                  <a:gd name="T52" fmla="*/ 2529 w 2574"/>
                  <a:gd name="T53" fmla="*/ 3265 h 3310"/>
                  <a:gd name="T54" fmla="*/ 2507 w 2574"/>
                  <a:gd name="T55" fmla="*/ 3284 h 3310"/>
                  <a:gd name="T56" fmla="*/ 2481 w 2574"/>
                  <a:gd name="T57" fmla="*/ 3297 h 3310"/>
                  <a:gd name="T58" fmla="*/ 2453 w 2574"/>
                  <a:gd name="T59" fmla="*/ 3307 h 3310"/>
                  <a:gd name="T60" fmla="*/ 2423 w 2574"/>
                  <a:gd name="T61" fmla="*/ 3310 h 3310"/>
                  <a:gd name="T62" fmla="*/ 152 w 2574"/>
                  <a:gd name="T63" fmla="*/ 3310 h 3310"/>
                  <a:gd name="T64" fmla="*/ 121 w 2574"/>
                  <a:gd name="T65" fmla="*/ 3307 h 3310"/>
                  <a:gd name="T66" fmla="*/ 93 w 2574"/>
                  <a:gd name="T67" fmla="*/ 3297 h 3310"/>
                  <a:gd name="T68" fmla="*/ 67 w 2574"/>
                  <a:gd name="T69" fmla="*/ 3284 h 3310"/>
                  <a:gd name="T70" fmla="*/ 45 w 2574"/>
                  <a:gd name="T71" fmla="*/ 3265 h 3310"/>
                  <a:gd name="T72" fmla="*/ 26 w 2574"/>
                  <a:gd name="T73" fmla="*/ 3243 h 3310"/>
                  <a:gd name="T74" fmla="*/ 13 w 2574"/>
                  <a:gd name="T75" fmla="*/ 3217 h 3310"/>
                  <a:gd name="T76" fmla="*/ 3 w 2574"/>
                  <a:gd name="T77" fmla="*/ 3189 h 3310"/>
                  <a:gd name="T78" fmla="*/ 0 w 2574"/>
                  <a:gd name="T79" fmla="*/ 3159 h 3310"/>
                  <a:gd name="T80" fmla="*/ 0 w 2574"/>
                  <a:gd name="T81" fmla="*/ 150 h 3310"/>
                  <a:gd name="T82" fmla="*/ 3 w 2574"/>
                  <a:gd name="T83" fmla="*/ 120 h 3310"/>
                  <a:gd name="T84" fmla="*/ 13 w 2574"/>
                  <a:gd name="T85" fmla="*/ 92 h 3310"/>
                  <a:gd name="T86" fmla="*/ 26 w 2574"/>
                  <a:gd name="T87" fmla="*/ 67 h 3310"/>
                  <a:gd name="T88" fmla="*/ 45 w 2574"/>
                  <a:gd name="T89" fmla="*/ 44 h 3310"/>
                  <a:gd name="T90" fmla="*/ 67 w 2574"/>
                  <a:gd name="T91" fmla="*/ 26 h 3310"/>
                  <a:gd name="T92" fmla="*/ 93 w 2574"/>
                  <a:gd name="T93" fmla="*/ 12 h 3310"/>
                  <a:gd name="T94" fmla="*/ 121 w 2574"/>
                  <a:gd name="T95" fmla="*/ 3 h 3310"/>
                  <a:gd name="T96" fmla="*/ 152 w 2574"/>
                  <a:gd name="T97" fmla="*/ 0 h 331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</a:cxnLst>
                <a:rect l="0" t="0" r="r" b="b"/>
                <a:pathLst>
                  <a:path w="2574" h="3310">
                    <a:moveTo>
                      <a:pt x="152" y="0"/>
                    </a:moveTo>
                    <a:lnTo>
                      <a:pt x="2423" y="0"/>
                    </a:lnTo>
                    <a:lnTo>
                      <a:pt x="2453" y="3"/>
                    </a:lnTo>
                    <a:lnTo>
                      <a:pt x="2481" y="12"/>
                    </a:lnTo>
                    <a:lnTo>
                      <a:pt x="2507" y="26"/>
                    </a:lnTo>
                    <a:lnTo>
                      <a:pt x="2529" y="44"/>
                    </a:lnTo>
                    <a:lnTo>
                      <a:pt x="2548" y="67"/>
                    </a:lnTo>
                    <a:lnTo>
                      <a:pt x="2562" y="92"/>
                    </a:lnTo>
                    <a:lnTo>
                      <a:pt x="2571" y="120"/>
                    </a:lnTo>
                    <a:lnTo>
                      <a:pt x="2574" y="150"/>
                    </a:lnTo>
                    <a:lnTo>
                      <a:pt x="2574" y="374"/>
                    </a:lnTo>
                    <a:lnTo>
                      <a:pt x="2272" y="896"/>
                    </a:lnTo>
                    <a:lnTo>
                      <a:pt x="2272" y="301"/>
                    </a:lnTo>
                    <a:lnTo>
                      <a:pt x="304" y="301"/>
                    </a:lnTo>
                    <a:lnTo>
                      <a:pt x="304" y="3008"/>
                    </a:lnTo>
                    <a:lnTo>
                      <a:pt x="2272" y="3008"/>
                    </a:lnTo>
                    <a:lnTo>
                      <a:pt x="2272" y="2634"/>
                    </a:lnTo>
                    <a:lnTo>
                      <a:pt x="2430" y="2530"/>
                    </a:lnTo>
                    <a:lnTo>
                      <a:pt x="2458" y="2508"/>
                    </a:lnTo>
                    <a:lnTo>
                      <a:pt x="2482" y="2483"/>
                    </a:lnTo>
                    <a:lnTo>
                      <a:pt x="2502" y="2454"/>
                    </a:lnTo>
                    <a:lnTo>
                      <a:pt x="2574" y="2330"/>
                    </a:lnTo>
                    <a:lnTo>
                      <a:pt x="2574" y="3159"/>
                    </a:lnTo>
                    <a:lnTo>
                      <a:pt x="2571" y="3189"/>
                    </a:lnTo>
                    <a:lnTo>
                      <a:pt x="2562" y="3217"/>
                    </a:lnTo>
                    <a:lnTo>
                      <a:pt x="2548" y="3243"/>
                    </a:lnTo>
                    <a:lnTo>
                      <a:pt x="2529" y="3265"/>
                    </a:lnTo>
                    <a:lnTo>
                      <a:pt x="2507" y="3284"/>
                    </a:lnTo>
                    <a:lnTo>
                      <a:pt x="2481" y="3297"/>
                    </a:lnTo>
                    <a:lnTo>
                      <a:pt x="2453" y="3307"/>
                    </a:lnTo>
                    <a:lnTo>
                      <a:pt x="2423" y="3310"/>
                    </a:lnTo>
                    <a:lnTo>
                      <a:pt x="152" y="3310"/>
                    </a:lnTo>
                    <a:lnTo>
                      <a:pt x="121" y="3307"/>
                    </a:lnTo>
                    <a:lnTo>
                      <a:pt x="93" y="3297"/>
                    </a:lnTo>
                    <a:lnTo>
                      <a:pt x="67" y="3284"/>
                    </a:lnTo>
                    <a:lnTo>
                      <a:pt x="45" y="3265"/>
                    </a:lnTo>
                    <a:lnTo>
                      <a:pt x="26" y="3243"/>
                    </a:lnTo>
                    <a:lnTo>
                      <a:pt x="13" y="3217"/>
                    </a:lnTo>
                    <a:lnTo>
                      <a:pt x="3" y="3189"/>
                    </a:lnTo>
                    <a:lnTo>
                      <a:pt x="0" y="3159"/>
                    </a:lnTo>
                    <a:lnTo>
                      <a:pt x="0" y="150"/>
                    </a:lnTo>
                    <a:lnTo>
                      <a:pt x="3" y="120"/>
                    </a:lnTo>
                    <a:lnTo>
                      <a:pt x="13" y="92"/>
                    </a:lnTo>
                    <a:lnTo>
                      <a:pt x="26" y="67"/>
                    </a:lnTo>
                    <a:lnTo>
                      <a:pt x="45" y="44"/>
                    </a:lnTo>
                    <a:lnTo>
                      <a:pt x="67" y="26"/>
                    </a:lnTo>
                    <a:lnTo>
                      <a:pt x="93" y="12"/>
                    </a:lnTo>
                    <a:lnTo>
                      <a:pt x="121" y="3"/>
                    </a:lnTo>
                    <a:lnTo>
                      <a:pt x="152" y="0"/>
                    </a:lnTo>
                    <a:close/>
                  </a:path>
                </a:pathLst>
              </a:custGeom>
              <a:solidFill>
                <a:schemeClr val="accent4"/>
              </a:solidFill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16" name="Freeform 58"/>
              <p:cNvSpPr>
                <a:spLocks noEditPoints="1"/>
              </p:cNvSpPr>
              <p:nvPr/>
            </p:nvSpPr>
            <p:spPr bwMode="auto">
              <a:xfrm>
                <a:off x="4826000" y="3575051"/>
                <a:ext cx="228600" cy="341313"/>
              </a:xfrm>
              <a:custGeom>
                <a:avLst/>
                <a:gdLst>
                  <a:gd name="T0" fmla="*/ 131 w 1591"/>
                  <a:gd name="T1" fmla="*/ 1996 h 2370"/>
                  <a:gd name="T2" fmla="*/ 223 w 1591"/>
                  <a:gd name="T3" fmla="*/ 2040 h 2370"/>
                  <a:gd name="T4" fmla="*/ 308 w 1591"/>
                  <a:gd name="T5" fmla="*/ 2097 h 2370"/>
                  <a:gd name="T6" fmla="*/ 439 w 1591"/>
                  <a:gd name="T7" fmla="*/ 1980 h 2370"/>
                  <a:gd name="T8" fmla="*/ 389 w 1591"/>
                  <a:gd name="T9" fmla="*/ 1934 h 2370"/>
                  <a:gd name="T10" fmla="*/ 314 w 1591"/>
                  <a:gd name="T11" fmla="*/ 1883 h 2370"/>
                  <a:gd name="T12" fmla="*/ 245 w 1591"/>
                  <a:gd name="T13" fmla="*/ 1849 h 2370"/>
                  <a:gd name="T14" fmla="*/ 187 w 1591"/>
                  <a:gd name="T15" fmla="*/ 1829 h 2370"/>
                  <a:gd name="T16" fmla="*/ 141 w 1591"/>
                  <a:gd name="T17" fmla="*/ 1820 h 2370"/>
                  <a:gd name="T18" fmla="*/ 1118 w 1591"/>
                  <a:gd name="T19" fmla="*/ 0 h 2370"/>
                  <a:gd name="T20" fmla="*/ 1173 w 1591"/>
                  <a:gd name="T21" fmla="*/ 7 h 2370"/>
                  <a:gd name="T22" fmla="*/ 1240 w 1591"/>
                  <a:gd name="T23" fmla="*/ 25 h 2370"/>
                  <a:gd name="T24" fmla="*/ 1319 w 1591"/>
                  <a:gd name="T25" fmla="*/ 57 h 2370"/>
                  <a:gd name="T26" fmla="*/ 1407 w 1591"/>
                  <a:gd name="T27" fmla="*/ 108 h 2370"/>
                  <a:gd name="T28" fmla="*/ 1478 w 1591"/>
                  <a:gd name="T29" fmla="*/ 163 h 2370"/>
                  <a:gd name="T30" fmla="*/ 1528 w 1591"/>
                  <a:gd name="T31" fmla="*/ 215 h 2370"/>
                  <a:gd name="T32" fmla="*/ 1561 w 1591"/>
                  <a:gd name="T33" fmla="*/ 261 h 2370"/>
                  <a:gd name="T34" fmla="*/ 1580 w 1591"/>
                  <a:gd name="T35" fmla="*/ 297 h 2370"/>
                  <a:gd name="T36" fmla="*/ 1588 w 1591"/>
                  <a:gd name="T37" fmla="*/ 320 h 2370"/>
                  <a:gd name="T38" fmla="*/ 1591 w 1591"/>
                  <a:gd name="T39" fmla="*/ 344 h 2370"/>
                  <a:gd name="T40" fmla="*/ 1581 w 1591"/>
                  <a:gd name="T41" fmla="*/ 379 h 2370"/>
                  <a:gd name="T42" fmla="*/ 625 w 1591"/>
                  <a:gd name="T43" fmla="*/ 2021 h 2370"/>
                  <a:gd name="T44" fmla="*/ 116 w 1591"/>
                  <a:gd name="T45" fmla="*/ 2357 h 2370"/>
                  <a:gd name="T46" fmla="*/ 77 w 1591"/>
                  <a:gd name="T47" fmla="*/ 2370 h 2370"/>
                  <a:gd name="T48" fmla="*/ 36 w 1591"/>
                  <a:gd name="T49" fmla="*/ 2359 h 2370"/>
                  <a:gd name="T50" fmla="*/ 12 w 1591"/>
                  <a:gd name="T51" fmla="*/ 2338 h 2370"/>
                  <a:gd name="T52" fmla="*/ 0 w 1591"/>
                  <a:gd name="T53" fmla="*/ 2306 h 2370"/>
                  <a:gd name="T54" fmla="*/ 34 w 1591"/>
                  <a:gd name="T55" fmla="*/ 1702 h 2370"/>
                  <a:gd name="T56" fmla="*/ 45 w 1591"/>
                  <a:gd name="T57" fmla="*/ 1670 h 2370"/>
                  <a:gd name="T58" fmla="*/ 1002 w 1591"/>
                  <a:gd name="T59" fmla="*/ 27 h 2370"/>
                  <a:gd name="T60" fmla="*/ 1034 w 1591"/>
                  <a:gd name="T61" fmla="*/ 7 h 2370"/>
                  <a:gd name="T62" fmla="*/ 1048 w 1591"/>
                  <a:gd name="T63" fmla="*/ 4 h 2370"/>
                  <a:gd name="T64" fmla="*/ 1076 w 1591"/>
                  <a:gd name="T65" fmla="*/ 0 h 23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</a:cxnLst>
                <a:rect l="0" t="0" r="r" b="b"/>
                <a:pathLst>
                  <a:path w="1591" h="2370">
                    <a:moveTo>
                      <a:pt x="141" y="1820"/>
                    </a:moveTo>
                    <a:lnTo>
                      <a:pt x="131" y="1996"/>
                    </a:lnTo>
                    <a:lnTo>
                      <a:pt x="177" y="2016"/>
                    </a:lnTo>
                    <a:lnTo>
                      <a:pt x="223" y="2040"/>
                    </a:lnTo>
                    <a:lnTo>
                      <a:pt x="267" y="2067"/>
                    </a:lnTo>
                    <a:lnTo>
                      <a:pt x="308" y="2097"/>
                    </a:lnTo>
                    <a:lnTo>
                      <a:pt x="455" y="2000"/>
                    </a:lnTo>
                    <a:lnTo>
                      <a:pt x="439" y="1980"/>
                    </a:lnTo>
                    <a:lnTo>
                      <a:pt x="417" y="1958"/>
                    </a:lnTo>
                    <a:lnTo>
                      <a:pt x="389" y="1934"/>
                    </a:lnTo>
                    <a:lnTo>
                      <a:pt x="355" y="1909"/>
                    </a:lnTo>
                    <a:lnTo>
                      <a:pt x="314" y="1883"/>
                    </a:lnTo>
                    <a:lnTo>
                      <a:pt x="278" y="1864"/>
                    </a:lnTo>
                    <a:lnTo>
                      <a:pt x="245" y="1849"/>
                    </a:lnTo>
                    <a:lnTo>
                      <a:pt x="214" y="1837"/>
                    </a:lnTo>
                    <a:lnTo>
                      <a:pt x="187" y="1829"/>
                    </a:lnTo>
                    <a:lnTo>
                      <a:pt x="163" y="1824"/>
                    </a:lnTo>
                    <a:lnTo>
                      <a:pt x="141" y="1820"/>
                    </a:lnTo>
                    <a:close/>
                    <a:moveTo>
                      <a:pt x="1095" y="0"/>
                    </a:moveTo>
                    <a:lnTo>
                      <a:pt x="1118" y="0"/>
                    </a:lnTo>
                    <a:lnTo>
                      <a:pt x="1144" y="2"/>
                    </a:lnTo>
                    <a:lnTo>
                      <a:pt x="1173" y="7"/>
                    </a:lnTo>
                    <a:lnTo>
                      <a:pt x="1205" y="14"/>
                    </a:lnTo>
                    <a:lnTo>
                      <a:pt x="1240" y="25"/>
                    </a:lnTo>
                    <a:lnTo>
                      <a:pt x="1278" y="39"/>
                    </a:lnTo>
                    <a:lnTo>
                      <a:pt x="1319" y="57"/>
                    </a:lnTo>
                    <a:lnTo>
                      <a:pt x="1362" y="81"/>
                    </a:lnTo>
                    <a:lnTo>
                      <a:pt x="1407" y="108"/>
                    </a:lnTo>
                    <a:lnTo>
                      <a:pt x="1446" y="136"/>
                    </a:lnTo>
                    <a:lnTo>
                      <a:pt x="1478" y="163"/>
                    </a:lnTo>
                    <a:lnTo>
                      <a:pt x="1505" y="190"/>
                    </a:lnTo>
                    <a:lnTo>
                      <a:pt x="1528" y="215"/>
                    </a:lnTo>
                    <a:lnTo>
                      <a:pt x="1546" y="239"/>
                    </a:lnTo>
                    <a:lnTo>
                      <a:pt x="1561" y="261"/>
                    </a:lnTo>
                    <a:lnTo>
                      <a:pt x="1571" y="280"/>
                    </a:lnTo>
                    <a:lnTo>
                      <a:pt x="1580" y="297"/>
                    </a:lnTo>
                    <a:lnTo>
                      <a:pt x="1585" y="311"/>
                    </a:lnTo>
                    <a:lnTo>
                      <a:pt x="1588" y="320"/>
                    </a:lnTo>
                    <a:lnTo>
                      <a:pt x="1589" y="325"/>
                    </a:lnTo>
                    <a:lnTo>
                      <a:pt x="1591" y="344"/>
                    </a:lnTo>
                    <a:lnTo>
                      <a:pt x="1588" y="363"/>
                    </a:lnTo>
                    <a:lnTo>
                      <a:pt x="1581" y="379"/>
                    </a:lnTo>
                    <a:lnTo>
                      <a:pt x="634" y="2008"/>
                    </a:lnTo>
                    <a:lnTo>
                      <a:pt x="625" y="2021"/>
                    </a:lnTo>
                    <a:lnTo>
                      <a:pt x="611" y="2033"/>
                    </a:lnTo>
                    <a:lnTo>
                      <a:pt x="116" y="2357"/>
                    </a:lnTo>
                    <a:lnTo>
                      <a:pt x="97" y="2367"/>
                    </a:lnTo>
                    <a:lnTo>
                      <a:pt x="77" y="2370"/>
                    </a:lnTo>
                    <a:lnTo>
                      <a:pt x="56" y="2368"/>
                    </a:lnTo>
                    <a:lnTo>
                      <a:pt x="36" y="2359"/>
                    </a:lnTo>
                    <a:lnTo>
                      <a:pt x="23" y="2350"/>
                    </a:lnTo>
                    <a:lnTo>
                      <a:pt x="12" y="2338"/>
                    </a:lnTo>
                    <a:lnTo>
                      <a:pt x="5" y="2323"/>
                    </a:lnTo>
                    <a:lnTo>
                      <a:pt x="0" y="2306"/>
                    </a:lnTo>
                    <a:lnTo>
                      <a:pt x="0" y="2290"/>
                    </a:lnTo>
                    <a:lnTo>
                      <a:pt x="34" y="1702"/>
                    </a:lnTo>
                    <a:lnTo>
                      <a:pt x="38" y="1685"/>
                    </a:lnTo>
                    <a:lnTo>
                      <a:pt x="45" y="1670"/>
                    </a:lnTo>
                    <a:lnTo>
                      <a:pt x="991" y="41"/>
                    </a:lnTo>
                    <a:lnTo>
                      <a:pt x="1002" y="27"/>
                    </a:lnTo>
                    <a:lnTo>
                      <a:pt x="1016" y="15"/>
                    </a:lnTo>
                    <a:lnTo>
                      <a:pt x="1034" y="7"/>
                    </a:lnTo>
                    <a:lnTo>
                      <a:pt x="1038" y="6"/>
                    </a:lnTo>
                    <a:lnTo>
                      <a:pt x="1048" y="4"/>
                    </a:lnTo>
                    <a:lnTo>
                      <a:pt x="1060" y="2"/>
                    </a:lnTo>
                    <a:lnTo>
                      <a:pt x="1076" y="0"/>
                    </a:lnTo>
                    <a:lnTo>
                      <a:pt x="1095" y="0"/>
                    </a:lnTo>
                    <a:close/>
                  </a:path>
                </a:pathLst>
              </a:custGeom>
              <a:solidFill>
                <a:schemeClr val="accent4"/>
              </a:solidFill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17" name="Freeform 59"/>
              <p:cNvSpPr>
                <a:spLocks/>
              </p:cNvSpPr>
              <p:nvPr/>
            </p:nvSpPr>
            <p:spPr bwMode="auto">
              <a:xfrm>
                <a:off x="4645025" y="3849688"/>
                <a:ext cx="166688" cy="84138"/>
              </a:xfrm>
              <a:custGeom>
                <a:avLst/>
                <a:gdLst>
                  <a:gd name="T0" fmla="*/ 557 w 1155"/>
                  <a:gd name="T1" fmla="*/ 5 h 591"/>
                  <a:gd name="T2" fmla="*/ 583 w 1155"/>
                  <a:gd name="T3" fmla="*/ 28 h 591"/>
                  <a:gd name="T4" fmla="*/ 591 w 1155"/>
                  <a:gd name="T5" fmla="*/ 111 h 591"/>
                  <a:gd name="T6" fmla="*/ 560 w 1155"/>
                  <a:gd name="T7" fmla="*/ 199 h 591"/>
                  <a:gd name="T8" fmla="*/ 569 w 1155"/>
                  <a:gd name="T9" fmla="*/ 242 h 591"/>
                  <a:gd name="T10" fmla="*/ 587 w 1155"/>
                  <a:gd name="T11" fmla="*/ 270 h 591"/>
                  <a:gd name="T12" fmla="*/ 637 w 1155"/>
                  <a:gd name="T13" fmla="*/ 278 h 591"/>
                  <a:gd name="T14" fmla="*/ 681 w 1155"/>
                  <a:gd name="T15" fmla="*/ 323 h 591"/>
                  <a:gd name="T16" fmla="*/ 693 w 1155"/>
                  <a:gd name="T17" fmla="*/ 357 h 591"/>
                  <a:gd name="T18" fmla="*/ 847 w 1155"/>
                  <a:gd name="T19" fmla="*/ 351 h 591"/>
                  <a:gd name="T20" fmla="*/ 996 w 1155"/>
                  <a:gd name="T21" fmla="*/ 366 h 591"/>
                  <a:gd name="T22" fmla="*/ 1118 w 1155"/>
                  <a:gd name="T23" fmla="*/ 373 h 591"/>
                  <a:gd name="T24" fmla="*/ 1149 w 1155"/>
                  <a:gd name="T25" fmla="*/ 400 h 591"/>
                  <a:gd name="T26" fmla="*/ 1154 w 1155"/>
                  <a:gd name="T27" fmla="*/ 441 h 591"/>
                  <a:gd name="T28" fmla="*/ 1131 w 1155"/>
                  <a:gd name="T29" fmla="*/ 475 h 591"/>
                  <a:gd name="T30" fmla="*/ 1066 w 1155"/>
                  <a:gd name="T31" fmla="*/ 482 h 591"/>
                  <a:gd name="T32" fmla="*/ 957 w 1155"/>
                  <a:gd name="T33" fmla="*/ 467 h 591"/>
                  <a:gd name="T34" fmla="*/ 843 w 1155"/>
                  <a:gd name="T35" fmla="*/ 452 h 591"/>
                  <a:gd name="T36" fmla="*/ 738 w 1155"/>
                  <a:gd name="T37" fmla="*/ 461 h 591"/>
                  <a:gd name="T38" fmla="*/ 679 w 1155"/>
                  <a:gd name="T39" fmla="*/ 486 h 591"/>
                  <a:gd name="T40" fmla="*/ 636 w 1155"/>
                  <a:gd name="T41" fmla="*/ 492 h 591"/>
                  <a:gd name="T42" fmla="*/ 603 w 1155"/>
                  <a:gd name="T43" fmla="*/ 477 h 591"/>
                  <a:gd name="T44" fmla="*/ 576 w 1155"/>
                  <a:gd name="T45" fmla="*/ 454 h 591"/>
                  <a:gd name="T46" fmla="*/ 571 w 1155"/>
                  <a:gd name="T47" fmla="*/ 407 h 591"/>
                  <a:gd name="T48" fmla="*/ 537 w 1155"/>
                  <a:gd name="T49" fmla="*/ 457 h 591"/>
                  <a:gd name="T50" fmla="*/ 495 w 1155"/>
                  <a:gd name="T51" fmla="*/ 471 h 591"/>
                  <a:gd name="T52" fmla="*/ 455 w 1155"/>
                  <a:gd name="T53" fmla="*/ 456 h 591"/>
                  <a:gd name="T54" fmla="*/ 439 w 1155"/>
                  <a:gd name="T55" fmla="*/ 419 h 591"/>
                  <a:gd name="T56" fmla="*/ 450 w 1155"/>
                  <a:gd name="T57" fmla="*/ 390 h 591"/>
                  <a:gd name="T58" fmla="*/ 458 w 1155"/>
                  <a:gd name="T59" fmla="*/ 369 h 591"/>
                  <a:gd name="T60" fmla="*/ 422 w 1155"/>
                  <a:gd name="T61" fmla="*/ 404 h 591"/>
                  <a:gd name="T62" fmla="*/ 379 w 1155"/>
                  <a:gd name="T63" fmla="*/ 428 h 591"/>
                  <a:gd name="T64" fmla="*/ 335 w 1155"/>
                  <a:gd name="T65" fmla="*/ 417 h 591"/>
                  <a:gd name="T66" fmla="*/ 314 w 1155"/>
                  <a:gd name="T67" fmla="*/ 379 h 591"/>
                  <a:gd name="T68" fmla="*/ 364 w 1155"/>
                  <a:gd name="T69" fmla="*/ 288 h 591"/>
                  <a:gd name="T70" fmla="*/ 252 w 1155"/>
                  <a:gd name="T71" fmla="*/ 393 h 591"/>
                  <a:gd name="T72" fmla="*/ 96 w 1155"/>
                  <a:gd name="T73" fmla="*/ 581 h 591"/>
                  <a:gd name="T74" fmla="*/ 49 w 1155"/>
                  <a:gd name="T75" fmla="*/ 590 h 591"/>
                  <a:gd name="T76" fmla="*/ 9 w 1155"/>
                  <a:gd name="T77" fmla="*/ 569 h 591"/>
                  <a:gd name="T78" fmla="*/ 2 w 1155"/>
                  <a:gd name="T79" fmla="*/ 527 h 591"/>
                  <a:gd name="T80" fmla="*/ 138 w 1155"/>
                  <a:gd name="T81" fmla="*/ 351 h 591"/>
                  <a:gd name="T82" fmla="*/ 344 w 1155"/>
                  <a:gd name="T83" fmla="*/ 123 h 591"/>
                  <a:gd name="T84" fmla="*/ 398 w 1155"/>
                  <a:gd name="T85" fmla="*/ 70 h 591"/>
                  <a:gd name="T86" fmla="*/ 462 w 1155"/>
                  <a:gd name="T87" fmla="*/ 20 h 591"/>
                  <a:gd name="T88" fmla="*/ 534 w 1155"/>
                  <a:gd name="T89" fmla="*/ 0 h 59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</a:cxnLst>
                <a:rect l="0" t="0" r="r" b="b"/>
                <a:pathLst>
                  <a:path w="1155" h="591">
                    <a:moveTo>
                      <a:pt x="534" y="0"/>
                    </a:moveTo>
                    <a:lnTo>
                      <a:pt x="545" y="2"/>
                    </a:lnTo>
                    <a:lnTo>
                      <a:pt x="557" y="5"/>
                    </a:lnTo>
                    <a:lnTo>
                      <a:pt x="567" y="10"/>
                    </a:lnTo>
                    <a:lnTo>
                      <a:pt x="576" y="18"/>
                    </a:lnTo>
                    <a:lnTo>
                      <a:pt x="583" y="28"/>
                    </a:lnTo>
                    <a:lnTo>
                      <a:pt x="591" y="54"/>
                    </a:lnTo>
                    <a:lnTo>
                      <a:pt x="593" y="82"/>
                    </a:lnTo>
                    <a:lnTo>
                      <a:pt x="591" y="111"/>
                    </a:lnTo>
                    <a:lnTo>
                      <a:pt x="584" y="140"/>
                    </a:lnTo>
                    <a:lnTo>
                      <a:pt x="573" y="170"/>
                    </a:lnTo>
                    <a:lnTo>
                      <a:pt x="560" y="199"/>
                    </a:lnTo>
                    <a:lnTo>
                      <a:pt x="543" y="230"/>
                    </a:lnTo>
                    <a:lnTo>
                      <a:pt x="557" y="235"/>
                    </a:lnTo>
                    <a:lnTo>
                      <a:pt x="569" y="242"/>
                    </a:lnTo>
                    <a:lnTo>
                      <a:pt x="579" y="254"/>
                    </a:lnTo>
                    <a:lnTo>
                      <a:pt x="583" y="263"/>
                    </a:lnTo>
                    <a:lnTo>
                      <a:pt x="587" y="270"/>
                    </a:lnTo>
                    <a:lnTo>
                      <a:pt x="604" y="269"/>
                    </a:lnTo>
                    <a:lnTo>
                      <a:pt x="620" y="272"/>
                    </a:lnTo>
                    <a:lnTo>
                      <a:pt x="637" y="278"/>
                    </a:lnTo>
                    <a:lnTo>
                      <a:pt x="653" y="289"/>
                    </a:lnTo>
                    <a:lnTo>
                      <a:pt x="668" y="303"/>
                    </a:lnTo>
                    <a:lnTo>
                      <a:pt x="681" y="323"/>
                    </a:lnTo>
                    <a:lnTo>
                      <a:pt x="689" y="338"/>
                    </a:lnTo>
                    <a:lnTo>
                      <a:pt x="692" y="349"/>
                    </a:lnTo>
                    <a:lnTo>
                      <a:pt x="693" y="357"/>
                    </a:lnTo>
                    <a:lnTo>
                      <a:pt x="746" y="351"/>
                    </a:lnTo>
                    <a:lnTo>
                      <a:pt x="797" y="350"/>
                    </a:lnTo>
                    <a:lnTo>
                      <a:pt x="847" y="351"/>
                    </a:lnTo>
                    <a:lnTo>
                      <a:pt x="897" y="355"/>
                    </a:lnTo>
                    <a:lnTo>
                      <a:pt x="946" y="361"/>
                    </a:lnTo>
                    <a:lnTo>
                      <a:pt x="996" y="366"/>
                    </a:lnTo>
                    <a:lnTo>
                      <a:pt x="1048" y="369"/>
                    </a:lnTo>
                    <a:lnTo>
                      <a:pt x="1101" y="371"/>
                    </a:lnTo>
                    <a:lnTo>
                      <a:pt x="1118" y="373"/>
                    </a:lnTo>
                    <a:lnTo>
                      <a:pt x="1131" y="379"/>
                    </a:lnTo>
                    <a:lnTo>
                      <a:pt x="1142" y="389"/>
                    </a:lnTo>
                    <a:lnTo>
                      <a:pt x="1149" y="400"/>
                    </a:lnTo>
                    <a:lnTo>
                      <a:pt x="1154" y="413"/>
                    </a:lnTo>
                    <a:lnTo>
                      <a:pt x="1155" y="427"/>
                    </a:lnTo>
                    <a:lnTo>
                      <a:pt x="1154" y="441"/>
                    </a:lnTo>
                    <a:lnTo>
                      <a:pt x="1149" y="454"/>
                    </a:lnTo>
                    <a:lnTo>
                      <a:pt x="1142" y="466"/>
                    </a:lnTo>
                    <a:lnTo>
                      <a:pt x="1131" y="475"/>
                    </a:lnTo>
                    <a:lnTo>
                      <a:pt x="1118" y="481"/>
                    </a:lnTo>
                    <a:lnTo>
                      <a:pt x="1101" y="483"/>
                    </a:lnTo>
                    <a:lnTo>
                      <a:pt x="1066" y="482"/>
                    </a:lnTo>
                    <a:lnTo>
                      <a:pt x="1031" y="478"/>
                    </a:lnTo>
                    <a:lnTo>
                      <a:pt x="993" y="473"/>
                    </a:lnTo>
                    <a:lnTo>
                      <a:pt x="957" y="467"/>
                    </a:lnTo>
                    <a:lnTo>
                      <a:pt x="919" y="460"/>
                    </a:lnTo>
                    <a:lnTo>
                      <a:pt x="881" y="455"/>
                    </a:lnTo>
                    <a:lnTo>
                      <a:pt x="843" y="452"/>
                    </a:lnTo>
                    <a:lnTo>
                      <a:pt x="807" y="451"/>
                    </a:lnTo>
                    <a:lnTo>
                      <a:pt x="771" y="454"/>
                    </a:lnTo>
                    <a:lnTo>
                      <a:pt x="738" y="461"/>
                    </a:lnTo>
                    <a:lnTo>
                      <a:pt x="705" y="474"/>
                    </a:lnTo>
                    <a:lnTo>
                      <a:pt x="693" y="480"/>
                    </a:lnTo>
                    <a:lnTo>
                      <a:pt x="679" y="486"/>
                    </a:lnTo>
                    <a:lnTo>
                      <a:pt x="664" y="492"/>
                    </a:lnTo>
                    <a:lnTo>
                      <a:pt x="651" y="494"/>
                    </a:lnTo>
                    <a:lnTo>
                      <a:pt x="636" y="492"/>
                    </a:lnTo>
                    <a:lnTo>
                      <a:pt x="626" y="487"/>
                    </a:lnTo>
                    <a:lnTo>
                      <a:pt x="614" y="482"/>
                    </a:lnTo>
                    <a:lnTo>
                      <a:pt x="603" y="477"/>
                    </a:lnTo>
                    <a:lnTo>
                      <a:pt x="592" y="471"/>
                    </a:lnTo>
                    <a:lnTo>
                      <a:pt x="584" y="464"/>
                    </a:lnTo>
                    <a:lnTo>
                      <a:pt x="576" y="454"/>
                    </a:lnTo>
                    <a:lnTo>
                      <a:pt x="572" y="442"/>
                    </a:lnTo>
                    <a:lnTo>
                      <a:pt x="571" y="423"/>
                    </a:lnTo>
                    <a:lnTo>
                      <a:pt x="571" y="407"/>
                    </a:lnTo>
                    <a:lnTo>
                      <a:pt x="560" y="427"/>
                    </a:lnTo>
                    <a:lnTo>
                      <a:pt x="547" y="446"/>
                    </a:lnTo>
                    <a:lnTo>
                      <a:pt x="537" y="457"/>
                    </a:lnTo>
                    <a:lnTo>
                      <a:pt x="524" y="466"/>
                    </a:lnTo>
                    <a:lnTo>
                      <a:pt x="509" y="470"/>
                    </a:lnTo>
                    <a:lnTo>
                      <a:pt x="495" y="471"/>
                    </a:lnTo>
                    <a:lnTo>
                      <a:pt x="480" y="469"/>
                    </a:lnTo>
                    <a:lnTo>
                      <a:pt x="467" y="464"/>
                    </a:lnTo>
                    <a:lnTo>
                      <a:pt x="455" y="456"/>
                    </a:lnTo>
                    <a:lnTo>
                      <a:pt x="446" y="446"/>
                    </a:lnTo>
                    <a:lnTo>
                      <a:pt x="440" y="433"/>
                    </a:lnTo>
                    <a:lnTo>
                      <a:pt x="439" y="419"/>
                    </a:lnTo>
                    <a:lnTo>
                      <a:pt x="444" y="402"/>
                    </a:lnTo>
                    <a:lnTo>
                      <a:pt x="447" y="396"/>
                    </a:lnTo>
                    <a:lnTo>
                      <a:pt x="450" y="390"/>
                    </a:lnTo>
                    <a:lnTo>
                      <a:pt x="450" y="390"/>
                    </a:lnTo>
                    <a:lnTo>
                      <a:pt x="449" y="390"/>
                    </a:lnTo>
                    <a:lnTo>
                      <a:pt x="458" y="369"/>
                    </a:lnTo>
                    <a:lnTo>
                      <a:pt x="445" y="378"/>
                    </a:lnTo>
                    <a:lnTo>
                      <a:pt x="432" y="390"/>
                    </a:lnTo>
                    <a:lnTo>
                      <a:pt x="422" y="404"/>
                    </a:lnTo>
                    <a:lnTo>
                      <a:pt x="409" y="417"/>
                    </a:lnTo>
                    <a:lnTo>
                      <a:pt x="394" y="425"/>
                    </a:lnTo>
                    <a:lnTo>
                      <a:pt x="379" y="428"/>
                    </a:lnTo>
                    <a:lnTo>
                      <a:pt x="363" y="428"/>
                    </a:lnTo>
                    <a:lnTo>
                      <a:pt x="348" y="424"/>
                    </a:lnTo>
                    <a:lnTo>
                      <a:pt x="335" y="417"/>
                    </a:lnTo>
                    <a:lnTo>
                      <a:pt x="324" y="406"/>
                    </a:lnTo>
                    <a:lnTo>
                      <a:pt x="317" y="394"/>
                    </a:lnTo>
                    <a:lnTo>
                      <a:pt x="314" y="379"/>
                    </a:lnTo>
                    <a:lnTo>
                      <a:pt x="316" y="364"/>
                    </a:lnTo>
                    <a:lnTo>
                      <a:pt x="323" y="347"/>
                    </a:lnTo>
                    <a:lnTo>
                      <a:pt x="364" y="288"/>
                    </a:lnTo>
                    <a:lnTo>
                      <a:pt x="404" y="226"/>
                    </a:lnTo>
                    <a:lnTo>
                      <a:pt x="326" y="309"/>
                    </a:lnTo>
                    <a:lnTo>
                      <a:pt x="252" y="393"/>
                    </a:lnTo>
                    <a:lnTo>
                      <a:pt x="179" y="480"/>
                    </a:lnTo>
                    <a:lnTo>
                      <a:pt x="108" y="569"/>
                    </a:lnTo>
                    <a:lnTo>
                      <a:pt x="96" y="581"/>
                    </a:lnTo>
                    <a:lnTo>
                      <a:pt x="80" y="588"/>
                    </a:lnTo>
                    <a:lnTo>
                      <a:pt x="65" y="591"/>
                    </a:lnTo>
                    <a:lnTo>
                      <a:pt x="49" y="590"/>
                    </a:lnTo>
                    <a:lnTo>
                      <a:pt x="33" y="586"/>
                    </a:lnTo>
                    <a:lnTo>
                      <a:pt x="21" y="579"/>
                    </a:lnTo>
                    <a:lnTo>
                      <a:pt x="9" y="569"/>
                    </a:lnTo>
                    <a:lnTo>
                      <a:pt x="2" y="556"/>
                    </a:lnTo>
                    <a:lnTo>
                      <a:pt x="0" y="542"/>
                    </a:lnTo>
                    <a:lnTo>
                      <a:pt x="2" y="527"/>
                    </a:lnTo>
                    <a:lnTo>
                      <a:pt x="11" y="511"/>
                    </a:lnTo>
                    <a:lnTo>
                      <a:pt x="74" y="431"/>
                    </a:lnTo>
                    <a:lnTo>
                      <a:pt x="138" y="351"/>
                    </a:lnTo>
                    <a:lnTo>
                      <a:pt x="204" y="273"/>
                    </a:lnTo>
                    <a:lnTo>
                      <a:pt x="273" y="196"/>
                    </a:lnTo>
                    <a:lnTo>
                      <a:pt x="344" y="123"/>
                    </a:lnTo>
                    <a:lnTo>
                      <a:pt x="361" y="107"/>
                    </a:lnTo>
                    <a:lnTo>
                      <a:pt x="380" y="89"/>
                    </a:lnTo>
                    <a:lnTo>
                      <a:pt x="398" y="70"/>
                    </a:lnTo>
                    <a:lnTo>
                      <a:pt x="418" y="52"/>
                    </a:lnTo>
                    <a:lnTo>
                      <a:pt x="439" y="35"/>
                    </a:lnTo>
                    <a:lnTo>
                      <a:pt x="462" y="20"/>
                    </a:lnTo>
                    <a:lnTo>
                      <a:pt x="485" y="9"/>
                    </a:lnTo>
                    <a:lnTo>
                      <a:pt x="509" y="2"/>
                    </a:lnTo>
                    <a:lnTo>
                      <a:pt x="534" y="0"/>
                    </a:lnTo>
                    <a:close/>
                  </a:path>
                </a:pathLst>
              </a:custGeom>
              <a:solidFill>
                <a:schemeClr val="accent4"/>
              </a:solidFill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</p:grpSp>
      <p:grpSp>
        <p:nvGrpSpPr>
          <p:cNvPr id="8" name="그룹 54"/>
          <p:cNvGrpSpPr/>
          <p:nvPr/>
        </p:nvGrpSpPr>
        <p:grpSpPr>
          <a:xfrm>
            <a:off x="4547860" y="4270810"/>
            <a:ext cx="1499358" cy="1717182"/>
            <a:chOff x="4547860" y="4270810"/>
            <a:chExt cx="1499358" cy="1717182"/>
          </a:xfrm>
        </p:grpSpPr>
        <p:sp>
          <p:nvSpPr>
            <p:cNvPr id="119" name="Freeform 27"/>
            <p:cNvSpPr>
              <a:spLocks noEditPoints="1"/>
            </p:cNvSpPr>
            <p:nvPr/>
          </p:nvSpPr>
          <p:spPr bwMode="auto">
            <a:xfrm>
              <a:off x="4547860" y="4270810"/>
              <a:ext cx="1499358" cy="1717182"/>
            </a:xfrm>
            <a:custGeom>
              <a:avLst/>
              <a:gdLst>
                <a:gd name="T0" fmla="*/ 699 w 1653"/>
                <a:gd name="T1" fmla="*/ 403 h 1892"/>
                <a:gd name="T2" fmla="*/ 506 w 1653"/>
                <a:gd name="T3" fmla="*/ 462 h 1892"/>
                <a:gd name="T4" fmla="*/ 336 w 1653"/>
                <a:gd name="T5" fmla="*/ 577 h 1892"/>
                <a:gd name="T6" fmla="*/ 202 w 1653"/>
                <a:gd name="T7" fmla="*/ 741 h 1892"/>
                <a:gd name="T8" fmla="*/ 127 w 1653"/>
                <a:gd name="T9" fmla="*/ 934 h 1892"/>
                <a:gd name="T10" fmla="*/ 109 w 1653"/>
                <a:gd name="T11" fmla="*/ 1135 h 1892"/>
                <a:gd name="T12" fmla="*/ 151 w 1653"/>
                <a:gd name="T13" fmla="*/ 1332 h 1892"/>
                <a:gd name="T14" fmla="*/ 247 w 1653"/>
                <a:gd name="T15" fmla="*/ 1510 h 1892"/>
                <a:gd name="T16" fmla="*/ 397 w 1653"/>
                <a:gd name="T17" fmla="*/ 1659 h 1892"/>
                <a:gd name="T18" fmla="*/ 583 w 1653"/>
                <a:gd name="T19" fmla="*/ 1754 h 1892"/>
                <a:gd name="T20" fmla="*/ 783 w 1653"/>
                <a:gd name="T21" fmla="*/ 1791 h 1892"/>
                <a:gd name="T22" fmla="*/ 982 w 1653"/>
                <a:gd name="T23" fmla="*/ 1769 h 1892"/>
                <a:gd name="T24" fmla="*/ 1168 w 1653"/>
                <a:gd name="T25" fmla="*/ 1691 h 1892"/>
                <a:gd name="T26" fmla="*/ 1328 w 1653"/>
                <a:gd name="T27" fmla="*/ 1559 h 1892"/>
                <a:gd name="T28" fmla="*/ 1445 w 1653"/>
                <a:gd name="T29" fmla="*/ 1381 h 1892"/>
                <a:gd name="T30" fmla="*/ 1500 w 1653"/>
                <a:gd name="T31" fmla="*/ 1184 h 1892"/>
                <a:gd name="T32" fmla="*/ 1498 w 1653"/>
                <a:gd name="T33" fmla="*/ 983 h 1892"/>
                <a:gd name="T34" fmla="*/ 1438 w 1653"/>
                <a:gd name="T35" fmla="*/ 791 h 1892"/>
                <a:gd name="T36" fmla="*/ 1324 w 1653"/>
                <a:gd name="T37" fmla="*/ 621 h 1892"/>
                <a:gd name="T38" fmla="*/ 1159 w 1653"/>
                <a:gd name="T39" fmla="*/ 488 h 1892"/>
                <a:gd name="T40" fmla="*/ 966 w 1653"/>
                <a:gd name="T41" fmla="*/ 412 h 1892"/>
                <a:gd name="T42" fmla="*/ 1601 w 1653"/>
                <a:gd name="T43" fmla="*/ 0 h 1892"/>
                <a:gd name="T44" fmla="*/ 1607 w 1653"/>
                <a:gd name="T45" fmla="*/ 37 h 1892"/>
                <a:gd name="T46" fmla="*/ 1619 w 1653"/>
                <a:gd name="T47" fmla="*/ 143 h 1892"/>
                <a:gd name="T48" fmla="*/ 1634 w 1653"/>
                <a:gd name="T49" fmla="*/ 299 h 1892"/>
                <a:gd name="T50" fmla="*/ 1646 w 1653"/>
                <a:gd name="T51" fmla="*/ 493 h 1892"/>
                <a:gd name="T52" fmla="*/ 1653 w 1653"/>
                <a:gd name="T53" fmla="*/ 710 h 1892"/>
                <a:gd name="T54" fmla="*/ 1649 w 1653"/>
                <a:gd name="T55" fmla="*/ 934 h 1892"/>
                <a:gd name="T56" fmla="*/ 1630 w 1653"/>
                <a:gd name="T57" fmla="*/ 1151 h 1892"/>
                <a:gd name="T58" fmla="*/ 1591 w 1653"/>
                <a:gd name="T59" fmla="*/ 1348 h 1892"/>
                <a:gd name="T60" fmla="*/ 1527 w 1653"/>
                <a:gd name="T61" fmla="*/ 1507 h 1892"/>
                <a:gd name="T62" fmla="*/ 1402 w 1653"/>
                <a:gd name="T63" fmla="*/ 1663 h 1892"/>
                <a:gd name="T64" fmla="*/ 1226 w 1653"/>
                <a:gd name="T65" fmla="*/ 1791 h 1892"/>
                <a:gd name="T66" fmla="*/ 1028 w 1653"/>
                <a:gd name="T67" fmla="*/ 1868 h 1892"/>
                <a:gd name="T68" fmla="*/ 818 w 1653"/>
                <a:gd name="T69" fmla="*/ 1892 h 1892"/>
                <a:gd name="T70" fmla="*/ 606 w 1653"/>
                <a:gd name="T71" fmla="*/ 1861 h 1892"/>
                <a:gd name="T72" fmla="*/ 405 w 1653"/>
                <a:gd name="T73" fmla="*/ 1775 h 1892"/>
                <a:gd name="T74" fmla="*/ 229 w 1653"/>
                <a:gd name="T75" fmla="*/ 1636 h 1892"/>
                <a:gd name="T76" fmla="*/ 101 w 1653"/>
                <a:gd name="T77" fmla="*/ 1460 h 1892"/>
                <a:gd name="T78" fmla="*/ 24 w 1653"/>
                <a:gd name="T79" fmla="*/ 1262 h 1892"/>
                <a:gd name="T80" fmla="*/ 0 w 1653"/>
                <a:gd name="T81" fmla="*/ 1052 h 1892"/>
                <a:gd name="T82" fmla="*/ 31 w 1653"/>
                <a:gd name="T83" fmla="*/ 840 h 1892"/>
                <a:gd name="T84" fmla="*/ 117 w 1653"/>
                <a:gd name="T85" fmla="*/ 639 h 1892"/>
                <a:gd name="T86" fmla="*/ 229 w 1653"/>
                <a:gd name="T87" fmla="*/ 499 h 1892"/>
                <a:gd name="T88" fmla="*/ 378 w 1653"/>
                <a:gd name="T89" fmla="*/ 393 h 1892"/>
                <a:gd name="T90" fmla="*/ 563 w 1653"/>
                <a:gd name="T91" fmla="*/ 300 h 1892"/>
                <a:gd name="T92" fmla="*/ 769 w 1653"/>
                <a:gd name="T93" fmla="*/ 218 h 1892"/>
                <a:gd name="T94" fmla="*/ 981 w 1653"/>
                <a:gd name="T95" fmla="*/ 149 h 1892"/>
                <a:gd name="T96" fmla="*/ 1185 w 1653"/>
                <a:gd name="T97" fmla="*/ 93 h 1892"/>
                <a:gd name="T98" fmla="*/ 1363 w 1653"/>
                <a:gd name="T99" fmla="*/ 49 h 1892"/>
                <a:gd name="T100" fmla="*/ 1502 w 1653"/>
                <a:gd name="T101" fmla="*/ 18 h 1892"/>
                <a:gd name="T102" fmla="*/ 1585 w 1653"/>
                <a:gd name="T103" fmla="*/ 2 h 18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1653" h="1892">
                  <a:moveTo>
                    <a:pt x="832" y="395"/>
                  </a:moveTo>
                  <a:lnTo>
                    <a:pt x="765" y="395"/>
                  </a:lnTo>
                  <a:lnTo>
                    <a:pt x="699" y="403"/>
                  </a:lnTo>
                  <a:lnTo>
                    <a:pt x="633" y="416"/>
                  </a:lnTo>
                  <a:lnTo>
                    <a:pt x="568" y="437"/>
                  </a:lnTo>
                  <a:lnTo>
                    <a:pt x="506" y="462"/>
                  </a:lnTo>
                  <a:lnTo>
                    <a:pt x="447" y="495"/>
                  </a:lnTo>
                  <a:lnTo>
                    <a:pt x="390" y="532"/>
                  </a:lnTo>
                  <a:lnTo>
                    <a:pt x="336" y="577"/>
                  </a:lnTo>
                  <a:lnTo>
                    <a:pt x="287" y="627"/>
                  </a:lnTo>
                  <a:lnTo>
                    <a:pt x="242" y="682"/>
                  </a:lnTo>
                  <a:lnTo>
                    <a:pt x="202" y="741"/>
                  </a:lnTo>
                  <a:lnTo>
                    <a:pt x="171" y="805"/>
                  </a:lnTo>
                  <a:lnTo>
                    <a:pt x="146" y="868"/>
                  </a:lnTo>
                  <a:lnTo>
                    <a:pt x="127" y="934"/>
                  </a:lnTo>
                  <a:lnTo>
                    <a:pt x="115" y="1000"/>
                  </a:lnTo>
                  <a:lnTo>
                    <a:pt x="109" y="1068"/>
                  </a:lnTo>
                  <a:lnTo>
                    <a:pt x="109" y="1135"/>
                  </a:lnTo>
                  <a:lnTo>
                    <a:pt x="117" y="1201"/>
                  </a:lnTo>
                  <a:lnTo>
                    <a:pt x="131" y="1267"/>
                  </a:lnTo>
                  <a:lnTo>
                    <a:pt x="151" y="1332"/>
                  </a:lnTo>
                  <a:lnTo>
                    <a:pt x="177" y="1394"/>
                  </a:lnTo>
                  <a:lnTo>
                    <a:pt x="209" y="1454"/>
                  </a:lnTo>
                  <a:lnTo>
                    <a:pt x="247" y="1510"/>
                  </a:lnTo>
                  <a:lnTo>
                    <a:pt x="292" y="1564"/>
                  </a:lnTo>
                  <a:lnTo>
                    <a:pt x="341" y="1613"/>
                  </a:lnTo>
                  <a:lnTo>
                    <a:pt x="397" y="1659"/>
                  </a:lnTo>
                  <a:lnTo>
                    <a:pt x="456" y="1698"/>
                  </a:lnTo>
                  <a:lnTo>
                    <a:pt x="519" y="1729"/>
                  </a:lnTo>
                  <a:lnTo>
                    <a:pt x="583" y="1754"/>
                  </a:lnTo>
                  <a:lnTo>
                    <a:pt x="649" y="1773"/>
                  </a:lnTo>
                  <a:lnTo>
                    <a:pt x="716" y="1785"/>
                  </a:lnTo>
                  <a:lnTo>
                    <a:pt x="783" y="1791"/>
                  </a:lnTo>
                  <a:lnTo>
                    <a:pt x="850" y="1791"/>
                  </a:lnTo>
                  <a:lnTo>
                    <a:pt x="917" y="1783"/>
                  </a:lnTo>
                  <a:lnTo>
                    <a:pt x="982" y="1769"/>
                  </a:lnTo>
                  <a:lnTo>
                    <a:pt x="1047" y="1749"/>
                  </a:lnTo>
                  <a:lnTo>
                    <a:pt x="1109" y="1723"/>
                  </a:lnTo>
                  <a:lnTo>
                    <a:pt x="1168" y="1691"/>
                  </a:lnTo>
                  <a:lnTo>
                    <a:pt x="1225" y="1653"/>
                  </a:lnTo>
                  <a:lnTo>
                    <a:pt x="1279" y="1609"/>
                  </a:lnTo>
                  <a:lnTo>
                    <a:pt x="1328" y="1559"/>
                  </a:lnTo>
                  <a:lnTo>
                    <a:pt x="1373" y="1503"/>
                  </a:lnTo>
                  <a:lnTo>
                    <a:pt x="1413" y="1444"/>
                  </a:lnTo>
                  <a:lnTo>
                    <a:pt x="1445" y="1381"/>
                  </a:lnTo>
                  <a:lnTo>
                    <a:pt x="1469" y="1317"/>
                  </a:lnTo>
                  <a:lnTo>
                    <a:pt x="1488" y="1251"/>
                  </a:lnTo>
                  <a:lnTo>
                    <a:pt x="1500" y="1184"/>
                  </a:lnTo>
                  <a:lnTo>
                    <a:pt x="1506" y="1118"/>
                  </a:lnTo>
                  <a:lnTo>
                    <a:pt x="1506" y="1050"/>
                  </a:lnTo>
                  <a:lnTo>
                    <a:pt x="1498" y="983"/>
                  </a:lnTo>
                  <a:lnTo>
                    <a:pt x="1484" y="918"/>
                  </a:lnTo>
                  <a:lnTo>
                    <a:pt x="1464" y="853"/>
                  </a:lnTo>
                  <a:lnTo>
                    <a:pt x="1438" y="791"/>
                  </a:lnTo>
                  <a:lnTo>
                    <a:pt x="1406" y="732"/>
                  </a:lnTo>
                  <a:lnTo>
                    <a:pt x="1368" y="675"/>
                  </a:lnTo>
                  <a:lnTo>
                    <a:pt x="1324" y="621"/>
                  </a:lnTo>
                  <a:lnTo>
                    <a:pt x="1274" y="573"/>
                  </a:lnTo>
                  <a:lnTo>
                    <a:pt x="1218" y="527"/>
                  </a:lnTo>
                  <a:lnTo>
                    <a:pt x="1159" y="488"/>
                  </a:lnTo>
                  <a:lnTo>
                    <a:pt x="1096" y="455"/>
                  </a:lnTo>
                  <a:lnTo>
                    <a:pt x="1032" y="431"/>
                  </a:lnTo>
                  <a:lnTo>
                    <a:pt x="966" y="412"/>
                  </a:lnTo>
                  <a:lnTo>
                    <a:pt x="900" y="400"/>
                  </a:lnTo>
                  <a:lnTo>
                    <a:pt x="832" y="395"/>
                  </a:lnTo>
                  <a:close/>
                  <a:moveTo>
                    <a:pt x="1601" y="0"/>
                  </a:moveTo>
                  <a:lnTo>
                    <a:pt x="1603" y="4"/>
                  </a:lnTo>
                  <a:lnTo>
                    <a:pt x="1604" y="17"/>
                  </a:lnTo>
                  <a:lnTo>
                    <a:pt x="1607" y="37"/>
                  </a:lnTo>
                  <a:lnTo>
                    <a:pt x="1611" y="66"/>
                  </a:lnTo>
                  <a:lnTo>
                    <a:pt x="1615" y="101"/>
                  </a:lnTo>
                  <a:lnTo>
                    <a:pt x="1619" y="143"/>
                  </a:lnTo>
                  <a:lnTo>
                    <a:pt x="1624" y="190"/>
                  </a:lnTo>
                  <a:lnTo>
                    <a:pt x="1628" y="242"/>
                  </a:lnTo>
                  <a:lnTo>
                    <a:pt x="1634" y="299"/>
                  </a:lnTo>
                  <a:lnTo>
                    <a:pt x="1638" y="361"/>
                  </a:lnTo>
                  <a:lnTo>
                    <a:pt x="1643" y="426"/>
                  </a:lnTo>
                  <a:lnTo>
                    <a:pt x="1646" y="493"/>
                  </a:lnTo>
                  <a:lnTo>
                    <a:pt x="1650" y="563"/>
                  </a:lnTo>
                  <a:lnTo>
                    <a:pt x="1651" y="636"/>
                  </a:lnTo>
                  <a:lnTo>
                    <a:pt x="1653" y="710"/>
                  </a:lnTo>
                  <a:lnTo>
                    <a:pt x="1653" y="785"/>
                  </a:lnTo>
                  <a:lnTo>
                    <a:pt x="1651" y="859"/>
                  </a:lnTo>
                  <a:lnTo>
                    <a:pt x="1649" y="934"/>
                  </a:lnTo>
                  <a:lnTo>
                    <a:pt x="1645" y="1008"/>
                  </a:lnTo>
                  <a:lnTo>
                    <a:pt x="1638" y="1081"/>
                  </a:lnTo>
                  <a:lnTo>
                    <a:pt x="1630" y="1151"/>
                  </a:lnTo>
                  <a:lnTo>
                    <a:pt x="1619" y="1220"/>
                  </a:lnTo>
                  <a:lnTo>
                    <a:pt x="1606" y="1286"/>
                  </a:lnTo>
                  <a:lnTo>
                    <a:pt x="1591" y="1348"/>
                  </a:lnTo>
                  <a:lnTo>
                    <a:pt x="1572" y="1406"/>
                  </a:lnTo>
                  <a:lnTo>
                    <a:pt x="1552" y="1459"/>
                  </a:lnTo>
                  <a:lnTo>
                    <a:pt x="1527" y="1507"/>
                  </a:lnTo>
                  <a:lnTo>
                    <a:pt x="1500" y="1551"/>
                  </a:lnTo>
                  <a:lnTo>
                    <a:pt x="1453" y="1609"/>
                  </a:lnTo>
                  <a:lnTo>
                    <a:pt x="1402" y="1663"/>
                  </a:lnTo>
                  <a:lnTo>
                    <a:pt x="1346" y="1711"/>
                  </a:lnTo>
                  <a:lnTo>
                    <a:pt x="1287" y="1753"/>
                  </a:lnTo>
                  <a:lnTo>
                    <a:pt x="1226" y="1791"/>
                  </a:lnTo>
                  <a:lnTo>
                    <a:pt x="1162" y="1822"/>
                  </a:lnTo>
                  <a:lnTo>
                    <a:pt x="1096" y="1847"/>
                  </a:lnTo>
                  <a:lnTo>
                    <a:pt x="1028" y="1868"/>
                  </a:lnTo>
                  <a:lnTo>
                    <a:pt x="959" y="1881"/>
                  </a:lnTo>
                  <a:lnTo>
                    <a:pt x="889" y="1889"/>
                  </a:lnTo>
                  <a:lnTo>
                    <a:pt x="818" y="1892"/>
                  </a:lnTo>
                  <a:lnTo>
                    <a:pt x="747" y="1888"/>
                  </a:lnTo>
                  <a:lnTo>
                    <a:pt x="676" y="1877"/>
                  </a:lnTo>
                  <a:lnTo>
                    <a:pt x="606" y="1861"/>
                  </a:lnTo>
                  <a:lnTo>
                    <a:pt x="537" y="1839"/>
                  </a:lnTo>
                  <a:lnTo>
                    <a:pt x="471" y="1810"/>
                  </a:lnTo>
                  <a:lnTo>
                    <a:pt x="405" y="1775"/>
                  </a:lnTo>
                  <a:lnTo>
                    <a:pt x="341" y="1734"/>
                  </a:lnTo>
                  <a:lnTo>
                    <a:pt x="283" y="1687"/>
                  </a:lnTo>
                  <a:lnTo>
                    <a:pt x="229" y="1636"/>
                  </a:lnTo>
                  <a:lnTo>
                    <a:pt x="181" y="1580"/>
                  </a:lnTo>
                  <a:lnTo>
                    <a:pt x="139" y="1521"/>
                  </a:lnTo>
                  <a:lnTo>
                    <a:pt x="101" y="1460"/>
                  </a:lnTo>
                  <a:lnTo>
                    <a:pt x="70" y="1396"/>
                  </a:lnTo>
                  <a:lnTo>
                    <a:pt x="45" y="1329"/>
                  </a:lnTo>
                  <a:lnTo>
                    <a:pt x="24" y="1262"/>
                  </a:lnTo>
                  <a:lnTo>
                    <a:pt x="11" y="1193"/>
                  </a:lnTo>
                  <a:lnTo>
                    <a:pt x="3" y="1123"/>
                  </a:lnTo>
                  <a:lnTo>
                    <a:pt x="0" y="1052"/>
                  </a:lnTo>
                  <a:lnTo>
                    <a:pt x="4" y="981"/>
                  </a:lnTo>
                  <a:lnTo>
                    <a:pt x="15" y="910"/>
                  </a:lnTo>
                  <a:lnTo>
                    <a:pt x="31" y="840"/>
                  </a:lnTo>
                  <a:lnTo>
                    <a:pt x="53" y="771"/>
                  </a:lnTo>
                  <a:lnTo>
                    <a:pt x="82" y="705"/>
                  </a:lnTo>
                  <a:lnTo>
                    <a:pt x="117" y="639"/>
                  </a:lnTo>
                  <a:lnTo>
                    <a:pt x="159" y="575"/>
                  </a:lnTo>
                  <a:lnTo>
                    <a:pt x="190" y="536"/>
                  </a:lnTo>
                  <a:lnTo>
                    <a:pt x="229" y="499"/>
                  </a:lnTo>
                  <a:lnTo>
                    <a:pt x="274" y="462"/>
                  </a:lnTo>
                  <a:lnTo>
                    <a:pt x="324" y="427"/>
                  </a:lnTo>
                  <a:lnTo>
                    <a:pt x="378" y="393"/>
                  </a:lnTo>
                  <a:lnTo>
                    <a:pt x="436" y="361"/>
                  </a:lnTo>
                  <a:lnTo>
                    <a:pt x="498" y="330"/>
                  </a:lnTo>
                  <a:lnTo>
                    <a:pt x="563" y="300"/>
                  </a:lnTo>
                  <a:lnTo>
                    <a:pt x="630" y="271"/>
                  </a:lnTo>
                  <a:lnTo>
                    <a:pt x="699" y="244"/>
                  </a:lnTo>
                  <a:lnTo>
                    <a:pt x="769" y="218"/>
                  </a:lnTo>
                  <a:lnTo>
                    <a:pt x="839" y="194"/>
                  </a:lnTo>
                  <a:lnTo>
                    <a:pt x="911" y="171"/>
                  </a:lnTo>
                  <a:lnTo>
                    <a:pt x="981" y="149"/>
                  </a:lnTo>
                  <a:lnTo>
                    <a:pt x="1051" y="129"/>
                  </a:lnTo>
                  <a:lnTo>
                    <a:pt x="1118" y="110"/>
                  </a:lnTo>
                  <a:lnTo>
                    <a:pt x="1185" y="93"/>
                  </a:lnTo>
                  <a:lnTo>
                    <a:pt x="1248" y="76"/>
                  </a:lnTo>
                  <a:lnTo>
                    <a:pt x="1307" y="62"/>
                  </a:lnTo>
                  <a:lnTo>
                    <a:pt x="1363" y="49"/>
                  </a:lnTo>
                  <a:lnTo>
                    <a:pt x="1414" y="37"/>
                  </a:lnTo>
                  <a:lnTo>
                    <a:pt x="1461" y="28"/>
                  </a:lnTo>
                  <a:lnTo>
                    <a:pt x="1502" y="18"/>
                  </a:lnTo>
                  <a:lnTo>
                    <a:pt x="1537" y="12"/>
                  </a:lnTo>
                  <a:lnTo>
                    <a:pt x="1564" y="6"/>
                  </a:lnTo>
                  <a:lnTo>
                    <a:pt x="1585" y="2"/>
                  </a:lnTo>
                  <a:lnTo>
                    <a:pt x="1597" y="1"/>
                  </a:lnTo>
                  <a:lnTo>
                    <a:pt x="1601" y="0"/>
                  </a:lnTo>
                  <a:close/>
                </a:path>
              </a:pathLst>
            </a:custGeom>
            <a:solidFill>
              <a:schemeClr val="accent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grpSp>
          <p:nvGrpSpPr>
            <p:cNvPr id="9" name="Group 103"/>
            <p:cNvGrpSpPr/>
            <p:nvPr/>
          </p:nvGrpSpPr>
          <p:grpSpPr>
            <a:xfrm>
              <a:off x="4967287" y="4952984"/>
              <a:ext cx="650639" cy="625474"/>
              <a:chOff x="4967288" y="5026025"/>
              <a:chExt cx="574676" cy="552451"/>
            </a:xfrm>
          </p:grpSpPr>
          <p:sp>
            <p:nvSpPr>
              <p:cNvPr id="121" name="Freeform 64"/>
              <p:cNvSpPr>
                <a:spLocks/>
              </p:cNvSpPr>
              <p:nvPr/>
            </p:nvSpPr>
            <p:spPr bwMode="auto">
              <a:xfrm>
                <a:off x="5049838" y="5100638"/>
                <a:ext cx="131763" cy="128588"/>
              </a:xfrm>
              <a:custGeom>
                <a:avLst/>
                <a:gdLst>
                  <a:gd name="T0" fmla="*/ 327 w 833"/>
                  <a:gd name="T1" fmla="*/ 0 h 811"/>
                  <a:gd name="T2" fmla="*/ 372 w 833"/>
                  <a:gd name="T3" fmla="*/ 3 h 811"/>
                  <a:gd name="T4" fmla="*/ 414 w 833"/>
                  <a:gd name="T5" fmla="*/ 12 h 811"/>
                  <a:gd name="T6" fmla="*/ 454 w 833"/>
                  <a:gd name="T7" fmla="*/ 25 h 811"/>
                  <a:gd name="T8" fmla="*/ 492 w 833"/>
                  <a:gd name="T9" fmla="*/ 44 h 811"/>
                  <a:gd name="T10" fmla="*/ 527 w 833"/>
                  <a:gd name="T11" fmla="*/ 68 h 811"/>
                  <a:gd name="T12" fmla="*/ 558 w 833"/>
                  <a:gd name="T13" fmla="*/ 95 h 811"/>
                  <a:gd name="T14" fmla="*/ 586 w 833"/>
                  <a:gd name="T15" fmla="*/ 127 h 811"/>
                  <a:gd name="T16" fmla="*/ 609 w 833"/>
                  <a:gd name="T17" fmla="*/ 162 h 811"/>
                  <a:gd name="T18" fmla="*/ 628 w 833"/>
                  <a:gd name="T19" fmla="*/ 200 h 811"/>
                  <a:gd name="T20" fmla="*/ 642 w 833"/>
                  <a:gd name="T21" fmla="*/ 239 h 811"/>
                  <a:gd name="T22" fmla="*/ 651 w 833"/>
                  <a:gd name="T23" fmla="*/ 283 h 811"/>
                  <a:gd name="T24" fmla="*/ 654 w 833"/>
                  <a:gd name="T25" fmla="*/ 327 h 811"/>
                  <a:gd name="T26" fmla="*/ 651 w 833"/>
                  <a:gd name="T27" fmla="*/ 369 h 811"/>
                  <a:gd name="T28" fmla="*/ 642 w 833"/>
                  <a:gd name="T29" fmla="*/ 409 h 811"/>
                  <a:gd name="T30" fmla="*/ 629 w 833"/>
                  <a:gd name="T31" fmla="*/ 447 h 811"/>
                  <a:gd name="T32" fmla="*/ 612 w 833"/>
                  <a:gd name="T33" fmla="*/ 483 h 811"/>
                  <a:gd name="T34" fmla="*/ 833 w 833"/>
                  <a:gd name="T35" fmla="*/ 692 h 811"/>
                  <a:gd name="T36" fmla="*/ 792 w 833"/>
                  <a:gd name="T37" fmla="*/ 729 h 811"/>
                  <a:gd name="T38" fmla="*/ 754 w 833"/>
                  <a:gd name="T39" fmla="*/ 768 h 811"/>
                  <a:gd name="T40" fmla="*/ 720 w 833"/>
                  <a:gd name="T41" fmla="*/ 811 h 811"/>
                  <a:gd name="T42" fmla="*/ 499 w 833"/>
                  <a:gd name="T43" fmla="*/ 603 h 811"/>
                  <a:gd name="T44" fmla="*/ 461 w 833"/>
                  <a:gd name="T45" fmla="*/ 624 h 811"/>
                  <a:gd name="T46" fmla="*/ 418 w 833"/>
                  <a:gd name="T47" fmla="*/ 640 h 811"/>
                  <a:gd name="T48" fmla="*/ 374 w 833"/>
                  <a:gd name="T49" fmla="*/ 650 h 811"/>
                  <a:gd name="T50" fmla="*/ 327 w 833"/>
                  <a:gd name="T51" fmla="*/ 653 h 811"/>
                  <a:gd name="T52" fmla="*/ 283 w 833"/>
                  <a:gd name="T53" fmla="*/ 651 h 811"/>
                  <a:gd name="T54" fmla="*/ 240 w 833"/>
                  <a:gd name="T55" fmla="*/ 642 h 811"/>
                  <a:gd name="T56" fmla="*/ 200 w 833"/>
                  <a:gd name="T57" fmla="*/ 628 h 811"/>
                  <a:gd name="T58" fmla="*/ 162 w 833"/>
                  <a:gd name="T59" fmla="*/ 609 h 811"/>
                  <a:gd name="T60" fmla="*/ 127 w 833"/>
                  <a:gd name="T61" fmla="*/ 585 h 811"/>
                  <a:gd name="T62" fmla="*/ 96 w 833"/>
                  <a:gd name="T63" fmla="*/ 558 h 811"/>
                  <a:gd name="T64" fmla="*/ 68 w 833"/>
                  <a:gd name="T65" fmla="*/ 527 h 811"/>
                  <a:gd name="T66" fmla="*/ 45 w 833"/>
                  <a:gd name="T67" fmla="*/ 491 h 811"/>
                  <a:gd name="T68" fmla="*/ 26 w 833"/>
                  <a:gd name="T69" fmla="*/ 454 h 811"/>
                  <a:gd name="T70" fmla="*/ 11 w 833"/>
                  <a:gd name="T71" fmla="*/ 414 h 811"/>
                  <a:gd name="T72" fmla="*/ 4 w 833"/>
                  <a:gd name="T73" fmla="*/ 371 h 811"/>
                  <a:gd name="T74" fmla="*/ 0 w 833"/>
                  <a:gd name="T75" fmla="*/ 327 h 811"/>
                  <a:gd name="T76" fmla="*/ 4 w 833"/>
                  <a:gd name="T77" fmla="*/ 283 h 811"/>
                  <a:gd name="T78" fmla="*/ 11 w 833"/>
                  <a:gd name="T79" fmla="*/ 239 h 811"/>
                  <a:gd name="T80" fmla="*/ 26 w 833"/>
                  <a:gd name="T81" fmla="*/ 200 h 811"/>
                  <a:gd name="T82" fmla="*/ 45 w 833"/>
                  <a:gd name="T83" fmla="*/ 162 h 811"/>
                  <a:gd name="T84" fmla="*/ 68 w 833"/>
                  <a:gd name="T85" fmla="*/ 127 h 811"/>
                  <a:gd name="T86" fmla="*/ 96 w 833"/>
                  <a:gd name="T87" fmla="*/ 95 h 811"/>
                  <a:gd name="T88" fmla="*/ 127 w 833"/>
                  <a:gd name="T89" fmla="*/ 68 h 811"/>
                  <a:gd name="T90" fmla="*/ 162 w 833"/>
                  <a:gd name="T91" fmla="*/ 44 h 811"/>
                  <a:gd name="T92" fmla="*/ 200 w 833"/>
                  <a:gd name="T93" fmla="*/ 25 h 811"/>
                  <a:gd name="T94" fmla="*/ 240 w 833"/>
                  <a:gd name="T95" fmla="*/ 12 h 811"/>
                  <a:gd name="T96" fmla="*/ 283 w 833"/>
                  <a:gd name="T97" fmla="*/ 3 h 811"/>
                  <a:gd name="T98" fmla="*/ 327 w 833"/>
                  <a:gd name="T99" fmla="*/ 0 h 81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</a:cxnLst>
                <a:rect l="0" t="0" r="r" b="b"/>
                <a:pathLst>
                  <a:path w="833" h="811">
                    <a:moveTo>
                      <a:pt x="327" y="0"/>
                    </a:moveTo>
                    <a:lnTo>
                      <a:pt x="372" y="3"/>
                    </a:lnTo>
                    <a:lnTo>
                      <a:pt x="414" y="12"/>
                    </a:lnTo>
                    <a:lnTo>
                      <a:pt x="454" y="25"/>
                    </a:lnTo>
                    <a:lnTo>
                      <a:pt x="492" y="44"/>
                    </a:lnTo>
                    <a:lnTo>
                      <a:pt x="527" y="68"/>
                    </a:lnTo>
                    <a:lnTo>
                      <a:pt x="558" y="95"/>
                    </a:lnTo>
                    <a:lnTo>
                      <a:pt x="586" y="127"/>
                    </a:lnTo>
                    <a:lnTo>
                      <a:pt x="609" y="162"/>
                    </a:lnTo>
                    <a:lnTo>
                      <a:pt x="628" y="200"/>
                    </a:lnTo>
                    <a:lnTo>
                      <a:pt x="642" y="239"/>
                    </a:lnTo>
                    <a:lnTo>
                      <a:pt x="651" y="283"/>
                    </a:lnTo>
                    <a:lnTo>
                      <a:pt x="654" y="327"/>
                    </a:lnTo>
                    <a:lnTo>
                      <a:pt x="651" y="369"/>
                    </a:lnTo>
                    <a:lnTo>
                      <a:pt x="642" y="409"/>
                    </a:lnTo>
                    <a:lnTo>
                      <a:pt x="629" y="447"/>
                    </a:lnTo>
                    <a:lnTo>
                      <a:pt x="612" y="483"/>
                    </a:lnTo>
                    <a:lnTo>
                      <a:pt x="833" y="692"/>
                    </a:lnTo>
                    <a:lnTo>
                      <a:pt x="792" y="729"/>
                    </a:lnTo>
                    <a:lnTo>
                      <a:pt x="754" y="768"/>
                    </a:lnTo>
                    <a:lnTo>
                      <a:pt x="720" y="811"/>
                    </a:lnTo>
                    <a:lnTo>
                      <a:pt x="499" y="603"/>
                    </a:lnTo>
                    <a:lnTo>
                      <a:pt x="461" y="624"/>
                    </a:lnTo>
                    <a:lnTo>
                      <a:pt x="418" y="640"/>
                    </a:lnTo>
                    <a:lnTo>
                      <a:pt x="374" y="650"/>
                    </a:lnTo>
                    <a:lnTo>
                      <a:pt x="327" y="653"/>
                    </a:lnTo>
                    <a:lnTo>
                      <a:pt x="283" y="651"/>
                    </a:lnTo>
                    <a:lnTo>
                      <a:pt x="240" y="642"/>
                    </a:lnTo>
                    <a:lnTo>
                      <a:pt x="200" y="628"/>
                    </a:lnTo>
                    <a:lnTo>
                      <a:pt x="162" y="609"/>
                    </a:lnTo>
                    <a:lnTo>
                      <a:pt x="127" y="585"/>
                    </a:lnTo>
                    <a:lnTo>
                      <a:pt x="96" y="558"/>
                    </a:lnTo>
                    <a:lnTo>
                      <a:pt x="68" y="527"/>
                    </a:lnTo>
                    <a:lnTo>
                      <a:pt x="45" y="491"/>
                    </a:lnTo>
                    <a:lnTo>
                      <a:pt x="26" y="454"/>
                    </a:lnTo>
                    <a:lnTo>
                      <a:pt x="11" y="414"/>
                    </a:lnTo>
                    <a:lnTo>
                      <a:pt x="4" y="371"/>
                    </a:lnTo>
                    <a:lnTo>
                      <a:pt x="0" y="327"/>
                    </a:lnTo>
                    <a:lnTo>
                      <a:pt x="4" y="283"/>
                    </a:lnTo>
                    <a:lnTo>
                      <a:pt x="11" y="239"/>
                    </a:lnTo>
                    <a:lnTo>
                      <a:pt x="26" y="200"/>
                    </a:lnTo>
                    <a:lnTo>
                      <a:pt x="45" y="162"/>
                    </a:lnTo>
                    <a:lnTo>
                      <a:pt x="68" y="127"/>
                    </a:lnTo>
                    <a:lnTo>
                      <a:pt x="96" y="95"/>
                    </a:lnTo>
                    <a:lnTo>
                      <a:pt x="127" y="68"/>
                    </a:lnTo>
                    <a:lnTo>
                      <a:pt x="162" y="44"/>
                    </a:lnTo>
                    <a:lnTo>
                      <a:pt x="200" y="25"/>
                    </a:lnTo>
                    <a:lnTo>
                      <a:pt x="240" y="12"/>
                    </a:lnTo>
                    <a:lnTo>
                      <a:pt x="283" y="3"/>
                    </a:lnTo>
                    <a:lnTo>
                      <a:pt x="327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22" name="Freeform 65"/>
              <p:cNvSpPr>
                <a:spLocks/>
              </p:cNvSpPr>
              <p:nvPr/>
            </p:nvSpPr>
            <p:spPr bwMode="auto">
              <a:xfrm>
                <a:off x="5307013" y="5026025"/>
                <a:ext cx="136525" cy="179388"/>
              </a:xfrm>
              <a:custGeom>
                <a:avLst/>
                <a:gdLst>
                  <a:gd name="T0" fmla="*/ 524 w 852"/>
                  <a:gd name="T1" fmla="*/ 0 h 1132"/>
                  <a:gd name="T2" fmla="*/ 524 w 852"/>
                  <a:gd name="T3" fmla="*/ 0 h 1132"/>
                  <a:gd name="T4" fmla="*/ 569 w 852"/>
                  <a:gd name="T5" fmla="*/ 3 h 1132"/>
                  <a:gd name="T6" fmla="*/ 611 w 852"/>
                  <a:gd name="T7" fmla="*/ 12 h 1132"/>
                  <a:gd name="T8" fmla="*/ 652 w 852"/>
                  <a:gd name="T9" fmla="*/ 27 h 1132"/>
                  <a:gd name="T10" fmla="*/ 690 w 852"/>
                  <a:gd name="T11" fmla="*/ 45 h 1132"/>
                  <a:gd name="T12" fmla="*/ 724 w 852"/>
                  <a:gd name="T13" fmla="*/ 69 h 1132"/>
                  <a:gd name="T14" fmla="*/ 755 w 852"/>
                  <a:gd name="T15" fmla="*/ 96 h 1132"/>
                  <a:gd name="T16" fmla="*/ 783 w 852"/>
                  <a:gd name="T17" fmla="*/ 128 h 1132"/>
                  <a:gd name="T18" fmla="*/ 806 w 852"/>
                  <a:gd name="T19" fmla="*/ 162 h 1132"/>
                  <a:gd name="T20" fmla="*/ 825 w 852"/>
                  <a:gd name="T21" fmla="*/ 200 h 1132"/>
                  <a:gd name="T22" fmla="*/ 839 w 852"/>
                  <a:gd name="T23" fmla="*/ 241 h 1132"/>
                  <a:gd name="T24" fmla="*/ 848 w 852"/>
                  <a:gd name="T25" fmla="*/ 283 h 1132"/>
                  <a:gd name="T26" fmla="*/ 852 w 852"/>
                  <a:gd name="T27" fmla="*/ 327 h 1132"/>
                  <a:gd name="T28" fmla="*/ 848 w 852"/>
                  <a:gd name="T29" fmla="*/ 372 h 1132"/>
                  <a:gd name="T30" fmla="*/ 839 w 852"/>
                  <a:gd name="T31" fmla="*/ 414 h 1132"/>
                  <a:gd name="T32" fmla="*/ 825 w 852"/>
                  <a:gd name="T33" fmla="*/ 455 h 1132"/>
                  <a:gd name="T34" fmla="*/ 806 w 852"/>
                  <a:gd name="T35" fmla="*/ 492 h 1132"/>
                  <a:gd name="T36" fmla="*/ 783 w 852"/>
                  <a:gd name="T37" fmla="*/ 527 h 1132"/>
                  <a:gd name="T38" fmla="*/ 755 w 852"/>
                  <a:gd name="T39" fmla="*/ 558 h 1132"/>
                  <a:gd name="T40" fmla="*/ 724 w 852"/>
                  <a:gd name="T41" fmla="*/ 586 h 1132"/>
                  <a:gd name="T42" fmla="*/ 690 w 852"/>
                  <a:gd name="T43" fmla="*/ 609 h 1132"/>
                  <a:gd name="T44" fmla="*/ 652 w 852"/>
                  <a:gd name="T45" fmla="*/ 628 h 1132"/>
                  <a:gd name="T46" fmla="*/ 611 w 852"/>
                  <a:gd name="T47" fmla="*/ 642 h 1132"/>
                  <a:gd name="T48" fmla="*/ 569 w 852"/>
                  <a:gd name="T49" fmla="*/ 651 h 1132"/>
                  <a:gd name="T50" fmla="*/ 524 w 852"/>
                  <a:gd name="T51" fmla="*/ 654 h 1132"/>
                  <a:gd name="T52" fmla="*/ 493 w 852"/>
                  <a:gd name="T53" fmla="*/ 652 h 1132"/>
                  <a:gd name="T54" fmla="*/ 463 w 852"/>
                  <a:gd name="T55" fmla="*/ 647 h 1132"/>
                  <a:gd name="T56" fmla="*/ 434 w 852"/>
                  <a:gd name="T57" fmla="*/ 640 h 1132"/>
                  <a:gd name="T58" fmla="*/ 142 w 852"/>
                  <a:gd name="T59" fmla="*/ 1132 h 1132"/>
                  <a:gd name="T60" fmla="*/ 96 w 852"/>
                  <a:gd name="T61" fmla="*/ 1100 h 1132"/>
                  <a:gd name="T62" fmla="*/ 50 w 852"/>
                  <a:gd name="T63" fmla="*/ 1072 h 1132"/>
                  <a:gd name="T64" fmla="*/ 0 w 852"/>
                  <a:gd name="T65" fmla="*/ 1048 h 1132"/>
                  <a:gd name="T66" fmla="*/ 292 w 852"/>
                  <a:gd name="T67" fmla="*/ 557 h 1132"/>
                  <a:gd name="T68" fmla="*/ 265 w 852"/>
                  <a:gd name="T69" fmla="*/ 526 h 1132"/>
                  <a:gd name="T70" fmla="*/ 242 w 852"/>
                  <a:gd name="T71" fmla="*/ 491 h 1132"/>
                  <a:gd name="T72" fmla="*/ 223 w 852"/>
                  <a:gd name="T73" fmla="*/ 454 h 1132"/>
                  <a:gd name="T74" fmla="*/ 209 w 852"/>
                  <a:gd name="T75" fmla="*/ 414 h 1132"/>
                  <a:gd name="T76" fmla="*/ 201 w 852"/>
                  <a:gd name="T77" fmla="*/ 372 h 1132"/>
                  <a:gd name="T78" fmla="*/ 197 w 852"/>
                  <a:gd name="T79" fmla="*/ 327 h 1132"/>
                  <a:gd name="T80" fmla="*/ 201 w 852"/>
                  <a:gd name="T81" fmla="*/ 283 h 1132"/>
                  <a:gd name="T82" fmla="*/ 209 w 852"/>
                  <a:gd name="T83" fmla="*/ 240 h 1132"/>
                  <a:gd name="T84" fmla="*/ 223 w 852"/>
                  <a:gd name="T85" fmla="*/ 200 h 1132"/>
                  <a:gd name="T86" fmla="*/ 242 w 852"/>
                  <a:gd name="T87" fmla="*/ 162 h 1132"/>
                  <a:gd name="T88" fmla="*/ 266 w 852"/>
                  <a:gd name="T89" fmla="*/ 128 h 1132"/>
                  <a:gd name="T90" fmla="*/ 293 w 852"/>
                  <a:gd name="T91" fmla="*/ 96 h 1132"/>
                  <a:gd name="T92" fmla="*/ 325 w 852"/>
                  <a:gd name="T93" fmla="*/ 69 h 1132"/>
                  <a:gd name="T94" fmla="*/ 359 w 852"/>
                  <a:gd name="T95" fmla="*/ 45 h 1132"/>
                  <a:gd name="T96" fmla="*/ 397 w 852"/>
                  <a:gd name="T97" fmla="*/ 27 h 1132"/>
                  <a:gd name="T98" fmla="*/ 437 w 852"/>
                  <a:gd name="T99" fmla="*/ 12 h 1132"/>
                  <a:gd name="T100" fmla="*/ 480 w 852"/>
                  <a:gd name="T101" fmla="*/ 3 h 1132"/>
                  <a:gd name="T102" fmla="*/ 524 w 852"/>
                  <a:gd name="T103" fmla="*/ 0 h 11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</a:cxnLst>
                <a:rect l="0" t="0" r="r" b="b"/>
                <a:pathLst>
                  <a:path w="852" h="1132">
                    <a:moveTo>
                      <a:pt x="524" y="0"/>
                    </a:moveTo>
                    <a:lnTo>
                      <a:pt x="524" y="0"/>
                    </a:lnTo>
                    <a:lnTo>
                      <a:pt x="569" y="3"/>
                    </a:lnTo>
                    <a:lnTo>
                      <a:pt x="611" y="12"/>
                    </a:lnTo>
                    <a:lnTo>
                      <a:pt x="652" y="27"/>
                    </a:lnTo>
                    <a:lnTo>
                      <a:pt x="690" y="45"/>
                    </a:lnTo>
                    <a:lnTo>
                      <a:pt x="724" y="69"/>
                    </a:lnTo>
                    <a:lnTo>
                      <a:pt x="755" y="96"/>
                    </a:lnTo>
                    <a:lnTo>
                      <a:pt x="783" y="128"/>
                    </a:lnTo>
                    <a:lnTo>
                      <a:pt x="806" y="162"/>
                    </a:lnTo>
                    <a:lnTo>
                      <a:pt x="825" y="200"/>
                    </a:lnTo>
                    <a:lnTo>
                      <a:pt x="839" y="241"/>
                    </a:lnTo>
                    <a:lnTo>
                      <a:pt x="848" y="283"/>
                    </a:lnTo>
                    <a:lnTo>
                      <a:pt x="852" y="327"/>
                    </a:lnTo>
                    <a:lnTo>
                      <a:pt x="848" y="372"/>
                    </a:lnTo>
                    <a:lnTo>
                      <a:pt x="839" y="414"/>
                    </a:lnTo>
                    <a:lnTo>
                      <a:pt x="825" y="455"/>
                    </a:lnTo>
                    <a:lnTo>
                      <a:pt x="806" y="492"/>
                    </a:lnTo>
                    <a:lnTo>
                      <a:pt x="783" y="527"/>
                    </a:lnTo>
                    <a:lnTo>
                      <a:pt x="755" y="558"/>
                    </a:lnTo>
                    <a:lnTo>
                      <a:pt x="724" y="586"/>
                    </a:lnTo>
                    <a:lnTo>
                      <a:pt x="690" y="609"/>
                    </a:lnTo>
                    <a:lnTo>
                      <a:pt x="652" y="628"/>
                    </a:lnTo>
                    <a:lnTo>
                      <a:pt x="611" y="642"/>
                    </a:lnTo>
                    <a:lnTo>
                      <a:pt x="569" y="651"/>
                    </a:lnTo>
                    <a:lnTo>
                      <a:pt x="524" y="654"/>
                    </a:lnTo>
                    <a:lnTo>
                      <a:pt x="493" y="652"/>
                    </a:lnTo>
                    <a:lnTo>
                      <a:pt x="463" y="647"/>
                    </a:lnTo>
                    <a:lnTo>
                      <a:pt x="434" y="640"/>
                    </a:lnTo>
                    <a:lnTo>
                      <a:pt x="142" y="1132"/>
                    </a:lnTo>
                    <a:lnTo>
                      <a:pt x="96" y="1100"/>
                    </a:lnTo>
                    <a:lnTo>
                      <a:pt x="50" y="1072"/>
                    </a:lnTo>
                    <a:lnTo>
                      <a:pt x="0" y="1048"/>
                    </a:lnTo>
                    <a:lnTo>
                      <a:pt x="292" y="557"/>
                    </a:lnTo>
                    <a:lnTo>
                      <a:pt x="265" y="526"/>
                    </a:lnTo>
                    <a:lnTo>
                      <a:pt x="242" y="491"/>
                    </a:lnTo>
                    <a:lnTo>
                      <a:pt x="223" y="454"/>
                    </a:lnTo>
                    <a:lnTo>
                      <a:pt x="209" y="414"/>
                    </a:lnTo>
                    <a:lnTo>
                      <a:pt x="201" y="372"/>
                    </a:lnTo>
                    <a:lnTo>
                      <a:pt x="197" y="327"/>
                    </a:lnTo>
                    <a:lnTo>
                      <a:pt x="201" y="283"/>
                    </a:lnTo>
                    <a:lnTo>
                      <a:pt x="209" y="240"/>
                    </a:lnTo>
                    <a:lnTo>
                      <a:pt x="223" y="200"/>
                    </a:lnTo>
                    <a:lnTo>
                      <a:pt x="242" y="162"/>
                    </a:lnTo>
                    <a:lnTo>
                      <a:pt x="266" y="128"/>
                    </a:lnTo>
                    <a:lnTo>
                      <a:pt x="293" y="96"/>
                    </a:lnTo>
                    <a:lnTo>
                      <a:pt x="325" y="69"/>
                    </a:lnTo>
                    <a:lnTo>
                      <a:pt x="359" y="45"/>
                    </a:lnTo>
                    <a:lnTo>
                      <a:pt x="397" y="27"/>
                    </a:lnTo>
                    <a:lnTo>
                      <a:pt x="437" y="12"/>
                    </a:lnTo>
                    <a:lnTo>
                      <a:pt x="480" y="3"/>
                    </a:lnTo>
                    <a:lnTo>
                      <a:pt x="524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23" name="Freeform 66"/>
              <p:cNvSpPr>
                <a:spLocks/>
              </p:cNvSpPr>
              <p:nvPr/>
            </p:nvSpPr>
            <p:spPr bwMode="auto">
              <a:xfrm>
                <a:off x="5375276" y="5272088"/>
                <a:ext cx="166688" cy="103188"/>
              </a:xfrm>
              <a:custGeom>
                <a:avLst/>
                <a:gdLst>
                  <a:gd name="T0" fmla="*/ 729 w 1055"/>
                  <a:gd name="T1" fmla="*/ 0 h 653"/>
                  <a:gd name="T2" fmla="*/ 773 w 1055"/>
                  <a:gd name="T3" fmla="*/ 2 h 653"/>
                  <a:gd name="T4" fmla="*/ 816 w 1055"/>
                  <a:gd name="T5" fmla="*/ 11 h 653"/>
                  <a:gd name="T6" fmla="*/ 856 w 1055"/>
                  <a:gd name="T7" fmla="*/ 25 h 653"/>
                  <a:gd name="T8" fmla="*/ 893 w 1055"/>
                  <a:gd name="T9" fmla="*/ 44 h 653"/>
                  <a:gd name="T10" fmla="*/ 929 w 1055"/>
                  <a:gd name="T11" fmla="*/ 68 h 653"/>
                  <a:gd name="T12" fmla="*/ 960 w 1055"/>
                  <a:gd name="T13" fmla="*/ 95 h 653"/>
                  <a:gd name="T14" fmla="*/ 988 w 1055"/>
                  <a:gd name="T15" fmla="*/ 126 h 653"/>
                  <a:gd name="T16" fmla="*/ 1011 w 1055"/>
                  <a:gd name="T17" fmla="*/ 162 h 653"/>
                  <a:gd name="T18" fmla="*/ 1030 w 1055"/>
                  <a:gd name="T19" fmla="*/ 200 h 653"/>
                  <a:gd name="T20" fmla="*/ 1044 w 1055"/>
                  <a:gd name="T21" fmla="*/ 239 h 653"/>
                  <a:gd name="T22" fmla="*/ 1053 w 1055"/>
                  <a:gd name="T23" fmla="*/ 282 h 653"/>
                  <a:gd name="T24" fmla="*/ 1055 w 1055"/>
                  <a:gd name="T25" fmla="*/ 326 h 653"/>
                  <a:gd name="T26" fmla="*/ 1053 w 1055"/>
                  <a:gd name="T27" fmla="*/ 370 h 653"/>
                  <a:gd name="T28" fmla="*/ 1044 w 1055"/>
                  <a:gd name="T29" fmla="*/ 414 h 653"/>
                  <a:gd name="T30" fmla="*/ 1030 w 1055"/>
                  <a:gd name="T31" fmla="*/ 454 h 653"/>
                  <a:gd name="T32" fmla="*/ 1011 w 1055"/>
                  <a:gd name="T33" fmla="*/ 491 h 653"/>
                  <a:gd name="T34" fmla="*/ 988 w 1055"/>
                  <a:gd name="T35" fmla="*/ 526 h 653"/>
                  <a:gd name="T36" fmla="*/ 960 w 1055"/>
                  <a:gd name="T37" fmla="*/ 558 h 653"/>
                  <a:gd name="T38" fmla="*/ 929 w 1055"/>
                  <a:gd name="T39" fmla="*/ 584 h 653"/>
                  <a:gd name="T40" fmla="*/ 893 w 1055"/>
                  <a:gd name="T41" fmla="*/ 609 h 653"/>
                  <a:gd name="T42" fmla="*/ 856 w 1055"/>
                  <a:gd name="T43" fmla="*/ 628 h 653"/>
                  <a:gd name="T44" fmla="*/ 816 w 1055"/>
                  <a:gd name="T45" fmla="*/ 641 h 653"/>
                  <a:gd name="T46" fmla="*/ 773 w 1055"/>
                  <a:gd name="T47" fmla="*/ 650 h 653"/>
                  <a:gd name="T48" fmla="*/ 729 w 1055"/>
                  <a:gd name="T49" fmla="*/ 653 h 653"/>
                  <a:gd name="T50" fmla="*/ 685 w 1055"/>
                  <a:gd name="T51" fmla="*/ 650 h 653"/>
                  <a:gd name="T52" fmla="*/ 644 w 1055"/>
                  <a:gd name="T53" fmla="*/ 642 h 653"/>
                  <a:gd name="T54" fmla="*/ 604 w 1055"/>
                  <a:gd name="T55" fmla="*/ 628 h 653"/>
                  <a:gd name="T56" fmla="*/ 566 w 1055"/>
                  <a:gd name="T57" fmla="*/ 610 h 653"/>
                  <a:gd name="T58" fmla="*/ 532 w 1055"/>
                  <a:gd name="T59" fmla="*/ 587 h 653"/>
                  <a:gd name="T60" fmla="*/ 501 w 1055"/>
                  <a:gd name="T61" fmla="*/ 560 h 653"/>
                  <a:gd name="T62" fmla="*/ 474 w 1055"/>
                  <a:gd name="T63" fmla="*/ 529 h 653"/>
                  <a:gd name="T64" fmla="*/ 450 w 1055"/>
                  <a:gd name="T65" fmla="*/ 495 h 653"/>
                  <a:gd name="T66" fmla="*/ 431 w 1055"/>
                  <a:gd name="T67" fmla="*/ 458 h 653"/>
                  <a:gd name="T68" fmla="*/ 416 w 1055"/>
                  <a:gd name="T69" fmla="*/ 419 h 653"/>
                  <a:gd name="T70" fmla="*/ 407 w 1055"/>
                  <a:gd name="T71" fmla="*/ 377 h 653"/>
                  <a:gd name="T72" fmla="*/ 0 w 1055"/>
                  <a:gd name="T73" fmla="*/ 337 h 653"/>
                  <a:gd name="T74" fmla="*/ 9 w 1055"/>
                  <a:gd name="T75" fmla="*/ 287 h 653"/>
                  <a:gd name="T76" fmla="*/ 15 w 1055"/>
                  <a:gd name="T77" fmla="*/ 235 h 653"/>
                  <a:gd name="T78" fmla="*/ 17 w 1055"/>
                  <a:gd name="T79" fmla="*/ 182 h 653"/>
                  <a:gd name="T80" fmla="*/ 16 w 1055"/>
                  <a:gd name="T81" fmla="*/ 173 h 653"/>
                  <a:gd name="T82" fmla="*/ 423 w 1055"/>
                  <a:gd name="T83" fmla="*/ 214 h 653"/>
                  <a:gd name="T84" fmla="*/ 441 w 1055"/>
                  <a:gd name="T85" fmla="*/ 173 h 653"/>
                  <a:gd name="T86" fmla="*/ 464 w 1055"/>
                  <a:gd name="T87" fmla="*/ 136 h 653"/>
                  <a:gd name="T88" fmla="*/ 492 w 1055"/>
                  <a:gd name="T89" fmla="*/ 103 h 653"/>
                  <a:gd name="T90" fmla="*/ 524 w 1055"/>
                  <a:gd name="T91" fmla="*/ 73 h 653"/>
                  <a:gd name="T92" fmla="*/ 558 w 1055"/>
                  <a:gd name="T93" fmla="*/ 48 h 653"/>
                  <a:gd name="T94" fmla="*/ 597 w 1055"/>
                  <a:gd name="T95" fmla="*/ 28 h 653"/>
                  <a:gd name="T96" fmla="*/ 639 w 1055"/>
                  <a:gd name="T97" fmla="*/ 12 h 653"/>
                  <a:gd name="T98" fmla="*/ 683 w 1055"/>
                  <a:gd name="T99" fmla="*/ 3 h 653"/>
                  <a:gd name="T100" fmla="*/ 729 w 1055"/>
                  <a:gd name="T101" fmla="*/ 0 h 65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</a:cxnLst>
                <a:rect l="0" t="0" r="r" b="b"/>
                <a:pathLst>
                  <a:path w="1055" h="653">
                    <a:moveTo>
                      <a:pt x="729" y="0"/>
                    </a:moveTo>
                    <a:lnTo>
                      <a:pt x="773" y="2"/>
                    </a:lnTo>
                    <a:lnTo>
                      <a:pt x="816" y="11"/>
                    </a:lnTo>
                    <a:lnTo>
                      <a:pt x="856" y="25"/>
                    </a:lnTo>
                    <a:lnTo>
                      <a:pt x="893" y="44"/>
                    </a:lnTo>
                    <a:lnTo>
                      <a:pt x="929" y="68"/>
                    </a:lnTo>
                    <a:lnTo>
                      <a:pt x="960" y="95"/>
                    </a:lnTo>
                    <a:lnTo>
                      <a:pt x="988" y="126"/>
                    </a:lnTo>
                    <a:lnTo>
                      <a:pt x="1011" y="162"/>
                    </a:lnTo>
                    <a:lnTo>
                      <a:pt x="1030" y="200"/>
                    </a:lnTo>
                    <a:lnTo>
                      <a:pt x="1044" y="239"/>
                    </a:lnTo>
                    <a:lnTo>
                      <a:pt x="1053" y="282"/>
                    </a:lnTo>
                    <a:lnTo>
                      <a:pt x="1055" y="326"/>
                    </a:lnTo>
                    <a:lnTo>
                      <a:pt x="1053" y="370"/>
                    </a:lnTo>
                    <a:lnTo>
                      <a:pt x="1044" y="414"/>
                    </a:lnTo>
                    <a:lnTo>
                      <a:pt x="1030" y="454"/>
                    </a:lnTo>
                    <a:lnTo>
                      <a:pt x="1011" y="491"/>
                    </a:lnTo>
                    <a:lnTo>
                      <a:pt x="988" y="526"/>
                    </a:lnTo>
                    <a:lnTo>
                      <a:pt x="960" y="558"/>
                    </a:lnTo>
                    <a:lnTo>
                      <a:pt x="929" y="584"/>
                    </a:lnTo>
                    <a:lnTo>
                      <a:pt x="893" y="609"/>
                    </a:lnTo>
                    <a:lnTo>
                      <a:pt x="856" y="628"/>
                    </a:lnTo>
                    <a:lnTo>
                      <a:pt x="816" y="641"/>
                    </a:lnTo>
                    <a:lnTo>
                      <a:pt x="773" y="650"/>
                    </a:lnTo>
                    <a:lnTo>
                      <a:pt x="729" y="653"/>
                    </a:lnTo>
                    <a:lnTo>
                      <a:pt x="685" y="650"/>
                    </a:lnTo>
                    <a:lnTo>
                      <a:pt x="644" y="642"/>
                    </a:lnTo>
                    <a:lnTo>
                      <a:pt x="604" y="628"/>
                    </a:lnTo>
                    <a:lnTo>
                      <a:pt x="566" y="610"/>
                    </a:lnTo>
                    <a:lnTo>
                      <a:pt x="532" y="587"/>
                    </a:lnTo>
                    <a:lnTo>
                      <a:pt x="501" y="560"/>
                    </a:lnTo>
                    <a:lnTo>
                      <a:pt x="474" y="529"/>
                    </a:lnTo>
                    <a:lnTo>
                      <a:pt x="450" y="495"/>
                    </a:lnTo>
                    <a:lnTo>
                      <a:pt x="431" y="458"/>
                    </a:lnTo>
                    <a:lnTo>
                      <a:pt x="416" y="419"/>
                    </a:lnTo>
                    <a:lnTo>
                      <a:pt x="407" y="377"/>
                    </a:lnTo>
                    <a:lnTo>
                      <a:pt x="0" y="337"/>
                    </a:lnTo>
                    <a:lnTo>
                      <a:pt x="9" y="287"/>
                    </a:lnTo>
                    <a:lnTo>
                      <a:pt x="15" y="235"/>
                    </a:lnTo>
                    <a:lnTo>
                      <a:pt x="17" y="182"/>
                    </a:lnTo>
                    <a:lnTo>
                      <a:pt x="16" y="173"/>
                    </a:lnTo>
                    <a:lnTo>
                      <a:pt x="423" y="214"/>
                    </a:lnTo>
                    <a:lnTo>
                      <a:pt x="441" y="173"/>
                    </a:lnTo>
                    <a:lnTo>
                      <a:pt x="464" y="136"/>
                    </a:lnTo>
                    <a:lnTo>
                      <a:pt x="492" y="103"/>
                    </a:lnTo>
                    <a:lnTo>
                      <a:pt x="524" y="73"/>
                    </a:lnTo>
                    <a:lnTo>
                      <a:pt x="558" y="48"/>
                    </a:lnTo>
                    <a:lnTo>
                      <a:pt x="597" y="28"/>
                    </a:lnTo>
                    <a:lnTo>
                      <a:pt x="639" y="12"/>
                    </a:lnTo>
                    <a:lnTo>
                      <a:pt x="683" y="3"/>
                    </a:lnTo>
                    <a:lnTo>
                      <a:pt x="729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24" name="Freeform 67"/>
              <p:cNvSpPr>
                <a:spLocks/>
              </p:cNvSpPr>
              <p:nvPr/>
            </p:nvSpPr>
            <p:spPr bwMode="auto">
              <a:xfrm>
                <a:off x="5259388" y="5411788"/>
                <a:ext cx="103188" cy="166688"/>
              </a:xfrm>
              <a:custGeom>
                <a:avLst/>
                <a:gdLst>
                  <a:gd name="T0" fmla="*/ 246 w 654"/>
                  <a:gd name="T1" fmla="*/ 0 h 1049"/>
                  <a:gd name="T2" fmla="*/ 337 w 654"/>
                  <a:gd name="T3" fmla="*/ 397 h 1049"/>
                  <a:gd name="T4" fmla="*/ 383 w 654"/>
                  <a:gd name="T5" fmla="*/ 402 h 1049"/>
                  <a:gd name="T6" fmla="*/ 429 w 654"/>
                  <a:gd name="T7" fmla="*/ 413 h 1049"/>
                  <a:gd name="T8" fmla="*/ 471 w 654"/>
                  <a:gd name="T9" fmla="*/ 431 h 1049"/>
                  <a:gd name="T10" fmla="*/ 510 w 654"/>
                  <a:gd name="T11" fmla="*/ 453 h 1049"/>
                  <a:gd name="T12" fmla="*/ 545 w 654"/>
                  <a:gd name="T13" fmla="*/ 480 h 1049"/>
                  <a:gd name="T14" fmla="*/ 576 w 654"/>
                  <a:gd name="T15" fmla="*/ 513 h 1049"/>
                  <a:gd name="T16" fmla="*/ 603 w 654"/>
                  <a:gd name="T17" fmla="*/ 548 h 1049"/>
                  <a:gd name="T18" fmla="*/ 624 w 654"/>
                  <a:gd name="T19" fmla="*/ 588 h 1049"/>
                  <a:gd name="T20" fmla="*/ 641 w 654"/>
                  <a:gd name="T21" fmla="*/ 630 h 1049"/>
                  <a:gd name="T22" fmla="*/ 651 w 654"/>
                  <a:gd name="T23" fmla="*/ 676 h 1049"/>
                  <a:gd name="T24" fmla="*/ 654 w 654"/>
                  <a:gd name="T25" fmla="*/ 723 h 1049"/>
                  <a:gd name="T26" fmla="*/ 651 w 654"/>
                  <a:gd name="T27" fmla="*/ 768 h 1049"/>
                  <a:gd name="T28" fmla="*/ 642 w 654"/>
                  <a:gd name="T29" fmla="*/ 810 h 1049"/>
                  <a:gd name="T30" fmla="*/ 628 w 654"/>
                  <a:gd name="T31" fmla="*/ 850 h 1049"/>
                  <a:gd name="T32" fmla="*/ 608 w 654"/>
                  <a:gd name="T33" fmla="*/ 887 h 1049"/>
                  <a:gd name="T34" fmla="*/ 585 w 654"/>
                  <a:gd name="T35" fmla="*/ 923 h 1049"/>
                  <a:gd name="T36" fmla="*/ 557 w 654"/>
                  <a:gd name="T37" fmla="*/ 954 h 1049"/>
                  <a:gd name="T38" fmla="*/ 526 w 654"/>
                  <a:gd name="T39" fmla="*/ 982 h 1049"/>
                  <a:gd name="T40" fmla="*/ 492 w 654"/>
                  <a:gd name="T41" fmla="*/ 1005 h 1049"/>
                  <a:gd name="T42" fmla="*/ 454 w 654"/>
                  <a:gd name="T43" fmla="*/ 1024 h 1049"/>
                  <a:gd name="T44" fmla="*/ 413 w 654"/>
                  <a:gd name="T45" fmla="*/ 1038 h 1049"/>
                  <a:gd name="T46" fmla="*/ 371 w 654"/>
                  <a:gd name="T47" fmla="*/ 1047 h 1049"/>
                  <a:gd name="T48" fmla="*/ 327 w 654"/>
                  <a:gd name="T49" fmla="*/ 1049 h 1049"/>
                  <a:gd name="T50" fmla="*/ 282 w 654"/>
                  <a:gd name="T51" fmla="*/ 1047 h 1049"/>
                  <a:gd name="T52" fmla="*/ 240 w 654"/>
                  <a:gd name="T53" fmla="*/ 1038 h 1049"/>
                  <a:gd name="T54" fmla="*/ 199 w 654"/>
                  <a:gd name="T55" fmla="*/ 1024 h 1049"/>
                  <a:gd name="T56" fmla="*/ 161 w 654"/>
                  <a:gd name="T57" fmla="*/ 1005 h 1049"/>
                  <a:gd name="T58" fmla="*/ 127 w 654"/>
                  <a:gd name="T59" fmla="*/ 982 h 1049"/>
                  <a:gd name="T60" fmla="*/ 96 w 654"/>
                  <a:gd name="T61" fmla="*/ 954 h 1049"/>
                  <a:gd name="T62" fmla="*/ 68 w 654"/>
                  <a:gd name="T63" fmla="*/ 923 h 1049"/>
                  <a:gd name="T64" fmla="*/ 45 w 654"/>
                  <a:gd name="T65" fmla="*/ 887 h 1049"/>
                  <a:gd name="T66" fmla="*/ 26 w 654"/>
                  <a:gd name="T67" fmla="*/ 850 h 1049"/>
                  <a:gd name="T68" fmla="*/ 12 w 654"/>
                  <a:gd name="T69" fmla="*/ 810 h 1049"/>
                  <a:gd name="T70" fmla="*/ 3 w 654"/>
                  <a:gd name="T71" fmla="*/ 768 h 1049"/>
                  <a:gd name="T72" fmla="*/ 0 w 654"/>
                  <a:gd name="T73" fmla="*/ 723 h 1049"/>
                  <a:gd name="T74" fmla="*/ 3 w 654"/>
                  <a:gd name="T75" fmla="*/ 677 h 1049"/>
                  <a:gd name="T76" fmla="*/ 13 w 654"/>
                  <a:gd name="T77" fmla="*/ 632 h 1049"/>
                  <a:gd name="T78" fmla="*/ 28 w 654"/>
                  <a:gd name="T79" fmla="*/ 591 h 1049"/>
                  <a:gd name="T80" fmla="*/ 49 w 654"/>
                  <a:gd name="T81" fmla="*/ 553 h 1049"/>
                  <a:gd name="T82" fmla="*/ 75 w 654"/>
                  <a:gd name="T83" fmla="*/ 517 h 1049"/>
                  <a:gd name="T84" fmla="*/ 105 w 654"/>
                  <a:gd name="T85" fmla="*/ 485 h 1049"/>
                  <a:gd name="T86" fmla="*/ 139 w 654"/>
                  <a:gd name="T87" fmla="*/ 457 h 1049"/>
                  <a:gd name="T88" fmla="*/ 177 w 654"/>
                  <a:gd name="T89" fmla="*/ 435 h 1049"/>
                  <a:gd name="T90" fmla="*/ 85 w 654"/>
                  <a:gd name="T91" fmla="*/ 37 h 1049"/>
                  <a:gd name="T92" fmla="*/ 140 w 654"/>
                  <a:gd name="T93" fmla="*/ 28 h 1049"/>
                  <a:gd name="T94" fmla="*/ 194 w 654"/>
                  <a:gd name="T95" fmla="*/ 16 h 1049"/>
                  <a:gd name="T96" fmla="*/ 246 w 654"/>
                  <a:gd name="T97" fmla="*/ 0 h 104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</a:cxnLst>
                <a:rect l="0" t="0" r="r" b="b"/>
                <a:pathLst>
                  <a:path w="654" h="1049">
                    <a:moveTo>
                      <a:pt x="246" y="0"/>
                    </a:moveTo>
                    <a:lnTo>
                      <a:pt x="337" y="397"/>
                    </a:lnTo>
                    <a:lnTo>
                      <a:pt x="383" y="402"/>
                    </a:lnTo>
                    <a:lnTo>
                      <a:pt x="429" y="413"/>
                    </a:lnTo>
                    <a:lnTo>
                      <a:pt x="471" y="431"/>
                    </a:lnTo>
                    <a:lnTo>
                      <a:pt x="510" y="453"/>
                    </a:lnTo>
                    <a:lnTo>
                      <a:pt x="545" y="480"/>
                    </a:lnTo>
                    <a:lnTo>
                      <a:pt x="576" y="513"/>
                    </a:lnTo>
                    <a:lnTo>
                      <a:pt x="603" y="548"/>
                    </a:lnTo>
                    <a:lnTo>
                      <a:pt x="624" y="588"/>
                    </a:lnTo>
                    <a:lnTo>
                      <a:pt x="641" y="630"/>
                    </a:lnTo>
                    <a:lnTo>
                      <a:pt x="651" y="676"/>
                    </a:lnTo>
                    <a:lnTo>
                      <a:pt x="654" y="723"/>
                    </a:lnTo>
                    <a:lnTo>
                      <a:pt x="651" y="768"/>
                    </a:lnTo>
                    <a:lnTo>
                      <a:pt x="642" y="810"/>
                    </a:lnTo>
                    <a:lnTo>
                      <a:pt x="628" y="850"/>
                    </a:lnTo>
                    <a:lnTo>
                      <a:pt x="608" y="887"/>
                    </a:lnTo>
                    <a:lnTo>
                      <a:pt x="585" y="923"/>
                    </a:lnTo>
                    <a:lnTo>
                      <a:pt x="557" y="954"/>
                    </a:lnTo>
                    <a:lnTo>
                      <a:pt x="526" y="982"/>
                    </a:lnTo>
                    <a:lnTo>
                      <a:pt x="492" y="1005"/>
                    </a:lnTo>
                    <a:lnTo>
                      <a:pt x="454" y="1024"/>
                    </a:lnTo>
                    <a:lnTo>
                      <a:pt x="413" y="1038"/>
                    </a:lnTo>
                    <a:lnTo>
                      <a:pt x="371" y="1047"/>
                    </a:lnTo>
                    <a:lnTo>
                      <a:pt x="327" y="1049"/>
                    </a:lnTo>
                    <a:lnTo>
                      <a:pt x="282" y="1047"/>
                    </a:lnTo>
                    <a:lnTo>
                      <a:pt x="240" y="1038"/>
                    </a:lnTo>
                    <a:lnTo>
                      <a:pt x="199" y="1024"/>
                    </a:lnTo>
                    <a:lnTo>
                      <a:pt x="161" y="1005"/>
                    </a:lnTo>
                    <a:lnTo>
                      <a:pt x="127" y="982"/>
                    </a:lnTo>
                    <a:lnTo>
                      <a:pt x="96" y="954"/>
                    </a:lnTo>
                    <a:lnTo>
                      <a:pt x="68" y="923"/>
                    </a:lnTo>
                    <a:lnTo>
                      <a:pt x="45" y="887"/>
                    </a:lnTo>
                    <a:lnTo>
                      <a:pt x="26" y="850"/>
                    </a:lnTo>
                    <a:lnTo>
                      <a:pt x="12" y="810"/>
                    </a:lnTo>
                    <a:lnTo>
                      <a:pt x="3" y="768"/>
                    </a:lnTo>
                    <a:lnTo>
                      <a:pt x="0" y="723"/>
                    </a:lnTo>
                    <a:lnTo>
                      <a:pt x="3" y="677"/>
                    </a:lnTo>
                    <a:lnTo>
                      <a:pt x="13" y="632"/>
                    </a:lnTo>
                    <a:lnTo>
                      <a:pt x="28" y="591"/>
                    </a:lnTo>
                    <a:lnTo>
                      <a:pt x="49" y="553"/>
                    </a:lnTo>
                    <a:lnTo>
                      <a:pt x="75" y="517"/>
                    </a:lnTo>
                    <a:lnTo>
                      <a:pt x="105" y="485"/>
                    </a:lnTo>
                    <a:lnTo>
                      <a:pt x="139" y="457"/>
                    </a:lnTo>
                    <a:lnTo>
                      <a:pt x="177" y="435"/>
                    </a:lnTo>
                    <a:lnTo>
                      <a:pt x="85" y="37"/>
                    </a:lnTo>
                    <a:lnTo>
                      <a:pt x="140" y="28"/>
                    </a:lnTo>
                    <a:lnTo>
                      <a:pt x="194" y="16"/>
                    </a:lnTo>
                    <a:lnTo>
                      <a:pt x="246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25" name="Freeform 68"/>
              <p:cNvSpPr>
                <a:spLocks/>
              </p:cNvSpPr>
              <p:nvPr/>
            </p:nvSpPr>
            <p:spPr bwMode="auto">
              <a:xfrm>
                <a:off x="4967288" y="5326063"/>
                <a:ext cx="184150" cy="106363"/>
              </a:xfrm>
              <a:custGeom>
                <a:avLst/>
                <a:gdLst>
                  <a:gd name="T0" fmla="*/ 1106 w 1159"/>
                  <a:gd name="T1" fmla="*/ 0 h 675"/>
                  <a:gd name="T2" fmla="*/ 1120 w 1159"/>
                  <a:gd name="T3" fmla="*/ 54 h 675"/>
                  <a:gd name="T4" fmla="*/ 1138 w 1159"/>
                  <a:gd name="T5" fmla="*/ 106 h 675"/>
                  <a:gd name="T6" fmla="*/ 1159 w 1159"/>
                  <a:gd name="T7" fmla="*/ 156 h 675"/>
                  <a:gd name="T8" fmla="*/ 651 w 1159"/>
                  <a:gd name="T9" fmla="*/ 326 h 675"/>
                  <a:gd name="T10" fmla="*/ 652 w 1159"/>
                  <a:gd name="T11" fmla="*/ 336 h 675"/>
                  <a:gd name="T12" fmla="*/ 653 w 1159"/>
                  <a:gd name="T13" fmla="*/ 348 h 675"/>
                  <a:gd name="T14" fmla="*/ 651 w 1159"/>
                  <a:gd name="T15" fmla="*/ 392 h 675"/>
                  <a:gd name="T16" fmla="*/ 642 w 1159"/>
                  <a:gd name="T17" fmla="*/ 435 h 675"/>
                  <a:gd name="T18" fmla="*/ 628 w 1159"/>
                  <a:gd name="T19" fmla="*/ 475 h 675"/>
                  <a:gd name="T20" fmla="*/ 609 w 1159"/>
                  <a:gd name="T21" fmla="*/ 513 h 675"/>
                  <a:gd name="T22" fmla="*/ 586 w 1159"/>
                  <a:gd name="T23" fmla="*/ 547 h 675"/>
                  <a:gd name="T24" fmla="*/ 558 w 1159"/>
                  <a:gd name="T25" fmla="*/ 579 h 675"/>
                  <a:gd name="T26" fmla="*/ 527 w 1159"/>
                  <a:gd name="T27" fmla="*/ 607 h 675"/>
                  <a:gd name="T28" fmla="*/ 491 w 1159"/>
                  <a:gd name="T29" fmla="*/ 630 h 675"/>
                  <a:gd name="T30" fmla="*/ 454 w 1159"/>
                  <a:gd name="T31" fmla="*/ 649 h 675"/>
                  <a:gd name="T32" fmla="*/ 414 w 1159"/>
                  <a:gd name="T33" fmla="*/ 664 h 675"/>
                  <a:gd name="T34" fmla="*/ 370 w 1159"/>
                  <a:gd name="T35" fmla="*/ 671 h 675"/>
                  <a:gd name="T36" fmla="*/ 326 w 1159"/>
                  <a:gd name="T37" fmla="*/ 675 h 675"/>
                  <a:gd name="T38" fmla="*/ 282 w 1159"/>
                  <a:gd name="T39" fmla="*/ 671 h 675"/>
                  <a:gd name="T40" fmla="*/ 240 w 1159"/>
                  <a:gd name="T41" fmla="*/ 664 h 675"/>
                  <a:gd name="T42" fmla="*/ 200 w 1159"/>
                  <a:gd name="T43" fmla="*/ 649 h 675"/>
                  <a:gd name="T44" fmla="*/ 162 w 1159"/>
                  <a:gd name="T45" fmla="*/ 630 h 675"/>
                  <a:gd name="T46" fmla="*/ 126 w 1159"/>
                  <a:gd name="T47" fmla="*/ 607 h 675"/>
                  <a:gd name="T48" fmla="*/ 95 w 1159"/>
                  <a:gd name="T49" fmla="*/ 579 h 675"/>
                  <a:gd name="T50" fmla="*/ 68 w 1159"/>
                  <a:gd name="T51" fmla="*/ 547 h 675"/>
                  <a:gd name="T52" fmla="*/ 44 w 1159"/>
                  <a:gd name="T53" fmla="*/ 513 h 675"/>
                  <a:gd name="T54" fmla="*/ 26 w 1159"/>
                  <a:gd name="T55" fmla="*/ 475 h 675"/>
                  <a:gd name="T56" fmla="*/ 12 w 1159"/>
                  <a:gd name="T57" fmla="*/ 435 h 675"/>
                  <a:gd name="T58" fmla="*/ 3 w 1159"/>
                  <a:gd name="T59" fmla="*/ 392 h 675"/>
                  <a:gd name="T60" fmla="*/ 0 w 1159"/>
                  <a:gd name="T61" fmla="*/ 348 h 675"/>
                  <a:gd name="T62" fmla="*/ 3 w 1159"/>
                  <a:gd name="T63" fmla="*/ 303 h 675"/>
                  <a:gd name="T64" fmla="*/ 12 w 1159"/>
                  <a:gd name="T65" fmla="*/ 261 h 675"/>
                  <a:gd name="T66" fmla="*/ 26 w 1159"/>
                  <a:gd name="T67" fmla="*/ 221 h 675"/>
                  <a:gd name="T68" fmla="*/ 44 w 1159"/>
                  <a:gd name="T69" fmla="*/ 183 h 675"/>
                  <a:gd name="T70" fmla="*/ 68 w 1159"/>
                  <a:gd name="T71" fmla="*/ 148 h 675"/>
                  <a:gd name="T72" fmla="*/ 95 w 1159"/>
                  <a:gd name="T73" fmla="*/ 117 h 675"/>
                  <a:gd name="T74" fmla="*/ 126 w 1159"/>
                  <a:gd name="T75" fmla="*/ 89 h 675"/>
                  <a:gd name="T76" fmla="*/ 162 w 1159"/>
                  <a:gd name="T77" fmla="*/ 66 h 675"/>
                  <a:gd name="T78" fmla="*/ 200 w 1159"/>
                  <a:gd name="T79" fmla="*/ 47 h 675"/>
                  <a:gd name="T80" fmla="*/ 240 w 1159"/>
                  <a:gd name="T81" fmla="*/ 33 h 675"/>
                  <a:gd name="T82" fmla="*/ 282 w 1159"/>
                  <a:gd name="T83" fmla="*/ 25 h 675"/>
                  <a:gd name="T84" fmla="*/ 326 w 1159"/>
                  <a:gd name="T85" fmla="*/ 21 h 675"/>
                  <a:gd name="T86" fmla="*/ 369 w 1159"/>
                  <a:gd name="T87" fmla="*/ 24 h 675"/>
                  <a:gd name="T88" fmla="*/ 409 w 1159"/>
                  <a:gd name="T89" fmla="*/ 33 h 675"/>
                  <a:gd name="T90" fmla="*/ 448 w 1159"/>
                  <a:gd name="T91" fmla="*/ 45 h 675"/>
                  <a:gd name="T92" fmla="*/ 485 w 1159"/>
                  <a:gd name="T93" fmla="*/ 63 h 675"/>
                  <a:gd name="T94" fmla="*/ 518 w 1159"/>
                  <a:gd name="T95" fmla="*/ 84 h 675"/>
                  <a:gd name="T96" fmla="*/ 549 w 1159"/>
                  <a:gd name="T97" fmla="*/ 109 h 675"/>
                  <a:gd name="T98" fmla="*/ 577 w 1159"/>
                  <a:gd name="T99" fmla="*/ 138 h 675"/>
                  <a:gd name="T100" fmla="*/ 600 w 1159"/>
                  <a:gd name="T101" fmla="*/ 170 h 675"/>
                  <a:gd name="T102" fmla="*/ 1106 w 1159"/>
                  <a:gd name="T103" fmla="*/ 0 h 67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</a:cxnLst>
                <a:rect l="0" t="0" r="r" b="b"/>
                <a:pathLst>
                  <a:path w="1159" h="675">
                    <a:moveTo>
                      <a:pt x="1106" y="0"/>
                    </a:moveTo>
                    <a:lnTo>
                      <a:pt x="1120" y="54"/>
                    </a:lnTo>
                    <a:lnTo>
                      <a:pt x="1138" y="106"/>
                    </a:lnTo>
                    <a:lnTo>
                      <a:pt x="1159" y="156"/>
                    </a:lnTo>
                    <a:lnTo>
                      <a:pt x="651" y="326"/>
                    </a:lnTo>
                    <a:lnTo>
                      <a:pt x="652" y="336"/>
                    </a:lnTo>
                    <a:lnTo>
                      <a:pt x="653" y="348"/>
                    </a:lnTo>
                    <a:lnTo>
                      <a:pt x="651" y="392"/>
                    </a:lnTo>
                    <a:lnTo>
                      <a:pt x="642" y="435"/>
                    </a:lnTo>
                    <a:lnTo>
                      <a:pt x="628" y="475"/>
                    </a:lnTo>
                    <a:lnTo>
                      <a:pt x="609" y="513"/>
                    </a:lnTo>
                    <a:lnTo>
                      <a:pt x="586" y="547"/>
                    </a:lnTo>
                    <a:lnTo>
                      <a:pt x="558" y="579"/>
                    </a:lnTo>
                    <a:lnTo>
                      <a:pt x="527" y="607"/>
                    </a:lnTo>
                    <a:lnTo>
                      <a:pt x="491" y="630"/>
                    </a:lnTo>
                    <a:lnTo>
                      <a:pt x="454" y="649"/>
                    </a:lnTo>
                    <a:lnTo>
                      <a:pt x="414" y="664"/>
                    </a:lnTo>
                    <a:lnTo>
                      <a:pt x="370" y="671"/>
                    </a:lnTo>
                    <a:lnTo>
                      <a:pt x="326" y="675"/>
                    </a:lnTo>
                    <a:lnTo>
                      <a:pt x="282" y="671"/>
                    </a:lnTo>
                    <a:lnTo>
                      <a:pt x="240" y="664"/>
                    </a:lnTo>
                    <a:lnTo>
                      <a:pt x="200" y="649"/>
                    </a:lnTo>
                    <a:lnTo>
                      <a:pt x="162" y="630"/>
                    </a:lnTo>
                    <a:lnTo>
                      <a:pt x="126" y="607"/>
                    </a:lnTo>
                    <a:lnTo>
                      <a:pt x="95" y="579"/>
                    </a:lnTo>
                    <a:lnTo>
                      <a:pt x="68" y="547"/>
                    </a:lnTo>
                    <a:lnTo>
                      <a:pt x="44" y="513"/>
                    </a:lnTo>
                    <a:lnTo>
                      <a:pt x="26" y="475"/>
                    </a:lnTo>
                    <a:lnTo>
                      <a:pt x="12" y="435"/>
                    </a:lnTo>
                    <a:lnTo>
                      <a:pt x="3" y="392"/>
                    </a:lnTo>
                    <a:lnTo>
                      <a:pt x="0" y="348"/>
                    </a:lnTo>
                    <a:lnTo>
                      <a:pt x="3" y="303"/>
                    </a:lnTo>
                    <a:lnTo>
                      <a:pt x="12" y="261"/>
                    </a:lnTo>
                    <a:lnTo>
                      <a:pt x="26" y="221"/>
                    </a:lnTo>
                    <a:lnTo>
                      <a:pt x="44" y="183"/>
                    </a:lnTo>
                    <a:lnTo>
                      <a:pt x="68" y="148"/>
                    </a:lnTo>
                    <a:lnTo>
                      <a:pt x="95" y="117"/>
                    </a:lnTo>
                    <a:lnTo>
                      <a:pt x="126" y="89"/>
                    </a:lnTo>
                    <a:lnTo>
                      <a:pt x="162" y="66"/>
                    </a:lnTo>
                    <a:lnTo>
                      <a:pt x="200" y="47"/>
                    </a:lnTo>
                    <a:lnTo>
                      <a:pt x="240" y="33"/>
                    </a:lnTo>
                    <a:lnTo>
                      <a:pt x="282" y="25"/>
                    </a:lnTo>
                    <a:lnTo>
                      <a:pt x="326" y="21"/>
                    </a:lnTo>
                    <a:lnTo>
                      <a:pt x="369" y="24"/>
                    </a:lnTo>
                    <a:lnTo>
                      <a:pt x="409" y="33"/>
                    </a:lnTo>
                    <a:lnTo>
                      <a:pt x="448" y="45"/>
                    </a:lnTo>
                    <a:lnTo>
                      <a:pt x="485" y="63"/>
                    </a:lnTo>
                    <a:lnTo>
                      <a:pt x="518" y="84"/>
                    </a:lnTo>
                    <a:lnTo>
                      <a:pt x="549" y="109"/>
                    </a:lnTo>
                    <a:lnTo>
                      <a:pt x="577" y="138"/>
                    </a:lnTo>
                    <a:lnTo>
                      <a:pt x="600" y="170"/>
                    </a:lnTo>
                    <a:lnTo>
                      <a:pt x="1106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26" name="Freeform 69"/>
              <p:cNvSpPr>
                <a:spLocks/>
              </p:cNvSpPr>
              <p:nvPr/>
            </p:nvSpPr>
            <p:spPr bwMode="auto">
              <a:xfrm>
                <a:off x="5170488" y="5211763"/>
                <a:ext cx="177800" cy="177800"/>
              </a:xfrm>
              <a:custGeom>
                <a:avLst/>
                <a:gdLst>
                  <a:gd name="T0" fmla="*/ 561 w 1122"/>
                  <a:gd name="T1" fmla="*/ 0 h 1121"/>
                  <a:gd name="T2" fmla="*/ 622 w 1122"/>
                  <a:gd name="T3" fmla="*/ 3 h 1121"/>
                  <a:gd name="T4" fmla="*/ 681 w 1122"/>
                  <a:gd name="T5" fmla="*/ 13 h 1121"/>
                  <a:gd name="T6" fmla="*/ 738 w 1122"/>
                  <a:gd name="T7" fmla="*/ 29 h 1121"/>
                  <a:gd name="T8" fmla="*/ 792 w 1122"/>
                  <a:gd name="T9" fmla="*/ 50 h 1121"/>
                  <a:gd name="T10" fmla="*/ 843 w 1122"/>
                  <a:gd name="T11" fmla="*/ 76 h 1121"/>
                  <a:gd name="T12" fmla="*/ 892 w 1122"/>
                  <a:gd name="T13" fmla="*/ 108 h 1121"/>
                  <a:gd name="T14" fmla="*/ 937 w 1122"/>
                  <a:gd name="T15" fmla="*/ 145 h 1121"/>
                  <a:gd name="T16" fmla="*/ 976 w 1122"/>
                  <a:gd name="T17" fmla="*/ 185 h 1121"/>
                  <a:gd name="T18" fmla="*/ 1013 w 1122"/>
                  <a:gd name="T19" fmla="*/ 229 h 1121"/>
                  <a:gd name="T20" fmla="*/ 1045 w 1122"/>
                  <a:gd name="T21" fmla="*/ 278 h 1121"/>
                  <a:gd name="T22" fmla="*/ 1072 w 1122"/>
                  <a:gd name="T23" fmla="*/ 329 h 1121"/>
                  <a:gd name="T24" fmla="*/ 1093 w 1122"/>
                  <a:gd name="T25" fmla="*/ 383 h 1121"/>
                  <a:gd name="T26" fmla="*/ 1108 w 1122"/>
                  <a:gd name="T27" fmla="*/ 440 h 1121"/>
                  <a:gd name="T28" fmla="*/ 1118 w 1122"/>
                  <a:gd name="T29" fmla="*/ 499 h 1121"/>
                  <a:gd name="T30" fmla="*/ 1122 w 1122"/>
                  <a:gd name="T31" fmla="*/ 560 h 1121"/>
                  <a:gd name="T32" fmla="*/ 1118 w 1122"/>
                  <a:gd name="T33" fmla="*/ 621 h 1121"/>
                  <a:gd name="T34" fmla="*/ 1108 w 1122"/>
                  <a:gd name="T35" fmla="*/ 681 h 1121"/>
                  <a:gd name="T36" fmla="*/ 1093 w 1122"/>
                  <a:gd name="T37" fmla="*/ 737 h 1121"/>
                  <a:gd name="T38" fmla="*/ 1072 w 1122"/>
                  <a:gd name="T39" fmla="*/ 792 h 1121"/>
                  <a:gd name="T40" fmla="*/ 1045 w 1122"/>
                  <a:gd name="T41" fmla="*/ 843 h 1121"/>
                  <a:gd name="T42" fmla="*/ 1013 w 1122"/>
                  <a:gd name="T43" fmla="*/ 891 h 1121"/>
                  <a:gd name="T44" fmla="*/ 976 w 1122"/>
                  <a:gd name="T45" fmla="*/ 936 h 1121"/>
                  <a:gd name="T46" fmla="*/ 937 w 1122"/>
                  <a:gd name="T47" fmla="*/ 977 h 1121"/>
                  <a:gd name="T48" fmla="*/ 892 w 1122"/>
                  <a:gd name="T49" fmla="*/ 1012 h 1121"/>
                  <a:gd name="T50" fmla="*/ 843 w 1122"/>
                  <a:gd name="T51" fmla="*/ 1044 h 1121"/>
                  <a:gd name="T52" fmla="*/ 792 w 1122"/>
                  <a:gd name="T53" fmla="*/ 1071 h 1121"/>
                  <a:gd name="T54" fmla="*/ 738 w 1122"/>
                  <a:gd name="T55" fmla="*/ 1092 h 1121"/>
                  <a:gd name="T56" fmla="*/ 681 w 1122"/>
                  <a:gd name="T57" fmla="*/ 1108 h 1121"/>
                  <a:gd name="T58" fmla="*/ 622 w 1122"/>
                  <a:gd name="T59" fmla="*/ 1118 h 1121"/>
                  <a:gd name="T60" fmla="*/ 561 w 1122"/>
                  <a:gd name="T61" fmla="*/ 1121 h 1121"/>
                  <a:gd name="T62" fmla="*/ 500 w 1122"/>
                  <a:gd name="T63" fmla="*/ 1118 h 1121"/>
                  <a:gd name="T64" fmla="*/ 441 w 1122"/>
                  <a:gd name="T65" fmla="*/ 1108 h 1121"/>
                  <a:gd name="T66" fmla="*/ 384 w 1122"/>
                  <a:gd name="T67" fmla="*/ 1092 h 1121"/>
                  <a:gd name="T68" fmla="*/ 330 w 1122"/>
                  <a:gd name="T69" fmla="*/ 1071 h 1121"/>
                  <a:gd name="T70" fmla="*/ 279 w 1122"/>
                  <a:gd name="T71" fmla="*/ 1044 h 1121"/>
                  <a:gd name="T72" fmla="*/ 230 w 1122"/>
                  <a:gd name="T73" fmla="*/ 1012 h 1121"/>
                  <a:gd name="T74" fmla="*/ 186 w 1122"/>
                  <a:gd name="T75" fmla="*/ 977 h 1121"/>
                  <a:gd name="T76" fmla="*/ 145 w 1122"/>
                  <a:gd name="T77" fmla="*/ 936 h 1121"/>
                  <a:gd name="T78" fmla="*/ 109 w 1122"/>
                  <a:gd name="T79" fmla="*/ 891 h 1121"/>
                  <a:gd name="T80" fmla="*/ 77 w 1122"/>
                  <a:gd name="T81" fmla="*/ 843 h 1121"/>
                  <a:gd name="T82" fmla="*/ 50 w 1122"/>
                  <a:gd name="T83" fmla="*/ 792 h 1121"/>
                  <a:gd name="T84" fmla="*/ 29 w 1122"/>
                  <a:gd name="T85" fmla="*/ 737 h 1121"/>
                  <a:gd name="T86" fmla="*/ 14 w 1122"/>
                  <a:gd name="T87" fmla="*/ 681 h 1121"/>
                  <a:gd name="T88" fmla="*/ 4 w 1122"/>
                  <a:gd name="T89" fmla="*/ 621 h 1121"/>
                  <a:gd name="T90" fmla="*/ 0 w 1122"/>
                  <a:gd name="T91" fmla="*/ 560 h 1121"/>
                  <a:gd name="T92" fmla="*/ 4 w 1122"/>
                  <a:gd name="T93" fmla="*/ 499 h 1121"/>
                  <a:gd name="T94" fmla="*/ 14 w 1122"/>
                  <a:gd name="T95" fmla="*/ 440 h 1121"/>
                  <a:gd name="T96" fmla="*/ 29 w 1122"/>
                  <a:gd name="T97" fmla="*/ 383 h 1121"/>
                  <a:gd name="T98" fmla="*/ 50 w 1122"/>
                  <a:gd name="T99" fmla="*/ 329 h 1121"/>
                  <a:gd name="T100" fmla="*/ 77 w 1122"/>
                  <a:gd name="T101" fmla="*/ 278 h 1121"/>
                  <a:gd name="T102" fmla="*/ 109 w 1122"/>
                  <a:gd name="T103" fmla="*/ 229 h 1121"/>
                  <a:gd name="T104" fmla="*/ 145 w 1122"/>
                  <a:gd name="T105" fmla="*/ 185 h 1121"/>
                  <a:gd name="T106" fmla="*/ 186 w 1122"/>
                  <a:gd name="T107" fmla="*/ 145 h 1121"/>
                  <a:gd name="T108" fmla="*/ 230 w 1122"/>
                  <a:gd name="T109" fmla="*/ 108 h 1121"/>
                  <a:gd name="T110" fmla="*/ 279 w 1122"/>
                  <a:gd name="T111" fmla="*/ 76 h 1121"/>
                  <a:gd name="T112" fmla="*/ 330 w 1122"/>
                  <a:gd name="T113" fmla="*/ 50 h 1121"/>
                  <a:gd name="T114" fmla="*/ 384 w 1122"/>
                  <a:gd name="T115" fmla="*/ 29 h 1121"/>
                  <a:gd name="T116" fmla="*/ 441 w 1122"/>
                  <a:gd name="T117" fmla="*/ 13 h 1121"/>
                  <a:gd name="T118" fmla="*/ 500 w 1122"/>
                  <a:gd name="T119" fmla="*/ 3 h 1121"/>
                  <a:gd name="T120" fmla="*/ 561 w 1122"/>
                  <a:gd name="T121" fmla="*/ 0 h 112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</a:cxnLst>
                <a:rect l="0" t="0" r="r" b="b"/>
                <a:pathLst>
                  <a:path w="1122" h="1121">
                    <a:moveTo>
                      <a:pt x="561" y="0"/>
                    </a:moveTo>
                    <a:lnTo>
                      <a:pt x="622" y="3"/>
                    </a:lnTo>
                    <a:lnTo>
                      <a:pt x="681" y="13"/>
                    </a:lnTo>
                    <a:lnTo>
                      <a:pt x="738" y="29"/>
                    </a:lnTo>
                    <a:lnTo>
                      <a:pt x="792" y="50"/>
                    </a:lnTo>
                    <a:lnTo>
                      <a:pt x="843" y="76"/>
                    </a:lnTo>
                    <a:lnTo>
                      <a:pt x="892" y="108"/>
                    </a:lnTo>
                    <a:lnTo>
                      <a:pt x="937" y="145"/>
                    </a:lnTo>
                    <a:lnTo>
                      <a:pt x="976" y="185"/>
                    </a:lnTo>
                    <a:lnTo>
                      <a:pt x="1013" y="229"/>
                    </a:lnTo>
                    <a:lnTo>
                      <a:pt x="1045" y="278"/>
                    </a:lnTo>
                    <a:lnTo>
                      <a:pt x="1072" y="329"/>
                    </a:lnTo>
                    <a:lnTo>
                      <a:pt x="1093" y="383"/>
                    </a:lnTo>
                    <a:lnTo>
                      <a:pt x="1108" y="440"/>
                    </a:lnTo>
                    <a:lnTo>
                      <a:pt x="1118" y="499"/>
                    </a:lnTo>
                    <a:lnTo>
                      <a:pt x="1122" y="560"/>
                    </a:lnTo>
                    <a:lnTo>
                      <a:pt x="1118" y="621"/>
                    </a:lnTo>
                    <a:lnTo>
                      <a:pt x="1108" y="681"/>
                    </a:lnTo>
                    <a:lnTo>
                      <a:pt x="1093" y="737"/>
                    </a:lnTo>
                    <a:lnTo>
                      <a:pt x="1072" y="792"/>
                    </a:lnTo>
                    <a:lnTo>
                      <a:pt x="1045" y="843"/>
                    </a:lnTo>
                    <a:lnTo>
                      <a:pt x="1013" y="891"/>
                    </a:lnTo>
                    <a:lnTo>
                      <a:pt x="976" y="936"/>
                    </a:lnTo>
                    <a:lnTo>
                      <a:pt x="937" y="977"/>
                    </a:lnTo>
                    <a:lnTo>
                      <a:pt x="892" y="1012"/>
                    </a:lnTo>
                    <a:lnTo>
                      <a:pt x="843" y="1044"/>
                    </a:lnTo>
                    <a:lnTo>
                      <a:pt x="792" y="1071"/>
                    </a:lnTo>
                    <a:lnTo>
                      <a:pt x="738" y="1092"/>
                    </a:lnTo>
                    <a:lnTo>
                      <a:pt x="681" y="1108"/>
                    </a:lnTo>
                    <a:lnTo>
                      <a:pt x="622" y="1118"/>
                    </a:lnTo>
                    <a:lnTo>
                      <a:pt x="561" y="1121"/>
                    </a:lnTo>
                    <a:lnTo>
                      <a:pt x="500" y="1118"/>
                    </a:lnTo>
                    <a:lnTo>
                      <a:pt x="441" y="1108"/>
                    </a:lnTo>
                    <a:lnTo>
                      <a:pt x="384" y="1092"/>
                    </a:lnTo>
                    <a:lnTo>
                      <a:pt x="330" y="1071"/>
                    </a:lnTo>
                    <a:lnTo>
                      <a:pt x="279" y="1044"/>
                    </a:lnTo>
                    <a:lnTo>
                      <a:pt x="230" y="1012"/>
                    </a:lnTo>
                    <a:lnTo>
                      <a:pt x="186" y="977"/>
                    </a:lnTo>
                    <a:lnTo>
                      <a:pt x="145" y="936"/>
                    </a:lnTo>
                    <a:lnTo>
                      <a:pt x="109" y="891"/>
                    </a:lnTo>
                    <a:lnTo>
                      <a:pt x="77" y="843"/>
                    </a:lnTo>
                    <a:lnTo>
                      <a:pt x="50" y="792"/>
                    </a:lnTo>
                    <a:lnTo>
                      <a:pt x="29" y="737"/>
                    </a:lnTo>
                    <a:lnTo>
                      <a:pt x="14" y="681"/>
                    </a:lnTo>
                    <a:lnTo>
                      <a:pt x="4" y="621"/>
                    </a:lnTo>
                    <a:lnTo>
                      <a:pt x="0" y="560"/>
                    </a:lnTo>
                    <a:lnTo>
                      <a:pt x="4" y="499"/>
                    </a:lnTo>
                    <a:lnTo>
                      <a:pt x="14" y="440"/>
                    </a:lnTo>
                    <a:lnTo>
                      <a:pt x="29" y="383"/>
                    </a:lnTo>
                    <a:lnTo>
                      <a:pt x="50" y="329"/>
                    </a:lnTo>
                    <a:lnTo>
                      <a:pt x="77" y="278"/>
                    </a:lnTo>
                    <a:lnTo>
                      <a:pt x="109" y="229"/>
                    </a:lnTo>
                    <a:lnTo>
                      <a:pt x="145" y="185"/>
                    </a:lnTo>
                    <a:lnTo>
                      <a:pt x="186" y="145"/>
                    </a:lnTo>
                    <a:lnTo>
                      <a:pt x="230" y="108"/>
                    </a:lnTo>
                    <a:lnTo>
                      <a:pt x="279" y="76"/>
                    </a:lnTo>
                    <a:lnTo>
                      <a:pt x="330" y="50"/>
                    </a:lnTo>
                    <a:lnTo>
                      <a:pt x="384" y="29"/>
                    </a:lnTo>
                    <a:lnTo>
                      <a:pt x="441" y="13"/>
                    </a:lnTo>
                    <a:lnTo>
                      <a:pt x="500" y="3"/>
                    </a:lnTo>
                    <a:lnTo>
                      <a:pt x="561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</p:grpSp>
      <p:grpSp>
        <p:nvGrpSpPr>
          <p:cNvPr id="10" name="그룹 53"/>
          <p:cNvGrpSpPr/>
          <p:nvPr/>
        </p:nvGrpSpPr>
        <p:grpSpPr>
          <a:xfrm>
            <a:off x="6118010" y="4281701"/>
            <a:ext cx="1501173" cy="1717182"/>
            <a:chOff x="6118010" y="4281701"/>
            <a:chExt cx="1501173" cy="1717182"/>
          </a:xfrm>
        </p:grpSpPr>
        <p:sp>
          <p:nvSpPr>
            <p:cNvPr id="128" name="Freeform 28"/>
            <p:cNvSpPr>
              <a:spLocks noEditPoints="1"/>
            </p:cNvSpPr>
            <p:nvPr/>
          </p:nvSpPr>
          <p:spPr bwMode="auto">
            <a:xfrm>
              <a:off x="6118010" y="4281701"/>
              <a:ext cx="1501173" cy="1717182"/>
            </a:xfrm>
            <a:custGeom>
              <a:avLst/>
              <a:gdLst>
                <a:gd name="T0" fmla="*/ 687 w 1653"/>
                <a:gd name="T1" fmla="*/ 411 h 1892"/>
                <a:gd name="T2" fmla="*/ 495 w 1653"/>
                <a:gd name="T3" fmla="*/ 488 h 1892"/>
                <a:gd name="T4" fmla="*/ 329 w 1653"/>
                <a:gd name="T5" fmla="*/ 621 h 1892"/>
                <a:gd name="T6" fmla="*/ 214 w 1653"/>
                <a:gd name="T7" fmla="*/ 791 h 1892"/>
                <a:gd name="T8" fmla="*/ 155 w 1653"/>
                <a:gd name="T9" fmla="*/ 983 h 1892"/>
                <a:gd name="T10" fmla="*/ 152 w 1653"/>
                <a:gd name="T11" fmla="*/ 1184 h 1892"/>
                <a:gd name="T12" fmla="*/ 209 w 1653"/>
                <a:gd name="T13" fmla="*/ 1381 h 1892"/>
                <a:gd name="T14" fmla="*/ 325 w 1653"/>
                <a:gd name="T15" fmla="*/ 1559 h 1892"/>
                <a:gd name="T16" fmla="*/ 484 w 1653"/>
                <a:gd name="T17" fmla="*/ 1691 h 1892"/>
                <a:gd name="T18" fmla="*/ 670 w 1653"/>
                <a:gd name="T19" fmla="*/ 1769 h 1892"/>
                <a:gd name="T20" fmla="*/ 870 w 1653"/>
                <a:gd name="T21" fmla="*/ 1791 h 1892"/>
                <a:gd name="T22" fmla="*/ 1070 w 1653"/>
                <a:gd name="T23" fmla="*/ 1754 h 1892"/>
                <a:gd name="T24" fmla="*/ 1256 w 1653"/>
                <a:gd name="T25" fmla="*/ 1657 h 1892"/>
                <a:gd name="T26" fmla="*/ 1406 w 1653"/>
                <a:gd name="T27" fmla="*/ 1510 h 1892"/>
                <a:gd name="T28" fmla="*/ 1502 w 1653"/>
                <a:gd name="T29" fmla="*/ 1331 h 1892"/>
                <a:gd name="T30" fmla="*/ 1543 w 1653"/>
                <a:gd name="T31" fmla="*/ 1135 h 1892"/>
                <a:gd name="T32" fmla="*/ 1526 w 1653"/>
                <a:gd name="T33" fmla="*/ 934 h 1892"/>
                <a:gd name="T34" fmla="*/ 1450 w 1653"/>
                <a:gd name="T35" fmla="*/ 742 h 1892"/>
                <a:gd name="T36" fmla="*/ 1317 w 1653"/>
                <a:gd name="T37" fmla="*/ 576 h 1892"/>
                <a:gd name="T38" fmla="*/ 1147 w 1653"/>
                <a:gd name="T39" fmla="*/ 462 h 1892"/>
                <a:gd name="T40" fmla="*/ 955 w 1653"/>
                <a:gd name="T41" fmla="*/ 402 h 1892"/>
                <a:gd name="T42" fmla="*/ 51 w 1653"/>
                <a:gd name="T43" fmla="*/ 0 h 1892"/>
                <a:gd name="T44" fmla="*/ 89 w 1653"/>
                <a:gd name="T45" fmla="*/ 6 h 1892"/>
                <a:gd name="T46" fmla="*/ 193 w 1653"/>
                <a:gd name="T47" fmla="*/ 27 h 1892"/>
                <a:gd name="T48" fmla="*/ 345 w 1653"/>
                <a:gd name="T49" fmla="*/ 62 h 1892"/>
                <a:gd name="T50" fmla="*/ 534 w 1653"/>
                <a:gd name="T51" fmla="*/ 109 h 1892"/>
                <a:gd name="T52" fmla="*/ 742 w 1653"/>
                <a:gd name="T53" fmla="*/ 171 h 1892"/>
                <a:gd name="T54" fmla="*/ 954 w 1653"/>
                <a:gd name="T55" fmla="*/ 244 h 1892"/>
                <a:gd name="T56" fmla="*/ 1155 w 1653"/>
                <a:gd name="T57" fmla="*/ 329 h 1892"/>
                <a:gd name="T58" fmla="*/ 1330 w 1653"/>
                <a:gd name="T59" fmla="*/ 427 h 1892"/>
                <a:gd name="T60" fmla="*/ 1462 w 1653"/>
                <a:gd name="T61" fmla="*/ 537 h 1892"/>
                <a:gd name="T62" fmla="*/ 1572 w 1653"/>
                <a:gd name="T63" fmla="*/ 704 h 1892"/>
                <a:gd name="T64" fmla="*/ 1639 w 1653"/>
                <a:gd name="T65" fmla="*/ 910 h 1892"/>
                <a:gd name="T66" fmla="*/ 1650 w 1653"/>
                <a:gd name="T67" fmla="*/ 1122 h 1892"/>
                <a:gd name="T68" fmla="*/ 1608 w 1653"/>
                <a:gd name="T69" fmla="*/ 1330 h 1892"/>
                <a:gd name="T70" fmla="*/ 1515 w 1653"/>
                <a:gd name="T71" fmla="*/ 1521 h 1892"/>
                <a:gd name="T72" fmla="*/ 1371 w 1653"/>
                <a:gd name="T73" fmla="*/ 1686 h 1892"/>
                <a:gd name="T74" fmla="*/ 1183 w 1653"/>
                <a:gd name="T75" fmla="*/ 1810 h 1892"/>
                <a:gd name="T76" fmla="*/ 977 w 1653"/>
                <a:gd name="T77" fmla="*/ 1877 h 1892"/>
                <a:gd name="T78" fmla="*/ 765 w 1653"/>
                <a:gd name="T79" fmla="*/ 1889 h 1892"/>
                <a:gd name="T80" fmla="*/ 557 w 1653"/>
                <a:gd name="T81" fmla="*/ 1847 h 1892"/>
                <a:gd name="T82" fmla="*/ 366 w 1653"/>
                <a:gd name="T83" fmla="*/ 1753 h 1892"/>
                <a:gd name="T84" fmla="*/ 201 w 1653"/>
                <a:gd name="T85" fmla="*/ 1609 h 1892"/>
                <a:gd name="T86" fmla="*/ 103 w 1653"/>
                <a:gd name="T87" fmla="*/ 1459 h 1892"/>
                <a:gd name="T88" fmla="*/ 47 w 1653"/>
                <a:gd name="T89" fmla="*/ 1285 h 1892"/>
                <a:gd name="T90" fmla="*/ 15 w 1653"/>
                <a:gd name="T91" fmla="*/ 1080 h 1892"/>
                <a:gd name="T92" fmla="*/ 1 w 1653"/>
                <a:gd name="T93" fmla="*/ 859 h 1892"/>
                <a:gd name="T94" fmla="*/ 1 w 1653"/>
                <a:gd name="T95" fmla="*/ 636 h 1892"/>
                <a:gd name="T96" fmla="*/ 11 w 1653"/>
                <a:gd name="T97" fmla="*/ 425 h 1892"/>
                <a:gd name="T98" fmla="*/ 24 w 1653"/>
                <a:gd name="T99" fmla="*/ 242 h 1892"/>
                <a:gd name="T100" fmla="*/ 39 w 1653"/>
                <a:gd name="T101" fmla="*/ 101 h 1892"/>
                <a:gd name="T102" fmla="*/ 49 w 1653"/>
                <a:gd name="T103" fmla="*/ 17 h 18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1653" h="1892">
                  <a:moveTo>
                    <a:pt x="820" y="394"/>
                  </a:moveTo>
                  <a:lnTo>
                    <a:pt x="754" y="399"/>
                  </a:lnTo>
                  <a:lnTo>
                    <a:pt x="687" y="411"/>
                  </a:lnTo>
                  <a:lnTo>
                    <a:pt x="621" y="430"/>
                  </a:lnTo>
                  <a:lnTo>
                    <a:pt x="557" y="456"/>
                  </a:lnTo>
                  <a:lnTo>
                    <a:pt x="495" y="488"/>
                  </a:lnTo>
                  <a:lnTo>
                    <a:pt x="434" y="527"/>
                  </a:lnTo>
                  <a:lnTo>
                    <a:pt x="379" y="572"/>
                  </a:lnTo>
                  <a:lnTo>
                    <a:pt x="329" y="621"/>
                  </a:lnTo>
                  <a:lnTo>
                    <a:pt x="285" y="674"/>
                  </a:lnTo>
                  <a:lnTo>
                    <a:pt x="247" y="731"/>
                  </a:lnTo>
                  <a:lnTo>
                    <a:pt x="214" y="791"/>
                  </a:lnTo>
                  <a:lnTo>
                    <a:pt x="189" y="853"/>
                  </a:lnTo>
                  <a:lnTo>
                    <a:pt x="169" y="917"/>
                  </a:lnTo>
                  <a:lnTo>
                    <a:pt x="155" y="983"/>
                  </a:lnTo>
                  <a:lnTo>
                    <a:pt x="147" y="1050"/>
                  </a:lnTo>
                  <a:lnTo>
                    <a:pt x="147" y="1116"/>
                  </a:lnTo>
                  <a:lnTo>
                    <a:pt x="152" y="1184"/>
                  </a:lnTo>
                  <a:lnTo>
                    <a:pt x="165" y="1251"/>
                  </a:lnTo>
                  <a:lnTo>
                    <a:pt x="183" y="1316"/>
                  </a:lnTo>
                  <a:lnTo>
                    <a:pt x="209" y="1381"/>
                  </a:lnTo>
                  <a:lnTo>
                    <a:pt x="241" y="1443"/>
                  </a:lnTo>
                  <a:lnTo>
                    <a:pt x="279" y="1504"/>
                  </a:lnTo>
                  <a:lnTo>
                    <a:pt x="325" y="1559"/>
                  </a:lnTo>
                  <a:lnTo>
                    <a:pt x="374" y="1609"/>
                  </a:lnTo>
                  <a:lnTo>
                    <a:pt x="428" y="1653"/>
                  </a:lnTo>
                  <a:lnTo>
                    <a:pt x="484" y="1691"/>
                  </a:lnTo>
                  <a:lnTo>
                    <a:pt x="544" y="1723"/>
                  </a:lnTo>
                  <a:lnTo>
                    <a:pt x="606" y="1749"/>
                  </a:lnTo>
                  <a:lnTo>
                    <a:pt x="670" y="1769"/>
                  </a:lnTo>
                  <a:lnTo>
                    <a:pt x="737" y="1783"/>
                  </a:lnTo>
                  <a:lnTo>
                    <a:pt x="803" y="1789"/>
                  </a:lnTo>
                  <a:lnTo>
                    <a:pt x="870" y="1791"/>
                  </a:lnTo>
                  <a:lnTo>
                    <a:pt x="938" y="1785"/>
                  </a:lnTo>
                  <a:lnTo>
                    <a:pt x="1004" y="1773"/>
                  </a:lnTo>
                  <a:lnTo>
                    <a:pt x="1070" y="1754"/>
                  </a:lnTo>
                  <a:lnTo>
                    <a:pt x="1133" y="1729"/>
                  </a:lnTo>
                  <a:lnTo>
                    <a:pt x="1197" y="1696"/>
                  </a:lnTo>
                  <a:lnTo>
                    <a:pt x="1256" y="1657"/>
                  </a:lnTo>
                  <a:lnTo>
                    <a:pt x="1311" y="1613"/>
                  </a:lnTo>
                  <a:lnTo>
                    <a:pt x="1361" y="1563"/>
                  </a:lnTo>
                  <a:lnTo>
                    <a:pt x="1406" y="1510"/>
                  </a:lnTo>
                  <a:lnTo>
                    <a:pt x="1444" y="1454"/>
                  </a:lnTo>
                  <a:lnTo>
                    <a:pt x="1476" y="1394"/>
                  </a:lnTo>
                  <a:lnTo>
                    <a:pt x="1502" y="1331"/>
                  </a:lnTo>
                  <a:lnTo>
                    <a:pt x="1522" y="1268"/>
                  </a:lnTo>
                  <a:lnTo>
                    <a:pt x="1535" y="1201"/>
                  </a:lnTo>
                  <a:lnTo>
                    <a:pt x="1543" y="1135"/>
                  </a:lnTo>
                  <a:lnTo>
                    <a:pt x="1543" y="1068"/>
                  </a:lnTo>
                  <a:lnTo>
                    <a:pt x="1538" y="1000"/>
                  </a:lnTo>
                  <a:lnTo>
                    <a:pt x="1526" y="934"/>
                  </a:lnTo>
                  <a:lnTo>
                    <a:pt x="1507" y="868"/>
                  </a:lnTo>
                  <a:lnTo>
                    <a:pt x="1483" y="804"/>
                  </a:lnTo>
                  <a:lnTo>
                    <a:pt x="1450" y="742"/>
                  </a:lnTo>
                  <a:lnTo>
                    <a:pt x="1411" y="682"/>
                  </a:lnTo>
                  <a:lnTo>
                    <a:pt x="1365" y="626"/>
                  </a:lnTo>
                  <a:lnTo>
                    <a:pt x="1317" y="576"/>
                  </a:lnTo>
                  <a:lnTo>
                    <a:pt x="1263" y="532"/>
                  </a:lnTo>
                  <a:lnTo>
                    <a:pt x="1206" y="493"/>
                  </a:lnTo>
                  <a:lnTo>
                    <a:pt x="1147" y="462"/>
                  </a:lnTo>
                  <a:lnTo>
                    <a:pt x="1085" y="435"/>
                  </a:lnTo>
                  <a:lnTo>
                    <a:pt x="1020" y="416"/>
                  </a:lnTo>
                  <a:lnTo>
                    <a:pt x="955" y="402"/>
                  </a:lnTo>
                  <a:lnTo>
                    <a:pt x="888" y="395"/>
                  </a:lnTo>
                  <a:lnTo>
                    <a:pt x="820" y="394"/>
                  </a:lnTo>
                  <a:close/>
                  <a:moveTo>
                    <a:pt x="51" y="0"/>
                  </a:moveTo>
                  <a:lnTo>
                    <a:pt x="55" y="0"/>
                  </a:lnTo>
                  <a:lnTo>
                    <a:pt x="69" y="2"/>
                  </a:lnTo>
                  <a:lnTo>
                    <a:pt x="89" y="6"/>
                  </a:lnTo>
                  <a:lnTo>
                    <a:pt x="117" y="12"/>
                  </a:lnTo>
                  <a:lnTo>
                    <a:pt x="151" y="19"/>
                  </a:lnTo>
                  <a:lnTo>
                    <a:pt x="193" y="27"/>
                  </a:lnTo>
                  <a:lnTo>
                    <a:pt x="239" y="37"/>
                  </a:lnTo>
                  <a:lnTo>
                    <a:pt x="290" y="48"/>
                  </a:lnTo>
                  <a:lnTo>
                    <a:pt x="345" y="62"/>
                  </a:lnTo>
                  <a:lnTo>
                    <a:pt x="406" y="77"/>
                  </a:lnTo>
                  <a:lnTo>
                    <a:pt x="468" y="93"/>
                  </a:lnTo>
                  <a:lnTo>
                    <a:pt x="534" y="109"/>
                  </a:lnTo>
                  <a:lnTo>
                    <a:pt x="602" y="128"/>
                  </a:lnTo>
                  <a:lnTo>
                    <a:pt x="672" y="148"/>
                  </a:lnTo>
                  <a:lnTo>
                    <a:pt x="742" y="171"/>
                  </a:lnTo>
                  <a:lnTo>
                    <a:pt x="813" y="194"/>
                  </a:lnTo>
                  <a:lnTo>
                    <a:pt x="884" y="218"/>
                  </a:lnTo>
                  <a:lnTo>
                    <a:pt x="954" y="244"/>
                  </a:lnTo>
                  <a:lnTo>
                    <a:pt x="1024" y="271"/>
                  </a:lnTo>
                  <a:lnTo>
                    <a:pt x="1090" y="299"/>
                  </a:lnTo>
                  <a:lnTo>
                    <a:pt x="1155" y="329"/>
                  </a:lnTo>
                  <a:lnTo>
                    <a:pt x="1217" y="361"/>
                  </a:lnTo>
                  <a:lnTo>
                    <a:pt x="1275" y="394"/>
                  </a:lnTo>
                  <a:lnTo>
                    <a:pt x="1330" y="427"/>
                  </a:lnTo>
                  <a:lnTo>
                    <a:pt x="1379" y="462"/>
                  </a:lnTo>
                  <a:lnTo>
                    <a:pt x="1423" y="499"/>
                  </a:lnTo>
                  <a:lnTo>
                    <a:pt x="1462" y="537"/>
                  </a:lnTo>
                  <a:lnTo>
                    <a:pt x="1495" y="576"/>
                  </a:lnTo>
                  <a:lnTo>
                    <a:pt x="1537" y="639"/>
                  </a:lnTo>
                  <a:lnTo>
                    <a:pt x="1572" y="704"/>
                  </a:lnTo>
                  <a:lnTo>
                    <a:pt x="1600" y="771"/>
                  </a:lnTo>
                  <a:lnTo>
                    <a:pt x="1623" y="840"/>
                  </a:lnTo>
                  <a:lnTo>
                    <a:pt x="1639" y="910"/>
                  </a:lnTo>
                  <a:lnTo>
                    <a:pt x="1649" y="980"/>
                  </a:lnTo>
                  <a:lnTo>
                    <a:pt x="1653" y="1052"/>
                  </a:lnTo>
                  <a:lnTo>
                    <a:pt x="1650" y="1122"/>
                  </a:lnTo>
                  <a:lnTo>
                    <a:pt x="1642" y="1192"/>
                  </a:lnTo>
                  <a:lnTo>
                    <a:pt x="1628" y="1262"/>
                  </a:lnTo>
                  <a:lnTo>
                    <a:pt x="1608" y="1330"/>
                  </a:lnTo>
                  <a:lnTo>
                    <a:pt x="1582" y="1396"/>
                  </a:lnTo>
                  <a:lnTo>
                    <a:pt x="1551" y="1460"/>
                  </a:lnTo>
                  <a:lnTo>
                    <a:pt x="1515" y="1521"/>
                  </a:lnTo>
                  <a:lnTo>
                    <a:pt x="1472" y="1579"/>
                  </a:lnTo>
                  <a:lnTo>
                    <a:pt x="1423" y="1634"/>
                  </a:lnTo>
                  <a:lnTo>
                    <a:pt x="1371" y="1686"/>
                  </a:lnTo>
                  <a:lnTo>
                    <a:pt x="1311" y="1733"/>
                  </a:lnTo>
                  <a:lnTo>
                    <a:pt x="1248" y="1775"/>
                  </a:lnTo>
                  <a:lnTo>
                    <a:pt x="1183" y="1810"/>
                  </a:lnTo>
                  <a:lnTo>
                    <a:pt x="1116" y="1838"/>
                  </a:lnTo>
                  <a:lnTo>
                    <a:pt x="1047" y="1861"/>
                  </a:lnTo>
                  <a:lnTo>
                    <a:pt x="977" y="1877"/>
                  </a:lnTo>
                  <a:lnTo>
                    <a:pt x="907" y="1888"/>
                  </a:lnTo>
                  <a:lnTo>
                    <a:pt x="835" y="1892"/>
                  </a:lnTo>
                  <a:lnTo>
                    <a:pt x="765" y="1889"/>
                  </a:lnTo>
                  <a:lnTo>
                    <a:pt x="695" y="1881"/>
                  </a:lnTo>
                  <a:lnTo>
                    <a:pt x="625" y="1868"/>
                  </a:lnTo>
                  <a:lnTo>
                    <a:pt x="557" y="1847"/>
                  </a:lnTo>
                  <a:lnTo>
                    <a:pt x="491" y="1822"/>
                  </a:lnTo>
                  <a:lnTo>
                    <a:pt x="426" y="1791"/>
                  </a:lnTo>
                  <a:lnTo>
                    <a:pt x="366" y="1753"/>
                  </a:lnTo>
                  <a:lnTo>
                    <a:pt x="306" y="1711"/>
                  </a:lnTo>
                  <a:lnTo>
                    <a:pt x="252" y="1663"/>
                  </a:lnTo>
                  <a:lnTo>
                    <a:pt x="201" y="1609"/>
                  </a:lnTo>
                  <a:lnTo>
                    <a:pt x="154" y="1549"/>
                  </a:lnTo>
                  <a:lnTo>
                    <a:pt x="125" y="1508"/>
                  </a:lnTo>
                  <a:lnTo>
                    <a:pt x="103" y="1459"/>
                  </a:lnTo>
                  <a:lnTo>
                    <a:pt x="81" y="1405"/>
                  </a:lnTo>
                  <a:lnTo>
                    <a:pt x="63" y="1347"/>
                  </a:lnTo>
                  <a:lnTo>
                    <a:pt x="47" y="1285"/>
                  </a:lnTo>
                  <a:lnTo>
                    <a:pt x="35" y="1220"/>
                  </a:lnTo>
                  <a:lnTo>
                    <a:pt x="24" y="1152"/>
                  </a:lnTo>
                  <a:lnTo>
                    <a:pt x="15" y="1080"/>
                  </a:lnTo>
                  <a:lnTo>
                    <a:pt x="9" y="1007"/>
                  </a:lnTo>
                  <a:lnTo>
                    <a:pt x="4" y="934"/>
                  </a:lnTo>
                  <a:lnTo>
                    <a:pt x="1" y="859"/>
                  </a:lnTo>
                  <a:lnTo>
                    <a:pt x="0" y="785"/>
                  </a:lnTo>
                  <a:lnTo>
                    <a:pt x="0" y="709"/>
                  </a:lnTo>
                  <a:lnTo>
                    <a:pt x="1" y="636"/>
                  </a:lnTo>
                  <a:lnTo>
                    <a:pt x="4" y="563"/>
                  </a:lnTo>
                  <a:lnTo>
                    <a:pt x="7" y="493"/>
                  </a:lnTo>
                  <a:lnTo>
                    <a:pt x="11" y="425"/>
                  </a:lnTo>
                  <a:lnTo>
                    <a:pt x="15" y="360"/>
                  </a:lnTo>
                  <a:lnTo>
                    <a:pt x="19" y="299"/>
                  </a:lnTo>
                  <a:lnTo>
                    <a:pt x="24" y="242"/>
                  </a:lnTo>
                  <a:lnTo>
                    <a:pt x="30" y="190"/>
                  </a:lnTo>
                  <a:lnTo>
                    <a:pt x="34" y="143"/>
                  </a:lnTo>
                  <a:lnTo>
                    <a:pt x="39" y="101"/>
                  </a:lnTo>
                  <a:lnTo>
                    <a:pt x="43" y="66"/>
                  </a:lnTo>
                  <a:lnTo>
                    <a:pt x="46" y="37"/>
                  </a:lnTo>
                  <a:lnTo>
                    <a:pt x="49" y="17"/>
                  </a:lnTo>
                  <a:lnTo>
                    <a:pt x="50" y="4"/>
                  </a:lnTo>
                  <a:lnTo>
                    <a:pt x="51" y="0"/>
                  </a:lnTo>
                  <a:close/>
                </a:path>
              </a:pathLst>
            </a:custGeom>
            <a:solidFill>
              <a:schemeClr val="accent6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9" name="Freeform 74"/>
            <p:cNvSpPr>
              <a:spLocks noEditPoints="1"/>
            </p:cNvSpPr>
            <p:nvPr/>
          </p:nvSpPr>
          <p:spPr bwMode="auto">
            <a:xfrm>
              <a:off x="6650038" y="4946650"/>
              <a:ext cx="517525" cy="635000"/>
            </a:xfrm>
            <a:custGeom>
              <a:avLst/>
              <a:gdLst>
                <a:gd name="T0" fmla="*/ 2003 w 2939"/>
                <a:gd name="T1" fmla="*/ 2890 h 3600"/>
                <a:gd name="T2" fmla="*/ 1859 w 2939"/>
                <a:gd name="T3" fmla="*/ 2961 h 3600"/>
                <a:gd name="T4" fmla="*/ 2195 w 2939"/>
                <a:gd name="T5" fmla="*/ 3289 h 3600"/>
                <a:gd name="T6" fmla="*/ 2729 w 2939"/>
                <a:gd name="T7" fmla="*/ 2753 h 3600"/>
                <a:gd name="T8" fmla="*/ 2634 w 2939"/>
                <a:gd name="T9" fmla="*/ 2623 h 3600"/>
                <a:gd name="T10" fmla="*/ 1495 w 2939"/>
                <a:gd name="T11" fmla="*/ 2623 h 3600"/>
                <a:gd name="T12" fmla="*/ 949 w 2939"/>
                <a:gd name="T13" fmla="*/ 2664 h 3600"/>
                <a:gd name="T14" fmla="*/ 963 w 2939"/>
                <a:gd name="T15" fmla="*/ 2522 h 3600"/>
                <a:gd name="T16" fmla="*/ 838 w 2939"/>
                <a:gd name="T17" fmla="*/ 2470 h 3600"/>
                <a:gd name="T18" fmla="*/ 456 w 2939"/>
                <a:gd name="T19" fmla="*/ 2606 h 3600"/>
                <a:gd name="T20" fmla="*/ 488 w 2939"/>
                <a:gd name="T21" fmla="*/ 2522 h 3600"/>
                <a:gd name="T22" fmla="*/ 2269 w 2939"/>
                <a:gd name="T23" fmla="*/ 2263 h 3600"/>
                <a:gd name="T24" fmla="*/ 2743 w 2939"/>
                <a:gd name="T25" fmla="*/ 2459 h 3600"/>
                <a:gd name="T26" fmla="*/ 2939 w 2939"/>
                <a:gd name="T27" fmla="*/ 2931 h 3600"/>
                <a:gd name="T28" fmla="*/ 2743 w 2939"/>
                <a:gd name="T29" fmla="*/ 3404 h 3600"/>
                <a:gd name="T30" fmla="*/ 2269 w 2939"/>
                <a:gd name="T31" fmla="*/ 3600 h 3600"/>
                <a:gd name="T32" fmla="*/ 1795 w 2939"/>
                <a:gd name="T33" fmla="*/ 3404 h 3600"/>
                <a:gd name="T34" fmla="*/ 1599 w 2939"/>
                <a:gd name="T35" fmla="*/ 2931 h 3600"/>
                <a:gd name="T36" fmla="*/ 1795 w 2939"/>
                <a:gd name="T37" fmla="*/ 2459 h 3600"/>
                <a:gd name="T38" fmla="*/ 2269 w 2939"/>
                <a:gd name="T39" fmla="*/ 2263 h 3600"/>
                <a:gd name="T40" fmla="*/ 1599 w 2939"/>
                <a:gd name="T41" fmla="*/ 2160 h 3600"/>
                <a:gd name="T42" fmla="*/ 949 w 2939"/>
                <a:gd name="T43" fmla="*/ 2201 h 3600"/>
                <a:gd name="T44" fmla="*/ 963 w 2939"/>
                <a:gd name="T45" fmla="*/ 2060 h 3600"/>
                <a:gd name="T46" fmla="*/ 838 w 2939"/>
                <a:gd name="T47" fmla="*/ 2029 h 3600"/>
                <a:gd name="T48" fmla="*/ 456 w 2939"/>
                <a:gd name="T49" fmla="*/ 2165 h 3600"/>
                <a:gd name="T50" fmla="*/ 488 w 2939"/>
                <a:gd name="T51" fmla="*/ 2081 h 3600"/>
                <a:gd name="T52" fmla="*/ 980 w 2939"/>
                <a:gd name="T53" fmla="*/ 1646 h 3600"/>
                <a:gd name="T54" fmla="*/ 1854 w 2939"/>
                <a:gd name="T55" fmla="*/ 1765 h 3600"/>
                <a:gd name="T56" fmla="*/ 938 w 2939"/>
                <a:gd name="T57" fmla="*/ 1779 h 3600"/>
                <a:gd name="T58" fmla="*/ 980 w 2939"/>
                <a:gd name="T59" fmla="*/ 1646 h 3600"/>
                <a:gd name="T60" fmla="*/ 830 w 2939"/>
                <a:gd name="T61" fmla="*/ 1605 h 3600"/>
                <a:gd name="T62" fmla="*/ 446 w 2939"/>
                <a:gd name="T63" fmla="*/ 1717 h 3600"/>
                <a:gd name="T64" fmla="*/ 502 w 2939"/>
                <a:gd name="T65" fmla="*/ 1647 h 3600"/>
                <a:gd name="T66" fmla="*/ 1804 w 2939"/>
                <a:gd name="T67" fmla="*/ 1183 h 3600"/>
                <a:gd name="T68" fmla="*/ 1846 w 2939"/>
                <a:gd name="T69" fmla="*/ 1316 h 3600"/>
                <a:gd name="T70" fmla="*/ 931 w 2939"/>
                <a:gd name="T71" fmla="*/ 1301 h 3600"/>
                <a:gd name="T72" fmla="*/ 798 w 2939"/>
                <a:gd name="T73" fmla="*/ 1068 h 3600"/>
                <a:gd name="T74" fmla="*/ 640 w 2939"/>
                <a:gd name="T75" fmla="*/ 1360 h 3600"/>
                <a:gd name="T76" fmla="*/ 440 w 2939"/>
                <a:gd name="T77" fmla="*/ 1246 h 3600"/>
                <a:gd name="T78" fmla="*/ 515 w 2939"/>
                <a:gd name="T79" fmla="*/ 1197 h 3600"/>
                <a:gd name="T80" fmla="*/ 569 w 2939"/>
                <a:gd name="T81" fmla="*/ 386 h 3600"/>
                <a:gd name="T82" fmla="*/ 706 w 2939"/>
                <a:gd name="T83" fmla="*/ 640 h 3600"/>
                <a:gd name="T84" fmla="*/ 1648 w 2939"/>
                <a:gd name="T85" fmla="*/ 619 h 3600"/>
                <a:gd name="T86" fmla="*/ 1748 w 2939"/>
                <a:gd name="T87" fmla="*/ 360 h 3600"/>
                <a:gd name="T88" fmla="*/ 2285 w 2939"/>
                <a:gd name="T89" fmla="*/ 454 h 3600"/>
                <a:gd name="T90" fmla="*/ 2198 w 2939"/>
                <a:gd name="T91" fmla="*/ 2112 h 3600"/>
                <a:gd name="T92" fmla="*/ 1465 w 2939"/>
                <a:gd name="T93" fmla="*/ 3116 h 3600"/>
                <a:gd name="T94" fmla="*/ 49 w 2939"/>
                <a:gd name="T95" fmla="*/ 3167 h 3600"/>
                <a:gd name="T96" fmla="*/ 22 w 2939"/>
                <a:gd name="T97" fmla="*/ 471 h 3600"/>
                <a:gd name="T98" fmla="*/ 1160 w 2939"/>
                <a:gd name="T99" fmla="*/ 103 h 3600"/>
                <a:gd name="T100" fmla="*/ 1094 w 2939"/>
                <a:gd name="T101" fmla="*/ 219 h 3600"/>
                <a:gd name="T102" fmla="*/ 1227 w 2939"/>
                <a:gd name="T103" fmla="*/ 219 h 3600"/>
                <a:gd name="T104" fmla="*/ 1160 w 2939"/>
                <a:gd name="T105" fmla="*/ 103 h 3600"/>
                <a:gd name="T106" fmla="*/ 1317 w 2939"/>
                <a:gd name="T107" fmla="*/ 88 h 3600"/>
                <a:gd name="T108" fmla="*/ 1379 w 2939"/>
                <a:gd name="T109" fmla="*/ 247 h 3600"/>
                <a:gd name="T110" fmla="*/ 1624 w 2939"/>
                <a:gd name="T111" fmla="*/ 324 h 3600"/>
                <a:gd name="T112" fmla="*/ 1605 w 2939"/>
                <a:gd name="T113" fmla="*/ 521 h 3600"/>
                <a:gd name="T114" fmla="*/ 738 w 2939"/>
                <a:gd name="T115" fmla="*/ 540 h 3600"/>
                <a:gd name="T116" fmla="*/ 682 w 2939"/>
                <a:gd name="T117" fmla="*/ 350 h 3600"/>
                <a:gd name="T118" fmla="*/ 923 w 2939"/>
                <a:gd name="T119" fmla="*/ 254 h 3600"/>
                <a:gd name="T120" fmla="*/ 991 w 2939"/>
                <a:gd name="T121" fmla="*/ 116 h 3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2939" h="3600">
                  <a:moveTo>
                    <a:pt x="2634" y="2623"/>
                  </a:moveTo>
                  <a:lnTo>
                    <a:pt x="2613" y="2625"/>
                  </a:lnTo>
                  <a:lnTo>
                    <a:pt x="2591" y="2630"/>
                  </a:lnTo>
                  <a:lnTo>
                    <a:pt x="2570" y="2641"/>
                  </a:lnTo>
                  <a:lnTo>
                    <a:pt x="2552" y="2657"/>
                  </a:lnTo>
                  <a:lnTo>
                    <a:pt x="2205" y="3047"/>
                  </a:lnTo>
                  <a:lnTo>
                    <a:pt x="2024" y="2903"/>
                  </a:lnTo>
                  <a:lnTo>
                    <a:pt x="2003" y="2890"/>
                  </a:lnTo>
                  <a:lnTo>
                    <a:pt x="1982" y="2882"/>
                  </a:lnTo>
                  <a:lnTo>
                    <a:pt x="1960" y="2880"/>
                  </a:lnTo>
                  <a:lnTo>
                    <a:pt x="1937" y="2882"/>
                  </a:lnTo>
                  <a:lnTo>
                    <a:pt x="1915" y="2890"/>
                  </a:lnTo>
                  <a:lnTo>
                    <a:pt x="1895" y="2902"/>
                  </a:lnTo>
                  <a:lnTo>
                    <a:pt x="1879" y="2918"/>
                  </a:lnTo>
                  <a:lnTo>
                    <a:pt x="1866" y="2939"/>
                  </a:lnTo>
                  <a:lnTo>
                    <a:pt x="1859" y="2961"/>
                  </a:lnTo>
                  <a:lnTo>
                    <a:pt x="1856" y="2983"/>
                  </a:lnTo>
                  <a:lnTo>
                    <a:pt x="1859" y="3005"/>
                  </a:lnTo>
                  <a:lnTo>
                    <a:pt x="1866" y="3027"/>
                  </a:lnTo>
                  <a:lnTo>
                    <a:pt x="1878" y="3046"/>
                  </a:lnTo>
                  <a:lnTo>
                    <a:pt x="1895" y="3063"/>
                  </a:lnTo>
                  <a:lnTo>
                    <a:pt x="2152" y="3268"/>
                  </a:lnTo>
                  <a:lnTo>
                    <a:pt x="2173" y="3281"/>
                  </a:lnTo>
                  <a:lnTo>
                    <a:pt x="2195" y="3289"/>
                  </a:lnTo>
                  <a:lnTo>
                    <a:pt x="2217" y="3291"/>
                  </a:lnTo>
                  <a:lnTo>
                    <a:pt x="2239" y="3289"/>
                  </a:lnTo>
                  <a:lnTo>
                    <a:pt x="2258" y="3283"/>
                  </a:lnTo>
                  <a:lnTo>
                    <a:pt x="2278" y="3272"/>
                  </a:lnTo>
                  <a:lnTo>
                    <a:pt x="2294" y="3257"/>
                  </a:lnTo>
                  <a:lnTo>
                    <a:pt x="2707" y="2794"/>
                  </a:lnTo>
                  <a:lnTo>
                    <a:pt x="2720" y="2774"/>
                  </a:lnTo>
                  <a:lnTo>
                    <a:pt x="2729" y="2753"/>
                  </a:lnTo>
                  <a:lnTo>
                    <a:pt x="2733" y="2731"/>
                  </a:lnTo>
                  <a:lnTo>
                    <a:pt x="2731" y="2709"/>
                  </a:lnTo>
                  <a:lnTo>
                    <a:pt x="2725" y="2687"/>
                  </a:lnTo>
                  <a:lnTo>
                    <a:pt x="2714" y="2666"/>
                  </a:lnTo>
                  <a:lnTo>
                    <a:pt x="2698" y="2649"/>
                  </a:lnTo>
                  <a:lnTo>
                    <a:pt x="2678" y="2636"/>
                  </a:lnTo>
                  <a:lnTo>
                    <a:pt x="2657" y="2627"/>
                  </a:lnTo>
                  <a:lnTo>
                    <a:pt x="2634" y="2623"/>
                  </a:lnTo>
                  <a:close/>
                  <a:moveTo>
                    <a:pt x="980" y="2520"/>
                  </a:moveTo>
                  <a:lnTo>
                    <a:pt x="1444" y="2520"/>
                  </a:lnTo>
                  <a:lnTo>
                    <a:pt x="1460" y="2522"/>
                  </a:lnTo>
                  <a:lnTo>
                    <a:pt x="1474" y="2530"/>
                  </a:lnTo>
                  <a:lnTo>
                    <a:pt x="1485" y="2541"/>
                  </a:lnTo>
                  <a:lnTo>
                    <a:pt x="1493" y="2555"/>
                  </a:lnTo>
                  <a:lnTo>
                    <a:pt x="1495" y="2571"/>
                  </a:lnTo>
                  <a:lnTo>
                    <a:pt x="1495" y="2623"/>
                  </a:lnTo>
                  <a:lnTo>
                    <a:pt x="1493" y="2639"/>
                  </a:lnTo>
                  <a:lnTo>
                    <a:pt x="1485" y="2653"/>
                  </a:lnTo>
                  <a:lnTo>
                    <a:pt x="1474" y="2664"/>
                  </a:lnTo>
                  <a:lnTo>
                    <a:pt x="1460" y="2672"/>
                  </a:lnTo>
                  <a:lnTo>
                    <a:pt x="1444" y="2674"/>
                  </a:lnTo>
                  <a:lnTo>
                    <a:pt x="980" y="2674"/>
                  </a:lnTo>
                  <a:lnTo>
                    <a:pt x="963" y="2672"/>
                  </a:lnTo>
                  <a:lnTo>
                    <a:pt x="949" y="2664"/>
                  </a:lnTo>
                  <a:lnTo>
                    <a:pt x="938" y="2653"/>
                  </a:lnTo>
                  <a:lnTo>
                    <a:pt x="931" y="2639"/>
                  </a:lnTo>
                  <a:lnTo>
                    <a:pt x="928" y="2623"/>
                  </a:lnTo>
                  <a:lnTo>
                    <a:pt x="928" y="2571"/>
                  </a:lnTo>
                  <a:lnTo>
                    <a:pt x="931" y="2555"/>
                  </a:lnTo>
                  <a:lnTo>
                    <a:pt x="938" y="2541"/>
                  </a:lnTo>
                  <a:lnTo>
                    <a:pt x="949" y="2530"/>
                  </a:lnTo>
                  <a:lnTo>
                    <a:pt x="963" y="2522"/>
                  </a:lnTo>
                  <a:lnTo>
                    <a:pt x="980" y="2520"/>
                  </a:lnTo>
                  <a:close/>
                  <a:moveTo>
                    <a:pt x="798" y="2404"/>
                  </a:moveTo>
                  <a:lnTo>
                    <a:pt x="812" y="2408"/>
                  </a:lnTo>
                  <a:lnTo>
                    <a:pt x="826" y="2416"/>
                  </a:lnTo>
                  <a:lnTo>
                    <a:pt x="835" y="2427"/>
                  </a:lnTo>
                  <a:lnTo>
                    <a:pt x="841" y="2441"/>
                  </a:lnTo>
                  <a:lnTo>
                    <a:pt x="841" y="2456"/>
                  </a:lnTo>
                  <a:lnTo>
                    <a:pt x="838" y="2470"/>
                  </a:lnTo>
                  <a:lnTo>
                    <a:pt x="830" y="2483"/>
                  </a:lnTo>
                  <a:lnTo>
                    <a:pt x="640" y="2696"/>
                  </a:lnTo>
                  <a:lnTo>
                    <a:pt x="629" y="2704"/>
                  </a:lnTo>
                  <a:lnTo>
                    <a:pt x="617" y="2710"/>
                  </a:lnTo>
                  <a:lnTo>
                    <a:pt x="604" y="2712"/>
                  </a:lnTo>
                  <a:lnTo>
                    <a:pt x="588" y="2709"/>
                  </a:lnTo>
                  <a:lnTo>
                    <a:pt x="574" y="2701"/>
                  </a:lnTo>
                  <a:lnTo>
                    <a:pt x="456" y="2606"/>
                  </a:lnTo>
                  <a:lnTo>
                    <a:pt x="446" y="2595"/>
                  </a:lnTo>
                  <a:lnTo>
                    <a:pt x="440" y="2582"/>
                  </a:lnTo>
                  <a:lnTo>
                    <a:pt x="438" y="2568"/>
                  </a:lnTo>
                  <a:lnTo>
                    <a:pt x="441" y="2554"/>
                  </a:lnTo>
                  <a:lnTo>
                    <a:pt x="448" y="2540"/>
                  </a:lnTo>
                  <a:lnTo>
                    <a:pt x="459" y="2530"/>
                  </a:lnTo>
                  <a:lnTo>
                    <a:pt x="473" y="2524"/>
                  </a:lnTo>
                  <a:lnTo>
                    <a:pt x="488" y="2522"/>
                  </a:lnTo>
                  <a:lnTo>
                    <a:pt x="502" y="2525"/>
                  </a:lnTo>
                  <a:lnTo>
                    <a:pt x="515" y="2533"/>
                  </a:lnTo>
                  <a:lnTo>
                    <a:pt x="598" y="2600"/>
                  </a:lnTo>
                  <a:lnTo>
                    <a:pt x="759" y="2420"/>
                  </a:lnTo>
                  <a:lnTo>
                    <a:pt x="770" y="2410"/>
                  </a:lnTo>
                  <a:lnTo>
                    <a:pt x="784" y="2405"/>
                  </a:lnTo>
                  <a:lnTo>
                    <a:pt x="798" y="2404"/>
                  </a:lnTo>
                  <a:close/>
                  <a:moveTo>
                    <a:pt x="2269" y="2263"/>
                  </a:moveTo>
                  <a:lnTo>
                    <a:pt x="2337" y="2266"/>
                  </a:lnTo>
                  <a:lnTo>
                    <a:pt x="2404" y="2277"/>
                  </a:lnTo>
                  <a:lnTo>
                    <a:pt x="2468" y="2293"/>
                  </a:lnTo>
                  <a:lnTo>
                    <a:pt x="2530" y="2315"/>
                  </a:lnTo>
                  <a:lnTo>
                    <a:pt x="2589" y="2343"/>
                  </a:lnTo>
                  <a:lnTo>
                    <a:pt x="2643" y="2377"/>
                  </a:lnTo>
                  <a:lnTo>
                    <a:pt x="2695" y="2415"/>
                  </a:lnTo>
                  <a:lnTo>
                    <a:pt x="2743" y="2459"/>
                  </a:lnTo>
                  <a:lnTo>
                    <a:pt x="2785" y="2506"/>
                  </a:lnTo>
                  <a:lnTo>
                    <a:pt x="2825" y="2557"/>
                  </a:lnTo>
                  <a:lnTo>
                    <a:pt x="2858" y="2613"/>
                  </a:lnTo>
                  <a:lnTo>
                    <a:pt x="2886" y="2672"/>
                  </a:lnTo>
                  <a:lnTo>
                    <a:pt x="2909" y="2733"/>
                  </a:lnTo>
                  <a:lnTo>
                    <a:pt x="2925" y="2797"/>
                  </a:lnTo>
                  <a:lnTo>
                    <a:pt x="2935" y="2863"/>
                  </a:lnTo>
                  <a:lnTo>
                    <a:pt x="2939" y="2931"/>
                  </a:lnTo>
                  <a:lnTo>
                    <a:pt x="2935" y="3000"/>
                  </a:lnTo>
                  <a:lnTo>
                    <a:pt x="2925" y="3067"/>
                  </a:lnTo>
                  <a:lnTo>
                    <a:pt x="2909" y="3130"/>
                  </a:lnTo>
                  <a:lnTo>
                    <a:pt x="2886" y="3192"/>
                  </a:lnTo>
                  <a:lnTo>
                    <a:pt x="2858" y="3250"/>
                  </a:lnTo>
                  <a:lnTo>
                    <a:pt x="2825" y="3305"/>
                  </a:lnTo>
                  <a:lnTo>
                    <a:pt x="2785" y="3357"/>
                  </a:lnTo>
                  <a:lnTo>
                    <a:pt x="2743" y="3404"/>
                  </a:lnTo>
                  <a:lnTo>
                    <a:pt x="2695" y="3447"/>
                  </a:lnTo>
                  <a:lnTo>
                    <a:pt x="2643" y="3485"/>
                  </a:lnTo>
                  <a:lnTo>
                    <a:pt x="2589" y="3519"/>
                  </a:lnTo>
                  <a:lnTo>
                    <a:pt x="2530" y="3548"/>
                  </a:lnTo>
                  <a:lnTo>
                    <a:pt x="2468" y="3569"/>
                  </a:lnTo>
                  <a:lnTo>
                    <a:pt x="2404" y="3587"/>
                  </a:lnTo>
                  <a:lnTo>
                    <a:pt x="2337" y="3597"/>
                  </a:lnTo>
                  <a:lnTo>
                    <a:pt x="2269" y="3600"/>
                  </a:lnTo>
                  <a:lnTo>
                    <a:pt x="2200" y="3597"/>
                  </a:lnTo>
                  <a:lnTo>
                    <a:pt x="2134" y="3587"/>
                  </a:lnTo>
                  <a:lnTo>
                    <a:pt x="2069" y="3569"/>
                  </a:lnTo>
                  <a:lnTo>
                    <a:pt x="2008" y="3548"/>
                  </a:lnTo>
                  <a:lnTo>
                    <a:pt x="1949" y="3519"/>
                  </a:lnTo>
                  <a:lnTo>
                    <a:pt x="1894" y="3485"/>
                  </a:lnTo>
                  <a:lnTo>
                    <a:pt x="1843" y="3447"/>
                  </a:lnTo>
                  <a:lnTo>
                    <a:pt x="1795" y="3404"/>
                  </a:lnTo>
                  <a:lnTo>
                    <a:pt x="1752" y="3357"/>
                  </a:lnTo>
                  <a:lnTo>
                    <a:pt x="1713" y="3305"/>
                  </a:lnTo>
                  <a:lnTo>
                    <a:pt x="1680" y="3250"/>
                  </a:lnTo>
                  <a:lnTo>
                    <a:pt x="1651" y="3192"/>
                  </a:lnTo>
                  <a:lnTo>
                    <a:pt x="1628" y="3130"/>
                  </a:lnTo>
                  <a:lnTo>
                    <a:pt x="1612" y="3067"/>
                  </a:lnTo>
                  <a:lnTo>
                    <a:pt x="1602" y="3000"/>
                  </a:lnTo>
                  <a:lnTo>
                    <a:pt x="1599" y="2931"/>
                  </a:lnTo>
                  <a:lnTo>
                    <a:pt x="1602" y="2863"/>
                  </a:lnTo>
                  <a:lnTo>
                    <a:pt x="1612" y="2797"/>
                  </a:lnTo>
                  <a:lnTo>
                    <a:pt x="1628" y="2733"/>
                  </a:lnTo>
                  <a:lnTo>
                    <a:pt x="1651" y="2672"/>
                  </a:lnTo>
                  <a:lnTo>
                    <a:pt x="1680" y="2613"/>
                  </a:lnTo>
                  <a:lnTo>
                    <a:pt x="1713" y="2557"/>
                  </a:lnTo>
                  <a:lnTo>
                    <a:pt x="1752" y="2506"/>
                  </a:lnTo>
                  <a:lnTo>
                    <a:pt x="1795" y="2459"/>
                  </a:lnTo>
                  <a:lnTo>
                    <a:pt x="1843" y="2415"/>
                  </a:lnTo>
                  <a:lnTo>
                    <a:pt x="1894" y="2377"/>
                  </a:lnTo>
                  <a:lnTo>
                    <a:pt x="1949" y="2343"/>
                  </a:lnTo>
                  <a:lnTo>
                    <a:pt x="2008" y="2315"/>
                  </a:lnTo>
                  <a:lnTo>
                    <a:pt x="2069" y="2293"/>
                  </a:lnTo>
                  <a:lnTo>
                    <a:pt x="2134" y="2277"/>
                  </a:lnTo>
                  <a:lnTo>
                    <a:pt x="2200" y="2266"/>
                  </a:lnTo>
                  <a:lnTo>
                    <a:pt x="2269" y="2263"/>
                  </a:lnTo>
                  <a:close/>
                  <a:moveTo>
                    <a:pt x="980" y="2057"/>
                  </a:moveTo>
                  <a:lnTo>
                    <a:pt x="1547" y="2057"/>
                  </a:lnTo>
                  <a:lnTo>
                    <a:pt x="1563" y="2060"/>
                  </a:lnTo>
                  <a:lnTo>
                    <a:pt x="1577" y="2067"/>
                  </a:lnTo>
                  <a:lnTo>
                    <a:pt x="1589" y="2078"/>
                  </a:lnTo>
                  <a:lnTo>
                    <a:pt x="1596" y="2092"/>
                  </a:lnTo>
                  <a:lnTo>
                    <a:pt x="1599" y="2109"/>
                  </a:lnTo>
                  <a:lnTo>
                    <a:pt x="1599" y="2160"/>
                  </a:lnTo>
                  <a:lnTo>
                    <a:pt x="1596" y="2176"/>
                  </a:lnTo>
                  <a:lnTo>
                    <a:pt x="1589" y="2191"/>
                  </a:lnTo>
                  <a:lnTo>
                    <a:pt x="1577" y="2201"/>
                  </a:lnTo>
                  <a:lnTo>
                    <a:pt x="1563" y="2209"/>
                  </a:lnTo>
                  <a:lnTo>
                    <a:pt x="1547" y="2211"/>
                  </a:lnTo>
                  <a:lnTo>
                    <a:pt x="980" y="2211"/>
                  </a:lnTo>
                  <a:lnTo>
                    <a:pt x="963" y="2209"/>
                  </a:lnTo>
                  <a:lnTo>
                    <a:pt x="949" y="2201"/>
                  </a:lnTo>
                  <a:lnTo>
                    <a:pt x="938" y="2191"/>
                  </a:lnTo>
                  <a:lnTo>
                    <a:pt x="931" y="2176"/>
                  </a:lnTo>
                  <a:lnTo>
                    <a:pt x="928" y="2160"/>
                  </a:lnTo>
                  <a:lnTo>
                    <a:pt x="928" y="2109"/>
                  </a:lnTo>
                  <a:lnTo>
                    <a:pt x="931" y="2092"/>
                  </a:lnTo>
                  <a:lnTo>
                    <a:pt x="938" y="2078"/>
                  </a:lnTo>
                  <a:lnTo>
                    <a:pt x="949" y="2067"/>
                  </a:lnTo>
                  <a:lnTo>
                    <a:pt x="963" y="2060"/>
                  </a:lnTo>
                  <a:lnTo>
                    <a:pt x="980" y="2057"/>
                  </a:lnTo>
                  <a:close/>
                  <a:moveTo>
                    <a:pt x="798" y="1964"/>
                  </a:moveTo>
                  <a:lnTo>
                    <a:pt x="812" y="1967"/>
                  </a:lnTo>
                  <a:lnTo>
                    <a:pt x="826" y="1976"/>
                  </a:lnTo>
                  <a:lnTo>
                    <a:pt x="835" y="1987"/>
                  </a:lnTo>
                  <a:lnTo>
                    <a:pt x="841" y="2001"/>
                  </a:lnTo>
                  <a:lnTo>
                    <a:pt x="841" y="2015"/>
                  </a:lnTo>
                  <a:lnTo>
                    <a:pt x="838" y="2029"/>
                  </a:lnTo>
                  <a:lnTo>
                    <a:pt x="830" y="2042"/>
                  </a:lnTo>
                  <a:lnTo>
                    <a:pt x="640" y="2255"/>
                  </a:lnTo>
                  <a:lnTo>
                    <a:pt x="629" y="2264"/>
                  </a:lnTo>
                  <a:lnTo>
                    <a:pt x="617" y="2269"/>
                  </a:lnTo>
                  <a:lnTo>
                    <a:pt x="604" y="2271"/>
                  </a:lnTo>
                  <a:lnTo>
                    <a:pt x="588" y="2268"/>
                  </a:lnTo>
                  <a:lnTo>
                    <a:pt x="574" y="2260"/>
                  </a:lnTo>
                  <a:lnTo>
                    <a:pt x="456" y="2165"/>
                  </a:lnTo>
                  <a:lnTo>
                    <a:pt x="446" y="2155"/>
                  </a:lnTo>
                  <a:lnTo>
                    <a:pt x="440" y="2141"/>
                  </a:lnTo>
                  <a:lnTo>
                    <a:pt x="438" y="2127"/>
                  </a:lnTo>
                  <a:lnTo>
                    <a:pt x="441" y="2113"/>
                  </a:lnTo>
                  <a:lnTo>
                    <a:pt x="448" y="2099"/>
                  </a:lnTo>
                  <a:lnTo>
                    <a:pt x="459" y="2089"/>
                  </a:lnTo>
                  <a:lnTo>
                    <a:pt x="473" y="2084"/>
                  </a:lnTo>
                  <a:lnTo>
                    <a:pt x="488" y="2081"/>
                  </a:lnTo>
                  <a:lnTo>
                    <a:pt x="502" y="2085"/>
                  </a:lnTo>
                  <a:lnTo>
                    <a:pt x="515" y="2092"/>
                  </a:lnTo>
                  <a:lnTo>
                    <a:pt x="598" y="2159"/>
                  </a:lnTo>
                  <a:lnTo>
                    <a:pt x="759" y="1979"/>
                  </a:lnTo>
                  <a:lnTo>
                    <a:pt x="770" y="1969"/>
                  </a:lnTo>
                  <a:lnTo>
                    <a:pt x="784" y="1965"/>
                  </a:lnTo>
                  <a:lnTo>
                    <a:pt x="798" y="1964"/>
                  </a:lnTo>
                  <a:close/>
                  <a:moveTo>
                    <a:pt x="980" y="1646"/>
                  </a:moveTo>
                  <a:lnTo>
                    <a:pt x="1804" y="1646"/>
                  </a:lnTo>
                  <a:lnTo>
                    <a:pt x="1821" y="1648"/>
                  </a:lnTo>
                  <a:lnTo>
                    <a:pt x="1835" y="1656"/>
                  </a:lnTo>
                  <a:lnTo>
                    <a:pt x="1846" y="1667"/>
                  </a:lnTo>
                  <a:lnTo>
                    <a:pt x="1854" y="1681"/>
                  </a:lnTo>
                  <a:lnTo>
                    <a:pt x="1856" y="1697"/>
                  </a:lnTo>
                  <a:lnTo>
                    <a:pt x="1856" y="1749"/>
                  </a:lnTo>
                  <a:lnTo>
                    <a:pt x="1854" y="1765"/>
                  </a:lnTo>
                  <a:lnTo>
                    <a:pt x="1846" y="1779"/>
                  </a:lnTo>
                  <a:lnTo>
                    <a:pt x="1835" y="1790"/>
                  </a:lnTo>
                  <a:lnTo>
                    <a:pt x="1821" y="1798"/>
                  </a:lnTo>
                  <a:lnTo>
                    <a:pt x="1804" y="1800"/>
                  </a:lnTo>
                  <a:lnTo>
                    <a:pt x="980" y="1800"/>
                  </a:lnTo>
                  <a:lnTo>
                    <a:pt x="963" y="1798"/>
                  </a:lnTo>
                  <a:lnTo>
                    <a:pt x="949" y="1790"/>
                  </a:lnTo>
                  <a:lnTo>
                    <a:pt x="938" y="1779"/>
                  </a:lnTo>
                  <a:lnTo>
                    <a:pt x="931" y="1765"/>
                  </a:lnTo>
                  <a:lnTo>
                    <a:pt x="928" y="1749"/>
                  </a:lnTo>
                  <a:lnTo>
                    <a:pt x="928" y="1697"/>
                  </a:lnTo>
                  <a:lnTo>
                    <a:pt x="931" y="1681"/>
                  </a:lnTo>
                  <a:lnTo>
                    <a:pt x="938" y="1667"/>
                  </a:lnTo>
                  <a:lnTo>
                    <a:pt x="949" y="1656"/>
                  </a:lnTo>
                  <a:lnTo>
                    <a:pt x="963" y="1648"/>
                  </a:lnTo>
                  <a:lnTo>
                    <a:pt x="980" y="1646"/>
                  </a:lnTo>
                  <a:close/>
                  <a:moveTo>
                    <a:pt x="798" y="1526"/>
                  </a:moveTo>
                  <a:lnTo>
                    <a:pt x="812" y="1529"/>
                  </a:lnTo>
                  <a:lnTo>
                    <a:pt x="826" y="1538"/>
                  </a:lnTo>
                  <a:lnTo>
                    <a:pt x="835" y="1549"/>
                  </a:lnTo>
                  <a:lnTo>
                    <a:pt x="841" y="1563"/>
                  </a:lnTo>
                  <a:lnTo>
                    <a:pt x="841" y="1577"/>
                  </a:lnTo>
                  <a:lnTo>
                    <a:pt x="838" y="1592"/>
                  </a:lnTo>
                  <a:lnTo>
                    <a:pt x="830" y="1605"/>
                  </a:lnTo>
                  <a:lnTo>
                    <a:pt x="640" y="1817"/>
                  </a:lnTo>
                  <a:lnTo>
                    <a:pt x="629" y="1826"/>
                  </a:lnTo>
                  <a:lnTo>
                    <a:pt x="617" y="1832"/>
                  </a:lnTo>
                  <a:lnTo>
                    <a:pt x="604" y="1834"/>
                  </a:lnTo>
                  <a:lnTo>
                    <a:pt x="588" y="1831"/>
                  </a:lnTo>
                  <a:lnTo>
                    <a:pt x="574" y="1823"/>
                  </a:lnTo>
                  <a:lnTo>
                    <a:pt x="456" y="1728"/>
                  </a:lnTo>
                  <a:lnTo>
                    <a:pt x="446" y="1717"/>
                  </a:lnTo>
                  <a:lnTo>
                    <a:pt x="440" y="1704"/>
                  </a:lnTo>
                  <a:lnTo>
                    <a:pt x="438" y="1690"/>
                  </a:lnTo>
                  <a:lnTo>
                    <a:pt x="441" y="1675"/>
                  </a:lnTo>
                  <a:lnTo>
                    <a:pt x="448" y="1661"/>
                  </a:lnTo>
                  <a:lnTo>
                    <a:pt x="459" y="1652"/>
                  </a:lnTo>
                  <a:lnTo>
                    <a:pt x="473" y="1646"/>
                  </a:lnTo>
                  <a:lnTo>
                    <a:pt x="488" y="1644"/>
                  </a:lnTo>
                  <a:lnTo>
                    <a:pt x="502" y="1647"/>
                  </a:lnTo>
                  <a:lnTo>
                    <a:pt x="515" y="1655"/>
                  </a:lnTo>
                  <a:lnTo>
                    <a:pt x="598" y="1721"/>
                  </a:lnTo>
                  <a:lnTo>
                    <a:pt x="759" y="1541"/>
                  </a:lnTo>
                  <a:lnTo>
                    <a:pt x="770" y="1532"/>
                  </a:lnTo>
                  <a:lnTo>
                    <a:pt x="784" y="1527"/>
                  </a:lnTo>
                  <a:lnTo>
                    <a:pt x="798" y="1526"/>
                  </a:lnTo>
                  <a:close/>
                  <a:moveTo>
                    <a:pt x="980" y="1183"/>
                  </a:moveTo>
                  <a:lnTo>
                    <a:pt x="1804" y="1183"/>
                  </a:lnTo>
                  <a:lnTo>
                    <a:pt x="1821" y="1186"/>
                  </a:lnTo>
                  <a:lnTo>
                    <a:pt x="1835" y="1192"/>
                  </a:lnTo>
                  <a:lnTo>
                    <a:pt x="1846" y="1204"/>
                  </a:lnTo>
                  <a:lnTo>
                    <a:pt x="1854" y="1219"/>
                  </a:lnTo>
                  <a:lnTo>
                    <a:pt x="1856" y="1234"/>
                  </a:lnTo>
                  <a:lnTo>
                    <a:pt x="1856" y="1286"/>
                  </a:lnTo>
                  <a:lnTo>
                    <a:pt x="1854" y="1301"/>
                  </a:lnTo>
                  <a:lnTo>
                    <a:pt x="1846" y="1316"/>
                  </a:lnTo>
                  <a:lnTo>
                    <a:pt x="1835" y="1328"/>
                  </a:lnTo>
                  <a:lnTo>
                    <a:pt x="1821" y="1334"/>
                  </a:lnTo>
                  <a:lnTo>
                    <a:pt x="1804" y="1337"/>
                  </a:lnTo>
                  <a:lnTo>
                    <a:pt x="980" y="1337"/>
                  </a:lnTo>
                  <a:lnTo>
                    <a:pt x="963" y="1334"/>
                  </a:lnTo>
                  <a:lnTo>
                    <a:pt x="949" y="1328"/>
                  </a:lnTo>
                  <a:lnTo>
                    <a:pt x="938" y="1316"/>
                  </a:lnTo>
                  <a:lnTo>
                    <a:pt x="931" y="1301"/>
                  </a:lnTo>
                  <a:lnTo>
                    <a:pt x="928" y="1286"/>
                  </a:lnTo>
                  <a:lnTo>
                    <a:pt x="928" y="1234"/>
                  </a:lnTo>
                  <a:lnTo>
                    <a:pt x="931" y="1219"/>
                  </a:lnTo>
                  <a:lnTo>
                    <a:pt x="938" y="1204"/>
                  </a:lnTo>
                  <a:lnTo>
                    <a:pt x="949" y="1192"/>
                  </a:lnTo>
                  <a:lnTo>
                    <a:pt x="963" y="1186"/>
                  </a:lnTo>
                  <a:lnTo>
                    <a:pt x="980" y="1183"/>
                  </a:lnTo>
                  <a:close/>
                  <a:moveTo>
                    <a:pt x="798" y="1068"/>
                  </a:moveTo>
                  <a:lnTo>
                    <a:pt x="812" y="1072"/>
                  </a:lnTo>
                  <a:lnTo>
                    <a:pt x="826" y="1080"/>
                  </a:lnTo>
                  <a:lnTo>
                    <a:pt x="835" y="1092"/>
                  </a:lnTo>
                  <a:lnTo>
                    <a:pt x="841" y="1105"/>
                  </a:lnTo>
                  <a:lnTo>
                    <a:pt x="841" y="1120"/>
                  </a:lnTo>
                  <a:lnTo>
                    <a:pt x="838" y="1135"/>
                  </a:lnTo>
                  <a:lnTo>
                    <a:pt x="830" y="1147"/>
                  </a:lnTo>
                  <a:lnTo>
                    <a:pt x="640" y="1360"/>
                  </a:lnTo>
                  <a:lnTo>
                    <a:pt x="629" y="1369"/>
                  </a:lnTo>
                  <a:lnTo>
                    <a:pt x="617" y="1375"/>
                  </a:lnTo>
                  <a:lnTo>
                    <a:pt x="604" y="1376"/>
                  </a:lnTo>
                  <a:lnTo>
                    <a:pt x="588" y="1373"/>
                  </a:lnTo>
                  <a:lnTo>
                    <a:pt x="574" y="1366"/>
                  </a:lnTo>
                  <a:lnTo>
                    <a:pt x="456" y="1271"/>
                  </a:lnTo>
                  <a:lnTo>
                    <a:pt x="446" y="1260"/>
                  </a:lnTo>
                  <a:lnTo>
                    <a:pt x="440" y="1246"/>
                  </a:lnTo>
                  <a:lnTo>
                    <a:pt x="438" y="1232"/>
                  </a:lnTo>
                  <a:lnTo>
                    <a:pt x="441" y="1217"/>
                  </a:lnTo>
                  <a:lnTo>
                    <a:pt x="448" y="1204"/>
                  </a:lnTo>
                  <a:lnTo>
                    <a:pt x="459" y="1195"/>
                  </a:lnTo>
                  <a:lnTo>
                    <a:pt x="473" y="1188"/>
                  </a:lnTo>
                  <a:lnTo>
                    <a:pt x="488" y="1187"/>
                  </a:lnTo>
                  <a:lnTo>
                    <a:pt x="502" y="1189"/>
                  </a:lnTo>
                  <a:lnTo>
                    <a:pt x="515" y="1197"/>
                  </a:lnTo>
                  <a:lnTo>
                    <a:pt x="598" y="1263"/>
                  </a:lnTo>
                  <a:lnTo>
                    <a:pt x="759" y="1084"/>
                  </a:lnTo>
                  <a:lnTo>
                    <a:pt x="770" y="1075"/>
                  </a:lnTo>
                  <a:lnTo>
                    <a:pt x="784" y="1069"/>
                  </a:lnTo>
                  <a:lnTo>
                    <a:pt x="798" y="1068"/>
                  </a:lnTo>
                  <a:close/>
                  <a:moveTo>
                    <a:pt x="155" y="360"/>
                  </a:moveTo>
                  <a:lnTo>
                    <a:pt x="573" y="360"/>
                  </a:lnTo>
                  <a:lnTo>
                    <a:pt x="569" y="386"/>
                  </a:lnTo>
                  <a:lnTo>
                    <a:pt x="568" y="413"/>
                  </a:lnTo>
                  <a:lnTo>
                    <a:pt x="571" y="455"/>
                  </a:lnTo>
                  <a:lnTo>
                    <a:pt x="581" y="494"/>
                  </a:lnTo>
                  <a:lnTo>
                    <a:pt x="596" y="530"/>
                  </a:lnTo>
                  <a:lnTo>
                    <a:pt x="617" y="564"/>
                  </a:lnTo>
                  <a:lnTo>
                    <a:pt x="642" y="593"/>
                  </a:lnTo>
                  <a:lnTo>
                    <a:pt x="672" y="620"/>
                  </a:lnTo>
                  <a:lnTo>
                    <a:pt x="706" y="640"/>
                  </a:lnTo>
                  <a:lnTo>
                    <a:pt x="742" y="656"/>
                  </a:lnTo>
                  <a:lnTo>
                    <a:pt x="782" y="665"/>
                  </a:lnTo>
                  <a:lnTo>
                    <a:pt x="823" y="669"/>
                  </a:lnTo>
                  <a:lnTo>
                    <a:pt x="1497" y="669"/>
                  </a:lnTo>
                  <a:lnTo>
                    <a:pt x="1539" y="665"/>
                  </a:lnTo>
                  <a:lnTo>
                    <a:pt x="1578" y="656"/>
                  </a:lnTo>
                  <a:lnTo>
                    <a:pt x="1614" y="640"/>
                  </a:lnTo>
                  <a:lnTo>
                    <a:pt x="1648" y="619"/>
                  </a:lnTo>
                  <a:lnTo>
                    <a:pt x="1678" y="593"/>
                  </a:lnTo>
                  <a:lnTo>
                    <a:pt x="1704" y="563"/>
                  </a:lnTo>
                  <a:lnTo>
                    <a:pt x="1725" y="529"/>
                  </a:lnTo>
                  <a:lnTo>
                    <a:pt x="1740" y="492"/>
                  </a:lnTo>
                  <a:lnTo>
                    <a:pt x="1750" y="452"/>
                  </a:lnTo>
                  <a:lnTo>
                    <a:pt x="1753" y="410"/>
                  </a:lnTo>
                  <a:lnTo>
                    <a:pt x="1752" y="385"/>
                  </a:lnTo>
                  <a:lnTo>
                    <a:pt x="1748" y="360"/>
                  </a:lnTo>
                  <a:lnTo>
                    <a:pt x="2063" y="360"/>
                  </a:lnTo>
                  <a:lnTo>
                    <a:pt x="2106" y="362"/>
                  </a:lnTo>
                  <a:lnTo>
                    <a:pt x="2146" y="369"/>
                  </a:lnTo>
                  <a:lnTo>
                    <a:pt x="2181" y="380"/>
                  </a:lnTo>
                  <a:lnTo>
                    <a:pt x="2213" y="393"/>
                  </a:lnTo>
                  <a:lnTo>
                    <a:pt x="2241" y="410"/>
                  </a:lnTo>
                  <a:lnTo>
                    <a:pt x="2265" y="431"/>
                  </a:lnTo>
                  <a:lnTo>
                    <a:pt x="2285" y="454"/>
                  </a:lnTo>
                  <a:lnTo>
                    <a:pt x="2300" y="479"/>
                  </a:lnTo>
                  <a:lnTo>
                    <a:pt x="2311" y="506"/>
                  </a:lnTo>
                  <a:lnTo>
                    <a:pt x="2318" y="536"/>
                  </a:lnTo>
                  <a:lnTo>
                    <a:pt x="2321" y="566"/>
                  </a:lnTo>
                  <a:lnTo>
                    <a:pt x="2321" y="2111"/>
                  </a:lnTo>
                  <a:lnTo>
                    <a:pt x="2294" y="2110"/>
                  </a:lnTo>
                  <a:lnTo>
                    <a:pt x="2269" y="2109"/>
                  </a:lnTo>
                  <a:lnTo>
                    <a:pt x="2198" y="2112"/>
                  </a:lnTo>
                  <a:lnTo>
                    <a:pt x="2129" y="2121"/>
                  </a:lnTo>
                  <a:lnTo>
                    <a:pt x="2063" y="2136"/>
                  </a:lnTo>
                  <a:lnTo>
                    <a:pt x="2063" y="926"/>
                  </a:lnTo>
                  <a:lnTo>
                    <a:pt x="258" y="926"/>
                  </a:lnTo>
                  <a:lnTo>
                    <a:pt x="258" y="2983"/>
                  </a:lnTo>
                  <a:lnTo>
                    <a:pt x="1447" y="2983"/>
                  </a:lnTo>
                  <a:lnTo>
                    <a:pt x="1453" y="3050"/>
                  </a:lnTo>
                  <a:lnTo>
                    <a:pt x="1465" y="3116"/>
                  </a:lnTo>
                  <a:lnTo>
                    <a:pt x="1483" y="3179"/>
                  </a:lnTo>
                  <a:lnTo>
                    <a:pt x="1505" y="3240"/>
                  </a:lnTo>
                  <a:lnTo>
                    <a:pt x="207" y="3240"/>
                  </a:lnTo>
                  <a:lnTo>
                    <a:pt x="169" y="3237"/>
                  </a:lnTo>
                  <a:lnTo>
                    <a:pt x="134" y="3227"/>
                  </a:lnTo>
                  <a:lnTo>
                    <a:pt x="103" y="3212"/>
                  </a:lnTo>
                  <a:lnTo>
                    <a:pt x="73" y="3192"/>
                  </a:lnTo>
                  <a:lnTo>
                    <a:pt x="49" y="3167"/>
                  </a:lnTo>
                  <a:lnTo>
                    <a:pt x="28" y="3139"/>
                  </a:lnTo>
                  <a:lnTo>
                    <a:pt x="13" y="3106"/>
                  </a:lnTo>
                  <a:lnTo>
                    <a:pt x="3" y="3071"/>
                  </a:lnTo>
                  <a:lnTo>
                    <a:pt x="0" y="3034"/>
                  </a:lnTo>
                  <a:lnTo>
                    <a:pt x="0" y="566"/>
                  </a:lnTo>
                  <a:lnTo>
                    <a:pt x="3" y="532"/>
                  </a:lnTo>
                  <a:lnTo>
                    <a:pt x="10" y="501"/>
                  </a:lnTo>
                  <a:lnTo>
                    <a:pt x="22" y="471"/>
                  </a:lnTo>
                  <a:lnTo>
                    <a:pt x="37" y="444"/>
                  </a:lnTo>
                  <a:lnTo>
                    <a:pt x="55" y="420"/>
                  </a:lnTo>
                  <a:lnTo>
                    <a:pt x="73" y="399"/>
                  </a:lnTo>
                  <a:lnTo>
                    <a:pt x="94" y="383"/>
                  </a:lnTo>
                  <a:lnTo>
                    <a:pt x="115" y="371"/>
                  </a:lnTo>
                  <a:lnTo>
                    <a:pt x="136" y="362"/>
                  </a:lnTo>
                  <a:lnTo>
                    <a:pt x="155" y="360"/>
                  </a:lnTo>
                  <a:close/>
                  <a:moveTo>
                    <a:pt x="1160" y="103"/>
                  </a:moveTo>
                  <a:lnTo>
                    <a:pt x="1139" y="106"/>
                  </a:lnTo>
                  <a:lnTo>
                    <a:pt x="1121" y="113"/>
                  </a:lnTo>
                  <a:lnTo>
                    <a:pt x="1106" y="125"/>
                  </a:lnTo>
                  <a:lnTo>
                    <a:pt x="1094" y="141"/>
                  </a:lnTo>
                  <a:lnTo>
                    <a:pt x="1086" y="159"/>
                  </a:lnTo>
                  <a:lnTo>
                    <a:pt x="1083" y="180"/>
                  </a:lnTo>
                  <a:lnTo>
                    <a:pt x="1086" y="201"/>
                  </a:lnTo>
                  <a:lnTo>
                    <a:pt x="1094" y="219"/>
                  </a:lnTo>
                  <a:lnTo>
                    <a:pt x="1106" y="235"/>
                  </a:lnTo>
                  <a:lnTo>
                    <a:pt x="1121" y="247"/>
                  </a:lnTo>
                  <a:lnTo>
                    <a:pt x="1139" y="254"/>
                  </a:lnTo>
                  <a:lnTo>
                    <a:pt x="1160" y="257"/>
                  </a:lnTo>
                  <a:lnTo>
                    <a:pt x="1181" y="254"/>
                  </a:lnTo>
                  <a:lnTo>
                    <a:pt x="1200" y="247"/>
                  </a:lnTo>
                  <a:lnTo>
                    <a:pt x="1215" y="235"/>
                  </a:lnTo>
                  <a:lnTo>
                    <a:pt x="1227" y="219"/>
                  </a:lnTo>
                  <a:lnTo>
                    <a:pt x="1235" y="201"/>
                  </a:lnTo>
                  <a:lnTo>
                    <a:pt x="1238" y="180"/>
                  </a:lnTo>
                  <a:lnTo>
                    <a:pt x="1235" y="159"/>
                  </a:lnTo>
                  <a:lnTo>
                    <a:pt x="1227" y="141"/>
                  </a:lnTo>
                  <a:lnTo>
                    <a:pt x="1215" y="125"/>
                  </a:lnTo>
                  <a:lnTo>
                    <a:pt x="1200" y="113"/>
                  </a:lnTo>
                  <a:lnTo>
                    <a:pt x="1181" y="106"/>
                  </a:lnTo>
                  <a:lnTo>
                    <a:pt x="1160" y="103"/>
                  </a:lnTo>
                  <a:close/>
                  <a:moveTo>
                    <a:pt x="1158" y="0"/>
                  </a:moveTo>
                  <a:lnTo>
                    <a:pt x="1162" y="0"/>
                  </a:lnTo>
                  <a:lnTo>
                    <a:pt x="1194" y="3"/>
                  </a:lnTo>
                  <a:lnTo>
                    <a:pt x="1225" y="11"/>
                  </a:lnTo>
                  <a:lnTo>
                    <a:pt x="1252" y="24"/>
                  </a:lnTo>
                  <a:lnTo>
                    <a:pt x="1277" y="41"/>
                  </a:lnTo>
                  <a:lnTo>
                    <a:pt x="1299" y="63"/>
                  </a:lnTo>
                  <a:lnTo>
                    <a:pt x="1317" y="88"/>
                  </a:lnTo>
                  <a:lnTo>
                    <a:pt x="1330" y="116"/>
                  </a:lnTo>
                  <a:lnTo>
                    <a:pt x="1337" y="146"/>
                  </a:lnTo>
                  <a:lnTo>
                    <a:pt x="1341" y="178"/>
                  </a:lnTo>
                  <a:lnTo>
                    <a:pt x="1341" y="180"/>
                  </a:lnTo>
                  <a:lnTo>
                    <a:pt x="1343" y="201"/>
                  </a:lnTo>
                  <a:lnTo>
                    <a:pt x="1352" y="219"/>
                  </a:lnTo>
                  <a:lnTo>
                    <a:pt x="1364" y="235"/>
                  </a:lnTo>
                  <a:lnTo>
                    <a:pt x="1379" y="247"/>
                  </a:lnTo>
                  <a:lnTo>
                    <a:pt x="1396" y="254"/>
                  </a:lnTo>
                  <a:lnTo>
                    <a:pt x="1417" y="257"/>
                  </a:lnTo>
                  <a:lnTo>
                    <a:pt x="1497" y="257"/>
                  </a:lnTo>
                  <a:lnTo>
                    <a:pt x="1528" y="261"/>
                  </a:lnTo>
                  <a:lnTo>
                    <a:pt x="1556" y="269"/>
                  </a:lnTo>
                  <a:lnTo>
                    <a:pt x="1582" y="284"/>
                  </a:lnTo>
                  <a:lnTo>
                    <a:pt x="1605" y="302"/>
                  </a:lnTo>
                  <a:lnTo>
                    <a:pt x="1624" y="324"/>
                  </a:lnTo>
                  <a:lnTo>
                    <a:pt x="1638" y="350"/>
                  </a:lnTo>
                  <a:lnTo>
                    <a:pt x="1647" y="380"/>
                  </a:lnTo>
                  <a:lnTo>
                    <a:pt x="1650" y="410"/>
                  </a:lnTo>
                  <a:lnTo>
                    <a:pt x="1650" y="413"/>
                  </a:lnTo>
                  <a:lnTo>
                    <a:pt x="1647" y="444"/>
                  </a:lnTo>
                  <a:lnTo>
                    <a:pt x="1638" y="472"/>
                  </a:lnTo>
                  <a:lnTo>
                    <a:pt x="1624" y="499"/>
                  </a:lnTo>
                  <a:lnTo>
                    <a:pt x="1605" y="521"/>
                  </a:lnTo>
                  <a:lnTo>
                    <a:pt x="1582" y="540"/>
                  </a:lnTo>
                  <a:lnTo>
                    <a:pt x="1556" y="554"/>
                  </a:lnTo>
                  <a:lnTo>
                    <a:pt x="1528" y="563"/>
                  </a:lnTo>
                  <a:lnTo>
                    <a:pt x="1497" y="566"/>
                  </a:lnTo>
                  <a:lnTo>
                    <a:pt x="823" y="566"/>
                  </a:lnTo>
                  <a:lnTo>
                    <a:pt x="793" y="563"/>
                  </a:lnTo>
                  <a:lnTo>
                    <a:pt x="764" y="554"/>
                  </a:lnTo>
                  <a:lnTo>
                    <a:pt x="738" y="540"/>
                  </a:lnTo>
                  <a:lnTo>
                    <a:pt x="715" y="521"/>
                  </a:lnTo>
                  <a:lnTo>
                    <a:pt x="697" y="499"/>
                  </a:lnTo>
                  <a:lnTo>
                    <a:pt x="682" y="472"/>
                  </a:lnTo>
                  <a:lnTo>
                    <a:pt x="674" y="444"/>
                  </a:lnTo>
                  <a:lnTo>
                    <a:pt x="670" y="413"/>
                  </a:lnTo>
                  <a:lnTo>
                    <a:pt x="670" y="410"/>
                  </a:lnTo>
                  <a:lnTo>
                    <a:pt x="674" y="380"/>
                  </a:lnTo>
                  <a:lnTo>
                    <a:pt x="682" y="350"/>
                  </a:lnTo>
                  <a:lnTo>
                    <a:pt x="697" y="324"/>
                  </a:lnTo>
                  <a:lnTo>
                    <a:pt x="715" y="302"/>
                  </a:lnTo>
                  <a:lnTo>
                    <a:pt x="738" y="284"/>
                  </a:lnTo>
                  <a:lnTo>
                    <a:pt x="764" y="269"/>
                  </a:lnTo>
                  <a:lnTo>
                    <a:pt x="793" y="261"/>
                  </a:lnTo>
                  <a:lnTo>
                    <a:pt x="823" y="257"/>
                  </a:lnTo>
                  <a:lnTo>
                    <a:pt x="903" y="257"/>
                  </a:lnTo>
                  <a:lnTo>
                    <a:pt x="923" y="254"/>
                  </a:lnTo>
                  <a:lnTo>
                    <a:pt x="942" y="247"/>
                  </a:lnTo>
                  <a:lnTo>
                    <a:pt x="957" y="235"/>
                  </a:lnTo>
                  <a:lnTo>
                    <a:pt x="969" y="219"/>
                  </a:lnTo>
                  <a:lnTo>
                    <a:pt x="977" y="201"/>
                  </a:lnTo>
                  <a:lnTo>
                    <a:pt x="980" y="180"/>
                  </a:lnTo>
                  <a:lnTo>
                    <a:pt x="980" y="178"/>
                  </a:lnTo>
                  <a:lnTo>
                    <a:pt x="983" y="146"/>
                  </a:lnTo>
                  <a:lnTo>
                    <a:pt x="991" y="116"/>
                  </a:lnTo>
                  <a:lnTo>
                    <a:pt x="1004" y="88"/>
                  </a:lnTo>
                  <a:lnTo>
                    <a:pt x="1021" y="63"/>
                  </a:lnTo>
                  <a:lnTo>
                    <a:pt x="1043" y="41"/>
                  </a:lnTo>
                  <a:lnTo>
                    <a:pt x="1068" y="24"/>
                  </a:lnTo>
                  <a:lnTo>
                    <a:pt x="1096" y="11"/>
                  </a:lnTo>
                  <a:lnTo>
                    <a:pt x="1126" y="3"/>
                  </a:lnTo>
                  <a:lnTo>
                    <a:pt x="1158" y="0"/>
                  </a:lnTo>
                  <a:close/>
                </a:path>
              </a:pathLst>
            </a:custGeom>
            <a:solidFill>
              <a:schemeClr val="accent6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54" name="직사각형 53"/>
          <p:cNvSpPr/>
          <p:nvPr/>
        </p:nvSpPr>
        <p:spPr>
          <a:xfrm>
            <a:off x="4951404" y="3500438"/>
            <a:ext cx="2286016" cy="78581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3200" b="1" dirty="0" err="1" smtClean="0"/>
              <a:t>CourseMain</a:t>
            </a:r>
            <a:endParaRPr lang="ko-KR" altLang="en-US" sz="3200" b="1" dirty="0"/>
          </a:p>
        </p:txBody>
      </p:sp>
      <p:sp>
        <p:nvSpPr>
          <p:cNvPr id="72" name="아래쪽 화살표 71"/>
          <p:cNvSpPr/>
          <p:nvPr/>
        </p:nvSpPr>
        <p:spPr>
          <a:xfrm flipV="1">
            <a:off x="5880098" y="2928934"/>
            <a:ext cx="428628" cy="357190"/>
          </a:xfrm>
          <a:prstGeom prst="downArrow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3" name="아래쪽 화살표 72"/>
          <p:cNvSpPr/>
          <p:nvPr/>
        </p:nvSpPr>
        <p:spPr>
          <a:xfrm>
            <a:off x="5880098" y="4500570"/>
            <a:ext cx="428628" cy="357190"/>
          </a:xfrm>
          <a:prstGeom prst="downArrow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4" name="직사각형 73"/>
          <p:cNvSpPr/>
          <p:nvPr/>
        </p:nvSpPr>
        <p:spPr>
          <a:xfrm>
            <a:off x="3522644" y="1785926"/>
            <a:ext cx="2286016" cy="78581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b="1" dirty="0" err="1" smtClean="0"/>
              <a:t>AdminCourse</a:t>
            </a:r>
            <a:endParaRPr lang="ko-KR" altLang="en-US" b="1" dirty="0"/>
          </a:p>
        </p:txBody>
      </p:sp>
      <p:sp>
        <p:nvSpPr>
          <p:cNvPr id="75" name="직사각형 74"/>
          <p:cNvSpPr/>
          <p:nvPr/>
        </p:nvSpPr>
        <p:spPr>
          <a:xfrm>
            <a:off x="6398081" y="5214950"/>
            <a:ext cx="2286016" cy="785818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b="1" dirty="0" err="1" smtClean="0"/>
              <a:t>CourseFind</a:t>
            </a:r>
            <a:endParaRPr lang="en-US" altLang="ko-KR" b="1" dirty="0" smtClean="0"/>
          </a:p>
          <a:p>
            <a:pPr algn="ctr"/>
            <a:r>
              <a:rPr lang="en-US" altLang="ko-KR" b="1" dirty="0" smtClean="0"/>
              <a:t>&amp; </a:t>
            </a:r>
            <a:r>
              <a:rPr lang="en-US" altLang="ko-KR" b="1" dirty="0" err="1" smtClean="0"/>
              <a:t>CourseDelete</a:t>
            </a:r>
            <a:endParaRPr lang="ko-KR" altLang="en-US" b="1" dirty="0"/>
          </a:p>
        </p:txBody>
      </p:sp>
      <p:sp>
        <p:nvSpPr>
          <p:cNvPr id="76" name="직사각형 75"/>
          <p:cNvSpPr/>
          <p:nvPr/>
        </p:nvSpPr>
        <p:spPr>
          <a:xfrm>
            <a:off x="593686" y="1785926"/>
            <a:ext cx="2286016" cy="78581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b="1" dirty="0" err="1" smtClean="0"/>
              <a:t>AdminStudent</a:t>
            </a:r>
            <a:endParaRPr lang="ko-KR" altLang="en-US" b="1" dirty="0"/>
          </a:p>
        </p:txBody>
      </p:sp>
      <p:sp>
        <p:nvSpPr>
          <p:cNvPr id="77" name="직사각형 76"/>
          <p:cNvSpPr/>
          <p:nvPr/>
        </p:nvSpPr>
        <p:spPr>
          <a:xfrm>
            <a:off x="6380164" y="1785926"/>
            <a:ext cx="2286016" cy="78581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000" b="1" dirty="0" err="1" smtClean="0"/>
              <a:t>AdminDepartment</a:t>
            </a:r>
            <a:endParaRPr lang="en-US" altLang="ko-KR" sz="2000" b="1" dirty="0" smtClean="0"/>
          </a:p>
          <a:p>
            <a:pPr algn="ctr"/>
            <a:r>
              <a:rPr lang="en-US" altLang="ko-KR" sz="2000" b="1" dirty="0" smtClean="0"/>
              <a:t>&amp; </a:t>
            </a:r>
            <a:r>
              <a:rPr lang="en-US" altLang="ko-KR" sz="2000" b="1" dirty="0" err="1" smtClean="0"/>
              <a:t>StudentInfo</a:t>
            </a:r>
            <a:endParaRPr lang="ko-KR" altLang="en-US" sz="2000" b="1" dirty="0" smtClean="0"/>
          </a:p>
        </p:txBody>
      </p:sp>
      <p:sp>
        <p:nvSpPr>
          <p:cNvPr id="82" name="직사각형 81"/>
          <p:cNvSpPr/>
          <p:nvPr/>
        </p:nvSpPr>
        <p:spPr>
          <a:xfrm>
            <a:off x="3486376" y="5214950"/>
            <a:ext cx="2286016" cy="785818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b="1" dirty="0" err="1" smtClean="0"/>
              <a:t>CourseRegister</a:t>
            </a:r>
            <a:endParaRPr lang="en-US" altLang="ko-KR" b="1" dirty="0" smtClean="0"/>
          </a:p>
          <a:p>
            <a:pPr algn="ctr"/>
            <a:r>
              <a:rPr lang="en-US" altLang="ko-KR" b="1" dirty="0" smtClean="0"/>
              <a:t>&amp; </a:t>
            </a:r>
            <a:r>
              <a:rPr lang="en-US" altLang="ko-KR" b="1" dirty="0" err="1" smtClean="0"/>
              <a:t>CourseInfo</a:t>
            </a:r>
            <a:endParaRPr lang="ko-KR" altLang="en-US" b="1" dirty="0"/>
          </a:p>
        </p:txBody>
      </p:sp>
      <p:sp>
        <p:nvSpPr>
          <p:cNvPr id="88" name="직사각형 87"/>
          <p:cNvSpPr/>
          <p:nvPr/>
        </p:nvSpPr>
        <p:spPr>
          <a:xfrm>
            <a:off x="522248" y="1714488"/>
            <a:ext cx="2428892" cy="928694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b="1" dirty="0"/>
          </a:p>
        </p:txBody>
      </p:sp>
      <p:sp>
        <p:nvSpPr>
          <p:cNvPr id="89" name="직사각형 88"/>
          <p:cNvSpPr/>
          <p:nvPr/>
        </p:nvSpPr>
        <p:spPr>
          <a:xfrm>
            <a:off x="3451206" y="1714488"/>
            <a:ext cx="2428892" cy="928694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b="1" dirty="0"/>
          </a:p>
        </p:txBody>
      </p:sp>
      <p:sp>
        <p:nvSpPr>
          <p:cNvPr id="90" name="직사각형 89"/>
          <p:cNvSpPr/>
          <p:nvPr/>
        </p:nvSpPr>
        <p:spPr>
          <a:xfrm>
            <a:off x="6308726" y="1714488"/>
            <a:ext cx="2428892" cy="928694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b="1" dirty="0"/>
          </a:p>
        </p:txBody>
      </p:sp>
      <p:sp>
        <p:nvSpPr>
          <p:cNvPr id="91" name="직사각형 90"/>
          <p:cNvSpPr/>
          <p:nvPr/>
        </p:nvSpPr>
        <p:spPr>
          <a:xfrm>
            <a:off x="3414938" y="5143512"/>
            <a:ext cx="2428892" cy="928694"/>
          </a:xfrm>
          <a:prstGeom prst="rect">
            <a:avLst/>
          </a:prstGeom>
          <a:noFill/>
          <a:ln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b="1" dirty="0"/>
          </a:p>
        </p:txBody>
      </p:sp>
      <p:sp>
        <p:nvSpPr>
          <p:cNvPr id="92" name="직사각형 91"/>
          <p:cNvSpPr/>
          <p:nvPr/>
        </p:nvSpPr>
        <p:spPr>
          <a:xfrm>
            <a:off x="6326643" y="5143512"/>
            <a:ext cx="2428892" cy="928694"/>
          </a:xfrm>
          <a:prstGeom prst="rect">
            <a:avLst/>
          </a:prstGeom>
          <a:noFill/>
          <a:ln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b="1" dirty="0"/>
          </a:p>
        </p:txBody>
      </p:sp>
      <p:sp>
        <p:nvSpPr>
          <p:cNvPr id="98" name="직사각형 97"/>
          <p:cNvSpPr/>
          <p:nvPr/>
        </p:nvSpPr>
        <p:spPr>
          <a:xfrm>
            <a:off x="8237552" y="3517691"/>
            <a:ext cx="241562" cy="25620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b="1" dirty="0"/>
          </a:p>
        </p:txBody>
      </p:sp>
      <p:sp>
        <p:nvSpPr>
          <p:cNvPr id="99" name="직사각형 98"/>
          <p:cNvSpPr/>
          <p:nvPr/>
        </p:nvSpPr>
        <p:spPr>
          <a:xfrm>
            <a:off x="8237552" y="4030054"/>
            <a:ext cx="241562" cy="256202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b="1" dirty="0"/>
          </a:p>
        </p:txBody>
      </p:sp>
      <p:sp>
        <p:nvSpPr>
          <p:cNvPr id="100" name="직사각형 99"/>
          <p:cNvSpPr/>
          <p:nvPr/>
        </p:nvSpPr>
        <p:spPr>
          <a:xfrm>
            <a:off x="8594742" y="3480759"/>
            <a:ext cx="928694" cy="322684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600" dirty="0" smtClean="0">
                <a:solidFill>
                  <a:schemeClr val="tx1"/>
                </a:solidFill>
              </a:rPr>
              <a:t>관리자</a:t>
            </a:r>
            <a:endParaRPr lang="ko-KR" altLang="en-US" sz="1600" dirty="0">
              <a:solidFill>
                <a:schemeClr val="tx1"/>
              </a:solidFill>
            </a:endParaRPr>
          </a:p>
        </p:txBody>
      </p:sp>
      <p:sp>
        <p:nvSpPr>
          <p:cNvPr id="101" name="직사각형 100"/>
          <p:cNvSpPr/>
          <p:nvPr/>
        </p:nvSpPr>
        <p:spPr>
          <a:xfrm>
            <a:off x="8594742" y="3998078"/>
            <a:ext cx="928694" cy="322684"/>
          </a:xfrm>
          <a:prstGeom prst="rect">
            <a:avLst/>
          </a:prstGeom>
          <a:noFill/>
          <a:ln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600" dirty="0" smtClean="0">
                <a:solidFill>
                  <a:schemeClr val="tx1"/>
                </a:solidFill>
              </a:rPr>
              <a:t>학생</a:t>
            </a:r>
            <a:endParaRPr lang="ko-KR" altLang="en-US" sz="1600" dirty="0">
              <a:solidFill>
                <a:schemeClr val="tx1"/>
              </a:solidFill>
            </a:endParaRPr>
          </a:p>
        </p:txBody>
      </p:sp>
      <p:grpSp>
        <p:nvGrpSpPr>
          <p:cNvPr id="169" name="그룹 168"/>
          <p:cNvGrpSpPr/>
          <p:nvPr/>
        </p:nvGrpSpPr>
        <p:grpSpPr>
          <a:xfrm>
            <a:off x="11452262" y="6142964"/>
            <a:ext cx="736563" cy="715036"/>
            <a:chOff x="4228307" y="2232261"/>
            <a:chExt cx="4037011" cy="3919022"/>
          </a:xfrm>
        </p:grpSpPr>
        <p:grpSp>
          <p:nvGrpSpPr>
            <p:cNvPr id="102" name="그룹 50"/>
            <p:cNvGrpSpPr/>
            <p:nvPr/>
          </p:nvGrpSpPr>
          <p:grpSpPr>
            <a:xfrm>
              <a:off x="5500764" y="2232261"/>
              <a:ext cx="1504804" cy="1944083"/>
              <a:chOff x="5348364" y="2079861"/>
              <a:chExt cx="1504804" cy="1944083"/>
            </a:xfrm>
          </p:grpSpPr>
          <p:sp>
            <p:nvSpPr>
              <p:cNvPr id="103" name="Freeform 24"/>
              <p:cNvSpPr>
                <a:spLocks noEditPoints="1"/>
              </p:cNvSpPr>
              <p:nvPr/>
            </p:nvSpPr>
            <p:spPr bwMode="auto">
              <a:xfrm>
                <a:off x="5348364" y="2079861"/>
                <a:ext cx="1504804" cy="1944083"/>
              </a:xfrm>
              <a:custGeom>
                <a:avLst/>
                <a:gdLst>
                  <a:gd name="T0" fmla="*/ 679 w 1658"/>
                  <a:gd name="T1" fmla="*/ 110 h 2143"/>
                  <a:gd name="T2" fmla="*/ 476 w 1658"/>
                  <a:gd name="T3" fmla="*/ 189 h 2143"/>
                  <a:gd name="T4" fmla="*/ 310 w 1658"/>
                  <a:gd name="T5" fmla="*/ 324 h 2143"/>
                  <a:gd name="T6" fmla="*/ 193 w 1658"/>
                  <a:gd name="T7" fmla="*/ 503 h 2143"/>
                  <a:gd name="T8" fmla="*/ 134 w 1658"/>
                  <a:gd name="T9" fmla="*/ 717 h 2143"/>
                  <a:gd name="T10" fmla="*/ 146 w 1658"/>
                  <a:gd name="T11" fmla="*/ 942 h 2143"/>
                  <a:gd name="T12" fmla="*/ 225 w 1658"/>
                  <a:gd name="T13" fmla="*/ 1145 h 2143"/>
                  <a:gd name="T14" fmla="*/ 360 w 1658"/>
                  <a:gd name="T15" fmla="*/ 1311 h 2143"/>
                  <a:gd name="T16" fmla="*/ 541 w 1658"/>
                  <a:gd name="T17" fmla="*/ 1429 h 2143"/>
                  <a:gd name="T18" fmla="*/ 753 w 1658"/>
                  <a:gd name="T19" fmla="*/ 1487 h 2143"/>
                  <a:gd name="T20" fmla="*/ 979 w 1658"/>
                  <a:gd name="T21" fmla="*/ 1475 h 2143"/>
                  <a:gd name="T22" fmla="*/ 1182 w 1658"/>
                  <a:gd name="T23" fmla="*/ 1396 h 2143"/>
                  <a:gd name="T24" fmla="*/ 1348 w 1658"/>
                  <a:gd name="T25" fmla="*/ 1260 h 2143"/>
                  <a:gd name="T26" fmla="*/ 1465 w 1658"/>
                  <a:gd name="T27" fmla="*/ 1081 h 2143"/>
                  <a:gd name="T28" fmla="*/ 1525 w 1658"/>
                  <a:gd name="T29" fmla="*/ 869 h 2143"/>
                  <a:gd name="T30" fmla="*/ 1512 w 1658"/>
                  <a:gd name="T31" fmla="*/ 642 h 2143"/>
                  <a:gd name="T32" fmla="*/ 1433 w 1658"/>
                  <a:gd name="T33" fmla="*/ 440 h 2143"/>
                  <a:gd name="T34" fmla="*/ 1298 w 1658"/>
                  <a:gd name="T35" fmla="*/ 274 h 2143"/>
                  <a:gd name="T36" fmla="*/ 1117 w 1658"/>
                  <a:gd name="T37" fmla="*/ 155 h 2143"/>
                  <a:gd name="T38" fmla="*/ 905 w 1658"/>
                  <a:gd name="T39" fmla="*/ 97 h 2143"/>
                  <a:gd name="T40" fmla="*/ 913 w 1658"/>
                  <a:gd name="T41" fmla="*/ 4 h 2143"/>
                  <a:gd name="T42" fmla="*/ 1152 w 1658"/>
                  <a:gd name="T43" fmla="*/ 65 h 2143"/>
                  <a:gd name="T44" fmla="*/ 1356 w 1658"/>
                  <a:gd name="T45" fmla="*/ 189 h 2143"/>
                  <a:gd name="T46" fmla="*/ 1516 w 1658"/>
                  <a:gd name="T47" fmla="*/ 366 h 2143"/>
                  <a:gd name="T48" fmla="*/ 1620 w 1658"/>
                  <a:gd name="T49" fmla="*/ 583 h 2143"/>
                  <a:gd name="T50" fmla="*/ 1658 w 1658"/>
                  <a:gd name="T51" fmla="*/ 828 h 2143"/>
                  <a:gd name="T52" fmla="*/ 1637 w 1658"/>
                  <a:gd name="T53" fmla="*/ 971 h 2143"/>
                  <a:gd name="T54" fmla="*/ 1577 w 1658"/>
                  <a:gd name="T55" fmla="*/ 1131 h 2143"/>
                  <a:gd name="T56" fmla="*/ 1489 w 1658"/>
                  <a:gd name="T57" fmla="*/ 1298 h 2143"/>
                  <a:gd name="T58" fmla="*/ 1382 w 1658"/>
                  <a:gd name="T59" fmla="*/ 1468 h 2143"/>
                  <a:gd name="T60" fmla="*/ 1264 w 1658"/>
                  <a:gd name="T61" fmla="*/ 1631 h 2143"/>
                  <a:gd name="T62" fmla="*/ 1144 w 1658"/>
                  <a:gd name="T63" fmla="*/ 1785 h 2143"/>
                  <a:gd name="T64" fmla="*/ 1032 w 1658"/>
                  <a:gd name="T65" fmla="*/ 1918 h 2143"/>
                  <a:gd name="T66" fmla="*/ 936 w 1658"/>
                  <a:gd name="T67" fmla="*/ 2027 h 2143"/>
                  <a:gd name="T68" fmla="*/ 868 w 1658"/>
                  <a:gd name="T69" fmla="*/ 2103 h 2143"/>
                  <a:gd name="T70" fmla="*/ 831 w 1658"/>
                  <a:gd name="T71" fmla="*/ 2141 h 2143"/>
                  <a:gd name="T72" fmla="*/ 819 w 1658"/>
                  <a:gd name="T73" fmla="*/ 2133 h 2143"/>
                  <a:gd name="T74" fmla="*/ 772 w 1658"/>
                  <a:gd name="T75" fmla="*/ 2081 h 2143"/>
                  <a:gd name="T76" fmla="*/ 692 w 1658"/>
                  <a:gd name="T77" fmla="*/ 1994 h 2143"/>
                  <a:gd name="T78" fmla="*/ 590 w 1658"/>
                  <a:gd name="T79" fmla="*/ 1876 h 2143"/>
                  <a:gd name="T80" fmla="*/ 475 w 1658"/>
                  <a:gd name="T81" fmla="*/ 1735 h 2143"/>
                  <a:gd name="T82" fmla="*/ 355 w 1658"/>
                  <a:gd name="T83" fmla="*/ 1577 h 2143"/>
                  <a:gd name="T84" fmla="*/ 239 w 1658"/>
                  <a:gd name="T85" fmla="*/ 1411 h 2143"/>
                  <a:gd name="T86" fmla="*/ 138 w 1658"/>
                  <a:gd name="T87" fmla="*/ 1241 h 2143"/>
                  <a:gd name="T88" fmla="*/ 58 w 1658"/>
                  <a:gd name="T89" fmla="*/ 1077 h 2143"/>
                  <a:gd name="T90" fmla="*/ 9 w 1658"/>
                  <a:gd name="T91" fmla="*/ 923 h 2143"/>
                  <a:gd name="T92" fmla="*/ 4 w 1658"/>
                  <a:gd name="T93" fmla="*/ 745 h 2143"/>
                  <a:gd name="T94" fmla="*/ 65 w 1658"/>
                  <a:gd name="T95" fmla="*/ 506 h 2143"/>
                  <a:gd name="T96" fmla="*/ 189 w 1658"/>
                  <a:gd name="T97" fmla="*/ 302 h 2143"/>
                  <a:gd name="T98" fmla="*/ 366 w 1658"/>
                  <a:gd name="T99" fmla="*/ 142 h 2143"/>
                  <a:gd name="T100" fmla="*/ 583 w 1658"/>
                  <a:gd name="T101" fmla="*/ 38 h 2143"/>
                  <a:gd name="T102" fmla="*/ 828 w 1658"/>
                  <a:gd name="T103" fmla="*/ 0 h 21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</a:cxnLst>
                <a:rect l="0" t="0" r="r" b="b"/>
                <a:pathLst>
                  <a:path w="1658" h="2143">
                    <a:moveTo>
                      <a:pt x="828" y="93"/>
                    </a:moveTo>
                    <a:lnTo>
                      <a:pt x="753" y="97"/>
                    </a:lnTo>
                    <a:lnTo>
                      <a:pt x="679" y="110"/>
                    </a:lnTo>
                    <a:lnTo>
                      <a:pt x="608" y="130"/>
                    </a:lnTo>
                    <a:lnTo>
                      <a:pt x="541" y="155"/>
                    </a:lnTo>
                    <a:lnTo>
                      <a:pt x="476" y="189"/>
                    </a:lnTo>
                    <a:lnTo>
                      <a:pt x="417" y="228"/>
                    </a:lnTo>
                    <a:lnTo>
                      <a:pt x="360" y="274"/>
                    </a:lnTo>
                    <a:lnTo>
                      <a:pt x="310" y="324"/>
                    </a:lnTo>
                    <a:lnTo>
                      <a:pt x="264" y="379"/>
                    </a:lnTo>
                    <a:lnTo>
                      <a:pt x="225" y="440"/>
                    </a:lnTo>
                    <a:lnTo>
                      <a:pt x="193" y="503"/>
                    </a:lnTo>
                    <a:lnTo>
                      <a:pt x="166" y="572"/>
                    </a:lnTo>
                    <a:lnTo>
                      <a:pt x="146" y="642"/>
                    </a:lnTo>
                    <a:lnTo>
                      <a:pt x="134" y="717"/>
                    </a:lnTo>
                    <a:lnTo>
                      <a:pt x="130" y="792"/>
                    </a:lnTo>
                    <a:lnTo>
                      <a:pt x="134" y="869"/>
                    </a:lnTo>
                    <a:lnTo>
                      <a:pt x="146" y="942"/>
                    </a:lnTo>
                    <a:lnTo>
                      <a:pt x="166" y="1013"/>
                    </a:lnTo>
                    <a:lnTo>
                      <a:pt x="193" y="1081"/>
                    </a:lnTo>
                    <a:lnTo>
                      <a:pt x="225" y="1145"/>
                    </a:lnTo>
                    <a:lnTo>
                      <a:pt x="264" y="1205"/>
                    </a:lnTo>
                    <a:lnTo>
                      <a:pt x="310" y="1260"/>
                    </a:lnTo>
                    <a:lnTo>
                      <a:pt x="360" y="1311"/>
                    </a:lnTo>
                    <a:lnTo>
                      <a:pt x="417" y="1356"/>
                    </a:lnTo>
                    <a:lnTo>
                      <a:pt x="476" y="1396"/>
                    </a:lnTo>
                    <a:lnTo>
                      <a:pt x="541" y="1429"/>
                    </a:lnTo>
                    <a:lnTo>
                      <a:pt x="608" y="1456"/>
                    </a:lnTo>
                    <a:lnTo>
                      <a:pt x="679" y="1475"/>
                    </a:lnTo>
                    <a:lnTo>
                      <a:pt x="753" y="1487"/>
                    </a:lnTo>
                    <a:lnTo>
                      <a:pt x="828" y="1491"/>
                    </a:lnTo>
                    <a:lnTo>
                      <a:pt x="905" y="1487"/>
                    </a:lnTo>
                    <a:lnTo>
                      <a:pt x="979" y="1475"/>
                    </a:lnTo>
                    <a:lnTo>
                      <a:pt x="1050" y="1456"/>
                    </a:lnTo>
                    <a:lnTo>
                      <a:pt x="1117" y="1429"/>
                    </a:lnTo>
                    <a:lnTo>
                      <a:pt x="1182" y="1396"/>
                    </a:lnTo>
                    <a:lnTo>
                      <a:pt x="1241" y="1356"/>
                    </a:lnTo>
                    <a:lnTo>
                      <a:pt x="1298" y="1311"/>
                    </a:lnTo>
                    <a:lnTo>
                      <a:pt x="1348" y="1260"/>
                    </a:lnTo>
                    <a:lnTo>
                      <a:pt x="1394" y="1205"/>
                    </a:lnTo>
                    <a:lnTo>
                      <a:pt x="1433" y="1145"/>
                    </a:lnTo>
                    <a:lnTo>
                      <a:pt x="1465" y="1081"/>
                    </a:lnTo>
                    <a:lnTo>
                      <a:pt x="1492" y="1013"/>
                    </a:lnTo>
                    <a:lnTo>
                      <a:pt x="1512" y="942"/>
                    </a:lnTo>
                    <a:lnTo>
                      <a:pt x="1525" y="869"/>
                    </a:lnTo>
                    <a:lnTo>
                      <a:pt x="1529" y="792"/>
                    </a:lnTo>
                    <a:lnTo>
                      <a:pt x="1525" y="717"/>
                    </a:lnTo>
                    <a:lnTo>
                      <a:pt x="1512" y="642"/>
                    </a:lnTo>
                    <a:lnTo>
                      <a:pt x="1492" y="572"/>
                    </a:lnTo>
                    <a:lnTo>
                      <a:pt x="1465" y="503"/>
                    </a:lnTo>
                    <a:lnTo>
                      <a:pt x="1433" y="440"/>
                    </a:lnTo>
                    <a:lnTo>
                      <a:pt x="1394" y="379"/>
                    </a:lnTo>
                    <a:lnTo>
                      <a:pt x="1348" y="324"/>
                    </a:lnTo>
                    <a:lnTo>
                      <a:pt x="1298" y="274"/>
                    </a:lnTo>
                    <a:lnTo>
                      <a:pt x="1241" y="228"/>
                    </a:lnTo>
                    <a:lnTo>
                      <a:pt x="1182" y="189"/>
                    </a:lnTo>
                    <a:lnTo>
                      <a:pt x="1117" y="155"/>
                    </a:lnTo>
                    <a:lnTo>
                      <a:pt x="1050" y="130"/>
                    </a:lnTo>
                    <a:lnTo>
                      <a:pt x="979" y="110"/>
                    </a:lnTo>
                    <a:lnTo>
                      <a:pt x="905" y="97"/>
                    </a:lnTo>
                    <a:lnTo>
                      <a:pt x="828" y="93"/>
                    </a:lnTo>
                    <a:close/>
                    <a:moveTo>
                      <a:pt x="828" y="0"/>
                    </a:moveTo>
                    <a:lnTo>
                      <a:pt x="913" y="4"/>
                    </a:lnTo>
                    <a:lnTo>
                      <a:pt x="996" y="18"/>
                    </a:lnTo>
                    <a:lnTo>
                      <a:pt x="1075" y="38"/>
                    </a:lnTo>
                    <a:lnTo>
                      <a:pt x="1152" y="65"/>
                    </a:lnTo>
                    <a:lnTo>
                      <a:pt x="1224" y="100"/>
                    </a:lnTo>
                    <a:lnTo>
                      <a:pt x="1292" y="142"/>
                    </a:lnTo>
                    <a:lnTo>
                      <a:pt x="1356" y="189"/>
                    </a:lnTo>
                    <a:lnTo>
                      <a:pt x="1415" y="243"/>
                    </a:lnTo>
                    <a:lnTo>
                      <a:pt x="1469" y="302"/>
                    </a:lnTo>
                    <a:lnTo>
                      <a:pt x="1516" y="366"/>
                    </a:lnTo>
                    <a:lnTo>
                      <a:pt x="1558" y="435"/>
                    </a:lnTo>
                    <a:lnTo>
                      <a:pt x="1593" y="506"/>
                    </a:lnTo>
                    <a:lnTo>
                      <a:pt x="1620" y="583"/>
                    </a:lnTo>
                    <a:lnTo>
                      <a:pt x="1641" y="663"/>
                    </a:lnTo>
                    <a:lnTo>
                      <a:pt x="1654" y="745"/>
                    </a:lnTo>
                    <a:lnTo>
                      <a:pt x="1658" y="828"/>
                    </a:lnTo>
                    <a:lnTo>
                      <a:pt x="1655" y="874"/>
                    </a:lnTo>
                    <a:lnTo>
                      <a:pt x="1649" y="923"/>
                    </a:lnTo>
                    <a:lnTo>
                      <a:pt x="1637" y="971"/>
                    </a:lnTo>
                    <a:lnTo>
                      <a:pt x="1620" y="1024"/>
                    </a:lnTo>
                    <a:lnTo>
                      <a:pt x="1600" y="1077"/>
                    </a:lnTo>
                    <a:lnTo>
                      <a:pt x="1577" y="1131"/>
                    </a:lnTo>
                    <a:lnTo>
                      <a:pt x="1550" y="1186"/>
                    </a:lnTo>
                    <a:lnTo>
                      <a:pt x="1520" y="1241"/>
                    </a:lnTo>
                    <a:lnTo>
                      <a:pt x="1489" y="1298"/>
                    </a:lnTo>
                    <a:lnTo>
                      <a:pt x="1454" y="1354"/>
                    </a:lnTo>
                    <a:lnTo>
                      <a:pt x="1419" y="1411"/>
                    </a:lnTo>
                    <a:lnTo>
                      <a:pt x="1382" y="1468"/>
                    </a:lnTo>
                    <a:lnTo>
                      <a:pt x="1342" y="1523"/>
                    </a:lnTo>
                    <a:lnTo>
                      <a:pt x="1303" y="1577"/>
                    </a:lnTo>
                    <a:lnTo>
                      <a:pt x="1264" y="1631"/>
                    </a:lnTo>
                    <a:lnTo>
                      <a:pt x="1224" y="1684"/>
                    </a:lnTo>
                    <a:lnTo>
                      <a:pt x="1183" y="1735"/>
                    </a:lnTo>
                    <a:lnTo>
                      <a:pt x="1144" y="1785"/>
                    </a:lnTo>
                    <a:lnTo>
                      <a:pt x="1105" y="1831"/>
                    </a:lnTo>
                    <a:lnTo>
                      <a:pt x="1069" y="1876"/>
                    </a:lnTo>
                    <a:lnTo>
                      <a:pt x="1032" y="1918"/>
                    </a:lnTo>
                    <a:lnTo>
                      <a:pt x="998" y="1957"/>
                    </a:lnTo>
                    <a:lnTo>
                      <a:pt x="966" y="1994"/>
                    </a:lnTo>
                    <a:lnTo>
                      <a:pt x="936" y="2027"/>
                    </a:lnTo>
                    <a:lnTo>
                      <a:pt x="911" y="2056"/>
                    </a:lnTo>
                    <a:lnTo>
                      <a:pt x="886" y="2081"/>
                    </a:lnTo>
                    <a:lnTo>
                      <a:pt x="868" y="2103"/>
                    </a:lnTo>
                    <a:lnTo>
                      <a:pt x="851" y="2121"/>
                    </a:lnTo>
                    <a:lnTo>
                      <a:pt x="839" y="2133"/>
                    </a:lnTo>
                    <a:lnTo>
                      <a:pt x="831" y="2141"/>
                    </a:lnTo>
                    <a:lnTo>
                      <a:pt x="828" y="2143"/>
                    </a:lnTo>
                    <a:lnTo>
                      <a:pt x="827" y="2141"/>
                    </a:lnTo>
                    <a:lnTo>
                      <a:pt x="819" y="2133"/>
                    </a:lnTo>
                    <a:lnTo>
                      <a:pt x="807" y="2121"/>
                    </a:lnTo>
                    <a:lnTo>
                      <a:pt x="791" y="2103"/>
                    </a:lnTo>
                    <a:lnTo>
                      <a:pt x="772" y="2081"/>
                    </a:lnTo>
                    <a:lnTo>
                      <a:pt x="747" y="2056"/>
                    </a:lnTo>
                    <a:lnTo>
                      <a:pt x="722" y="2027"/>
                    </a:lnTo>
                    <a:lnTo>
                      <a:pt x="692" y="1994"/>
                    </a:lnTo>
                    <a:lnTo>
                      <a:pt x="660" y="1957"/>
                    </a:lnTo>
                    <a:lnTo>
                      <a:pt x="626" y="1918"/>
                    </a:lnTo>
                    <a:lnTo>
                      <a:pt x="590" y="1876"/>
                    </a:lnTo>
                    <a:lnTo>
                      <a:pt x="553" y="1831"/>
                    </a:lnTo>
                    <a:lnTo>
                      <a:pt x="514" y="1785"/>
                    </a:lnTo>
                    <a:lnTo>
                      <a:pt x="475" y="1735"/>
                    </a:lnTo>
                    <a:lnTo>
                      <a:pt x="434" y="1684"/>
                    </a:lnTo>
                    <a:lnTo>
                      <a:pt x="394" y="1631"/>
                    </a:lnTo>
                    <a:lnTo>
                      <a:pt x="355" y="1577"/>
                    </a:lnTo>
                    <a:lnTo>
                      <a:pt x="316" y="1523"/>
                    </a:lnTo>
                    <a:lnTo>
                      <a:pt x="277" y="1468"/>
                    </a:lnTo>
                    <a:lnTo>
                      <a:pt x="239" y="1411"/>
                    </a:lnTo>
                    <a:lnTo>
                      <a:pt x="204" y="1354"/>
                    </a:lnTo>
                    <a:lnTo>
                      <a:pt x="169" y="1298"/>
                    </a:lnTo>
                    <a:lnTo>
                      <a:pt x="138" y="1241"/>
                    </a:lnTo>
                    <a:lnTo>
                      <a:pt x="108" y="1186"/>
                    </a:lnTo>
                    <a:lnTo>
                      <a:pt x="81" y="1131"/>
                    </a:lnTo>
                    <a:lnTo>
                      <a:pt x="58" y="1077"/>
                    </a:lnTo>
                    <a:lnTo>
                      <a:pt x="38" y="1024"/>
                    </a:lnTo>
                    <a:lnTo>
                      <a:pt x="22" y="971"/>
                    </a:lnTo>
                    <a:lnTo>
                      <a:pt x="9" y="923"/>
                    </a:lnTo>
                    <a:lnTo>
                      <a:pt x="3" y="874"/>
                    </a:lnTo>
                    <a:lnTo>
                      <a:pt x="0" y="828"/>
                    </a:lnTo>
                    <a:lnTo>
                      <a:pt x="4" y="745"/>
                    </a:lnTo>
                    <a:lnTo>
                      <a:pt x="18" y="663"/>
                    </a:lnTo>
                    <a:lnTo>
                      <a:pt x="38" y="583"/>
                    </a:lnTo>
                    <a:lnTo>
                      <a:pt x="65" y="506"/>
                    </a:lnTo>
                    <a:lnTo>
                      <a:pt x="100" y="435"/>
                    </a:lnTo>
                    <a:lnTo>
                      <a:pt x="142" y="366"/>
                    </a:lnTo>
                    <a:lnTo>
                      <a:pt x="189" y="302"/>
                    </a:lnTo>
                    <a:lnTo>
                      <a:pt x="243" y="243"/>
                    </a:lnTo>
                    <a:lnTo>
                      <a:pt x="302" y="189"/>
                    </a:lnTo>
                    <a:lnTo>
                      <a:pt x="366" y="142"/>
                    </a:lnTo>
                    <a:lnTo>
                      <a:pt x="434" y="100"/>
                    </a:lnTo>
                    <a:lnTo>
                      <a:pt x="506" y="65"/>
                    </a:lnTo>
                    <a:lnTo>
                      <a:pt x="583" y="38"/>
                    </a:lnTo>
                    <a:lnTo>
                      <a:pt x="662" y="18"/>
                    </a:lnTo>
                    <a:lnTo>
                      <a:pt x="745" y="4"/>
                    </a:lnTo>
                    <a:lnTo>
                      <a:pt x="828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grpSp>
            <p:nvGrpSpPr>
              <p:cNvPr id="104" name="Group 76"/>
              <p:cNvGrpSpPr/>
              <p:nvPr/>
            </p:nvGrpSpPr>
            <p:grpSpPr>
              <a:xfrm>
                <a:off x="5767213" y="2423034"/>
                <a:ext cx="650753" cy="714990"/>
                <a:chOff x="2171700" y="1574800"/>
                <a:chExt cx="739776" cy="812800"/>
              </a:xfrm>
              <a:solidFill>
                <a:schemeClr val="accent1"/>
              </a:solidFill>
            </p:grpSpPr>
            <p:sp>
              <p:nvSpPr>
                <p:cNvPr id="105" name="Freeform 33"/>
                <p:cNvSpPr>
                  <a:spLocks noEditPoints="1"/>
                </p:cNvSpPr>
                <p:nvPr/>
              </p:nvSpPr>
              <p:spPr bwMode="auto">
                <a:xfrm>
                  <a:off x="2292350" y="1700213"/>
                  <a:ext cx="498475" cy="687387"/>
                </a:xfrm>
                <a:custGeom>
                  <a:avLst/>
                  <a:gdLst>
                    <a:gd name="T0" fmla="*/ 813 w 2197"/>
                    <a:gd name="T1" fmla="*/ 324 h 3032"/>
                    <a:gd name="T2" fmla="*/ 519 w 2197"/>
                    <a:gd name="T3" fmla="*/ 505 h 3032"/>
                    <a:gd name="T4" fmla="*/ 329 w 2197"/>
                    <a:gd name="T5" fmla="*/ 783 h 3032"/>
                    <a:gd name="T6" fmla="*/ 281 w 2197"/>
                    <a:gd name="T7" fmla="*/ 1120 h 3032"/>
                    <a:gd name="T8" fmla="*/ 340 w 2197"/>
                    <a:gd name="T9" fmla="*/ 1390 h 3032"/>
                    <a:gd name="T10" fmla="*/ 449 w 2197"/>
                    <a:gd name="T11" fmla="*/ 1594 h 3032"/>
                    <a:gd name="T12" fmla="*/ 575 w 2197"/>
                    <a:gd name="T13" fmla="*/ 1783 h 3032"/>
                    <a:gd name="T14" fmla="*/ 653 w 2197"/>
                    <a:gd name="T15" fmla="*/ 1996 h 3032"/>
                    <a:gd name="T16" fmla="*/ 700 w 2197"/>
                    <a:gd name="T17" fmla="*/ 2142 h 3032"/>
                    <a:gd name="T18" fmla="*/ 1457 w 2197"/>
                    <a:gd name="T19" fmla="*/ 2178 h 3032"/>
                    <a:gd name="T20" fmla="*/ 1539 w 2197"/>
                    <a:gd name="T21" fmla="*/ 2071 h 3032"/>
                    <a:gd name="T22" fmla="*/ 1581 w 2197"/>
                    <a:gd name="T23" fmla="*/ 1864 h 3032"/>
                    <a:gd name="T24" fmla="*/ 1700 w 2197"/>
                    <a:gd name="T25" fmla="*/ 1666 h 3032"/>
                    <a:gd name="T26" fmla="*/ 1817 w 2197"/>
                    <a:gd name="T27" fmla="*/ 1478 h 3032"/>
                    <a:gd name="T28" fmla="*/ 1902 w 2197"/>
                    <a:gd name="T29" fmla="*/ 1238 h 3032"/>
                    <a:gd name="T30" fmla="*/ 1907 w 2197"/>
                    <a:gd name="T31" fmla="*/ 915 h 3032"/>
                    <a:gd name="T32" fmla="*/ 1769 w 2197"/>
                    <a:gd name="T33" fmla="*/ 606 h 3032"/>
                    <a:gd name="T34" fmla="*/ 1513 w 2197"/>
                    <a:gd name="T35" fmla="*/ 382 h 3032"/>
                    <a:gd name="T36" fmla="*/ 1174 w 2197"/>
                    <a:gd name="T37" fmla="*/ 279 h 3032"/>
                    <a:gd name="T38" fmla="*/ 1362 w 2197"/>
                    <a:gd name="T39" fmla="*/ 32 h 3032"/>
                    <a:gd name="T40" fmla="*/ 1747 w 2197"/>
                    <a:gd name="T41" fmla="*/ 204 h 3032"/>
                    <a:gd name="T42" fmla="*/ 2033 w 2197"/>
                    <a:gd name="T43" fmla="*/ 499 h 3032"/>
                    <a:gd name="T44" fmla="*/ 2182 w 2197"/>
                    <a:gd name="T45" fmla="*/ 883 h 3032"/>
                    <a:gd name="T46" fmla="*/ 2180 w 2197"/>
                    <a:gd name="T47" fmla="*/ 1263 h 3032"/>
                    <a:gd name="T48" fmla="*/ 2095 w 2197"/>
                    <a:gd name="T49" fmla="*/ 1542 h 3032"/>
                    <a:gd name="T50" fmla="*/ 1977 w 2197"/>
                    <a:gd name="T51" fmla="*/ 1752 h 3032"/>
                    <a:gd name="T52" fmla="*/ 1857 w 2197"/>
                    <a:gd name="T53" fmla="*/ 1933 h 3032"/>
                    <a:gd name="T54" fmla="*/ 1816 w 2197"/>
                    <a:gd name="T55" fmla="*/ 2095 h 3032"/>
                    <a:gd name="T56" fmla="*/ 1702 w 2197"/>
                    <a:gd name="T57" fmla="*/ 2328 h 3032"/>
                    <a:gd name="T58" fmla="*/ 1611 w 2197"/>
                    <a:gd name="T59" fmla="*/ 2485 h 3032"/>
                    <a:gd name="T60" fmla="*/ 1603 w 2197"/>
                    <a:gd name="T61" fmla="*/ 2631 h 3032"/>
                    <a:gd name="T62" fmla="*/ 1599 w 2197"/>
                    <a:gd name="T63" fmla="*/ 2699 h 3032"/>
                    <a:gd name="T64" fmla="*/ 1566 w 2197"/>
                    <a:gd name="T65" fmla="*/ 2789 h 3032"/>
                    <a:gd name="T66" fmla="*/ 1452 w 2197"/>
                    <a:gd name="T67" fmla="*/ 2888 h 3032"/>
                    <a:gd name="T68" fmla="*/ 1283 w 2197"/>
                    <a:gd name="T69" fmla="*/ 3010 h 3032"/>
                    <a:gd name="T70" fmla="*/ 965 w 2197"/>
                    <a:gd name="T71" fmla="*/ 3030 h 3032"/>
                    <a:gd name="T72" fmla="*/ 825 w 2197"/>
                    <a:gd name="T73" fmla="*/ 2922 h 3032"/>
                    <a:gd name="T74" fmla="*/ 657 w 2197"/>
                    <a:gd name="T75" fmla="*/ 2823 h 3032"/>
                    <a:gd name="T76" fmla="*/ 602 w 2197"/>
                    <a:gd name="T77" fmla="*/ 2718 h 3032"/>
                    <a:gd name="T78" fmla="*/ 597 w 2197"/>
                    <a:gd name="T79" fmla="*/ 2671 h 3032"/>
                    <a:gd name="T80" fmla="*/ 590 w 2197"/>
                    <a:gd name="T81" fmla="*/ 2546 h 3032"/>
                    <a:gd name="T82" fmla="*/ 582 w 2197"/>
                    <a:gd name="T83" fmla="*/ 2406 h 3032"/>
                    <a:gd name="T84" fmla="*/ 408 w 2197"/>
                    <a:gd name="T85" fmla="*/ 2193 h 3032"/>
                    <a:gd name="T86" fmla="*/ 368 w 2197"/>
                    <a:gd name="T87" fmla="*/ 1991 h 3032"/>
                    <a:gd name="T88" fmla="*/ 268 w 2197"/>
                    <a:gd name="T89" fmla="*/ 1821 h 3032"/>
                    <a:gd name="T90" fmla="*/ 149 w 2197"/>
                    <a:gd name="T91" fmla="*/ 1633 h 3032"/>
                    <a:gd name="T92" fmla="*/ 45 w 2197"/>
                    <a:gd name="T93" fmla="*/ 1384 h 3032"/>
                    <a:gd name="T94" fmla="*/ 0 w 2197"/>
                    <a:gd name="T95" fmla="*/ 1054 h 3032"/>
                    <a:gd name="T96" fmla="*/ 87 w 2197"/>
                    <a:gd name="T97" fmla="*/ 644 h 3032"/>
                    <a:gd name="T98" fmla="*/ 323 w 2197"/>
                    <a:gd name="T99" fmla="*/ 310 h 3032"/>
                    <a:gd name="T100" fmla="*/ 672 w 2197"/>
                    <a:gd name="T101" fmla="*/ 83 h 3032"/>
                    <a:gd name="T102" fmla="*/ 1099 w 2197"/>
                    <a:gd name="T103" fmla="*/ 0 h 303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</a:cxnLst>
                  <a:rect l="0" t="0" r="r" b="b"/>
                  <a:pathLst>
                    <a:path w="2197" h="3032">
                      <a:moveTo>
                        <a:pt x="1099" y="276"/>
                      </a:moveTo>
                      <a:lnTo>
                        <a:pt x="1024" y="279"/>
                      </a:lnTo>
                      <a:lnTo>
                        <a:pt x="951" y="288"/>
                      </a:lnTo>
                      <a:lnTo>
                        <a:pt x="881" y="304"/>
                      </a:lnTo>
                      <a:lnTo>
                        <a:pt x="813" y="324"/>
                      </a:lnTo>
                      <a:lnTo>
                        <a:pt x="747" y="352"/>
                      </a:lnTo>
                      <a:lnTo>
                        <a:pt x="685" y="383"/>
                      </a:lnTo>
                      <a:lnTo>
                        <a:pt x="626" y="419"/>
                      </a:lnTo>
                      <a:lnTo>
                        <a:pt x="571" y="460"/>
                      </a:lnTo>
                      <a:lnTo>
                        <a:pt x="519" y="505"/>
                      </a:lnTo>
                      <a:lnTo>
                        <a:pt x="471" y="553"/>
                      </a:lnTo>
                      <a:lnTo>
                        <a:pt x="429" y="606"/>
                      </a:lnTo>
                      <a:lnTo>
                        <a:pt x="391" y="662"/>
                      </a:lnTo>
                      <a:lnTo>
                        <a:pt x="358" y="721"/>
                      </a:lnTo>
                      <a:lnTo>
                        <a:pt x="329" y="783"/>
                      </a:lnTo>
                      <a:lnTo>
                        <a:pt x="308" y="848"/>
                      </a:lnTo>
                      <a:lnTo>
                        <a:pt x="292" y="915"/>
                      </a:lnTo>
                      <a:lnTo>
                        <a:pt x="282" y="983"/>
                      </a:lnTo>
                      <a:lnTo>
                        <a:pt x="278" y="1054"/>
                      </a:lnTo>
                      <a:lnTo>
                        <a:pt x="281" y="1120"/>
                      </a:lnTo>
                      <a:lnTo>
                        <a:pt x="286" y="1181"/>
                      </a:lnTo>
                      <a:lnTo>
                        <a:pt x="295" y="1238"/>
                      </a:lnTo>
                      <a:lnTo>
                        <a:pt x="308" y="1292"/>
                      </a:lnTo>
                      <a:lnTo>
                        <a:pt x="323" y="1343"/>
                      </a:lnTo>
                      <a:lnTo>
                        <a:pt x="340" y="1390"/>
                      </a:lnTo>
                      <a:lnTo>
                        <a:pt x="359" y="1435"/>
                      </a:lnTo>
                      <a:lnTo>
                        <a:pt x="380" y="1478"/>
                      </a:lnTo>
                      <a:lnTo>
                        <a:pt x="402" y="1518"/>
                      </a:lnTo>
                      <a:lnTo>
                        <a:pt x="426" y="1557"/>
                      </a:lnTo>
                      <a:lnTo>
                        <a:pt x="449" y="1594"/>
                      </a:lnTo>
                      <a:lnTo>
                        <a:pt x="474" y="1630"/>
                      </a:lnTo>
                      <a:lnTo>
                        <a:pt x="496" y="1665"/>
                      </a:lnTo>
                      <a:lnTo>
                        <a:pt x="523" y="1704"/>
                      </a:lnTo>
                      <a:lnTo>
                        <a:pt x="550" y="1744"/>
                      </a:lnTo>
                      <a:lnTo>
                        <a:pt x="575" y="1783"/>
                      </a:lnTo>
                      <a:lnTo>
                        <a:pt x="597" y="1823"/>
                      </a:lnTo>
                      <a:lnTo>
                        <a:pt x="617" y="1864"/>
                      </a:lnTo>
                      <a:lnTo>
                        <a:pt x="632" y="1906"/>
                      </a:lnTo>
                      <a:lnTo>
                        <a:pt x="645" y="1950"/>
                      </a:lnTo>
                      <a:lnTo>
                        <a:pt x="653" y="1996"/>
                      </a:lnTo>
                      <a:lnTo>
                        <a:pt x="655" y="2044"/>
                      </a:lnTo>
                      <a:lnTo>
                        <a:pt x="658" y="2071"/>
                      </a:lnTo>
                      <a:lnTo>
                        <a:pt x="669" y="2097"/>
                      </a:lnTo>
                      <a:lnTo>
                        <a:pt x="682" y="2121"/>
                      </a:lnTo>
                      <a:lnTo>
                        <a:pt x="700" y="2142"/>
                      </a:lnTo>
                      <a:lnTo>
                        <a:pt x="720" y="2162"/>
                      </a:lnTo>
                      <a:lnTo>
                        <a:pt x="740" y="2178"/>
                      </a:lnTo>
                      <a:lnTo>
                        <a:pt x="759" y="2193"/>
                      </a:lnTo>
                      <a:lnTo>
                        <a:pt x="1438" y="2193"/>
                      </a:lnTo>
                      <a:lnTo>
                        <a:pt x="1457" y="2178"/>
                      </a:lnTo>
                      <a:lnTo>
                        <a:pt x="1478" y="2162"/>
                      </a:lnTo>
                      <a:lnTo>
                        <a:pt x="1498" y="2142"/>
                      </a:lnTo>
                      <a:lnTo>
                        <a:pt x="1515" y="2121"/>
                      </a:lnTo>
                      <a:lnTo>
                        <a:pt x="1529" y="2097"/>
                      </a:lnTo>
                      <a:lnTo>
                        <a:pt x="1539" y="2071"/>
                      </a:lnTo>
                      <a:lnTo>
                        <a:pt x="1542" y="2044"/>
                      </a:lnTo>
                      <a:lnTo>
                        <a:pt x="1545" y="1996"/>
                      </a:lnTo>
                      <a:lnTo>
                        <a:pt x="1553" y="1950"/>
                      </a:lnTo>
                      <a:lnTo>
                        <a:pt x="1565" y="1906"/>
                      </a:lnTo>
                      <a:lnTo>
                        <a:pt x="1581" y="1864"/>
                      </a:lnTo>
                      <a:lnTo>
                        <a:pt x="1600" y="1824"/>
                      </a:lnTo>
                      <a:lnTo>
                        <a:pt x="1623" y="1783"/>
                      </a:lnTo>
                      <a:lnTo>
                        <a:pt x="1647" y="1744"/>
                      </a:lnTo>
                      <a:lnTo>
                        <a:pt x="1673" y="1705"/>
                      </a:lnTo>
                      <a:lnTo>
                        <a:pt x="1700" y="1666"/>
                      </a:lnTo>
                      <a:lnTo>
                        <a:pt x="1724" y="1631"/>
                      </a:lnTo>
                      <a:lnTo>
                        <a:pt x="1748" y="1595"/>
                      </a:lnTo>
                      <a:lnTo>
                        <a:pt x="1772" y="1558"/>
                      </a:lnTo>
                      <a:lnTo>
                        <a:pt x="1796" y="1518"/>
                      </a:lnTo>
                      <a:lnTo>
                        <a:pt x="1817" y="1478"/>
                      </a:lnTo>
                      <a:lnTo>
                        <a:pt x="1839" y="1435"/>
                      </a:lnTo>
                      <a:lnTo>
                        <a:pt x="1858" y="1390"/>
                      </a:lnTo>
                      <a:lnTo>
                        <a:pt x="1875" y="1343"/>
                      </a:lnTo>
                      <a:lnTo>
                        <a:pt x="1890" y="1292"/>
                      </a:lnTo>
                      <a:lnTo>
                        <a:pt x="1902" y="1238"/>
                      </a:lnTo>
                      <a:lnTo>
                        <a:pt x="1911" y="1181"/>
                      </a:lnTo>
                      <a:lnTo>
                        <a:pt x="1917" y="1120"/>
                      </a:lnTo>
                      <a:lnTo>
                        <a:pt x="1919" y="1054"/>
                      </a:lnTo>
                      <a:lnTo>
                        <a:pt x="1916" y="983"/>
                      </a:lnTo>
                      <a:lnTo>
                        <a:pt x="1907" y="915"/>
                      </a:lnTo>
                      <a:lnTo>
                        <a:pt x="1890" y="847"/>
                      </a:lnTo>
                      <a:lnTo>
                        <a:pt x="1868" y="783"/>
                      </a:lnTo>
                      <a:lnTo>
                        <a:pt x="1841" y="721"/>
                      </a:lnTo>
                      <a:lnTo>
                        <a:pt x="1807" y="661"/>
                      </a:lnTo>
                      <a:lnTo>
                        <a:pt x="1769" y="606"/>
                      </a:lnTo>
                      <a:lnTo>
                        <a:pt x="1726" y="553"/>
                      </a:lnTo>
                      <a:lnTo>
                        <a:pt x="1679" y="505"/>
                      </a:lnTo>
                      <a:lnTo>
                        <a:pt x="1628" y="460"/>
                      </a:lnTo>
                      <a:lnTo>
                        <a:pt x="1572" y="418"/>
                      </a:lnTo>
                      <a:lnTo>
                        <a:pt x="1513" y="382"/>
                      </a:lnTo>
                      <a:lnTo>
                        <a:pt x="1451" y="352"/>
                      </a:lnTo>
                      <a:lnTo>
                        <a:pt x="1385" y="324"/>
                      </a:lnTo>
                      <a:lnTo>
                        <a:pt x="1317" y="304"/>
                      </a:lnTo>
                      <a:lnTo>
                        <a:pt x="1246" y="288"/>
                      </a:lnTo>
                      <a:lnTo>
                        <a:pt x="1174" y="279"/>
                      </a:lnTo>
                      <a:lnTo>
                        <a:pt x="1099" y="276"/>
                      </a:lnTo>
                      <a:close/>
                      <a:moveTo>
                        <a:pt x="1099" y="0"/>
                      </a:moveTo>
                      <a:lnTo>
                        <a:pt x="1188" y="3"/>
                      </a:lnTo>
                      <a:lnTo>
                        <a:pt x="1277" y="15"/>
                      </a:lnTo>
                      <a:lnTo>
                        <a:pt x="1362" y="32"/>
                      </a:lnTo>
                      <a:lnTo>
                        <a:pt x="1446" y="54"/>
                      </a:lnTo>
                      <a:lnTo>
                        <a:pt x="1525" y="83"/>
                      </a:lnTo>
                      <a:lnTo>
                        <a:pt x="1603" y="118"/>
                      </a:lnTo>
                      <a:lnTo>
                        <a:pt x="1676" y="159"/>
                      </a:lnTo>
                      <a:lnTo>
                        <a:pt x="1747" y="204"/>
                      </a:lnTo>
                      <a:lnTo>
                        <a:pt x="1813" y="255"/>
                      </a:lnTo>
                      <a:lnTo>
                        <a:pt x="1875" y="310"/>
                      </a:lnTo>
                      <a:lnTo>
                        <a:pt x="1932" y="368"/>
                      </a:lnTo>
                      <a:lnTo>
                        <a:pt x="1985" y="433"/>
                      </a:lnTo>
                      <a:lnTo>
                        <a:pt x="2033" y="499"/>
                      </a:lnTo>
                      <a:lnTo>
                        <a:pt x="2075" y="570"/>
                      </a:lnTo>
                      <a:lnTo>
                        <a:pt x="2111" y="644"/>
                      </a:lnTo>
                      <a:lnTo>
                        <a:pt x="2140" y="722"/>
                      </a:lnTo>
                      <a:lnTo>
                        <a:pt x="2165" y="801"/>
                      </a:lnTo>
                      <a:lnTo>
                        <a:pt x="2182" y="883"/>
                      </a:lnTo>
                      <a:lnTo>
                        <a:pt x="2194" y="968"/>
                      </a:lnTo>
                      <a:lnTo>
                        <a:pt x="2197" y="1054"/>
                      </a:lnTo>
                      <a:lnTo>
                        <a:pt x="2195" y="1128"/>
                      </a:lnTo>
                      <a:lnTo>
                        <a:pt x="2189" y="1197"/>
                      </a:lnTo>
                      <a:lnTo>
                        <a:pt x="2180" y="1263"/>
                      </a:lnTo>
                      <a:lnTo>
                        <a:pt x="2168" y="1326"/>
                      </a:lnTo>
                      <a:lnTo>
                        <a:pt x="2153" y="1384"/>
                      </a:lnTo>
                      <a:lnTo>
                        <a:pt x="2136" y="1440"/>
                      </a:lnTo>
                      <a:lnTo>
                        <a:pt x="2116" y="1493"/>
                      </a:lnTo>
                      <a:lnTo>
                        <a:pt x="2095" y="1542"/>
                      </a:lnTo>
                      <a:lnTo>
                        <a:pt x="2072" y="1588"/>
                      </a:lnTo>
                      <a:lnTo>
                        <a:pt x="2050" y="1632"/>
                      </a:lnTo>
                      <a:lnTo>
                        <a:pt x="2025" y="1675"/>
                      </a:lnTo>
                      <a:lnTo>
                        <a:pt x="2001" y="1714"/>
                      </a:lnTo>
                      <a:lnTo>
                        <a:pt x="1977" y="1752"/>
                      </a:lnTo>
                      <a:lnTo>
                        <a:pt x="1953" y="1787"/>
                      </a:lnTo>
                      <a:lnTo>
                        <a:pt x="1929" y="1820"/>
                      </a:lnTo>
                      <a:lnTo>
                        <a:pt x="1902" y="1862"/>
                      </a:lnTo>
                      <a:lnTo>
                        <a:pt x="1877" y="1899"/>
                      </a:lnTo>
                      <a:lnTo>
                        <a:pt x="1857" y="1933"/>
                      </a:lnTo>
                      <a:lnTo>
                        <a:pt x="1841" y="1963"/>
                      </a:lnTo>
                      <a:lnTo>
                        <a:pt x="1830" y="1991"/>
                      </a:lnTo>
                      <a:lnTo>
                        <a:pt x="1822" y="2019"/>
                      </a:lnTo>
                      <a:lnTo>
                        <a:pt x="1819" y="2044"/>
                      </a:lnTo>
                      <a:lnTo>
                        <a:pt x="1816" y="2095"/>
                      </a:lnTo>
                      <a:lnTo>
                        <a:pt x="1806" y="2145"/>
                      </a:lnTo>
                      <a:lnTo>
                        <a:pt x="1790" y="2193"/>
                      </a:lnTo>
                      <a:lnTo>
                        <a:pt x="1766" y="2240"/>
                      </a:lnTo>
                      <a:lnTo>
                        <a:pt x="1738" y="2285"/>
                      </a:lnTo>
                      <a:lnTo>
                        <a:pt x="1702" y="2328"/>
                      </a:lnTo>
                      <a:lnTo>
                        <a:pt x="1662" y="2369"/>
                      </a:lnTo>
                      <a:lnTo>
                        <a:pt x="1615" y="2406"/>
                      </a:lnTo>
                      <a:lnTo>
                        <a:pt x="1614" y="2429"/>
                      </a:lnTo>
                      <a:lnTo>
                        <a:pt x="1613" y="2456"/>
                      </a:lnTo>
                      <a:lnTo>
                        <a:pt x="1611" y="2485"/>
                      </a:lnTo>
                      <a:lnTo>
                        <a:pt x="1609" y="2515"/>
                      </a:lnTo>
                      <a:lnTo>
                        <a:pt x="1607" y="2546"/>
                      </a:lnTo>
                      <a:lnTo>
                        <a:pt x="1606" y="2576"/>
                      </a:lnTo>
                      <a:lnTo>
                        <a:pt x="1604" y="2605"/>
                      </a:lnTo>
                      <a:lnTo>
                        <a:pt x="1603" y="2631"/>
                      </a:lnTo>
                      <a:lnTo>
                        <a:pt x="1601" y="2653"/>
                      </a:lnTo>
                      <a:lnTo>
                        <a:pt x="1600" y="2671"/>
                      </a:lnTo>
                      <a:lnTo>
                        <a:pt x="1600" y="2682"/>
                      </a:lnTo>
                      <a:lnTo>
                        <a:pt x="1599" y="2685"/>
                      </a:lnTo>
                      <a:lnTo>
                        <a:pt x="1599" y="2699"/>
                      </a:lnTo>
                      <a:lnTo>
                        <a:pt x="1597" y="2715"/>
                      </a:lnTo>
                      <a:lnTo>
                        <a:pt x="1592" y="2732"/>
                      </a:lnTo>
                      <a:lnTo>
                        <a:pt x="1587" y="2750"/>
                      </a:lnTo>
                      <a:lnTo>
                        <a:pt x="1578" y="2770"/>
                      </a:lnTo>
                      <a:lnTo>
                        <a:pt x="1566" y="2789"/>
                      </a:lnTo>
                      <a:lnTo>
                        <a:pt x="1552" y="2809"/>
                      </a:lnTo>
                      <a:lnTo>
                        <a:pt x="1533" y="2831"/>
                      </a:lnTo>
                      <a:lnTo>
                        <a:pt x="1511" y="2850"/>
                      </a:lnTo>
                      <a:lnTo>
                        <a:pt x="1483" y="2870"/>
                      </a:lnTo>
                      <a:lnTo>
                        <a:pt x="1452" y="2888"/>
                      </a:lnTo>
                      <a:lnTo>
                        <a:pt x="1415" y="2906"/>
                      </a:lnTo>
                      <a:lnTo>
                        <a:pt x="1372" y="2922"/>
                      </a:lnTo>
                      <a:lnTo>
                        <a:pt x="1347" y="2953"/>
                      </a:lnTo>
                      <a:lnTo>
                        <a:pt x="1317" y="2983"/>
                      </a:lnTo>
                      <a:lnTo>
                        <a:pt x="1283" y="3010"/>
                      </a:lnTo>
                      <a:lnTo>
                        <a:pt x="1259" y="3022"/>
                      </a:lnTo>
                      <a:lnTo>
                        <a:pt x="1233" y="3030"/>
                      </a:lnTo>
                      <a:lnTo>
                        <a:pt x="1205" y="3032"/>
                      </a:lnTo>
                      <a:lnTo>
                        <a:pt x="992" y="3032"/>
                      </a:lnTo>
                      <a:lnTo>
                        <a:pt x="965" y="3030"/>
                      </a:lnTo>
                      <a:lnTo>
                        <a:pt x="939" y="3022"/>
                      </a:lnTo>
                      <a:lnTo>
                        <a:pt x="915" y="3010"/>
                      </a:lnTo>
                      <a:lnTo>
                        <a:pt x="881" y="2983"/>
                      </a:lnTo>
                      <a:lnTo>
                        <a:pt x="850" y="2953"/>
                      </a:lnTo>
                      <a:lnTo>
                        <a:pt x="825" y="2922"/>
                      </a:lnTo>
                      <a:lnTo>
                        <a:pt x="780" y="2904"/>
                      </a:lnTo>
                      <a:lnTo>
                        <a:pt x="741" y="2886"/>
                      </a:lnTo>
                      <a:lnTo>
                        <a:pt x="707" y="2866"/>
                      </a:lnTo>
                      <a:lnTo>
                        <a:pt x="680" y="2844"/>
                      </a:lnTo>
                      <a:lnTo>
                        <a:pt x="657" y="2823"/>
                      </a:lnTo>
                      <a:lnTo>
                        <a:pt x="639" y="2800"/>
                      </a:lnTo>
                      <a:lnTo>
                        <a:pt x="626" y="2779"/>
                      </a:lnTo>
                      <a:lnTo>
                        <a:pt x="614" y="2757"/>
                      </a:lnTo>
                      <a:lnTo>
                        <a:pt x="607" y="2737"/>
                      </a:lnTo>
                      <a:lnTo>
                        <a:pt x="602" y="2718"/>
                      </a:lnTo>
                      <a:lnTo>
                        <a:pt x="599" y="2701"/>
                      </a:lnTo>
                      <a:lnTo>
                        <a:pt x="598" y="2685"/>
                      </a:lnTo>
                      <a:lnTo>
                        <a:pt x="598" y="2685"/>
                      </a:lnTo>
                      <a:lnTo>
                        <a:pt x="598" y="2682"/>
                      </a:lnTo>
                      <a:lnTo>
                        <a:pt x="597" y="2671"/>
                      </a:lnTo>
                      <a:lnTo>
                        <a:pt x="596" y="2653"/>
                      </a:lnTo>
                      <a:lnTo>
                        <a:pt x="595" y="2631"/>
                      </a:lnTo>
                      <a:lnTo>
                        <a:pt x="594" y="2605"/>
                      </a:lnTo>
                      <a:lnTo>
                        <a:pt x="592" y="2576"/>
                      </a:lnTo>
                      <a:lnTo>
                        <a:pt x="590" y="2546"/>
                      </a:lnTo>
                      <a:lnTo>
                        <a:pt x="588" y="2515"/>
                      </a:lnTo>
                      <a:lnTo>
                        <a:pt x="587" y="2485"/>
                      </a:lnTo>
                      <a:lnTo>
                        <a:pt x="585" y="2456"/>
                      </a:lnTo>
                      <a:lnTo>
                        <a:pt x="584" y="2429"/>
                      </a:lnTo>
                      <a:lnTo>
                        <a:pt x="582" y="2406"/>
                      </a:lnTo>
                      <a:lnTo>
                        <a:pt x="536" y="2369"/>
                      </a:lnTo>
                      <a:lnTo>
                        <a:pt x="495" y="2328"/>
                      </a:lnTo>
                      <a:lnTo>
                        <a:pt x="460" y="2285"/>
                      </a:lnTo>
                      <a:lnTo>
                        <a:pt x="432" y="2240"/>
                      </a:lnTo>
                      <a:lnTo>
                        <a:pt x="408" y="2193"/>
                      </a:lnTo>
                      <a:lnTo>
                        <a:pt x="392" y="2145"/>
                      </a:lnTo>
                      <a:lnTo>
                        <a:pt x="382" y="2095"/>
                      </a:lnTo>
                      <a:lnTo>
                        <a:pt x="378" y="2044"/>
                      </a:lnTo>
                      <a:lnTo>
                        <a:pt x="376" y="2019"/>
                      </a:lnTo>
                      <a:lnTo>
                        <a:pt x="368" y="1991"/>
                      </a:lnTo>
                      <a:lnTo>
                        <a:pt x="357" y="1963"/>
                      </a:lnTo>
                      <a:lnTo>
                        <a:pt x="341" y="1933"/>
                      </a:lnTo>
                      <a:lnTo>
                        <a:pt x="320" y="1899"/>
                      </a:lnTo>
                      <a:lnTo>
                        <a:pt x="297" y="1862"/>
                      </a:lnTo>
                      <a:lnTo>
                        <a:pt x="268" y="1821"/>
                      </a:lnTo>
                      <a:lnTo>
                        <a:pt x="245" y="1788"/>
                      </a:lnTo>
                      <a:lnTo>
                        <a:pt x="222" y="1752"/>
                      </a:lnTo>
                      <a:lnTo>
                        <a:pt x="197" y="1714"/>
                      </a:lnTo>
                      <a:lnTo>
                        <a:pt x="173" y="1675"/>
                      </a:lnTo>
                      <a:lnTo>
                        <a:pt x="149" y="1633"/>
                      </a:lnTo>
                      <a:lnTo>
                        <a:pt x="125" y="1588"/>
                      </a:lnTo>
                      <a:lnTo>
                        <a:pt x="102" y="1542"/>
                      </a:lnTo>
                      <a:lnTo>
                        <a:pt x="82" y="1493"/>
                      </a:lnTo>
                      <a:lnTo>
                        <a:pt x="62" y="1440"/>
                      </a:lnTo>
                      <a:lnTo>
                        <a:pt x="45" y="1384"/>
                      </a:lnTo>
                      <a:lnTo>
                        <a:pt x="30" y="1326"/>
                      </a:lnTo>
                      <a:lnTo>
                        <a:pt x="17" y="1263"/>
                      </a:lnTo>
                      <a:lnTo>
                        <a:pt x="8" y="1197"/>
                      </a:lnTo>
                      <a:lnTo>
                        <a:pt x="3" y="1128"/>
                      </a:lnTo>
                      <a:lnTo>
                        <a:pt x="0" y="1054"/>
                      </a:lnTo>
                      <a:lnTo>
                        <a:pt x="4" y="968"/>
                      </a:lnTo>
                      <a:lnTo>
                        <a:pt x="15" y="883"/>
                      </a:lnTo>
                      <a:lnTo>
                        <a:pt x="32" y="801"/>
                      </a:lnTo>
                      <a:lnTo>
                        <a:pt x="57" y="722"/>
                      </a:lnTo>
                      <a:lnTo>
                        <a:pt x="87" y="644"/>
                      </a:lnTo>
                      <a:lnTo>
                        <a:pt x="123" y="570"/>
                      </a:lnTo>
                      <a:lnTo>
                        <a:pt x="165" y="499"/>
                      </a:lnTo>
                      <a:lnTo>
                        <a:pt x="213" y="433"/>
                      </a:lnTo>
                      <a:lnTo>
                        <a:pt x="266" y="368"/>
                      </a:lnTo>
                      <a:lnTo>
                        <a:pt x="323" y="310"/>
                      </a:lnTo>
                      <a:lnTo>
                        <a:pt x="385" y="255"/>
                      </a:lnTo>
                      <a:lnTo>
                        <a:pt x="451" y="204"/>
                      </a:lnTo>
                      <a:lnTo>
                        <a:pt x="521" y="159"/>
                      </a:lnTo>
                      <a:lnTo>
                        <a:pt x="595" y="118"/>
                      </a:lnTo>
                      <a:lnTo>
                        <a:pt x="672" y="83"/>
                      </a:lnTo>
                      <a:lnTo>
                        <a:pt x="753" y="54"/>
                      </a:lnTo>
                      <a:lnTo>
                        <a:pt x="836" y="32"/>
                      </a:lnTo>
                      <a:lnTo>
                        <a:pt x="921" y="15"/>
                      </a:lnTo>
                      <a:lnTo>
                        <a:pt x="1009" y="3"/>
                      </a:lnTo>
                      <a:lnTo>
                        <a:pt x="1099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08" name="Freeform 34"/>
                <p:cNvSpPr>
                  <a:spLocks/>
                </p:cNvSpPr>
                <p:nvPr/>
              </p:nvSpPr>
              <p:spPr bwMode="auto">
                <a:xfrm>
                  <a:off x="2525713" y="1574800"/>
                  <a:ext cx="31750" cy="79375"/>
                </a:xfrm>
                <a:custGeom>
                  <a:avLst/>
                  <a:gdLst>
                    <a:gd name="T0" fmla="*/ 69 w 138"/>
                    <a:gd name="T1" fmla="*/ 0 h 344"/>
                    <a:gd name="T2" fmla="*/ 69 w 138"/>
                    <a:gd name="T3" fmla="*/ 0 h 344"/>
                    <a:gd name="T4" fmla="*/ 87 w 138"/>
                    <a:gd name="T5" fmla="*/ 3 h 344"/>
                    <a:gd name="T6" fmla="*/ 104 w 138"/>
                    <a:gd name="T7" fmla="*/ 9 h 344"/>
                    <a:gd name="T8" fmla="*/ 118 w 138"/>
                    <a:gd name="T9" fmla="*/ 21 h 344"/>
                    <a:gd name="T10" fmla="*/ 129 w 138"/>
                    <a:gd name="T11" fmla="*/ 34 h 344"/>
                    <a:gd name="T12" fmla="*/ 136 w 138"/>
                    <a:gd name="T13" fmla="*/ 51 h 344"/>
                    <a:gd name="T14" fmla="*/ 138 w 138"/>
                    <a:gd name="T15" fmla="*/ 69 h 344"/>
                    <a:gd name="T16" fmla="*/ 138 w 138"/>
                    <a:gd name="T17" fmla="*/ 275 h 344"/>
                    <a:gd name="T18" fmla="*/ 136 w 138"/>
                    <a:gd name="T19" fmla="*/ 294 h 344"/>
                    <a:gd name="T20" fmla="*/ 129 w 138"/>
                    <a:gd name="T21" fmla="*/ 310 h 344"/>
                    <a:gd name="T22" fmla="*/ 118 w 138"/>
                    <a:gd name="T23" fmla="*/ 325 h 344"/>
                    <a:gd name="T24" fmla="*/ 104 w 138"/>
                    <a:gd name="T25" fmla="*/ 335 h 344"/>
                    <a:gd name="T26" fmla="*/ 87 w 138"/>
                    <a:gd name="T27" fmla="*/ 342 h 344"/>
                    <a:gd name="T28" fmla="*/ 69 w 138"/>
                    <a:gd name="T29" fmla="*/ 344 h 344"/>
                    <a:gd name="T30" fmla="*/ 51 w 138"/>
                    <a:gd name="T31" fmla="*/ 342 h 344"/>
                    <a:gd name="T32" fmla="*/ 34 w 138"/>
                    <a:gd name="T33" fmla="*/ 335 h 344"/>
                    <a:gd name="T34" fmla="*/ 20 w 138"/>
                    <a:gd name="T35" fmla="*/ 325 h 344"/>
                    <a:gd name="T36" fmla="*/ 9 w 138"/>
                    <a:gd name="T37" fmla="*/ 310 h 344"/>
                    <a:gd name="T38" fmla="*/ 2 w 138"/>
                    <a:gd name="T39" fmla="*/ 294 h 344"/>
                    <a:gd name="T40" fmla="*/ 0 w 138"/>
                    <a:gd name="T41" fmla="*/ 275 h 344"/>
                    <a:gd name="T42" fmla="*/ 0 w 138"/>
                    <a:gd name="T43" fmla="*/ 69 h 344"/>
                    <a:gd name="T44" fmla="*/ 2 w 138"/>
                    <a:gd name="T45" fmla="*/ 51 h 344"/>
                    <a:gd name="T46" fmla="*/ 9 w 138"/>
                    <a:gd name="T47" fmla="*/ 34 h 344"/>
                    <a:gd name="T48" fmla="*/ 20 w 138"/>
                    <a:gd name="T49" fmla="*/ 21 h 344"/>
                    <a:gd name="T50" fmla="*/ 34 w 138"/>
                    <a:gd name="T51" fmla="*/ 9 h 344"/>
                    <a:gd name="T52" fmla="*/ 51 w 138"/>
                    <a:gd name="T53" fmla="*/ 3 h 344"/>
                    <a:gd name="T54" fmla="*/ 69 w 138"/>
                    <a:gd name="T55" fmla="*/ 0 h 34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</a:cxnLst>
                  <a:rect l="0" t="0" r="r" b="b"/>
                  <a:pathLst>
                    <a:path w="138" h="344">
                      <a:moveTo>
                        <a:pt x="69" y="0"/>
                      </a:moveTo>
                      <a:lnTo>
                        <a:pt x="69" y="0"/>
                      </a:lnTo>
                      <a:lnTo>
                        <a:pt x="87" y="3"/>
                      </a:lnTo>
                      <a:lnTo>
                        <a:pt x="104" y="9"/>
                      </a:lnTo>
                      <a:lnTo>
                        <a:pt x="118" y="21"/>
                      </a:lnTo>
                      <a:lnTo>
                        <a:pt x="129" y="34"/>
                      </a:lnTo>
                      <a:lnTo>
                        <a:pt x="136" y="51"/>
                      </a:lnTo>
                      <a:lnTo>
                        <a:pt x="138" y="69"/>
                      </a:lnTo>
                      <a:lnTo>
                        <a:pt x="138" y="275"/>
                      </a:lnTo>
                      <a:lnTo>
                        <a:pt x="136" y="294"/>
                      </a:lnTo>
                      <a:lnTo>
                        <a:pt x="129" y="310"/>
                      </a:lnTo>
                      <a:lnTo>
                        <a:pt x="118" y="325"/>
                      </a:lnTo>
                      <a:lnTo>
                        <a:pt x="104" y="335"/>
                      </a:lnTo>
                      <a:lnTo>
                        <a:pt x="87" y="342"/>
                      </a:lnTo>
                      <a:lnTo>
                        <a:pt x="69" y="344"/>
                      </a:lnTo>
                      <a:lnTo>
                        <a:pt x="51" y="342"/>
                      </a:lnTo>
                      <a:lnTo>
                        <a:pt x="34" y="335"/>
                      </a:lnTo>
                      <a:lnTo>
                        <a:pt x="20" y="325"/>
                      </a:lnTo>
                      <a:lnTo>
                        <a:pt x="9" y="310"/>
                      </a:lnTo>
                      <a:lnTo>
                        <a:pt x="2" y="294"/>
                      </a:lnTo>
                      <a:lnTo>
                        <a:pt x="0" y="275"/>
                      </a:lnTo>
                      <a:lnTo>
                        <a:pt x="0" y="69"/>
                      </a:lnTo>
                      <a:lnTo>
                        <a:pt x="2" y="51"/>
                      </a:lnTo>
                      <a:lnTo>
                        <a:pt x="9" y="34"/>
                      </a:lnTo>
                      <a:lnTo>
                        <a:pt x="20" y="21"/>
                      </a:lnTo>
                      <a:lnTo>
                        <a:pt x="34" y="9"/>
                      </a:lnTo>
                      <a:lnTo>
                        <a:pt x="51" y="3"/>
                      </a:lnTo>
                      <a:lnTo>
                        <a:pt x="69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09" name="Freeform 35"/>
                <p:cNvSpPr>
                  <a:spLocks/>
                </p:cNvSpPr>
                <p:nvPr/>
              </p:nvSpPr>
              <p:spPr bwMode="auto">
                <a:xfrm>
                  <a:off x="2349500" y="1622425"/>
                  <a:ext cx="53975" cy="71437"/>
                </a:xfrm>
                <a:custGeom>
                  <a:avLst/>
                  <a:gdLst>
                    <a:gd name="T0" fmla="*/ 69 w 243"/>
                    <a:gd name="T1" fmla="*/ 0 h 317"/>
                    <a:gd name="T2" fmla="*/ 87 w 243"/>
                    <a:gd name="T3" fmla="*/ 2 h 317"/>
                    <a:gd name="T4" fmla="*/ 103 w 243"/>
                    <a:gd name="T5" fmla="*/ 9 h 317"/>
                    <a:gd name="T6" fmla="*/ 118 w 243"/>
                    <a:gd name="T7" fmla="*/ 20 h 317"/>
                    <a:gd name="T8" fmla="*/ 129 w 243"/>
                    <a:gd name="T9" fmla="*/ 34 h 317"/>
                    <a:gd name="T10" fmla="*/ 233 w 243"/>
                    <a:gd name="T11" fmla="*/ 214 h 317"/>
                    <a:gd name="T12" fmla="*/ 240 w 243"/>
                    <a:gd name="T13" fmla="*/ 230 h 317"/>
                    <a:gd name="T14" fmla="*/ 243 w 243"/>
                    <a:gd name="T15" fmla="*/ 248 h 317"/>
                    <a:gd name="T16" fmla="*/ 240 w 243"/>
                    <a:gd name="T17" fmla="*/ 265 h 317"/>
                    <a:gd name="T18" fmla="*/ 233 w 243"/>
                    <a:gd name="T19" fmla="*/ 282 h 317"/>
                    <a:gd name="T20" fmla="*/ 223 w 243"/>
                    <a:gd name="T21" fmla="*/ 297 h 317"/>
                    <a:gd name="T22" fmla="*/ 209 w 243"/>
                    <a:gd name="T23" fmla="*/ 308 h 317"/>
                    <a:gd name="T24" fmla="*/ 191 w 243"/>
                    <a:gd name="T25" fmla="*/ 315 h 317"/>
                    <a:gd name="T26" fmla="*/ 173 w 243"/>
                    <a:gd name="T27" fmla="*/ 317 h 317"/>
                    <a:gd name="T28" fmla="*/ 155 w 243"/>
                    <a:gd name="T29" fmla="*/ 315 h 317"/>
                    <a:gd name="T30" fmla="*/ 139 w 243"/>
                    <a:gd name="T31" fmla="*/ 308 h 317"/>
                    <a:gd name="T32" fmla="*/ 125 w 243"/>
                    <a:gd name="T33" fmla="*/ 297 h 317"/>
                    <a:gd name="T34" fmla="*/ 113 w 243"/>
                    <a:gd name="T35" fmla="*/ 282 h 317"/>
                    <a:gd name="T36" fmla="*/ 9 w 243"/>
                    <a:gd name="T37" fmla="*/ 103 h 317"/>
                    <a:gd name="T38" fmla="*/ 2 w 243"/>
                    <a:gd name="T39" fmla="*/ 86 h 317"/>
                    <a:gd name="T40" fmla="*/ 0 w 243"/>
                    <a:gd name="T41" fmla="*/ 68 h 317"/>
                    <a:gd name="T42" fmla="*/ 2 w 243"/>
                    <a:gd name="T43" fmla="*/ 51 h 317"/>
                    <a:gd name="T44" fmla="*/ 9 w 243"/>
                    <a:gd name="T45" fmla="*/ 34 h 317"/>
                    <a:gd name="T46" fmla="*/ 20 w 243"/>
                    <a:gd name="T47" fmla="*/ 21 h 317"/>
                    <a:gd name="T48" fmla="*/ 34 w 243"/>
                    <a:gd name="T49" fmla="*/ 10 h 317"/>
                    <a:gd name="T50" fmla="*/ 52 w 243"/>
                    <a:gd name="T51" fmla="*/ 2 h 317"/>
                    <a:gd name="T52" fmla="*/ 69 w 243"/>
                    <a:gd name="T53" fmla="*/ 0 h 3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</a:cxnLst>
                  <a:rect l="0" t="0" r="r" b="b"/>
                  <a:pathLst>
                    <a:path w="243" h="317">
                      <a:moveTo>
                        <a:pt x="69" y="0"/>
                      </a:moveTo>
                      <a:lnTo>
                        <a:pt x="87" y="2"/>
                      </a:lnTo>
                      <a:lnTo>
                        <a:pt x="103" y="9"/>
                      </a:lnTo>
                      <a:lnTo>
                        <a:pt x="118" y="20"/>
                      </a:lnTo>
                      <a:lnTo>
                        <a:pt x="129" y="34"/>
                      </a:lnTo>
                      <a:lnTo>
                        <a:pt x="233" y="214"/>
                      </a:lnTo>
                      <a:lnTo>
                        <a:pt x="240" y="230"/>
                      </a:lnTo>
                      <a:lnTo>
                        <a:pt x="243" y="248"/>
                      </a:lnTo>
                      <a:lnTo>
                        <a:pt x="240" y="265"/>
                      </a:lnTo>
                      <a:lnTo>
                        <a:pt x="233" y="282"/>
                      </a:lnTo>
                      <a:lnTo>
                        <a:pt x="223" y="297"/>
                      </a:lnTo>
                      <a:lnTo>
                        <a:pt x="209" y="308"/>
                      </a:lnTo>
                      <a:lnTo>
                        <a:pt x="191" y="315"/>
                      </a:lnTo>
                      <a:lnTo>
                        <a:pt x="173" y="317"/>
                      </a:lnTo>
                      <a:lnTo>
                        <a:pt x="155" y="315"/>
                      </a:lnTo>
                      <a:lnTo>
                        <a:pt x="139" y="308"/>
                      </a:lnTo>
                      <a:lnTo>
                        <a:pt x="125" y="297"/>
                      </a:lnTo>
                      <a:lnTo>
                        <a:pt x="113" y="282"/>
                      </a:lnTo>
                      <a:lnTo>
                        <a:pt x="9" y="103"/>
                      </a:lnTo>
                      <a:lnTo>
                        <a:pt x="2" y="86"/>
                      </a:lnTo>
                      <a:lnTo>
                        <a:pt x="0" y="68"/>
                      </a:lnTo>
                      <a:lnTo>
                        <a:pt x="2" y="51"/>
                      </a:lnTo>
                      <a:lnTo>
                        <a:pt x="9" y="34"/>
                      </a:lnTo>
                      <a:lnTo>
                        <a:pt x="20" y="21"/>
                      </a:lnTo>
                      <a:lnTo>
                        <a:pt x="34" y="10"/>
                      </a:lnTo>
                      <a:lnTo>
                        <a:pt x="52" y="2"/>
                      </a:lnTo>
                      <a:lnTo>
                        <a:pt x="69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11" name="Freeform 36"/>
                <p:cNvSpPr>
                  <a:spLocks/>
                </p:cNvSpPr>
                <p:nvPr/>
              </p:nvSpPr>
              <p:spPr bwMode="auto">
                <a:xfrm>
                  <a:off x="2219325" y="1751013"/>
                  <a:ext cx="71438" cy="55562"/>
                </a:xfrm>
                <a:custGeom>
                  <a:avLst/>
                  <a:gdLst>
                    <a:gd name="T0" fmla="*/ 69 w 319"/>
                    <a:gd name="T1" fmla="*/ 0 h 241"/>
                    <a:gd name="T2" fmla="*/ 86 w 319"/>
                    <a:gd name="T3" fmla="*/ 3 h 241"/>
                    <a:gd name="T4" fmla="*/ 104 w 319"/>
                    <a:gd name="T5" fmla="*/ 9 h 241"/>
                    <a:gd name="T6" fmla="*/ 285 w 319"/>
                    <a:gd name="T7" fmla="*/ 112 h 241"/>
                    <a:gd name="T8" fmla="*/ 299 w 319"/>
                    <a:gd name="T9" fmla="*/ 124 h 241"/>
                    <a:gd name="T10" fmla="*/ 310 w 319"/>
                    <a:gd name="T11" fmla="*/ 138 h 241"/>
                    <a:gd name="T12" fmla="*/ 316 w 319"/>
                    <a:gd name="T13" fmla="*/ 155 h 241"/>
                    <a:gd name="T14" fmla="*/ 319 w 319"/>
                    <a:gd name="T15" fmla="*/ 172 h 241"/>
                    <a:gd name="T16" fmla="*/ 316 w 319"/>
                    <a:gd name="T17" fmla="*/ 190 h 241"/>
                    <a:gd name="T18" fmla="*/ 310 w 319"/>
                    <a:gd name="T19" fmla="*/ 206 h 241"/>
                    <a:gd name="T20" fmla="*/ 298 w 319"/>
                    <a:gd name="T21" fmla="*/ 221 h 241"/>
                    <a:gd name="T22" fmla="*/ 283 w 319"/>
                    <a:gd name="T23" fmla="*/ 232 h 241"/>
                    <a:gd name="T24" fmla="*/ 266 w 319"/>
                    <a:gd name="T25" fmla="*/ 239 h 241"/>
                    <a:gd name="T26" fmla="*/ 249 w 319"/>
                    <a:gd name="T27" fmla="*/ 241 h 241"/>
                    <a:gd name="T28" fmla="*/ 231 w 319"/>
                    <a:gd name="T29" fmla="*/ 239 h 241"/>
                    <a:gd name="T30" fmla="*/ 214 w 319"/>
                    <a:gd name="T31" fmla="*/ 231 h 241"/>
                    <a:gd name="T32" fmla="*/ 34 w 319"/>
                    <a:gd name="T33" fmla="*/ 129 h 241"/>
                    <a:gd name="T34" fmla="*/ 19 w 319"/>
                    <a:gd name="T35" fmla="*/ 118 h 241"/>
                    <a:gd name="T36" fmla="*/ 9 w 319"/>
                    <a:gd name="T37" fmla="*/ 103 h 241"/>
                    <a:gd name="T38" fmla="*/ 2 w 319"/>
                    <a:gd name="T39" fmla="*/ 87 h 241"/>
                    <a:gd name="T40" fmla="*/ 0 w 319"/>
                    <a:gd name="T41" fmla="*/ 69 h 241"/>
                    <a:gd name="T42" fmla="*/ 2 w 319"/>
                    <a:gd name="T43" fmla="*/ 51 h 241"/>
                    <a:gd name="T44" fmla="*/ 9 w 319"/>
                    <a:gd name="T45" fmla="*/ 34 h 241"/>
                    <a:gd name="T46" fmla="*/ 20 w 319"/>
                    <a:gd name="T47" fmla="*/ 20 h 241"/>
                    <a:gd name="T48" fmla="*/ 35 w 319"/>
                    <a:gd name="T49" fmla="*/ 9 h 241"/>
                    <a:gd name="T50" fmla="*/ 51 w 319"/>
                    <a:gd name="T51" fmla="*/ 3 h 241"/>
                    <a:gd name="T52" fmla="*/ 69 w 319"/>
                    <a:gd name="T53" fmla="*/ 0 h 24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</a:cxnLst>
                  <a:rect l="0" t="0" r="r" b="b"/>
                  <a:pathLst>
                    <a:path w="319" h="241">
                      <a:moveTo>
                        <a:pt x="69" y="0"/>
                      </a:moveTo>
                      <a:lnTo>
                        <a:pt x="86" y="3"/>
                      </a:lnTo>
                      <a:lnTo>
                        <a:pt x="104" y="9"/>
                      </a:lnTo>
                      <a:lnTo>
                        <a:pt x="285" y="112"/>
                      </a:lnTo>
                      <a:lnTo>
                        <a:pt x="299" y="124"/>
                      </a:lnTo>
                      <a:lnTo>
                        <a:pt x="310" y="138"/>
                      </a:lnTo>
                      <a:lnTo>
                        <a:pt x="316" y="155"/>
                      </a:lnTo>
                      <a:lnTo>
                        <a:pt x="319" y="172"/>
                      </a:lnTo>
                      <a:lnTo>
                        <a:pt x="316" y="190"/>
                      </a:lnTo>
                      <a:lnTo>
                        <a:pt x="310" y="206"/>
                      </a:lnTo>
                      <a:lnTo>
                        <a:pt x="298" y="221"/>
                      </a:lnTo>
                      <a:lnTo>
                        <a:pt x="283" y="232"/>
                      </a:lnTo>
                      <a:lnTo>
                        <a:pt x="266" y="239"/>
                      </a:lnTo>
                      <a:lnTo>
                        <a:pt x="249" y="241"/>
                      </a:lnTo>
                      <a:lnTo>
                        <a:pt x="231" y="239"/>
                      </a:lnTo>
                      <a:lnTo>
                        <a:pt x="214" y="231"/>
                      </a:lnTo>
                      <a:lnTo>
                        <a:pt x="34" y="129"/>
                      </a:lnTo>
                      <a:lnTo>
                        <a:pt x="19" y="118"/>
                      </a:lnTo>
                      <a:lnTo>
                        <a:pt x="9" y="103"/>
                      </a:lnTo>
                      <a:lnTo>
                        <a:pt x="2" y="87"/>
                      </a:lnTo>
                      <a:lnTo>
                        <a:pt x="0" y="69"/>
                      </a:lnTo>
                      <a:lnTo>
                        <a:pt x="2" y="51"/>
                      </a:lnTo>
                      <a:lnTo>
                        <a:pt x="9" y="34"/>
                      </a:lnTo>
                      <a:lnTo>
                        <a:pt x="20" y="20"/>
                      </a:lnTo>
                      <a:lnTo>
                        <a:pt x="35" y="9"/>
                      </a:lnTo>
                      <a:lnTo>
                        <a:pt x="51" y="3"/>
                      </a:lnTo>
                      <a:lnTo>
                        <a:pt x="69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18" name="Freeform 37"/>
                <p:cNvSpPr>
                  <a:spLocks/>
                </p:cNvSpPr>
                <p:nvPr/>
              </p:nvSpPr>
              <p:spPr bwMode="auto">
                <a:xfrm>
                  <a:off x="2171700" y="1927225"/>
                  <a:ext cx="77788" cy="31750"/>
                </a:xfrm>
                <a:custGeom>
                  <a:avLst/>
                  <a:gdLst>
                    <a:gd name="T0" fmla="*/ 69 w 347"/>
                    <a:gd name="T1" fmla="*/ 0 h 139"/>
                    <a:gd name="T2" fmla="*/ 278 w 347"/>
                    <a:gd name="T3" fmla="*/ 0 h 139"/>
                    <a:gd name="T4" fmla="*/ 296 w 347"/>
                    <a:gd name="T5" fmla="*/ 4 h 139"/>
                    <a:gd name="T6" fmla="*/ 313 w 347"/>
                    <a:gd name="T7" fmla="*/ 10 h 139"/>
                    <a:gd name="T8" fmla="*/ 327 w 347"/>
                    <a:gd name="T9" fmla="*/ 21 h 139"/>
                    <a:gd name="T10" fmla="*/ 338 w 347"/>
                    <a:gd name="T11" fmla="*/ 35 h 139"/>
                    <a:gd name="T12" fmla="*/ 345 w 347"/>
                    <a:gd name="T13" fmla="*/ 51 h 139"/>
                    <a:gd name="T14" fmla="*/ 347 w 347"/>
                    <a:gd name="T15" fmla="*/ 70 h 139"/>
                    <a:gd name="T16" fmla="*/ 345 w 347"/>
                    <a:gd name="T17" fmla="*/ 88 h 139"/>
                    <a:gd name="T18" fmla="*/ 338 w 347"/>
                    <a:gd name="T19" fmla="*/ 104 h 139"/>
                    <a:gd name="T20" fmla="*/ 327 w 347"/>
                    <a:gd name="T21" fmla="*/ 119 h 139"/>
                    <a:gd name="T22" fmla="*/ 313 w 347"/>
                    <a:gd name="T23" fmla="*/ 129 h 139"/>
                    <a:gd name="T24" fmla="*/ 296 w 347"/>
                    <a:gd name="T25" fmla="*/ 137 h 139"/>
                    <a:gd name="T26" fmla="*/ 278 w 347"/>
                    <a:gd name="T27" fmla="*/ 139 h 139"/>
                    <a:gd name="T28" fmla="*/ 69 w 347"/>
                    <a:gd name="T29" fmla="*/ 139 h 139"/>
                    <a:gd name="T30" fmla="*/ 51 w 347"/>
                    <a:gd name="T31" fmla="*/ 137 h 139"/>
                    <a:gd name="T32" fmla="*/ 35 w 347"/>
                    <a:gd name="T33" fmla="*/ 129 h 139"/>
                    <a:gd name="T34" fmla="*/ 20 w 347"/>
                    <a:gd name="T35" fmla="*/ 119 h 139"/>
                    <a:gd name="T36" fmla="*/ 10 w 347"/>
                    <a:gd name="T37" fmla="*/ 104 h 139"/>
                    <a:gd name="T38" fmla="*/ 2 w 347"/>
                    <a:gd name="T39" fmla="*/ 88 h 139"/>
                    <a:gd name="T40" fmla="*/ 0 w 347"/>
                    <a:gd name="T41" fmla="*/ 70 h 139"/>
                    <a:gd name="T42" fmla="*/ 2 w 347"/>
                    <a:gd name="T43" fmla="*/ 51 h 139"/>
                    <a:gd name="T44" fmla="*/ 10 w 347"/>
                    <a:gd name="T45" fmla="*/ 35 h 139"/>
                    <a:gd name="T46" fmla="*/ 20 w 347"/>
                    <a:gd name="T47" fmla="*/ 21 h 139"/>
                    <a:gd name="T48" fmla="*/ 35 w 347"/>
                    <a:gd name="T49" fmla="*/ 10 h 139"/>
                    <a:gd name="T50" fmla="*/ 51 w 347"/>
                    <a:gd name="T51" fmla="*/ 4 h 139"/>
                    <a:gd name="T52" fmla="*/ 69 w 347"/>
                    <a:gd name="T53" fmla="*/ 0 h 13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</a:cxnLst>
                  <a:rect l="0" t="0" r="r" b="b"/>
                  <a:pathLst>
                    <a:path w="347" h="139">
                      <a:moveTo>
                        <a:pt x="69" y="0"/>
                      </a:moveTo>
                      <a:lnTo>
                        <a:pt x="278" y="0"/>
                      </a:lnTo>
                      <a:lnTo>
                        <a:pt x="296" y="4"/>
                      </a:lnTo>
                      <a:lnTo>
                        <a:pt x="313" y="10"/>
                      </a:lnTo>
                      <a:lnTo>
                        <a:pt x="327" y="21"/>
                      </a:lnTo>
                      <a:lnTo>
                        <a:pt x="338" y="35"/>
                      </a:lnTo>
                      <a:lnTo>
                        <a:pt x="345" y="51"/>
                      </a:lnTo>
                      <a:lnTo>
                        <a:pt x="347" y="70"/>
                      </a:lnTo>
                      <a:lnTo>
                        <a:pt x="345" y="88"/>
                      </a:lnTo>
                      <a:lnTo>
                        <a:pt x="338" y="104"/>
                      </a:lnTo>
                      <a:lnTo>
                        <a:pt x="327" y="119"/>
                      </a:lnTo>
                      <a:lnTo>
                        <a:pt x="313" y="129"/>
                      </a:lnTo>
                      <a:lnTo>
                        <a:pt x="296" y="137"/>
                      </a:lnTo>
                      <a:lnTo>
                        <a:pt x="278" y="139"/>
                      </a:lnTo>
                      <a:lnTo>
                        <a:pt x="69" y="139"/>
                      </a:lnTo>
                      <a:lnTo>
                        <a:pt x="51" y="137"/>
                      </a:lnTo>
                      <a:lnTo>
                        <a:pt x="35" y="129"/>
                      </a:lnTo>
                      <a:lnTo>
                        <a:pt x="20" y="119"/>
                      </a:lnTo>
                      <a:lnTo>
                        <a:pt x="10" y="104"/>
                      </a:lnTo>
                      <a:lnTo>
                        <a:pt x="2" y="88"/>
                      </a:lnTo>
                      <a:lnTo>
                        <a:pt x="0" y="70"/>
                      </a:lnTo>
                      <a:lnTo>
                        <a:pt x="2" y="51"/>
                      </a:lnTo>
                      <a:lnTo>
                        <a:pt x="10" y="35"/>
                      </a:lnTo>
                      <a:lnTo>
                        <a:pt x="20" y="21"/>
                      </a:lnTo>
                      <a:lnTo>
                        <a:pt x="35" y="10"/>
                      </a:lnTo>
                      <a:lnTo>
                        <a:pt x="51" y="4"/>
                      </a:lnTo>
                      <a:lnTo>
                        <a:pt x="69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20" name="Freeform 38"/>
                <p:cNvSpPr>
                  <a:spLocks/>
                </p:cNvSpPr>
                <p:nvPr/>
              </p:nvSpPr>
              <p:spPr bwMode="auto">
                <a:xfrm>
                  <a:off x="2219325" y="2079625"/>
                  <a:ext cx="71438" cy="55562"/>
                </a:xfrm>
                <a:custGeom>
                  <a:avLst/>
                  <a:gdLst>
                    <a:gd name="T0" fmla="*/ 249 w 319"/>
                    <a:gd name="T1" fmla="*/ 0 h 242"/>
                    <a:gd name="T2" fmla="*/ 268 w 319"/>
                    <a:gd name="T3" fmla="*/ 3 h 242"/>
                    <a:gd name="T4" fmla="*/ 283 w 319"/>
                    <a:gd name="T5" fmla="*/ 9 h 242"/>
                    <a:gd name="T6" fmla="*/ 298 w 319"/>
                    <a:gd name="T7" fmla="*/ 20 h 242"/>
                    <a:gd name="T8" fmla="*/ 310 w 319"/>
                    <a:gd name="T9" fmla="*/ 35 h 242"/>
                    <a:gd name="T10" fmla="*/ 316 w 319"/>
                    <a:gd name="T11" fmla="*/ 52 h 242"/>
                    <a:gd name="T12" fmla="*/ 319 w 319"/>
                    <a:gd name="T13" fmla="*/ 70 h 242"/>
                    <a:gd name="T14" fmla="*/ 316 w 319"/>
                    <a:gd name="T15" fmla="*/ 86 h 242"/>
                    <a:gd name="T16" fmla="*/ 310 w 319"/>
                    <a:gd name="T17" fmla="*/ 103 h 242"/>
                    <a:gd name="T18" fmla="*/ 298 w 319"/>
                    <a:gd name="T19" fmla="*/ 118 h 242"/>
                    <a:gd name="T20" fmla="*/ 285 w 319"/>
                    <a:gd name="T21" fmla="*/ 129 h 242"/>
                    <a:gd name="T22" fmla="*/ 104 w 319"/>
                    <a:gd name="T23" fmla="*/ 232 h 242"/>
                    <a:gd name="T24" fmla="*/ 87 w 319"/>
                    <a:gd name="T25" fmla="*/ 239 h 242"/>
                    <a:gd name="T26" fmla="*/ 69 w 319"/>
                    <a:gd name="T27" fmla="*/ 242 h 242"/>
                    <a:gd name="T28" fmla="*/ 51 w 319"/>
                    <a:gd name="T29" fmla="*/ 239 h 242"/>
                    <a:gd name="T30" fmla="*/ 35 w 319"/>
                    <a:gd name="T31" fmla="*/ 233 h 242"/>
                    <a:gd name="T32" fmla="*/ 20 w 319"/>
                    <a:gd name="T33" fmla="*/ 222 h 242"/>
                    <a:gd name="T34" fmla="*/ 9 w 319"/>
                    <a:gd name="T35" fmla="*/ 207 h 242"/>
                    <a:gd name="T36" fmla="*/ 2 w 319"/>
                    <a:gd name="T37" fmla="*/ 190 h 242"/>
                    <a:gd name="T38" fmla="*/ 0 w 319"/>
                    <a:gd name="T39" fmla="*/ 172 h 242"/>
                    <a:gd name="T40" fmla="*/ 2 w 319"/>
                    <a:gd name="T41" fmla="*/ 155 h 242"/>
                    <a:gd name="T42" fmla="*/ 9 w 319"/>
                    <a:gd name="T43" fmla="*/ 138 h 242"/>
                    <a:gd name="T44" fmla="*/ 19 w 319"/>
                    <a:gd name="T45" fmla="*/ 125 h 242"/>
                    <a:gd name="T46" fmla="*/ 34 w 319"/>
                    <a:gd name="T47" fmla="*/ 114 h 242"/>
                    <a:gd name="T48" fmla="*/ 214 w 319"/>
                    <a:gd name="T49" fmla="*/ 10 h 242"/>
                    <a:gd name="T50" fmla="*/ 232 w 319"/>
                    <a:gd name="T51" fmla="*/ 2 h 242"/>
                    <a:gd name="T52" fmla="*/ 249 w 319"/>
                    <a:gd name="T53" fmla="*/ 0 h 24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</a:cxnLst>
                  <a:rect l="0" t="0" r="r" b="b"/>
                  <a:pathLst>
                    <a:path w="319" h="242">
                      <a:moveTo>
                        <a:pt x="249" y="0"/>
                      </a:moveTo>
                      <a:lnTo>
                        <a:pt x="268" y="3"/>
                      </a:lnTo>
                      <a:lnTo>
                        <a:pt x="283" y="9"/>
                      </a:lnTo>
                      <a:lnTo>
                        <a:pt x="298" y="20"/>
                      </a:lnTo>
                      <a:lnTo>
                        <a:pt x="310" y="35"/>
                      </a:lnTo>
                      <a:lnTo>
                        <a:pt x="316" y="52"/>
                      </a:lnTo>
                      <a:lnTo>
                        <a:pt x="319" y="70"/>
                      </a:lnTo>
                      <a:lnTo>
                        <a:pt x="316" y="86"/>
                      </a:lnTo>
                      <a:lnTo>
                        <a:pt x="310" y="103"/>
                      </a:lnTo>
                      <a:lnTo>
                        <a:pt x="298" y="118"/>
                      </a:lnTo>
                      <a:lnTo>
                        <a:pt x="285" y="129"/>
                      </a:lnTo>
                      <a:lnTo>
                        <a:pt x="104" y="232"/>
                      </a:lnTo>
                      <a:lnTo>
                        <a:pt x="87" y="239"/>
                      </a:lnTo>
                      <a:lnTo>
                        <a:pt x="69" y="242"/>
                      </a:lnTo>
                      <a:lnTo>
                        <a:pt x="51" y="239"/>
                      </a:lnTo>
                      <a:lnTo>
                        <a:pt x="35" y="233"/>
                      </a:lnTo>
                      <a:lnTo>
                        <a:pt x="20" y="222"/>
                      </a:lnTo>
                      <a:lnTo>
                        <a:pt x="9" y="207"/>
                      </a:lnTo>
                      <a:lnTo>
                        <a:pt x="2" y="190"/>
                      </a:lnTo>
                      <a:lnTo>
                        <a:pt x="0" y="172"/>
                      </a:lnTo>
                      <a:lnTo>
                        <a:pt x="2" y="155"/>
                      </a:lnTo>
                      <a:lnTo>
                        <a:pt x="9" y="138"/>
                      </a:lnTo>
                      <a:lnTo>
                        <a:pt x="19" y="125"/>
                      </a:lnTo>
                      <a:lnTo>
                        <a:pt x="34" y="114"/>
                      </a:lnTo>
                      <a:lnTo>
                        <a:pt x="214" y="10"/>
                      </a:lnTo>
                      <a:lnTo>
                        <a:pt x="232" y="2"/>
                      </a:lnTo>
                      <a:lnTo>
                        <a:pt x="249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27" name="Freeform 39"/>
                <p:cNvSpPr>
                  <a:spLocks/>
                </p:cNvSpPr>
                <p:nvPr/>
              </p:nvSpPr>
              <p:spPr bwMode="auto">
                <a:xfrm>
                  <a:off x="2792413" y="2079625"/>
                  <a:ext cx="71438" cy="55562"/>
                </a:xfrm>
                <a:custGeom>
                  <a:avLst/>
                  <a:gdLst>
                    <a:gd name="T0" fmla="*/ 69 w 319"/>
                    <a:gd name="T1" fmla="*/ 0 h 242"/>
                    <a:gd name="T2" fmla="*/ 87 w 319"/>
                    <a:gd name="T3" fmla="*/ 2 h 242"/>
                    <a:gd name="T4" fmla="*/ 104 w 319"/>
                    <a:gd name="T5" fmla="*/ 10 h 242"/>
                    <a:gd name="T6" fmla="*/ 285 w 319"/>
                    <a:gd name="T7" fmla="*/ 114 h 242"/>
                    <a:gd name="T8" fmla="*/ 299 w 319"/>
                    <a:gd name="T9" fmla="*/ 125 h 242"/>
                    <a:gd name="T10" fmla="*/ 310 w 319"/>
                    <a:gd name="T11" fmla="*/ 138 h 242"/>
                    <a:gd name="T12" fmla="*/ 316 w 319"/>
                    <a:gd name="T13" fmla="*/ 155 h 242"/>
                    <a:gd name="T14" fmla="*/ 319 w 319"/>
                    <a:gd name="T15" fmla="*/ 172 h 242"/>
                    <a:gd name="T16" fmla="*/ 316 w 319"/>
                    <a:gd name="T17" fmla="*/ 190 h 242"/>
                    <a:gd name="T18" fmla="*/ 310 w 319"/>
                    <a:gd name="T19" fmla="*/ 207 h 242"/>
                    <a:gd name="T20" fmla="*/ 298 w 319"/>
                    <a:gd name="T21" fmla="*/ 222 h 242"/>
                    <a:gd name="T22" fmla="*/ 284 w 319"/>
                    <a:gd name="T23" fmla="*/ 233 h 242"/>
                    <a:gd name="T24" fmla="*/ 268 w 319"/>
                    <a:gd name="T25" fmla="*/ 239 h 242"/>
                    <a:gd name="T26" fmla="*/ 250 w 319"/>
                    <a:gd name="T27" fmla="*/ 242 h 242"/>
                    <a:gd name="T28" fmla="*/ 231 w 319"/>
                    <a:gd name="T29" fmla="*/ 239 h 242"/>
                    <a:gd name="T30" fmla="*/ 214 w 319"/>
                    <a:gd name="T31" fmla="*/ 232 h 242"/>
                    <a:gd name="T32" fmla="*/ 34 w 319"/>
                    <a:gd name="T33" fmla="*/ 129 h 242"/>
                    <a:gd name="T34" fmla="*/ 20 w 319"/>
                    <a:gd name="T35" fmla="*/ 118 h 242"/>
                    <a:gd name="T36" fmla="*/ 9 w 319"/>
                    <a:gd name="T37" fmla="*/ 103 h 242"/>
                    <a:gd name="T38" fmla="*/ 2 w 319"/>
                    <a:gd name="T39" fmla="*/ 86 h 242"/>
                    <a:gd name="T40" fmla="*/ 0 w 319"/>
                    <a:gd name="T41" fmla="*/ 70 h 242"/>
                    <a:gd name="T42" fmla="*/ 2 w 319"/>
                    <a:gd name="T43" fmla="*/ 52 h 242"/>
                    <a:gd name="T44" fmla="*/ 9 w 319"/>
                    <a:gd name="T45" fmla="*/ 35 h 242"/>
                    <a:gd name="T46" fmla="*/ 20 w 319"/>
                    <a:gd name="T47" fmla="*/ 20 h 242"/>
                    <a:gd name="T48" fmla="*/ 35 w 319"/>
                    <a:gd name="T49" fmla="*/ 9 h 242"/>
                    <a:gd name="T50" fmla="*/ 51 w 319"/>
                    <a:gd name="T51" fmla="*/ 3 h 242"/>
                    <a:gd name="T52" fmla="*/ 69 w 319"/>
                    <a:gd name="T53" fmla="*/ 0 h 24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</a:cxnLst>
                  <a:rect l="0" t="0" r="r" b="b"/>
                  <a:pathLst>
                    <a:path w="319" h="242">
                      <a:moveTo>
                        <a:pt x="69" y="0"/>
                      </a:moveTo>
                      <a:lnTo>
                        <a:pt x="87" y="2"/>
                      </a:lnTo>
                      <a:lnTo>
                        <a:pt x="104" y="10"/>
                      </a:lnTo>
                      <a:lnTo>
                        <a:pt x="285" y="114"/>
                      </a:lnTo>
                      <a:lnTo>
                        <a:pt x="299" y="125"/>
                      </a:lnTo>
                      <a:lnTo>
                        <a:pt x="310" y="138"/>
                      </a:lnTo>
                      <a:lnTo>
                        <a:pt x="316" y="155"/>
                      </a:lnTo>
                      <a:lnTo>
                        <a:pt x="319" y="172"/>
                      </a:lnTo>
                      <a:lnTo>
                        <a:pt x="316" y="190"/>
                      </a:lnTo>
                      <a:lnTo>
                        <a:pt x="310" y="207"/>
                      </a:lnTo>
                      <a:lnTo>
                        <a:pt x="298" y="222"/>
                      </a:lnTo>
                      <a:lnTo>
                        <a:pt x="284" y="233"/>
                      </a:lnTo>
                      <a:lnTo>
                        <a:pt x="268" y="239"/>
                      </a:lnTo>
                      <a:lnTo>
                        <a:pt x="250" y="242"/>
                      </a:lnTo>
                      <a:lnTo>
                        <a:pt x="231" y="239"/>
                      </a:lnTo>
                      <a:lnTo>
                        <a:pt x="214" y="232"/>
                      </a:lnTo>
                      <a:lnTo>
                        <a:pt x="34" y="129"/>
                      </a:lnTo>
                      <a:lnTo>
                        <a:pt x="20" y="118"/>
                      </a:lnTo>
                      <a:lnTo>
                        <a:pt x="9" y="103"/>
                      </a:lnTo>
                      <a:lnTo>
                        <a:pt x="2" y="86"/>
                      </a:lnTo>
                      <a:lnTo>
                        <a:pt x="0" y="70"/>
                      </a:lnTo>
                      <a:lnTo>
                        <a:pt x="2" y="52"/>
                      </a:lnTo>
                      <a:lnTo>
                        <a:pt x="9" y="35"/>
                      </a:lnTo>
                      <a:lnTo>
                        <a:pt x="20" y="20"/>
                      </a:lnTo>
                      <a:lnTo>
                        <a:pt x="35" y="9"/>
                      </a:lnTo>
                      <a:lnTo>
                        <a:pt x="51" y="3"/>
                      </a:lnTo>
                      <a:lnTo>
                        <a:pt x="69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40" name="Freeform 40"/>
                <p:cNvSpPr>
                  <a:spLocks/>
                </p:cNvSpPr>
                <p:nvPr/>
              </p:nvSpPr>
              <p:spPr bwMode="auto">
                <a:xfrm>
                  <a:off x="2833688" y="1927225"/>
                  <a:ext cx="77788" cy="31750"/>
                </a:xfrm>
                <a:custGeom>
                  <a:avLst/>
                  <a:gdLst>
                    <a:gd name="T0" fmla="*/ 70 w 348"/>
                    <a:gd name="T1" fmla="*/ 0 h 139"/>
                    <a:gd name="T2" fmla="*/ 278 w 348"/>
                    <a:gd name="T3" fmla="*/ 0 h 139"/>
                    <a:gd name="T4" fmla="*/ 297 w 348"/>
                    <a:gd name="T5" fmla="*/ 4 h 139"/>
                    <a:gd name="T6" fmla="*/ 314 w 348"/>
                    <a:gd name="T7" fmla="*/ 10 h 139"/>
                    <a:gd name="T8" fmla="*/ 327 w 348"/>
                    <a:gd name="T9" fmla="*/ 21 h 139"/>
                    <a:gd name="T10" fmla="*/ 337 w 348"/>
                    <a:gd name="T11" fmla="*/ 35 h 139"/>
                    <a:gd name="T12" fmla="*/ 345 w 348"/>
                    <a:gd name="T13" fmla="*/ 51 h 139"/>
                    <a:gd name="T14" fmla="*/ 348 w 348"/>
                    <a:gd name="T15" fmla="*/ 70 h 139"/>
                    <a:gd name="T16" fmla="*/ 345 w 348"/>
                    <a:gd name="T17" fmla="*/ 88 h 139"/>
                    <a:gd name="T18" fmla="*/ 337 w 348"/>
                    <a:gd name="T19" fmla="*/ 104 h 139"/>
                    <a:gd name="T20" fmla="*/ 327 w 348"/>
                    <a:gd name="T21" fmla="*/ 119 h 139"/>
                    <a:gd name="T22" fmla="*/ 314 w 348"/>
                    <a:gd name="T23" fmla="*/ 129 h 139"/>
                    <a:gd name="T24" fmla="*/ 297 w 348"/>
                    <a:gd name="T25" fmla="*/ 137 h 139"/>
                    <a:gd name="T26" fmla="*/ 278 w 348"/>
                    <a:gd name="T27" fmla="*/ 139 h 139"/>
                    <a:gd name="T28" fmla="*/ 70 w 348"/>
                    <a:gd name="T29" fmla="*/ 139 h 139"/>
                    <a:gd name="T30" fmla="*/ 52 w 348"/>
                    <a:gd name="T31" fmla="*/ 137 h 139"/>
                    <a:gd name="T32" fmla="*/ 34 w 348"/>
                    <a:gd name="T33" fmla="*/ 129 h 139"/>
                    <a:gd name="T34" fmla="*/ 21 w 348"/>
                    <a:gd name="T35" fmla="*/ 119 h 139"/>
                    <a:gd name="T36" fmla="*/ 10 w 348"/>
                    <a:gd name="T37" fmla="*/ 104 h 139"/>
                    <a:gd name="T38" fmla="*/ 3 w 348"/>
                    <a:gd name="T39" fmla="*/ 88 h 139"/>
                    <a:gd name="T40" fmla="*/ 0 w 348"/>
                    <a:gd name="T41" fmla="*/ 70 h 139"/>
                    <a:gd name="T42" fmla="*/ 3 w 348"/>
                    <a:gd name="T43" fmla="*/ 51 h 139"/>
                    <a:gd name="T44" fmla="*/ 10 w 348"/>
                    <a:gd name="T45" fmla="*/ 35 h 139"/>
                    <a:gd name="T46" fmla="*/ 21 w 348"/>
                    <a:gd name="T47" fmla="*/ 21 h 139"/>
                    <a:gd name="T48" fmla="*/ 34 w 348"/>
                    <a:gd name="T49" fmla="*/ 10 h 139"/>
                    <a:gd name="T50" fmla="*/ 52 w 348"/>
                    <a:gd name="T51" fmla="*/ 4 h 139"/>
                    <a:gd name="T52" fmla="*/ 70 w 348"/>
                    <a:gd name="T53" fmla="*/ 0 h 13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</a:cxnLst>
                  <a:rect l="0" t="0" r="r" b="b"/>
                  <a:pathLst>
                    <a:path w="348" h="139">
                      <a:moveTo>
                        <a:pt x="70" y="0"/>
                      </a:moveTo>
                      <a:lnTo>
                        <a:pt x="278" y="0"/>
                      </a:lnTo>
                      <a:lnTo>
                        <a:pt x="297" y="4"/>
                      </a:lnTo>
                      <a:lnTo>
                        <a:pt x="314" y="10"/>
                      </a:lnTo>
                      <a:lnTo>
                        <a:pt x="327" y="21"/>
                      </a:lnTo>
                      <a:lnTo>
                        <a:pt x="337" y="35"/>
                      </a:lnTo>
                      <a:lnTo>
                        <a:pt x="345" y="51"/>
                      </a:lnTo>
                      <a:lnTo>
                        <a:pt x="348" y="70"/>
                      </a:lnTo>
                      <a:lnTo>
                        <a:pt x="345" y="88"/>
                      </a:lnTo>
                      <a:lnTo>
                        <a:pt x="337" y="104"/>
                      </a:lnTo>
                      <a:lnTo>
                        <a:pt x="327" y="119"/>
                      </a:lnTo>
                      <a:lnTo>
                        <a:pt x="314" y="129"/>
                      </a:lnTo>
                      <a:lnTo>
                        <a:pt x="297" y="137"/>
                      </a:lnTo>
                      <a:lnTo>
                        <a:pt x="278" y="139"/>
                      </a:lnTo>
                      <a:lnTo>
                        <a:pt x="70" y="139"/>
                      </a:lnTo>
                      <a:lnTo>
                        <a:pt x="52" y="137"/>
                      </a:lnTo>
                      <a:lnTo>
                        <a:pt x="34" y="129"/>
                      </a:lnTo>
                      <a:lnTo>
                        <a:pt x="21" y="119"/>
                      </a:lnTo>
                      <a:lnTo>
                        <a:pt x="10" y="104"/>
                      </a:lnTo>
                      <a:lnTo>
                        <a:pt x="3" y="88"/>
                      </a:lnTo>
                      <a:lnTo>
                        <a:pt x="0" y="70"/>
                      </a:lnTo>
                      <a:lnTo>
                        <a:pt x="3" y="51"/>
                      </a:lnTo>
                      <a:lnTo>
                        <a:pt x="10" y="35"/>
                      </a:lnTo>
                      <a:lnTo>
                        <a:pt x="21" y="21"/>
                      </a:lnTo>
                      <a:lnTo>
                        <a:pt x="34" y="10"/>
                      </a:lnTo>
                      <a:lnTo>
                        <a:pt x="52" y="4"/>
                      </a:lnTo>
                      <a:lnTo>
                        <a:pt x="70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41" name="Freeform 41"/>
                <p:cNvSpPr>
                  <a:spLocks/>
                </p:cNvSpPr>
                <p:nvPr/>
              </p:nvSpPr>
              <p:spPr bwMode="auto">
                <a:xfrm>
                  <a:off x="2792413" y="1751013"/>
                  <a:ext cx="71438" cy="55562"/>
                </a:xfrm>
                <a:custGeom>
                  <a:avLst/>
                  <a:gdLst>
                    <a:gd name="T0" fmla="*/ 250 w 319"/>
                    <a:gd name="T1" fmla="*/ 0 h 241"/>
                    <a:gd name="T2" fmla="*/ 268 w 319"/>
                    <a:gd name="T3" fmla="*/ 3 h 241"/>
                    <a:gd name="T4" fmla="*/ 284 w 319"/>
                    <a:gd name="T5" fmla="*/ 9 h 241"/>
                    <a:gd name="T6" fmla="*/ 298 w 319"/>
                    <a:gd name="T7" fmla="*/ 20 h 241"/>
                    <a:gd name="T8" fmla="*/ 310 w 319"/>
                    <a:gd name="T9" fmla="*/ 34 h 241"/>
                    <a:gd name="T10" fmla="*/ 316 w 319"/>
                    <a:gd name="T11" fmla="*/ 51 h 241"/>
                    <a:gd name="T12" fmla="*/ 319 w 319"/>
                    <a:gd name="T13" fmla="*/ 69 h 241"/>
                    <a:gd name="T14" fmla="*/ 316 w 319"/>
                    <a:gd name="T15" fmla="*/ 87 h 241"/>
                    <a:gd name="T16" fmla="*/ 310 w 319"/>
                    <a:gd name="T17" fmla="*/ 103 h 241"/>
                    <a:gd name="T18" fmla="*/ 299 w 319"/>
                    <a:gd name="T19" fmla="*/ 118 h 241"/>
                    <a:gd name="T20" fmla="*/ 285 w 319"/>
                    <a:gd name="T21" fmla="*/ 129 h 241"/>
                    <a:gd name="T22" fmla="*/ 104 w 319"/>
                    <a:gd name="T23" fmla="*/ 231 h 241"/>
                    <a:gd name="T24" fmla="*/ 87 w 319"/>
                    <a:gd name="T25" fmla="*/ 239 h 241"/>
                    <a:gd name="T26" fmla="*/ 69 w 319"/>
                    <a:gd name="T27" fmla="*/ 241 h 241"/>
                    <a:gd name="T28" fmla="*/ 52 w 319"/>
                    <a:gd name="T29" fmla="*/ 239 h 241"/>
                    <a:gd name="T30" fmla="*/ 35 w 319"/>
                    <a:gd name="T31" fmla="*/ 232 h 241"/>
                    <a:gd name="T32" fmla="*/ 20 w 319"/>
                    <a:gd name="T33" fmla="*/ 221 h 241"/>
                    <a:gd name="T34" fmla="*/ 9 w 319"/>
                    <a:gd name="T35" fmla="*/ 206 h 241"/>
                    <a:gd name="T36" fmla="*/ 2 w 319"/>
                    <a:gd name="T37" fmla="*/ 190 h 241"/>
                    <a:gd name="T38" fmla="*/ 0 w 319"/>
                    <a:gd name="T39" fmla="*/ 172 h 241"/>
                    <a:gd name="T40" fmla="*/ 2 w 319"/>
                    <a:gd name="T41" fmla="*/ 155 h 241"/>
                    <a:gd name="T42" fmla="*/ 9 w 319"/>
                    <a:gd name="T43" fmla="*/ 138 h 241"/>
                    <a:gd name="T44" fmla="*/ 20 w 319"/>
                    <a:gd name="T45" fmla="*/ 124 h 241"/>
                    <a:gd name="T46" fmla="*/ 34 w 319"/>
                    <a:gd name="T47" fmla="*/ 112 h 241"/>
                    <a:gd name="T48" fmla="*/ 214 w 319"/>
                    <a:gd name="T49" fmla="*/ 9 h 241"/>
                    <a:gd name="T50" fmla="*/ 233 w 319"/>
                    <a:gd name="T51" fmla="*/ 3 h 241"/>
                    <a:gd name="T52" fmla="*/ 250 w 319"/>
                    <a:gd name="T53" fmla="*/ 0 h 24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</a:cxnLst>
                  <a:rect l="0" t="0" r="r" b="b"/>
                  <a:pathLst>
                    <a:path w="319" h="241">
                      <a:moveTo>
                        <a:pt x="250" y="0"/>
                      </a:moveTo>
                      <a:lnTo>
                        <a:pt x="268" y="3"/>
                      </a:lnTo>
                      <a:lnTo>
                        <a:pt x="284" y="9"/>
                      </a:lnTo>
                      <a:lnTo>
                        <a:pt x="298" y="20"/>
                      </a:lnTo>
                      <a:lnTo>
                        <a:pt x="310" y="34"/>
                      </a:lnTo>
                      <a:lnTo>
                        <a:pt x="316" y="51"/>
                      </a:lnTo>
                      <a:lnTo>
                        <a:pt x="319" y="69"/>
                      </a:lnTo>
                      <a:lnTo>
                        <a:pt x="316" y="87"/>
                      </a:lnTo>
                      <a:lnTo>
                        <a:pt x="310" y="103"/>
                      </a:lnTo>
                      <a:lnTo>
                        <a:pt x="299" y="118"/>
                      </a:lnTo>
                      <a:lnTo>
                        <a:pt x="285" y="129"/>
                      </a:lnTo>
                      <a:lnTo>
                        <a:pt x="104" y="231"/>
                      </a:lnTo>
                      <a:lnTo>
                        <a:pt x="87" y="239"/>
                      </a:lnTo>
                      <a:lnTo>
                        <a:pt x="69" y="241"/>
                      </a:lnTo>
                      <a:lnTo>
                        <a:pt x="52" y="239"/>
                      </a:lnTo>
                      <a:lnTo>
                        <a:pt x="35" y="232"/>
                      </a:lnTo>
                      <a:lnTo>
                        <a:pt x="20" y="221"/>
                      </a:lnTo>
                      <a:lnTo>
                        <a:pt x="9" y="206"/>
                      </a:lnTo>
                      <a:lnTo>
                        <a:pt x="2" y="190"/>
                      </a:lnTo>
                      <a:lnTo>
                        <a:pt x="0" y="172"/>
                      </a:lnTo>
                      <a:lnTo>
                        <a:pt x="2" y="155"/>
                      </a:lnTo>
                      <a:lnTo>
                        <a:pt x="9" y="138"/>
                      </a:lnTo>
                      <a:lnTo>
                        <a:pt x="20" y="124"/>
                      </a:lnTo>
                      <a:lnTo>
                        <a:pt x="34" y="112"/>
                      </a:lnTo>
                      <a:lnTo>
                        <a:pt x="214" y="9"/>
                      </a:lnTo>
                      <a:lnTo>
                        <a:pt x="233" y="3"/>
                      </a:lnTo>
                      <a:lnTo>
                        <a:pt x="250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42" name="Freeform 42"/>
                <p:cNvSpPr>
                  <a:spLocks/>
                </p:cNvSpPr>
                <p:nvPr/>
              </p:nvSpPr>
              <p:spPr bwMode="auto">
                <a:xfrm>
                  <a:off x="2679700" y="1622425"/>
                  <a:ext cx="55563" cy="71437"/>
                </a:xfrm>
                <a:custGeom>
                  <a:avLst/>
                  <a:gdLst>
                    <a:gd name="T0" fmla="*/ 172 w 243"/>
                    <a:gd name="T1" fmla="*/ 0 h 316"/>
                    <a:gd name="T2" fmla="*/ 191 w 243"/>
                    <a:gd name="T3" fmla="*/ 2 h 316"/>
                    <a:gd name="T4" fmla="*/ 208 w 243"/>
                    <a:gd name="T5" fmla="*/ 10 h 316"/>
                    <a:gd name="T6" fmla="*/ 222 w 243"/>
                    <a:gd name="T7" fmla="*/ 21 h 316"/>
                    <a:gd name="T8" fmla="*/ 234 w 243"/>
                    <a:gd name="T9" fmla="*/ 34 h 316"/>
                    <a:gd name="T10" fmla="*/ 241 w 243"/>
                    <a:gd name="T11" fmla="*/ 51 h 316"/>
                    <a:gd name="T12" fmla="*/ 243 w 243"/>
                    <a:gd name="T13" fmla="*/ 68 h 316"/>
                    <a:gd name="T14" fmla="*/ 241 w 243"/>
                    <a:gd name="T15" fmla="*/ 86 h 316"/>
                    <a:gd name="T16" fmla="*/ 234 w 243"/>
                    <a:gd name="T17" fmla="*/ 103 h 316"/>
                    <a:gd name="T18" fmla="*/ 129 w 243"/>
                    <a:gd name="T19" fmla="*/ 282 h 316"/>
                    <a:gd name="T20" fmla="*/ 118 w 243"/>
                    <a:gd name="T21" fmla="*/ 297 h 316"/>
                    <a:gd name="T22" fmla="*/ 103 w 243"/>
                    <a:gd name="T23" fmla="*/ 308 h 316"/>
                    <a:gd name="T24" fmla="*/ 87 w 243"/>
                    <a:gd name="T25" fmla="*/ 314 h 316"/>
                    <a:gd name="T26" fmla="*/ 69 w 243"/>
                    <a:gd name="T27" fmla="*/ 316 h 316"/>
                    <a:gd name="T28" fmla="*/ 52 w 243"/>
                    <a:gd name="T29" fmla="*/ 314 h 316"/>
                    <a:gd name="T30" fmla="*/ 35 w 243"/>
                    <a:gd name="T31" fmla="*/ 307 h 316"/>
                    <a:gd name="T32" fmla="*/ 19 w 243"/>
                    <a:gd name="T33" fmla="*/ 296 h 316"/>
                    <a:gd name="T34" fmla="*/ 9 w 243"/>
                    <a:gd name="T35" fmla="*/ 282 h 316"/>
                    <a:gd name="T36" fmla="*/ 2 w 243"/>
                    <a:gd name="T37" fmla="*/ 265 h 316"/>
                    <a:gd name="T38" fmla="*/ 0 w 243"/>
                    <a:gd name="T39" fmla="*/ 248 h 316"/>
                    <a:gd name="T40" fmla="*/ 2 w 243"/>
                    <a:gd name="T41" fmla="*/ 230 h 316"/>
                    <a:gd name="T42" fmla="*/ 9 w 243"/>
                    <a:gd name="T43" fmla="*/ 214 h 316"/>
                    <a:gd name="T44" fmla="*/ 113 w 243"/>
                    <a:gd name="T45" fmla="*/ 34 h 316"/>
                    <a:gd name="T46" fmla="*/ 125 w 243"/>
                    <a:gd name="T47" fmla="*/ 20 h 316"/>
                    <a:gd name="T48" fmla="*/ 140 w 243"/>
                    <a:gd name="T49" fmla="*/ 9 h 316"/>
                    <a:gd name="T50" fmla="*/ 155 w 243"/>
                    <a:gd name="T51" fmla="*/ 2 h 316"/>
                    <a:gd name="T52" fmla="*/ 172 w 243"/>
                    <a:gd name="T53" fmla="*/ 0 h 31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</a:cxnLst>
                  <a:rect l="0" t="0" r="r" b="b"/>
                  <a:pathLst>
                    <a:path w="243" h="316">
                      <a:moveTo>
                        <a:pt x="172" y="0"/>
                      </a:moveTo>
                      <a:lnTo>
                        <a:pt x="191" y="2"/>
                      </a:lnTo>
                      <a:lnTo>
                        <a:pt x="208" y="10"/>
                      </a:lnTo>
                      <a:lnTo>
                        <a:pt x="222" y="21"/>
                      </a:lnTo>
                      <a:lnTo>
                        <a:pt x="234" y="34"/>
                      </a:lnTo>
                      <a:lnTo>
                        <a:pt x="241" y="51"/>
                      </a:lnTo>
                      <a:lnTo>
                        <a:pt x="243" y="68"/>
                      </a:lnTo>
                      <a:lnTo>
                        <a:pt x="241" y="86"/>
                      </a:lnTo>
                      <a:lnTo>
                        <a:pt x="234" y="103"/>
                      </a:lnTo>
                      <a:lnTo>
                        <a:pt x="129" y="282"/>
                      </a:lnTo>
                      <a:lnTo>
                        <a:pt x="118" y="297"/>
                      </a:lnTo>
                      <a:lnTo>
                        <a:pt x="103" y="308"/>
                      </a:lnTo>
                      <a:lnTo>
                        <a:pt x="87" y="314"/>
                      </a:lnTo>
                      <a:lnTo>
                        <a:pt x="69" y="316"/>
                      </a:lnTo>
                      <a:lnTo>
                        <a:pt x="52" y="314"/>
                      </a:lnTo>
                      <a:lnTo>
                        <a:pt x="35" y="307"/>
                      </a:lnTo>
                      <a:lnTo>
                        <a:pt x="19" y="296"/>
                      </a:lnTo>
                      <a:lnTo>
                        <a:pt x="9" y="282"/>
                      </a:lnTo>
                      <a:lnTo>
                        <a:pt x="2" y="265"/>
                      </a:lnTo>
                      <a:lnTo>
                        <a:pt x="0" y="248"/>
                      </a:lnTo>
                      <a:lnTo>
                        <a:pt x="2" y="230"/>
                      </a:lnTo>
                      <a:lnTo>
                        <a:pt x="9" y="214"/>
                      </a:lnTo>
                      <a:lnTo>
                        <a:pt x="113" y="34"/>
                      </a:lnTo>
                      <a:lnTo>
                        <a:pt x="125" y="20"/>
                      </a:lnTo>
                      <a:lnTo>
                        <a:pt x="140" y="9"/>
                      </a:lnTo>
                      <a:lnTo>
                        <a:pt x="155" y="2"/>
                      </a:lnTo>
                      <a:lnTo>
                        <a:pt x="172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43" name="Freeform 43"/>
                <p:cNvSpPr>
                  <a:spLocks/>
                </p:cNvSpPr>
                <p:nvPr/>
              </p:nvSpPr>
              <p:spPr bwMode="auto">
                <a:xfrm>
                  <a:off x="2503488" y="1811338"/>
                  <a:ext cx="76200" cy="242887"/>
                </a:xfrm>
                <a:custGeom>
                  <a:avLst/>
                  <a:gdLst>
                    <a:gd name="T0" fmla="*/ 167 w 334"/>
                    <a:gd name="T1" fmla="*/ 0 h 1073"/>
                    <a:gd name="T2" fmla="*/ 201 w 334"/>
                    <a:gd name="T3" fmla="*/ 2 h 1073"/>
                    <a:gd name="T4" fmla="*/ 230 w 334"/>
                    <a:gd name="T5" fmla="*/ 8 h 1073"/>
                    <a:gd name="T6" fmla="*/ 258 w 334"/>
                    <a:gd name="T7" fmla="*/ 18 h 1073"/>
                    <a:gd name="T8" fmla="*/ 280 w 334"/>
                    <a:gd name="T9" fmla="*/ 33 h 1073"/>
                    <a:gd name="T10" fmla="*/ 300 w 334"/>
                    <a:gd name="T11" fmla="*/ 51 h 1073"/>
                    <a:gd name="T12" fmla="*/ 314 w 334"/>
                    <a:gd name="T13" fmla="*/ 72 h 1073"/>
                    <a:gd name="T14" fmla="*/ 326 w 334"/>
                    <a:gd name="T15" fmla="*/ 98 h 1073"/>
                    <a:gd name="T16" fmla="*/ 331 w 334"/>
                    <a:gd name="T17" fmla="*/ 128 h 1073"/>
                    <a:gd name="T18" fmla="*/ 334 w 334"/>
                    <a:gd name="T19" fmla="*/ 162 h 1073"/>
                    <a:gd name="T20" fmla="*/ 334 w 334"/>
                    <a:gd name="T21" fmla="*/ 406 h 1073"/>
                    <a:gd name="T22" fmla="*/ 332 w 334"/>
                    <a:gd name="T23" fmla="*/ 438 h 1073"/>
                    <a:gd name="T24" fmla="*/ 329 w 334"/>
                    <a:gd name="T25" fmla="*/ 471 h 1073"/>
                    <a:gd name="T26" fmla="*/ 326 w 334"/>
                    <a:gd name="T27" fmla="*/ 505 h 1073"/>
                    <a:gd name="T28" fmla="*/ 260 w 334"/>
                    <a:gd name="T29" fmla="*/ 996 h 1073"/>
                    <a:gd name="T30" fmla="*/ 255 w 334"/>
                    <a:gd name="T31" fmla="*/ 1019 h 1073"/>
                    <a:gd name="T32" fmla="*/ 247 w 334"/>
                    <a:gd name="T33" fmla="*/ 1039 h 1073"/>
                    <a:gd name="T34" fmla="*/ 237 w 334"/>
                    <a:gd name="T35" fmla="*/ 1052 h 1073"/>
                    <a:gd name="T36" fmla="*/ 224 w 334"/>
                    <a:gd name="T37" fmla="*/ 1062 h 1073"/>
                    <a:gd name="T38" fmla="*/ 208 w 334"/>
                    <a:gd name="T39" fmla="*/ 1069 h 1073"/>
                    <a:gd name="T40" fmla="*/ 188 w 334"/>
                    <a:gd name="T41" fmla="*/ 1072 h 1073"/>
                    <a:gd name="T42" fmla="*/ 167 w 334"/>
                    <a:gd name="T43" fmla="*/ 1073 h 1073"/>
                    <a:gd name="T44" fmla="*/ 145 w 334"/>
                    <a:gd name="T45" fmla="*/ 1072 h 1073"/>
                    <a:gd name="T46" fmla="*/ 126 w 334"/>
                    <a:gd name="T47" fmla="*/ 1069 h 1073"/>
                    <a:gd name="T48" fmla="*/ 110 w 334"/>
                    <a:gd name="T49" fmla="*/ 1062 h 1073"/>
                    <a:gd name="T50" fmla="*/ 96 w 334"/>
                    <a:gd name="T51" fmla="*/ 1052 h 1073"/>
                    <a:gd name="T52" fmla="*/ 86 w 334"/>
                    <a:gd name="T53" fmla="*/ 1039 h 1073"/>
                    <a:gd name="T54" fmla="*/ 78 w 334"/>
                    <a:gd name="T55" fmla="*/ 1019 h 1073"/>
                    <a:gd name="T56" fmla="*/ 74 w 334"/>
                    <a:gd name="T57" fmla="*/ 996 h 1073"/>
                    <a:gd name="T58" fmla="*/ 8 w 334"/>
                    <a:gd name="T59" fmla="*/ 505 h 1073"/>
                    <a:gd name="T60" fmla="*/ 5 w 334"/>
                    <a:gd name="T61" fmla="*/ 471 h 1073"/>
                    <a:gd name="T62" fmla="*/ 1 w 334"/>
                    <a:gd name="T63" fmla="*/ 438 h 1073"/>
                    <a:gd name="T64" fmla="*/ 0 w 334"/>
                    <a:gd name="T65" fmla="*/ 406 h 1073"/>
                    <a:gd name="T66" fmla="*/ 0 w 334"/>
                    <a:gd name="T67" fmla="*/ 162 h 1073"/>
                    <a:gd name="T68" fmla="*/ 2 w 334"/>
                    <a:gd name="T69" fmla="*/ 128 h 1073"/>
                    <a:gd name="T70" fmla="*/ 8 w 334"/>
                    <a:gd name="T71" fmla="*/ 98 h 1073"/>
                    <a:gd name="T72" fmla="*/ 19 w 334"/>
                    <a:gd name="T73" fmla="*/ 72 h 1073"/>
                    <a:gd name="T74" fmla="*/ 34 w 334"/>
                    <a:gd name="T75" fmla="*/ 51 h 1073"/>
                    <a:gd name="T76" fmla="*/ 53 w 334"/>
                    <a:gd name="T77" fmla="*/ 33 h 1073"/>
                    <a:gd name="T78" fmla="*/ 76 w 334"/>
                    <a:gd name="T79" fmla="*/ 18 h 1073"/>
                    <a:gd name="T80" fmla="*/ 103 w 334"/>
                    <a:gd name="T81" fmla="*/ 8 h 1073"/>
                    <a:gd name="T82" fmla="*/ 133 w 334"/>
                    <a:gd name="T83" fmla="*/ 2 h 1073"/>
                    <a:gd name="T84" fmla="*/ 167 w 334"/>
                    <a:gd name="T85" fmla="*/ 0 h 107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</a:cxnLst>
                  <a:rect l="0" t="0" r="r" b="b"/>
                  <a:pathLst>
                    <a:path w="334" h="1073">
                      <a:moveTo>
                        <a:pt x="167" y="0"/>
                      </a:moveTo>
                      <a:lnTo>
                        <a:pt x="201" y="2"/>
                      </a:lnTo>
                      <a:lnTo>
                        <a:pt x="230" y="8"/>
                      </a:lnTo>
                      <a:lnTo>
                        <a:pt x="258" y="18"/>
                      </a:lnTo>
                      <a:lnTo>
                        <a:pt x="280" y="33"/>
                      </a:lnTo>
                      <a:lnTo>
                        <a:pt x="300" y="51"/>
                      </a:lnTo>
                      <a:lnTo>
                        <a:pt x="314" y="72"/>
                      </a:lnTo>
                      <a:lnTo>
                        <a:pt x="326" y="98"/>
                      </a:lnTo>
                      <a:lnTo>
                        <a:pt x="331" y="128"/>
                      </a:lnTo>
                      <a:lnTo>
                        <a:pt x="334" y="162"/>
                      </a:lnTo>
                      <a:lnTo>
                        <a:pt x="334" y="406"/>
                      </a:lnTo>
                      <a:lnTo>
                        <a:pt x="332" y="438"/>
                      </a:lnTo>
                      <a:lnTo>
                        <a:pt x="329" y="471"/>
                      </a:lnTo>
                      <a:lnTo>
                        <a:pt x="326" y="505"/>
                      </a:lnTo>
                      <a:lnTo>
                        <a:pt x="260" y="996"/>
                      </a:lnTo>
                      <a:lnTo>
                        <a:pt x="255" y="1019"/>
                      </a:lnTo>
                      <a:lnTo>
                        <a:pt x="247" y="1039"/>
                      </a:lnTo>
                      <a:lnTo>
                        <a:pt x="237" y="1052"/>
                      </a:lnTo>
                      <a:lnTo>
                        <a:pt x="224" y="1062"/>
                      </a:lnTo>
                      <a:lnTo>
                        <a:pt x="208" y="1069"/>
                      </a:lnTo>
                      <a:lnTo>
                        <a:pt x="188" y="1072"/>
                      </a:lnTo>
                      <a:lnTo>
                        <a:pt x="167" y="1073"/>
                      </a:lnTo>
                      <a:lnTo>
                        <a:pt x="145" y="1072"/>
                      </a:lnTo>
                      <a:lnTo>
                        <a:pt x="126" y="1069"/>
                      </a:lnTo>
                      <a:lnTo>
                        <a:pt x="110" y="1062"/>
                      </a:lnTo>
                      <a:lnTo>
                        <a:pt x="96" y="1052"/>
                      </a:lnTo>
                      <a:lnTo>
                        <a:pt x="86" y="1039"/>
                      </a:lnTo>
                      <a:lnTo>
                        <a:pt x="78" y="1019"/>
                      </a:lnTo>
                      <a:lnTo>
                        <a:pt x="74" y="996"/>
                      </a:lnTo>
                      <a:lnTo>
                        <a:pt x="8" y="505"/>
                      </a:lnTo>
                      <a:lnTo>
                        <a:pt x="5" y="471"/>
                      </a:lnTo>
                      <a:lnTo>
                        <a:pt x="1" y="438"/>
                      </a:lnTo>
                      <a:lnTo>
                        <a:pt x="0" y="406"/>
                      </a:lnTo>
                      <a:lnTo>
                        <a:pt x="0" y="162"/>
                      </a:lnTo>
                      <a:lnTo>
                        <a:pt x="2" y="128"/>
                      </a:lnTo>
                      <a:lnTo>
                        <a:pt x="8" y="98"/>
                      </a:lnTo>
                      <a:lnTo>
                        <a:pt x="19" y="72"/>
                      </a:lnTo>
                      <a:lnTo>
                        <a:pt x="34" y="51"/>
                      </a:lnTo>
                      <a:lnTo>
                        <a:pt x="53" y="33"/>
                      </a:lnTo>
                      <a:lnTo>
                        <a:pt x="76" y="18"/>
                      </a:lnTo>
                      <a:lnTo>
                        <a:pt x="103" y="8"/>
                      </a:lnTo>
                      <a:lnTo>
                        <a:pt x="133" y="2"/>
                      </a:lnTo>
                      <a:lnTo>
                        <a:pt x="167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44" name="Freeform 44"/>
                <p:cNvSpPr>
                  <a:spLocks/>
                </p:cNvSpPr>
                <p:nvPr/>
              </p:nvSpPr>
              <p:spPr bwMode="auto">
                <a:xfrm>
                  <a:off x="2501900" y="2085975"/>
                  <a:ext cx="79375" cy="77787"/>
                </a:xfrm>
                <a:custGeom>
                  <a:avLst/>
                  <a:gdLst>
                    <a:gd name="T0" fmla="*/ 174 w 347"/>
                    <a:gd name="T1" fmla="*/ 0 h 344"/>
                    <a:gd name="T2" fmla="*/ 209 w 347"/>
                    <a:gd name="T3" fmla="*/ 4 h 344"/>
                    <a:gd name="T4" fmla="*/ 241 w 347"/>
                    <a:gd name="T5" fmla="*/ 14 h 344"/>
                    <a:gd name="T6" fmla="*/ 270 w 347"/>
                    <a:gd name="T7" fmla="*/ 30 h 344"/>
                    <a:gd name="T8" fmla="*/ 296 w 347"/>
                    <a:gd name="T9" fmla="*/ 50 h 344"/>
                    <a:gd name="T10" fmla="*/ 318 w 347"/>
                    <a:gd name="T11" fmla="*/ 76 h 344"/>
                    <a:gd name="T12" fmla="*/ 334 w 347"/>
                    <a:gd name="T13" fmla="*/ 106 h 344"/>
                    <a:gd name="T14" fmla="*/ 344 w 347"/>
                    <a:gd name="T15" fmla="*/ 138 h 344"/>
                    <a:gd name="T16" fmla="*/ 347 w 347"/>
                    <a:gd name="T17" fmla="*/ 172 h 344"/>
                    <a:gd name="T18" fmla="*/ 344 w 347"/>
                    <a:gd name="T19" fmla="*/ 207 h 344"/>
                    <a:gd name="T20" fmla="*/ 334 w 347"/>
                    <a:gd name="T21" fmla="*/ 240 h 344"/>
                    <a:gd name="T22" fmla="*/ 318 w 347"/>
                    <a:gd name="T23" fmla="*/ 269 h 344"/>
                    <a:gd name="T24" fmla="*/ 296 w 347"/>
                    <a:gd name="T25" fmla="*/ 294 h 344"/>
                    <a:gd name="T26" fmla="*/ 270 w 347"/>
                    <a:gd name="T27" fmla="*/ 315 h 344"/>
                    <a:gd name="T28" fmla="*/ 241 w 347"/>
                    <a:gd name="T29" fmla="*/ 331 h 344"/>
                    <a:gd name="T30" fmla="*/ 209 w 347"/>
                    <a:gd name="T31" fmla="*/ 341 h 344"/>
                    <a:gd name="T32" fmla="*/ 174 w 347"/>
                    <a:gd name="T33" fmla="*/ 344 h 344"/>
                    <a:gd name="T34" fmla="*/ 139 w 347"/>
                    <a:gd name="T35" fmla="*/ 341 h 344"/>
                    <a:gd name="T36" fmla="*/ 107 w 347"/>
                    <a:gd name="T37" fmla="*/ 331 h 344"/>
                    <a:gd name="T38" fmla="*/ 77 w 347"/>
                    <a:gd name="T39" fmla="*/ 315 h 344"/>
                    <a:gd name="T40" fmla="*/ 51 w 347"/>
                    <a:gd name="T41" fmla="*/ 294 h 344"/>
                    <a:gd name="T42" fmla="*/ 30 w 347"/>
                    <a:gd name="T43" fmla="*/ 269 h 344"/>
                    <a:gd name="T44" fmla="*/ 14 w 347"/>
                    <a:gd name="T45" fmla="*/ 240 h 344"/>
                    <a:gd name="T46" fmla="*/ 4 w 347"/>
                    <a:gd name="T47" fmla="*/ 207 h 344"/>
                    <a:gd name="T48" fmla="*/ 0 w 347"/>
                    <a:gd name="T49" fmla="*/ 172 h 344"/>
                    <a:gd name="T50" fmla="*/ 4 w 347"/>
                    <a:gd name="T51" fmla="*/ 138 h 344"/>
                    <a:gd name="T52" fmla="*/ 14 w 347"/>
                    <a:gd name="T53" fmla="*/ 106 h 344"/>
                    <a:gd name="T54" fmla="*/ 30 w 347"/>
                    <a:gd name="T55" fmla="*/ 76 h 344"/>
                    <a:gd name="T56" fmla="*/ 51 w 347"/>
                    <a:gd name="T57" fmla="*/ 50 h 344"/>
                    <a:gd name="T58" fmla="*/ 77 w 347"/>
                    <a:gd name="T59" fmla="*/ 30 h 344"/>
                    <a:gd name="T60" fmla="*/ 107 w 347"/>
                    <a:gd name="T61" fmla="*/ 14 h 344"/>
                    <a:gd name="T62" fmla="*/ 139 w 347"/>
                    <a:gd name="T63" fmla="*/ 4 h 344"/>
                    <a:gd name="T64" fmla="*/ 174 w 347"/>
                    <a:gd name="T65" fmla="*/ 0 h 34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</a:cxnLst>
                  <a:rect l="0" t="0" r="r" b="b"/>
                  <a:pathLst>
                    <a:path w="347" h="344">
                      <a:moveTo>
                        <a:pt x="174" y="0"/>
                      </a:moveTo>
                      <a:lnTo>
                        <a:pt x="209" y="4"/>
                      </a:lnTo>
                      <a:lnTo>
                        <a:pt x="241" y="14"/>
                      </a:lnTo>
                      <a:lnTo>
                        <a:pt x="270" y="30"/>
                      </a:lnTo>
                      <a:lnTo>
                        <a:pt x="296" y="50"/>
                      </a:lnTo>
                      <a:lnTo>
                        <a:pt x="318" y="76"/>
                      </a:lnTo>
                      <a:lnTo>
                        <a:pt x="334" y="106"/>
                      </a:lnTo>
                      <a:lnTo>
                        <a:pt x="344" y="138"/>
                      </a:lnTo>
                      <a:lnTo>
                        <a:pt x="347" y="172"/>
                      </a:lnTo>
                      <a:lnTo>
                        <a:pt x="344" y="207"/>
                      </a:lnTo>
                      <a:lnTo>
                        <a:pt x="334" y="240"/>
                      </a:lnTo>
                      <a:lnTo>
                        <a:pt x="318" y="269"/>
                      </a:lnTo>
                      <a:lnTo>
                        <a:pt x="296" y="294"/>
                      </a:lnTo>
                      <a:lnTo>
                        <a:pt x="270" y="315"/>
                      </a:lnTo>
                      <a:lnTo>
                        <a:pt x="241" y="331"/>
                      </a:lnTo>
                      <a:lnTo>
                        <a:pt x="209" y="341"/>
                      </a:lnTo>
                      <a:lnTo>
                        <a:pt x="174" y="344"/>
                      </a:lnTo>
                      <a:lnTo>
                        <a:pt x="139" y="341"/>
                      </a:lnTo>
                      <a:lnTo>
                        <a:pt x="107" y="331"/>
                      </a:lnTo>
                      <a:lnTo>
                        <a:pt x="77" y="315"/>
                      </a:lnTo>
                      <a:lnTo>
                        <a:pt x="51" y="294"/>
                      </a:lnTo>
                      <a:lnTo>
                        <a:pt x="30" y="269"/>
                      </a:lnTo>
                      <a:lnTo>
                        <a:pt x="14" y="240"/>
                      </a:lnTo>
                      <a:lnTo>
                        <a:pt x="4" y="207"/>
                      </a:lnTo>
                      <a:lnTo>
                        <a:pt x="0" y="172"/>
                      </a:lnTo>
                      <a:lnTo>
                        <a:pt x="4" y="138"/>
                      </a:lnTo>
                      <a:lnTo>
                        <a:pt x="14" y="106"/>
                      </a:lnTo>
                      <a:lnTo>
                        <a:pt x="30" y="76"/>
                      </a:lnTo>
                      <a:lnTo>
                        <a:pt x="51" y="50"/>
                      </a:lnTo>
                      <a:lnTo>
                        <a:pt x="77" y="30"/>
                      </a:lnTo>
                      <a:lnTo>
                        <a:pt x="107" y="14"/>
                      </a:lnTo>
                      <a:lnTo>
                        <a:pt x="139" y="4"/>
                      </a:lnTo>
                      <a:lnTo>
                        <a:pt x="174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</p:grpSp>
        </p:grpSp>
        <p:grpSp>
          <p:nvGrpSpPr>
            <p:cNvPr id="145" name="그룹 51"/>
            <p:cNvGrpSpPr/>
            <p:nvPr/>
          </p:nvGrpSpPr>
          <p:grpSpPr>
            <a:xfrm>
              <a:off x="6377507" y="3161645"/>
              <a:ext cx="1887811" cy="1488466"/>
              <a:chOff x="6225107" y="3009245"/>
              <a:chExt cx="1887811" cy="1488466"/>
            </a:xfrm>
          </p:grpSpPr>
          <p:sp>
            <p:nvSpPr>
              <p:cNvPr id="146" name="Freeform 25"/>
              <p:cNvSpPr>
                <a:spLocks noEditPoints="1"/>
              </p:cNvSpPr>
              <p:nvPr/>
            </p:nvSpPr>
            <p:spPr bwMode="auto">
              <a:xfrm>
                <a:off x="6225107" y="3009245"/>
                <a:ext cx="1887811" cy="1488466"/>
              </a:xfrm>
              <a:custGeom>
                <a:avLst/>
                <a:gdLst>
                  <a:gd name="T0" fmla="*/ 1139 w 2079"/>
                  <a:gd name="T1" fmla="*/ 134 h 1640"/>
                  <a:gd name="T2" fmla="*/ 941 w 2079"/>
                  <a:gd name="T3" fmla="*/ 210 h 1640"/>
                  <a:gd name="T4" fmla="*/ 779 w 2079"/>
                  <a:gd name="T5" fmla="*/ 336 h 1640"/>
                  <a:gd name="T6" fmla="*/ 663 w 2079"/>
                  <a:gd name="T7" fmla="*/ 500 h 1640"/>
                  <a:gd name="T8" fmla="*/ 598 w 2079"/>
                  <a:gd name="T9" fmla="*/ 691 h 1640"/>
                  <a:gd name="T10" fmla="*/ 591 w 2079"/>
                  <a:gd name="T11" fmla="*/ 896 h 1640"/>
                  <a:gd name="T12" fmla="*/ 647 w 2079"/>
                  <a:gd name="T13" fmla="*/ 1101 h 1640"/>
                  <a:gd name="T14" fmla="*/ 757 w 2079"/>
                  <a:gd name="T15" fmla="*/ 1275 h 1640"/>
                  <a:gd name="T16" fmla="*/ 911 w 2079"/>
                  <a:gd name="T17" fmla="*/ 1407 h 1640"/>
                  <a:gd name="T18" fmla="*/ 1093 w 2079"/>
                  <a:gd name="T19" fmla="*/ 1489 h 1640"/>
                  <a:gd name="T20" fmla="*/ 1294 w 2079"/>
                  <a:gd name="T21" fmla="*/ 1516 h 1640"/>
                  <a:gd name="T22" fmla="*/ 1502 w 2079"/>
                  <a:gd name="T23" fmla="*/ 1482 h 1640"/>
                  <a:gd name="T24" fmla="*/ 1689 w 2079"/>
                  <a:gd name="T25" fmla="*/ 1388 h 1640"/>
                  <a:gd name="T26" fmla="*/ 1836 w 2079"/>
                  <a:gd name="T27" fmla="*/ 1248 h 1640"/>
                  <a:gd name="T28" fmla="*/ 1936 w 2079"/>
                  <a:gd name="T29" fmla="*/ 1074 h 1640"/>
                  <a:gd name="T30" fmla="*/ 1982 w 2079"/>
                  <a:gd name="T31" fmla="*/ 877 h 1640"/>
                  <a:gd name="T32" fmla="*/ 1970 w 2079"/>
                  <a:gd name="T33" fmla="*/ 670 h 1640"/>
                  <a:gd name="T34" fmla="*/ 1893 w 2079"/>
                  <a:gd name="T35" fmla="*/ 472 h 1640"/>
                  <a:gd name="T36" fmla="*/ 1768 w 2079"/>
                  <a:gd name="T37" fmla="*/ 310 h 1640"/>
                  <a:gd name="T38" fmla="*/ 1603 w 2079"/>
                  <a:gd name="T39" fmla="*/ 194 h 1640"/>
                  <a:gd name="T40" fmla="*/ 1413 w 2079"/>
                  <a:gd name="T41" fmla="*/ 130 h 1640"/>
                  <a:gd name="T42" fmla="*/ 1286 w 2079"/>
                  <a:gd name="T43" fmla="*/ 0 h 1640"/>
                  <a:gd name="T44" fmla="*/ 1496 w 2079"/>
                  <a:gd name="T45" fmla="*/ 36 h 1640"/>
                  <a:gd name="T46" fmla="*/ 1689 w 2079"/>
                  <a:gd name="T47" fmla="*/ 125 h 1640"/>
                  <a:gd name="T48" fmla="*/ 1854 w 2079"/>
                  <a:gd name="T49" fmla="*/ 259 h 1640"/>
                  <a:gd name="T50" fmla="*/ 1981 w 2079"/>
                  <a:gd name="T51" fmla="*/ 436 h 1640"/>
                  <a:gd name="T52" fmla="*/ 2059 w 2079"/>
                  <a:gd name="T53" fmla="*/ 645 h 1640"/>
                  <a:gd name="T54" fmla="*/ 2079 w 2079"/>
                  <a:gd name="T55" fmla="*/ 863 h 1640"/>
                  <a:gd name="T56" fmla="*/ 2043 w 2079"/>
                  <a:gd name="T57" fmla="*/ 1074 h 1640"/>
                  <a:gd name="T58" fmla="*/ 1955 w 2079"/>
                  <a:gd name="T59" fmla="*/ 1267 h 1640"/>
                  <a:gd name="T60" fmla="*/ 1820 w 2079"/>
                  <a:gd name="T61" fmla="*/ 1431 h 1640"/>
                  <a:gd name="T62" fmla="*/ 1645 w 2079"/>
                  <a:gd name="T63" fmla="*/ 1558 h 1640"/>
                  <a:gd name="T64" fmla="*/ 1461 w 2079"/>
                  <a:gd name="T65" fmla="*/ 1629 h 1640"/>
                  <a:gd name="T66" fmla="*/ 1304 w 2079"/>
                  <a:gd name="T67" fmla="*/ 1640 h 1640"/>
                  <a:gd name="T68" fmla="*/ 1120 w 2079"/>
                  <a:gd name="T69" fmla="*/ 1623 h 1640"/>
                  <a:gd name="T70" fmla="*/ 923 w 2079"/>
                  <a:gd name="T71" fmla="*/ 1581 h 1640"/>
                  <a:gd name="T72" fmla="*/ 722 w 2079"/>
                  <a:gd name="T73" fmla="*/ 1523 h 1640"/>
                  <a:gd name="T74" fmla="*/ 526 w 2079"/>
                  <a:gd name="T75" fmla="*/ 1455 h 1640"/>
                  <a:gd name="T76" fmla="*/ 348 w 2079"/>
                  <a:gd name="T77" fmla="*/ 1388 h 1640"/>
                  <a:gd name="T78" fmla="*/ 197 w 2079"/>
                  <a:gd name="T79" fmla="*/ 1324 h 1640"/>
                  <a:gd name="T80" fmla="*/ 83 w 2079"/>
                  <a:gd name="T81" fmla="*/ 1273 h 1640"/>
                  <a:gd name="T82" fmla="*/ 15 w 2079"/>
                  <a:gd name="T83" fmla="*/ 1241 h 1640"/>
                  <a:gd name="T84" fmla="*/ 3 w 2079"/>
                  <a:gd name="T85" fmla="*/ 1231 h 1640"/>
                  <a:gd name="T86" fmla="*/ 29 w 2079"/>
                  <a:gd name="T87" fmla="*/ 1183 h 1640"/>
                  <a:gd name="T88" fmla="*/ 84 w 2079"/>
                  <a:gd name="T89" fmla="*/ 1088 h 1640"/>
                  <a:gd name="T90" fmla="*/ 162 w 2079"/>
                  <a:gd name="T91" fmla="*/ 956 h 1640"/>
                  <a:gd name="T92" fmla="*/ 261 w 2079"/>
                  <a:gd name="T93" fmla="*/ 801 h 1640"/>
                  <a:gd name="T94" fmla="*/ 374 w 2079"/>
                  <a:gd name="T95" fmla="*/ 634 h 1640"/>
                  <a:gd name="T96" fmla="*/ 500 w 2079"/>
                  <a:gd name="T97" fmla="*/ 467 h 1640"/>
                  <a:gd name="T98" fmla="*/ 633 w 2079"/>
                  <a:gd name="T99" fmla="*/ 310 h 1640"/>
                  <a:gd name="T100" fmla="*/ 771 w 2079"/>
                  <a:gd name="T101" fmla="*/ 178 h 1640"/>
                  <a:gd name="T102" fmla="*/ 907 w 2079"/>
                  <a:gd name="T103" fmla="*/ 81 h 1640"/>
                  <a:gd name="T104" fmla="*/ 1067 w 2079"/>
                  <a:gd name="T105" fmla="*/ 20 h 1640"/>
                  <a:gd name="T106" fmla="*/ 1286 w 2079"/>
                  <a:gd name="T107" fmla="*/ 0 h 164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</a:cxnLst>
                <a:rect l="0" t="0" r="r" b="b"/>
                <a:pathLst>
                  <a:path w="2079" h="1640">
                    <a:moveTo>
                      <a:pt x="1278" y="119"/>
                    </a:moveTo>
                    <a:lnTo>
                      <a:pt x="1208" y="123"/>
                    </a:lnTo>
                    <a:lnTo>
                      <a:pt x="1139" y="134"/>
                    </a:lnTo>
                    <a:lnTo>
                      <a:pt x="1070" y="152"/>
                    </a:lnTo>
                    <a:lnTo>
                      <a:pt x="1003" y="178"/>
                    </a:lnTo>
                    <a:lnTo>
                      <a:pt x="941" y="210"/>
                    </a:lnTo>
                    <a:lnTo>
                      <a:pt x="883" y="247"/>
                    </a:lnTo>
                    <a:lnTo>
                      <a:pt x="829" y="289"/>
                    </a:lnTo>
                    <a:lnTo>
                      <a:pt x="779" y="336"/>
                    </a:lnTo>
                    <a:lnTo>
                      <a:pt x="736" y="387"/>
                    </a:lnTo>
                    <a:lnTo>
                      <a:pt x="696" y="442"/>
                    </a:lnTo>
                    <a:lnTo>
                      <a:pt x="663" y="500"/>
                    </a:lnTo>
                    <a:lnTo>
                      <a:pt x="636" y="561"/>
                    </a:lnTo>
                    <a:lnTo>
                      <a:pt x="614" y="625"/>
                    </a:lnTo>
                    <a:lnTo>
                      <a:pt x="598" y="691"/>
                    </a:lnTo>
                    <a:lnTo>
                      <a:pt x="590" y="758"/>
                    </a:lnTo>
                    <a:lnTo>
                      <a:pt x="587" y="825"/>
                    </a:lnTo>
                    <a:lnTo>
                      <a:pt x="591" y="896"/>
                    </a:lnTo>
                    <a:lnTo>
                      <a:pt x="602" y="964"/>
                    </a:lnTo>
                    <a:lnTo>
                      <a:pt x="621" y="1033"/>
                    </a:lnTo>
                    <a:lnTo>
                      <a:pt x="647" y="1101"/>
                    </a:lnTo>
                    <a:lnTo>
                      <a:pt x="679" y="1163"/>
                    </a:lnTo>
                    <a:lnTo>
                      <a:pt x="715" y="1221"/>
                    </a:lnTo>
                    <a:lnTo>
                      <a:pt x="757" y="1275"/>
                    </a:lnTo>
                    <a:lnTo>
                      <a:pt x="804" y="1324"/>
                    </a:lnTo>
                    <a:lnTo>
                      <a:pt x="856" y="1368"/>
                    </a:lnTo>
                    <a:lnTo>
                      <a:pt x="911" y="1407"/>
                    </a:lnTo>
                    <a:lnTo>
                      <a:pt x="969" y="1440"/>
                    </a:lnTo>
                    <a:lnTo>
                      <a:pt x="1030" y="1467"/>
                    </a:lnTo>
                    <a:lnTo>
                      <a:pt x="1093" y="1489"/>
                    </a:lnTo>
                    <a:lnTo>
                      <a:pt x="1159" y="1505"/>
                    </a:lnTo>
                    <a:lnTo>
                      <a:pt x="1227" y="1513"/>
                    </a:lnTo>
                    <a:lnTo>
                      <a:pt x="1294" y="1516"/>
                    </a:lnTo>
                    <a:lnTo>
                      <a:pt x="1364" y="1512"/>
                    </a:lnTo>
                    <a:lnTo>
                      <a:pt x="1433" y="1501"/>
                    </a:lnTo>
                    <a:lnTo>
                      <a:pt x="1502" y="1482"/>
                    </a:lnTo>
                    <a:lnTo>
                      <a:pt x="1569" y="1457"/>
                    </a:lnTo>
                    <a:lnTo>
                      <a:pt x="1631" y="1424"/>
                    </a:lnTo>
                    <a:lnTo>
                      <a:pt x="1689" y="1388"/>
                    </a:lnTo>
                    <a:lnTo>
                      <a:pt x="1743" y="1346"/>
                    </a:lnTo>
                    <a:lnTo>
                      <a:pt x="1793" y="1299"/>
                    </a:lnTo>
                    <a:lnTo>
                      <a:pt x="1836" y="1248"/>
                    </a:lnTo>
                    <a:lnTo>
                      <a:pt x="1876" y="1192"/>
                    </a:lnTo>
                    <a:lnTo>
                      <a:pt x="1909" y="1134"/>
                    </a:lnTo>
                    <a:lnTo>
                      <a:pt x="1936" y="1074"/>
                    </a:lnTo>
                    <a:lnTo>
                      <a:pt x="1958" y="1010"/>
                    </a:lnTo>
                    <a:lnTo>
                      <a:pt x="1974" y="944"/>
                    </a:lnTo>
                    <a:lnTo>
                      <a:pt x="1982" y="877"/>
                    </a:lnTo>
                    <a:lnTo>
                      <a:pt x="1985" y="809"/>
                    </a:lnTo>
                    <a:lnTo>
                      <a:pt x="1981" y="739"/>
                    </a:lnTo>
                    <a:lnTo>
                      <a:pt x="1970" y="670"/>
                    </a:lnTo>
                    <a:lnTo>
                      <a:pt x="1951" y="602"/>
                    </a:lnTo>
                    <a:lnTo>
                      <a:pt x="1926" y="534"/>
                    </a:lnTo>
                    <a:lnTo>
                      <a:pt x="1893" y="472"/>
                    </a:lnTo>
                    <a:lnTo>
                      <a:pt x="1857" y="414"/>
                    </a:lnTo>
                    <a:lnTo>
                      <a:pt x="1815" y="360"/>
                    </a:lnTo>
                    <a:lnTo>
                      <a:pt x="1768" y="310"/>
                    </a:lnTo>
                    <a:lnTo>
                      <a:pt x="1716" y="267"/>
                    </a:lnTo>
                    <a:lnTo>
                      <a:pt x="1661" y="228"/>
                    </a:lnTo>
                    <a:lnTo>
                      <a:pt x="1603" y="194"/>
                    </a:lnTo>
                    <a:lnTo>
                      <a:pt x="1542" y="167"/>
                    </a:lnTo>
                    <a:lnTo>
                      <a:pt x="1479" y="146"/>
                    </a:lnTo>
                    <a:lnTo>
                      <a:pt x="1413" y="130"/>
                    </a:lnTo>
                    <a:lnTo>
                      <a:pt x="1345" y="121"/>
                    </a:lnTo>
                    <a:lnTo>
                      <a:pt x="1278" y="119"/>
                    </a:lnTo>
                    <a:close/>
                    <a:moveTo>
                      <a:pt x="1286" y="0"/>
                    </a:moveTo>
                    <a:lnTo>
                      <a:pt x="1358" y="7"/>
                    </a:lnTo>
                    <a:lnTo>
                      <a:pt x="1428" y="19"/>
                    </a:lnTo>
                    <a:lnTo>
                      <a:pt x="1496" y="36"/>
                    </a:lnTo>
                    <a:lnTo>
                      <a:pt x="1563" y="61"/>
                    </a:lnTo>
                    <a:lnTo>
                      <a:pt x="1627" y="90"/>
                    </a:lnTo>
                    <a:lnTo>
                      <a:pt x="1689" y="125"/>
                    </a:lnTo>
                    <a:lnTo>
                      <a:pt x="1747" y="165"/>
                    </a:lnTo>
                    <a:lnTo>
                      <a:pt x="1803" y="210"/>
                    </a:lnTo>
                    <a:lnTo>
                      <a:pt x="1854" y="259"/>
                    </a:lnTo>
                    <a:lnTo>
                      <a:pt x="1901" y="313"/>
                    </a:lnTo>
                    <a:lnTo>
                      <a:pt x="1943" y="372"/>
                    </a:lnTo>
                    <a:lnTo>
                      <a:pt x="1981" y="436"/>
                    </a:lnTo>
                    <a:lnTo>
                      <a:pt x="2013" y="502"/>
                    </a:lnTo>
                    <a:lnTo>
                      <a:pt x="2040" y="572"/>
                    </a:lnTo>
                    <a:lnTo>
                      <a:pt x="2059" y="645"/>
                    </a:lnTo>
                    <a:lnTo>
                      <a:pt x="2073" y="719"/>
                    </a:lnTo>
                    <a:lnTo>
                      <a:pt x="2079" y="792"/>
                    </a:lnTo>
                    <a:lnTo>
                      <a:pt x="2079" y="863"/>
                    </a:lnTo>
                    <a:lnTo>
                      <a:pt x="2074" y="935"/>
                    </a:lnTo>
                    <a:lnTo>
                      <a:pt x="2062" y="1005"/>
                    </a:lnTo>
                    <a:lnTo>
                      <a:pt x="2043" y="1074"/>
                    </a:lnTo>
                    <a:lnTo>
                      <a:pt x="2019" y="1141"/>
                    </a:lnTo>
                    <a:lnTo>
                      <a:pt x="1990" y="1204"/>
                    </a:lnTo>
                    <a:lnTo>
                      <a:pt x="1955" y="1267"/>
                    </a:lnTo>
                    <a:lnTo>
                      <a:pt x="1915" y="1324"/>
                    </a:lnTo>
                    <a:lnTo>
                      <a:pt x="1870" y="1380"/>
                    </a:lnTo>
                    <a:lnTo>
                      <a:pt x="1820" y="1431"/>
                    </a:lnTo>
                    <a:lnTo>
                      <a:pt x="1766" y="1478"/>
                    </a:lnTo>
                    <a:lnTo>
                      <a:pt x="1708" y="1520"/>
                    </a:lnTo>
                    <a:lnTo>
                      <a:pt x="1645" y="1558"/>
                    </a:lnTo>
                    <a:lnTo>
                      <a:pt x="1579" y="1590"/>
                    </a:lnTo>
                    <a:lnTo>
                      <a:pt x="1507" y="1617"/>
                    </a:lnTo>
                    <a:lnTo>
                      <a:pt x="1461" y="1629"/>
                    </a:lnTo>
                    <a:lnTo>
                      <a:pt x="1413" y="1636"/>
                    </a:lnTo>
                    <a:lnTo>
                      <a:pt x="1359" y="1640"/>
                    </a:lnTo>
                    <a:lnTo>
                      <a:pt x="1304" y="1640"/>
                    </a:lnTo>
                    <a:lnTo>
                      <a:pt x="1244" y="1637"/>
                    </a:lnTo>
                    <a:lnTo>
                      <a:pt x="1184" y="1631"/>
                    </a:lnTo>
                    <a:lnTo>
                      <a:pt x="1120" y="1623"/>
                    </a:lnTo>
                    <a:lnTo>
                      <a:pt x="1055" y="1610"/>
                    </a:lnTo>
                    <a:lnTo>
                      <a:pt x="991" y="1597"/>
                    </a:lnTo>
                    <a:lnTo>
                      <a:pt x="923" y="1581"/>
                    </a:lnTo>
                    <a:lnTo>
                      <a:pt x="856" y="1563"/>
                    </a:lnTo>
                    <a:lnTo>
                      <a:pt x="790" y="1543"/>
                    </a:lnTo>
                    <a:lnTo>
                      <a:pt x="722" y="1523"/>
                    </a:lnTo>
                    <a:lnTo>
                      <a:pt x="656" y="1501"/>
                    </a:lnTo>
                    <a:lnTo>
                      <a:pt x="591" y="1478"/>
                    </a:lnTo>
                    <a:lnTo>
                      <a:pt x="526" y="1455"/>
                    </a:lnTo>
                    <a:lnTo>
                      <a:pt x="466" y="1432"/>
                    </a:lnTo>
                    <a:lnTo>
                      <a:pt x="405" y="1409"/>
                    </a:lnTo>
                    <a:lnTo>
                      <a:pt x="348" y="1388"/>
                    </a:lnTo>
                    <a:lnTo>
                      <a:pt x="294" y="1365"/>
                    </a:lnTo>
                    <a:lnTo>
                      <a:pt x="245" y="1343"/>
                    </a:lnTo>
                    <a:lnTo>
                      <a:pt x="197" y="1324"/>
                    </a:lnTo>
                    <a:lnTo>
                      <a:pt x="154" y="1306"/>
                    </a:lnTo>
                    <a:lnTo>
                      <a:pt x="115" y="1288"/>
                    </a:lnTo>
                    <a:lnTo>
                      <a:pt x="83" y="1273"/>
                    </a:lnTo>
                    <a:lnTo>
                      <a:pt x="54" y="1260"/>
                    </a:lnTo>
                    <a:lnTo>
                      <a:pt x="31" y="1249"/>
                    </a:lnTo>
                    <a:lnTo>
                      <a:pt x="15" y="1241"/>
                    </a:lnTo>
                    <a:lnTo>
                      <a:pt x="4" y="1237"/>
                    </a:lnTo>
                    <a:lnTo>
                      <a:pt x="0" y="1235"/>
                    </a:lnTo>
                    <a:lnTo>
                      <a:pt x="3" y="1231"/>
                    </a:lnTo>
                    <a:lnTo>
                      <a:pt x="8" y="1222"/>
                    </a:lnTo>
                    <a:lnTo>
                      <a:pt x="17" y="1206"/>
                    </a:lnTo>
                    <a:lnTo>
                      <a:pt x="29" y="1183"/>
                    </a:lnTo>
                    <a:lnTo>
                      <a:pt x="45" y="1156"/>
                    </a:lnTo>
                    <a:lnTo>
                      <a:pt x="62" y="1124"/>
                    </a:lnTo>
                    <a:lnTo>
                      <a:pt x="84" y="1088"/>
                    </a:lnTo>
                    <a:lnTo>
                      <a:pt x="107" y="1048"/>
                    </a:lnTo>
                    <a:lnTo>
                      <a:pt x="134" y="1003"/>
                    </a:lnTo>
                    <a:lnTo>
                      <a:pt x="162" y="956"/>
                    </a:lnTo>
                    <a:lnTo>
                      <a:pt x="192" y="906"/>
                    </a:lnTo>
                    <a:lnTo>
                      <a:pt x="226" y="855"/>
                    </a:lnTo>
                    <a:lnTo>
                      <a:pt x="261" y="801"/>
                    </a:lnTo>
                    <a:lnTo>
                      <a:pt x="297" y="747"/>
                    </a:lnTo>
                    <a:lnTo>
                      <a:pt x="335" y="691"/>
                    </a:lnTo>
                    <a:lnTo>
                      <a:pt x="374" y="634"/>
                    </a:lnTo>
                    <a:lnTo>
                      <a:pt x="415" y="579"/>
                    </a:lnTo>
                    <a:lnTo>
                      <a:pt x="458" y="522"/>
                    </a:lnTo>
                    <a:lnTo>
                      <a:pt x="500" y="467"/>
                    </a:lnTo>
                    <a:lnTo>
                      <a:pt x="544" y="413"/>
                    </a:lnTo>
                    <a:lnTo>
                      <a:pt x="589" y="362"/>
                    </a:lnTo>
                    <a:lnTo>
                      <a:pt x="633" y="310"/>
                    </a:lnTo>
                    <a:lnTo>
                      <a:pt x="679" y="263"/>
                    </a:lnTo>
                    <a:lnTo>
                      <a:pt x="725" y="219"/>
                    </a:lnTo>
                    <a:lnTo>
                      <a:pt x="771" y="178"/>
                    </a:lnTo>
                    <a:lnTo>
                      <a:pt x="817" y="142"/>
                    </a:lnTo>
                    <a:lnTo>
                      <a:pt x="861" y="108"/>
                    </a:lnTo>
                    <a:lnTo>
                      <a:pt x="907" y="81"/>
                    </a:lnTo>
                    <a:lnTo>
                      <a:pt x="951" y="58"/>
                    </a:lnTo>
                    <a:lnTo>
                      <a:pt x="995" y="41"/>
                    </a:lnTo>
                    <a:lnTo>
                      <a:pt x="1067" y="20"/>
                    </a:lnTo>
                    <a:lnTo>
                      <a:pt x="1140" y="7"/>
                    </a:lnTo>
                    <a:lnTo>
                      <a:pt x="1213" y="0"/>
                    </a:lnTo>
                    <a:lnTo>
                      <a:pt x="1286" y="0"/>
                    </a:lnTo>
                    <a:close/>
                  </a:path>
                </a:pathLst>
              </a:custGeom>
              <a:solidFill>
                <a:schemeClr val="accent3"/>
              </a:solidFill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47" name="Freeform 49"/>
              <p:cNvSpPr>
                <a:spLocks noEditPoints="1"/>
              </p:cNvSpPr>
              <p:nvPr/>
            </p:nvSpPr>
            <p:spPr bwMode="auto">
              <a:xfrm>
                <a:off x="7130965" y="3464081"/>
                <a:ext cx="615949" cy="615949"/>
              </a:xfrm>
              <a:custGeom>
                <a:avLst/>
                <a:gdLst>
                  <a:gd name="T0" fmla="*/ 2959 w 3962"/>
                  <a:gd name="T1" fmla="*/ 2546 h 3963"/>
                  <a:gd name="T2" fmla="*/ 3397 w 3962"/>
                  <a:gd name="T3" fmla="*/ 2984 h 3963"/>
                  <a:gd name="T4" fmla="*/ 3464 w 3962"/>
                  <a:gd name="T5" fmla="*/ 3124 h 3963"/>
                  <a:gd name="T6" fmla="*/ 3343 w 3962"/>
                  <a:gd name="T7" fmla="*/ 3219 h 3963"/>
                  <a:gd name="T8" fmla="*/ 2736 w 3962"/>
                  <a:gd name="T9" fmla="*/ 3150 h 3963"/>
                  <a:gd name="T10" fmla="*/ 2752 w 3962"/>
                  <a:gd name="T11" fmla="*/ 2523 h 3963"/>
                  <a:gd name="T12" fmla="*/ 2896 w 3962"/>
                  <a:gd name="T13" fmla="*/ 2232 h 3963"/>
                  <a:gd name="T14" fmla="*/ 2500 w 3962"/>
                  <a:gd name="T15" fmla="*/ 2399 h 3963"/>
                  <a:gd name="T16" fmla="*/ 2262 w 3962"/>
                  <a:gd name="T17" fmla="*/ 2752 h 3963"/>
                  <a:gd name="T18" fmla="*/ 2262 w 3962"/>
                  <a:gd name="T19" fmla="*/ 3193 h 3963"/>
                  <a:gd name="T20" fmla="*/ 2500 w 3962"/>
                  <a:gd name="T21" fmla="*/ 3544 h 3963"/>
                  <a:gd name="T22" fmla="*/ 2896 w 3962"/>
                  <a:gd name="T23" fmla="*/ 3711 h 3963"/>
                  <a:gd name="T24" fmla="*/ 3325 w 3962"/>
                  <a:gd name="T25" fmla="*/ 3625 h 3963"/>
                  <a:gd name="T26" fmla="*/ 3625 w 3962"/>
                  <a:gd name="T27" fmla="*/ 3325 h 3963"/>
                  <a:gd name="T28" fmla="*/ 3711 w 3962"/>
                  <a:gd name="T29" fmla="*/ 2896 h 3963"/>
                  <a:gd name="T30" fmla="*/ 3544 w 3962"/>
                  <a:gd name="T31" fmla="*/ 2500 h 3963"/>
                  <a:gd name="T32" fmla="*/ 3193 w 3962"/>
                  <a:gd name="T33" fmla="*/ 2262 h 3963"/>
                  <a:gd name="T34" fmla="*/ 1734 w 3962"/>
                  <a:gd name="T35" fmla="*/ 2724 h 3963"/>
                  <a:gd name="T36" fmla="*/ 495 w 3962"/>
                  <a:gd name="T37" fmla="*/ 2724 h 3963"/>
                  <a:gd name="T38" fmla="*/ 3300 w 3962"/>
                  <a:gd name="T39" fmla="*/ 2037 h 3963"/>
                  <a:gd name="T40" fmla="*/ 3700 w 3962"/>
                  <a:gd name="T41" fmla="*/ 2300 h 3963"/>
                  <a:gd name="T42" fmla="*/ 3930 w 3962"/>
                  <a:gd name="T43" fmla="*/ 2722 h 3963"/>
                  <a:gd name="T44" fmla="*/ 3930 w 3962"/>
                  <a:gd name="T45" fmla="*/ 3222 h 3963"/>
                  <a:gd name="T46" fmla="*/ 3700 w 3962"/>
                  <a:gd name="T47" fmla="*/ 3643 h 3963"/>
                  <a:gd name="T48" fmla="*/ 3300 w 3962"/>
                  <a:gd name="T49" fmla="*/ 3907 h 3963"/>
                  <a:gd name="T50" fmla="*/ 2802 w 3962"/>
                  <a:gd name="T51" fmla="*/ 3948 h 3963"/>
                  <a:gd name="T52" fmla="*/ 2361 w 3962"/>
                  <a:gd name="T53" fmla="*/ 3752 h 3963"/>
                  <a:gd name="T54" fmla="*/ 2067 w 3962"/>
                  <a:gd name="T55" fmla="*/ 3376 h 3963"/>
                  <a:gd name="T56" fmla="*/ 1984 w 3962"/>
                  <a:gd name="T57" fmla="*/ 2887 h 3963"/>
                  <a:gd name="T58" fmla="*/ 2144 w 3962"/>
                  <a:gd name="T59" fmla="*/ 2426 h 3963"/>
                  <a:gd name="T60" fmla="*/ 2495 w 3962"/>
                  <a:gd name="T61" fmla="*/ 2103 h 3963"/>
                  <a:gd name="T62" fmla="*/ 2972 w 3962"/>
                  <a:gd name="T63" fmla="*/ 1982 h 3963"/>
                  <a:gd name="T64" fmla="*/ 1238 w 3962"/>
                  <a:gd name="T65" fmla="*/ 1486 h 3963"/>
                  <a:gd name="T66" fmla="*/ 990 w 3962"/>
                  <a:gd name="T67" fmla="*/ 1486 h 3963"/>
                  <a:gd name="T68" fmla="*/ 371 w 3962"/>
                  <a:gd name="T69" fmla="*/ 619 h 3963"/>
                  <a:gd name="T70" fmla="*/ 473 w 3962"/>
                  <a:gd name="T71" fmla="*/ 819 h 3963"/>
                  <a:gd name="T72" fmla="*/ 697 w 3962"/>
                  <a:gd name="T73" fmla="*/ 854 h 3963"/>
                  <a:gd name="T74" fmla="*/ 854 w 3962"/>
                  <a:gd name="T75" fmla="*/ 697 h 3963"/>
                  <a:gd name="T76" fmla="*/ 2355 w 3962"/>
                  <a:gd name="T77" fmla="*/ 659 h 3963"/>
                  <a:gd name="T78" fmla="*/ 2487 w 3962"/>
                  <a:gd name="T79" fmla="*/ 839 h 3963"/>
                  <a:gd name="T80" fmla="*/ 2714 w 3962"/>
                  <a:gd name="T81" fmla="*/ 839 h 3963"/>
                  <a:gd name="T82" fmla="*/ 2844 w 3962"/>
                  <a:gd name="T83" fmla="*/ 659 h 3963"/>
                  <a:gd name="T84" fmla="*/ 3074 w 3962"/>
                  <a:gd name="T85" fmla="*/ 526 h 3963"/>
                  <a:gd name="T86" fmla="*/ 3215 w 3962"/>
                  <a:gd name="T87" fmla="*/ 724 h 3963"/>
                  <a:gd name="T88" fmla="*/ 248 w 3962"/>
                  <a:gd name="T89" fmla="*/ 2947 h 3963"/>
                  <a:gd name="T90" fmla="*/ 268 w 3962"/>
                  <a:gd name="T91" fmla="*/ 3219 h 3963"/>
                  <a:gd name="T92" fmla="*/ 52 w 3962"/>
                  <a:gd name="T93" fmla="*/ 3108 h 3963"/>
                  <a:gd name="T94" fmla="*/ 3 w 3962"/>
                  <a:gd name="T95" fmla="*/ 724 h 3963"/>
                  <a:gd name="T96" fmla="*/ 144 w 3962"/>
                  <a:gd name="T97" fmla="*/ 526 h 3963"/>
                  <a:gd name="T98" fmla="*/ 2654 w 3962"/>
                  <a:gd name="T99" fmla="*/ 13 h 3963"/>
                  <a:gd name="T100" fmla="*/ 2724 w 3962"/>
                  <a:gd name="T101" fmla="*/ 619 h 3963"/>
                  <a:gd name="T102" fmla="*/ 2629 w 3962"/>
                  <a:gd name="T103" fmla="*/ 739 h 3963"/>
                  <a:gd name="T104" fmla="*/ 2489 w 3962"/>
                  <a:gd name="T105" fmla="*/ 673 h 3963"/>
                  <a:gd name="T106" fmla="*/ 2503 w 3962"/>
                  <a:gd name="T107" fmla="*/ 47 h 3963"/>
                  <a:gd name="T108" fmla="*/ 647 w 3962"/>
                  <a:gd name="T109" fmla="*/ 3 h 3963"/>
                  <a:gd name="T110" fmla="*/ 743 w 3962"/>
                  <a:gd name="T111" fmla="*/ 124 h 3963"/>
                  <a:gd name="T112" fmla="*/ 673 w 3962"/>
                  <a:gd name="T113" fmla="*/ 730 h 3963"/>
                  <a:gd name="T114" fmla="*/ 523 w 3962"/>
                  <a:gd name="T115" fmla="*/ 696 h 3963"/>
                  <a:gd name="T116" fmla="*/ 508 w 3962"/>
                  <a:gd name="T117" fmla="*/ 69 h 396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</a:cxnLst>
                <a:rect l="0" t="0" r="r" b="b"/>
                <a:pathLst>
                  <a:path w="3962" h="3963">
                    <a:moveTo>
                      <a:pt x="2848" y="2477"/>
                    </a:moveTo>
                    <a:lnTo>
                      <a:pt x="2876" y="2479"/>
                    </a:lnTo>
                    <a:lnTo>
                      <a:pt x="2902" y="2489"/>
                    </a:lnTo>
                    <a:lnTo>
                      <a:pt x="2925" y="2503"/>
                    </a:lnTo>
                    <a:lnTo>
                      <a:pt x="2944" y="2523"/>
                    </a:lnTo>
                    <a:lnTo>
                      <a:pt x="2959" y="2546"/>
                    </a:lnTo>
                    <a:lnTo>
                      <a:pt x="2968" y="2572"/>
                    </a:lnTo>
                    <a:lnTo>
                      <a:pt x="2972" y="2600"/>
                    </a:lnTo>
                    <a:lnTo>
                      <a:pt x="2972" y="2972"/>
                    </a:lnTo>
                    <a:lnTo>
                      <a:pt x="3343" y="2972"/>
                    </a:lnTo>
                    <a:lnTo>
                      <a:pt x="3371" y="2975"/>
                    </a:lnTo>
                    <a:lnTo>
                      <a:pt x="3397" y="2984"/>
                    </a:lnTo>
                    <a:lnTo>
                      <a:pt x="3420" y="2999"/>
                    </a:lnTo>
                    <a:lnTo>
                      <a:pt x="3440" y="3018"/>
                    </a:lnTo>
                    <a:lnTo>
                      <a:pt x="3454" y="3041"/>
                    </a:lnTo>
                    <a:lnTo>
                      <a:pt x="3464" y="3067"/>
                    </a:lnTo>
                    <a:lnTo>
                      <a:pt x="3467" y="3096"/>
                    </a:lnTo>
                    <a:lnTo>
                      <a:pt x="3464" y="3124"/>
                    </a:lnTo>
                    <a:lnTo>
                      <a:pt x="3454" y="3150"/>
                    </a:lnTo>
                    <a:lnTo>
                      <a:pt x="3440" y="3173"/>
                    </a:lnTo>
                    <a:lnTo>
                      <a:pt x="3420" y="3193"/>
                    </a:lnTo>
                    <a:lnTo>
                      <a:pt x="3397" y="3207"/>
                    </a:lnTo>
                    <a:lnTo>
                      <a:pt x="3371" y="3217"/>
                    </a:lnTo>
                    <a:lnTo>
                      <a:pt x="3343" y="3219"/>
                    </a:lnTo>
                    <a:lnTo>
                      <a:pt x="2848" y="3219"/>
                    </a:lnTo>
                    <a:lnTo>
                      <a:pt x="2819" y="3217"/>
                    </a:lnTo>
                    <a:lnTo>
                      <a:pt x="2794" y="3207"/>
                    </a:lnTo>
                    <a:lnTo>
                      <a:pt x="2771" y="3193"/>
                    </a:lnTo>
                    <a:lnTo>
                      <a:pt x="2752" y="3173"/>
                    </a:lnTo>
                    <a:lnTo>
                      <a:pt x="2736" y="3150"/>
                    </a:lnTo>
                    <a:lnTo>
                      <a:pt x="2727" y="3124"/>
                    </a:lnTo>
                    <a:lnTo>
                      <a:pt x="2724" y="3096"/>
                    </a:lnTo>
                    <a:lnTo>
                      <a:pt x="2724" y="2600"/>
                    </a:lnTo>
                    <a:lnTo>
                      <a:pt x="2727" y="2572"/>
                    </a:lnTo>
                    <a:lnTo>
                      <a:pt x="2736" y="2546"/>
                    </a:lnTo>
                    <a:lnTo>
                      <a:pt x="2752" y="2523"/>
                    </a:lnTo>
                    <a:lnTo>
                      <a:pt x="2771" y="2503"/>
                    </a:lnTo>
                    <a:lnTo>
                      <a:pt x="2794" y="2489"/>
                    </a:lnTo>
                    <a:lnTo>
                      <a:pt x="2819" y="2479"/>
                    </a:lnTo>
                    <a:lnTo>
                      <a:pt x="2848" y="2477"/>
                    </a:lnTo>
                    <a:close/>
                    <a:moveTo>
                      <a:pt x="2972" y="2229"/>
                    </a:moveTo>
                    <a:lnTo>
                      <a:pt x="2896" y="2232"/>
                    </a:lnTo>
                    <a:lnTo>
                      <a:pt x="2821" y="2244"/>
                    </a:lnTo>
                    <a:lnTo>
                      <a:pt x="2750" y="2262"/>
                    </a:lnTo>
                    <a:lnTo>
                      <a:pt x="2683" y="2288"/>
                    </a:lnTo>
                    <a:lnTo>
                      <a:pt x="2618" y="2319"/>
                    </a:lnTo>
                    <a:lnTo>
                      <a:pt x="2556" y="2356"/>
                    </a:lnTo>
                    <a:lnTo>
                      <a:pt x="2500" y="2399"/>
                    </a:lnTo>
                    <a:lnTo>
                      <a:pt x="2447" y="2447"/>
                    </a:lnTo>
                    <a:lnTo>
                      <a:pt x="2399" y="2500"/>
                    </a:lnTo>
                    <a:lnTo>
                      <a:pt x="2355" y="2556"/>
                    </a:lnTo>
                    <a:lnTo>
                      <a:pt x="2318" y="2618"/>
                    </a:lnTo>
                    <a:lnTo>
                      <a:pt x="2287" y="2683"/>
                    </a:lnTo>
                    <a:lnTo>
                      <a:pt x="2262" y="2752"/>
                    </a:lnTo>
                    <a:lnTo>
                      <a:pt x="2243" y="2823"/>
                    </a:lnTo>
                    <a:lnTo>
                      <a:pt x="2232" y="2896"/>
                    </a:lnTo>
                    <a:lnTo>
                      <a:pt x="2229" y="2972"/>
                    </a:lnTo>
                    <a:lnTo>
                      <a:pt x="2232" y="3048"/>
                    </a:lnTo>
                    <a:lnTo>
                      <a:pt x="2243" y="3122"/>
                    </a:lnTo>
                    <a:lnTo>
                      <a:pt x="2262" y="3193"/>
                    </a:lnTo>
                    <a:lnTo>
                      <a:pt x="2287" y="3261"/>
                    </a:lnTo>
                    <a:lnTo>
                      <a:pt x="2318" y="3325"/>
                    </a:lnTo>
                    <a:lnTo>
                      <a:pt x="2355" y="3387"/>
                    </a:lnTo>
                    <a:lnTo>
                      <a:pt x="2399" y="3444"/>
                    </a:lnTo>
                    <a:lnTo>
                      <a:pt x="2447" y="3497"/>
                    </a:lnTo>
                    <a:lnTo>
                      <a:pt x="2500" y="3544"/>
                    </a:lnTo>
                    <a:lnTo>
                      <a:pt x="2556" y="3588"/>
                    </a:lnTo>
                    <a:lnTo>
                      <a:pt x="2618" y="3625"/>
                    </a:lnTo>
                    <a:lnTo>
                      <a:pt x="2683" y="3657"/>
                    </a:lnTo>
                    <a:lnTo>
                      <a:pt x="2750" y="3682"/>
                    </a:lnTo>
                    <a:lnTo>
                      <a:pt x="2821" y="3700"/>
                    </a:lnTo>
                    <a:lnTo>
                      <a:pt x="2896" y="3711"/>
                    </a:lnTo>
                    <a:lnTo>
                      <a:pt x="2972" y="3714"/>
                    </a:lnTo>
                    <a:lnTo>
                      <a:pt x="3048" y="3711"/>
                    </a:lnTo>
                    <a:lnTo>
                      <a:pt x="3121" y="3700"/>
                    </a:lnTo>
                    <a:lnTo>
                      <a:pt x="3193" y="3682"/>
                    </a:lnTo>
                    <a:lnTo>
                      <a:pt x="3260" y="3657"/>
                    </a:lnTo>
                    <a:lnTo>
                      <a:pt x="3325" y="3625"/>
                    </a:lnTo>
                    <a:lnTo>
                      <a:pt x="3386" y="3588"/>
                    </a:lnTo>
                    <a:lnTo>
                      <a:pt x="3444" y="3544"/>
                    </a:lnTo>
                    <a:lnTo>
                      <a:pt x="3496" y="3497"/>
                    </a:lnTo>
                    <a:lnTo>
                      <a:pt x="3544" y="3444"/>
                    </a:lnTo>
                    <a:lnTo>
                      <a:pt x="3588" y="3387"/>
                    </a:lnTo>
                    <a:lnTo>
                      <a:pt x="3625" y="3325"/>
                    </a:lnTo>
                    <a:lnTo>
                      <a:pt x="3656" y="3261"/>
                    </a:lnTo>
                    <a:lnTo>
                      <a:pt x="3680" y="3193"/>
                    </a:lnTo>
                    <a:lnTo>
                      <a:pt x="3700" y="3122"/>
                    </a:lnTo>
                    <a:lnTo>
                      <a:pt x="3711" y="3048"/>
                    </a:lnTo>
                    <a:lnTo>
                      <a:pt x="3714" y="2972"/>
                    </a:lnTo>
                    <a:lnTo>
                      <a:pt x="3711" y="2896"/>
                    </a:lnTo>
                    <a:lnTo>
                      <a:pt x="3700" y="2823"/>
                    </a:lnTo>
                    <a:lnTo>
                      <a:pt x="3680" y="2752"/>
                    </a:lnTo>
                    <a:lnTo>
                      <a:pt x="3656" y="2683"/>
                    </a:lnTo>
                    <a:lnTo>
                      <a:pt x="3625" y="2618"/>
                    </a:lnTo>
                    <a:lnTo>
                      <a:pt x="3588" y="2556"/>
                    </a:lnTo>
                    <a:lnTo>
                      <a:pt x="3544" y="2500"/>
                    </a:lnTo>
                    <a:lnTo>
                      <a:pt x="3496" y="2447"/>
                    </a:lnTo>
                    <a:lnTo>
                      <a:pt x="3444" y="2399"/>
                    </a:lnTo>
                    <a:lnTo>
                      <a:pt x="3386" y="2356"/>
                    </a:lnTo>
                    <a:lnTo>
                      <a:pt x="3325" y="2319"/>
                    </a:lnTo>
                    <a:lnTo>
                      <a:pt x="3260" y="2288"/>
                    </a:lnTo>
                    <a:lnTo>
                      <a:pt x="3193" y="2262"/>
                    </a:lnTo>
                    <a:lnTo>
                      <a:pt x="3121" y="2244"/>
                    </a:lnTo>
                    <a:lnTo>
                      <a:pt x="3048" y="2232"/>
                    </a:lnTo>
                    <a:lnTo>
                      <a:pt x="2972" y="2229"/>
                    </a:lnTo>
                    <a:close/>
                    <a:moveTo>
                      <a:pt x="1238" y="2229"/>
                    </a:moveTo>
                    <a:lnTo>
                      <a:pt x="1734" y="2229"/>
                    </a:lnTo>
                    <a:lnTo>
                      <a:pt x="1734" y="2724"/>
                    </a:lnTo>
                    <a:lnTo>
                      <a:pt x="1238" y="2724"/>
                    </a:lnTo>
                    <a:lnTo>
                      <a:pt x="1238" y="2229"/>
                    </a:lnTo>
                    <a:close/>
                    <a:moveTo>
                      <a:pt x="495" y="2229"/>
                    </a:moveTo>
                    <a:lnTo>
                      <a:pt x="990" y="2229"/>
                    </a:lnTo>
                    <a:lnTo>
                      <a:pt x="990" y="2724"/>
                    </a:lnTo>
                    <a:lnTo>
                      <a:pt x="495" y="2724"/>
                    </a:lnTo>
                    <a:lnTo>
                      <a:pt x="495" y="2229"/>
                    </a:lnTo>
                    <a:close/>
                    <a:moveTo>
                      <a:pt x="2972" y="1982"/>
                    </a:moveTo>
                    <a:lnTo>
                      <a:pt x="3058" y="1985"/>
                    </a:lnTo>
                    <a:lnTo>
                      <a:pt x="3141" y="1996"/>
                    </a:lnTo>
                    <a:lnTo>
                      <a:pt x="3221" y="2013"/>
                    </a:lnTo>
                    <a:lnTo>
                      <a:pt x="3300" y="2037"/>
                    </a:lnTo>
                    <a:lnTo>
                      <a:pt x="3376" y="2067"/>
                    </a:lnTo>
                    <a:lnTo>
                      <a:pt x="3448" y="2103"/>
                    </a:lnTo>
                    <a:lnTo>
                      <a:pt x="3517" y="2144"/>
                    </a:lnTo>
                    <a:lnTo>
                      <a:pt x="3582" y="2191"/>
                    </a:lnTo>
                    <a:lnTo>
                      <a:pt x="3643" y="2243"/>
                    </a:lnTo>
                    <a:lnTo>
                      <a:pt x="3700" y="2300"/>
                    </a:lnTo>
                    <a:lnTo>
                      <a:pt x="3752" y="2361"/>
                    </a:lnTo>
                    <a:lnTo>
                      <a:pt x="3799" y="2426"/>
                    </a:lnTo>
                    <a:lnTo>
                      <a:pt x="3841" y="2495"/>
                    </a:lnTo>
                    <a:lnTo>
                      <a:pt x="3876" y="2567"/>
                    </a:lnTo>
                    <a:lnTo>
                      <a:pt x="3906" y="2643"/>
                    </a:lnTo>
                    <a:lnTo>
                      <a:pt x="3930" y="2722"/>
                    </a:lnTo>
                    <a:lnTo>
                      <a:pt x="3948" y="2803"/>
                    </a:lnTo>
                    <a:lnTo>
                      <a:pt x="3959" y="2887"/>
                    </a:lnTo>
                    <a:lnTo>
                      <a:pt x="3962" y="2972"/>
                    </a:lnTo>
                    <a:lnTo>
                      <a:pt x="3959" y="3058"/>
                    </a:lnTo>
                    <a:lnTo>
                      <a:pt x="3948" y="3141"/>
                    </a:lnTo>
                    <a:lnTo>
                      <a:pt x="3930" y="3222"/>
                    </a:lnTo>
                    <a:lnTo>
                      <a:pt x="3906" y="3300"/>
                    </a:lnTo>
                    <a:lnTo>
                      <a:pt x="3876" y="3376"/>
                    </a:lnTo>
                    <a:lnTo>
                      <a:pt x="3841" y="3448"/>
                    </a:lnTo>
                    <a:lnTo>
                      <a:pt x="3799" y="3518"/>
                    </a:lnTo>
                    <a:lnTo>
                      <a:pt x="3752" y="3583"/>
                    </a:lnTo>
                    <a:lnTo>
                      <a:pt x="3700" y="3643"/>
                    </a:lnTo>
                    <a:lnTo>
                      <a:pt x="3643" y="3700"/>
                    </a:lnTo>
                    <a:lnTo>
                      <a:pt x="3582" y="3752"/>
                    </a:lnTo>
                    <a:lnTo>
                      <a:pt x="3517" y="3799"/>
                    </a:lnTo>
                    <a:lnTo>
                      <a:pt x="3448" y="3841"/>
                    </a:lnTo>
                    <a:lnTo>
                      <a:pt x="3376" y="3877"/>
                    </a:lnTo>
                    <a:lnTo>
                      <a:pt x="3300" y="3907"/>
                    </a:lnTo>
                    <a:lnTo>
                      <a:pt x="3221" y="3931"/>
                    </a:lnTo>
                    <a:lnTo>
                      <a:pt x="3141" y="3948"/>
                    </a:lnTo>
                    <a:lnTo>
                      <a:pt x="3058" y="3959"/>
                    </a:lnTo>
                    <a:lnTo>
                      <a:pt x="2972" y="3963"/>
                    </a:lnTo>
                    <a:lnTo>
                      <a:pt x="2886" y="3959"/>
                    </a:lnTo>
                    <a:lnTo>
                      <a:pt x="2802" y="3948"/>
                    </a:lnTo>
                    <a:lnTo>
                      <a:pt x="2721" y="3931"/>
                    </a:lnTo>
                    <a:lnTo>
                      <a:pt x="2643" y="3907"/>
                    </a:lnTo>
                    <a:lnTo>
                      <a:pt x="2567" y="3877"/>
                    </a:lnTo>
                    <a:lnTo>
                      <a:pt x="2495" y="3841"/>
                    </a:lnTo>
                    <a:lnTo>
                      <a:pt x="2426" y="3799"/>
                    </a:lnTo>
                    <a:lnTo>
                      <a:pt x="2361" y="3752"/>
                    </a:lnTo>
                    <a:lnTo>
                      <a:pt x="2300" y="3700"/>
                    </a:lnTo>
                    <a:lnTo>
                      <a:pt x="2243" y="3643"/>
                    </a:lnTo>
                    <a:lnTo>
                      <a:pt x="2191" y="3583"/>
                    </a:lnTo>
                    <a:lnTo>
                      <a:pt x="2144" y="3518"/>
                    </a:lnTo>
                    <a:lnTo>
                      <a:pt x="2103" y="3448"/>
                    </a:lnTo>
                    <a:lnTo>
                      <a:pt x="2067" y="3376"/>
                    </a:lnTo>
                    <a:lnTo>
                      <a:pt x="2037" y="3300"/>
                    </a:lnTo>
                    <a:lnTo>
                      <a:pt x="2013" y="3222"/>
                    </a:lnTo>
                    <a:lnTo>
                      <a:pt x="1995" y="3141"/>
                    </a:lnTo>
                    <a:lnTo>
                      <a:pt x="1984" y="3058"/>
                    </a:lnTo>
                    <a:lnTo>
                      <a:pt x="1980" y="2972"/>
                    </a:lnTo>
                    <a:lnTo>
                      <a:pt x="1984" y="2887"/>
                    </a:lnTo>
                    <a:lnTo>
                      <a:pt x="1995" y="2803"/>
                    </a:lnTo>
                    <a:lnTo>
                      <a:pt x="2013" y="2722"/>
                    </a:lnTo>
                    <a:lnTo>
                      <a:pt x="2037" y="2643"/>
                    </a:lnTo>
                    <a:lnTo>
                      <a:pt x="2067" y="2567"/>
                    </a:lnTo>
                    <a:lnTo>
                      <a:pt x="2103" y="2495"/>
                    </a:lnTo>
                    <a:lnTo>
                      <a:pt x="2144" y="2426"/>
                    </a:lnTo>
                    <a:lnTo>
                      <a:pt x="2191" y="2361"/>
                    </a:lnTo>
                    <a:lnTo>
                      <a:pt x="2243" y="2300"/>
                    </a:lnTo>
                    <a:lnTo>
                      <a:pt x="2300" y="2243"/>
                    </a:lnTo>
                    <a:lnTo>
                      <a:pt x="2361" y="2191"/>
                    </a:lnTo>
                    <a:lnTo>
                      <a:pt x="2426" y="2144"/>
                    </a:lnTo>
                    <a:lnTo>
                      <a:pt x="2495" y="2103"/>
                    </a:lnTo>
                    <a:lnTo>
                      <a:pt x="2567" y="2067"/>
                    </a:lnTo>
                    <a:lnTo>
                      <a:pt x="2643" y="2037"/>
                    </a:lnTo>
                    <a:lnTo>
                      <a:pt x="2721" y="2013"/>
                    </a:lnTo>
                    <a:lnTo>
                      <a:pt x="2802" y="1996"/>
                    </a:lnTo>
                    <a:lnTo>
                      <a:pt x="2886" y="1985"/>
                    </a:lnTo>
                    <a:lnTo>
                      <a:pt x="2972" y="1982"/>
                    </a:lnTo>
                    <a:close/>
                    <a:moveTo>
                      <a:pt x="1980" y="1486"/>
                    </a:moveTo>
                    <a:lnTo>
                      <a:pt x="2476" y="1486"/>
                    </a:lnTo>
                    <a:lnTo>
                      <a:pt x="2476" y="1982"/>
                    </a:lnTo>
                    <a:lnTo>
                      <a:pt x="1980" y="1982"/>
                    </a:lnTo>
                    <a:lnTo>
                      <a:pt x="1980" y="1486"/>
                    </a:lnTo>
                    <a:close/>
                    <a:moveTo>
                      <a:pt x="1238" y="1486"/>
                    </a:moveTo>
                    <a:lnTo>
                      <a:pt x="1734" y="1486"/>
                    </a:lnTo>
                    <a:lnTo>
                      <a:pt x="1734" y="1982"/>
                    </a:lnTo>
                    <a:lnTo>
                      <a:pt x="1238" y="1982"/>
                    </a:lnTo>
                    <a:lnTo>
                      <a:pt x="1238" y="1486"/>
                    </a:lnTo>
                    <a:close/>
                    <a:moveTo>
                      <a:pt x="495" y="1486"/>
                    </a:moveTo>
                    <a:lnTo>
                      <a:pt x="990" y="1486"/>
                    </a:lnTo>
                    <a:lnTo>
                      <a:pt x="990" y="1982"/>
                    </a:lnTo>
                    <a:lnTo>
                      <a:pt x="495" y="1982"/>
                    </a:lnTo>
                    <a:lnTo>
                      <a:pt x="495" y="1486"/>
                    </a:lnTo>
                    <a:close/>
                    <a:moveTo>
                      <a:pt x="268" y="495"/>
                    </a:moveTo>
                    <a:lnTo>
                      <a:pt x="371" y="495"/>
                    </a:lnTo>
                    <a:lnTo>
                      <a:pt x="371" y="619"/>
                    </a:lnTo>
                    <a:lnTo>
                      <a:pt x="374" y="659"/>
                    </a:lnTo>
                    <a:lnTo>
                      <a:pt x="384" y="697"/>
                    </a:lnTo>
                    <a:lnTo>
                      <a:pt x="399" y="732"/>
                    </a:lnTo>
                    <a:lnTo>
                      <a:pt x="419" y="765"/>
                    </a:lnTo>
                    <a:lnTo>
                      <a:pt x="444" y="794"/>
                    </a:lnTo>
                    <a:lnTo>
                      <a:pt x="473" y="819"/>
                    </a:lnTo>
                    <a:lnTo>
                      <a:pt x="505" y="839"/>
                    </a:lnTo>
                    <a:lnTo>
                      <a:pt x="541" y="854"/>
                    </a:lnTo>
                    <a:lnTo>
                      <a:pt x="579" y="864"/>
                    </a:lnTo>
                    <a:lnTo>
                      <a:pt x="619" y="867"/>
                    </a:lnTo>
                    <a:lnTo>
                      <a:pt x="659" y="864"/>
                    </a:lnTo>
                    <a:lnTo>
                      <a:pt x="697" y="854"/>
                    </a:lnTo>
                    <a:lnTo>
                      <a:pt x="732" y="839"/>
                    </a:lnTo>
                    <a:lnTo>
                      <a:pt x="765" y="819"/>
                    </a:lnTo>
                    <a:lnTo>
                      <a:pt x="794" y="794"/>
                    </a:lnTo>
                    <a:lnTo>
                      <a:pt x="819" y="765"/>
                    </a:lnTo>
                    <a:lnTo>
                      <a:pt x="838" y="732"/>
                    </a:lnTo>
                    <a:lnTo>
                      <a:pt x="854" y="697"/>
                    </a:lnTo>
                    <a:lnTo>
                      <a:pt x="864" y="659"/>
                    </a:lnTo>
                    <a:lnTo>
                      <a:pt x="866" y="619"/>
                    </a:lnTo>
                    <a:lnTo>
                      <a:pt x="866" y="495"/>
                    </a:lnTo>
                    <a:lnTo>
                      <a:pt x="2353" y="495"/>
                    </a:lnTo>
                    <a:lnTo>
                      <a:pt x="2353" y="619"/>
                    </a:lnTo>
                    <a:lnTo>
                      <a:pt x="2355" y="659"/>
                    </a:lnTo>
                    <a:lnTo>
                      <a:pt x="2365" y="697"/>
                    </a:lnTo>
                    <a:lnTo>
                      <a:pt x="2380" y="732"/>
                    </a:lnTo>
                    <a:lnTo>
                      <a:pt x="2400" y="765"/>
                    </a:lnTo>
                    <a:lnTo>
                      <a:pt x="2425" y="794"/>
                    </a:lnTo>
                    <a:lnTo>
                      <a:pt x="2454" y="819"/>
                    </a:lnTo>
                    <a:lnTo>
                      <a:pt x="2487" y="839"/>
                    </a:lnTo>
                    <a:lnTo>
                      <a:pt x="2521" y="854"/>
                    </a:lnTo>
                    <a:lnTo>
                      <a:pt x="2560" y="864"/>
                    </a:lnTo>
                    <a:lnTo>
                      <a:pt x="2600" y="867"/>
                    </a:lnTo>
                    <a:lnTo>
                      <a:pt x="2641" y="864"/>
                    </a:lnTo>
                    <a:lnTo>
                      <a:pt x="2678" y="854"/>
                    </a:lnTo>
                    <a:lnTo>
                      <a:pt x="2714" y="839"/>
                    </a:lnTo>
                    <a:lnTo>
                      <a:pt x="2747" y="819"/>
                    </a:lnTo>
                    <a:lnTo>
                      <a:pt x="2776" y="794"/>
                    </a:lnTo>
                    <a:lnTo>
                      <a:pt x="2800" y="765"/>
                    </a:lnTo>
                    <a:lnTo>
                      <a:pt x="2820" y="732"/>
                    </a:lnTo>
                    <a:lnTo>
                      <a:pt x="2835" y="697"/>
                    </a:lnTo>
                    <a:lnTo>
                      <a:pt x="2844" y="659"/>
                    </a:lnTo>
                    <a:lnTo>
                      <a:pt x="2848" y="619"/>
                    </a:lnTo>
                    <a:lnTo>
                      <a:pt x="2848" y="495"/>
                    </a:lnTo>
                    <a:lnTo>
                      <a:pt x="2952" y="495"/>
                    </a:lnTo>
                    <a:lnTo>
                      <a:pt x="2995" y="498"/>
                    </a:lnTo>
                    <a:lnTo>
                      <a:pt x="3036" y="509"/>
                    </a:lnTo>
                    <a:lnTo>
                      <a:pt x="3074" y="526"/>
                    </a:lnTo>
                    <a:lnTo>
                      <a:pt x="3109" y="548"/>
                    </a:lnTo>
                    <a:lnTo>
                      <a:pt x="3141" y="574"/>
                    </a:lnTo>
                    <a:lnTo>
                      <a:pt x="3167" y="607"/>
                    </a:lnTo>
                    <a:lnTo>
                      <a:pt x="3189" y="642"/>
                    </a:lnTo>
                    <a:lnTo>
                      <a:pt x="3206" y="682"/>
                    </a:lnTo>
                    <a:lnTo>
                      <a:pt x="3215" y="724"/>
                    </a:lnTo>
                    <a:lnTo>
                      <a:pt x="3219" y="767"/>
                    </a:lnTo>
                    <a:lnTo>
                      <a:pt x="3219" y="1733"/>
                    </a:lnTo>
                    <a:lnTo>
                      <a:pt x="2972" y="1733"/>
                    </a:lnTo>
                    <a:lnTo>
                      <a:pt x="2972" y="1238"/>
                    </a:lnTo>
                    <a:lnTo>
                      <a:pt x="248" y="1238"/>
                    </a:lnTo>
                    <a:lnTo>
                      <a:pt x="248" y="2947"/>
                    </a:lnTo>
                    <a:lnTo>
                      <a:pt x="250" y="2959"/>
                    </a:lnTo>
                    <a:lnTo>
                      <a:pt x="258" y="2969"/>
                    </a:lnTo>
                    <a:lnTo>
                      <a:pt x="268" y="2972"/>
                    </a:lnTo>
                    <a:lnTo>
                      <a:pt x="1734" y="2972"/>
                    </a:lnTo>
                    <a:lnTo>
                      <a:pt x="1734" y="3219"/>
                    </a:lnTo>
                    <a:lnTo>
                      <a:pt x="268" y="3219"/>
                    </a:lnTo>
                    <a:lnTo>
                      <a:pt x="225" y="3216"/>
                    </a:lnTo>
                    <a:lnTo>
                      <a:pt x="183" y="3206"/>
                    </a:lnTo>
                    <a:lnTo>
                      <a:pt x="144" y="3189"/>
                    </a:lnTo>
                    <a:lnTo>
                      <a:pt x="109" y="3167"/>
                    </a:lnTo>
                    <a:lnTo>
                      <a:pt x="78" y="3140"/>
                    </a:lnTo>
                    <a:lnTo>
                      <a:pt x="52" y="3108"/>
                    </a:lnTo>
                    <a:lnTo>
                      <a:pt x="30" y="3072"/>
                    </a:lnTo>
                    <a:lnTo>
                      <a:pt x="13" y="3034"/>
                    </a:lnTo>
                    <a:lnTo>
                      <a:pt x="3" y="2991"/>
                    </a:lnTo>
                    <a:lnTo>
                      <a:pt x="0" y="2947"/>
                    </a:lnTo>
                    <a:lnTo>
                      <a:pt x="0" y="767"/>
                    </a:lnTo>
                    <a:lnTo>
                      <a:pt x="3" y="724"/>
                    </a:lnTo>
                    <a:lnTo>
                      <a:pt x="13" y="682"/>
                    </a:lnTo>
                    <a:lnTo>
                      <a:pt x="30" y="642"/>
                    </a:lnTo>
                    <a:lnTo>
                      <a:pt x="52" y="607"/>
                    </a:lnTo>
                    <a:lnTo>
                      <a:pt x="78" y="574"/>
                    </a:lnTo>
                    <a:lnTo>
                      <a:pt x="109" y="548"/>
                    </a:lnTo>
                    <a:lnTo>
                      <a:pt x="144" y="526"/>
                    </a:lnTo>
                    <a:lnTo>
                      <a:pt x="183" y="509"/>
                    </a:lnTo>
                    <a:lnTo>
                      <a:pt x="225" y="498"/>
                    </a:lnTo>
                    <a:lnTo>
                      <a:pt x="268" y="495"/>
                    </a:lnTo>
                    <a:close/>
                    <a:moveTo>
                      <a:pt x="2600" y="0"/>
                    </a:moveTo>
                    <a:lnTo>
                      <a:pt x="2629" y="3"/>
                    </a:lnTo>
                    <a:lnTo>
                      <a:pt x="2654" y="13"/>
                    </a:lnTo>
                    <a:lnTo>
                      <a:pt x="2678" y="27"/>
                    </a:lnTo>
                    <a:lnTo>
                      <a:pt x="2696" y="47"/>
                    </a:lnTo>
                    <a:lnTo>
                      <a:pt x="2712" y="69"/>
                    </a:lnTo>
                    <a:lnTo>
                      <a:pt x="2720" y="95"/>
                    </a:lnTo>
                    <a:lnTo>
                      <a:pt x="2724" y="124"/>
                    </a:lnTo>
                    <a:lnTo>
                      <a:pt x="2724" y="619"/>
                    </a:lnTo>
                    <a:lnTo>
                      <a:pt x="2720" y="648"/>
                    </a:lnTo>
                    <a:lnTo>
                      <a:pt x="2712" y="673"/>
                    </a:lnTo>
                    <a:lnTo>
                      <a:pt x="2696" y="696"/>
                    </a:lnTo>
                    <a:lnTo>
                      <a:pt x="2678" y="715"/>
                    </a:lnTo>
                    <a:lnTo>
                      <a:pt x="2654" y="730"/>
                    </a:lnTo>
                    <a:lnTo>
                      <a:pt x="2629" y="739"/>
                    </a:lnTo>
                    <a:lnTo>
                      <a:pt x="2600" y="743"/>
                    </a:lnTo>
                    <a:lnTo>
                      <a:pt x="2572" y="739"/>
                    </a:lnTo>
                    <a:lnTo>
                      <a:pt x="2546" y="730"/>
                    </a:lnTo>
                    <a:lnTo>
                      <a:pt x="2523" y="715"/>
                    </a:lnTo>
                    <a:lnTo>
                      <a:pt x="2503" y="696"/>
                    </a:lnTo>
                    <a:lnTo>
                      <a:pt x="2489" y="673"/>
                    </a:lnTo>
                    <a:lnTo>
                      <a:pt x="2479" y="648"/>
                    </a:lnTo>
                    <a:lnTo>
                      <a:pt x="2476" y="619"/>
                    </a:lnTo>
                    <a:lnTo>
                      <a:pt x="2476" y="124"/>
                    </a:lnTo>
                    <a:lnTo>
                      <a:pt x="2479" y="95"/>
                    </a:lnTo>
                    <a:lnTo>
                      <a:pt x="2489" y="69"/>
                    </a:lnTo>
                    <a:lnTo>
                      <a:pt x="2503" y="47"/>
                    </a:lnTo>
                    <a:lnTo>
                      <a:pt x="2523" y="27"/>
                    </a:lnTo>
                    <a:lnTo>
                      <a:pt x="2546" y="13"/>
                    </a:lnTo>
                    <a:lnTo>
                      <a:pt x="2572" y="3"/>
                    </a:lnTo>
                    <a:lnTo>
                      <a:pt x="2600" y="0"/>
                    </a:lnTo>
                    <a:close/>
                    <a:moveTo>
                      <a:pt x="619" y="0"/>
                    </a:moveTo>
                    <a:lnTo>
                      <a:pt x="647" y="3"/>
                    </a:lnTo>
                    <a:lnTo>
                      <a:pt x="673" y="13"/>
                    </a:lnTo>
                    <a:lnTo>
                      <a:pt x="696" y="27"/>
                    </a:lnTo>
                    <a:lnTo>
                      <a:pt x="715" y="47"/>
                    </a:lnTo>
                    <a:lnTo>
                      <a:pt x="730" y="69"/>
                    </a:lnTo>
                    <a:lnTo>
                      <a:pt x="740" y="95"/>
                    </a:lnTo>
                    <a:lnTo>
                      <a:pt x="743" y="124"/>
                    </a:lnTo>
                    <a:lnTo>
                      <a:pt x="743" y="619"/>
                    </a:lnTo>
                    <a:lnTo>
                      <a:pt x="740" y="648"/>
                    </a:lnTo>
                    <a:lnTo>
                      <a:pt x="730" y="673"/>
                    </a:lnTo>
                    <a:lnTo>
                      <a:pt x="715" y="696"/>
                    </a:lnTo>
                    <a:lnTo>
                      <a:pt x="696" y="715"/>
                    </a:lnTo>
                    <a:lnTo>
                      <a:pt x="673" y="730"/>
                    </a:lnTo>
                    <a:lnTo>
                      <a:pt x="647" y="739"/>
                    </a:lnTo>
                    <a:lnTo>
                      <a:pt x="619" y="743"/>
                    </a:lnTo>
                    <a:lnTo>
                      <a:pt x="590" y="739"/>
                    </a:lnTo>
                    <a:lnTo>
                      <a:pt x="565" y="730"/>
                    </a:lnTo>
                    <a:lnTo>
                      <a:pt x="542" y="715"/>
                    </a:lnTo>
                    <a:lnTo>
                      <a:pt x="523" y="696"/>
                    </a:lnTo>
                    <a:lnTo>
                      <a:pt x="508" y="673"/>
                    </a:lnTo>
                    <a:lnTo>
                      <a:pt x="499" y="648"/>
                    </a:lnTo>
                    <a:lnTo>
                      <a:pt x="495" y="619"/>
                    </a:lnTo>
                    <a:lnTo>
                      <a:pt x="495" y="124"/>
                    </a:lnTo>
                    <a:lnTo>
                      <a:pt x="499" y="95"/>
                    </a:lnTo>
                    <a:lnTo>
                      <a:pt x="508" y="69"/>
                    </a:lnTo>
                    <a:lnTo>
                      <a:pt x="523" y="47"/>
                    </a:lnTo>
                    <a:lnTo>
                      <a:pt x="542" y="27"/>
                    </a:lnTo>
                    <a:lnTo>
                      <a:pt x="565" y="13"/>
                    </a:lnTo>
                    <a:lnTo>
                      <a:pt x="590" y="3"/>
                    </a:lnTo>
                    <a:lnTo>
                      <a:pt x="619" y="0"/>
                    </a:lnTo>
                    <a:close/>
                  </a:path>
                </a:pathLst>
              </a:custGeom>
              <a:solidFill>
                <a:schemeClr val="accent3"/>
              </a:solidFill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  <p:grpSp>
          <p:nvGrpSpPr>
            <p:cNvPr id="148" name="그룹 60"/>
            <p:cNvGrpSpPr/>
            <p:nvPr/>
          </p:nvGrpSpPr>
          <p:grpSpPr>
            <a:xfrm>
              <a:off x="4228307" y="3143493"/>
              <a:ext cx="1884180" cy="1488466"/>
              <a:chOff x="4075907" y="2991093"/>
              <a:chExt cx="1884180" cy="1488466"/>
            </a:xfrm>
          </p:grpSpPr>
          <p:sp>
            <p:nvSpPr>
              <p:cNvPr id="149" name="Freeform 26"/>
              <p:cNvSpPr>
                <a:spLocks noEditPoints="1"/>
              </p:cNvSpPr>
              <p:nvPr/>
            </p:nvSpPr>
            <p:spPr bwMode="auto">
              <a:xfrm>
                <a:off x="4075907" y="2991093"/>
                <a:ext cx="1884180" cy="1488466"/>
              </a:xfrm>
              <a:custGeom>
                <a:avLst/>
                <a:gdLst>
                  <a:gd name="T0" fmla="*/ 667 w 2078"/>
                  <a:gd name="T1" fmla="*/ 130 h 1640"/>
                  <a:gd name="T2" fmla="*/ 477 w 2078"/>
                  <a:gd name="T3" fmla="*/ 194 h 1640"/>
                  <a:gd name="T4" fmla="*/ 312 w 2078"/>
                  <a:gd name="T5" fmla="*/ 310 h 1640"/>
                  <a:gd name="T6" fmla="*/ 185 w 2078"/>
                  <a:gd name="T7" fmla="*/ 472 h 1640"/>
                  <a:gd name="T8" fmla="*/ 110 w 2078"/>
                  <a:gd name="T9" fmla="*/ 670 h 1640"/>
                  <a:gd name="T10" fmla="*/ 96 w 2078"/>
                  <a:gd name="T11" fmla="*/ 877 h 1640"/>
                  <a:gd name="T12" fmla="*/ 143 w 2078"/>
                  <a:gd name="T13" fmla="*/ 1074 h 1640"/>
                  <a:gd name="T14" fmla="*/ 242 w 2078"/>
                  <a:gd name="T15" fmla="*/ 1248 h 1640"/>
                  <a:gd name="T16" fmla="*/ 389 w 2078"/>
                  <a:gd name="T17" fmla="*/ 1388 h 1640"/>
                  <a:gd name="T18" fmla="*/ 578 w 2078"/>
                  <a:gd name="T19" fmla="*/ 1482 h 1640"/>
                  <a:gd name="T20" fmla="*/ 784 w 2078"/>
                  <a:gd name="T21" fmla="*/ 1516 h 1640"/>
                  <a:gd name="T22" fmla="*/ 985 w 2078"/>
                  <a:gd name="T23" fmla="*/ 1489 h 1640"/>
                  <a:gd name="T24" fmla="*/ 1169 w 2078"/>
                  <a:gd name="T25" fmla="*/ 1407 h 1640"/>
                  <a:gd name="T26" fmla="*/ 1321 w 2078"/>
                  <a:gd name="T27" fmla="*/ 1275 h 1640"/>
                  <a:gd name="T28" fmla="*/ 1433 w 2078"/>
                  <a:gd name="T29" fmla="*/ 1101 h 1640"/>
                  <a:gd name="T30" fmla="*/ 1488 w 2078"/>
                  <a:gd name="T31" fmla="*/ 894 h 1640"/>
                  <a:gd name="T32" fmla="*/ 1480 w 2078"/>
                  <a:gd name="T33" fmla="*/ 691 h 1640"/>
                  <a:gd name="T34" fmla="*/ 1416 w 2078"/>
                  <a:gd name="T35" fmla="*/ 501 h 1640"/>
                  <a:gd name="T36" fmla="*/ 1300 w 2078"/>
                  <a:gd name="T37" fmla="*/ 336 h 1640"/>
                  <a:gd name="T38" fmla="*/ 1139 w 2078"/>
                  <a:gd name="T39" fmla="*/ 209 h 1640"/>
                  <a:gd name="T40" fmla="*/ 941 w 2078"/>
                  <a:gd name="T41" fmla="*/ 134 h 1640"/>
                  <a:gd name="T42" fmla="*/ 794 w 2078"/>
                  <a:gd name="T43" fmla="*/ 0 h 1640"/>
                  <a:gd name="T44" fmla="*/ 1011 w 2078"/>
                  <a:gd name="T45" fmla="*/ 20 h 1640"/>
                  <a:gd name="T46" fmla="*/ 1173 w 2078"/>
                  <a:gd name="T47" fmla="*/ 81 h 1640"/>
                  <a:gd name="T48" fmla="*/ 1309 w 2078"/>
                  <a:gd name="T49" fmla="*/ 178 h 1640"/>
                  <a:gd name="T50" fmla="*/ 1447 w 2078"/>
                  <a:gd name="T51" fmla="*/ 310 h 1640"/>
                  <a:gd name="T52" fmla="*/ 1579 w 2078"/>
                  <a:gd name="T53" fmla="*/ 467 h 1640"/>
                  <a:gd name="T54" fmla="*/ 1706 w 2078"/>
                  <a:gd name="T55" fmla="*/ 634 h 1640"/>
                  <a:gd name="T56" fmla="*/ 1819 w 2078"/>
                  <a:gd name="T57" fmla="*/ 801 h 1640"/>
                  <a:gd name="T58" fmla="*/ 1917 w 2078"/>
                  <a:gd name="T59" fmla="*/ 956 h 1640"/>
                  <a:gd name="T60" fmla="*/ 1996 w 2078"/>
                  <a:gd name="T61" fmla="*/ 1087 h 1640"/>
                  <a:gd name="T62" fmla="*/ 2051 w 2078"/>
                  <a:gd name="T63" fmla="*/ 1183 h 1640"/>
                  <a:gd name="T64" fmla="*/ 2077 w 2078"/>
                  <a:gd name="T65" fmla="*/ 1232 h 1640"/>
                  <a:gd name="T66" fmla="*/ 2064 w 2078"/>
                  <a:gd name="T67" fmla="*/ 1241 h 1640"/>
                  <a:gd name="T68" fmla="*/ 1997 w 2078"/>
                  <a:gd name="T69" fmla="*/ 1273 h 1640"/>
                  <a:gd name="T70" fmla="*/ 1882 w 2078"/>
                  <a:gd name="T71" fmla="*/ 1323 h 1640"/>
                  <a:gd name="T72" fmla="*/ 1731 w 2078"/>
                  <a:gd name="T73" fmla="*/ 1387 h 1640"/>
                  <a:gd name="T74" fmla="*/ 1552 w 2078"/>
                  <a:gd name="T75" fmla="*/ 1455 h 1640"/>
                  <a:gd name="T76" fmla="*/ 1358 w 2078"/>
                  <a:gd name="T77" fmla="*/ 1523 h 1640"/>
                  <a:gd name="T78" fmla="*/ 1157 w 2078"/>
                  <a:gd name="T79" fmla="*/ 1581 h 1640"/>
                  <a:gd name="T80" fmla="*/ 958 w 2078"/>
                  <a:gd name="T81" fmla="*/ 1623 h 1640"/>
                  <a:gd name="T82" fmla="*/ 776 w 2078"/>
                  <a:gd name="T83" fmla="*/ 1640 h 1640"/>
                  <a:gd name="T84" fmla="*/ 617 w 2078"/>
                  <a:gd name="T85" fmla="*/ 1628 h 1640"/>
                  <a:gd name="T86" fmla="*/ 435 w 2078"/>
                  <a:gd name="T87" fmla="*/ 1558 h 1640"/>
                  <a:gd name="T88" fmla="*/ 258 w 2078"/>
                  <a:gd name="T89" fmla="*/ 1431 h 1640"/>
                  <a:gd name="T90" fmla="*/ 124 w 2078"/>
                  <a:gd name="T91" fmla="*/ 1267 h 1640"/>
                  <a:gd name="T92" fmla="*/ 37 w 2078"/>
                  <a:gd name="T93" fmla="*/ 1074 h 1640"/>
                  <a:gd name="T94" fmla="*/ 0 w 2078"/>
                  <a:gd name="T95" fmla="*/ 863 h 1640"/>
                  <a:gd name="T96" fmla="*/ 19 w 2078"/>
                  <a:gd name="T97" fmla="*/ 645 h 1640"/>
                  <a:gd name="T98" fmla="*/ 99 w 2078"/>
                  <a:gd name="T99" fmla="*/ 434 h 1640"/>
                  <a:gd name="T100" fmla="*/ 226 w 2078"/>
                  <a:gd name="T101" fmla="*/ 259 h 1640"/>
                  <a:gd name="T102" fmla="*/ 390 w 2078"/>
                  <a:gd name="T103" fmla="*/ 126 h 1640"/>
                  <a:gd name="T104" fmla="*/ 583 w 2078"/>
                  <a:gd name="T105" fmla="*/ 37 h 1640"/>
                  <a:gd name="T106" fmla="*/ 794 w 2078"/>
                  <a:gd name="T107" fmla="*/ 0 h 164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</a:cxnLst>
                <a:rect l="0" t="0" r="r" b="b"/>
                <a:pathLst>
                  <a:path w="2078" h="1640">
                    <a:moveTo>
                      <a:pt x="802" y="119"/>
                    </a:moveTo>
                    <a:lnTo>
                      <a:pt x="733" y="122"/>
                    </a:lnTo>
                    <a:lnTo>
                      <a:pt x="667" y="130"/>
                    </a:lnTo>
                    <a:lnTo>
                      <a:pt x="601" y="146"/>
                    </a:lnTo>
                    <a:lnTo>
                      <a:pt x="537" y="167"/>
                    </a:lnTo>
                    <a:lnTo>
                      <a:pt x="477" y="194"/>
                    </a:lnTo>
                    <a:lnTo>
                      <a:pt x="417" y="228"/>
                    </a:lnTo>
                    <a:lnTo>
                      <a:pt x="363" y="267"/>
                    </a:lnTo>
                    <a:lnTo>
                      <a:pt x="312" y="310"/>
                    </a:lnTo>
                    <a:lnTo>
                      <a:pt x="265" y="360"/>
                    </a:lnTo>
                    <a:lnTo>
                      <a:pt x="223" y="413"/>
                    </a:lnTo>
                    <a:lnTo>
                      <a:pt x="185" y="472"/>
                    </a:lnTo>
                    <a:lnTo>
                      <a:pt x="154" y="534"/>
                    </a:lnTo>
                    <a:lnTo>
                      <a:pt x="129" y="602"/>
                    </a:lnTo>
                    <a:lnTo>
                      <a:pt x="110" y="670"/>
                    </a:lnTo>
                    <a:lnTo>
                      <a:pt x="99" y="739"/>
                    </a:lnTo>
                    <a:lnTo>
                      <a:pt x="95" y="808"/>
                    </a:lnTo>
                    <a:lnTo>
                      <a:pt x="96" y="877"/>
                    </a:lnTo>
                    <a:lnTo>
                      <a:pt x="106" y="944"/>
                    </a:lnTo>
                    <a:lnTo>
                      <a:pt x="122" y="1010"/>
                    </a:lnTo>
                    <a:lnTo>
                      <a:pt x="143" y="1074"/>
                    </a:lnTo>
                    <a:lnTo>
                      <a:pt x="170" y="1134"/>
                    </a:lnTo>
                    <a:lnTo>
                      <a:pt x="204" y="1192"/>
                    </a:lnTo>
                    <a:lnTo>
                      <a:pt x="242" y="1248"/>
                    </a:lnTo>
                    <a:lnTo>
                      <a:pt x="286" y="1299"/>
                    </a:lnTo>
                    <a:lnTo>
                      <a:pt x="335" y="1346"/>
                    </a:lnTo>
                    <a:lnTo>
                      <a:pt x="389" y="1388"/>
                    </a:lnTo>
                    <a:lnTo>
                      <a:pt x="448" y="1424"/>
                    </a:lnTo>
                    <a:lnTo>
                      <a:pt x="510" y="1457"/>
                    </a:lnTo>
                    <a:lnTo>
                      <a:pt x="578" y="1482"/>
                    </a:lnTo>
                    <a:lnTo>
                      <a:pt x="647" y="1500"/>
                    </a:lnTo>
                    <a:lnTo>
                      <a:pt x="715" y="1512"/>
                    </a:lnTo>
                    <a:lnTo>
                      <a:pt x="784" y="1516"/>
                    </a:lnTo>
                    <a:lnTo>
                      <a:pt x="853" y="1513"/>
                    </a:lnTo>
                    <a:lnTo>
                      <a:pt x="920" y="1504"/>
                    </a:lnTo>
                    <a:lnTo>
                      <a:pt x="985" y="1489"/>
                    </a:lnTo>
                    <a:lnTo>
                      <a:pt x="1050" y="1468"/>
                    </a:lnTo>
                    <a:lnTo>
                      <a:pt x="1111" y="1439"/>
                    </a:lnTo>
                    <a:lnTo>
                      <a:pt x="1169" y="1407"/>
                    </a:lnTo>
                    <a:lnTo>
                      <a:pt x="1224" y="1368"/>
                    </a:lnTo>
                    <a:lnTo>
                      <a:pt x="1275" y="1325"/>
                    </a:lnTo>
                    <a:lnTo>
                      <a:pt x="1321" y="1275"/>
                    </a:lnTo>
                    <a:lnTo>
                      <a:pt x="1364" y="1221"/>
                    </a:lnTo>
                    <a:lnTo>
                      <a:pt x="1401" y="1163"/>
                    </a:lnTo>
                    <a:lnTo>
                      <a:pt x="1433" y="1101"/>
                    </a:lnTo>
                    <a:lnTo>
                      <a:pt x="1457" y="1033"/>
                    </a:lnTo>
                    <a:lnTo>
                      <a:pt x="1476" y="965"/>
                    </a:lnTo>
                    <a:lnTo>
                      <a:pt x="1488" y="894"/>
                    </a:lnTo>
                    <a:lnTo>
                      <a:pt x="1492" y="826"/>
                    </a:lnTo>
                    <a:lnTo>
                      <a:pt x="1490" y="758"/>
                    </a:lnTo>
                    <a:lnTo>
                      <a:pt x="1480" y="691"/>
                    </a:lnTo>
                    <a:lnTo>
                      <a:pt x="1465" y="625"/>
                    </a:lnTo>
                    <a:lnTo>
                      <a:pt x="1444" y="561"/>
                    </a:lnTo>
                    <a:lnTo>
                      <a:pt x="1416" y="501"/>
                    </a:lnTo>
                    <a:lnTo>
                      <a:pt x="1383" y="441"/>
                    </a:lnTo>
                    <a:lnTo>
                      <a:pt x="1344" y="387"/>
                    </a:lnTo>
                    <a:lnTo>
                      <a:pt x="1300" y="336"/>
                    </a:lnTo>
                    <a:lnTo>
                      <a:pt x="1251" y="289"/>
                    </a:lnTo>
                    <a:lnTo>
                      <a:pt x="1197" y="247"/>
                    </a:lnTo>
                    <a:lnTo>
                      <a:pt x="1139" y="209"/>
                    </a:lnTo>
                    <a:lnTo>
                      <a:pt x="1076" y="178"/>
                    </a:lnTo>
                    <a:lnTo>
                      <a:pt x="1009" y="153"/>
                    </a:lnTo>
                    <a:lnTo>
                      <a:pt x="941" y="134"/>
                    </a:lnTo>
                    <a:lnTo>
                      <a:pt x="871" y="123"/>
                    </a:lnTo>
                    <a:lnTo>
                      <a:pt x="802" y="119"/>
                    </a:lnTo>
                    <a:close/>
                    <a:moveTo>
                      <a:pt x="794" y="0"/>
                    </a:moveTo>
                    <a:lnTo>
                      <a:pt x="865" y="0"/>
                    </a:lnTo>
                    <a:lnTo>
                      <a:pt x="938" y="7"/>
                    </a:lnTo>
                    <a:lnTo>
                      <a:pt x="1011" y="20"/>
                    </a:lnTo>
                    <a:lnTo>
                      <a:pt x="1084" y="41"/>
                    </a:lnTo>
                    <a:lnTo>
                      <a:pt x="1128" y="58"/>
                    </a:lnTo>
                    <a:lnTo>
                      <a:pt x="1173" y="81"/>
                    </a:lnTo>
                    <a:lnTo>
                      <a:pt x="1217" y="108"/>
                    </a:lnTo>
                    <a:lnTo>
                      <a:pt x="1263" y="140"/>
                    </a:lnTo>
                    <a:lnTo>
                      <a:pt x="1309" y="178"/>
                    </a:lnTo>
                    <a:lnTo>
                      <a:pt x="1355" y="219"/>
                    </a:lnTo>
                    <a:lnTo>
                      <a:pt x="1401" y="263"/>
                    </a:lnTo>
                    <a:lnTo>
                      <a:pt x="1447" y="310"/>
                    </a:lnTo>
                    <a:lnTo>
                      <a:pt x="1491" y="360"/>
                    </a:lnTo>
                    <a:lnTo>
                      <a:pt x="1536" y="413"/>
                    </a:lnTo>
                    <a:lnTo>
                      <a:pt x="1579" y="467"/>
                    </a:lnTo>
                    <a:lnTo>
                      <a:pt x="1622" y="522"/>
                    </a:lnTo>
                    <a:lnTo>
                      <a:pt x="1664" y="577"/>
                    </a:lnTo>
                    <a:lnTo>
                      <a:pt x="1706" y="634"/>
                    </a:lnTo>
                    <a:lnTo>
                      <a:pt x="1745" y="691"/>
                    </a:lnTo>
                    <a:lnTo>
                      <a:pt x="1782" y="746"/>
                    </a:lnTo>
                    <a:lnTo>
                      <a:pt x="1819" y="801"/>
                    </a:lnTo>
                    <a:lnTo>
                      <a:pt x="1854" y="855"/>
                    </a:lnTo>
                    <a:lnTo>
                      <a:pt x="1886" y="907"/>
                    </a:lnTo>
                    <a:lnTo>
                      <a:pt x="1917" y="956"/>
                    </a:lnTo>
                    <a:lnTo>
                      <a:pt x="1946" y="1004"/>
                    </a:lnTo>
                    <a:lnTo>
                      <a:pt x="1973" y="1048"/>
                    </a:lnTo>
                    <a:lnTo>
                      <a:pt x="1996" y="1087"/>
                    </a:lnTo>
                    <a:lnTo>
                      <a:pt x="2017" y="1124"/>
                    </a:lnTo>
                    <a:lnTo>
                      <a:pt x="2035" y="1156"/>
                    </a:lnTo>
                    <a:lnTo>
                      <a:pt x="2051" y="1183"/>
                    </a:lnTo>
                    <a:lnTo>
                      <a:pt x="2063" y="1205"/>
                    </a:lnTo>
                    <a:lnTo>
                      <a:pt x="2071" y="1221"/>
                    </a:lnTo>
                    <a:lnTo>
                      <a:pt x="2077" y="1232"/>
                    </a:lnTo>
                    <a:lnTo>
                      <a:pt x="2078" y="1234"/>
                    </a:lnTo>
                    <a:lnTo>
                      <a:pt x="2075" y="1237"/>
                    </a:lnTo>
                    <a:lnTo>
                      <a:pt x="2064" y="1241"/>
                    </a:lnTo>
                    <a:lnTo>
                      <a:pt x="2048" y="1249"/>
                    </a:lnTo>
                    <a:lnTo>
                      <a:pt x="2025" y="1260"/>
                    </a:lnTo>
                    <a:lnTo>
                      <a:pt x="1997" y="1273"/>
                    </a:lnTo>
                    <a:lnTo>
                      <a:pt x="1963" y="1288"/>
                    </a:lnTo>
                    <a:lnTo>
                      <a:pt x="1926" y="1306"/>
                    </a:lnTo>
                    <a:lnTo>
                      <a:pt x="1882" y="1323"/>
                    </a:lnTo>
                    <a:lnTo>
                      <a:pt x="1835" y="1343"/>
                    </a:lnTo>
                    <a:lnTo>
                      <a:pt x="1785" y="1365"/>
                    </a:lnTo>
                    <a:lnTo>
                      <a:pt x="1731" y="1387"/>
                    </a:lnTo>
                    <a:lnTo>
                      <a:pt x="1673" y="1410"/>
                    </a:lnTo>
                    <a:lnTo>
                      <a:pt x="1614" y="1433"/>
                    </a:lnTo>
                    <a:lnTo>
                      <a:pt x="1552" y="1455"/>
                    </a:lnTo>
                    <a:lnTo>
                      <a:pt x="1488" y="1478"/>
                    </a:lnTo>
                    <a:lnTo>
                      <a:pt x="1424" y="1501"/>
                    </a:lnTo>
                    <a:lnTo>
                      <a:pt x="1358" y="1523"/>
                    </a:lnTo>
                    <a:lnTo>
                      <a:pt x="1290" y="1543"/>
                    </a:lnTo>
                    <a:lnTo>
                      <a:pt x="1223" y="1563"/>
                    </a:lnTo>
                    <a:lnTo>
                      <a:pt x="1157" y="1581"/>
                    </a:lnTo>
                    <a:lnTo>
                      <a:pt x="1089" y="1597"/>
                    </a:lnTo>
                    <a:lnTo>
                      <a:pt x="1023" y="1611"/>
                    </a:lnTo>
                    <a:lnTo>
                      <a:pt x="958" y="1623"/>
                    </a:lnTo>
                    <a:lnTo>
                      <a:pt x="896" y="1631"/>
                    </a:lnTo>
                    <a:lnTo>
                      <a:pt x="834" y="1638"/>
                    </a:lnTo>
                    <a:lnTo>
                      <a:pt x="776" y="1640"/>
                    </a:lnTo>
                    <a:lnTo>
                      <a:pt x="719" y="1640"/>
                    </a:lnTo>
                    <a:lnTo>
                      <a:pt x="667" y="1636"/>
                    </a:lnTo>
                    <a:lnTo>
                      <a:pt x="617" y="1628"/>
                    </a:lnTo>
                    <a:lnTo>
                      <a:pt x="572" y="1617"/>
                    </a:lnTo>
                    <a:lnTo>
                      <a:pt x="501" y="1590"/>
                    </a:lnTo>
                    <a:lnTo>
                      <a:pt x="435" y="1558"/>
                    </a:lnTo>
                    <a:lnTo>
                      <a:pt x="371" y="1520"/>
                    </a:lnTo>
                    <a:lnTo>
                      <a:pt x="313" y="1478"/>
                    </a:lnTo>
                    <a:lnTo>
                      <a:pt x="258" y="1431"/>
                    </a:lnTo>
                    <a:lnTo>
                      <a:pt x="209" y="1380"/>
                    </a:lnTo>
                    <a:lnTo>
                      <a:pt x="164" y="1325"/>
                    </a:lnTo>
                    <a:lnTo>
                      <a:pt x="124" y="1267"/>
                    </a:lnTo>
                    <a:lnTo>
                      <a:pt x="89" y="1205"/>
                    </a:lnTo>
                    <a:lnTo>
                      <a:pt x="60" y="1141"/>
                    </a:lnTo>
                    <a:lnTo>
                      <a:pt x="37" y="1074"/>
                    </a:lnTo>
                    <a:lnTo>
                      <a:pt x="18" y="1005"/>
                    </a:lnTo>
                    <a:lnTo>
                      <a:pt x="6" y="935"/>
                    </a:lnTo>
                    <a:lnTo>
                      <a:pt x="0" y="863"/>
                    </a:lnTo>
                    <a:lnTo>
                      <a:pt x="0" y="792"/>
                    </a:lnTo>
                    <a:lnTo>
                      <a:pt x="7" y="718"/>
                    </a:lnTo>
                    <a:lnTo>
                      <a:pt x="19" y="645"/>
                    </a:lnTo>
                    <a:lnTo>
                      <a:pt x="39" y="572"/>
                    </a:lnTo>
                    <a:lnTo>
                      <a:pt x="66" y="502"/>
                    </a:lnTo>
                    <a:lnTo>
                      <a:pt x="99" y="434"/>
                    </a:lnTo>
                    <a:lnTo>
                      <a:pt x="137" y="372"/>
                    </a:lnTo>
                    <a:lnTo>
                      <a:pt x="178" y="313"/>
                    </a:lnTo>
                    <a:lnTo>
                      <a:pt x="226" y="259"/>
                    </a:lnTo>
                    <a:lnTo>
                      <a:pt x="277" y="209"/>
                    </a:lnTo>
                    <a:lnTo>
                      <a:pt x="332" y="165"/>
                    </a:lnTo>
                    <a:lnTo>
                      <a:pt x="390" y="126"/>
                    </a:lnTo>
                    <a:lnTo>
                      <a:pt x="452" y="91"/>
                    </a:lnTo>
                    <a:lnTo>
                      <a:pt x="516" y="61"/>
                    </a:lnTo>
                    <a:lnTo>
                      <a:pt x="583" y="37"/>
                    </a:lnTo>
                    <a:lnTo>
                      <a:pt x="652" y="19"/>
                    </a:lnTo>
                    <a:lnTo>
                      <a:pt x="722" y="7"/>
                    </a:lnTo>
                    <a:lnTo>
                      <a:pt x="794" y="0"/>
                    </a:lnTo>
                    <a:close/>
                  </a:path>
                </a:pathLst>
              </a:custGeom>
              <a:solidFill>
                <a:schemeClr val="accent4"/>
              </a:solidFill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grpSp>
            <p:nvGrpSpPr>
              <p:cNvPr id="150" name="Group 92"/>
              <p:cNvGrpSpPr/>
              <p:nvPr/>
            </p:nvGrpSpPr>
            <p:grpSpPr>
              <a:xfrm>
                <a:off x="4559245" y="3525194"/>
                <a:ext cx="479425" cy="477838"/>
                <a:chOff x="4575175" y="3521076"/>
                <a:chExt cx="479425" cy="477838"/>
              </a:xfrm>
            </p:grpSpPr>
            <p:sp>
              <p:nvSpPr>
                <p:cNvPr id="151" name="Freeform 54"/>
                <p:cNvSpPr>
                  <a:spLocks/>
                </p:cNvSpPr>
                <p:nvPr/>
              </p:nvSpPr>
              <p:spPr bwMode="auto">
                <a:xfrm>
                  <a:off x="4657725" y="3606801"/>
                  <a:ext cx="206375" cy="42863"/>
                </a:xfrm>
                <a:custGeom>
                  <a:avLst/>
                  <a:gdLst>
                    <a:gd name="T0" fmla="*/ 151 w 1438"/>
                    <a:gd name="T1" fmla="*/ 0 h 302"/>
                    <a:gd name="T2" fmla="*/ 1287 w 1438"/>
                    <a:gd name="T3" fmla="*/ 0 h 302"/>
                    <a:gd name="T4" fmla="*/ 1318 w 1438"/>
                    <a:gd name="T5" fmla="*/ 3 h 302"/>
                    <a:gd name="T6" fmla="*/ 1346 w 1438"/>
                    <a:gd name="T7" fmla="*/ 12 h 302"/>
                    <a:gd name="T8" fmla="*/ 1372 w 1438"/>
                    <a:gd name="T9" fmla="*/ 26 h 302"/>
                    <a:gd name="T10" fmla="*/ 1394 w 1438"/>
                    <a:gd name="T11" fmla="*/ 45 h 302"/>
                    <a:gd name="T12" fmla="*/ 1413 w 1438"/>
                    <a:gd name="T13" fmla="*/ 67 h 302"/>
                    <a:gd name="T14" fmla="*/ 1426 w 1438"/>
                    <a:gd name="T15" fmla="*/ 93 h 302"/>
                    <a:gd name="T16" fmla="*/ 1435 w 1438"/>
                    <a:gd name="T17" fmla="*/ 121 h 302"/>
                    <a:gd name="T18" fmla="*/ 1438 w 1438"/>
                    <a:gd name="T19" fmla="*/ 151 h 302"/>
                    <a:gd name="T20" fmla="*/ 1435 w 1438"/>
                    <a:gd name="T21" fmla="*/ 181 h 302"/>
                    <a:gd name="T22" fmla="*/ 1426 w 1438"/>
                    <a:gd name="T23" fmla="*/ 209 h 302"/>
                    <a:gd name="T24" fmla="*/ 1413 w 1438"/>
                    <a:gd name="T25" fmla="*/ 235 h 302"/>
                    <a:gd name="T26" fmla="*/ 1394 w 1438"/>
                    <a:gd name="T27" fmla="*/ 257 h 302"/>
                    <a:gd name="T28" fmla="*/ 1372 w 1438"/>
                    <a:gd name="T29" fmla="*/ 276 h 302"/>
                    <a:gd name="T30" fmla="*/ 1346 w 1438"/>
                    <a:gd name="T31" fmla="*/ 289 h 302"/>
                    <a:gd name="T32" fmla="*/ 1318 w 1438"/>
                    <a:gd name="T33" fmla="*/ 298 h 302"/>
                    <a:gd name="T34" fmla="*/ 1287 w 1438"/>
                    <a:gd name="T35" fmla="*/ 302 h 302"/>
                    <a:gd name="T36" fmla="*/ 151 w 1438"/>
                    <a:gd name="T37" fmla="*/ 302 h 302"/>
                    <a:gd name="T38" fmla="*/ 121 w 1438"/>
                    <a:gd name="T39" fmla="*/ 298 h 302"/>
                    <a:gd name="T40" fmla="*/ 93 w 1438"/>
                    <a:gd name="T41" fmla="*/ 289 h 302"/>
                    <a:gd name="T42" fmla="*/ 66 w 1438"/>
                    <a:gd name="T43" fmla="*/ 276 h 302"/>
                    <a:gd name="T44" fmla="*/ 44 w 1438"/>
                    <a:gd name="T45" fmla="*/ 257 h 302"/>
                    <a:gd name="T46" fmla="*/ 26 w 1438"/>
                    <a:gd name="T47" fmla="*/ 235 h 302"/>
                    <a:gd name="T48" fmla="*/ 12 w 1438"/>
                    <a:gd name="T49" fmla="*/ 209 h 302"/>
                    <a:gd name="T50" fmla="*/ 4 w 1438"/>
                    <a:gd name="T51" fmla="*/ 181 h 302"/>
                    <a:gd name="T52" fmla="*/ 0 w 1438"/>
                    <a:gd name="T53" fmla="*/ 151 h 302"/>
                    <a:gd name="T54" fmla="*/ 4 w 1438"/>
                    <a:gd name="T55" fmla="*/ 121 h 302"/>
                    <a:gd name="T56" fmla="*/ 12 w 1438"/>
                    <a:gd name="T57" fmla="*/ 93 h 302"/>
                    <a:gd name="T58" fmla="*/ 26 w 1438"/>
                    <a:gd name="T59" fmla="*/ 67 h 302"/>
                    <a:gd name="T60" fmla="*/ 44 w 1438"/>
                    <a:gd name="T61" fmla="*/ 45 h 302"/>
                    <a:gd name="T62" fmla="*/ 66 w 1438"/>
                    <a:gd name="T63" fmla="*/ 26 h 302"/>
                    <a:gd name="T64" fmla="*/ 93 w 1438"/>
                    <a:gd name="T65" fmla="*/ 12 h 302"/>
                    <a:gd name="T66" fmla="*/ 121 w 1438"/>
                    <a:gd name="T67" fmla="*/ 3 h 302"/>
                    <a:gd name="T68" fmla="*/ 151 w 1438"/>
                    <a:gd name="T69" fmla="*/ 0 h 30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</a:cxnLst>
                  <a:rect l="0" t="0" r="r" b="b"/>
                  <a:pathLst>
                    <a:path w="1438" h="302">
                      <a:moveTo>
                        <a:pt x="151" y="0"/>
                      </a:moveTo>
                      <a:lnTo>
                        <a:pt x="1287" y="0"/>
                      </a:lnTo>
                      <a:lnTo>
                        <a:pt x="1318" y="3"/>
                      </a:lnTo>
                      <a:lnTo>
                        <a:pt x="1346" y="12"/>
                      </a:lnTo>
                      <a:lnTo>
                        <a:pt x="1372" y="26"/>
                      </a:lnTo>
                      <a:lnTo>
                        <a:pt x="1394" y="45"/>
                      </a:lnTo>
                      <a:lnTo>
                        <a:pt x="1413" y="67"/>
                      </a:lnTo>
                      <a:lnTo>
                        <a:pt x="1426" y="93"/>
                      </a:lnTo>
                      <a:lnTo>
                        <a:pt x="1435" y="121"/>
                      </a:lnTo>
                      <a:lnTo>
                        <a:pt x="1438" y="151"/>
                      </a:lnTo>
                      <a:lnTo>
                        <a:pt x="1435" y="181"/>
                      </a:lnTo>
                      <a:lnTo>
                        <a:pt x="1426" y="209"/>
                      </a:lnTo>
                      <a:lnTo>
                        <a:pt x="1413" y="235"/>
                      </a:lnTo>
                      <a:lnTo>
                        <a:pt x="1394" y="257"/>
                      </a:lnTo>
                      <a:lnTo>
                        <a:pt x="1372" y="276"/>
                      </a:lnTo>
                      <a:lnTo>
                        <a:pt x="1346" y="289"/>
                      </a:lnTo>
                      <a:lnTo>
                        <a:pt x="1318" y="298"/>
                      </a:lnTo>
                      <a:lnTo>
                        <a:pt x="1287" y="302"/>
                      </a:lnTo>
                      <a:lnTo>
                        <a:pt x="151" y="302"/>
                      </a:lnTo>
                      <a:lnTo>
                        <a:pt x="121" y="298"/>
                      </a:lnTo>
                      <a:lnTo>
                        <a:pt x="93" y="289"/>
                      </a:lnTo>
                      <a:lnTo>
                        <a:pt x="66" y="276"/>
                      </a:lnTo>
                      <a:lnTo>
                        <a:pt x="44" y="257"/>
                      </a:lnTo>
                      <a:lnTo>
                        <a:pt x="26" y="235"/>
                      </a:lnTo>
                      <a:lnTo>
                        <a:pt x="12" y="209"/>
                      </a:lnTo>
                      <a:lnTo>
                        <a:pt x="4" y="181"/>
                      </a:lnTo>
                      <a:lnTo>
                        <a:pt x="0" y="151"/>
                      </a:lnTo>
                      <a:lnTo>
                        <a:pt x="4" y="121"/>
                      </a:lnTo>
                      <a:lnTo>
                        <a:pt x="12" y="93"/>
                      </a:lnTo>
                      <a:lnTo>
                        <a:pt x="26" y="67"/>
                      </a:lnTo>
                      <a:lnTo>
                        <a:pt x="44" y="45"/>
                      </a:lnTo>
                      <a:lnTo>
                        <a:pt x="66" y="26"/>
                      </a:lnTo>
                      <a:lnTo>
                        <a:pt x="93" y="12"/>
                      </a:lnTo>
                      <a:lnTo>
                        <a:pt x="121" y="3"/>
                      </a:lnTo>
                      <a:lnTo>
                        <a:pt x="151" y="0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52" name="Freeform 55"/>
                <p:cNvSpPr>
                  <a:spLocks/>
                </p:cNvSpPr>
                <p:nvPr/>
              </p:nvSpPr>
              <p:spPr bwMode="auto">
                <a:xfrm>
                  <a:off x="4657725" y="3687763"/>
                  <a:ext cx="206375" cy="42863"/>
                </a:xfrm>
                <a:custGeom>
                  <a:avLst/>
                  <a:gdLst>
                    <a:gd name="T0" fmla="*/ 151 w 1438"/>
                    <a:gd name="T1" fmla="*/ 0 h 301"/>
                    <a:gd name="T2" fmla="*/ 1287 w 1438"/>
                    <a:gd name="T3" fmla="*/ 0 h 301"/>
                    <a:gd name="T4" fmla="*/ 1318 w 1438"/>
                    <a:gd name="T5" fmla="*/ 3 h 301"/>
                    <a:gd name="T6" fmla="*/ 1346 w 1438"/>
                    <a:gd name="T7" fmla="*/ 12 h 301"/>
                    <a:gd name="T8" fmla="*/ 1372 w 1438"/>
                    <a:gd name="T9" fmla="*/ 26 h 301"/>
                    <a:gd name="T10" fmla="*/ 1394 w 1438"/>
                    <a:gd name="T11" fmla="*/ 44 h 301"/>
                    <a:gd name="T12" fmla="*/ 1413 w 1438"/>
                    <a:gd name="T13" fmla="*/ 66 h 301"/>
                    <a:gd name="T14" fmla="*/ 1426 w 1438"/>
                    <a:gd name="T15" fmla="*/ 92 h 301"/>
                    <a:gd name="T16" fmla="*/ 1435 w 1438"/>
                    <a:gd name="T17" fmla="*/ 120 h 301"/>
                    <a:gd name="T18" fmla="*/ 1438 w 1438"/>
                    <a:gd name="T19" fmla="*/ 150 h 301"/>
                    <a:gd name="T20" fmla="*/ 1435 w 1438"/>
                    <a:gd name="T21" fmla="*/ 181 h 301"/>
                    <a:gd name="T22" fmla="*/ 1426 w 1438"/>
                    <a:gd name="T23" fmla="*/ 210 h 301"/>
                    <a:gd name="T24" fmla="*/ 1413 w 1438"/>
                    <a:gd name="T25" fmla="*/ 235 h 301"/>
                    <a:gd name="T26" fmla="*/ 1394 w 1438"/>
                    <a:gd name="T27" fmla="*/ 258 h 301"/>
                    <a:gd name="T28" fmla="*/ 1372 w 1438"/>
                    <a:gd name="T29" fmla="*/ 275 h 301"/>
                    <a:gd name="T30" fmla="*/ 1346 w 1438"/>
                    <a:gd name="T31" fmla="*/ 290 h 301"/>
                    <a:gd name="T32" fmla="*/ 1318 w 1438"/>
                    <a:gd name="T33" fmla="*/ 298 h 301"/>
                    <a:gd name="T34" fmla="*/ 1287 w 1438"/>
                    <a:gd name="T35" fmla="*/ 301 h 301"/>
                    <a:gd name="T36" fmla="*/ 151 w 1438"/>
                    <a:gd name="T37" fmla="*/ 301 h 301"/>
                    <a:gd name="T38" fmla="*/ 121 w 1438"/>
                    <a:gd name="T39" fmla="*/ 298 h 301"/>
                    <a:gd name="T40" fmla="*/ 93 w 1438"/>
                    <a:gd name="T41" fmla="*/ 290 h 301"/>
                    <a:gd name="T42" fmla="*/ 66 w 1438"/>
                    <a:gd name="T43" fmla="*/ 275 h 301"/>
                    <a:gd name="T44" fmla="*/ 44 w 1438"/>
                    <a:gd name="T45" fmla="*/ 258 h 301"/>
                    <a:gd name="T46" fmla="*/ 26 w 1438"/>
                    <a:gd name="T47" fmla="*/ 235 h 301"/>
                    <a:gd name="T48" fmla="*/ 12 w 1438"/>
                    <a:gd name="T49" fmla="*/ 210 h 301"/>
                    <a:gd name="T50" fmla="*/ 4 w 1438"/>
                    <a:gd name="T51" fmla="*/ 181 h 301"/>
                    <a:gd name="T52" fmla="*/ 0 w 1438"/>
                    <a:gd name="T53" fmla="*/ 150 h 301"/>
                    <a:gd name="T54" fmla="*/ 4 w 1438"/>
                    <a:gd name="T55" fmla="*/ 120 h 301"/>
                    <a:gd name="T56" fmla="*/ 12 w 1438"/>
                    <a:gd name="T57" fmla="*/ 92 h 301"/>
                    <a:gd name="T58" fmla="*/ 26 w 1438"/>
                    <a:gd name="T59" fmla="*/ 66 h 301"/>
                    <a:gd name="T60" fmla="*/ 44 w 1438"/>
                    <a:gd name="T61" fmla="*/ 44 h 301"/>
                    <a:gd name="T62" fmla="*/ 66 w 1438"/>
                    <a:gd name="T63" fmla="*/ 26 h 301"/>
                    <a:gd name="T64" fmla="*/ 93 w 1438"/>
                    <a:gd name="T65" fmla="*/ 12 h 301"/>
                    <a:gd name="T66" fmla="*/ 121 w 1438"/>
                    <a:gd name="T67" fmla="*/ 3 h 301"/>
                    <a:gd name="T68" fmla="*/ 151 w 1438"/>
                    <a:gd name="T69" fmla="*/ 0 h 30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</a:cxnLst>
                  <a:rect l="0" t="0" r="r" b="b"/>
                  <a:pathLst>
                    <a:path w="1438" h="301">
                      <a:moveTo>
                        <a:pt x="151" y="0"/>
                      </a:moveTo>
                      <a:lnTo>
                        <a:pt x="1287" y="0"/>
                      </a:lnTo>
                      <a:lnTo>
                        <a:pt x="1318" y="3"/>
                      </a:lnTo>
                      <a:lnTo>
                        <a:pt x="1346" y="12"/>
                      </a:lnTo>
                      <a:lnTo>
                        <a:pt x="1372" y="26"/>
                      </a:lnTo>
                      <a:lnTo>
                        <a:pt x="1394" y="44"/>
                      </a:lnTo>
                      <a:lnTo>
                        <a:pt x="1413" y="66"/>
                      </a:lnTo>
                      <a:lnTo>
                        <a:pt x="1426" y="92"/>
                      </a:lnTo>
                      <a:lnTo>
                        <a:pt x="1435" y="120"/>
                      </a:lnTo>
                      <a:lnTo>
                        <a:pt x="1438" y="150"/>
                      </a:lnTo>
                      <a:lnTo>
                        <a:pt x="1435" y="181"/>
                      </a:lnTo>
                      <a:lnTo>
                        <a:pt x="1426" y="210"/>
                      </a:lnTo>
                      <a:lnTo>
                        <a:pt x="1413" y="235"/>
                      </a:lnTo>
                      <a:lnTo>
                        <a:pt x="1394" y="258"/>
                      </a:lnTo>
                      <a:lnTo>
                        <a:pt x="1372" y="275"/>
                      </a:lnTo>
                      <a:lnTo>
                        <a:pt x="1346" y="290"/>
                      </a:lnTo>
                      <a:lnTo>
                        <a:pt x="1318" y="298"/>
                      </a:lnTo>
                      <a:lnTo>
                        <a:pt x="1287" y="301"/>
                      </a:lnTo>
                      <a:lnTo>
                        <a:pt x="151" y="301"/>
                      </a:lnTo>
                      <a:lnTo>
                        <a:pt x="121" y="298"/>
                      </a:lnTo>
                      <a:lnTo>
                        <a:pt x="93" y="290"/>
                      </a:lnTo>
                      <a:lnTo>
                        <a:pt x="66" y="275"/>
                      </a:lnTo>
                      <a:lnTo>
                        <a:pt x="44" y="258"/>
                      </a:lnTo>
                      <a:lnTo>
                        <a:pt x="26" y="235"/>
                      </a:lnTo>
                      <a:lnTo>
                        <a:pt x="12" y="210"/>
                      </a:lnTo>
                      <a:lnTo>
                        <a:pt x="4" y="181"/>
                      </a:lnTo>
                      <a:lnTo>
                        <a:pt x="0" y="150"/>
                      </a:lnTo>
                      <a:lnTo>
                        <a:pt x="4" y="120"/>
                      </a:lnTo>
                      <a:lnTo>
                        <a:pt x="12" y="92"/>
                      </a:lnTo>
                      <a:lnTo>
                        <a:pt x="26" y="66"/>
                      </a:lnTo>
                      <a:lnTo>
                        <a:pt x="44" y="44"/>
                      </a:lnTo>
                      <a:lnTo>
                        <a:pt x="66" y="26"/>
                      </a:lnTo>
                      <a:lnTo>
                        <a:pt x="93" y="12"/>
                      </a:lnTo>
                      <a:lnTo>
                        <a:pt x="121" y="3"/>
                      </a:lnTo>
                      <a:lnTo>
                        <a:pt x="151" y="0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53" name="Freeform 56"/>
                <p:cNvSpPr>
                  <a:spLocks/>
                </p:cNvSpPr>
                <p:nvPr/>
              </p:nvSpPr>
              <p:spPr bwMode="auto">
                <a:xfrm>
                  <a:off x="4657725" y="3768726"/>
                  <a:ext cx="125413" cy="44450"/>
                </a:xfrm>
                <a:custGeom>
                  <a:avLst/>
                  <a:gdLst>
                    <a:gd name="T0" fmla="*/ 151 w 870"/>
                    <a:gd name="T1" fmla="*/ 0 h 301"/>
                    <a:gd name="T2" fmla="*/ 720 w 870"/>
                    <a:gd name="T3" fmla="*/ 0 h 301"/>
                    <a:gd name="T4" fmla="*/ 750 w 870"/>
                    <a:gd name="T5" fmla="*/ 4 h 301"/>
                    <a:gd name="T6" fmla="*/ 778 w 870"/>
                    <a:gd name="T7" fmla="*/ 12 h 301"/>
                    <a:gd name="T8" fmla="*/ 805 w 870"/>
                    <a:gd name="T9" fmla="*/ 26 h 301"/>
                    <a:gd name="T10" fmla="*/ 827 w 870"/>
                    <a:gd name="T11" fmla="*/ 44 h 301"/>
                    <a:gd name="T12" fmla="*/ 845 w 870"/>
                    <a:gd name="T13" fmla="*/ 67 h 301"/>
                    <a:gd name="T14" fmla="*/ 859 w 870"/>
                    <a:gd name="T15" fmla="*/ 92 h 301"/>
                    <a:gd name="T16" fmla="*/ 867 w 870"/>
                    <a:gd name="T17" fmla="*/ 120 h 301"/>
                    <a:gd name="T18" fmla="*/ 870 w 870"/>
                    <a:gd name="T19" fmla="*/ 151 h 301"/>
                    <a:gd name="T20" fmla="*/ 867 w 870"/>
                    <a:gd name="T21" fmla="*/ 181 h 301"/>
                    <a:gd name="T22" fmla="*/ 859 w 870"/>
                    <a:gd name="T23" fmla="*/ 209 h 301"/>
                    <a:gd name="T24" fmla="*/ 845 w 870"/>
                    <a:gd name="T25" fmla="*/ 234 h 301"/>
                    <a:gd name="T26" fmla="*/ 827 w 870"/>
                    <a:gd name="T27" fmla="*/ 257 h 301"/>
                    <a:gd name="T28" fmla="*/ 805 w 870"/>
                    <a:gd name="T29" fmla="*/ 275 h 301"/>
                    <a:gd name="T30" fmla="*/ 778 w 870"/>
                    <a:gd name="T31" fmla="*/ 290 h 301"/>
                    <a:gd name="T32" fmla="*/ 750 w 870"/>
                    <a:gd name="T33" fmla="*/ 298 h 301"/>
                    <a:gd name="T34" fmla="*/ 720 w 870"/>
                    <a:gd name="T35" fmla="*/ 301 h 301"/>
                    <a:gd name="T36" fmla="*/ 151 w 870"/>
                    <a:gd name="T37" fmla="*/ 301 h 301"/>
                    <a:gd name="T38" fmla="*/ 121 w 870"/>
                    <a:gd name="T39" fmla="*/ 298 h 301"/>
                    <a:gd name="T40" fmla="*/ 93 w 870"/>
                    <a:gd name="T41" fmla="*/ 290 h 301"/>
                    <a:gd name="T42" fmla="*/ 66 w 870"/>
                    <a:gd name="T43" fmla="*/ 275 h 301"/>
                    <a:gd name="T44" fmla="*/ 44 w 870"/>
                    <a:gd name="T45" fmla="*/ 257 h 301"/>
                    <a:gd name="T46" fmla="*/ 26 w 870"/>
                    <a:gd name="T47" fmla="*/ 234 h 301"/>
                    <a:gd name="T48" fmla="*/ 12 w 870"/>
                    <a:gd name="T49" fmla="*/ 209 h 301"/>
                    <a:gd name="T50" fmla="*/ 4 w 870"/>
                    <a:gd name="T51" fmla="*/ 181 h 301"/>
                    <a:gd name="T52" fmla="*/ 0 w 870"/>
                    <a:gd name="T53" fmla="*/ 151 h 301"/>
                    <a:gd name="T54" fmla="*/ 4 w 870"/>
                    <a:gd name="T55" fmla="*/ 120 h 301"/>
                    <a:gd name="T56" fmla="*/ 12 w 870"/>
                    <a:gd name="T57" fmla="*/ 92 h 301"/>
                    <a:gd name="T58" fmla="*/ 26 w 870"/>
                    <a:gd name="T59" fmla="*/ 67 h 301"/>
                    <a:gd name="T60" fmla="*/ 44 w 870"/>
                    <a:gd name="T61" fmla="*/ 44 h 301"/>
                    <a:gd name="T62" fmla="*/ 66 w 870"/>
                    <a:gd name="T63" fmla="*/ 26 h 301"/>
                    <a:gd name="T64" fmla="*/ 93 w 870"/>
                    <a:gd name="T65" fmla="*/ 12 h 301"/>
                    <a:gd name="T66" fmla="*/ 121 w 870"/>
                    <a:gd name="T67" fmla="*/ 4 h 301"/>
                    <a:gd name="T68" fmla="*/ 151 w 870"/>
                    <a:gd name="T69" fmla="*/ 0 h 30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</a:cxnLst>
                  <a:rect l="0" t="0" r="r" b="b"/>
                  <a:pathLst>
                    <a:path w="870" h="301">
                      <a:moveTo>
                        <a:pt x="151" y="0"/>
                      </a:moveTo>
                      <a:lnTo>
                        <a:pt x="720" y="0"/>
                      </a:lnTo>
                      <a:lnTo>
                        <a:pt x="750" y="4"/>
                      </a:lnTo>
                      <a:lnTo>
                        <a:pt x="778" y="12"/>
                      </a:lnTo>
                      <a:lnTo>
                        <a:pt x="805" y="26"/>
                      </a:lnTo>
                      <a:lnTo>
                        <a:pt x="827" y="44"/>
                      </a:lnTo>
                      <a:lnTo>
                        <a:pt x="845" y="67"/>
                      </a:lnTo>
                      <a:lnTo>
                        <a:pt x="859" y="92"/>
                      </a:lnTo>
                      <a:lnTo>
                        <a:pt x="867" y="120"/>
                      </a:lnTo>
                      <a:lnTo>
                        <a:pt x="870" y="151"/>
                      </a:lnTo>
                      <a:lnTo>
                        <a:pt x="867" y="181"/>
                      </a:lnTo>
                      <a:lnTo>
                        <a:pt x="859" y="209"/>
                      </a:lnTo>
                      <a:lnTo>
                        <a:pt x="845" y="234"/>
                      </a:lnTo>
                      <a:lnTo>
                        <a:pt x="827" y="257"/>
                      </a:lnTo>
                      <a:lnTo>
                        <a:pt x="805" y="275"/>
                      </a:lnTo>
                      <a:lnTo>
                        <a:pt x="778" y="290"/>
                      </a:lnTo>
                      <a:lnTo>
                        <a:pt x="750" y="298"/>
                      </a:lnTo>
                      <a:lnTo>
                        <a:pt x="720" y="301"/>
                      </a:lnTo>
                      <a:lnTo>
                        <a:pt x="151" y="301"/>
                      </a:lnTo>
                      <a:lnTo>
                        <a:pt x="121" y="298"/>
                      </a:lnTo>
                      <a:lnTo>
                        <a:pt x="93" y="290"/>
                      </a:lnTo>
                      <a:lnTo>
                        <a:pt x="66" y="275"/>
                      </a:lnTo>
                      <a:lnTo>
                        <a:pt x="44" y="257"/>
                      </a:lnTo>
                      <a:lnTo>
                        <a:pt x="26" y="234"/>
                      </a:lnTo>
                      <a:lnTo>
                        <a:pt x="12" y="209"/>
                      </a:lnTo>
                      <a:lnTo>
                        <a:pt x="4" y="181"/>
                      </a:lnTo>
                      <a:lnTo>
                        <a:pt x="0" y="151"/>
                      </a:lnTo>
                      <a:lnTo>
                        <a:pt x="4" y="120"/>
                      </a:lnTo>
                      <a:lnTo>
                        <a:pt x="12" y="92"/>
                      </a:lnTo>
                      <a:lnTo>
                        <a:pt x="26" y="67"/>
                      </a:lnTo>
                      <a:lnTo>
                        <a:pt x="44" y="44"/>
                      </a:lnTo>
                      <a:lnTo>
                        <a:pt x="66" y="26"/>
                      </a:lnTo>
                      <a:lnTo>
                        <a:pt x="93" y="12"/>
                      </a:lnTo>
                      <a:lnTo>
                        <a:pt x="121" y="4"/>
                      </a:lnTo>
                      <a:lnTo>
                        <a:pt x="151" y="0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54" name="Freeform 57"/>
                <p:cNvSpPr>
                  <a:spLocks/>
                </p:cNvSpPr>
                <p:nvPr/>
              </p:nvSpPr>
              <p:spPr bwMode="auto">
                <a:xfrm>
                  <a:off x="4575175" y="3521076"/>
                  <a:ext cx="371475" cy="477838"/>
                </a:xfrm>
                <a:custGeom>
                  <a:avLst/>
                  <a:gdLst>
                    <a:gd name="T0" fmla="*/ 152 w 2574"/>
                    <a:gd name="T1" fmla="*/ 0 h 3310"/>
                    <a:gd name="T2" fmla="*/ 2423 w 2574"/>
                    <a:gd name="T3" fmla="*/ 0 h 3310"/>
                    <a:gd name="T4" fmla="*/ 2453 w 2574"/>
                    <a:gd name="T5" fmla="*/ 3 h 3310"/>
                    <a:gd name="T6" fmla="*/ 2481 w 2574"/>
                    <a:gd name="T7" fmla="*/ 12 h 3310"/>
                    <a:gd name="T8" fmla="*/ 2507 w 2574"/>
                    <a:gd name="T9" fmla="*/ 26 h 3310"/>
                    <a:gd name="T10" fmla="*/ 2529 w 2574"/>
                    <a:gd name="T11" fmla="*/ 44 h 3310"/>
                    <a:gd name="T12" fmla="*/ 2548 w 2574"/>
                    <a:gd name="T13" fmla="*/ 67 h 3310"/>
                    <a:gd name="T14" fmla="*/ 2562 w 2574"/>
                    <a:gd name="T15" fmla="*/ 92 h 3310"/>
                    <a:gd name="T16" fmla="*/ 2571 w 2574"/>
                    <a:gd name="T17" fmla="*/ 120 h 3310"/>
                    <a:gd name="T18" fmla="*/ 2574 w 2574"/>
                    <a:gd name="T19" fmla="*/ 150 h 3310"/>
                    <a:gd name="T20" fmla="*/ 2574 w 2574"/>
                    <a:gd name="T21" fmla="*/ 374 h 3310"/>
                    <a:gd name="T22" fmla="*/ 2272 w 2574"/>
                    <a:gd name="T23" fmla="*/ 896 h 3310"/>
                    <a:gd name="T24" fmla="*/ 2272 w 2574"/>
                    <a:gd name="T25" fmla="*/ 301 h 3310"/>
                    <a:gd name="T26" fmla="*/ 304 w 2574"/>
                    <a:gd name="T27" fmla="*/ 301 h 3310"/>
                    <a:gd name="T28" fmla="*/ 304 w 2574"/>
                    <a:gd name="T29" fmla="*/ 3008 h 3310"/>
                    <a:gd name="T30" fmla="*/ 2272 w 2574"/>
                    <a:gd name="T31" fmla="*/ 3008 h 3310"/>
                    <a:gd name="T32" fmla="*/ 2272 w 2574"/>
                    <a:gd name="T33" fmla="*/ 2634 h 3310"/>
                    <a:gd name="T34" fmla="*/ 2430 w 2574"/>
                    <a:gd name="T35" fmla="*/ 2530 h 3310"/>
                    <a:gd name="T36" fmla="*/ 2458 w 2574"/>
                    <a:gd name="T37" fmla="*/ 2508 h 3310"/>
                    <a:gd name="T38" fmla="*/ 2482 w 2574"/>
                    <a:gd name="T39" fmla="*/ 2483 h 3310"/>
                    <a:gd name="T40" fmla="*/ 2502 w 2574"/>
                    <a:gd name="T41" fmla="*/ 2454 h 3310"/>
                    <a:gd name="T42" fmla="*/ 2574 w 2574"/>
                    <a:gd name="T43" fmla="*/ 2330 h 3310"/>
                    <a:gd name="T44" fmla="*/ 2574 w 2574"/>
                    <a:gd name="T45" fmla="*/ 3159 h 3310"/>
                    <a:gd name="T46" fmla="*/ 2571 w 2574"/>
                    <a:gd name="T47" fmla="*/ 3189 h 3310"/>
                    <a:gd name="T48" fmla="*/ 2562 w 2574"/>
                    <a:gd name="T49" fmla="*/ 3217 h 3310"/>
                    <a:gd name="T50" fmla="*/ 2548 w 2574"/>
                    <a:gd name="T51" fmla="*/ 3243 h 3310"/>
                    <a:gd name="T52" fmla="*/ 2529 w 2574"/>
                    <a:gd name="T53" fmla="*/ 3265 h 3310"/>
                    <a:gd name="T54" fmla="*/ 2507 w 2574"/>
                    <a:gd name="T55" fmla="*/ 3284 h 3310"/>
                    <a:gd name="T56" fmla="*/ 2481 w 2574"/>
                    <a:gd name="T57" fmla="*/ 3297 h 3310"/>
                    <a:gd name="T58" fmla="*/ 2453 w 2574"/>
                    <a:gd name="T59" fmla="*/ 3307 h 3310"/>
                    <a:gd name="T60" fmla="*/ 2423 w 2574"/>
                    <a:gd name="T61" fmla="*/ 3310 h 3310"/>
                    <a:gd name="T62" fmla="*/ 152 w 2574"/>
                    <a:gd name="T63" fmla="*/ 3310 h 3310"/>
                    <a:gd name="T64" fmla="*/ 121 w 2574"/>
                    <a:gd name="T65" fmla="*/ 3307 h 3310"/>
                    <a:gd name="T66" fmla="*/ 93 w 2574"/>
                    <a:gd name="T67" fmla="*/ 3297 h 3310"/>
                    <a:gd name="T68" fmla="*/ 67 w 2574"/>
                    <a:gd name="T69" fmla="*/ 3284 h 3310"/>
                    <a:gd name="T70" fmla="*/ 45 w 2574"/>
                    <a:gd name="T71" fmla="*/ 3265 h 3310"/>
                    <a:gd name="T72" fmla="*/ 26 w 2574"/>
                    <a:gd name="T73" fmla="*/ 3243 h 3310"/>
                    <a:gd name="T74" fmla="*/ 13 w 2574"/>
                    <a:gd name="T75" fmla="*/ 3217 h 3310"/>
                    <a:gd name="T76" fmla="*/ 3 w 2574"/>
                    <a:gd name="T77" fmla="*/ 3189 h 3310"/>
                    <a:gd name="T78" fmla="*/ 0 w 2574"/>
                    <a:gd name="T79" fmla="*/ 3159 h 3310"/>
                    <a:gd name="T80" fmla="*/ 0 w 2574"/>
                    <a:gd name="T81" fmla="*/ 150 h 3310"/>
                    <a:gd name="T82" fmla="*/ 3 w 2574"/>
                    <a:gd name="T83" fmla="*/ 120 h 3310"/>
                    <a:gd name="T84" fmla="*/ 13 w 2574"/>
                    <a:gd name="T85" fmla="*/ 92 h 3310"/>
                    <a:gd name="T86" fmla="*/ 26 w 2574"/>
                    <a:gd name="T87" fmla="*/ 67 h 3310"/>
                    <a:gd name="T88" fmla="*/ 45 w 2574"/>
                    <a:gd name="T89" fmla="*/ 44 h 3310"/>
                    <a:gd name="T90" fmla="*/ 67 w 2574"/>
                    <a:gd name="T91" fmla="*/ 26 h 3310"/>
                    <a:gd name="T92" fmla="*/ 93 w 2574"/>
                    <a:gd name="T93" fmla="*/ 12 h 3310"/>
                    <a:gd name="T94" fmla="*/ 121 w 2574"/>
                    <a:gd name="T95" fmla="*/ 3 h 3310"/>
                    <a:gd name="T96" fmla="*/ 152 w 2574"/>
                    <a:gd name="T97" fmla="*/ 0 h 331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</a:cxnLst>
                  <a:rect l="0" t="0" r="r" b="b"/>
                  <a:pathLst>
                    <a:path w="2574" h="3310">
                      <a:moveTo>
                        <a:pt x="152" y="0"/>
                      </a:moveTo>
                      <a:lnTo>
                        <a:pt x="2423" y="0"/>
                      </a:lnTo>
                      <a:lnTo>
                        <a:pt x="2453" y="3"/>
                      </a:lnTo>
                      <a:lnTo>
                        <a:pt x="2481" y="12"/>
                      </a:lnTo>
                      <a:lnTo>
                        <a:pt x="2507" y="26"/>
                      </a:lnTo>
                      <a:lnTo>
                        <a:pt x="2529" y="44"/>
                      </a:lnTo>
                      <a:lnTo>
                        <a:pt x="2548" y="67"/>
                      </a:lnTo>
                      <a:lnTo>
                        <a:pt x="2562" y="92"/>
                      </a:lnTo>
                      <a:lnTo>
                        <a:pt x="2571" y="120"/>
                      </a:lnTo>
                      <a:lnTo>
                        <a:pt x="2574" y="150"/>
                      </a:lnTo>
                      <a:lnTo>
                        <a:pt x="2574" y="374"/>
                      </a:lnTo>
                      <a:lnTo>
                        <a:pt x="2272" y="896"/>
                      </a:lnTo>
                      <a:lnTo>
                        <a:pt x="2272" y="301"/>
                      </a:lnTo>
                      <a:lnTo>
                        <a:pt x="304" y="301"/>
                      </a:lnTo>
                      <a:lnTo>
                        <a:pt x="304" y="3008"/>
                      </a:lnTo>
                      <a:lnTo>
                        <a:pt x="2272" y="3008"/>
                      </a:lnTo>
                      <a:lnTo>
                        <a:pt x="2272" y="2634"/>
                      </a:lnTo>
                      <a:lnTo>
                        <a:pt x="2430" y="2530"/>
                      </a:lnTo>
                      <a:lnTo>
                        <a:pt x="2458" y="2508"/>
                      </a:lnTo>
                      <a:lnTo>
                        <a:pt x="2482" y="2483"/>
                      </a:lnTo>
                      <a:lnTo>
                        <a:pt x="2502" y="2454"/>
                      </a:lnTo>
                      <a:lnTo>
                        <a:pt x="2574" y="2330"/>
                      </a:lnTo>
                      <a:lnTo>
                        <a:pt x="2574" y="3159"/>
                      </a:lnTo>
                      <a:lnTo>
                        <a:pt x="2571" y="3189"/>
                      </a:lnTo>
                      <a:lnTo>
                        <a:pt x="2562" y="3217"/>
                      </a:lnTo>
                      <a:lnTo>
                        <a:pt x="2548" y="3243"/>
                      </a:lnTo>
                      <a:lnTo>
                        <a:pt x="2529" y="3265"/>
                      </a:lnTo>
                      <a:lnTo>
                        <a:pt x="2507" y="3284"/>
                      </a:lnTo>
                      <a:lnTo>
                        <a:pt x="2481" y="3297"/>
                      </a:lnTo>
                      <a:lnTo>
                        <a:pt x="2453" y="3307"/>
                      </a:lnTo>
                      <a:lnTo>
                        <a:pt x="2423" y="3310"/>
                      </a:lnTo>
                      <a:lnTo>
                        <a:pt x="152" y="3310"/>
                      </a:lnTo>
                      <a:lnTo>
                        <a:pt x="121" y="3307"/>
                      </a:lnTo>
                      <a:lnTo>
                        <a:pt x="93" y="3297"/>
                      </a:lnTo>
                      <a:lnTo>
                        <a:pt x="67" y="3284"/>
                      </a:lnTo>
                      <a:lnTo>
                        <a:pt x="45" y="3265"/>
                      </a:lnTo>
                      <a:lnTo>
                        <a:pt x="26" y="3243"/>
                      </a:lnTo>
                      <a:lnTo>
                        <a:pt x="13" y="3217"/>
                      </a:lnTo>
                      <a:lnTo>
                        <a:pt x="3" y="3189"/>
                      </a:lnTo>
                      <a:lnTo>
                        <a:pt x="0" y="3159"/>
                      </a:lnTo>
                      <a:lnTo>
                        <a:pt x="0" y="150"/>
                      </a:lnTo>
                      <a:lnTo>
                        <a:pt x="3" y="120"/>
                      </a:lnTo>
                      <a:lnTo>
                        <a:pt x="13" y="92"/>
                      </a:lnTo>
                      <a:lnTo>
                        <a:pt x="26" y="67"/>
                      </a:lnTo>
                      <a:lnTo>
                        <a:pt x="45" y="44"/>
                      </a:lnTo>
                      <a:lnTo>
                        <a:pt x="67" y="26"/>
                      </a:lnTo>
                      <a:lnTo>
                        <a:pt x="93" y="12"/>
                      </a:lnTo>
                      <a:lnTo>
                        <a:pt x="121" y="3"/>
                      </a:lnTo>
                      <a:lnTo>
                        <a:pt x="152" y="0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55" name="Freeform 58"/>
                <p:cNvSpPr>
                  <a:spLocks noEditPoints="1"/>
                </p:cNvSpPr>
                <p:nvPr/>
              </p:nvSpPr>
              <p:spPr bwMode="auto">
                <a:xfrm>
                  <a:off x="4826000" y="3575051"/>
                  <a:ext cx="228600" cy="341313"/>
                </a:xfrm>
                <a:custGeom>
                  <a:avLst/>
                  <a:gdLst>
                    <a:gd name="T0" fmla="*/ 131 w 1591"/>
                    <a:gd name="T1" fmla="*/ 1996 h 2370"/>
                    <a:gd name="T2" fmla="*/ 223 w 1591"/>
                    <a:gd name="T3" fmla="*/ 2040 h 2370"/>
                    <a:gd name="T4" fmla="*/ 308 w 1591"/>
                    <a:gd name="T5" fmla="*/ 2097 h 2370"/>
                    <a:gd name="T6" fmla="*/ 439 w 1591"/>
                    <a:gd name="T7" fmla="*/ 1980 h 2370"/>
                    <a:gd name="T8" fmla="*/ 389 w 1591"/>
                    <a:gd name="T9" fmla="*/ 1934 h 2370"/>
                    <a:gd name="T10" fmla="*/ 314 w 1591"/>
                    <a:gd name="T11" fmla="*/ 1883 h 2370"/>
                    <a:gd name="T12" fmla="*/ 245 w 1591"/>
                    <a:gd name="T13" fmla="*/ 1849 h 2370"/>
                    <a:gd name="T14" fmla="*/ 187 w 1591"/>
                    <a:gd name="T15" fmla="*/ 1829 h 2370"/>
                    <a:gd name="T16" fmla="*/ 141 w 1591"/>
                    <a:gd name="T17" fmla="*/ 1820 h 2370"/>
                    <a:gd name="T18" fmla="*/ 1118 w 1591"/>
                    <a:gd name="T19" fmla="*/ 0 h 2370"/>
                    <a:gd name="T20" fmla="*/ 1173 w 1591"/>
                    <a:gd name="T21" fmla="*/ 7 h 2370"/>
                    <a:gd name="T22" fmla="*/ 1240 w 1591"/>
                    <a:gd name="T23" fmla="*/ 25 h 2370"/>
                    <a:gd name="T24" fmla="*/ 1319 w 1591"/>
                    <a:gd name="T25" fmla="*/ 57 h 2370"/>
                    <a:gd name="T26" fmla="*/ 1407 w 1591"/>
                    <a:gd name="T27" fmla="*/ 108 h 2370"/>
                    <a:gd name="T28" fmla="*/ 1478 w 1591"/>
                    <a:gd name="T29" fmla="*/ 163 h 2370"/>
                    <a:gd name="T30" fmla="*/ 1528 w 1591"/>
                    <a:gd name="T31" fmla="*/ 215 h 2370"/>
                    <a:gd name="T32" fmla="*/ 1561 w 1591"/>
                    <a:gd name="T33" fmla="*/ 261 h 2370"/>
                    <a:gd name="T34" fmla="*/ 1580 w 1591"/>
                    <a:gd name="T35" fmla="*/ 297 h 2370"/>
                    <a:gd name="T36" fmla="*/ 1588 w 1591"/>
                    <a:gd name="T37" fmla="*/ 320 h 2370"/>
                    <a:gd name="T38" fmla="*/ 1591 w 1591"/>
                    <a:gd name="T39" fmla="*/ 344 h 2370"/>
                    <a:gd name="T40" fmla="*/ 1581 w 1591"/>
                    <a:gd name="T41" fmla="*/ 379 h 2370"/>
                    <a:gd name="T42" fmla="*/ 625 w 1591"/>
                    <a:gd name="T43" fmla="*/ 2021 h 2370"/>
                    <a:gd name="T44" fmla="*/ 116 w 1591"/>
                    <a:gd name="T45" fmla="*/ 2357 h 2370"/>
                    <a:gd name="T46" fmla="*/ 77 w 1591"/>
                    <a:gd name="T47" fmla="*/ 2370 h 2370"/>
                    <a:gd name="T48" fmla="*/ 36 w 1591"/>
                    <a:gd name="T49" fmla="*/ 2359 h 2370"/>
                    <a:gd name="T50" fmla="*/ 12 w 1591"/>
                    <a:gd name="T51" fmla="*/ 2338 h 2370"/>
                    <a:gd name="T52" fmla="*/ 0 w 1591"/>
                    <a:gd name="T53" fmla="*/ 2306 h 2370"/>
                    <a:gd name="T54" fmla="*/ 34 w 1591"/>
                    <a:gd name="T55" fmla="*/ 1702 h 2370"/>
                    <a:gd name="T56" fmla="*/ 45 w 1591"/>
                    <a:gd name="T57" fmla="*/ 1670 h 2370"/>
                    <a:gd name="T58" fmla="*/ 1002 w 1591"/>
                    <a:gd name="T59" fmla="*/ 27 h 2370"/>
                    <a:gd name="T60" fmla="*/ 1034 w 1591"/>
                    <a:gd name="T61" fmla="*/ 7 h 2370"/>
                    <a:gd name="T62" fmla="*/ 1048 w 1591"/>
                    <a:gd name="T63" fmla="*/ 4 h 2370"/>
                    <a:gd name="T64" fmla="*/ 1076 w 1591"/>
                    <a:gd name="T65" fmla="*/ 0 h 237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</a:cxnLst>
                  <a:rect l="0" t="0" r="r" b="b"/>
                  <a:pathLst>
                    <a:path w="1591" h="2370">
                      <a:moveTo>
                        <a:pt x="141" y="1820"/>
                      </a:moveTo>
                      <a:lnTo>
                        <a:pt x="131" y="1996"/>
                      </a:lnTo>
                      <a:lnTo>
                        <a:pt x="177" y="2016"/>
                      </a:lnTo>
                      <a:lnTo>
                        <a:pt x="223" y="2040"/>
                      </a:lnTo>
                      <a:lnTo>
                        <a:pt x="267" y="2067"/>
                      </a:lnTo>
                      <a:lnTo>
                        <a:pt x="308" y="2097"/>
                      </a:lnTo>
                      <a:lnTo>
                        <a:pt x="455" y="2000"/>
                      </a:lnTo>
                      <a:lnTo>
                        <a:pt x="439" y="1980"/>
                      </a:lnTo>
                      <a:lnTo>
                        <a:pt x="417" y="1958"/>
                      </a:lnTo>
                      <a:lnTo>
                        <a:pt x="389" y="1934"/>
                      </a:lnTo>
                      <a:lnTo>
                        <a:pt x="355" y="1909"/>
                      </a:lnTo>
                      <a:lnTo>
                        <a:pt x="314" y="1883"/>
                      </a:lnTo>
                      <a:lnTo>
                        <a:pt x="278" y="1864"/>
                      </a:lnTo>
                      <a:lnTo>
                        <a:pt x="245" y="1849"/>
                      </a:lnTo>
                      <a:lnTo>
                        <a:pt x="214" y="1837"/>
                      </a:lnTo>
                      <a:lnTo>
                        <a:pt x="187" y="1829"/>
                      </a:lnTo>
                      <a:lnTo>
                        <a:pt x="163" y="1824"/>
                      </a:lnTo>
                      <a:lnTo>
                        <a:pt x="141" y="1820"/>
                      </a:lnTo>
                      <a:close/>
                      <a:moveTo>
                        <a:pt x="1095" y="0"/>
                      </a:moveTo>
                      <a:lnTo>
                        <a:pt x="1118" y="0"/>
                      </a:lnTo>
                      <a:lnTo>
                        <a:pt x="1144" y="2"/>
                      </a:lnTo>
                      <a:lnTo>
                        <a:pt x="1173" y="7"/>
                      </a:lnTo>
                      <a:lnTo>
                        <a:pt x="1205" y="14"/>
                      </a:lnTo>
                      <a:lnTo>
                        <a:pt x="1240" y="25"/>
                      </a:lnTo>
                      <a:lnTo>
                        <a:pt x="1278" y="39"/>
                      </a:lnTo>
                      <a:lnTo>
                        <a:pt x="1319" y="57"/>
                      </a:lnTo>
                      <a:lnTo>
                        <a:pt x="1362" y="81"/>
                      </a:lnTo>
                      <a:lnTo>
                        <a:pt x="1407" y="108"/>
                      </a:lnTo>
                      <a:lnTo>
                        <a:pt x="1446" y="136"/>
                      </a:lnTo>
                      <a:lnTo>
                        <a:pt x="1478" y="163"/>
                      </a:lnTo>
                      <a:lnTo>
                        <a:pt x="1505" y="190"/>
                      </a:lnTo>
                      <a:lnTo>
                        <a:pt x="1528" y="215"/>
                      </a:lnTo>
                      <a:lnTo>
                        <a:pt x="1546" y="239"/>
                      </a:lnTo>
                      <a:lnTo>
                        <a:pt x="1561" y="261"/>
                      </a:lnTo>
                      <a:lnTo>
                        <a:pt x="1571" y="280"/>
                      </a:lnTo>
                      <a:lnTo>
                        <a:pt x="1580" y="297"/>
                      </a:lnTo>
                      <a:lnTo>
                        <a:pt x="1585" y="311"/>
                      </a:lnTo>
                      <a:lnTo>
                        <a:pt x="1588" y="320"/>
                      </a:lnTo>
                      <a:lnTo>
                        <a:pt x="1589" y="325"/>
                      </a:lnTo>
                      <a:lnTo>
                        <a:pt x="1591" y="344"/>
                      </a:lnTo>
                      <a:lnTo>
                        <a:pt x="1588" y="363"/>
                      </a:lnTo>
                      <a:lnTo>
                        <a:pt x="1581" y="379"/>
                      </a:lnTo>
                      <a:lnTo>
                        <a:pt x="634" y="2008"/>
                      </a:lnTo>
                      <a:lnTo>
                        <a:pt x="625" y="2021"/>
                      </a:lnTo>
                      <a:lnTo>
                        <a:pt x="611" y="2033"/>
                      </a:lnTo>
                      <a:lnTo>
                        <a:pt x="116" y="2357"/>
                      </a:lnTo>
                      <a:lnTo>
                        <a:pt x="97" y="2367"/>
                      </a:lnTo>
                      <a:lnTo>
                        <a:pt x="77" y="2370"/>
                      </a:lnTo>
                      <a:lnTo>
                        <a:pt x="56" y="2368"/>
                      </a:lnTo>
                      <a:lnTo>
                        <a:pt x="36" y="2359"/>
                      </a:lnTo>
                      <a:lnTo>
                        <a:pt x="23" y="2350"/>
                      </a:lnTo>
                      <a:lnTo>
                        <a:pt x="12" y="2338"/>
                      </a:lnTo>
                      <a:lnTo>
                        <a:pt x="5" y="2323"/>
                      </a:lnTo>
                      <a:lnTo>
                        <a:pt x="0" y="2306"/>
                      </a:lnTo>
                      <a:lnTo>
                        <a:pt x="0" y="2290"/>
                      </a:lnTo>
                      <a:lnTo>
                        <a:pt x="34" y="1702"/>
                      </a:lnTo>
                      <a:lnTo>
                        <a:pt x="38" y="1685"/>
                      </a:lnTo>
                      <a:lnTo>
                        <a:pt x="45" y="1670"/>
                      </a:lnTo>
                      <a:lnTo>
                        <a:pt x="991" y="41"/>
                      </a:lnTo>
                      <a:lnTo>
                        <a:pt x="1002" y="27"/>
                      </a:lnTo>
                      <a:lnTo>
                        <a:pt x="1016" y="15"/>
                      </a:lnTo>
                      <a:lnTo>
                        <a:pt x="1034" y="7"/>
                      </a:lnTo>
                      <a:lnTo>
                        <a:pt x="1038" y="6"/>
                      </a:lnTo>
                      <a:lnTo>
                        <a:pt x="1048" y="4"/>
                      </a:lnTo>
                      <a:lnTo>
                        <a:pt x="1060" y="2"/>
                      </a:lnTo>
                      <a:lnTo>
                        <a:pt x="1076" y="0"/>
                      </a:lnTo>
                      <a:lnTo>
                        <a:pt x="1095" y="0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56" name="Freeform 59"/>
                <p:cNvSpPr>
                  <a:spLocks/>
                </p:cNvSpPr>
                <p:nvPr/>
              </p:nvSpPr>
              <p:spPr bwMode="auto">
                <a:xfrm>
                  <a:off x="4645025" y="3849688"/>
                  <a:ext cx="166688" cy="84138"/>
                </a:xfrm>
                <a:custGeom>
                  <a:avLst/>
                  <a:gdLst>
                    <a:gd name="T0" fmla="*/ 557 w 1155"/>
                    <a:gd name="T1" fmla="*/ 5 h 591"/>
                    <a:gd name="T2" fmla="*/ 583 w 1155"/>
                    <a:gd name="T3" fmla="*/ 28 h 591"/>
                    <a:gd name="T4" fmla="*/ 591 w 1155"/>
                    <a:gd name="T5" fmla="*/ 111 h 591"/>
                    <a:gd name="T6" fmla="*/ 560 w 1155"/>
                    <a:gd name="T7" fmla="*/ 199 h 591"/>
                    <a:gd name="T8" fmla="*/ 569 w 1155"/>
                    <a:gd name="T9" fmla="*/ 242 h 591"/>
                    <a:gd name="T10" fmla="*/ 587 w 1155"/>
                    <a:gd name="T11" fmla="*/ 270 h 591"/>
                    <a:gd name="T12" fmla="*/ 637 w 1155"/>
                    <a:gd name="T13" fmla="*/ 278 h 591"/>
                    <a:gd name="T14" fmla="*/ 681 w 1155"/>
                    <a:gd name="T15" fmla="*/ 323 h 591"/>
                    <a:gd name="T16" fmla="*/ 693 w 1155"/>
                    <a:gd name="T17" fmla="*/ 357 h 591"/>
                    <a:gd name="T18" fmla="*/ 847 w 1155"/>
                    <a:gd name="T19" fmla="*/ 351 h 591"/>
                    <a:gd name="T20" fmla="*/ 996 w 1155"/>
                    <a:gd name="T21" fmla="*/ 366 h 591"/>
                    <a:gd name="T22" fmla="*/ 1118 w 1155"/>
                    <a:gd name="T23" fmla="*/ 373 h 591"/>
                    <a:gd name="T24" fmla="*/ 1149 w 1155"/>
                    <a:gd name="T25" fmla="*/ 400 h 591"/>
                    <a:gd name="T26" fmla="*/ 1154 w 1155"/>
                    <a:gd name="T27" fmla="*/ 441 h 591"/>
                    <a:gd name="T28" fmla="*/ 1131 w 1155"/>
                    <a:gd name="T29" fmla="*/ 475 h 591"/>
                    <a:gd name="T30" fmla="*/ 1066 w 1155"/>
                    <a:gd name="T31" fmla="*/ 482 h 591"/>
                    <a:gd name="T32" fmla="*/ 957 w 1155"/>
                    <a:gd name="T33" fmla="*/ 467 h 591"/>
                    <a:gd name="T34" fmla="*/ 843 w 1155"/>
                    <a:gd name="T35" fmla="*/ 452 h 591"/>
                    <a:gd name="T36" fmla="*/ 738 w 1155"/>
                    <a:gd name="T37" fmla="*/ 461 h 591"/>
                    <a:gd name="T38" fmla="*/ 679 w 1155"/>
                    <a:gd name="T39" fmla="*/ 486 h 591"/>
                    <a:gd name="T40" fmla="*/ 636 w 1155"/>
                    <a:gd name="T41" fmla="*/ 492 h 591"/>
                    <a:gd name="T42" fmla="*/ 603 w 1155"/>
                    <a:gd name="T43" fmla="*/ 477 h 591"/>
                    <a:gd name="T44" fmla="*/ 576 w 1155"/>
                    <a:gd name="T45" fmla="*/ 454 h 591"/>
                    <a:gd name="T46" fmla="*/ 571 w 1155"/>
                    <a:gd name="T47" fmla="*/ 407 h 591"/>
                    <a:gd name="T48" fmla="*/ 537 w 1155"/>
                    <a:gd name="T49" fmla="*/ 457 h 591"/>
                    <a:gd name="T50" fmla="*/ 495 w 1155"/>
                    <a:gd name="T51" fmla="*/ 471 h 591"/>
                    <a:gd name="T52" fmla="*/ 455 w 1155"/>
                    <a:gd name="T53" fmla="*/ 456 h 591"/>
                    <a:gd name="T54" fmla="*/ 439 w 1155"/>
                    <a:gd name="T55" fmla="*/ 419 h 591"/>
                    <a:gd name="T56" fmla="*/ 450 w 1155"/>
                    <a:gd name="T57" fmla="*/ 390 h 591"/>
                    <a:gd name="T58" fmla="*/ 458 w 1155"/>
                    <a:gd name="T59" fmla="*/ 369 h 591"/>
                    <a:gd name="T60" fmla="*/ 422 w 1155"/>
                    <a:gd name="T61" fmla="*/ 404 h 591"/>
                    <a:gd name="T62" fmla="*/ 379 w 1155"/>
                    <a:gd name="T63" fmla="*/ 428 h 591"/>
                    <a:gd name="T64" fmla="*/ 335 w 1155"/>
                    <a:gd name="T65" fmla="*/ 417 h 591"/>
                    <a:gd name="T66" fmla="*/ 314 w 1155"/>
                    <a:gd name="T67" fmla="*/ 379 h 591"/>
                    <a:gd name="T68" fmla="*/ 364 w 1155"/>
                    <a:gd name="T69" fmla="*/ 288 h 591"/>
                    <a:gd name="T70" fmla="*/ 252 w 1155"/>
                    <a:gd name="T71" fmla="*/ 393 h 591"/>
                    <a:gd name="T72" fmla="*/ 96 w 1155"/>
                    <a:gd name="T73" fmla="*/ 581 h 591"/>
                    <a:gd name="T74" fmla="*/ 49 w 1155"/>
                    <a:gd name="T75" fmla="*/ 590 h 591"/>
                    <a:gd name="T76" fmla="*/ 9 w 1155"/>
                    <a:gd name="T77" fmla="*/ 569 h 591"/>
                    <a:gd name="T78" fmla="*/ 2 w 1155"/>
                    <a:gd name="T79" fmla="*/ 527 h 591"/>
                    <a:gd name="T80" fmla="*/ 138 w 1155"/>
                    <a:gd name="T81" fmla="*/ 351 h 591"/>
                    <a:gd name="T82" fmla="*/ 344 w 1155"/>
                    <a:gd name="T83" fmla="*/ 123 h 591"/>
                    <a:gd name="T84" fmla="*/ 398 w 1155"/>
                    <a:gd name="T85" fmla="*/ 70 h 591"/>
                    <a:gd name="T86" fmla="*/ 462 w 1155"/>
                    <a:gd name="T87" fmla="*/ 20 h 591"/>
                    <a:gd name="T88" fmla="*/ 534 w 1155"/>
                    <a:gd name="T89" fmla="*/ 0 h 59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</a:cxnLst>
                  <a:rect l="0" t="0" r="r" b="b"/>
                  <a:pathLst>
                    <a:path w="1155" h="591">
                      <a:moveTo>
                        <a:pt x="534" y="0"/>
                      </a:moveTo>
                      <a:lnTo>
                        <a:pt x="545" y="2"/>
                      </a:lnTo>
                      <a:lnTo>
                        <a:pt x="557" y="5"/>
                      </a:lnTo>
                      <a:lnTo>
                        <a:pt x="567" y="10"/>
                      </a:lnTo>
                      <a:lnTo>
                        <a:pt x="576" y="18"/>
                      </a:lnTo>
                      <a:lnTo>
                        <a:pt x="583" y="28"/>
                      </a:lnTo>
                      <a:lnTo>
                        <a:pt x="591" y="54"/>
                      </a:lnTo>
                      <a:lnTo>
                        <a:pt x="593" y="82"/>
                      </a:lnTo>
                      <a:lnTo>
                        <a:pt x="591" y="111"/>
                      </a:lnTo>
                      <a:lnTo>
                        <a:pt x="584" y="140"/>
                      </a:lnTo>
                      <a:lnTo>
                        <a:pt x="573" y="170"/>
                      </a:lnTo>
                      <a:lnTo>
                        <a:pt x="560" y="199"/>
                      </a:lnTo>
                      <a:lnTo>
                        <a:pt x="543" y="230"/>
                      </a:lnTo>
                      <a:lnTo>
                        <a:pt x="557" y="235"/>
                      </a:lnTo>
                      <a:lnTo>
                        <a:pt x="569" y="242"/>
                      </a:lnTo>
                      <a:lnTo>
                        <a:pt x="579" y="254"/>
                      </a:lnTo>
                      <a:lnTo>
                        <a:pt x="583" y="263"/>
                      </a:lnTo>
                      <a:lnTo>
                        <a:pt x="587" y="270"/>
                      </a:lnTo>
                      <a:lnTo>
                        <a:pt x="604" y="269"/>
                      </a:lnTo>
                      <a:lnTo>
                        <a:pt x="620" y="272"/>
                      </a:lnTo>
                      <a:lnTo>
                        <a:pt x="637" y="278"/>
                      </a:lnTo>
                      <a:lnTo>
                        <a:pt x="653" y="289"/>
                      </a:lnTo>
                      <a:lnTo>
                        <a:pt x="668" y="303"/>
                      </a:lnTo>
                      <a:lnTo>
                        <a:pt x="681" y="323"/>
                      </a:lnTo>
                      <a:lnTo>
                        <a:pt x="689" y="338"/>
                      </a:lnTo>
                      <a:lnTo>
                        <a:pt x="692" y="349"/>
                      </a:lnTo>
                      <a:lnTo>
                        <a:pt x="693" y="357"/>
                      </a:lnTo>
                      <a:lnTo>
                        <a:pt x="746" y="351"/>
                      </a:lnTo>
                      <a:lnTo>
                        <a:pt x="797" y="350"/>
                      </a:lnTo>
                      <a:lnTo>
                        <a:pt x="847" y="351"/>
                      </a:lnTo>
                      <a:lnTo>
                        <a:pt x="897" y="355"/>
                      </a:lnTo>
                      <a:lnTo>
                        <a:pt x="946" y="361"/>
                      </a:lnTo>
                      <a:lnTo>
                        <a:pt x="996" y="366"/>
                      </a:lnTo>
                      <a:lnTo>
                        <a:pt x="1048" y="369"/>
                      </a:lnTo>
                      <a:lnTo>
                        <a:pt x="1101" y="371"/>
                      </a:lnTo>
                      <a:lnTo>
                        <a:pt x="1118" y="373"/>
                      </a:lnTo>
                      <a:lnTo>
                        <a:pt x="1131" y="379"/>
                      </a:lnTo>
                      <a:lnTo>
                        <a:pt x="1142" y="389"/>
                      </a:lnTo>
                      <a:lnTo>
                        <a:pt x="1149" y="400"/>
                      </a:lnTo>
                      <a:lnTo>
                        <a:pt x="1154" y="413"/>
                      </a:lnTo>
                      <a:lnTo>
                        <a:pt x="1155" y="427"/>
                      </a:lnTo>
                      <a:lnTo>
                        <a:pt x="1154" y="441"/>
                      </a:lnTo>
                      <a:lnTo>
                        <a:pt x="1149" y="454"/>
                      </a:lnTo>
                      <a:lnTo>
                        <a:pt x="1142" y="466"/>
                      </a:lnTo>
                      <a:lnTo>
                        <a:pt x="1131" y="475"/>
                      </a:lnTo>
                      <a:lnTo>
                        <a:pt x="1118" y="481"/>
                      </a:lnTo>
                      <a:lnTo>
                        <a:pt x="1101" y="483"/>
                      </a:lnTo>
                      <a:lnTo>
                        <a:pt x="1066" y="482"/>
                      </a:lnTo>
                      <a:lnTo>
                        <a:pt x="1031" y="478"/>
                      </a:lnTo>
                      <a:lnTo>
                        <a:pt x="993" y="473"/>
                      </a:lnTo>
                      <a:lnTo>
                        <a:pt x="957" y="467"/>
                      </a:lnTo>
                      <a:lnTo>
                        <a:pt x="919" y="460"/>
                      </a:lnTo>
                      <a:lnTo>
                        <a:pt x="881" y="455"/>
                      </a:lnTo>
                      <a:lnTo>
                        <a:pt x="843" y="452"/>
                      </a:lnTo>
                      <a:lnTo>
                        <a:pt x="807" y="451"/>
                      </a:lnTo>
                      <a:lnTo>
                        <a:pt x="771" y="454"/>
                      </a:lnTo>
                      <a:lnTo>
                        <a:pt x="738" y="461"/>
                      </a:lnTo>
                      <a:lnTo>
                        <a:pt x="705" y="474"/>
                      </a:lnTo>
                      <a:lnTo>
                        <a:pt x="693" y="480"/>
                      </a:lnTo>
                      <a:lnTo>
                        <a:pt x="679" y="486"/>
                      </a:lnTo>
                      <a:lnTo>
                        <a:pt x="664" y="492"/>
                      </a:lnTo>
                      <a:lnTo>
                        <a:pt x="651" y="494"/>
                      </a:lnTo>
                      <a:lnTo>
                        <a:pt x="636" y="492"/>
                      </a:lnTo>
                      <a:lnTo>
                        <a:pt x="626" y="487"/>
                      </a:lnTo>
                      <a:lnTo>
                        <a:pt x="614" y="482"/>
                      </a:lnTo>
                      <a:lnTo>
                        <a:pt x="603" y="477"/>
                      </a:lnTo>
                      <a:lnTo>
                        <a:pt x="592" y="471"/>
                      </a:lnTo>
                      <a:lnTo>
                        <a:pt x="584" y="464"/>
                      </a:lnTo>
                      <a:lnTo>
                        <a:pt x="576" y="454"/>
                      </a:lnTo>
                      <a:lnTo>
                        <a:pt x="572" y="442"/>
                      </a:lnTo>
                      <a:lnTo>
                        <a:pt x="571" y="423"/>
                      </a:lnTo>
                      <a:lnTo>
                        <a:pt x="571" y="407"/>
                      </a:lnTo>
                      <a:lnTo>
                        <a:pt x="560" y="427"/>
                      </a:lnTo>
                      <a:lnTo>
                        <a:pt x="547" y="446"/>
                      </a:lnTo>
                      <a:lnTo>
                        <a:pt x="537" y="457"/>
                      </a:lnTo>
                      <a:lnTo>
                        <a:pt x="524" y="466"/>
                      </a:lnTo>
                      <a:lnTo>
                        <a:pt x="509" y="470"/>
                      </a:lnTo>
                      <a:lnTo>
                        <a:pt x="495" y="471"/>
                      </a:lnTo>
                      <a:lnTo>
                        <a:pt x="480" y="469"/>
                      </a:lnTo>
                      <a:lnTo>
                        <a:pt x="467" y="464"/>
                      </a:lnTo>
                      <a:lnTo>
                        <a:pt x="455" y="456"/>
                      </a:lnTo>
                      <a:lnTo>
                        <a:pt x="446" y="446"/>
                      </a:lnTo>
                      <a:lnTo>
                        <a:pt x="440" y="433"/>
                      </a:lnTo>
                      <a:lnTo>
                        <a:pt x="439" y="419"/>
                      </a:lnTo>
                      <a:lnTo>
                        <a:pt x="444" y="402"/>
                      </a:lnTo>
                      <a:lnTo>
                        <a:pt x="447" y="396"/>
                      </a:lnTo>
                      <a:lnTo>
                        <a:pt x="450" y="390"/>
                      </a:lnTo>
                      <a:lnTo>
                        <a:pt x="450" y="390"/>
                      </a:lnTo>
                      <a:lnTo>
                        <a:pt x="449" y="390"/>
                      </a:lnTo>
                      <a:lnTo>
                        <a:pt x="458" y="369"/>
                      </a:lnTo>
                      <a:lnTo>
                        <a:pt x="445" y="378"/>
                      </a:lnTo>
                      <a:lnTo>
                        <a:pt x="432" y="390"/>
                      </a:lnTo>
                      <a:lnTo>
                        <a:pt x="422" y="404"/>
                      </a:lnTo>
                      <a:lnTo>
                        <a:pt x="409" y="417"/>
                      </a:lnTo>
                      <a:lnTo>
                        <a:pt x="394" y="425"/>
                      </a:lnTo>
                      <a:lnTo>
                        <a:pt x="379" y="428"/>
                      </a:lnTo>
                      <a:lnTo>
                        <a:pt x="363" y="428"/>
                      </a:lnTo>
                      <a:lnTo>
                        <a:pt x="348" y="424"/>
                      </a:lnTo>
                      <a:lnTo>
                        <a:pt x="335" y="417"/>
                      </a:lnTo>
                      <a:lnTo>
                        <a:pt x="324" y="406"/>
                      </a:lnTo>
                      <a:lnTo>
                        <a:pt x="317" y="394"/>
                      </a:lnTo>
                      <a:lnTo>
                        <a:pt x="314" y="379"/>
                      </a:lnTo>
                      <a:lnTo>
                        <a:pt x="316" y="364"/>
                      </a:lnTo>
                      <a:lnTo>
                        <a:pt x="323" y="347"/>
                      </a:lnTo>
                      <a:lnTo>
                        <a:pt x="364" y="288"/>
                      </a:lnTo>
                      <a:lnTo>
                        <a:pt x="404" y="226"/>
                      </a:lnTo>
                      <a:lnTo>
                        <a:pt x="326" y="309"/>
                      </a:lnTo>
                      <a:lnTo>
                        <a:pt x="252" y="393"/>
                      </a:lnTo>
                      <a:lnTo>
                        <a:pt x="179" y="480"/>
                      </a:lnTo>
                      <a:lnTo>
                        <a:pt x="108" y="569"/>
                      </a:lnTo>
                      <a:lnTo>
                        <a:pt x="96" y="581"/>
                      </a:lnTo>
                      <a:lnTo>
                        <a:pt x="80" y="588"/>
                      </a:lnTo>
                      <a:lnTo>
                        <a:pt x="65" y="591"/>
                      </a:lnTo>
                      <a:lnTo>
                        <a:pt x="49" y="590"/>
                      </a:lnTo>
                      <a:lnTo>
                        <a:pt x="33" y="586"/>
                      </a:lnTo>
                      <a:lnTo>
                        <a:pt x="21" y="579"/>
                      </a:lnTo>
                      <a:lnTo>
                        <a:pt x="9" y="569"/>
                      </a:lnTo>
                      <a:lnTo>
                        <a:pt x="2" y="556"/>
                      </a:lnTo>
                      <a:lnTo>
                        <a:pt x="0" y="542"/>
                      </a:lnTo>
                      <a:lnTo>
                        <a:pt x="2" y="527"/>
                      </a:lnTo>
                      <a:lnTo>
                        <a:pt x="11" y="511"/>
                      </a:lnTo>
                      <a:lnTo>
                        <a:pt x="74" y="431"/>
                      </a:lnTo>
                      <a:lnTo>
                        <a:pt x="138" y="351"/>
                      </a:lnTo>
                      <a:lnTo>
                        <a:pt x="204" y="273"/>
                      </a:lnTo>
                      <a:lnTo>
                        <a:pt x="273" y="196"/>
                      </a:lnTo>
                      <a:lnTo>
                        <a:pt x="344" y="123"/>
                      </a:lnTo>
                      <a:lnTo>
                        <a:pt x="361" y="107"/>
                      </a:lnTo>
                      <a:lnTo>
                        <a:pt x="380" y="89"/>
                      </a:lnTo>
                      <a:lnTo>
                        <a:pt x="398" y="70"/>
                      </a:lnTo>
                      <a:lnTo>
                        <a:pt x="418" y="52"/>
                      </a:lnTo>
                      <a:lnTo>
                        <a:pt x="439" y="35"/>
                      </a:lnTo>
                      <a:lnTo>
                        <a:pt x="462" y="20"/>
                      </a:lnTo>
                      <a:lnTo>
                        <a:pt x="485" y="9"/>
                      </a:lnTo>
                      <a:lnTo>
                        <a:pt x="509" y="2"/>
                      </a:lnTo>
                      <a:lnTo>
                        <a:pt x="534" y="0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</p:grpSp>
        </p:grpSp>
        <p:grpSp>
          <p:nvGrpSpPr>
            <p:cNvPr id="157" name="그룹 54"/>
            <p:cNvGrpSpPr/>
            <p:nvPr/>
          </p:nvGrpSpPr>
          <p:grpSpPr>
            <a:xfrm>
              <a:off x="4700260" y="4423210"/>
              <a:ext cx="1499358" cy="1717182"/>
              <a:chOff x="4547860" y="4270810"/>
              <a:chExt cx="1499358" cy="1717182"/>
            </a:xfrm>
          </p:grpSpPr>
          <p:sp>
            <p:nvSpPr>
              <p:cNvPr id="158" name="Freeform 27"/>
              <p:cNvSpPr>
                <a:spLocks noEditPoints="1"/>
              </p:cNvSpPr>
              <p:nvPr/>
            </p:nvSpPr>
            <p:spPr bwMode="auto">
              <a:xfrm>
                <a:off x="4547860" y="4270810"/>
                <a:ext cx="1499358" cy="1717182"/>
              </a:xfrm>
              <a:custGeom>
                <a:avLst/>
                <a:gdLst>
                  <a:gd name="T0" fmla="*/ 699 w 1653"/>
                  <a:gd name="T1" fmla="*/ 403 h 1892"/>
                  <a:gd name="T2" fmla="*/ 506 w 1653"/>
                  <a:gd name="T3" fmla="*/ 462 h 1892"/>
                  <a:gd name="T4" fmla="*/ 336 w 1653"/>
                  <a:gd name="T5" fmla="*/ 577 h 1892"/>
                  <a:gd name="T6" fmla="*/ 202 w 1653"/>
                  <a:gd name="T7" fmla="*/ 741 h 1892"/>
                  <a:gd name="T8" fmla="*/ 127 w 1653"/>
                  <a:gd name="T9" fmla="*/ 934 h 1892"/>
                  <a:gd name="T10" fmla="*/ 109 w 1653"/>
                  <a:gd name="T11" fmla="*/ 1135 h 1892"/>
                  <a:gd name="T12" fmla="*/ 151 w 1653"/>
                  <a:gd name="T13" fmla="*/ 1332 h 1892"/>
                  <a:gd name="T14" fmla="*/ 247 w 1653"/>
                  <a:gd name="T15" fmla="*/ 1510 h 1892"/>
                  <a:gd name="T16" fmla="*/ 397 w 1653"/>
                  <a:gd name="T17" fmla="*/ 1659 h 1892"/>
                  <a:gd name="T18" fmla="*/ 583 w 1653"/>
                  <a:gd name="T19" fmla="*/ 1754 h 1892"/>
                  <a:gd name="T20" fmla="*/ 783 w 1653"/>
                  <a:gd name="T21" fmla="*/ 1791 h 1892"/>
                  <a:gd name="T22" fmla="*/ 982 w 1653"/>
                  <a:gd name="T23" fmla="*/ 1769 h 1892"/>
                  <a:gd name="T24" fmla="*/ 1168 w 1653"/>
                  <a:gd name="T25" fmla="*/ 1691 h 1892"/>
                  <a:gd name="T26" fmla="*/ 1328 w 1653"/>
                  <a:gd name="T27" fmla="*/ 1559 h 1892"/>
                  <a:gd name="T28" fmla="*/ 1445 w 1653"/>
                  <a:gd name="T29" fmla="*/ 1381 h 1892"/>
                  <a:gd name="T30" fmla="*/ 1500 w 1653"/>
                  <a:gd name="T31" fmla="*/ 1184 h 1892"/>
                  <a:gd name="T32" fmla="*/ 1498 w 1653"/>
                  <a:gd name="T33" fmla="*/ 983 h 1892"/>
                  <a:gd name="T34" fmla="*/ 1438 w 1653"/>
                  <a:gd name="T35" fmla="*/ 791 h 1892"/>
                  <a:gd name="T36" fmla="*/ 1324 w 1653"/>
                  <a:gd name="T37" fmla="*/ 621 h 1892"/>
                  <a:gd name="T38" fmla="*/ 1159 w 1653"/>
                  <a:gd name="T39" fmla="*/ 488 h 1892"/>
                  <a:gd name="T40" fmla="*/ 966 w 1653"/>
                  <a:gd name="T41" fmla="*/ 412 h 1892"/>
                  <a:gd name="T42" fmla="*/ 1601 w 1653"/>
                  <a:gd name="T43" fmla="*/ 0 h 1892"/>
                  <a:gd name="T44" fmla="*/ 1607 w 1653"/>
                  <a:gd name="T45" fmla="*/ 37 h 1892"/>
                  <a:gd name="T46" fmla="*/ 1619 w 1653"/>
                  <a:gd name="T47" fmla="*/ 143 h 1892"/>
                  <a:gd name="T48" fmla="*/ 1634 w 1653"/>
                  <a:gd name="T49" fmla="*/ 299 h 1892"/>
                  <a:gd name="T50" fmla="*/ 1646 w 1653"/>
                  <a:gd name="T51" fmla="*/ 493 h 1892"/>
                  <a:gd name="T52" fmla="*/ 1653 w 1653"/>
                  <a:gd name="T53" fmla="*/ 710 h 1892"/>
                  <a:gd name="T54" fmla="*/ 1649 w 1653"/>
                  <a:gd name="T55" fmla="*/ 934 h 1892"/>
                  <a:gd name="T56" fmla="*/ 1630 w 1653"/>
                  <a:gd name="T57" fmla="*/ 1151 h 1892"/>
                  <a:gd name="T58" fmla="*/ 1591 w 1653"/>
                  <a:gd name="T59" fmla="*/ 1348 h 1892"/>
                  <a:gd name="T60" fmla="*/ 1527 w 1653"/>
                  <a:gd name="T61" fmla="*/ 1507 h 1892"/>
                  <a:gd name="T62" fmla="*/ 1402 w 1653"/>
                  <a:gd name="T63" fmla="*/ 1663 h 1892"/>
                  <a:gd name="T64" fmla="*/ 1226 w 1653"/>
                  <a:gd name="T65" fmla="*/ 1791 h 1892"/>
                  <a:gd name="T66" fmla="*/ 1028 w 1653"/>
                  <a:gd name="T67" fmla="*/ 1868 h 1892"/>
                  <a:gd name="T68" fmla="*/ 818 w 1653"/>
                  <a:gd name="T69" fmla="*/ 1892 h 1892"/>
                  <a:gd name="T70" fmla="*/ 606 w 1653"/>
                  <a:gd name="T71" fmla="*/ 1861 h 1892"/>
                  <a:gd name="T72" fmla="*/ 405 w 1653"/>
                  <a:gd name="T73" fmla="*/ 1775 h 1892"/>
                  <a:gd name="T74" fmla="*/ 229 w 1653"/>
                  <a:gd name="T75" fmla="*/ 1636 h 1892"/>
                  <a:gd name="T76" fmla="*/ 101 w 1653"/>
                  <a:gd name="T77" fmla="*/ 1460 h 1892"/>
                  <a:gd name="T78" fmla="*/ 24 w 1653"/>
                  <a:gd name="T79" fmla="*/ 1262 h 1892"/>
                  <a:gd name="T80" fmla="*/ 0 w 1653"/>
                  <a:gd name="T81" fmla="*/ 1052 h 1892"/>
                  <a:gd name="T82" fmla="*/ 31 w 1653"/>
                  <a:gd name="T83" fmla="*/ 840 h 1892"/>
                  <a:gd name="T84" fmla="*/ 117 w 1653"/>
                  <a:gd name="T85" fmla="*/ 639 h 1892"/>
                  <a:gd name="T86" fmla="*/ 229 w 1653"/>
                  <a:gd name="T87" fmla="*/ 499 h 1892"/>
                  <a:gd name="T88" fmla="*/ 378 w 1653"/>
                  <a:gd name="T89" fmla="*/ 393 h 1892"/>
                  <a:gd name="T90" fmla="*/ 563 w 1653"/>
                  <a:gd name="T91" fmla="*/ 300 h 1892"/>
                  <a:gd name="T92" fmla="*/ 769 w 1653"/>
                  <a:gd name="T93" fmla="*/ 218 h 1892"/>
                  <a:gd name="T94" fmla="*/ 981 w 1653"/>
                  <a:gd name="T95" fmla="*/ 149 h 1892"/>
                  <a:gd name="T96" fmla="*/ 1185 w 1653"/>
                  <a:gd name="T97" fmla="*/ 93 h 1892"/>
                  <a:gd name="T98" fmla="*/ 1363 w 1653"/>
                  <a:gd name="T99" fmla="*/ 49 h 1892"/>
                  <a:gd name="T100" fmla="*/ 1502 w 1653"/>
                  <a:gd name="T101" fmla="*/ 18 h 1892"/>
                  <a:gd name="T102" fmla="*/ 1585 w 1653"/>
                  <a:gd name="T103" fmla="*/ 2 h 189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</a:cxnLst>
                <a:rect l="0" t="0" r="r" b="b"/>
                <a:pathLst>
                  <a:path w="1653" h="1892">
                    <a:moveTo>
                      <a:pt x="832" y="395"/>
                    </a:moveTo>
                    <a:lnTo>
                      <a:pt x="765" y="395"/>
                    </a:lnTo>
                    <a:lnTo>
                      <a:pt x="699" y="403"/>
                    </a:lnTo>
                    <a:lnTo>
                      <a:pt x="633" y="416"/>
                    </a:lnTo>
                    <a:lnTo>
                      <a:pt x="568" y="437"/>
                    </a:lnTo>
                    <a:lnTo>
                      <a:pt x="506" y="462"/>
                    </a:lnTo>
                    <a:lnTo>
                      <a:pt x="447" y="495"/>
                    </a:lnTo>
                    <a:lnTo>
                      <a:pt x="390" y="532"/>
                    </a:lnTo>
                    <a:lnTo>
                      <a:pt x="336" y="577"/>
                    </a:lnTo>
                    <a:lnTo>
                      <a:pt x="287" y="627"/>
                    </a:lnTo>
                    <a:lnTo>
                      <a:pt x="242" y="682"/>
                    </a:lnTo>
                    <a:lnTo>
                      <a:pt x="202" y="741"/>
                    </a:lnTo>
                    <a:lnTo>
                      <a:pt x="171" y="805"/>
                    </a:lnTo>
                    <a:lnTo>
                      <a:pt x="146" y="868"/>
                    </a:lnTo>
                    <a:lnTo>
                      <a:pt x="127" y="934"/>
                    </a:lnTo>
                    <a:lnTo>
                      <a:pt x="115" y="1000"/>
                    </a:lnTo>
                    <a:lnTo>
                      <a:pt x="109" y="1068"/>
                    </a:lnTo>
                    <a:lnTo>
                      <a:pt x="109" y="1135"/>
                    </a:lnTo>
                    <a:lnTo>
                      <a:pt x="117" y="1201"/>
                    </a:lnTo>
                    <a:lnTo>
                      <a:pt x="131" y="1267"/>
                    </a:lnTo>
                    <a:lnTo>
                      <a:pt x="151" y="1332"/>
                    </a:lnTo>
                    <a:lnTo>
                      <a:pt x="177" y="1394"/>
                    </a:lnTo>
                    <a:lnTo>
                      <a:pt x="209" y="1454"/>
                    </a:lnTo>
                    <a:lnTo>
                      <a:pt x="247" y="1510"/>
                    </a:lnTo>
                    <a:lnTo>
                      <a:pt x="292" y="1564"/>
                    </a:lnTo>
                    <a:lnTo>
                      <a:pt x="341" y="1613"/>
                    </a:lnTo>
                    <a:lnTo>
                      <a:pt x="397" y="1659"/>
                    </a:lnTo>
                    <a:lnTo>
                      <a:pt x="456" y="1698"/>
                    </a:lnTo>
                    <a:lnTo>
                      <a:pt x="519" y="1729"/>
                    </a:lnTo>
                    <a:lnTo>
                      <a:pt x="583" y="1754"/>
                    </a:lnTo>
                    <a:lnTo>
                      <a:pt x="649" y="1773"/>
                    </a:lnTo>
                    <a:lnTo>
                      <a:pt x="716" y="1785"/>
                    </a:lnTo>
                    <a:lnTo>
                      <a:pt x="783" y="1791"/>
                    </a:lnTo>
                    <a:lnTo>
                      <a:pt x="850" y="1791"/>
                    </a:lnTo>
                    <a:lnTo>
                      <a:pt x="917" y="1783"/>
                    </a:lnTo>
                    <a:lnTo>
                      <a:pt x="982" y="1769"/>
                    </a:lnTo>
                    <a:lnTo>
                      <a:pt x="1047" y="1749"/>
                    </a:lnTo>
                    <a:lnTo>
                      <a:pt x="1109" y="1723"/>
                    </a:lnTo>
                    <a:lnTo>
                      <a:pt x="1168" y="1691"/>
                    </a:lnTo>
                    <a:lnTo>
                      <a:pt x="1225" y="1653"/>
                    </a:lnTo>
                    <a:lnTo>
                      <a:pt x="1279" y="1609"/>
                    </a:lnTo>
                    <a:lnTo>
                      <a:pt x="1328" y="1559"/>
                    </a:lnTo>
                    <a:lnTo>
                      <a:pt x="1373" y="1503"/>
                    </a:lnTo>
                    <a:lnTo>
                      <a:pt x="1413" y="1444"/>
                    </a:lnTo>
                    <a:lnTo>
                      <a:pt x="1445" y="1381"/>
                    </a:lnTo>
                    <a:lnTo>
                      <a:pt x="1469" y="1317"/>
                    </a:lnTo>
                    <a:lnTo>
                      <a:pt x="1488" y="1251"/>
                    </a:lnTo>
                    <a:lnTo>
                      <a:pt x="1500" y="1184"/>
                    </a:lnTo>
                    <a:lnTo>
                      <a:pt x="1506" y="1118"/>
                    </a:lnTo>
                    <a:lnTo>
                      <a:pt x="1506" y="1050"/>
                    </a:lnTo>
                    <a:lnTo>
                      <a:pt x="1498" y="983"/>
                    </a:lnTo>
                    <a:lnTo>
                      <a:pt x="1484" y="918"/>
                    </a:lnTo>
                    <a:lnTo>
                      <a:pt x="1464" y="853"/>
                    </a:lnTo>
                    <a:lnTo>
                      <a:pt x="1438" y="791"/>
                    </a:lnTo>
                    <a:lnTo>
                      <a:pt x="1406" y="732"/>
                    </a:lnTo>
                    <a:lnTo>
                      <a:pt x="1368" y="675"/>
                    </a:lnTo>
                    <a:lnTo>
                      <a:pt x="1324" y="621"/>
                    </a:lnTo>
                    <a:lnTo>
                      <a:pt x="1274" y="573"/>
                    </a:lnTo>
                    <a:lnTo>
                      <a:pt x="1218" y="527"/>
                    </a:lnTo>
                    <a:lnTo>
                      <a:pt x="1159" y="488"/>
                    </a:lnTo>
                    <a:lnTo>
                      <a:pt x="1096" y="455"/>
                    </a:lnTo>
                    <a:lnTo>
                      <a:pt x="1032" y="431"/>
                    </a:lnTo>
                    <a:lnTo>
                      <a:pt x="966" y="412"/>
                    </a:lnTo>
                    <a:lnTo>
                      <a:pt x="900" y="400"/>
                    </a:lnTo>
                    <a:lnTo>
                      <a:pt x="832" y="395"/>
                    </a:lnTo>
                    <a:close/>
                    <a:moveTo>
                      <a:pt x="1601" y="0"/>
                    </a:moveTo>
                    <a:lnTo>
                      <a:pt x="1603" y="4"/>
                    </a:lnTo>
                    <a:lnTo>
                      <a:pt x="1604" y="17"/>
                    </a:lnTo>
                    <a:lnTo>
                      <a:pt x="1607" y="37"/>
                    </a:lnTo>
                    <a:lnTo>
                      <a:pt x="1611" y="66"/>
                    </a:lnTo>
                    <a:lnTo>
                      <a:pt x="1615" y="101"/>
                    </a:lnTo>
                    <a:lnTo>
                      <a:pt x="1619" y="143"/>
                    </a:lnTo>
                    <a:lnTo>
                      <a:pt x="1624" y="190"/>
                    </a:lnTo>
                    <a:lnTo>
                      <a:pt x="1628" y="242"/>
                    </a:lnTo>
                    <a:lnTo>
                      <a:pt x="1634" y="299"/>
                    </a:lnTo>
                    <a:lnTo>
                      <a:pt x="1638" y="361"/>
                    </a:lnTo>
                    <a:lnTo>
                      <a:pt x="1643" y="426"/>
                    </a:lnTo>
                    <a:lnTo>
                      <a:pt x="1646" y="493"/>
                    </a:lnTo>
                    <a:lnTo>
                      <a:pt x="1650" y="563"/>
                    </a:lnTo>
                    <a:lnTo>
                      <a:pt x="1651" y="636"/>
                    </a:lnTo>
                    <a:lnTo>
                      <a:pt x="1653" y="710"/>
                    </a:lnTo>
                    <a:lnTo>
                      <a:pt x="1653" y="785"/>
                    </a:lnTo>
                    <a:lnTo>
                      <a:pt x="1651" y="859"/>
                    </a:lnTo>
                    <a:lnTo>
                      <a:pt x="1649" y="934"/>
                    </a:lnTo>
                    <a:lnTo>
                      <a:pt x="1645" y="1008"/>
                    </a:lnTo>
                    <a:lnTo>
                      <a:pt x="1638" y="1081"/>
                    </a:lnTo>
                    <a:lnTo>
                      <a:pt x="1630" y="1151"/>
                    </a:lnTo>
                    <a:lnTo>
                      <a:pt x="1619" y="1220"/>
                    </a:lnTo>
                    <a:lnTo>
                      <a:pt x="1606" y="1286"/>
                    </a:lnTo>
                    <a:lnTo>
                      <a:pt x="1591" y="1348"/>
                    </a:lnTo>
                    <a:lnTo>
                      <a:pt x="1572" y="1406"/>
                    </a:lnTo>
                    <a:lnTo>
                      <a:pt x="1552" y="1459"/>
                    </a:lnTo>
                    <a:lnTo>
                      <a:pt x="1527" y="1507"/>
                    </a:lnTo>
                    <a:lnTo>
                      <a:pt x="1500" y="1551"/>
                    </a:lnTo>
                    <a:lnTo>
                      <a:pt x="1453" y="1609"/>
                    </a:lnTo>
                    <a:lnTo>
                      <a:pt x="1402" y="1663"/>
                    </a:lnTo>
                    <a:lnTo>
                      <a:pt x="1346" y="1711"/>
                    </a:lnTo>
                    <a:lnTo>
                      <a:pt x="1287" y="1753"/>
                    </a:lnTo>
                    <a:lnTo>
                      <a:pt x="1226" y="1791"/>
                    </a:lnTo>
                    <a:lnTo>
                      <a:pt x="1162" y="1822"/>
                    </a:lnTo>
                    <a:lnTo>
                      <a:pt x="1096" y="1847"/>
                    </a:lnTo>
                    <a:lnTo>
                      <a:pt x="1028" y="1868"/>
                    </a:lnTo>
                    <a:lnTo>
                      <a:pt x="959" y="1881"/>
                    </a:lnTo>
                    <a:lnTo>
                      <a:pt x="889" y="1889"/>
                    </a:lnTo>
                    <a:lnTo>
                      <a:pt x="818" y="1892"/>
                    </a:lnTo>
                    <a:lnTo>
                      <a:pt x="747" y="1888"/>
                    </a:lnTo>
                    <a:lnTo>
                      <a:pt x="676" y="1877"/>
                    </a:lnTo>
                    <a:lnTo>
                      <a:pt x="606" y="1861"/>
                    </a:lnTo>
                    <a:lnTo>
                      <a:pt x="537" y="1839"/>
                    </a:lnTo>
                    <a:lnTo>
                      <a:pt x="471" y="1810"/>
                    </a:lnTo>
                    <a:lnTo>
                      <a:pt x="405" y="1775"/>
                    </a:lnTo>
                    <a:lnTo>
                      <a:pt x="341" y="1734"/>
                    </a:lnTo>
                    <a:lnTo>
                      <a:pt x="283" y="1687"/>
                    </a:lnTo>
                    <a:lnTo>
                      <a:pt x="229" y="1636"/>
                    </a:lnTo>
                    <a:lnTo>
                      <a:pt x="181" y="1580"/>
                    </a:lnTo>
                    <a:lnTo>
                      <a:pt x="139" y="1521"/>
                    </a:lnTo>
                    <a:lnTo>
                      <a:pt x="101" y="1460"/>
                    </a:lnTo>
                    <a:lnTo>
                      <a:pt x="70" y="1396"/>
                    </a:lnTo>
                    <a:lnTo>
                      <a:pt x="45" y="1329"/>
                    </a:lnTo>
                    <a:lnTo>
                      <a:pt x="24" y="1262"/>
                    </a:lnTo>
                    <a:lnTo>
                      <a:pt x="11" y="1193"/>
                    </a:lnTo>
                    <a:lnTo>
                      <a:pt x="3" y="1123"/>
                    </a:lnTo>
                    <a:lnTo>
                      <a:pt x="0" y="1052"/>
                    </a:lnTo>
                    <a:lnTo>
                      <a:pt x="4" y="981"/>
                    </a:lnTo>
                    <a:lnTo>
                      <a:pt x="15" y="910"/>
                    </a:lnTo>
                    <a:lnTo>
                      <a:pt x="31" y="840"/>
                    </a:lnTo>
                    <a:lnTo>
                      <a:pt x="53" y="771"/>
                    </a:lnTo>
                    <a:lnTo>
                      <a:pt x="82" y="705"/>
                    </a:lnTo>
                    <a:lnTo>
                      <a:pt x="117" y="639"/>
                    </a:lnTo>
                    <a:lnTo>
                      <a:pt x="159" y="575"/>
                    </a:lnTo>
                    <a:lnTo>
                      <a:pt x="190" y="536"/>
                    </a:lnTo>
                    <a:lnTo>
                      <a:pt x="229" y="499"/>
                    </a:lnTo>
                    <a:lnTo>
                      <a:pt x="274" y="462"/>
                    </a:lnTo>
                    <a:lnTo>
                      <a:pt x="324" y="427"/>
                    </a:lnTo>
                    <a:lnTo>
                      <a:pt x="378" y="393"/>
                    </a:lnTo>
                    <a:lnTo>
                      <a:pt x="436" y="361"/>
                    </a:lnTo>
                    <a:lnTo>
                      <a:pt x="498" y="330"/>
                    </a:lnTo>
                    <a:lnTo>
                      <a:pt x="563" y="300"/>
                    </a:lnTo>
                    <a:lnTo>
                      <a:pt x="630" y="271"/>
                    </a:lnTo>
                    <a:lnTo>
                      <a:pt x="699" y="244"/>
                    </a:lnTo>
                    <a:lnTo>
                      <a:pt x="769" y="218"/>
                    </a:lnTo>
                    <a:lnTo>
                      <a:pt x="839" y="194"/>
                    </a:lnTo>
                    <a:lnTo>
                      <a:pt x="911" y="171"/>
                    </a:lnTo>
                    <a:lnTo>
                      <a:pt x="981" y="149"/>
                    </a:lnTo>
                    <a:lnTo>
                      <a:pt x="1051" y="129"/>
                    </a:lnTo>
                    <a:lnTo>
                      <a:pt x="1118" y="110"/>
                    </a:lnTo>
                    <a:lnTo>
                      <a:pt x="1185" y="93"/>
                    </a:lnTo>
                    <a:lnTo>
                      <a:pt x="1248" y="76"/>
                    </a:lnTo>
                    <a:lnTo>
                      <a:pt x="1307" y="62"/>
                    </a:lnTo>
                    <a:lnTo>
                      <a:pt x="1363" y="49"/>
                    </a:lnTo>
                    <a:lnTo>
                      <a:pt x="1414" y="37"/>
                    </a:lnTo>
                    <a:lnTo>
                      <a:pt x="1461" y="28"/>
                    </a:lnTo>
                    <a:lnTo>
                      <a:pt x="1502" y="18"/>
                    </a:lnTo>
                    <a:lnTo>
                      <a:pt x="1537" y="12"/>
                    </a:lnTo>
                    <a:lnTo>
                      <a:pt x="1564" y="6"/>
                    </a:lnTo>
                    <a:lnTo>
                      <a:pt x="1585" y="2"/>
                    </a:lnTo>
                    <a:lnTo>
                      <a:pt x="1597" y="1"/>
                    </a:lnTo>
                    <a:lnTo>
                      <a:pt x="1601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grpSp>
            <p:nvGrpSpPr>
              <p:cNvPr id="159" name="Group 103"/>
              <p:cNvGrpSpPr/>
              <p:nvPr/>
            </p:nvGrpSpPr>
            <p:grpSpPr>
              <a:xfrm>
                <a:off x="4967287" y="4952986"/>
                <a:ext cx="650639" cy="625474"/>
                <a:chOff x="4967288" y="5026025"/>
                <a:chExt cx="574676" cy="552451"/>
              </a:xfrm>
            </p:grpSpPr>
            <p:sp>
              <p:nvSpPr>
                <p:cNvPr id="160" name="Freeform 64"/>
                <p:cNvSpPr>
                  <a:spLocks/>
                </p:cNvSpPr>
                <p:nvPr/>
              </p:nvSpPr>
              <p:spPr bwMode="auto">
                <a:xfrm>
                  <a:off x="5049838" y="5100638"/>
                  <a:ext cx="131763" cy="128588"/>
                </a:xfrm>
                <a:custGeom>
                  <a:avLst/>
                  <a:gdLst>
                    <a:gd name="T0" fmla="*/ 327 w 833"/>
                    <a:gd name="T1" fmla="*/ 0 h 811"/>
                    <a:gd name="T2" fmla="*/ 372 w 833"/>
                    <a:gd name="T3" fmla="*/ 3 h 811"/>
                    <a:gd name="T4" fmla="*/ 414 w 833"/>
                    <a:gd name="T5" fmla="*/ 12 h 811"/>
                    <a:gd name="T6" fmla="*/ 454 w 833"/>
                    <a:gd name="T7" fmla="*/ 25 h 811"/>
                    <a:gd name="T8" fmla="*/ 492 w 833"/>
                    <a:gd name="T9" fmla="*/ 44 h 811"/>
                    <a:gd name="T10" fmla="*/ 527 w 833"/>
                    <a:gd name="T11" fmla="*/ 68 h 811"/>
                    <a:gd name="T12" fmla="*/ 558 w 833"/>
                    <a:gd name="T13" fmla="*/ 95 h 811"/>
                    <a:gd name="T14" fmla="*/ 586 w 833"/>
                    <a:gd name="T15" fmla="*/ 127 h 811"/>
                    <a:gd name="T16" fmla="*/ 609 w 833"/>
                    <a:gd name="T17" fmla="*/ 162 h 811"/>
                    <a:gd name="T18" fmla="*/ 628 w 833"/>
                    <a:gd name="T19" fmla="*/ 200 h 811"/>
                    <a:gd name="T20" fmla="*/ 642 w 833"/>
                    <a:gd name="T21" fmla="*/ 239 h 811"/>
                    <a:gd name="T22" fmla="*/ 651 w 833"/>
                    <a:gd name="T23" fmla="*/ 283 h 811"/>
                    <a:gd name="T24" fmla="*/ 654 w 833"/>
                    <a:gd name="T25" fmla="*/ 327 h 811"/>
                    <a:gd name="T26" fmla="*/ 651 w 833"/>
                    <a:gd name="T27" fmla="*/ 369 h 811"/>
                    <a:gd name="T28" fmla="*/ 642 w 833"/>
                    <a:gd name="T29" fmla="*/ 409 h 811"/>
                    <a:gd name="T30" fmla="*/ 629 w 833"/>
                    <a:gd name="T31" fmla="*/ 447 h 811"/>
                    <a:gd name="T32" fmla="*/ 612 w 833"/>
                    <a:gd name="T33" fmla="*/ 483 h 811"/>
                    <a:gd name="T34" fmla="*/ 833 w 833"/>
                    <a:gd name="T35" fmla="*/ 692 h 811"/>
                    <a:gd name="T36" fmla="*/ 792 w 833"/>
                    <a:gd name="T37" fmla="*/ 729 h 811"/>
                    <a:gd name="T38" fmla="*/ 754 w 833"/>
                    <a:gd name="T39" fmla="*/ 768 h 811"/>
                    <a:gd name="T40" fmla="*/ 720 w 833"/>
                    <a:gd name="T41" fmla="*/ 811 h 811"/>
                    <a:gd name="T42" fmla="*/ 499 w 833"/>
                    <a:gd name="T43" fmla="*/ 603 h 811"/>
                    <a:gd name="T44" fmla="*/ 461 w 833"/>
                    <a:gd name="T45" fmla="*/ 624 h 811"/>
                    <a:gd name="T46" fmla="*/ 418 w 833"/>
                    <a:gd name="T47" fmla="*/ 640 h 811"/>
                    <a:gd name="T48" fmla="*/ 374 w 833"/>
                    <a:gd name="T49" fmla="*/ 650 h 811"/>
                    <a:gd name="T50" fmla="*/ 327 w 833"/>
                    <a:gd name="T51" fmla="*/ 653 h 811"/>
                    <a:gd name="T52" fmla="*/ 283 w 833"/>
                    <a:gd name="T53" fmla="*/ 651 h 811"/>
                    <a:gd name="T54" fmla="*/ 240 w 833"/>
                    <a:gd name="T55" fmla="*/ 642 h 811"/>
                    <a:gd name="T56" fmla="*/ 200 w 833"/>
                    <a:gd name="T57" fmla="*/ 628 h 811"/>
                    <a:gd name="T58" fmla="*/ 162 w 833"/>
                    <a:gd name="T59" fmla="*/ 609 h 811"/>
                    <a:gd name="T60" fmla="*/ 127 w 833"/>
                    <a:gd name="T61" fmla="*/ 585 h 811"/>
                    <a:gd name="T62" fmla="*/ 96 w 833"/>
                    <a:gd name="T63" fmla="*/ 558 h 811"/>
                    <a:gd name="T64" fmla="*/ 68 w 833"/>
                    <a:gd name="T65" fmla="*/ 527 h 811"/>
                    <a:gd name="T66" fmla="*/ 45 w 833"/>
                    <a:gd name="T67" fmla="*/ 491 h 811"/>
                    <a:gd name="T68" fmla="*/ 26 w 833"/>
                    <a:gd name="T69" fmla="*/ 454 h 811"/>
                    <a:gd name="T70" fmla="*/ 11 w 833"/>
                    <a:gd name="T71" fmla="*/ 414 h 811"/>
                    <a:gd name="T72" fmla="*/ 4 w 833"/>
                    <a:gd name="T73" fmla="*/ 371 h 811"/>
                    <a:gd name="T74" fmla="*/ 0 w 833"/>
                    <a:gd name="T75" fmla="*/ 327 h 811"/>
                    <a:gd name="T76" fmla="*/ 4 w 833"/>
                    <a:gd name="T77" fmla="*/ 283 h 811"/>
                    <a:gd name="T78" fmla="*/ 11 w 833"/>
                    <a:gd name="T79" fmla="*/ 239 h 811"/>
                    <a:gd name="T80" fmla="*/ 26 w 833"/>
                    <a:gd name="T81" fmla="*/ 200 h 811"/>
                    <a:gd name="T82" fmla="*/ 45 w 833"/>
                    <a:gd name="T83" fmla="*/ 162 h 811"/>
                    <a:gd name="T84" fmla="*/ 68 w 833"/>
                    <a:gd name="T85" fmla="*/ 127 h 811"/>
                    <a:gd name="T86" fmla="*/ 96 w 833"/>
                    <a:gd name="T87" fmla="*/ 95 h 811"/>
                    <a:gd name="T88" fmla="*/ 127 w 833"/>
                    <a:gd name="T89" fmla="*/ 68 h 811"/>
                    <a:gd name="T90" fmla="*/ 162 w 833"/>
                    <a:gd name="T91" fmla="*/ 44 h 811"/>
                    <a:gd name="T92" fmla="*/ 200 w 833"/>
                    <a:gd name="T93" fmla="*/ 25 h 811"/>
                    <a:gd name="T94" fmla="*/ 240 w 833"/>
                    <a:gd name="T95" fmla="*/ 12 h 811"/>
                    <a:gd name="T96" fmla="*/ 283 w 833"/>
                    <a:gd name="T97" fmla="*/ 3 h 811"/>
                    <a:gd name="T98" fmla="*/ 327 w 833"/>
                    <a:gd name="T99" fmla="*/ 0 h 81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</a:cxnLst>
                  <a:rect l="0" t="0" r="r" b="b"/>
                  <a:pathLst>
                    <a:path w="833" h="811">
                      <a:moveTo>
                        <a:pt x="327" y="0"/>
                      </a:moveTo>
                      <a:lnTo>
                        <a:pt x="372" y="3"/>
                      </a:lnTo>
                      <a:lnTo>
                        <a:pt x="414" y="12"/>
                      </a:lnTo>
                      <a:lnTo>
                        <a:pt x="454" y="25"/>
                      </a:lnTo>
                      <a:lnTo>
                        <a:pt x="492" y="44"/>
                      </a:lnTo>
                      <a:lnTo>
                        <a:pt x="527" y="68"/>
                      </a:lnTo>
                      <a:lnTo>
                        <a:pt x="558" y="95"/>
                      </a:lnTo>
                      <a:lnTo>
                        <a:pt x="586" y="127"/>
                      </a:lnTo>
                      <a:lnTo>
                        <a:pt x="609" y="162"/>
                      </a:lnTo>
                      <a:lnTo>
                        <a:pt x="628" y="200"/>
                      </a:lnTo>
                      <a:lnTo>
                        <a:pt x="642" y="239"/>
                      </a:lnTo>
                      <a:lnTo>
                        <a:pt x="651" y="283"/>
                      </a:lnTo>
                      <a:lnTo>
                        <a:pt x="654" y="327"/>
                      </a:lnTo>
                      <a:lnTo>
                        <a:pt x="651" y="369"/>
                      </a:lnTo>
                      <a:lnTo>
                        <a:pt x="642" y="409"/>
                      </a:lnTo>
                      <a:lnTo>
                        <a:pt x="629" y="447"/>
                      </a:lnTo>
                      <a:lnTo>
                        <a:pt x="612" y="483"/>
                      </a:lnTo>
                      <a:lnTo>
                        <a:pt x="833" y="692"/>
                      </a:lnTo>
                      <a:lnTo>
                        <a:pt x="792" y="729"/>
                      </a:lnTo>
                      <a:lnTo>
                        <a:pt x="754" y="768"/>
                      </a:lnTo>
                      <a:lnTo>
                        <a:pt x="720" y="811"/>
                      </a:lnTo>
                      <a:lnTo>
                        <a:pt x="499" y="603"/>
                      </a:lnTo>
                      <a:lnTo>
                        <a:pt x="461" y="624"/>
                      </a:lnTo>
                      <a:lnTo>
                        <a:pt x="418" y="640"/>
                      </a:lnTo>
                      <a:lnTo>
                        <a:pt x="374" y="650"/>
                      </a:lnTo>
                      <a:lnTo>
                        <a:pt x="327" y="653"/>
                      </a:lnTo>
                      <a:lnTo>
                        <a:pt x="283" y="651"/>
                      </a:lnTo>
                      <a:lnTo>
                        <a:pt x="240" y="642"/>
                      </a:lnTo>
                      <a:lnTo>
                        <a:pt x="200" y="628"/>
                      </a:lnTo>
                      <a:lnTo>
                        <a:pt x="162" y="609"/>
                      </a:lnTo>
                      <a:lnTo>
                        <a:pt x="127" y="585"/>
                      </a:lnTo>
                      <a:lnTo>
                        <a:pt x="96" y="558"/>
                      </a:lnTo>
                      <a:lnTo>
                        <a:pt x="68" y="527"/>
                      </a:lnTo>
                      <a:lnTo>
                        <a:pt x="45" y="491"/>
                      </a:lnTo>
                      <a:lnTo>
                        <a:pt x="26" y="454"/>
                      </a:lnTo>
                      <a:lnTo>
                        <a:pt x="11" y="414"/>
                      </a:lnTo>
                      <a:lnTo>
                        <a:pt x="4" y="371"/>
                      </a:lnTo>
                      <a:lnTo>
                        <a:pt x="0" y="327"/>
                      </a:lnTo>
                      <a:lnTo>
                        <a:pt x="4" y="283"/>
                      </a:lnTo>
                      <a:lnTo>
                        <a:pt x="11" y="239"/>
                      </a:lnTo>
                      <a:lnTo>
                        <a:pt x="26" y="200"/>
                      </a:lnTo>
                      <a:lnTo>
                        <a:pt x="45" y="162"/>
                      </a:lnTo>
                      <a:lnTo>
                        <a:pt x="68" y="127"/>
                      </a:lnTo>
                      <a:lnTo>
                        <a:pt x="96" y="95"/>
                      </a:lnTo>
                      <a:lnTo>
                        <a:pt x="127" y="68"/>
                      </a:lnTo>
                      <a:lnTo>
                        <a:pt x="162" y="44"/>
                      </a:lnTo>
                      <a:lnTo>
                        <a:pt x="200" y="25"/>
                      </a:lnTo>
                      <a:lnTo>
                        <a:pt x="240" y="12"/>
                      </a:lnTo>
                      <a:lnTo>
                        <a:pt x="283" y="3"/>
                      </a:lnTo>
                      <a:lnTo>
                        <a:pt x="327" y="0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61" name="Freeform 65"/>
                <p:cNvSpPr>
                  <a:spLocks/>
                </p:cNvSpPr>
                <p:nvPr/>
              </p:nvSpPr>
              <p:spPr bwMode="auto">
                <a:xfrm>
                  <a:off x="5307013" y="5026025"/>
                  <a:ext cx="136525" cy="179388"/>
                </a:xfrm>
                <a:custGeom>
                  <a:avLst/>
                  <a:gdLst>
                    <a:gd name="T0" fmla="*/ 524 w 852"/>
                    <a:gd name="T1" fmla="*/ 0 h 1132"/>
                    <a:gd name="T2" fmla="*/ 524 w 852"/>
                    <a:gd name="T3" fmla="*/ 0 h 1132"/>
                    <a:gd name="T4" fmla="*/ 569 w 852"/>
                    <a:gd name="T5" fmla="*/ 3 h 1132"/>
                    <a:gd name="T6" fmla="*/ 611 w 852"/>
                    <a:gd name="T7" fmla="*/ 12 h 1132"/>
                    <a:gd name="T8" fmla="*/ 652 w 852"/>
                    <a:gd name="T9" fmla="*/ 27 h 1132"/>
                    <a:gd name="T10" fmla="*/ 690 w 852"/>
                    <a:gd name="T11" fmla="*/ 45 h 1132"/>
                    <a:gd name="T12" fmla="*/ 724 w 852"/>
                    <a:gd name="T13" fmla="*/ 69 h 1132"/>
                    <a:gd name="T14" fmla="*/ 755 w 852"/>
                    <a:gd name="T15" fmla="*/ 96 h 1132"/>
                    <a:gd name="T16" fmla="*/ 783 w 852"/>
                    <a:gd name="T17" fmla="*/ 128 h 1132"/>
                    <a:gd name="T18" fmla="*/ 806 w 852"/>
                    <a:gd name="T19" fmla="*/ 162 h 1132"/>
                    <a:gd name="T20" fmla="*/ 825 w 852"/>
                    <a:gd name="T21" fmla="*/ 200 h 1132"/>
                    <a:gd name="T22" fmla="*/ 839 w 852"/>
                    <a:gd name="T23" fmla="*/ 241 h 1132"/>
                    <a:gd name="T24" fmla="*/ 848 w 852"/>
                    <a:gd name="T25" fmla="*/ 283 h 1132"/>
                    <a:gd name="T26" fmla="*/ 852 w 852"/>
                    <a:gd name="T27" fmla="*/ 327 h 1132"/>
                    <a:gd name="T28" fmla="*/ 848 w 852"/>
                    <a:gd name="T29" fmla="*/ 372 h 1132"/>
                    <a:gd name="T30" fmla="*/ 839 w 852"/>
                    <a:gd name="T31" fmla="*/ 414 h 1132"/>
                    <a:gd name="T32" fmla="*/ 825 w 852"/>
                    <a:gd name="T33" fmla="*/ 455 h 1132"/>
                    <a:gd name="T34" fmla="*/ 806 w 852"/>
                    <a:gd name="T35" fmla="*/ 492 h 1132"/>
                    <a:gd name="T36" fmla="*/ 783 w 852"/>
                    <a:gd name="T37" fmla="*/ 527 h 1132"/>
                    <a:gd name="T38" fmla="*/ 755 w 852"/>
                    <a:gd name="T39" fmla="*/ 558 h 1132"/>
                    <a:gd name="T40" fmla="*/ 724 w 852"/>
                    <a:gd name="T41" fmla="*/ 586 h 1132"/>
                    <a:gd name="T42" fmla="*/ 690 w 852"/>
                    <a:gd name="T43" fmla="*/ 609 h 1132"/>
                    <a:gd name="T44" fmla="*/ 652 w 852"/>
                    <a:gd name="T45" fmla="*/ 628 h 1132"/>
                    <a:gd name="T46" fmla="*/ 611 w 852"/>
                    <a:gd name="T47" fmla="*/ 642 h 1132"/>
                    <a:gd name="T48" fmla="*/ 569 w 852"/>
                    <a:gd name="T49" fmla="*/ 651 h 1132"/>
                    <a:gd name="T50" fmla="*/ 524 w 852"/>
                    <a:gd name="T51" fmla="*/ 654 h 1132"/>
                    <a:gd name="T52" fmla="*/ 493 w 852"/>
                    <a:gd name="T53" fmla="*/ 652 h 1132"/>
                    <a:gd name="T54" fmla="*/ 463 w 852"/>
                    <a:gd name="T55" fmla="*/ 647 h 1132"/>
                    <a:gd name="T56" fmla="*/ 434 w 852"/>
                    <a:gd name="T57" fmla="*/ 640 h 1132"/>
                    <a:gd name="T58" fmla="*/ 142 w 852"/>
                    <a:gd name="T59" fmla="*/ 1132 h 1132"/>
                    <a:gd name="T60" fmla="*/ 96 w 852"/>
                    <a:gd name="T61" fmla="*/ 1100 h 1132"/>
                    <a:gd name="T62" fmla="*/ 50 w 852"/>
                    <a:gd name="T63" fmla="*/ 1072 h 1132"/>
                    <a:gd name="T64" fmla="*/ 0 w 852"/>
                    <a:gd name="T65" fmla="*/ 1048 h 1132"/>
                    <a:gd name="T66" fmla="*/ 292 w 852"/>
                    <a:gd name="T67" fmla="*/ 557 h 1132"/>
                    <a:gd name="T68" fmla="*/ 265 w 852"/>
                    <a:gd name="T69" fmla="*/ 526 h 1132"/>
                    <a:gd name="T70" fmla="*/ 242 w 852"/>
                    <a:gd name="T71" fmla="*/ 491 h 1132"/>
                    <a:gd name="T72" fmla="*/ 223 w 852"/>
                    <a:gd name="T73" fmla="*/ 454 h 1132"/>
                    <a:gd name="T74" fmla="*/ 209 w 852"/>
                    <a:gd name="T75" fmla="*/ 414 h 1132"/>
                    <a:gd name="T76" fmla="*/ 201 w 852"/>
                    <a:gd name="T77" fmla="*/ 372 h 1132"/>
                    <a:gd name="T78" fmla="*/ 197 w 852"/>
                    <a:gd name="T79" fmla="*/ 327 h 1132"/>
                    <a:gd name="T80" fmla="*/ 201 w 852"/>
                    <a:gd name="T81" fmla="*/ 283 h 1132"/>
                    <a:gd name="T82" fmla="*/ 209 w 852"/>
                    <a:gd name="T83" fmla="*/ 240 h 1132"/>
                    <a:gd name="T84" fmla="*/ 223 w 852"/>
                    <a:gd name="T85" fmla="*/ 200 h 1132"/>
                    <a:gd name="T86" fmla="*/ 242 w 852"/>
                    <a:gd name="T87" fmla="*/ 162 h 1132"/>
                    <a:gd name="T88" fmla="*/ 266 w 852"/>
                    <a:gd name="T89" fmla="*/ 128 h 1132"/>
                    <a:gd name="T90" fmla="*/ 293 w 852"/>
                    <a:gd name="T91" fmla="*/ 96 h 1132"/>
                    <a:gd name="T92" fmla="*/ 325 w 852"/>
                    <a:gd name="T93" fmla="*/ 69 h 1132"/>
                    <a:gd name="T94" fmla="*/ 359 w 852"/>
                    <a:gd name="T95" fmla="*/ 45 h 1132"/>
                    <a:gd name="T96" fmla="*/ 397 w 852"/>
                    <a:gd name="T97" fmla="*/ 27 h 1132"/>
                    <a:gd name="T98" fmla="*/ 437 w 852"/>
                    <a:gd name="T99" fmla="*/ 12 h 1132"/>
                    <a:gd name="T100" fmla="*/ 480 w 852"/>
                    <a:gd name="T101" fmla="*/ 3 h 1132"/>
                    <a:gd name="T102" fmla="*/ 524 w 852"/>
                    <a:gd name="T103" fmla="*/ 0 h 113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</a:cxnLst>
                  <a:rect l="0" t="0" r="r" b="b"/>
                  <a:pathLst>
                    <a:path w="852" h="1132">
                      <a:moveTo>
                        <a:pt x="524" y="0"/>
                      </a:moveTo>
                      <a:lnTo>
                        <a:pt x="524" y="0"/>
                      </a:lnTo>
                      <a:lnTo>
                        <a:pt x="569" y="3"/>
                      </a:lnTo>
                      <a:lnTo>
                        <a:pt x="611" y="12"/>
                      </a:lnTo>
                      <a:lnTo>
                        <a:pt x="652" y="27"/>
                      </a:lnTo>
                      <a:lnTo>
                        <a:pt x="690" y="45"/>
                      </a:lnTo>
                      <a:lnTo>
                        <a:pt x="724" y="69"/>
                      </a:lnTo>
                      <a:lnTo>
                        <a:pt x="755" y="96"/>
                      </a:lnTo>
                      <a:lnTo>
                        <a:pt x="783" y="128"/>
                      </a:lnTo>
                      <a:lnTo>
                        <a:pt x="806" y="162"/>
                      </a:lnTo>
                      <a:lnTo>
                        <a:pt x="825" y="200"/>
                      </a:lnTo>
                      <a:lnTo>
                        <a:pt x="839" y="241"/>
                      </a:lnTo>
                      <a:lnTo>
                        <a:pt x="848" y="283"/>
                      </a:lnTo>
                      <a:lnTo>
                        <a:pt x="852" y="327"/>
                      </a:lnTo>
                      <a:lnTo>
                        <a:pt x="848" y="372"/>
                      </a:lnTo>
                      <a:lnTo>
                        <a:pt x="839" y="414"/>
                      </a:lnTo>
                      <a:lnTo>
                        <a:pt x="825" y="455"/>
                      </a:lnTo>
                      <a:lnTo>
                        <a:pt x="806" y="492"/>
                      </a:lnTo>
                      <a:lnTo>
                        <a:pt x="783" y="527"/>
                      </a:lnTo>
                      <a:lnTo>
                        <a:pt x="755" y="558"/>
                      </a:lnTo>
                      <a:lnTo>
                        <a:pt x="724" y="586"/>
                      </a:lnTo>
                      <a:lnTo>
                        <a:pt x="690" y="609"/>
                      </a:lnTo>
                      <a:lnTo>
                        <a:pt x="652" y="628"/>
                      </a:lnTo>
                      <a:lnTo>
                        <a:pt x="611" y="642"/>
                      </a:lnTo>
                      <a:lnTo>
                        <a:pt x="569" y="651"/>
                      </a:lnTo>
                      <a:lnTo>
                        <a:pt x="524" y="654"/>
                      </a:lnTo>
                      <a:lnTo>
                        <a:pt x="493" y="652"/>
                      </a:lnTo>
                      <a:lnTo>
                        <a:pt x="463" y="647"/>
                      </a:lnTo>
                      <a:lnTo>
                        <a:pt x="434" y="640"/>
                      </a:lnTo>
                      <a:lnTo>
                        <a:pt x="142" y="1132"/>
                      </a:lnTo>
                      <a:lnTo>
                        <a:pt x="96" y="1100"/>
                      </a:lnTo>
                      <a:lnTo>
                        <a:pt x="50" y="1072"/>
                      </a:lnTo>
                      <a:lnTo>
                        <a:pt x="0" y="1048"/>
                      </a:lnTo>
                      <a:lnTo>
                        <a:pt x="292" y="557"/>
                      </a:lnTo>
                      <a:lnTo>
                        <a:pt x="265" y="526"/>
                      </a:lnTo>
                      <a:lnTo>
                        <a:pt x="242" y="491"/>
                      </a:lnTo>
                      <a:lnTo>
                        <a:pt x="223" y="454"/>
                      </a:lnTo>
                      <a:lnTo>
                        <a:pt x="209" y="414"/>
                      </a:lnTo>
                      <a:lnTo>
                        <a:pt x="201" y="372"/>
                      </a:lnTo>
                      <a:lnTo>
                        <a:pt x="197" y="327"/>
                      </a:lnTo>
                      <a:lnTo>
                        <a:pt x="201" y="283"/>
                      </a:lnTo>
                      <a:lnTo>
                        <a:pt x="209" y="240"/>
                      </a:lnTo>
                      <a:lnTo>
                        <a:pt x="223" y="200"/>
                      </a:lnTo>
                      <a:lnTo>
                        <a:pt x="242" y="162"/>
                      </a:lnTo>
                      <a:lnTo>
                        <a:pt x="266" y="128"/>
                      </a:lnTo>
                      <a:lnTo>
                        <a:pt x="293" y="96"/>
                      </a:lnTo>
                      <a:lnTo>
                        <a:pt x="325" y="69"/>
                      </a:lnTo>
                      <a:lnTo>
                        <a:pt x="359" y="45"/>
                      </a:lnTo>
                      <a:lnTo>
                        <a:pt x="397" y="27"/>
                      </a:lnTo>
                      <a:lnTo>
                        <a:pt x="437" y="12"/>
                      </a:lnTo>
                      <a:lnTo>
                        <a:pt x="480" y="3"/>
                      </a:lnTo>
                      <a:lnTo>
                        <a:pt x="524" y="0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62" name="Freeform 66"/>
                <p:cNvSpPr>
                  <a:spLocks/>
                </p:cNvSpPr>
                <p:nvPr/>
              </p:nvSpPr>
              <p:spPr bwMode="auto">
                <a:xfrm>
                  <a:off x="5375276" y="5272088"/>
                  <a:ext cx="166688" cy="103188"/>
                </a:xfrm>
                <a:custGeom>
                  <a:avLst/>
                  <a:gdLst>
                    <a:gd name="T0" fmla="*/ 729 w 1055"/>
                    <a:gd name="T1" fmla="*/ 0 h 653"/>
                    <a:gd name="T2" fmla="*/ 773 w 1055"/>
                    <a:gd name="T3" fmla="*/ 2 h 653"/>
                    <a:gd name="T4" fmla="*/ 816 w 1055"/>
                    <a:gd name="T5" fmla="*/ 11 h 653"/>
                    <a:gd name="T6" fmla="*/ 856 w 1055"/>
                    <a:gd name="T7" fmla="*/ 25 h 653"/>
                    <a:gd name="T8" fmla="*/ 893 w 1055"/>
                    <a:gd name="T9" fmla="*/ 44 h 653"/>
                    <a:gd name="T10" fmla="*/ 929 w 1055"/>
                    <a:gd name="T11" fmla="*/ 68 h 653"/>
                    <a:gd name="T12" fmla="*/ 960 w 1055"/>
                    <a:gd name="T13" fmla="*/ 95 h 653"/>
                    <a:gd name="T14" fmla="*/ 988 w 1055"/>
                    <a:gd name="T15" fmla="*/ 126 h 653"/>
                    <a:gd name="T16" fmla="*/ 1011 w 1055"/>
                    <a:gd name="T17" fmla="*/ 162 h 653"/>
                    <a:gd name="T18" fmla="*/ 1030 w 1055"/>
                    <a:gd name="T19" fmla="*/ 200 h 653"/>
                    <a:gd name="T20" fmla="*/ 1044 w 1055"/>
                    <a:gd name="T21" fmla="*/ 239 h 653"/>
                    <a:gd name="T22" fmla="*/ 1053 w 1055"/>
                    <a:gd name="T23" fmla="*/ 282 h 653"/>
                    <a:gd name="T24" fmla="*/ 1055 w 1055"/>
                    <a:gd name="T25" fmla="*/ 326 h 653"/>
                    <a:gd name="T26" fmla="*/ 1053 w 1055"/>
                    <a:gd name="T27" fmla="*/ 370 h 653"/>
                    <a:gd name="T28" fmla="*/ 1044 w 1055"/>
                    <a:gd name="T29" fmla="*/ 414 h 653"/>
                    <a:gd name="T30" fmla="*/ 1030 w 1055"/>
                    <a:gd name="T31" fmla="*/ 454 h 653"/>
                    <a:gd name="T32" fmla="*/ 1011 w 1055"/>
                    <a:gd name="T33" fmla="*/ 491 h 653"/>
                    <a:gd name="T34" fmla="*/ 988 w 1055"/>
                    <a:gd name="T35" fmla="*/ 526 h 653"/>
                    <a:gd name="T36" fmla="*/ 960 w 1055"/>
                    <a:gd name="T37" fmla="*/ 558 h 653"/>
                    <a:gd name="T38" fmla="*/ 929 w 1055"/>
                    <a:gd name="T39" fmla="*/ 584 h 653"/>
                    <a:gd name="T40" fmla="*/ 893 w 1055"/>
                    <a:gd name="T41" fmla="*/ 609 h 653"/>
                    <a:gd name="T42" fmla="*/ 856 w 1055"/>
                    <a:gd name="T43" fmla="*/ 628 h 653"/>
                    <a:gd name="T44" fmla="*/ 816 w 1055"/>
                    <a:gd name="T45" fmla="*/ 641 h 653"/>
                    <a:gd name="T46" fmla="*/ 773 w 1055"/>
                    <a:gd name="T47" fmla="*/ 650 h 653"/>
                    <a:gd name="T48" fmla="*/ 729 w 1055"/>
                    <a:gd name="T49" fmla="*/ 653 h 653"/>
                    <a:gd name="T50" fmla="*/ 685 w 1055"/>
                    <a:gd name="T51" fmla="*/ 650 h 653"/>
                    <a:gd name="T52" fmla="*/ 644 w 1055"/>
                    <a:gd name="T53" fmla="*/ 642 h 653"/>
                    <a:gd name="T54" fmla="*/ 604 w 1055"/>
                    <a:gd name="T55" fmla="*/ 628 h 653"/>
                    <a:gd name="T56" fmla="*/ 566 w 1055"/>
                    <a:gd name="T57" fmla="*/ 610 h 653"/>
                    <a:gd name="T58" fmla="*/ 532 w 1055"/>
                    <a:gd name="T59" fmla="*/ 587 h 653"/>
                    <a:gd name="T60" fmla="*/ 501 w 1055"/>
                    <a:gd name="T61" fmla="*/ 560 h 653"/>
                    <a:gd name="T62" fmla="*/ 474 w 1055"/>
                    <a:gd name="T63" fmla="*/ 529 h 653"/>
                    <a:gd name="T64" fmla="*/ 450 w 1055"/>
                    <a:gd name="T65" fmla="*/ 495 h 653"/>
                    <a:gd name="T66" fmla="*/ 431 w 1055"/>
                    <a:gd name="T67" fmla="*/ 458 h 653"/>
                    <a:gd name="T68" fmla="*/ 416 w 1055"/>
                    <a:gd name="T69" fmla="*/ 419 h 653"/>
                    <a:gd name="T70" fmla="*/ 407 w 1055"/>
                    <a:gd name="T71" fmla="*/ 377 h 653"/>
                    <a:gd name="T72" fmla="*/ 0 w 1055"/>
                    <a:gd name="T73" fmla="*/ 337 h 653"/>
                    <a:gd name="T74" fmla="*/ 9 w 1055"/>
                    <a:gd name="T75" fmla="*/ 287 h 653"/>
                    <a:gd name="T76" fmla="*/ 15 w 1055"/>
                    <a:gd name="T77" fmla="*/ 235 h 653"/>
                    <a:gd name="T78" fmla="*/ 17 w 1055"/>
                    <a:gd name="T79" fmla="*/ 182 h 653"/>
                    <a:gd name="T80" fmla="*/ 16 w 1055"/>
                    <a:gd name="T81" fmla="*/ 173 h 653"/>
                    <a:gd name="T82" fmla="*/ 423 w 1055"/>
                    <a:gd name="T83" fmla="*/ 214 h 653"/>
                    <a:gd name="T84" fmla="*/ 441 w 1055"/>
                    <a:gd name="T85" fmla="*/ 173 h 653"/>
                    <a:gd name="T86" fmla="*/ 464 w 1055"/>
                    <a:gd name="T87" fmla="*/ 136 h 653"/>
                    <a:gd name="T88" fmla="*/ 492 w 1055"/>
                    <a:gd name="T89" fmla="*/ 103 h 653"/>
                    <a:gd name="T90" fmla="*/ 524 w 1055"/>
                    <a:gd name="T91" fmla="*/ 73 h 653"/>
                    <a:gd name="T92" fmla="*/ 558 w 1055"/>
                    <a:gd name="T93" fmla="*/ 48 h 653"/>
                    <a:gd name="T94" fmla="*/ 597 w 1055"/>
                    <a:gd name="T95" fmla="*/ 28 h 653"/>
                    <a:gd name="T96" fmla="*/ 639 w 1055"/>
                    <a:gd name="T97" fmla="*/ 12 h 653"/>
                    <a:gd name="T98" fmla="*/ 683 w 1055"/>
                    <a:gd name="T99" fmla="*/ 3 h 653"/>
                    <a:gd name="T100" fmla="*/ 729 w 1055"/>
                    <a:gd name="T101" fmla="*/ 0 h 65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</a:cxnLst>
                  <a:rect l="0" t="0" r="r" b="b"/>
                  <a:pathLst>
                    <a:path w="1055" h="653">
                      <a:moveTo>
                        <a:pt x="729" y="0"/>
                      </a:moveTo>
                      <a:lnTo>
                        <a:pt x="773" y="2"/>
                      </a:lnTo>
                      <a:lnTo>
                        <a:pt x="816" y="11"/>
                      </a:lnTo>
                      <a:lnTo>
                        <a:pt x="856" y="25"/>
                      </a:lnTo>
                      <a:lnTo>
                        <a:pt x="893" y="44"/>
                      </a:lnTo>
                      <a:lnTo>
                        <a:pt x="929" y="68"/>
                      </a:lnTo>
                      <a:lnTo>
                        <a:pt x="960" y="95"/>
                      </a:lnTo>
                      <a:lnTo>
                        <a:pt x="988" y="126"/>
                      </a:lnTo>
                      <a:lnTo>
                        <a:pt x="1011" y="162"/>
                      </a:lnTo>
                      <a:lnTo>
                        <a:pt x="1030" y="200"/>
                      </a:lnTo>
                      <a:lnTo>
                        <a:pt x="1044" y="239"/>
                      </a:lnTo>
                      <a:lnTo>
                        <a:pt x="1053" y="282"/>
                      </a:lnTo>
                      <a:lnTo>
                        <a:pt x="1055" y="326"/>
                      </a:lnTo>
                      <a:lnTo>
                        <a:pt x="1053" y="370"/>
                      </a:lnTo>
                      <a:lnTo>
                        <a:pt x="1044" y="414"/>
                      </a:lnTo>
                      <a:lnTo>
                        <a:pt x="1030" y="454"/>
                      </a:lnTo>
                      <a:lnTo>
                        <a:pt x="1011" y="491"/>
                      </a:lnTo>
                      <a:lnTo>
                        <a:pt x="988" y="526"/>
                      </a:lnTo>
                      <a:lnTo>
                        <a:pt x="960" y="558"/>
                      </a:lnTo>
                      <a:lnTo>
                        <a:pt x="929" y="584"/>
                      </a:lnTo>
                      <a:lnTo>
                        <a:pt x="893" y="609"/>
                      </a:lnTo>
                      <a:lnTo>
                        <a:pt x="856" y="628"/>
                      </a:lnTo>
                      <a:lnTo>
                        <a:pt x="816" y="641"/>
                      </a:lnTo>
                      <a:lnTo>
                        <a:pt x="773" y="650"/>
                      </a:lnTo>
                      <a:lnTo>
                        <a:pt x="729" y="653"/>
                      </a:lnTo>
                      <a:lnTo>
                        <a:pt x="685" y="650"/>
                      </a:lnTo>
                      <a:lnTo>
                        <a:pt x="644" y="642"/>
                      </a:lnTo>
                      <a:lnTo>
                        <a:pt x="604" y="628"/>
                      </a:lnTo>
                      <a:lnTo>
                        <a:pt x="566" y="610"/>
                      </a:lnTo>
                      <a:lnTo>
                        <a:pt x="532" y="587"/>
                      </a:lnTo>
                      <a:lnTo>
                        <a:pt x="501" y="560"/>
                      </a:lnTo>
                      <a:lnTo>
                        <a:pt x="474" y="529"/>
                      </a:lnTo>
                      <a:lnTo>
                        <a:pt x="450" y="495"/>
                      </a:lnTo>
                      <a:lnTo>
                        <a:pt x="431" y="458"/>
                      </a:lnTo>
                      <a:lnTo>
                        <a:pt x="416" y="419"/>
                      </a:lnTo>
                      <a:lnTo>
                        <a:pt x="407" y="377"/>
                      </a:lnTo>
                      <a:lnTo>
                        <a:pt x="0" y="337"/>
                      </a:lnTo>
                      <a:lnTo>
                        <a:pt x="9" y="287"/>
                      </a:lnTo>
                      <a:lnTo>
                        <a:pt x="15" y="235"/>
                      </a:lnTo>
                      <a:lnTo>
                        <a:pt x="17" y="182"/>
                      </a:lnTo>
                      <a:lnTo>
                        <a:pt x="16" y="173"/>
                      </a:lnTo>
                      <a:lnTo>
                        <a:pt x="423" y="214"/>
                      </a:lnTo>
                      <a:lnTo>
                        <a:pt x="441" y="173"/>
                      </a:lnTo>
                      <a:lnTo>
                        <a:pt x="464" y="136"/>
                      </a:lnTo>
                      <a:lnTo>
                        <a:pt x="492" y="103"/>
                      </a:lnTo>
                      <a:lnTo>
                        <a:pt x="524" y="73"/>
                      </a:lnTo>
                      <a:lnTo>
                        <a:pt x="558" y="48"/>
                      </a:lnTo>
                      <a:lnTo>
                        <a:pt x="597" y="28"/>
                      </a:lnTo>
                      <a:lnTo>
                        <a:pt x="639" y="12"/>
                      </a:lnTo>
                      <a:lnTo>
                        <a:pt x="683" y="3"/>
                      </a:lnTo>
                      <a:lnTo>
                        <a:pt x="729" y="0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63" name="Freeform 67"/>
                <p:cNvSpPr>
                  <a:spLocks/>
                </p:cNvSpPr>
                <p:nvPr/>
              </p:nvSpPr>
              <p:spPr bwMode="auto">
                <a:xfrm>
                  <a:off x="5259388" y="5411788"/>
                  <a:ext cx="103188" cy="166688"/>
                </a:xfrm>
                <a:custGeom>
                  <a:avLst/>
                  <a:gdLst>
                    <a:gd name="T0" fmla="*/ 246 w 654"/>
                    <a:gd name="T1" fmla="*/ 0 h 1049"/>
                    <a:gd name="T2" fmla="*/ 337 w 654"/>
                    <a:gd name="T3" fmla="*/ 397 h 1049"/>
                    <a:gd name="T4" fmla="*/ 383 w 654"/>
                    <a:gd name="T5" fmla="*/ 402 h 1049"/>
                    <a:gd name="T6" fmla="*/ 429 w 654"/>
                    <a:gd name="T7" fmla="*/ 413 h 1049"/>
                    <a:gd name="T8" fmla="*/ 471 w 654"/>
                    <a:gd name="T9" fmla="*/ 431 h 1049"/>
                    <a:gd name="T10" fmla="*/ 510 w 654"/>
                    <a:gd name="T11" fmla="*/ 453 h 1049"/>
                    <a:gd name="T12" fmla="*/ 545 w 654"/>
                    <a:gd name="T13" fmla="*/ 480 h 1049"/>
                    <a:gd name="T14" fmla="*/ 576 w 654"/>
                    <a:gd name="T15" fmla="*/ 513 h 1049"/>
                    <a:gd name="T16" fmla="*/ 603 w 654"/>
                    <a:gd name="T17" fmla="*/ 548 h 1049"/>
                    <a:gd name="T18" fmla="*/ 624 w 654"/>
                    <a:gd name="T19" fmla="*/ 588 h 1049"/>
                    <a:gd name="T20" fmla="*/ 641 w 654"/>
                    <a:gd name="T21" fmla="*/ 630 h 1049"/>
                    <a:gd name="T22" fmla="*/ 651 w 654"/>
                    <a:gd name="T23" fmla="*/ 676 h 1049"/>
                    <a:gd name="T24" fmla="*/ 654 w 654"/>
                    <a:gd name="T25" fmla="*/ 723 h 1049"/>
                    <a:gd name="T26" fmla="*/ 651 w 654"/>
                    <a:gd name="T27" fmla="*/ 768 h 1049"/>
                    <a:gd name="T28" fmla="*/ 642 w 654"/>
                    <a:gd name="T29" fmla="*/ 810 h 1049"/>
                    <a:gd name="T30" fmla="*/ 628 w 654"/>
                    <a:gd name="T31" fmla="*/ 850 h 1049"/>
                    <a:gd name="T32" fmla="*/ 608 w 654"/>
                    <a:gd name="T33" fmla="*/ 887 h 1049"/>
                    <a:gd name="T34" fmla="*/ 585 w 654"/>
                    <a:gd name="T35" fmla="*/ 923 h 1049"/>
                    <a:gd name="T36" fmla="*/ 557 w 654"/>
                    <a:gd name="T37" fmla="*/ 954 h 1049"/>
                    <a:gd name="T38" fmla="*/ 526 w 654"/>
                    <a:gd name="T39" fmla="*/ 982 h 1049"/>
                    <a:gd name="T40" fmla="*/ 492 w 654"/>
                    <a:gd name="T41" fmla="*/ 1005 h 1049"/>
                    <a:gd name="T42" fmla="*/ 454 w 654"/>
                    <a:gd name="T43" fmla="*/ 1024 h 1049"/>
                    <a:gd name="T44" fmla="*/ 413 w 654"/>
                    <a:gd name="T45" fmla="*/ 1038 h 1049"/>
                    <a:gd name="T46" fmla="*/ 371 w 654"/>
                    <a:gd name="T47" fmla="*/ 1047 h 1049"/>
                    <a:gd name="T48" fmla="*/ 327 w 654"/>
                    <a:gd name="T49" fmla="*/ 1049 h 1049"/>
                    <a:gd name="T50" fmla="*/ 282 w 654"/>
                    <a:gd name="T51" fmla="*/ 1047 h 1049"/>
                    <a:gd name="T52" fmla="*/ 240 w 654"/>
                    <a:gd name="T53" fmla="*/ 1038 h 1049"/>
                    <a:gd name="T54" fmla="*/ 199 w 654"/>
                    <a:gd name="T55" fmla="*/ 1024 h 1049"/>
                    <a:gd name="T56" fmla="*/ 161 w 654"/>
                    <a:gd name="T57" fmla="*/ 1005 h 1049"/>
                    <a:gd name="T58" fmla="*/ 127 w 654"/>
                    <a:gd name="T59" fmla="*/ 982 h 1049"/>
                    <a:gd name="T60" fmla="*/ 96 w 654"/>
                    <a:gd name="T61" fmla="*/ 954 h 1049"/>
                    <a:gd name="T62" fmla="*/ 68 w 654"/>
                    <a:gd name="T63" fmla="*/ 923 h 1049"/>
                    <a:gd name="T64" fmla="*/ 45 w 654"/>
                    <a:gd name="T65" fmla="*/ 887 h 1049"/>
                    <a:gd name="T66" fmla="*/ 26 w 654"/>
                    <a:gd name="T67" fmla="*/ 850 h 1049"/>
                    <a:gd name="T68" fmla="*/ 12 w 654"/>
                    <a:gd name="T69" fmla="*/ 810 h 1049"/>
                    <a:gd name="T70" fmla="*/ 3 w 654"/>
                    <a:gd name="T71" fmla="*/ 768 h 1049"/>
                    <a:gd name="T72" fmla="*/ 0 w 654"/>
                    <a:gd name="T73" fmla="*/ 723 h 1049"/>
                    <a:gd name="T74" fmla="*/ 3 w 654"/>
                    <a:gd name="T75" fmla="*/ 677 h 1049"/>
                    <a:gd name="T76" fmla="*/ 13 w 654"/>
                    <a:gd name="T77" fmla="*/ 632 h 1049"/>
                    <a:gd name="T78" fmla="*/ 28 w 654"/>
                    <a:gd name="T79" fmla="*/ 591 h 1049"/>
                    <a:gd name="T80" fmla="*/ 49 w 654"/>
                    <a:gd name="T81" fmla="*/ 553 h 1049"/>
                    <a:gd name="T82" fmla="*/ 75 w 654"/>
                    <a:gd name="T83" fmla="*/ 517 h 1049"/>
                    <a:gd name="T84" fmla="*/ 105 w 654"/>
                    <a:gd name="T85" fmla="*/ 485 h 1049"/>
                    <a:gd name="T86" fmla="*/ 139 w 654"/>
                    <a:gd name="T87" fmla="*/ 457 h 1049"/>
                    <a:gd name="T88" fmla="*/ 177 w 654"/>
                    <a:gd name="T89" fmla="*/ 435 h 1049"/>
                    <a:gd name="T90" fmla="*/ 85 w 654"/>
                    <a:gd name="T91" fmla="*/ 37 h 1049"/>
                    <a:gd name="T92" fmla="*/ 140 w 654"/>
                    <a:gd name="T93" fmla="*/ 28 h 1049"/>
                    <a:gd name="T94" fmla="*/ 194 w 654"/>
                    <a:gd name="T95" fmla="*/ 16 h 1049"/>
                    <a:gd name="T96" fmla="*/ 246 w 654"/>
                    <a:gd name="T97" fmla="*/ 0 h 104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</a:cxnLst>
                  <a:rect l="0" t="0" r="r" b="b"/>
                  <a:pathLst>
                    <a:path w="654" h="1049">
                      <a:moveTo>
                        <a:pt x="246" y="0"/>
                      </a:moveTo>
                      <a:lnTo>
                        <a:pt x="337" y="397"/>
                      </a:lnTo>
                      <a:lnTo>
                        <a:pt x="383" y="402"/>
                      </a:lnTo>
                      <a:lnTo>
                        <a:pt x="429" y="413"/>
                      </a:lnTo>
                      <a:lnTo>
                        <a:pt x="471" y="431"/>
                      </a:lnTo>
                      <a:lnTo>
                        <a:pt x="510" y="453"/>
                      </a:lnTo>
                      <a:lnTo>
                        <a:pt x="545" y="480"/>
                      </a:lnTo>
                      <a:lnTo>
                        <a:pt x="576" y="513"/>
                      </a:lnTo>
                      <a:lnTo>
                        <a:pt x="603" y="548"/>
                      </a:lnTo>
                      <a:lnTo>
                        <a:pt x="624" y="588"/>
                      </a:lnTo>
                      <a:lnTo>
                        <a:pt x="641" y="630"/>
                      </a:lnTo>
                      <a:lnTo>
                        <a:pt x="651" y="676"/>
                      </a:lnTo>
                      <a:lnTo>
                        <a:pt x="654" y="723"/>
                      </a:lnTo>
                      <a:lnTo>
                        <a:pt x="651" y="768"/>
                      </a:lnTo>
                      <a:lnTo>
                        <a:pt x="642" y="810"/>
                      </a:lnTo>
                      <a:lnTo>
                        <a:pt x="628" y="850"/>
                      </a:lnTo>
                      <a:lnTo>
                        <a:pt x="608" y="887"/>
                      </a:lnTo>
                      <a:lnTo>
                        <a:pt x="585" y="923"/>
                      </a:lnTo>
                      <a:lnTo>
                        <a:pt x="557" y="954"/>
                      </a:lnTo>
                      <a:lnTo>
                        <a:pt x="526" y="982"/>
                      </a:lnTo>
                      <a:lnTo>
                        <a:pt x="492" y="1005"/>
                      </a:lnTo>
                      <a:lnTo>
                        <a:pt x="454" y="1024"/>
                      </a:lnTo>
                      <a:lnTo>
                        <a:pt x="413" y="1038"/>
                      </a:lnTo>
                      <a:lnTo>
                        <a:pt x="371" y="1047"/>
                      </a:lnTo>
                      <a:lnTo>
                        <a:pt x="327" y="1049"/>
                      </a:lnTo>
                      <a:lnTo>
                        <a:pt x="282" y="1047"/>
                      </a:lnTo>
                      <a:lnTo>
                        <a:pt x="240" y="1038"/>
                      </a:lnTo>
                      <a:lnTo>
                        <a:pt x="199" y="1024"/>
                      </a:lnTo>
                      <a:lnTo>
                        <a:pt x="161" y="1005"/>
                      </a:lnTo>
                      <a:lnTo>
                        <a:pt x="127" y="982"/>
                      </a:lnTo>
                      <a:lnTo>
                        <a:pt x="96" y="954"/>
                      </a:lnTo>
                      <a:lnTo>
                        <a:pt x="68" y="923"/>
                      </a:lnTo>
                      <a:lnTo>
                        <a:pt x="45" y="887"/>
                      </a:lnTo>
                      <a:lnTo>
                        <a:pt x="26" y="850"/>
                      </a:lnTo>
                      <a:lnTo>
                        <a:pt x="12" y="810"/>
                      </a:lnTo>
                      <a:lnTo>
                        <a:pt x="3" y="768"/>
                      </a:lnTo>
                      <a:lnTo>
                        <a:pt x="0" y="723"/>
                      </a:lnTo>
                      <a:lnTo>
                        <a:pt x="3" y="677"/>
                      </a:lnTo>
                      <a:lnTo>
                        <a:pt x="13" y="632"/>
                      </a:lnTo>
                      <a:lnTo>
                        <a:pt x="28" y="591"/>
                      </a:lnTo>
                      <a:lnTo>
                        <a:pt x="49" y="553"/>
                      </a:lnTo>
                      <a:lnTo>
                        <a:pt x="75" y="517"/>
                      </a:lnTo>
                      <a:lnTo>
                        <a:pt x="105" y="485"/>
                      </a:lnTo>
                      <a:lnTo>
                        <a:pt x="139" y="457"/>
                      </a:lnTo>
                      <a:lnTo>
                        <a:pt x="177" y="435"/>
                      </a:lnTo>
                      <a:lnTo>
                        <a:pt x="85" y="37"/>
                      </a:lnTo>
                      <a:lnTo>
                        <a:pt x="140" y="28"/>
                      </a:lnTo>
                      <a:lnTo>
                        <a:pt x="194" y="16"/>
                      </a:lnTo>
                      <a:lnTo>
                        <a:pt x="246" y="0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64" name="Freeform 68"/>
                <p:cNvSpPr>
                  <a:spLocks/>
                </p:cNvSpPr>
                <p:nvPr/>
              </p:nvSpPr>
              <p:spPr bwMode="auto">
                <a:xfrm>
                  <a:off x="4967288" y="5326063"/>
                  <a:ext cx="184150" cy="106363"/>
                </a:xfrm>
                <a:custGeom>
                  <a:avLst/>
                  <a:gdLst>
                    <a:gd name="T0" fmla="*/ 1106 w 1159"/>
                    <a:gd name="T1" fmla="*/ 0 h 675"/>
                    <a:gd name="T2" fmla="*/ 1120 w 1159"/>
                    <a:gd name="T3" fmla="*/ 54 h 675"/>
                    <a:gd name="T4" fmla="*/ 1138 w 1159"/>
                    <a:gd name="T5" fmla="*/ 106 h 675"/>
                    <a:gd name="T6" fmla="*/ 1159 w 1159"/>
                    <a:gd name="T7" fmla="*/ 156 h 675"/>
                    <a:gd name="T8" fmla="*/ 651 w 1159"/>
                    <a:gd name="T9" fmla="*/ 326 h 675"/>
                    <a:gd name="T10" fmla="*/ 652 w 1159"/>
                    <a:gd name="T11" fmla="*/ 336 h 675"/>
                    <a:gd name="T12" fmla="*/ 653 w 1159"/>
                    <a:gd name="T13" fmla="*/ 348 h 675"/>
                    <a:gd name="T14" fmla="*/ 651 w 1159"/>
                    <a:gd name="T15" fmla="*/ 392 h 675"/>
                    <a:gd name="T16" fmla="*/ 642 w 1159"/>
                    <a:gd name="T17" fmla="*/ 435 h 675"/>
                    <a:gd name="T18" fmla="*/ 628 w 1159"/>
                    <a:gd name="T19" fmla="*/ 475 h 675"/>
                    <a:gd name="T20" fmla="*/ 609 w 1159"/>
                    <a:gd name="T21" fmla="*/ 513 h 675"/>
                    <a:gd name="T22" fmla="*/ 586 w 1159"/>
                    <a:gd name="T23" fmla="*/ 547 h 675"/>
                    <a:gd name="T24" fmla="*/ 558 w 1159"/>
                    <a:gd name="T25" fmla="*/ 579 h 675"/>
                    <a:gd name="T26" fmla="*/ 527 w 1159"/>
                    <a:gd name="T27" fmla="*/ 607 h 675"/>
                    <a:gd name="T28" fmla="*/ 491 w 1159"/>
                    <a:gd name="T29" fmla="*/ 630 h 675"/>
                    <a:gd name="T30" fmla="*/ 454 w 1159"/>
                    <a:gd name="T31" fmla="*/ 649 h 675"/>
                    <a:gd name="T32" fmla="*/ 414 w 1159"/>
                    <a:gd name="T33" fmla="*/ 664 h 675"/>
                    <a:gd name="T34" fmla="*/ 370 w 1159"/>
                    <a:gd name="T35" fmla="*/ 671 h 675"/>
                    <a:gd name="T36" fmla="*/ 326 w 1159"/>
                    <a:gd name="T37" fmla="*/ 675 h 675"/>
                    <a:gd name="T38" fmla="*/ 282 w 1159"/>
                    <a:gd name="T39" fmla="*/ 671 h 675"/>
                    <a:gd name="T40" fmla="*/ 240 w 1159"/>
                    <a:gd name="T41" fmla="*/ 664 h 675"/>
                    <a:gd name="T42" fmla="*/ 200 w 1159"/>
                    <a:gd name="T43" fmla="*/ 649 h 675"/>
                    <a:gd name="T44" fmla="*/ 162 w 1159"/>
                    <a:gd name="T45" fmla="*/ 630 h 675"/>
                    <a:gd name="T46" fmla="*/ 126 w 1159"/>
                    <a:gd name="T47" fmla="*/ 607 h 675"/>
                    <a:gd name="T48" fmla="*/ 95 w 1159"/>
                    <a:gd name="T49" fmla="*/ 579 h 675"/>
                    <a:gd name="T50" fmla="*/ 68 w 1159"/>
                    <a:gd name="T51" fmla="*/ 547 h 675"/>
                    <a:gd name="T52" fmla="*/ 44 w 1159"/>
                    <a:gd name="T53" fmla="*/ 513 h 675"/>
                    <a:gd name="T54" fmla="*/ 26 w 1159"/>
                    <a:gd name="T55" fmla="*/ 475 h 675"/>
                    <a:gd name="T56" fmla="*/ 12 w 1159"/>
                    <a:gd name="T57" fmla="*/ 435 h 675"/>
                    <a:gd name="T58" fmla="*/ 3 w 1159"/>
                    <a:gd name="T59" fmla="*/ 392 h 675"/>
                    <a:gd name="T60" fmla="*/ 0 w 1159"/>
                    <a:gd name="T61" fmla="*/ 348 h 675"/>
                    <a:gd name="T62" fmla="*/ 3 w 1159"/>
                    <a:gd name="T63" fmla="*/ 303 h 675"/>
                    <a:gd name="T64" fmla="*/ 12 w 1159"/>
                    <a:gd name="T65" fmla="*/ 261 h 675"/>
                    <a:gd name="T66" fmla="*/ 26 w 1159"/>
                    <a:gd name="T67" fmla="*/ 221 h 675"/>
                    <a:gd name="T68" fmla="*/ 44 w 1159"/>
                    <a:gd name="T69" fmla="*/ 183 h 675"/>
                    <a:gd name="T70" fmla="*/ 68 w 1159"/>
                    <a:gd name="T71" fmla="*/ 148 h 675"/>
                    <a:gd name="T72" fmla="*/ 95 w 1159"/>
                    <a:gd name="T73" fmla="*/ 117 h 675"/>
                    <a:gd name="T74" fmla="*/ 126 w 1159"/>
                    <a:gd name="T75" fmla="*/ 89 h 675"/>
                    <a:gd name="T76" fmla="*/ 162 w 1159"/>
                    <a:gd name="T77" fmla="*/ 66 h 675"/>
                    <a:gd name="T78" fmla="*/ 200 w 1159"/>
                    <a:gd name="T79" fmla="*/ 47 h 675"/>
                    <a:gd name="T80" fmla="*/ 240 w 1159"/>
                    <a:gd name="T81" fmla="*/ 33 h 675"/>
                    <a:gd name="T82" fmla="*/ 282 w 1159"/>
                    <a:gd name="T83" fmla="*/ 25 h 675"/>
                    <a:gd name="T84" fmla="*/ 326 w 1159"/>
                    <a:gd name="T85" fmla="*/ 21 h 675"/>
                    <a:gd name="T86" fmla="*/ 369 w 1159"/>
                    <a:gd name="T87" fmla="*/ 24 h 675"/>
                    <a:gd name="T88" fmla="*/ 409 w 1159"/>
                    <a:gd name="T89" fmla="*/ 33 h 675"/>
                    <a:gd name="T90" fmla="*/ 448 w 1159"/>
                    <a:gd name="T91" fmla="*/ 45 h 675"/>
                    <a:gd name="T92" fmla="*/ 485 w 1159"/>
                    <a:gd name="T93" fmla="*/ 63 h 675"/>
                    <a:gd name="T94" fmla="*/ 518 w 1159"/>
                    <a:gd name="T95" fmla="*/ 84 h 675"/>
                    <a:gd name="T96" fmla="*/ 549 w 1159"/>
                    <a:gd name="T97" fmla="*/ 109 h 675"/>
                    <a:gd name="T98" fmla="*/ 577 w 1159"/>
                    <a:gd name="T99" fmla="*/ 138 h 675"/>
                    <a:gd name="T100" fmla="*/ 600 w 1159"/>
                    <a:gd name="T101" fmla="*/ 170 h 675"/>
                    <a:gd name="T102" fmla="*/ 1106 w 1159"/>
                    <a:gd name="T103" fmla="*/ 0 h 6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</a:cxnLst>
                  <a:rect l="0" t="0" r="r" b="b"/>
                  <a:pathLst>
                    <a:path w="1159" h="675">
                      <a:moveTo>
                        <a:pt x="1106" y="0"/>
                      </a:moveTo>
                      <a:lnTo>
                        <a:pt x="1120" y="54"/>
                      </a:lnTo>
                      <a:lnTo>
                        <a:pt x="1138" y="106"/>
                      </a:lnTo>
                      <a:lnTo>
                        <a:pt x="1159" y="156"/>
                      </a:lnTo>
                      <a:lnTo>
                        <a:pt x="651" y="326"/>
                      </a:lnTo>
                      <a:lnTo>
                        <a:pt x="652" y="336"/>
                      </a:lnTo>
                      <a:lnTo>
                        <a:pt x="653" y="348"/>
                      </a:lnTo>
                      <a:lnTo>
                        <a:pt x="651" y="392"/>
                      </a:lnTo>
                      <a:lnTo>
                        <a:pt x="642" y="435"/>
                      </a:lnTo>
                      <a:lnTo>
                        <a:pt x="628" y="475"/>
                      </a:lnTo>
                      <a:lnTo>
                        <a:pt x="609" y="513"/>
                      </a:lnTo>
                      <a:lnTo>
                        <a:pt x="586" y="547"/>
                      </a:lnTo>
                      <a:lnTo>
                        <a:pt x="558" y="579"/>
                      </a:lnTo>
                      <a:lnTo>
                        <a:pt x="527" y="607"/>
                      </a:lnTo>
                      <a:lnTo>
                        <a:pt x="491" y="630"/>
                      </a:lnTo>
                      <a:lnTo>
                        <a:pt x="454" y="649"/>
                      </a:lnTo>
                      <a:lnTo>
                        <a:pt x="414" y="664"/>
                      </a:lnTo>
                      <a:lnTo>
                        <a:pt x="370" y="671"/>
                      </a:lnTo>
                      <a:lnTo>
                        <a:pt x="326" y="675"/>
                      </a:lnTo>
                      <a:lnTo>
                        <a:pt x="282" y="671"/>
                      </a:lnTo>
                      <a:lnTo>
                        <a:pt x="240" y="664"/>
                      </a:lnTo>
                      <a:lnTo>
                        <a:pt x="200" y="649"/>
                      </a:lnTo>
                      <a:lnTo>
                        <a:pt x="162" y="630"/>
                      </a:lnTo>
                      <a:lnTo>
                        <a:pt x="126" y="607"/>
                      </a:lnTo>
                      <a:lnTo>
                        <a:pt x="95" y="579"/>
                      </a:lnTo>
                      <a:lnTo>
                        <a:pt x="68" y="547"/>
                      </a:lnTo>
                      <a:lnTo>
                        <a:pt x="44" y="513"/>
                      </a:lnTo>
                      <a:lnTo>
                        <a:pt x="26" y="475"/>
                      </a:lnTo>
                      <a:lnTo>
                        <a:pt x="12" y="435"/>
                      </a:lnTo>
                      <a:lnTo>
                        <a:pt x="3" y="392"/>
                      </a:lnTo>
                      <a:lnTo>
                        <a:pt x="0" y="348"/>
                      </a:lnTo>
                      <a:lnTo>
                        <a:pt x="3" y="303"/>
                      </a:lnTo>
                      <a:lnTo>
                        <a:pt x="12" y="261"/>
                      </a:lnTo>
                      <a:lnTo>
                        <a:pt x="26" y="221"/>
                      </a:lnTo>
                      <a:lnTo>
                        <a:pt x="44" y="183"/>
                      </a:lnTo>
                      <a:lnTo>
                        <a:pt x="68" y="148"/>
                      </a:lnTo>
                      <a:lnTo>
                        <a:pt x="95" y="117"/>
                      </a:lnTo>
                      <a:lnTo>
                        <a:pt x="126" y="89"/>
                      </a:lnTo>
                      <a:lnTo>
                        <a:pt x="162" y="66"/>
                      </a:lnTo>
                      <a:lnTo>
                        <a:pt x="200" y="47"/>
                      </a:lnTo>
                      <a:lnTo>
                        <a:pt x="240" y="33"/>
                      </a:lnTo>
                      <a:lnTo>
                        <a:pt x="282" y="25"/>
                      </a:lnTo>
                      <a:lnTo>
                        <a:pt x="326" y="21"/>
                      </a:lnTo>
                      <a:lnTo>
                        <a:pt x="369" y="24"/>
                      </a:lnTo>
                      <a:lnTo>
                        <a:pt x="409" y="33"/>
                      </a:lnTo>
                      <a:lnTo>
                        <a:pt x="448" y="45"/>
                      </a:lnTo>
                      <a:lnTo>
                        <a:pt x="485" y="63"/>
                      </a:lnTo>
                      <a:lnTo>
                        <a:pt x="518" y="84"/>
                      </a:lnTo>
                      <a:lnTo>
                        <a:pt x="549" y="109"/>
                      </a:lnTo>
                      <a:lnTo>
                        <a:pt x="577" y="138"/>
                      </a:lnTo>
                      <a:lnTo>
                        <a:pt x="600" y="170"/>
                      </a:lnTo>
                      <a:lnTo>
                        <a:pt x="1106" y="0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65" name="Freeform 69"/>
                <p:cNvSpPr>
                  <a:spLocks/>
                </p:cNvSpPr>
                <p:nvPr/>
              </p:nvSpPr>
              <p:spPr bwMode="auto">
                <a:xfrm>
                  <a:off x="5170488" y="5211763"/>
                  <a:ext cx="177800" cy="177800"/>
                </a:xfrm>
                <a:custGeom>
                  <a:avLst/>
                  <a:gdLst>
                    <a:gd name="T0" fmla="*/ 561 w 1122"/>
                    <a:gd name="T1" fmla="*/ 0 h 1121"/>
                    <a:gd name="T2" fmla="*/ 622 w 1122"/>
                    <a:gd name="T3" fmla="*/ 3 h 1121"/>
                    <a:gd name="T4" fmla="*/ 681 w 1122"/>
                    <a:gd name="T5" fmla="*/ 13 h 1121"/>
                    <a:gd name="T6" fmla="*/ 738 w 1122"/>
                    <a:gd name="T7" fmla="*/ 29 h 1121"/>
                    <a:gd name="T8" fmla="*/ 792 w 1122"/>
                    <a:gd name="T9" fmla="*/ 50 h 1121"/>
                    <a:gd name="T10" fmla="*/ 843 w 1122"/>
                    <a:gd name="T11" fmla="*/ 76 h 1121"/>
                    <a:gd name="T12" fmla="*/ 892 w 1122"/>
                    <a:gd name="T13" fmla="*/ 108 h 1121"/>
                    <a:gd name="T14" fmla="*/ 937 w 1122"/>
                    <a:gd name="T15" fmla="*/ 145 h 1121"/>
                    <a:gd name="T16" fmla="*/ 976 w 1122"/>
                    <a:gd name="T17" fmla="*/ 185 h 1121"/>
                    <a:gd name="T18" fmla="*/ 1013 w 1122"/>
                    <a:gd name="T19" fmla="*/ 229 h 1121"/>
                    <a:gd name="T20" fmla="*/ 1045 w 1122"/>
                    <a:gd name="T21" fmla="*/ 278 h 1121"/>
                    <a:gd name="T22" fmla="*/ 1072 w 1122"/>
                    <a:gd name="T23" fmla="*/ 329 h 1121"/>
                    <a:gd name="T24" fmla="*/ 1093 w 1122"/>
                    <a:gd name="T25" fmla="*/ 383 h 1121"/>
                    <a:gd name="T26" fmla="*/ 1108 w 1122"/>
                    <a:gd name="T27" fmla="*/ 440 h 1121"/>
                    <a:gd name="T28" fmla="*/ 1118 w 1122"/>
                    <a:gd name="T29" fmla="*/ 499 h 1121"/>
                    <a:gd name="T30" fmla="*/ 1122 w 1122"/>
                    <a:gd name="T31" fmla="*/ 560 h 1121"/>
                    <a:gd name="T32" fmla="*/ 1118 w 1122"/>
                    <a:gd name="T33" fmla="*/ 621 h 1121"/>
                    <a:gd name="T34" fmla="*/ 1108 w 1122"/>
                    <a:gd name="T35" fmla="*/ 681 h 1121"/>
                    <a:gd name="T36" fmla="*/ 1093 w 1122"/>
                    <a:gd name="T37" fmla="*/ 737 h 1121"/>
                    <a:gd name="T38" fmla="*/ 1072 w 1122"/>
                    <a:gd name="T39" fmla="*/ 792 h 1121"/>
                    <a:gd name="T40" fmla="*/ 1045 w 1122"/>
                    <a:gd name="T41" fmla="*/ 843 h 1121"/>
                    <a:gd name="T42" fmla="*/ 1013 w 1122"/>
                    <a:gd name="T43" fmla="*/ 891 h 1121"/>
                    <a:gd name="T44" fmla="*/ 976 w 1122"/>
                    <a:gd name="T45" fmla="*/ 936 h 1121"/>
                    <a:gd name="T46" fmla="*/ 937 w 1122"/>
                    <a:gd name="T47" fmla="*/ 977 h 1121"/>
                    <a:gd name="T48" fmla="*/ 892 w 1122"/>
                    <a:gd name="T49" fmla="*/ 1012 h 1121"/>
                    <a:gd name="T50" fmla="*/ 843 w 1122"/>
                    <a:gd name="T51" fmla="*/ 1044 h 1121"/>
                    <a:gd name="T52" fmla="*/ 792 w 1122"/>
                    <a:gd name="T53" fmla="*/ 1071 h 1121"/>
                    <a:gd name="T54" fmla="*/ 738 w 1122"/>
                    <a:gd name="T55" fmla="*/ 1092 h 1121"/>
                    <a:gd name="T56" fmla="*/ 681 w 1122"/>
                    <a:gd name="T57" fmla="*/ 1108 h 1121"/>
                    <a:gd name="T58" fmla="*/ 622 w 1122"/>
                    <a:gd name="T59" fmla="*/ 1118 h 1121"/>
                    <a:gd name="T60" fmla="*/ 561 w 1122"/>
                    <a:gd name="T61" fmla="*/ 1121 h 1121"/>
                    <a:gd name="T62" fmla="*/ 500 w 1122"/>
                    <a:gd name="T63" fmla="*/ 1118 h 1121"/>
                    <a:gd name="T64" fmla="*/ 441 w 1122"/>
                    <a:gd name="T65" fmla="*/ 1108 h 1121"/>
                    <a:gd name="T66" fmla="*/ 384 w 1122"/>
                    <a:gd name="T67" fmla="*/ 1092 h 1121"/>
                    <a:gd name="T68" fmla="*/ 330 w 1122"/>
                    <a:gd name="T69" fmla="*/ 1071 h 1121"/>
                    <a:gd name="T70" fmla="*/ 279 w 1122"/>
                    <a:gd name="T71" fmla="*/ 1044 h 1121"/>
                    <a:gd name="T72" fmla="*/ 230 w 1122"/>
                    <a:gd name="T73" fmla="*/ 1012 h 1121"/>
                    <a:gd name="T74" fmla="*/ 186 w 1122"/>
                    <a:gd name="T75" fmla="*/ 977 h 1121"/>
                    <a:gd name="T76" fmla="*/ 145 w 1122"/>
                    <a:gd name="T77" fmla="*/ 936 h 1121"/>
                    <a:gd name="T78" fmla="*/ 109 w 1122"/>
                    <a:gd name="T79" fmla="*/ 891 h 1121"/>
                    <a:gd name="T80" fmla="*/ 77 w 1122"/>
                    <a:gd name="T81" fmla="*/ 843 h 1121"/>
                    <a:gd name="T82" fmla="*/ 50 w 1122"/>
                    <a:gd name="T83" fmla="*/ 792 h 1121"/>
                    <a:gd name="T84" fmla="*/ 29 w 1122"/>
                    <a:gd name="T85" fmla="*/ 737 h 1121"/>
                    <a:gd name="T86" fmla="*/ 14 w 1122"/>
                    <a:gd name="T87" fmla="*/ 681 h 1121"/>
                    <a:gd name="T88" fmla="*/ 4 w 1122"/>
                    <a:gd name="T89" fmla="*/ 621 h 1121"/>
                    <a:gd name="T90" fmla="*/ 0 w 1122"/>
                    <a:gd name="T91" fmla="*/ 560 h 1121"/>
                    <a:gd name="T92" fmla="*/ 4 w 1122"/>
                    <a:gd name="T93" fmla="*/ 499 h 1121"/>
                    <a:gd name="T94" fmla="*/ 14 w 1122"/>
                    <a:gd name="T95" fmla="*/ 440 h 1121"/>
                    <a:gd name="T96" fmla="*/ 29 w 1122"/>
                    <a:gd name="T97" fmla="*/ 383 h 1121"/>
                    <a:gd name="T98" fmla="*/ 50 w 1122"/>
                    <a:gd name="T99" fmla="*/ 329 h 1121"/>
                    <a:gd name="T100" fmla="*/ 77 w 1122"/>
                    <a:gd name="T101" fmla="*/ 278 h 1121"/>
                    <a:gd name="T102" fmla="*/ 109 w 1122"/>
                    <a:gd name="T103" fmla="*/ 229 h 1121"/>
                    <a:gd name="T104" fmla="*/ 145 w 1122"/>
                    <a:gd name="T105" fmla="*/ 185 h 1121"/>
                    <a:gd name="T106" fmla="*/ 186 w 1122"/>
                    <a:gd name="T107" fmla="*/ 145 h 1121"/>
                    <a:gd name="T108" fmla="*/ 230 w 1122"/>
                    <a:gd name="T109" fmla="*/ 108 h 1121"/>
                    <a:gd name="T110" fmla="*/ 279 w 1122"/>
                    <a:gd name="T111" fmla="*/ 76 h 1121"/>
                    <a:gd name="T112" fmla="*/ 330 w 1122"/>
                    <a:gd name="T113" fmla="*/ 50 h 1121"/>
                    <a:gd name="T114" fmla="*/ 384 w 1122"/>
                    <a:gd name="T115" fmla="*/ 29 h 1121"/>
                    <a:gd name="T116" fmla="*/ 441 w 1122"/>
                    <a:gd name="T117" fmla="*/ 13 h 1121"/>
                    <a:gd name="T118" fmla="*/ 500 w 1122"/>
                    <a:gd name="T119" fmla="*/ 3 h 1121"/>
                    <a:gd name="T120" fmla="*/ 561 w 1122"/>
                    <a:gd name="T121" fmla="*/ 0 h 112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  <a:cxn ang="0">
                      <a:pos x="T110" y="T111"/>
                    </a:cxn>
                    <a:cxn ang="0">
                      <a:pos x="T112" y="T113"/>
                    </a:cxn>
                    <a:cxn ang="0">
                      <a:pos x="T114" y="T115"/>
                    </a:cxn>
                    <a:cxn ang="0">
                      <a:pos x="T116" y="T117"/>
                    </a:cxn>
                    <a:cxn ang="0">
                      <a:pos x="T118" y="T119"/>
                    </a:cxn>
                    <a:cxn ang="0">
                      <a:pos x="T120" y="T121"/>
                    </a:cxn>
                  </a:cxnLst>
                  <a:rect l="0" t="0" r="r" b="b"/>
                  <a:pathLst>
                    <a:path w="1122" h="1121">
                      <a:moveTo>
                        <a:pt x="561" y="0"/>
                      </a:moveTo>
                      <a:lnTo>
                        <a:pt x="622" y="3"/>
                      </a:lnTo>
                      <a:lnTo>
                        <a:pt x="681" y="13"/>
                      </a:lnTo>
                      <a:lnTo>
                        <a:pt x="738" y="29"/>
                      </a:lnTo>
                      <a:lnTo>
                        <a:pt x="792" y="50"/>
                      </a:lnTo>
                      <a:lnTo>
                        <a:pt x="843" y="76"/>
                      </a:lnTo>
                      <a:lnTo>
                        <a:pt x="892" y="108"/>
                      </a:lnTo>
                      <a:lnTo>
                        <a:pt x="937" y="145"/>
                      </a:lnTo>
                      <a:lnTo>
                        <a:pt x="976" y="185"/>
                      </a:lnTo>
                      <a:lnTo>
                        <a:pt x="1013" y="229"/>
                      </a:lnTo>
                      <a:lnTo>
                        <a:pt x="1045" y="278"/>
                      </a:lnTo>
                      <a:lnTo>
                        <a:pt x="1072" y="329"/>
                      </a:lnTo>
                      <a:lnTo>
                        <a:pt x="1093" y="383"/>
                      </a:lnTo>
                      <a:lnTo>
                        <a:pt x="1108" y="440"/>
                      </a:lnTo>
                      <a:lnTo>
                        <a:pt x="1118" y="499"/>
                      </a:lnTo>
                      <a:lnTo>
                        <a:pt x="1122" y="560"/>
                      </a:lnTo>
                      <a:lnTo>
                        <a:pt x="1118" y="621"/>
                      </a:lnTo>
                      <a:lnTo>
                        <a:pt x="1108" y="681"/>
                      </a:lnTo>
                      <a:lnTo>
                        <a:pt x="1093" y="737"/>
                      </a:lnTo>
                      <a:lnTo>
                        <a:pt x="1072" y="792"/>
                      </a:lnTo>
                      <a:lnTo>
                        <a:pt x="1045" y="843"/>
                      </a:lnTo>
                      <a:lnTo>
                        <a:pt x="1013" y="891"/>
                      </a:lnTo>
                      <a:lnTo>
                        <a:pt x="976" y="936"/>
                      </a:lnTo>
                      <a:lnTo>
                        <a:pt x="937" y="977"/>
                      </a:lnTo>
                      <a:lnTo>
                        <a:pt x="892" y="1012"/>
                      </a:lnTo>
                      <a:lnTo>
                        <a:pt x="843" y="1044"/>
                      </a:lnTo>
                      <a:lnTo>
                        <a:pt x="792" y="1071"/>
                      </a:lnTo>
                      <a:lnTo>
                        <a:pt x="738" y="1092"/>
                      </a:lnTo>
                      <a:lnTo>
                        <a:pt x="681" y="1108"/>
                      </a:lnTo>
                      <a:lnTo>
                        <a:pt x="622" y="1118"/>
                      </a:lnTo>
                      <a:lnTo>
                        <a:pt x="561" y="1121"/>
                      </a:lnTo>
                      <a:lnTo>
                        <a:pt x="500" y="1118"/>
                      </a:lnTo>
                      <a:lnTo>
                        <a:pt x="441" y="1108"/>
                      </a:lnTo>
                      <a:lnTo>
                        <a:pt x="384" y="1092"/>
                      </a:lnTo>
                      <a:lnTo>
                        <a:pt x="330" y="1071"/>
                      </a:lnTo>
                      <a:lnTo>
                        <a:pt x="279" y="1044"/>
                      </a:lnTo>
                      <a:lnTo>
                        <a:pt x="230" y="1012"/>
                      </a:lnTo>
                      <a:lnTo>
                        <a:pt x="186" y="977"/>
                      </a:lnTo>
                      <a:lnTo>
                        <a:pt x="145" y="936"/>
                      </a:lnTo>
                      <a:lnTo>
                        <a:pt x="109" y="891"/>
                      </a:lnTo>
                      <a:lnTo>
                        <a:pt x="77" y="843"/>
                      </a:lnTo>
                      <a:lnTo>
                        <a:pt x="50" y="792"/>
                      </a:lnTo>
                      <a:lnTo>
                        <a:pt x="29" y="737"/>
                      </a:lnTo>
                      <a:lnTo>
                        <a:pt x="14" y="681"/>
                      </a:lnTo>
                      <a:lnTo>
                        <a:pt x="4" y="621"/>
                      </a:lnTo>
                      <a:lnTo>
                        <a:pt x="0" y="560"/>
                      </a:lnTo>
                      <a:lnTo>
                        <a:pt x="4" y="499"/>
                      </a:lnTo>
                      <a:lnTo>
                        <a:pt x="14" y="440"/>
                      </a:lnTo>
                      <a:lnTo>
                        <a:pt x="29" y="383"/>
                      </a:lnTo>
                      <a:lnTo>
                        <a:pt x="50" y="329"/>
                      </a:lnTo>
                      <a:lnTo>
                        <a:pt x="77" y="278"/>
                      </a:lnTo>
                      <a:lnTo>
                        <a:pt x="109" y="229"/>
                      </a:lnTo>
                      <a:lnTo>
                        <a:pt x="145" y="185"/>
                      </a:lnTo>
                      <a:lnTo>
                        <a:pt x="186" y="145"/>
                      </a:lnTo>
                      <a:lnTo>
                        <a:pt x="230" y="108"/>
                      </a:lnTo>
                      <a:lnTo>
                        <a:pt x="279" y="76"/>
                      </a:lnTo>
                      <a:lnTo>
                        <a:pt x="330" y="50"/>
                      </a:lnTo>
                      <a:lnTo>
                        <a:pt x="384" y="29"/>
                      </a:lnTo>
                      <a:lnTo>
                        <a:pt x="441" y="13"/>
                      </a:lnTo>
                      <a:lnTo>
                        <a:pt x="500" y="3"/>
                      </a:lnTo>
                      <a:lnTo>
                        <a:pt x="561" y="0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</p:grpSp>
        </p:grpSp>
        <p:grpSp>
          <p:nvGrpSpPr>
            <p:cNvPr id="166" name="그룹 53"/>
            <p:cNvGrpSpPr/>
            <p:nvPr/>
          </p:nvGrpSpPr>
          <p:grpSpPr>
            <a:xfrm>
              <a:off x="6270410" y="4434101"/>
              <a:ext cx="1501173" cy="1717182"/>
              <a:chOff x="6118010" y="4281701"/>
              <a:chExt cx="1501173" cy="1717182"/>
            </a:xfrm>
          </p:grpSpPr>
          <p:sp>
            <p:nvSpPr>
              <p:cNvPr id="167" name="Freeform 28"/>
              <p:cNvSpPr>
                <a:spLocks noEditPoints="1"/>
              </p:cNvSpPr>
              <p:nvPr/>
            </p:nvSpPr>
            <p:spPr bwMode="auto">
              <a:xfrm>
                <a:off x="6118010" y="4281701"/>
                <a:ext cx="1501173" cy="1717182"/>
              </a:xfrm>
              <a:custGeom>
                <a:avLst/>
                <a:gdLst>
                  <a:gd name="T0" fmla="*/ 687 w 1653"/>
                  <a:gd name="T1" fmla="*/ 411 h 1892"/>
                  <a:gd name="T2" fmla="*/ 495 w 1653"/>
                  <a:gd name="T3" fmla="*/ 488 h 1892"/>
                  <a:gd name="T4" fmla="*/ 329 w 1653"/>
                  <a:gd name="T5" fmla="*/ 621 h 1892"/>
                  <a:gd name="T6" fmla="*/ 214 w 1653"/>
                  <a:gd name="T7" fmla="*/ 791 h 1892"/>
                  <a:gd name="T8" fmla="*/ 155 w 1653"/>
                  <a:gd name="T9" fmla="*/ 983 h 1892"/>
                  <a:gd name="T10" fmla="*/ 152 w 1653"/>
                  <a:gd name="T11" fmla="*/ 1184 h 1892"/>
                  <a:gd name="T12" fmla="*/ 209 w 1653"/>
                  <a:gd name="T13" fmla="*/ 1381 h 1892"/>
                  <a:gd name="T14" fmla="*/ 325 w 1653"/>
                  <a:gd name="T15" fmla="*/ 1559 h 1892"/>
                  <a:gd name="T16" fmla="*/ 484 w 1653"/>
                  <a:gd name="T17" fmla="*/ 1691 h 1892"/>
                  <a:gd name="T18" fmla="*/ 670 w 1653"/>
                  <a:gd name="T19" fmla="*/ 1769 h 1892"/>
                  <a:gd name="T20" fmla="*/ 870 w 1653"/>
                  <a:gd name="T21" fmla="*/ 1791 h 1892"/>
                  <a:gd name="T22" fmla="*/ 1070 w 1653"/>
                  <a:gd name="T23" fmla="*/ 1754 h 1892"/>
                  <a:gd name="T24" fmla="*/ 1256 w 1653"/>
                  <a:gd name="T25" fmla="*/ 1657 h 1892"/>
                  <a:gd name="T26" fmla="*/ 1406 w 1653"/>
                  <a:gd name="T27" fmla="*/ 1510 h 1892"/>
                  <a:gd name="T28" fmla="*/ 1502 w 1653"/>
                  <a:gd name="T29" fmla="*/ 1331 h 1892"/>
                  <a:gd name="T30" fmla="*/ 1543 w 1653"/>
                  <a:gd name="T31" fmla="*/ 1135 h 1892"/>
                  <a:gd name="T32" fmla="*/ 1526 w 1653"/>
                  <a:gd name="T33" fmla="*/ 934 h 1892"/>
                  <a:gd name="T34" fmla="*/ 1450 w 1653"/>
                  <a:gd name="T35" fmla="*/ 742 h 1892"/>
                  <a:gd name="T36" fmla="*/ 1317 w 1653"/>
                  <a:gd name="T37" fmla="*/ 576 h 1892"/>
                  <a:gd name="T38" fmla="*/ 1147 w 1653"/>
                  <a:gd name="T39" fmla="*/ 462 h 1892"/>
                  <a:gd name="T40" fmla="*/ 955 w 1653"/>
                  <a:gd name="T41" fmla="*/ 402 h 1892"/>
                  <a:gd name="T42" fmla="*/ 51 w 1653"/>
                  <a:gd name="T43" fmla="*/ 0 h 1892"/>
                  <a:gd name="T44" fmla="*/ 89 w 1653"/>
                  <a:gd name="T45" fmla="*/ 6 h 1892"/>
                  <a:gd name="T46" fmla="*/ 193 w 1653"/>
                  <a:gd name="T47" fmla="*/ 27 h 1892"/>
                  <a:gd name="T48" fmla="*/ 345 w 1653"/>
                  <a:gd name="T49" fmla="*/ 62 h 1892"/>
                  <a:gd name="T50" fmla="*/ 534 w 1653"/>
                  <a:gd name="T51" fmla="*/ 109 h 1892"/>
                  <a:gd name="T52" fmla="*/ 742 w 1653"/>
                  <a:gd name="T53" fmla="*/ 171 h 1892"/>
                  <a:gd name="T54" fmla="*/ 954 w 1653"/>
                  <a:gd name="T55" fmla="*/ 244 h 1892"/>
                  <a:gd name="T56" fmla="*/ 1155 w 1653"/>
                  <a:gd name="T57" fmla="*/ 329 h 1892"/>
                  <a:gd name="T58" fmla="*/ 1330 w 1653"/>
                  <a:gd name="T59" fmla="*/ 427 h 1892"/>
                  <a:gd name="T60" fmla="*/ 1462 w 1653"/>
                  <a:gd name="T61" fmla="*/ 537 h 1892"/>
                  <a:gd name="T62" fmla="*/ 1572 w 1653"/>
                  <a:gd name="T63" fmla="*/ 704 h 1892"/>
                  <a:gd name="T64" fmla="*/ 1639 w 1653"/>
                  <a:gd name="T65" fmla="*/ 910 h 1892"/>
                  <a:gd name="T66" fmla="*/ 1650 w 1653"/>
                  <a:gd name="T67" fmla="*/ 1122 h 1892"/>
                  <a:gd name="T68" fmla="*/ 1608 w 1653"/>
                  <a:gd name="T69" fmla="*/ 1330 h 1892"/>
                  <a:gd name="T70" fmla="*/ 1515 w 1653"/>
                  <a:gd name="T71" fmla="*/ 1521 h 1892"/>
                  <a:gd name="T72" fmla="*/ 1371 w 1653"/>
                  <a:gd name="T73" fmla="*/ 1686 h 1892"/>
                  <a:gd name="T74" fmla="*/ 1183 w 1653"/>
                  <a:gd name="T75" fmla="*/ 1810 h 1892"/>
                  <a:gd name="T76" fmla="*/ 977 w 1653"/>
                  <a:gd name="T77" fmla="*/ 1877 h 1892"/>
                  <a:gd name="T78" fmla="*/ 765 w 1653"/>
                  <a:gd name="T79" fmla="*/ 1889 h 1892"/>
                  <a:gd name="T80" fmla="*/ 557 w 1653"/>
                  <a:gd name="T81" fmla="*/ 1847 h 1892"/>
                  <a:gd name="T82" fmla="*/ 366 w 1653"/>
                  <a:gd name="T83" fmla="*/ 1753 h 1892"/>
                  <a:gd name="T84" fmla="*/ 201 w 1653"/>
                  <a:gd name="T85" fmla="*/ 1609 h 1892"/>
                  <a:gd name="T86" fmla="*/ 103 w 1653"/>
                  <a:gd name="T87" fmla="*/ 1459 h 1892"/>
                  <a:gd name="T88" fmla="*/ 47 w 1653"/>
                  <a:gd name="T89" fmla="*/ 1285 h 1892"/>
                  <a:gd name="T90" fmla="*/ 15 w 1653"/>
                  <a:gd name="T91" fmla="*/ 1080 h 1892"/>
                  <a:gd name="T92" fmla="*/ 1 w 1653"/>
                  <a:gd name="T93" fmla="*/ 859 h 1892"/>
                  <a:gd name="T94" fmla="*/ 1 w 1653"/>
                  <a:gd name="T95" fmla="*/ 636 h 1892"/>
                  <a:gd name="T96" fmla="*/ 11 w 1653"/>
                  <a:gd name="T97" fmla="*/ 425 h 1892"/>
                  <a:gd name="T98" fmla="*/ 24 w 1653"/>
                  <a:gd name="T99" fmla="*/ 242 h 1892"/>
                  <a:gd name="T100" fmla="*/ 39 w 1653"/>
                  <a:gd name="T101" fmla="*/ 101 h 1892"/>
                  <a:gd name="T102" fmla="*/ 49 w 1653"/>
                  <a:gd name="T103" fmla="*/ 17 h 189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</a:cxnLst>
                <a:rect l="0" t="0" r="r" b="b"/>
                <a:pathLst>
                  <a:path w="1653" h="1892">
                    <a:moveTo>
                      <a:pt x="820" y="394"/>
                    </a:moveTo>
                    <a:lnTo>
                      <a:pt x="754" y="399"/>
                    </a:lnTo>
                    <a:lnTo>
                      <a:pt x="687" y="411"/>
                    </a:lnTo>
                    <a:lnTo>
                      <a:pt x="621" y="430"/>
                    </a:lnTo>
                    <a:lnTo>
                      <a:pt x="557" y="456"/>
                    </a:lnTo>
                    <a:lnTo>
                      <a:pt x="495" y="488"/>
                    </a:lnTo>
                    <a:lnTo>
                      <a:pt x="434" y="527"/>
                    </a:lnTo>
                    <a:lnTo>
                      <a:pt x="379" y="572"/>
                    </a:lnTo>
                    <a:lnTo>
                      <a:pt x="329" y="621"/>
                    </a:lnTo>
                    <a:lnTo>
                      <a:pt x="285" y="674"/>
                    </a:lnTo>
                    <a:lnTo>
                      <a:pt x="247" y="731"/>
                    </a:lnTo>
                    <a:lnTo>
                      <a:pt x="214" y="791"/>
                    </a:lnTo>
                    <a:lnTo>
                      <a:pt x="189" y="853"/>
                    </a:lnTo>
                    <a:lnTo>
                      <a:pt x="169" y="917"/>
                    </a:lnTo>
                    <a:lnTo>
                      <a:pt x="155" y="983"/>
                    </a:lnTo>
                    <a:lnTo>
                      <a:pt x="147" y="1050"/>
                    </a:lnTo>
                    <a:lnTo>
                      <a:pt x="147" y="1116"/>
                    </a:lnTo>
                    <a:lnTo>
                      <a:pt x="152" y="1184"/>
                    </a:lnTo>
                    <a:lnTo>
                      <a:pt x="165" y="1251"/>
                    </a:lnTo>
                    <a:lnTo>
                      <a:pt x="183" y="1316"/>
                    </a:lnTo>
                    <a:lnTo>
                      <a:pt x="209" y="1381"/>
                    </a:lnTo>
                    <a:lnTo>
                      <a:pt x="241" y="1443"/>
                    </a:lnTo>
                    <a:lnTo>
                      <a:pt x="279" y="1504"/>
                    </a:lnTo>
                    <a:lnTo>
                      <a:pt x="325" y="1559"/>
                    </a:lnTo>
                    <a:lnTo>
                      <a:pt x="374" y="1609"/>
                    </a:lnTo>
                    <a:lnTo>
                      <a:pt x="428" y="1653"/>
                    </a:lnTo>
                    <a:lnTo>
                      <a:pt x="484" y="1691"/>
                    </a:lnTo>
                    <a:lnTo>
                      <a:pt x="544" y="1723"/>
                    </a:lnTo>
                    <a:lnTo>
                      <a:pt x="606" y="1749"/>
                    </a:lnTo>
                    <a:lnTo>
                      <a:pt x="670" y="1769"/>
                    </a:lnTo>
                    <a:lnTo>
                      <a:pt x="737" y="1783"/>
                    </a:lnTo>
                    <a:lnTo>
                      <a:pt x="803" y="1789"/>
                    </a:lnTo>
                    <a:lnTo>
                      <a:pt x="870" y="1791"/>
                    </a:lnTo>
                    <a:lnTo>
                      <a:pt x="938" y="1785"/>
                    </a:lnTo>
                    <a:lnTo>
                      <a:pt x="1004" y="1773"/>
                    </a:lnTo>
                    <a:lnTo>
                      <a:pt x="1070" y="1754"/>
                    </a:lnTo>
                    <a:lnTo>
                      <a:pt x="1133" y="1729"/>
                    </a:lnTo>
                    <a:lnTo>
                      <a:pt x="1197" y="1696"/>
                    </a:lnTo>
                    <a:lnTo>
                      <a:pt x="1256" y="1657"/>
                    </a:lnTo>
                    <a:lnTo>
                      <a:pt x="1311" y="1613"/>
                    </a:lnTo>
                    <a:lnTo>
                      <a:pt x="1361" y="1563"/>
                    </a:lnTo>
                    <a:lnTo>
                      <a:pt x="1406" y="1510"/>
                    </a:lnTo>
                    <a:lnTo>
                      <a:pt x="1444" y="1454"/>
                    </a:lnTo>
                    <a:lnTo>
                      <a:pt x="1476" y="1394"/>
                    </a:lnTo>
                    <a:lnTo>
                      <a:pt x="1502" y="1331"/>
                    </a:lnTo>
                    <a:lnTo>
                      <a:pt x="1522" y="1268"/>
                    </a:lnTo>
                    <a:lnTo>
                      <a:pt x="1535" y="1201"/>
                    </a:lnTo>
                    <a:lnTo>
                      <a:pt x="1543" y="1135"/>
                    </a:lnTo>
                    <a:lnTo>
                      <a:pt x="1543" y="1068"/>
                    </a:lnTo>
                    <a:lnTo>
                      <a:pt x="1538" y="1000"/>
                    </a:lnTo>
                    <a:lnTo>
                      <a:pt x="1526" y="934"/>
                    </a:lnTo>
                    <a:lnTo>
                      <a:pt x="1507" y="868"/>
                    </a:lnTo>
                    <a:lnTo>
                      <a:pt x="1483" y="804"/>
                    </a:lnTo>
                    <a:lnTo>
                      <a:pt x="1450" y="742"/>
                    </a:lnTo>
                    <a:lnTo>
                      <a:pt x="1411" y="682"/>
                    </a:lnTo>
                    <a:lnTo>
                      <a:pt x="1365" y="626"/>
                    </a:lnTo>
                    <a:lnTo>
                      <a:pt x="1317" y="576"/>
                    </a:lnTo>
                    <a:lnTo>
                      <a:pt x="1263" y="532"/>
                    </a:lnTo>
                    <a:lnTo>
                      <a:pt x="1206" y="493"/>
                    </a:lnTo>
                    <a:lnTo>
                      <a:pt x="1147" y="462"/>
                    </a:lnTo>
                    <a:lnTo>
                      <a:pt x="1085" y="435"/>
                    </a:lnTo>
                    <a:lnTo>
                      <a:pt x="1020" y="416"/>
                    </a:lnTo>
                    <a:lnTo>
                      <a:pt x="955" y="402"/>
                    </a:lnTo>
                    <a:lnTo>
                      <a:pt x="888" y="395"/>
                    </a:lnTo>
                    <a:lnTo>
                      <a:pt x="820" y="394"/>
                    </a:lnTo>
                    <a:close/>
                    <a:moveTo>
                      <a:pt x="51" y="0"/>
                    </a:moveTo>
                    <a:lnTo>
                      <a:pt x="55" y="0"/>
                    </a:lnTo>
                    <a:lnTo>
                      <a:pt x="69" y="2"/>
                    </a:lnTo>
                    <a:lnTo>
                      <a:pt x="89" y="6"/>
                    </a:lnTo>
                    <a:lnTo>
                      <a:pt x="117" y="12"/>
                    </a:lnTo>
                    <a:lnTo>
                      <a:pt x="151" y="19"/>
                    </a:lnTo>
                    <a:lnTo>
                      <a:pt x="193" y="27"/>
                    </a:lnTo>
                    <a:lnTo>
                      <a:pt x="239" y="37"/>
                    </a:lnTo>
                    <a:lnTo>
                      <a:pt x="290" y="48"/>
                    </a:lnTo>
                    <a:lnTo>
                      <a:pt x="345" y="62"/>
                    </a:lnTo>
                    <a:lnTo>
                      <a:pt x="406" y="77"/>
                    </a:lnTo>
                    <a:lnTo>
                      <a:pt x="468" y="93"/>
                    </a:lnTo>
                    <a:lnTo>
                      <a:pt x="534" y="109"/>
                    </a:lnTo>
                    <a:lnTo>
                      <a:pt x="602" y="128"/>
                    </a:lnTo>
                    <a:lnTo>
                      <a:pt x="672" y="148"/>
                    </a:lnTo>
                    <a:lnTo>
                      <a:pt x="742" y="171"/>
                    </a:lnTo>
                    <a:lnTo>
                      <a:pt x="813" y="194"/>
                    </a:lnTo>
                    <a:lnTo>
                      <a:pt x="884" y="218"/>
                    </a:lnTo>
                    <a:lnTo>
                      <a:pt x="954" y="244"/>
                    </a:lnTo>
                    <a:lnTo>
                      <a:pt x="1024" y="271"/>
                    </a:lnTo>
                    <a:lnTo>
                      <a:pt x="1090" y="299"/>
                    </a:lnTo>
                    <a:lnTo>
                      <a:pt x="1155" y="329"/>
                    </a:lnTo>
                    <a:lnTo>
                      <a:pt x="1217" y="361"/>
                    </a:lnTo>
                    <a:lnTo>
                      <a:pt x="1275" y="394"/>
                    </a:lnTo>
                    <a:lnTo>
                      <a:pt x="1330" y="427"/>
                    </a:lnTo>
                    <a:lnTo>
                      <a:pt x="1379" y="462"/>
                    </a:lnTo>
                    <a:lnTo>
                      <a:pt x="1423" y="499"/>
                    </a:lnTo>
                    <a:lnTo>
                      <a:pt x="1462" y="537"/>
                    </a:lnTo>
                    <a:lnTo>
                      <a:pt x="1495" y="576"/>
                    </a:lnTo>
                    <a:lnTo>
                      <a:pt x="1537" y="639"/>
                    </a:lnTo>
                    <a:lnTo>
                      <a:pt x="1572" y="704"/>
                    </a:lnTo>
                    <a:lnTo>
                      <a:pt x="1600" y="771"/>
                    </a:lnTo>
                    <a:lnTo>
                      <a:pt x="1623" y="840"/>
                    </a:lnTo>
                    <a:lnTo>
                      <a:pt x="1639" y="910"/>
                    </a:lnTo>
                    <a:lnTo>
                      <a:pt x="1649" y="980"/>
                    </a:lnTo>
                    <a:lnTo>
                      <a:pt x="1653" y="1052"/>
                    </a:lnTo>
                    <a:lnTo>
                      <a:pt x="1650" y="1122"/>
                    </a:lnTo>
                    <a:lnTo>
                      <a:pt x="1642" y="1192"/>
                    </a:lnTo>
                    <a:lnTo>
                      <a:pt x="1628" y="1262"/>
                    </a:lnTo>
                    <a:lnTo>
                      <a:pt x="1608" y="1330"/>
                    </a:lnTo>
                    <a:lnTo>
                      <a:pt x="1582" y="1396"/>
                    </a:lnTo>
                    <a:lnTo>
                      <a:pt x="1551" y="1460"/>
                    </a:lnTo>
                    <a:lnTo>
                      <a:pt x="1515" y="1521"/>
                    </a:lnTo>
                    <a:lnTo>
                      <a:pt x="1472" y="1579"/>
                    </a:lnTo>
                    <a:lnTo>
                      <a:pt x="1423" y="1634"/>
                    </a:lnTo>
                    <a:lnTo>
                      <a:pt x="1371" y="1686"/>
                    </a:lnTo>
                    <a:lnTo>
                      <a:pt x="1311" y="1733"/>
                    </a:lnTo>
                    <a:lnTo>
                      <a:pt x="1248" y="1775"/>
                    </a:lnTo>
                    <a:lnTo>
                      <a:pt x="1183" y="1810"/>
                    </a:lnTo>
                    <a:lnTo>
                      <a:pt x="1116" y="1838"/>
                    </a:lnTo>
                    <a:lnTo>
                      <a:pt x="1047" y="1861"/>
                    </a:lnTo>
                    <a:lnTo>
                      <a:pt x="977" y="1877"/>
                    </a:lnTo>
                    <a:lnTo>
                      <a:pt x="907" y="1888"/>
                    </a:lnTo>
                    <a:lnTo>
                      <a:pt x="835" y="1892"/>
                    </a:lnTo>
                    <a:lnTo>
                      <a:pt x="765" y="1889"/>
                    </a:lnTo>
                    <a:lnTo>
                      <a:pt x="695" y="1881"/>
                    </a:lnTo>
                    <a:lnTo>
                      <a:pt x="625" y="1868"/>
                    </a:lnTo>
                    <a:lnTo>
                      <a:pt x="557" y="1847"/>
                    </a:lnTo>
                    <a:lnTo>
                      <a:pt x="491" y="1822"/>
                    </a:lnTo>
                    <a:lnTo>
                      <a:pt x="426" y="1791"/>
                    </a:lnTo>
                    <a:lnTo>
                      <a:pt x="366" y="1753"/>
                    </a:lnTo>
                    <a:lnTo>
                      <a:pt x="306" y="1711"/>
                    </a:lnTo>
                    <a:lnTo>
                      <a:pt x="252" y="1663"/>
                    </a:lnTo>
                    <a:lnTo>
                      <a:pt x="201" y="1609"/>
                    </a:lnTo>
                    <a:lnTo>
                      <a:pt x="154" y="1549"/>
                    </a:lnTo>
                    <a:lnTo>
                      <a:pt x="125" y="1508"/>
                    </a:lnTo>
                    <a:lnTo>
                      <a:pt x="103" y="1459"/>
                    </a:lnTo>
                    <a:lnTo>
                      <a:pt x="81" y="1405"/>
                    </a:lnTo>
                    <a:lnTo>
                      <a:pt x="63" y="1347"/>
                    </a:lnTo>
                    <a:lnTo>
                      <a:pt x="47" y="1285"/>
                    </a:lnTo>
                    <a:lnTo>
                      <a:pt x="35" y="1220"/>
                    </a:lnTo>
                    <a:lnTo>
                      <a:pt x="24" y="1152"/>
                    </a:lnTo>
                    <a:lnTo>
                      <a:pt x="15" y="1080"/>
                    </a:lnTo>
                    <a:lnTo>
                      <a:pt x="9" y="1007"/>
                    </a:lnTo>
                    <a:lnTo>
                      <a:pt x="4" y="934"/>
                    </a:lnTo>
                    <a:lnTo>
                      <a:pt x="1" y="859"/>
                    </a:lnTo>
                    <a:lnTo>
                      <a:pt x="0" y="785"/>
                    </a:lnTo>
                    <a:lnTo>
                      <a:pt x="0" y="709"/>
                    </a:lnTo>
                    <a:lnTo>
                      <a:pt x="1" y="636"/>
                    </a:lnTo>
                    <a:lnTo>
                      <a:pt x="4" y="563"/>
                    </a:lnTo>
                    <a:lnTo>
                      <a:pt x="7" y="493"/>
                    </a:lnTo>
                    <a:lnTo>
                      <a:pt x="11" y="425"/>
                    </a:lnTo>
                    <a:lnTo>
                      <a:pt x="15" y="360"/>
                    </a:lnTo>
                    <a:lnTo>
                      <a:pt x="19" y="299"/>
                    </a:lnTo>
                    <a:lnTo>
                      <a:pt x="24" y="242"/>
                    </a:lnTo>
                    <a:lnTo>
                      <a:pt x="30" y="190"/>
                    </a:lnTo>
                    <a:lnTo>
                      <a:pt x="34" y="143"/>
                    </a:lnTo>
                    <a:lnTo>
                      <a:pt x="39" y="101"/>
                    </a:lnTo>
                    <a:lnTo>
                      <a:pt x="43" y="66"/>
                    </a:lnTo>
                    <a:lnTo>
                      <a:pt x="46" y="37"/>
                    </a:lnTo>
                    <a:lnTo>
                      <a:pt x="49" y="17"/>
                    </a:lnTo>
                    <a:lnTo>
                      <a:pt x="50" y="4"/>
                    </a:lnTo>
                    <a:lnTo>
                      <a:pt x="51" y="0"/>
                    </a:lnTo>
                    <a:close/>
                  </a:path>
                </a:pathLst>
              </a:custGeom>
              <a:solidFill>
                <a:schemeClr val="accent6"/>
              </a:solidFill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68" name="Freeform 74"/>
              <p:cNvSpPr>
                <a:spLocks noEditPoints="1"/>
              </p:cNvSpPr>
              <p:nvPr/>
            </p:nvSpPr>
            <p:spPr bwMode="auto">
              <a:xfrm>
                <a:off x="6650038" y="4946650"/>
                <a:ext cx="517525" cy="635000"/>
              </a:xfrm>
              <a:custGeom>
                <a:avLst/>
                <a:gdLst>
                  <a:gd name="T0" fmla="*/ 2003 w 2939"/>
                  <a:gd name="T1" fmla="*/ 2890 h 3600"/>
                  <a:gd name="T2" fmla="*/ 1859 w 2939"/>
                  <a:gd name="T3" fmla="*/ 2961 h 3600"/>
                  <a:gd name="T4" fmla="*/ 2195 w 2939"/>
                  <a:gd name="T5" fmla="*/ 3289 h 3600"/>
                  <a:gd name="T6" fmla="*/ 2729 w 2939"/>
                  <a:gd name="T7" fmla="*/ 2753 h 3600"/>
                  <a:gd name="T8" fmla="*/ 2634 w 2939"/>
                  <a:gd name="T9" fmla="*/ 2623 h 3600"/>
                  <a:gd name="T10" fmla="*/ 1495 w 2939"/>
                  <a:gd name="T11" fmla="*/ 2623 h 3600"/>
                  <a:gd name="T12" fmla="*/ 949 w 2939"/>
                  <a:gd name="T13" fmla="*/ 2664 h 3600"/>
                  <a:gd name="T14" fmla="*/ 963 w 2939"/>
                  <a:gd name="T15" fmla="*/ 2522 h 3600"/>
                  <a:gd name="T16" fmla="*/ 838 w 2939"/>
                  <a:gd name="T17" fmla="*/ 2470 h 3600"/>
                  <a:gd name="T18" fmla="*/ 456 w 2939"/>
                  <a:gd name="T19" fmla="*/ 2606 h 3600"/>
                  <a:gd name="T20" fmla="*/ 488 w 2939"/>
                  <a:gd name="T21" fmla="*/ 2522 h 3600"/>
                  <a:gd name="T22" fmla="*/ 2269 w 2939"/>
                  <a:gd name="T23" fmla="*/ 2263 h 3600"/>
                  <a:gd name="T24" fmla="*/ 2743 w 2939"/>
                  <a:gd name="T25" fmla="*/ 2459 h 3600"/>
                  <a:gd name="T26" fmla="*/ 2939 w 2939"/>
                  <a:gd name="T27" fmla="*/ 2931 h 3600"/>
                  <a:gd name="T28" fmla="*/ 2743 w 2939"/>
                  <a:gd name="T29" fmla="*/ 3404 h 3600"/>
                  <a:gd name="T30" fmla="*/ 2269 w 2939"/>
                  <a:gd name="T31" fmla="*/ 3600 h 3600"/>
                  <a:gd name="T32" fmla="*/ 1795 w 2939"/>
                  <a:gd name="T33" fmla="*/ 3404 h 3600"/>
                  <a:gd name="T34" fmla="*/ 1599 w 2939"/>
                  <a:gd name="T35" fmla="*/ 2931 h 3600"/>
                  <a:gd name="T36" fmla="*/ 1795 w 2939"/>
                  <a:gd name="T37" fmla="*/ 2459 h 3600"/>
                  <a:gd name="T38" fmla="*/ 2269 w 2939"/>
                  <a:gd name="T39" fmla="*/ 2263 h 3600"/>
                  <a:gd name="T40" fmla="*/ 1599 w 2939"/>
                  <a:gd name="T41" fmla="*/ 2160 h 3600"/>
                  <a:gd name="T42" fmla="*/ 949 w 2939"/>
                  <a:gd name="T43" fmla="*/ 2201 h 3600"/>
                  <a:gd name="T44" fmla="*/ 963 w 2939"/>
                  <a:gd name="T45" fmla="*/ 2060 h 3600"/>
                  <a:gd name="T46" fmla="*/ 838 w 2939"/>
                  <a:gd name="T47" fmla="*/ 2029 h 3600"/>
                  <a:gd name="T48" fmla="*/ 456 w 2939"/>
                  <a:gd name="T49" fmla="*/ 2165 h 3600"/>
                  <a:gd name="T50" fmla="*/ 488 w 2939"/>
                  <a:gd name="T51" fmla="*/ 2081 h 3600"/>
                  <a:gd name="T52" fmla="*/ 980 w 2939"/>
                  <a:gd name="T53" fmla="*/ 1646 h 3600"/>
                  <a:gd name="T54" fmla="*/ 1854 w 2939"/>
                  <a:gd name="T55" fmla="*/ 1765 h 3600"/>
                  <a:gd name="T56" fmla="*/ 938 w 2939"/>
                  <a:gd name="T57" fmla="*/ 1779 h 3600"/>
                  <a:gd name="T58" fmla="*/ 980 w 2939"/>
                  <a:gd name="T59" fmla="*/ 1646 h 3600"/>
                  <a:gd name="T60" fmla="*/ 830 w 2939"/>
                  <a:gd name="T61" fmla="*/ 1605 h 3600"/>
                  <a:gd name="T62" fmla="*/ 446 w 2939"/>
                  <a:gd name="T63" fmla="*/ 1717 h 3600"/>
                  <a:gd name="T64" fmla="*/ 502 w 2939"/>
                  <a:gd name="T65" fmla="*/ 1647 h 3600"/>
                  <a:gd name="T66" fmla="*/ 1804 w 2939"/>
                  <a:gd name="T67" fmla="*/ 1183 h 3600"/>
                  <a:gd name="T68" fmla="*/ 1846 w 2939"/>
                  <a:gd name="T69" fmla="*/ 1316 h 3600"/>
                  <a:gd name="T70" fmla="*/ 931 w 2939"/>
                  <a:gd name="T71" fmla="*/ 1301 h 3600"/>
                  <a:gd name="T72" fmla="*/ 798 w 2939"/>
                  <a:gd name="T73" fmla="*/ 1068 h 3600"/>
                  <a:gd name="T74" fmla="*/ 640 w 2939"/>
                  <a:gd name="T75" fmla="*/ 1360 h 3600"/>
                  <a:gd name="T76" fmla="*/ 440 w 2939"/>
                  <a:gd name="T77" fmla="*/ 1246 h 3600"/>
                  <a:gd name="T78" fmla="*/ 515 w 2939"/>
                  <a:gd name="T79" fmla="*/ 1197 h 3600"/>
                  <a:gd name="T80" fmla="*/ 569 w 2939"/>
                  <a:gd name="T81" fmla="*/ 386 h 3600"/>
                  <a:gd name="T82" fmla="*/ 706 w 2939"/>
                  <a:gd name="T83" fmla="*/ 640 h 3600"/>
                  <a:gd name="T84" fmla="*/ 1648 w 2939"/>
                  <a:gd name="T85" fmla="*/ 619 h 3600"/>
                  <a:gd name="T86" fmla="*/ 1748 w 2939"/>
                  <a:gd name="T87" fmla="*/ 360 h 3600"/>
                  <a:gd name="T88" fmla="*/ 2285 w 2939"/>
                  <a:gd name="T89" fmla="*/ 454 h 3600"/>
                  <a:gd name="T90" fmla="*/ 2198 w 2939"/>
                  <a:gd name="T91" fmla="*/ 2112 h 3600"/>
                  <a:gd name="T92" fmla="*/ 1465 w 2939"/>
                  <a:gd name="T93" fmla="*/ 3116 h 3600"/>
                  <a:gd name="T94" fmla="*/ 49 w 2939"/>
                  <a:gd name="T95" fmla="*/ 3167 h 3600"/>
                  <a:gd name="T96" fmla="*/ 22 w 2939"/>
                  <a:gd name="T97" fmla="*/ 471 h 3600"/>
                  <a:gd name="T98" fmla="*/ 1160 w 2939"/>
                  <a:gd name="T99" fmla="*/ 103 h 3600"/>
                  <a:gd name="T100" fmla="*/ 1094 w 2939"/>
                  <a:gd name="T101" fmla="*/ 219 h 3600"/>
                  <a:gd name="T102" fmla="*/ 1227 w 2939"/>
                  <a:gd name="T103" fmla="*/ 219 h 3600"/>
                  <a:gd name="T104" fmla="*/ 1160 w 2939"/>
                  <a:gd name="T105" fmla="*/ 103 h 3600"/>
                  <a:gd name="T106" fmla="*/ 1317 w 2939"/>
                  <a:gd name="T107" fmla="*/ 88 h 3600"/>
                  <a:gd name="T108" fmla="*/ 1379 w 2939"/>
                  <a:gd name="T109" fmla="*/ 247 h 3600"/>
                  <a:gd name="T110" fmla="*/ 1624 w 2939"/>
                  <a:gd name="T111" fmla="*/ 324 h 3600"/>
                  <a:gd name="T112" fmla="*/ 1605 w 2939"/>
                  <a:gd name="T113" fmla="*/ 521 h 3600"/>
                  <a:gd name="T114" fmla="*/ 738 w 2939"/>
                  <a:gd name="T115" fmla="*/ 540 h 3600"/>
                  <a:gd name="T116" fmla="*/ 682 w 2939"/>
                  <a:gd name="T117" fmla="*/ 350 h 3600"/>
                  <a:gd name="T118" fmla="*/ 923 w 2939"/>
                  <a:gd name="T119" fmla="*/ 254 h 3600"/>
                  <a:gd name="T120" fmla="*/ 991 w 2939"/>
                  <a:gd name="T121" fmla="*/ 116 h 36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</a:cxnLst>
                <a:rect l="0" t="0" r="r" b="b"/>
                <a:pathLst>
                  <a:path w="2939" h="3600">
                    <a:moveTo>
                      <a:pt x="2634" y="2623"/>
                    </a:moveTo>
                    <a:lnTo>
                      <a:pt x="2613" y="2625"/>
                    </a:lnTo>
                    <a:lnTo>
                      <a:pt x="2591" y="2630"/>
                    </a:lnTo>
                    <a:lnTo>
                      <a:pt x="2570" y="2641"/>
                    </a:lnTo>
                    <a:lnTo>
                      <a:pt x="2552" y="2657"/>
                    </a:lnTo>
                    <a:lnTo>
                      <a:pt x="2205" y="3047"/>
                    </a:lnTo>
                    <a:lnTo>
                      <a:pt x="2024" y="2903"/>
                    </a:lnTo>
                    <a:lnTo>
                      <a:pt x="2003" y="2890"/>
                    </a:lnTo>
                    <a:lnTo>
                      <a:pt x="1982" y="2882"/>
                    </a:lnTo>
                    <a:lnTo>
                      <a:pt x="1960" y="2880"/>
                    </a:lnTo>
                    <a:lnTo>
                      <a:pt x="1937" y="2882"/>
                    </a:lnTo>
                    <a:lnTo>
                      <a:pt x="1915" y="2890"/>
                    </a:lnTo>
                    <a:lnTo>
                      <a:pt x="1895" y="2902"/>
                    </a:lnTo>
                    <a:lnTo>
                      <a:pt x="1879" y="2918"/>
                    </a:lnTo>
                    <a:lnTo>
                      <a:pt x="1866" y="2939"/>
                    </a:lnTo>
                    <a:lnTo>
                      <a:pt x="1859" y="2961"/>
                    </a:lnTo>
                    <a:lnTo>
                      <a:pt x="1856" y="2983"/>
                    </a:lnTo>
                    <a:lnTo>
                      <a:pt x="1859" y="3005"/>
                    </a:lnTo>
                    <a:lnTo>
                      <a:pt x="1866" y="3027"/>
                    </a:lnTo>
                    <a:lnTo>
                      <a:pt x="1878" y="3046"/>
                    </a:lnTo>
                    <a:lnTo>
                      <a:pt x="1895" y="3063"/>
                    </a:lnTo>
                    <a:lnTo>
                      <a:pt x="2152" y="3268"/>
                    </a:lnTo>
                    <a:lnTo>
                      <a:pt x="2173" y="3281"/>
                    </a:lnTo>
                    <a:lnTo>
                      <a:pt x="2195" y="3289"/>
                    </a:lnTo>
                    <a:lnTo>
                      <a:pt x="2217" y="3291"/>
                    </a:lnTo>
                    <a:lnTo>
                      <a:pt x="2239" y="3289"/>
                    </a:lnTo>
                    <a:lnTo>
                      <a:pt x="2258" y="3283"/>
                    </a:lnTo>
                    <a:lnTo>
                      <a:pt x="2278" y="3272"/>
                    </a:lnTo>
                    <a:lnTo>
                      <a:pt x="2294" y="3257"/>
                    </a:lnTo>
                    <a:lnTo>
                      <a:pt x="2707" y="2794"/>
                    </a:lnTo>
                    <a:lnTo>
                      <a:pt x="2720" y="2774"/>
                    </a:lnTo>
                    <a:lnTo>
                      <a:pt x="2729" y="2753"/>
                    </a:lnTo>
                    <a:lnTo>
                      <a:pt x="2733" y="2731"/>
                    </a:lnTo>
                    <a:lnTo>
                      <a:pt x="2731" y="2709"/>
                    </a:lnTo>
                    <a:lnTo>
                      <a:pt x="2725" y="2687"/>
                    </a:lnTo>
                    <a:lnTo>
                      <a:pt x="2714" y="2666"/>
                    </a:lnTo>
                    <a:lnTo>
                      <a:pt x="2698" y="2649"/>
                    </a:lnTo>
                    <a:lnTo>
                      <a:pt x="2678" y="2636"/>
                    </a:lnTo>
                    <a:lnTo>
                      <a:pt x="2657" y="2627"/>
                    </a:lnTo>
                    <a:lnTo>
                      <a:pt x="2634" y="2623"/>
                    </a:lnTo>
                    <a:close/>
                    <a:moveTo>
                      <a:pt x="980" y="2520"/>
                    </a:moveTo>
                    <a:lnTo>
                      <a:pt x="1444" y="2520"/>
                    </a:lnTo>
                    <a:lnTo>
                      <a:pt x="1460" y="2522"/>
                    </a:lnTo>
                    <a:lnTo>
                      <a:pt x="1474" y="2530"/>
                    </a:lnTo>
                    <a:lnTo>
                      <a:pt x="1485" y="2541"/>
                    </a:lnTo>
                    <a:lnTo>
                      <a:pt x="1493" y="2555"/>
                    </a:lnTo>
                    <a:lnTo>
                      <a:pt x="1495" y="2571"/>
                    </a:lnTo>
                    <a:lnTo>
                      <a:pt x="1495" y="2623"/>
                    </a:lnTo>
                    <a:lnTo>
                      <a:pt x="1493" y="2639"/>
                    </a:lnTo>
                    <a:lnTo>
                      <a:pt x="1485" y="2653"/>
                    </a:lnTo>
                    <a:lnTo>
                      <a:pt x="1474" y="2664"/>
                    </a:lnTo>
                    <a:lnTo>
                      <a:pt x="1460" y="2672"/>
                    </a:lnTo>
                    <a:lnTo>
                      <a:pt x="1444" y="2674"/>
                    </a:lnTo>
                    <a:lnTo>
                      <a:pt x="980" y="2674"/>
                    </a:lnTo>
                    <a:lnTo>
                      <a:pt x="963" y="2672"/>
                    </a:lnTo>
                    <a:lnTo>
                      <a:pt x="949" y="2664"/>
                    </a:lnTo>
                    <a:lnTo>
                      <a:pt x="938" y="2653"/>
                    </a:lnTo>
                    <a:lnTo>
                      <a:pt x="931" y="2639"/>
                    </a:lnTo>
                    <a:lnTo>
                      <a:pt x="928" y="2623"/>
                    </a:lnTo>
                    <a:lnTo>
                      <a:pt x="928" y="2571"/>
                    </a:lnTo>
                    <a:lnTo>
                      <a:pt x="931" y="2555"/>
                    </a:lnTo>
                    <a:lnTo>
                      <a:pt x="938" y="2541"/>
                    </a:lnTo>
                    <a:lnTo>
                      <a:pt x="949" y="2530"/>
                    </a:lnTo>
                    <a:lnTo>
                      <a:pt x="963" y="2522"/>
                    </a:lnTo>
                    <a:lnTo>
                      <a:pt x="980" y="2520"/>
                    </a:lnTo>
                    <a:close/>
                    <a:moveTo>
                      <a:pt x="798" y="2404"/>
                    </a:moveTo>
                    <a:lnTo>
                      <a:pt x="812" y="2408"/>
                    </a:lnTo>
                    <a:lnTo>
                      <a:pt x="826" y="2416"/>
                    </a:lnTo>
                    <a:lnTo>
                      <a:pt x="835" y="2427"/>
                    </a:lnTo>
                    <a:lnTo>
                      <a:pt x="841" y="2441"/>
                    </a:lnTo>
                    <a:lnTo>
                      <a:pt x="841" y="2456"/>
                    </a:lnTo>
                    <a:lnTo>
                      <a:pt x="838" y="2470"/>
                    </a:lnTo>
                    <a:lnTo>
                      <a:pt x="830" y="2483"/>
                    </a:lnTo>
                    <a:lnTo>
                      <a:pt x="640" y="2696"/>
                    </a:lnTo>
                    <a:lnTo>
                      <a:pt x="629" y="2704"/>
                    </a:lnTo>
                    <a:lnTo>
                      <a:pt x="617" y="2710"/>
                    </a:lnTo>
                    <a:lnTo>
                      <a:pt x="604" y="2712"/>
                    </a:lnTo>
                    <a:lnTo>
                      <a:pt x="588" y="2709"/>
                    </a:lnTo>
                    <a:lnTo>
                      <a:pt x="574" y="2701"/>
                    </a:lnTo>
                    <a:lnTo>
                      <a:pt x="456" y="2606"/>
                    </a:lnTo>
                    <a:lnTo>
                      <a:pt x="446" y="2595"/>
                    </a:lnTo>
                    <a:lnTo>
                      <a:pt x="440" y="2582"/>
                    </a:lnTo>
                    <a:lnTo>
                      <a:pt x="438" y="2568"/>
                    </a:lnTo>
                    <a:lnTo>
                      <a:pt x="441" y="2554"/>
                    </a:lnTo>
                    <a:lnTo>
                      <a:pt x="448" y="2540"/>
                    </a:lnTo>
                    <a:lnTo>
                      <a:pt x="459" y="2530"/>
                    </a:lnTo>
                    <a:lnTo>
                      <a:pt x="473" y="2524"/>
                    </a:lnTo>
                    <a:lnTo>
                      <a:pt x="488" y="2522"/>
                    </a:lnTo>
                    <a:lnTo>
                      <a:pt x="502" y="2525"/>
                    </a:lnTo>
                    <a:lnTo>
                      <a:pt x="515" y="2533"/>
                    </a:lnTo>
                    <a:lnTo>
                      <a:pt x="598" y="2600"/>
                    </a:lnTo>
                    <a:lnTo>
                      <a:pt x="759" y="2420"/>
                    </a:lnTo>
                    <a:lnTo>
                      <a:pt x="770" y="2410"/>
                    </a:lnTo>
                    <a:lnTo>
                      <a:pt x="784" y="2405"/>
                    </a:lnTo>
                    <a:lnTo>
                      <a:pt x="798" y="2404"/>
                    </a:lnTo>
                    <a:close/>
                    <a:moveTo>
                      <a:pt x="2269" y="2263"/>
                    </a:moveTo>
                    <a:lnTo>
                      <a:pt x="2337" y="2266"/>
                    </a:lnTo>
                    <a:lnTo>
                      <a:pt x="2404" y="2277"/>
                    </a:lnTo>
                    <a:lnTo>
                      <a:pt x="2468" y="2293"/>
                    </a:lnTo>
                    <a:lnTo>
                      <a:pt x="2530" y="2315"/>
                    </a:lnTo>
                    <a:lnTo>
                      <a:pt x="2589" y="2343"/>
                    </a:lnTo>
                    <a:lnTo>
                      <a:pt x="2643" y="2377"/>
                    </a:lnTo>
                    <a:lnTo>
                      <a:pt x="2695" y="2415"/>
                    </a:lnTo>
                    <a:lnTo>
                      <a:pt x="2743" y="2459"/>
                    </a:lnTo>
                    <a:lnTo>
                      <a:pt x="2785" y="2506"/>
                    </a:lnTo>
                    <a:lnTo>
                      <a:pt x="2825" y="2557"/>
                    </a:lnTo>
                    <a:lnTo>
                      <a:pt x="2858" y="2613"/>
                    </a:lnTo>
                    <a:lnTo>
                      <a:pt x="2886" y="2672"/>
                    </a:lnTo>
                    <a:lnTo>
                      <a:pt x="2909" y="2733"/>
                    </a:lnTo>
                    <a:lnTo>
                      <a:pt x="2925" y="2797"/>
                    </a:lnTo>
                    <a:lnTo>
                      <a:pt x="2935" y="2863"/>
                    </a:lnTo>
                    <a:lnTo>
                      <a:pt x="2939" y="2931"/>
                    </a:lnTo>
                    <a:lnTo>
                      <a:pt x="2935" y="3000"/>
                    </a:lnTo>
                    <a:lnTo>
                      <a:pt x="2925" y="3067"/>
                    </a:lnTo>
                    <a:lnTo>
                      <a:pt x="2909" y="3130"/>
                    </a:lnTo>
                    <a:lnTo>
                      <a:pt x="2886" y="3192"/>
                    </a:lnTo>
                    <a:lnTo>
                      <a:pt x="2858" y="3250"/>
                    </a:lnTo>
                    <a:lnTo>
                      <a:pt x="2825" y="3305"/>
                    </a:lnTo>
                    <a:lnTo>
                      <a:pt x="2785" y="3357"/>
                    </a:lnTo>
                    <a:lnTo>
                      <a:pt x="2743" y="3404"/>
                    </a:lnTo>
                    <a:lnTo>
                      <a:pt x="2695" y="3447"/>
                    </a:lnTo>
                    <a:lnTo>
                      <a:pt x="2643" y="3485"/>
                    </a:lnTo>
                    <a:lnTo>
                      <a:pt x="2589" y="3519"/>
                    </a:lnTo>
                    <a:lnTo>
                      <a:pt x="2530" y="3548"/>
                    </a:lnTo>
                    <a:lnTo>
                      <a:pt x="2468" y="3569"/>
                    </a:lnTo>
                    <a:lnTo>
                      <a:pt x="2404" y="3587"/>
                    </a:lnTo>
                    <a:lnTo>
                      <a:pt x="2337" y="3597"/>
                    </a:lnTo>
                    <a:lnTo>
                      <a:pt x="2269" y="3600"/>
                    </a:lnTo>
                    <a:lnTo>
                      <a:pt x="2200" y="3597"/>
                    </a:lnTo>
                    <a:lnTo>
                      <a:pt x="2134" y="3587"/>
                    </a:lnTo>
                    <a:lnTo>
                      <a:pt x="2069" y="3569"/>
                    </a:lnTo>
                    <a:lnTo>
                      <a:pt x="2008" y="3548"/>
                    </a:lnTo>
                    <a:lnTo>
                      <a:pt x="1949" y="3519"/>
                    </a:lnTo>
                    <a:lnTo>
                      <a:pt x="1894" y="3485"/>
                    </a:lnTo>
                    <a:lnTo>
                      <a:pt x="1843" y="3447"/>
                    </a:lnTo>
                    <a:lnTo>
                      <a:pt x="1795" y="3404"/>
                    </a:lnTo>
                    <a:lnTo>
                      <a:pt x="1752" y="3357"/>
                    </a:lnTo>
                    <a:lnTo>
                      <a:pt x="1713" y="3305"/>
                    </a:lnTo>
                    <a:lnTo>
                      <a:pt x="1680" y="3250"/>
                    </a:lnTo>
                    <a:lnTo>
                      <a:pt x="1651" y="3192"/>
                    </a:lnTo>
                    <a:lnTo>
                      <a:pt x="1628" y="3130"/>
                    </a:lnTo>
                    <a:lnTo>
                      <a:pt x="1612" y="3067"/>
                    </a:lnTo>
                    <a:lnTo>
                      <a:pt x="1602" y="3000"/>
                    </a:lnTo>
                    <a:lnTo>
                      <a:pt x="1599" y="2931"/>
                    </a:lnTo>
                    <a:lnTo>
                      <a:pt x="1602" y="2863"/>
                    </a:lnTo>
                    <a:lnTo>
                      <a:pt x="1612" y="2797"/>
                    </a:lnTo>
                    <a:lnTo>
                      <a:pt x="1628" y="2733"/>
                    </a:lnTo>
                    <a:lnTo>
                      <a:pt x="1651" y="2672"/>
                    </a:lnTo>
                    <a:lnTo>
                      <a:pt x="1680" y="2613"/>
                    </a:lnTo>
                    <a:lnTo>
                      <a:pt x="1713" y="2557"/>
                    </a:lnTo>
                    <a:lnTo>
                      <a:pt x="1752" y="2506"/>
                    </a:lnTo>
                    <a:lnTo>
                      <a:pt x="1795" y="2459"/>
                    </a:lnTo>
                    <a:lnTo>
                      <a:pt x="1843" y="2415"/>
                    </a:lnTo>
                    <a:lnTo>
                      <a:pt x="1894" y="2377"/>
                    </a:lnTo>
                    <a:lnTo>
                      <a:pt x="1949" y="2343"/>
                    </a:lnTo>
                    <a:lnTo>
                      <a:pt x="2008" y="2315"/>
                    </a:lnTo>
                    <a:lnTo>
                      <a:pt x="2069" y="2293"/>
                    </a:lnTo>
                    <a:lnTo>
                      <a:pt x="2134" y="2277"/>
                    </a:lnTo>
                    <a:lnTo>
                      <a:pt x="2200" y="2266"/>
                    </a:lnTo>
                    <a:lnTo>
                      <a:pt x="2269" y="2263"/>
                    </a:lnTo>
                    <a:close/>
                    <a:moveTo>
                      <a:pt x="980" y="2057"/>
                    </a:moveTo>
                    <a:lnTo>
                      <a:pt x="1547" y="2057"/>
                    </a:lnTo>
                    <a:lnTo>
                      <a:pt x="1563" y="2060"/>
                    </a:lnTo>
                    <a:lnTo>
                      <a:pt x="1577" y="2067"/>
                    </a:lnTo>
                    <a:lnTo>
                      <a:pt x="1589" y="2078"/>
                    </a:lnTo>
                    <a:lnTo>
                      <a:pt x="1596" y="2092"/>
                    </a:lnTo>
                    <a:lnTo>
                      <a:pt x="1599" y="2109"/>
                    </a:lnTo>
                    <a:lnTo>
                      <a:pt x="1599" y="2160"/>
                    </a:lnTo>
                    <a:lnTo>
                      <a:pt x="1596" y="2176"/>
                    </a:lnTo>
                    <a:lnTo>
                      <a:pt x="1589" y="2191"/>
                    </a:lnTo>
                    <a:lnTo>
                      <a:pt x="1577" y="2201"/>
                    </a:lnTo>
                    <a:lnTo>
                      <a:pt x="1563" y="2209"/>
                    </a:lnTo>
                    <a:lnTo>
                      <a:pt x="1547" y="2211"/>
                    </a:lnTo>
                    <a:lnTo>
                      <a:pt x="980" y="2211"/>
                    </a:lnTo>
                    <a:lnTo>
                      <a:pt x="963" y="2209"/>
                    </a:lnTo>
                    <a:lnTo>
                      <a:pt x="949" y="2201"/>
                    </a:lnTo>
                    <a:lnTo>
                      <a:pt x="938" y="2191"/>
                    </a:lnTo>
                    <a:lnTo>
                      <a:pt x="931" y="2176"/>
                    </a:lnTo>
                    <a:lnTo>
                      <a:pt x="928" y="2160"/>
                    </a:lnTo>
                    <a:lnTo>
                      <a:pt x="928" y="2109"/>
                    </a:lnTo>
                    <a:lnTo>
                      <a:pt x="931" y="2092"/>
                    </a:lnTo>
                    <a:lnTo>
                      <a:pt x="938" y="2078"/>
                    </a:lnTo>
                    <a:lnTo>
                      <a:pt x="949" y="2067"/>
                    </a:lnTo>
                    <a:lnTo>
                      <a:pt x="963" y="2060"/>
                    </a:lnTo>
                    <a:lnTo>
                      <a:pt x="980" y="2057"/>
                    </a:lnTo>
                    <a:close/>
                    <a:moveTo>
                      <a:pt x="798" y="1964"/>
                    </a:moveTo>
                    <a:lnTo>
                      <a:pt x="812" y="1967"/>
                    </a:lnTo>
                    <a:lnTo>
                      <a:pt x="826" y="1976"/>
                    </a:lnTo>
                    <a:lnTo>
                      <a:pt x="835" y="1987"/>
                    </a:lnTo>
                    <a:lnTo>
                      <a:pt x="841" y="2001"/>
                    </a:lnTo>
                    <a:lnTo>
                      <a:pt x="841" y="2015"/>
                    </a:lnTo>
                    <a:lnTo>
                      <a:pt x="838" y="2029"/>
                    </a:lnTo>
                    <a:lnTo>
                      <a:pt x="830" y="2042"/>
                    </a:lnTo>
                    <a:lnTo>
                      <a:pt x="640" y="2255"/>
                    </a:lnTo>
                    <a:lnTo>
                      <a:pt x="629" y="2264"/>
                    </a:lnTo>
                    <a:lnTo>
                      <a:pt x="617" y="2269"/>
                    </a:lnTo>
                    <a:lnTo>
                      <a:pt x="604" y="2271"/>
                    </a:lnTo>
                    <a:lnTo>
                      <a:pt x="588" y="2268"/>
                    </a:lnTo>
                    <a:lnTo>
                      <a:pt x="574" y="2260"/>
                    </a:lnTo>
                    <a:lnTo>
                      <a:pt x="456" y="2165"/>
                    </a:lnTo>
                    <a:lnTo>
                      <a:pt x="446" y="2155"/>
                    </a:lnTo>
                    <a:lnTo>
                      <a:pt x="440" y="2141"/>
                    </a:lnTo>
                    <a:lnTo>
                      <a:pt x="438" y="2127"/>
                    </a:lnTo>
                    <a:lnTo>
                      <a:pt x="441" y="2113"/>
                    </a:lnTo>
                    <a:lnTo>
                      <a:pt x="448" y="2099"/>
                    </a:lnTo>
                    <a:lnTo>
                      <a:pt x="459" y="2089"/>
                    </a:lnTo>
                    <a:lnTo>
                      <a:pt x="473" y="2084"/>
                    </a:lnTo>
                    <a:lnTo>
                      <a:pt x="488" y="2081"/>
                    </a:lnTo>
                    <a:lnTo>
                      <a:pt x="502" y="2085"/>
                    </a:lnTo>
                    <a:lnTo>
                      <a:pt x="515" y="2092"/>
                    </a:lnTo>
                    <a:lnTo>
                      <a:pt x="598" y="2159"/>
                    </a:lnTo>
                    <a:lnTo>
                      <a:pt x="759" y="1979"/>
                    </a:lnTo>
                    <a:lnTo>
                      <a:pt x="770" y="1969"/>
                    </a:lnTo>
                    <a:lnTo>
                      <a:pt x="784" y="1965"/>
                    </a:lnTo>
                    <a:lnTo>
                      <a:pt x="798" y="1964"/>
                    </a:lnTo>
                    <a:close/>
                    <a:moveTo>
                      <a:pt x="980" y="1646"/>
                    </a:moveTo>
                    <a:lnTo>
                      <a:pt x="1804" y="1646"/>
                    </a:lnTo>
                    <a:lnTo>
                      <a:pt x="1821" y="1648"/>
                    </a:lnTo>
                    <a:lnTo>
                      <a:pt x="1835" y="1656"/>
                    </a:lnTo>
                    <a:lnTo>
                      <a:pt x="1846" y="1667"/>
                    </a:lnTo>
                    <a:lnTo>
                      <a:pt x="1854" y="1681"/>
                    </a:lnTo>
                    <a:lnTo>
                      <a:pt x="1856" y="1697"/>
                    </a:lnTo>
                    <a:lnTo>
                      <a:pt x="1856" y="1749"/>
                    </a:lnTo>
                    <a:lnTo>
                      <a:pt x="1854" y="1765"/>
                    </a:lnTo>
                    <a:lnTo>
                      <a:pt x="1846" y="1779"/>
                    </a:lnTo>
                    <a:lnTo>
                      <a:pt x="1835" y="1790"/>
                    </a:lnTo>
                    <a:lnTo>
                      <a:pt x="1821" y="1798"/>
                    </a:lnTo>
                    <a:lnTo>
                      <a:pt x="1804" y="1800"/>
                    </a:lnTo>
                    <a:lnTo>
                      <a:pt x="980" y="1800"/>
                    </a:lnTo>
                    <a:lnTo>
                      <a:pt x="963" y="1798"/>
                    </a:lnTo>
                    <a:lnTo>
                      <a:pt x="949" y="1790"/>
                    </a:lnTo>
                    <a:lnTo>
                      <a:pt x="938" y="1779"/>
                    </a:lnTo>
                    <a:lnTo>
                      <a:pt x="931" y="1765"/>
                    </a:lnTo>
                    <a:lnTo>
                      <a:pt x="928" y="1749"/>
                    </a:lnTo>
                    <a:lnTo>
                      <a:pt x="928" y="1697"/>
                    </a:lnTo>
                    <a:lnTo>
                      <a:pt x="931" y="1681"/>
                    </a:lnTo>
                    <a:lnTo>
                      <a:pt x="938" y="1667"/>
                    </a:lnTo>
                    <a:lnTo>
                      <a:pt x="949" y="1656"/>
                    </a:lnTo>
                    <a:lnTo>
                      <a:pt x="963" y="1648"/>
                    </a:lnTo>
                    <a:lnTo>
                      <a:pt x="980" y="1646"/>
                    </a:lnTo>
                    <a:close/>
                    <a:moveTo>
                      <a:pt x="798" y="1526"/>
                    </a:moveTo>
                    <a:lnTo>
                      <a:pt x="812" y="1529"/>
                    </a:lnTo>
                    <a:lnTo>
                      <a:pt x="826" y="1538"/>
                    </a:lnTo>
                    <a:lnTo>
                      <a:pt x="835" y="1549"/>
                    </a:lnTo>
                    <a:lnTo>
                      <a:pt x="841" y="1563"/>
                    </a:lnTo>
                    <a:lnTo>
                      <a:pt x="841" y="1577"/>
                    </a:lnTo>
                    <a:lnTo>
                      <a:pt x="838" y="1592"/>
                    </a:lnTo>
                    <a:lnTo>
                      <a:pt x="830" y="1605"/>
                    </a:lnTo>
                    <a:lnTo>
                      <a:pt x="640" y="1817"/>
                    </a:lnTo>
                    <a:lnTo>
                      <a:pt x="629" y="1826"/>
                    </a:lnTo>
                    <a:lnTo>
                      <a:pt x="617" y="1832"/>
                    </a:lnTo>
                    <a:lnTo>
                      <a:pt x="604" y="1834"/>
                    </a:lnTo>
                    <a:lnTo>
                      <a:pt x="588" y="1831"/>
                    </a:lnTo>
                    <a:lnTo>
                      <a:pt x="574" y="1823"/>
                    </a:lnTo>
                    <a:lnTo>
                      <a:pt x="456" y="1728"/>
                    </a:lnTo>
                    <a:lnTo>
                      <a:pt x="446" y="1717"/>
                    </a:lnTo>
                    <a:lnTo>
                      <a:pt x="440" y="1704"/>
                    </a:lnTo>
                    <a:lnTo>
                      <a:pt x="438" y="1690"/>
                    </a:lnTo>
                    <a:lnTo>
                      <a:pt x="441" y="1675"/>
                    </a:lnTo>
                    <a:lnTo>
                      <a:pt x="448" y="1661"/>
                    </a:lnTo>
                    <a:lnTo>
                      <a:pt x="459" y="1652"/>
                    </a:lnTo>
                    <a:lnTo>
                      <a:pt x="473" y="1646"/>
                    </a:lnTo>
                    <a:lnTo>
                      <a:pt x="488" y="1644"/>
                    </a:lnTo>
                    <a:lnTo>
                      <a:pt x="502" y="1647"/>
                    </a:lnTo>
                    <a:lnTo>
                      <a:pt x="515" y="1655"/>
                    </a:lnTo>
                    <a:lnTo>
                      <a:pt x="598" y="1721"/>
                    </a:lnTo>
                    <a:lnTo>
                      <a:pt x="759" y="1541"/>
                    </a:lnTo>
                    <a:lnTo>
                      <a:pt x="770" y="1532"/>
                    </a:lnTo>
                    <a:lnTo>
                      <a:pt x="784" y="1527"/>
                    </a:lnTo>
                    <a:lnTo>
                      <a:pt x="798" y="1526"/>
                    </a:lnTo>
                    <a:close/>
                    <a:moveTo>
                      <a:pt x="980" y="1183"/>
                    </a:moveTo>
                    <a:lnTo>
                      <a:pt x="1804" y="1183"/>
                    </a:lnTo>
                    <a:lnTo>
                      <a:pt x="1821" y="1186"/>
                    </a:lnTo>
                    <a:lnTo>
                      <a:pt x="1835" y="1192"/>
                    </a:lnTo>
                    <a:lnTo>
                      <a:pt x="1846" y="1204"/>
                    </a:lnTo>
                    <a:lnTo>
                      <a:pt x="1854" y="1219"/>
                    </a:lnTo>
                    <a:lnTo>
                      <a:pt x="1856" y="1234"/>
                    </a:lnTo>
                    <a:lnTo>
                      <a:pt x="1856" y="1286"/>
                    </a:lnTo>
                    <a:lnTo>
                      <a:pt x="1854" y="1301"/>
                    </a:lnTo>
                    <a:lnTo>
                      <a:pt x="1846" y="1316"/>
                    </a:lnTo>
                    <a:lnTo>
                      <a:pt x="1835" y="1328"/>
                    </a:lnTo>
                    <a:lnTo>
                      <a:pt x="1821" y="1334"/>
                    </a:lnTo>
                    <a:lnTo>
                      <a:pt x="1804" y="1337"/>
                    </a:lnTo>
                    <a:lnTo>
                      <a:pt x="980" y="1337"/>
                    </a:lnTo>
                    <a:lnTo>
                      <a:pt x="963" y="1334"/>
                    </a:lnTo>
                    <a:lnTo>
                      <a:pt x="949" y="1328"/>
                    </a:lnTo>
                    <a:lnTo>
                      <a:pt x="938" y="1316"/>
                    </a:lnTo>
                    <a:lnTo>
                      <a:pt x="931" y="1301"/>
                    </a:lnTo>
                    <a:lnTo>
                      <a:pt x="928" y="1286"/>
                    </a:lnTo>
                    <a:lnTo>
                      <a:pt x="928" y="1234"/>
                    </a:lnTo>
                    <a:lnTo>
                      <a:pt x="931" y="1219"/>
                    </a:lnTo>
                    <a:lnTo>
                      <a:pt x="938" y="1204"/>
                    </a:lnTo>
                    <a:lnTo>
                      <a:pt x="949" y="1192"/>
                    </a:lnTo>
                    <a:lnTo>
                      <a:pt x="963" y="1186"/>
                    </a:lnTo>
                    <a:lnTo>
                      <a:pt x="980" y="1183"/>
                    </a:lnTo>
                    <a:close/>
                    <a:moveTo>
                      <a:pt x="798" y="1068"/>
                    </a:moveTo>
                    <a:lnTo>
                      <a:pt x="812" y="1072"/>
                    </a:lnTo>
                    <a:lnTo>
                      <a:pt x="826" y="1080"/>
                    </a:lnTo>
                    <a:lnTo>
                      <a:pt x="835" y="1092"/>
                    </a:lnTo>
                    <a:lnTo>
                      <a:pt x="841" y="1105"/>
                    </a:lnTo>
                    <a:lnTo>
                      <a:pt x="841" y="1120"/>
                    </a:lnTo>
                    <a:lnTo>
                      <a:pt x="838" y="1135"/>
                    </a:lnTo>
                    <a:lnTo>
                      <a:pt x="830" y="1147"/>
                    </a:lnTo>
                    <a:lnTo>
                      <a:pt x="640" y="1360"/>
                    </a:lnTo>
                    <a:lnTo>
                      <a:pt x="629" y="1369"/>
                    </a:lnTo>
                    <a:lnTo>
                      <a:pt x="617" y="1375"/>
                    </a:lnTo>
                    <a:lnTo>
                      <a:pt x="604" y="1376"/>
                    </a:lnTo>
                    <a:lnTo>
                      <a:pt x="588" y="1373"/>
                    </a:lnTo>
                    <a:lnTo>
                      <a:pt x="574" y="1366"/>
                    </a:lnTo>
                    <a:lnTo>
                      <a:pt x="456" y="1271"/>
                    </a:lnTo>
                    <a:lnTo>
                      <a:pt x="446" y="1260"/>
                    </a:lnTo>
                    <a:lnTo>
                      <a:pt x="440" y="1246"/>
                    </a:lnTo>
                    <a:lnTo>
                      <a:pt x="438" y="1232"/>
                    </a:lnTo>
                    <a:lnTo>
                      <a:pt x="441" y="1217"/>
                    </a:lnTo>
                    <a:lnTo>
                      <a:pt x="448" y="1204"/>
                    </a:lnTo>
                    <a:lnTo>
                      <a:pt x="459" y="1195"/>
                    </a:lnTo>
                    <a:lnTo>
                      <a:pt x="473" y="1188"/>
                    </a:lnTo>
                    <a:lnTo>
                      <a:pt x="488" y="1187"/>
                    </a:lnTo>
                    <a:lnTo>
                      <a:pt x="502" y="1189"/>
                    </a:lnTo>
                    <a:lnTo>
                      <a:pt x="515" y="1197"/>
                    </a:lnTo>
                    <a:lnTo>
                      <a:pt x="598" y="1263"/>
                    </a:lnTo>
                    <a:lnTo>
                      <a:pt x="759" y="1084"/>
                    </a:lnTo>
                    <a:lnTo>
                      <a:pt x="770" y="1075"/>
                    </a:lnTo>
                    <a:lnTo>
                      <a:pt x="784" y="1069"/>
                    </a:lnTo>
                    <a:lnTo>
                      <a:pt x="798" y="1068"/>
                    </a:lnTo>
                    <a:close/>
                    <a:moveTo>
                      <a:pt x="155" y="360"/>
                    </a:moveTo>
                    <a:lnTo>
                      <a:pt x="573" y="360"/>
                    </a:lnTo>
                    <a:lnTo>
                      <a:pt x="569" y="386"/>
                    </a:lnTo>
                    <a:lnTo>
                      <a:pt x="568" y="413"/>
                    </a:lnTo>
                    <a:lnTo>
                      <a:pt x="571" y="455"/>
                    </a:lnTo>
                    <a:lnTo>
                      <a:pt x="581" y="494"/>
                    </a:lnTo>
                    <a:lnTo>
                      <a:pt x="596" y="530"/>
                    </a:lnTo>
                    <a:lnTo>
                      <a:pt x="617" y="564"/>
                    </a:lnTo>
                    <a:lnTo>
                      <a:pt x="642" y="593"/>
                    </a:lnTo>
                    <a:lnTo>
                      <a:pt x="672" y="620"/>
                    </a:lnTo>
                    <a:lnTo>
                      <a:pt x="706" y="640"/>
                    </a:lnTo>
                    <a:lnTo>
                      <a:pt x="742" y="656"/>
                    </a:lnTo>
                    <a:lnTo>
                      <a:pt x="782" y="665"/>
                    </a:lnTo>
                    <a:lnTo>
                      <a:pt x="823" y="669"/>
                    </a:lnTo>
                    <a:lnTo>
                      <a:pt x="1497" y="669"/>
                    </a:lnTo>
                    <a:lnTo>
                      <a:pt x="1539" y="665"/>
                    </a:lnTo>
                    <a:lnTo>
                      <a:pt x="1578" y="656"/>
                    </a:lnTo>
                    <a:lnTo>
                      <a:pt x="1614" y="640"/>
                    </a:lnTo>
                    <a:lnTo>
                      <a:pt x="1648" y="619"/>
                    </a:lnTo>
                    <a:lnTo>
                      <a:pt x="1678" y="593"/>
                    </a:lnTo>
                    <a:lnTo>
                      <a:pt x="1704" y="563"/>
                    </a:lnTo>
                    <a:lnTo>
                      <a:pt x="1725" y="529"/>
                    </a:lnTo>
                    <a:lnTo>
                      <a:pt x="1740" y="492"/>
                    </a:lnTo>
                    <a:lnTo>
                      <a:pt x="1750" y="452"/>
                    </a:lnTo>
                    <a:lnTo>
                      <a:pt x="1753" y="410"/>
                    </a:lnTo>
                    <a:lnTo>
                      <a:pt x="1752" y="385"/>
                    </a:lnTo>
                    <a:lnTo>
                      <a:pt x="1748" y="360"/>
                    </a:lnTo>
                    <a:lnTo>
                      <a:pt x="2063" y="360"/>
                    </a:lnTo>
                    <a:lnTo>
                      <a:pt x="2106" y="362"/>
                    </a:lnTo>
                    <a:lnTo>
                      <a:pt x="2146" y="369"/>
                    </a:lnTo>
                    <a:lnTo>
                      <a:pt x="2181" y="380"/>
                    </a:lnTo>
                    <a:lnTo>
                      <a:pt x="2213" y="393"/>
                    </a:lnTo>
                    <a:lnTo>
                      <a:pt x="2241" y="410"/>
                    </a:lnTo>
                    <a:lnTo>
                      <a:pt x="2265" y="431"/>
                    </a:lnTo>
                    <a:lnTo>
                      <a:pt x="2285" y="454"/>
                    </a:lnTo>
                    <a:lnTo>
                      <a:pt x="2300" y="479"/>
                    </a:lnTo>
                    <a:lnTo>
                      <a:pt x="2311" y="506"/>
                    </a:lnTo>
                    <a:lnTo>
                      <a:pt x="2318" y="536"/>
                    </a:lnTo>
                    <a:lnTo>
                      <a:pt x="2321" y="566"/>
                    </a:lnTo>
                    <a:lnTo>
                      <a:pt x="2321" y="2111"/>
                    </a:lnTo>
                    <a:lnTo>
                      <a:pt x="2294" y="2110"/>
                    </a:lnTo>
                    <a:lnTo>
                      <a:pt x="2269" y="2109"/>
                    </a:lnTo>
                    <a:lnTo>
                      <a:pt x="2198" y="2112"/>
                    </a:lnTo>
                    <a:lnTo>
                      <a:pt x="2129" y="2121"/>
                    </a:lnTo>
                    <a:lnTo>
                      <a:pt x="2063" y="2136"/>
                    </a:lnTo>
                    <a:lnTo>
                      <a:pt x="2063" y="926"/>
                    </a:lnTo>
                    <a:lnTo>
                      <a:pt x="258" y="926"/>
                    </a:lnTo>
                    <a:lnTo>
                      <a:pt x="258" y="2983"/>
                    </a:lnTo>
                    <a:lnTo>
                      <a:pt x="1447" y="2983"/>
                    </a:lnTo>
                    <a:lnTo>
                      <a:pt x="1453" y="3050"/>
                    </a:lnTo>
                    <a:lnTo>
                      <a:pt x="1465" y="3116"/>
                    </a:lnTo>
                    <a:lnTo>
                      <a:pt x="1483" y="3179"/>
                    </a:lnTo>
                    <a:lnTo>
                      <a:pt x="1505" y="3240"/>
                    </a:lnTo>
                    <a:lnTo>
                      <a:pt x="207" y="3240"/>
                    </a:lnTo>
                    <a:lnTo>
                      <a:pt x="169" y="3237"/>
                    </a:lnTo>
                    <a:lnTo>
                      <a:pt x="134" y="3227"/>
                    </a:lnTo>
                    <a:lnTo>
                      <a:pt x="103" y="3212"/>
                    </a:lnTo>
                    <a:lnTo>
                      <a:pt x="73" y="3192"/>
                    </a:lnTo>
                    <a:lnTo>
                      <a:pt x="49" y="3167"/>
                    </a:lnTo>
                    <a:lnTo>
                      <a:pt x="28" y="3139"/>
                    </a:lnTo>
                    <a:lnTo>
                      <a:pt x="13" y="3106"/>
                    </a:lnTo>
                    <a:lnTo>
                      <a:pt x="3" y="3071"/>
                    </a:lnTo>
                    <a:lnTo>
                      <a:pt x="0" y="3034"/>
                    </a:lnTo>
                    <a:lnTo>
                      <a:pt x="0" y="566"/>
                    </a:lnTo>
                    <a:lnTo>
                      <a:pt x="3" y="532"/>
                    </a:lnTo>
                    <a:lnTo>
                      <a:pt x="10" y="501"/>
                    </a:lnTo>
                    <a:lnTo>
                      <a:pt x="22" y="471"/>
                    </a:lnTo>
                    <a:lnTo>
                      <a:pt x="37" y="444"/>
                    </a:lnTo>
                    <a:lnTo>
                      <a:pt x="55" y="420"/>
                    </a:lnTo>
                    <a:lnTo>
                      <a:pt x="73" y="399"/>
                    </a:lnTo>
                    <a:lnTo>
                      <a:pt x="94" y="383"/>
                    </a:lnTo>
                    <a:lnTo>
                      <a:pt x="115" y="371"/>
                    </a:lnTo>
                    <a:lnTo>
                      <a:pt x="136" y="362"/>
                    </a:lnTo>
                    <a:lnTo>
                      <a:pt x="155" y="360"/>
                    </a:lnTo>
                    <a:close/>
                    <a:moveTo>
                      <a:pt x="1160" y="103"/>
                    </a:moveTo>
                    <a:lnTo>
                      <a:pt x="1139" y="106"/>
                    </a:lnTo>
                    <a:lnTo>
                      <a:pt x="1121" y="113"/>
                    </a:lnTo>
                    <a:lnTo>
                      <a:pt x="1106" y="125"/>
                    </a:lnTo>
                    <a:lnTo>
                      <a:pt x="1094" y="141"/>
                    </a:lnTo>
                    <a:lnTo>
                      <a:pt x="1086" y="159"/>
                    </a:lnTo>
                    <a:lnTo>
                      <a:pt x="1083" y="180"/>
                    </a:lnTo>
                    <a:lnTo>
                      <a:pt x="1086" y="201"/>
                    </a:lnTo>
                    <a:lnTo>
                      <a:pt x="1094" y="219"/>
                    </a:lnTo>
                    <a:lnTo>
                      <a:pt x="1106" y="235"/>
                    </a:lnTo>
                    <a:lnTo>
                      <a:pt x="1121" y="247"/>
                    </a:lnTo>
                    <a:lnTo>
                      <a:pt x="1139" y="254"/>
                    </a:lnTo>
                    <a:lnTo>
                      <a:pt x="1160" y="257"/>
                    </a:lnTo>
                    <a:lnTo>
                      <a:pt x="1181" y="254"/>
                    </a:lnTo>
                    <a:lnTo>
                      <a:pt x="1200" y="247"/>
                    </a:lnTo>
                    <a:lnTo>
                      <a:pt x="1215" y="235"/>
                    </a:lnTo>
                    <a:lnTo>
                      <a:pt x="1227" y="219"/>
                    </a:lnTo>
                    <a:lnTo>
                      <a:pt x="1235" y="201"/>
                    </a:lnTo>
                    <a:lnTo>
                      <a:pt x="1238" y="180"/>
                    </a:lnTo>
                    <a:lnTo>
                      <a:pt x="1235" y="159"/>
                    </a:lnTo>
                    <a:lnTo>
                      <a:pt x="1227" y="141"/>
                    </a:lnTo>
                    <a:lnTo>
                      <a:pt x="1215" y="125"/>
                    </a:lnTo>
                    <a:lnTo>
                      <a:pt x="1200" y="113"/>
                    </a:lnTo>
                    <a:lnTo>
                      <a:pt x="1181" y="106"/>
                    </a:lnTo>
                    <a:lnTo>
                      <a:pt x="1160" y="103"/>
                    </a:lnTo>
                    <a:close/>
                    <a:moveTo>
                      <a:pt x="1158" y="0"/>
                    </a:moveTo>
                    <a:lnTo>
                      <a:pt x="1162" y="0"/>
                    </a:lnTo>
                    <a:lnTo>
                      <a:pt x="1194" y="3"/>
                    </a:lnTo>
                    <a:lnTo>
                      <a:pt x="1225" y="11"/>
                    </a:lnTo>
                    <a:lnTo>
                      <a:pt x="1252" y="24"/>
                    </a:lnTo>
                    <a:lnTo>
                      <a:pt x="1277" y="41"/>
                    </a:lnTo>
                    <a:lnTo>
                      <a:pt x="1299" y="63"/>
                    </a:lnTo>
                    <a:lnTo>
                      <a:pt x="1317" y="88"/>
                    </a:lnTo>
                    <a:lnTo>
                      <a:pt x="1330" y="116"/>
                    </a:lnTo>
                    <a:lnTo>
                      <a:pt x="1337" y="146"/>
                    </a:lnTo>
                    <a:lnTo>
                      <a:pt x="1341" y="178"/>
                    </a:lnTo>
                    <a:lnTo>
                      <a:pt x="1341" y="180"/>
                    </a:lnTo>
                    <a:lnTo>
                      <a:pt x="1343" y="201"/>
                    </a:lnTo>
                    <a:lnTo>
                      <a:pt x="1352" y="219"/>
                    </a:lnTo>
                    <a:lnTo>
                      <a:pt x="1364" y="235"/>
                    </a:lnTo>
                    <a:lnTo>
                      <a:pt x="1379" y="247"/>
                    </a:lnTo>
                    <a:lnTo>
                      <a:pt x="1396" y="254"/>
                    </a:lnTo>
                    <a:lnTo>
                      <a:pt x="1417" y="257"/>
                    </a:lnTo>
                    <a:lnTo>
                      <a:pt x="1497" y="257"/>
                    </a:lnTo>
                    <a:lnTo>
                      <a:pt x="1528" y="261"/>
                    </a:lnTo>
                    <a:lnTo>
                      <a:pt x="1556" y="269"/>
                    </a:lnTo>
                    <a:lnTo>
                      <a:pt x="1582" y="284"/>
                    </a:lnTo>
                    <a:lnTo>
                      <a:pt x="1605" y="302"/>
                    </a:lnTo>
                    <a:lnTo>
                      <a:pt x="1624" y="324"/>
                    </a:lnTo>
                    <a:lnTo>
                      <a:pt x="1638" y="350"/>
                    </a:lnTo>
                    <a:lnTo>
                      <a:pt x="1647" y="380"/>
                    </a:lnTo>
                    <a:lnTo>
                      <a:pt x="1650" y="410"/>
                    </a:lnTo>
                    <a:lnTo>
                      <a:pt x="1650" y="413"/>
                    </a:lnTo>
                    <a:lnTo>
                      <a:pt x="1647" y="444"/>
                    </a:lnTo>
                    <a:lnTo>
                      <a:pt x="1638" y="472"/>
                    </a:lnTo>
                    <a:lnTo>
                      <a:pt x="1624" y="499"/>
                    </a:lnTo>
                    <a:lnTo>
                      <a:pt x="1605" y="521"/>
                    </a:lnTo>
                    <a:lnTo>
                      <a:pt x="1582" y="540"/>
                    </a:lnTo>
                    <a:lnTo>
                      <a:pt x="1556" y="554"/>
                    </a:lnTo>
                    <a:lnTo>
                      <a:pt x="1528" y="563"/>
                    </a:lnTo>
                    <a:lnTo>
                      <a:pt x="1497" y="566"/>
                    </a:lnTo>
                    <a:lnTo>
                      <a:pt x="823" y="566"/>
                    </a:lnTo>
                    <a:lnTo>
                      <a:pt x="793" y="563"/>
                    </a:lnTo>
                    <a:lnTo>
                      <a:pt x="764" y="554"/>
                    </a:lnTo>
                    <a:lnTo>
                      <a:pt x="738" y="540"/>
                    </a:lnTo>
                    <a:lnTo>
                      <a:pt x="715" y="521"/>
                    </a:lnTo>
                    <a:lnTo>
                      <a:pt x="697" y="499"/>
                    </a:lnTo>
                    <a:lnTo>
                      <a:pt x="682" y="472"/>
                    </a:lnTo>
                    <a:lnTo>
                      <a:pt x="674" y="444"/>
                    </a:lnTo>
                    <a:lnTo>
                      <a:pt x="670" y="413"/>
                    </a:lnTo>
                    <a:lnTo>
                      <a:pt x="670" y="410"/>
                    </a:lnTo>
                    <a:lnTo>
                      <a:pt x="674" y="380"/>
                    </a:lnTo>
                    <a:lnTo>
                      <a:pt x="682" y="350"/>
                    </a:lnTo>
                    <a:lnTo>
                      <a:pt x="697" y="324"/>
                    </a:lnTo>
                    <a:lnTo>
                      <a:pt x="715" y="302"/>
                    </a:lnTo>
                    <a:lnTo>
                      <a:pt x="738" y="284"/>
                    </a:lnTo>
                    <a:lnTo>
                      <a:pt x="764" y="269"/>
                    </a:lnTo>
                    <a:lnTo>
                      <a:pt x="793" y="261"/>
                    </a:lnTo>
                    <a:lnTo>
                      <a:pt x="823" y="257"/>
                    </a:lnTo>
                    <a:lnTo>
                      <a:pt x="903" y="257"/>
                    </a:lnTo>
                    <a:lnTo>
                      <a:pt x="923" y="254"/>
                    </a:lnTo>
                    <a:lnTo>
                      <a:pt x="942" y="247"/>
                    </a:lnTo>
                    <a:lnTo>
                      <a:pt x="957" y="235"/>
                    </a:lnTo>
                    <a:lnTo>
                      <a:pt x="969" y="219"/>
                    </a:lnTo>
                    <a:lnTo>
                      <a:pt x="977" y="201"/>
                    </a:lnTo>
                    <a:lnTo>
                      <a:pt x="980" y="180"/>
                    </a:lnTo>
                    <a:lnTo>
                      <a:pt x="980" y="178"/>
                    </a:lnTo>
                    <a:lnTo>
                      <a:pt x="983" y="146"/>
                    </a:lnTo>
                    <a:lnTo>
                      <a:pt x="991" y="116"/>
                    </a:lnTo>
                    <a:lnTo>
                      <a:pt x="1004" y="88"/>
                    </a:lnTo>
                    <a:lnTo>
                      <a:pt x="1021" y="63"/>
                    </a:lnTo>
                    <a:lnTo>
                      <a:pt x="1043" y="41"/>
                    </a:lnTo>
                    <a:lnTo>
                      <a:pt x="1068" y="24"/>
                    </a:lnTo>
                    <a:lnTo>
                      <a:pt x="1096" y="11"/>
                    </a:lnTo>
                    <a:lnTo>
                      <a:pt x="1126" y="3"/>
                    </a:lnTo>
                    <a:lnTo>
                      <a:pt x="1158" y="0"/>
                    </a:lnTo>
                    <a:close/>
                  </a:path>
                </a:pathLst>
              </a:custGeom>
              <a:solidFill>
                <a:schemeClr val="accent6"/>
              </a:solidFill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</p:grpSp>
      <p:sp>
        <p:nvSpPr>
          <p:cNvPr id="172" name="직사각형 171"/>
          <p:cNvSpPr/>
          <p:nvPr/>
        </p:nvSpPr>
        <p:spPr>
          <a:xfrm>
            <a:off x="9309122" y="1785926"/>
            <a:ext cx="2286016" cy="78581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000" b="1" dirty="0" err="1" smtClean="0"/>
              <a:t>AdminCourseFind</a:t>
            </a:r>
            <a:endParaRPr lang="ko-KR" altLang="en-US" sz="2000" b="1" dirty="0"/>
          </a:p>
        </p:txBody>
      </p:sp>
      <p:sp>
        <p:nvSpPr>
          <p:cNvPr id="173" name="직사각형 172"/>
          <p:cNvSpPr/>
          <p:nvPr/>
        </p:nvSpPr>
        <p:spPr>
          <a:xfrm>
            <a:off x="9237684" y="1714488"/>
            <a:ext cx="2428892" cy="928694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b="1" dirty="0"/>
          </a:p>
        </p:txBody>
      </p:sp>
      <p:sp>
        <p:nvSpPr>
          <p:cNvPr id="174" name="TextBox 173"/>
          <p:cNvSpPr txBox="1"/>
          <p:nvPr/>
        </p:nvSpPr>
        <p:spPr>
          <a:xfrm>
            <a:off x="8022283" y="5429848"/>
            <a:ext cx="2068195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kern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-</a:t>
            </a:r>
            <a:r>
              <a:rPr lang="ko-KR" altLang="en-US" sz="1600" kern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관리자 기능 구현</a:t>
            </a:r>
            <a:endParaRPr lang="en-US" altLang="ko-KR" sz="1600" kern="0" dirty="0" smtClean="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600" kern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-</a:t>
            </a:r>
            <a:r>
              <a:rPr lang="ko-KR" altLang="en-US" sz="1600" kern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학생 기능 구현</a:t>
            </a:r>
            <a:r>
              <a:rPr lang="en-US" altLang="ko-KR" sz="1600" kern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/>
            </a:r>
            <a:br>
              <a:rPr lang="en-US" altLang="ko-KR" sz="1600" kern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altLang="ko-KR" sz="1600" kern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-</a:t>
            </a:r>
            <a:r>
              <a:rPr lang="ko-KR" altLang="en-US" sz="1600" kern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프레임 설계 및 구축</a:t>
            </a:r>
            <a:endParaRPr lang="en-US" altLang="ko-KR" sz="1600" kern="0" dirty="0" smtClean="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5" name="TextBox 174"/>
          <p:cNvSpPr txBox="1"/>
          <p:nvPr/>
        </p:nvSpPr>
        <p:spPr>
          <a:xfrm>
            <a:off x="8022283" y="5041551"/>
            <a:ext cx="284989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err="1" smtClean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KANG.KyungWan</a:t>
            </a:r>
            <a:endParaRPr lang="en-US" b="1" dirty="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6" name="TextBox 175"/>
          <p:cNvSpPr txBox="1"/>
          <p:nvPr/>
        </p:nvSpPr>
        <p:spPr>
          <a:xfrm>
            <a:off x="5197347" y="1150193"/>
            <a:ext cx="2068195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kern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-</a:t>
            </a:r>
            <a:r>
              <a:rPr lang="ko-KR" altLang="en-US" sz="1600" kern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관리자 기능 구현</a:t>
            </a:r>
            <a:endParaRPr lang="en-US" altLang="ko-KR" sz="1600" kern="0" dirty="0" smtClean="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600" kern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-</a:t>
            </a:r>
            <a:r>
              <a:rPr lang="ko-KR" altLang="en-US" sz="1600" kern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학생 기능 구현</a:t>
            </a:r>
            <a:endParaRPr lang="en-US" altLang="ko-KR" sz="1600" kern="0" dirty="0" smtClean="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altLang="ko-KR" sz="1600" kern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-</a:t>
            </a:r>
            <a:r>
              <a:rPr lang="ko-KR" altLang="en-US" sz="1600" kern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프레임 설계 및 구축</a:t>
            </a:r>
            <a:endParaRPr lang="en-US" altLang="ko-KR" sz="1600" kern="0" dirty="0" smtClean="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7" name="TextBox 176"/>
          <p:cNvSpPr txBox="1"/>
          <p:nvPr/>
        </p:nvSpPr>
        <p:spPr>
          <a:xfrm>
            <a:off x="5197347" y="796019"/>
            <a:ext cx="284989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err="1" smtClean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LEE.DeaHan</a:t>
            </a:r>
            <a:endParaRPr lang="en-US" b="1" dirty="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8" name="TextBox 177"/>
          <p:cNvSpPr txBox="1"/>
          <p:nvPr/>
        </p:nvSpPr>
        <p:spPr>
          <a:xfrm>
            <a:off x="8220015" y="2939454"/>
            <a:ext cx="268374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kern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-</a:t>
            </a:r>
            <a:r>
              <a:rPr lang="ko-KR" altLang="en-US" sz="1600" kern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다음 프로젝트를 위한 준비</a:t>
            </a:r>
            <a:endParaRPr lang="en-US" sz="1600" dirty="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9" name="TextBox 178"/>
          <p:cNvSpPr txBox="1"/>
          <p:nvPr/>
        </p:nvSpPr>
        <p:spPr>
          <a:xfrm>
            <a:off x="8220015" y="2551157"/>
            <a:ext cx="284989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err="1" smtClean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CHOI.JuYeon</a:t>
            </a:r>
            <a:endParaRPr lang="en-US" b="1" dirty="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0" name="TextBox 179"/>
          <p:cNvSpPr txBox="1"/>
          <p:nvPr/>
        </p:nvSpPr>
        <p:spPr>
          <a:xfrm>
            <a:off x="2022446" y="5425774"/>
            <a:ext cx="215463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kern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-</a:t>
            </a:r>
            <a:r>
              <a:rPr lang="ko-KR" altLang="en-US" sz="1600" kern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관리자 기능 구현</a:t>
            </a:r>
            <a:endParaRPr lang="en-US" altLang="ko-KR" sz="1600" kern="0" dirty="0" smtClean="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600" kern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-</a:t>
            </a:r>
            <a:r>
              <a:rPr lang="ko-KR" altLang="en-US" sz="1600" kern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학생 기능 구현</a:t>
            </a:r>
            <a:r>
              <a:rPr lang="en-US" altLang="ko-KR" sz="1600" kern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/>
            </a:r>
            <a:br>
              <a:rPr lang="en-US" altLang="ko-KR" sz="1600" kern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altLang="ko-KR" sz="1600" kern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-</a:t>
            </a:r>
            <a:r>
              <a:rPr lang="ko-KR" altLang="en-US" sz="1600" kern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프레임 설계 및 구축</a:t>
            </a:r>
            <a:endParaRPr lang="en-US" altLang="ko-KR" sz="1600" kern="0" dirty="0" smtClean="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1" name="TextBox 180"/>
          <p:cNvSpPr txBox="1"/>
          <p:nvPr/>
        </p:nvSpPr>
        <p:spPr>
          <a:xfrm>
            <a:off x="1318608" y="5037477"/>
            <a:ext cx="284989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b="1" dirty="0" err="1" smtClean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SIM.DongKyu</a:t>
            </a:r>
            <a:endParaRPr lang="en-US" b="1" dirty="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2" name="TextBox 181"/>
          <p:cNvSpPr txBox="1"/>
          <p:nvPr/>
        </p:nvSpPr>
        <p:spPr>
          <a:xfrm>
            <a:off x="1736694" y="2929518"/>
            <a:ext cx="221553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kern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-</a:t>
            </a:r>
            <a:r>
              <a:rPr lang="ko-KR" altLang="en-US" sz="1600" kern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관리자 기능 구현</a:t>
            </a:r>
            <a:endParaRPr lang="en-US" altLang="ko-KR" sz="1600" kern="0" dirty="0" smtClean="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600" kern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-</a:t>
            </a:r>
            <a:r>
              <a:rPr lang="ko-KR" altLang="en-US" sz="1600" kern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학생 기능 구현</a:t>
            </a:r>
            <a:r>
              <a:rPr lang="en-US" altLang="ko-KR" sz="1600" kern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/>
            </a:r>
            <a:br>
              <a:rPr lang="en-US" altLang="ko-KR" sz="1600" kern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altLang="ko-KR" sz="1600" kern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-</a:t>
            </a:r>
            <a:r>
              <a:rPr lang="ko-KR" altLang="en-US" sz="1600" kern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프레임 설계 및 구축</a:t>
            </a:r>
            <a:endParaRPr lang="en-US" altLang="ko-KR" sz="1600" kern="0" dirty="0" smtClean="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3" name="TextBox 182"/>
          <p:cNvSpPr txBox="1"/>
          <p:nvPr/>
        </p:nvSpPr>
        <p:spPr>
          <a:xfrm>
            <a:off x="1093752" y="2541221"/>
            <a:ext cx="284989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b="1" dirty="0" err="1" smtClean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JANG.SuYong</a:t>
            </a:r>
            <a:endParaRPr lang="en-US" b="1" dirty="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0" name="직사각형 129"/>
          <p:cNvSpPr/>
          <p:nvPr/>
        </p:nvSpPr>
        <p:spPr>
          <a:xfrm>
            <a:off x="4879966" y="3429000"/>
            <a:ext cx="2428892" cy="928694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3200" b="1" dirty="0"/>
          </a:p>
        </p:txBody>
      </p:sp>
    </p:spTree>
    <p:extLst>
      <p:ext uri="{BB962C8B-B14F-4D97-AF65-F5344CB8AC3E}">
        <p14:creationId xmlns:p14="http://schemas.microsoft.com/office/powerpoint/2010/main" xmlns="" val="1935223717"/>
      </p:ext>
    </p:extLst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10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3" dur="1000"/>
                                        <p:tgtEl>
                                          <p:spTgt spid="17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6" dur="1000"/>
                                        <p:tgtEl>
                                          <p:spTgt spid="17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9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2" dur="1000"/>
                                        <p:tgtEl>
                                          <p:spTgt spid="17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5" dur="1000"/>
                                        <p:tgtEl>
                                          <p:spTgt spid="17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8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1" dur="1000"/>
                                        <p:tgtEl>
                                          <p:spTgt spid="17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4" dur="1000"/>
                                        <p:tgtEl>
                                          <p:spTgt spid="17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7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0" dur="1000"/>
                                        <p:tgtEl>
                                          <p:spTgt spid="18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2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3" dur="1000"/>
                                        <p:tgtEl>
                                          <p:spTgt spid="18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6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8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9" dur="1000"/>
                                        <p:tgtEl>
                                          <p:spTgt spid="18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2" dur="1000"/>
                                        <p:tgtEl>
                                          <p:spTgt spid="18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10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1000"/>
                                        <p:tgtEl>
                                          <p:spTgt spid="1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2000"/>
                            </p:stCondLst>
                            <p:childTnLst>
                              <p:par>
                                <p:cTn id="6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10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10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10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10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10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10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10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1000"/>
                                        <p:tgtEl>
                                          <p:spTgt spid="1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1000"/>
                                        <p:tgtEl>
                                          <p:spTgt spid="1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8" fill="hold">
                            <p:stCondLst>
                              <p:cond delay="3000"/>
                            </p:stCondLst>
                            <p:childTnLst>
                              <p:par>
                                <p:cTn id="8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10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10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100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" dur="10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100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4" fill="hold">
                            <p:stCondLst>
                              <p:cond delay="4000"/>
                            </p:stCondLst>
                            <p:childTnLst>
                              <p:par>
                                <p:cTn id="10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" dur="500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0" dur="50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3" dur="500"/>
                                        <p:tgtEl>
                                          <p:spTgt spid="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6" dur="500"/>
                                        <p:tgtEl>
                                          <p:spTgt spid="1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0" grpId="0"/>
      <p:bldP spid="54" grpId="0" animBg="1"/>
      <p:bldP spid="72" grpId="0" animBg="1"/>
      <p:bldP spid="73" grpId="0" animBg="1"/>
      <p:bldP spid="74" grpId="0" animBg="1"/>
      <p:bldP spid="75" grpId="0" animBg="1"/>
      <p:bldP spid="76" grpId="0" animBg="1"/>
      <p:bldP spid="77" grpId="0" animBg="1"/>
      <p:bldP spid="82" grpId="0" animBg="1"/>
      <p:bldP spid="88" grpId="0" animBg="1"/>
      <p:bldP spid="89" grpId="0" animBg="1"/>
      <p:bldP spid="90" grpId="0" animBg="1"/>
      <p:bldP spid="91" grpId="0" animBg="1"/>
      <p:bldP spid="92" grpId="0" animBg="1"/>
      <p:bldP spid="98" grpId="0" animBg="1"/>
      <p:bldP spid="99" grpId="0" animBg="1"/>
      <p:bldP spid="100" grpId="0" animBg="1"/>
      <p:bldP spid="101" grpId="0" animBg="1"/>
      <p:bldP spid="172" grpId="0" animBg="1"/>
      <p:bldP spid="173" grpId="0" animBg="1"/>
      <p:bldP spid="174" grpId="0"/>
      <p:bldP spid="175" grpId="0"/>
      <p:bldP spid="176" grpId="1"/>
      <p:bldP spid="177" grpId="1"/>
      <p:bldP spid="178" grpId="0"/>
      <p:bldP spid="179" grpId="0"/>
      <p:bldP spid="180" grpId="0"/>
      <p:bldP spid="181" grpId="0"/>
      <p:bldP spid="182" grpId="0"/>
      <p:bldP spid="183" grpId="0"/>
      <p:bldP spid="130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직사각형 68"/>
          <p:cNvSpPr/>
          <p:nvPr/>
        </p:nvSpPr>
        <p:spPr>
          <a:xfrm>
            <a:off x="307934" y="357166"/>
            <a:ext cx="2428892" cy="928694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b="1" dirty="0"/>
          </a:p>
        </p:txBody>
      </p:sp>
      <p:sp>
        <p:nvSpPr>
          <p:cNvPr id="68" name="직사각형 67"/>
          <p:cNvSpPr/>
          <p:nvPr/>
        </p:nvSpPr>
        <p:spPr>
          <a:xfrm>
            <a:off x="379372" y="428604"/>
            <a:ext cx="2286016" cy="78581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b="1" dirty="0" err="1" smtClean="0"/>
              <a:t>CourseMain</a:t>
            </a:r>
            <a:endParaRPr lang="ko-KR" altLang="en-US" b="1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3"/>
          <a:srcRect l="477" t="634" r="74712" b="72856"/>
          <a:stretch>
            <a:fillRect/>
          </a:stretch>
        </p:blipFill>
        <p:spPr bwMode="auto">
          <a:xfrm>
            <a:off x="2362383" y="1571612"/>
            <a:ext cx="7429552" cy="446526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innerShdw blurRad="114300">
              <a:prstClr val="black"/>
            </a:innerShdw>
          </a:effectLst>
        </p:spPr>
      </p:pic>
      <p:sp>
        <p:nvSpPr>
          <p:cNvPr id="6" name="직사각형 5"/>
          <p:cNvSpPr/>
          <p:nvPr/>
        </p:nvSpPr>
        <p:spPr>
          <a:xfrm>
            <a:off x="2379636" y="2054425"/>
            <a:ext cx="1428760" cy="428628"/>
          </a:xfrm>
          <a:prstGeom prst="rect">
            <a:avLst/>
          </a:prstGeom>
          <a:noFill/>
          <a:ln w="5715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직사각형 6"/>
          <p:cNvSpPr/>
          <p:nvPr/>
        </p:nvSpPr>
        <p:spPr>
          <a:xfrm>
            <a:off x="3879834" y="2054425"/>
            <a:ext cx="1285884" cy="428628"/>
          </a:xfrm>
          <a:prstGeom prst="rect">
            <a:avLst/>
          </a:prstGeom>
          <a:noFill/>
          <a:ln w="571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20" name="Shape 19"/>
          <p:cNvCxnSpPr>
            <a:stCxn id="6" idx="2"/>
          </p:cNvCxnSpPr>
          <p:nvPr/>
        </p:nvCxnSpPr>
        <p:spPr>
          <a:xfrm rot="16200000" flipH="1">
            <a:off x="3299704" y="2277365"/>
            <a:ext cx="2231831" cy="2643206"/>
          </a:xfrm>
          <a:prstGeom prst="bentConnector2">
            <a:avLst/>
          </a:prstGeom>
          <a:ln w="57150">
            <a:solidFill>
              <a:srgbClr val="00B0F0"/>
            </a:solidFill>
            <a:prstDash val="sysDot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hape 28"/>
          <p:cNvCxnSpPr/>
          <p:nvPr/>
        </p:nvCxnSpPr>
        <p:spPr>
          <a:xfrm rot="16200000" flipH="1">
            <a:off x="3549735" y="3456093"/>
            <a:ext cx="3160528" cy="1214445"/>
          </a:xfrm>
          <a:prstGeom prst="bentConnector3">
            <a:avLst>
              <a:gd name="adj1" fmla="val 100631"/>
            </a:avLst>
          </a:prstGeom>
          <a:ln w="57150">
            <a:solidFill>
              <a:schemeClr val="accent6">
                <a:lumMod val="50000"/>
              </a:schemeClr>
            </a:solidFill>
            <a:prstDash val="sysDot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직사각형 39"/>
          <p:cNvSpPr/>
          <p:nvPr/>
        </p:nvSpPr>
        <p:spPr>
          <a:xfrm>
            <a:off x="6094412" y="5072075"/>
            <a:ext cx="4286280" cy="466084"/>
          </a:xfrm>
          <a:prstGeom prst="rect">
            <a:avLst/>
          </a:prstGeom>
          <a:noFill/>
          <a:ln w="19050">
            <a:solidFill>
              <a:schemeClr val="accent6">
                <a:lumMod val="5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4"/>
          <a:srcRect l="5484" t="3501" r="89689" b="88223"/>
          <a:stretch>
            <a:fillRect/>
          </a:stretch>
        </p:blipFill>
        <p:spPr bwMode="auto">
          <a:xfrm>
            <a:off x="4665652" y="2571744"/>
            <a:ext cx="857256" cy="107157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glow rad="139700">
              <a:schemeClr val="accent5">
                <a:satMod val="175000"/>
                <a:alpha val="40000"/>
              </a:schemeClr>
            </a:glow>
          </a:effectLst>
        </p:spPr>
      </p:pic>
      <p:grpSp>
        <p:nvGrpSpPr>
          <p:cNvPr id="15" name="그룹 14"/>
          <p:cNvGrpSpPr/>
          <p:nvPr/>
        </p:nvGrpSpPr>
        <p:grpSpPr>
          <a:xfrm>
            <a:off x="11452262" y="6142964"/>
            <a:ext cx="736563" cy="715036"/>
            <a:chOff x="4228307" y="2232261"/>
            <a:chExt cx="4037011" cy="3919022"/>
          </a:xfrm>
        </p:grpSpPr>
        <p:grpSp>
          <p:nvGrpSpPr>
            <p:cNvPr id="16" name="그룹 50"/>
            <p:cNvGrpSpPr/>
            <p:nvPr/>
          </p:nvGrpSpPr>
          <p:grpSpPr>
            <a:xfrm>
              <a:off x="5500764" y="2232261"/>
              <a:ext cx="1504804" cy="1944083"/>
              <a:chOff x="5348364" y="2079861"/>
              <a:chExt cx="1504804" cy="1944083"/>
            </a:xfrm>
          </p:grpSpPr>
          <p:sp>
            <p:nvSpPr>
              <p:cNvPr id="45" name="Freeform 24"/>
              <p:cNvSpPr>
                <a:spLocks noEditPoints="1"/>
              </p:cNvSpPr>
              <p:nvPr/>
            </p:nvSpPr>
            <p:spPr bwMode="auto">
              <a:xfrm>
                <a:off x="5348364" y="2079861"/>
                <a:ext cx="1504804" cy="1944083"/>
              </a:xfrm>
              <a:custGeom>
                <a:avLst/>
                <a:gdLst>
                  <a:gd name="T0" fmla="*/ 679 w 1658"/>
                  <a:gd name="T1" fmla="*/ 110 h 2143"/>
                  <a:gd name="T2" fmla="*/ 476 w 1658"/>
                  <a:gd name="T3" fmla="*/ 189 h 2143"/>
                  <a:gd name="T4" fmla="*/ 310 w 1658"/>
                  <a:gd name="T5" fmla="*/ 324 h 2143"/>
                  <a:gd name="T6" fmla="*/ 193 w 1658"/>
                  <a:gd name="T7" fmla="*/ 503 h 2143"/>
                  <a:gd name="T8" fmla="*/ 134 w 1658"/>
                  <a:gd name="T9" fmla="*/ 717 h 2143"/>
                  <a:gd name="T10" fmla="*/ 146 w 1658"/>
                  <a:gd name="T11" fmla="*/ 942 h 2143"/>
                  <a:gd name="T12" fmla="*/ 225 w 1658"/>
                  <a:gd name="T13" fmla="*/ 1145 h 2143"/>
                  <a:gd name="T14" fmla="*/ 360 w 1658"/>
                  <a:gd name="T15" fmla="*/ 1311 h 2143"/>
                  <a:gd name="T16" fmla="*/ 541 w 1658"/>
                  <a:gd name="T17" fmla="*/ 1429 h 2143"/>
                  <a:gd name="T18" fmla="*/ 753 w 1658"/>
                  <a:gd name="T19" fmla="*/ 1487 h 2143"/>
                  <a:gd name="T20" fmla="*/ 979 w 1658"/>
                  <a:gd name="T21" fmla="*/ 1475 h 2143"/>
                  <a:gd name="T22" fmla="*/ 1182 w 1658"/>
                  <a:gd name="T23" fmla="*/ 1396 h 2143"/>
                  <a:gd name="T24" fmla="*/ 1348 w 1658"/>
                  <a:gd name="T25" fmla="*/ 1260 h 2143"/>
                  <a:gd name="T26" fmla="*/ 1465 w 1658"/>
                  <a:gd name="T27" fmla="*/ 1081 h 2143"/>
                  <a:gd name="T28" fmla="*/ 1525 w 1658"/>
                  <a:gd name="T29" fmla="*/ 869 h 2143"/>
                  <a:gd name="T30" fmla="*/ 1512 w 1658"/>
                  <a:gd name="T31" fmla="*/ 642 h 2143"/>
                  <a:gd name="T32" fmla="*/ 1433 w 1658"/>
                  <a:gd name="T33" fmla="*/ 440 h 2143"/>
                  <a:gd name="T34" fmla="*/ 1298 w 1658"/>
                  <a:gd name="T35" fmla="*/ 274 h 2143"/>
                  <a:gd name="T36" fmla="*/ 1117 w 1658"/>
                  <a:gd name="T37" fmla="*/ 155 h 2143"/>
                  <a:gd name="T38" fmla="*/ 905 w 1658"/>
                  <a:gd name="T39" fmla="*/ 97 h 2143"/>
                  <a:gd name="T40" fmla="*/ 913 w 1658"/>
                  <a:gd name="T41" fmla="*/ 4 h 2143"/>
                  <a:gd name="T42" fmla="*/ 1152 w 1658"/>
                  <a:gd name="T43" fmla="*/ 65 h 2143"/>
                  <a:gd name="T44" fmla="*/ 1356 w 1658"/>
                  <a:gd name="T45" fmla="*/ 189 h 2143"/>
                  <a:gd name="T46" fmla="*/ 1516 w 1658"/>
                  <a:gd name="T47" fmla="*/ 366 h 2143"/>
                  <a:gd name="T48" fmla="*/ 1620 w 1658"/>
                  <a:gd name="T49" fmla="*/ 583 h 2143"/>
                  <a:gd name="T50" fmla="*/ 1658 w 1658"/>
                  <a:gd name="T51" fmla="*/ 828 h 2143"/>
                  <a:gd name="T52" fmla="*/ 1637 w 1658"/>
                  <a:gd name="T53" fmla="*/ 971 h 2143"/>
                  <a:gd name="T54" fmla="*/ 1577 w 1658"/>
                  <a:gd name="T55" fmla="*/ 1131 h 2143"/>
                  <a:gd name="T56" fmla="*/ 1489 w 1658"/>
                  <a:gd name="T57" fmla="*/ 1298 h 2143"/>
                  <a:gd name="T58" fmla="*/ 1382 w 1658"/>
                  <a:gd name="T59" fmla="*/ 1468 h 2143"/>
                  <a:gd name="T60" fmla="*/ 1264 w 1658"/>
                  <a:gd name="T61" fmla="*/ 1631 h 2143"/>
                  <a:gd name="T62" fmla="*/ 1144 w 1658"/>
                  <a:gd name="T63" fmla="*/ 1785 h 2143"/>
                  <a:gd name="T64" fmla="*/ 1032 w 1658"/>
                  <a:gd name="T65" fmla="*/ 1918 h 2143"/>
                  <a:gd name="T66" fmla="*/ 936 w 1658"/>
                  <a:gd name="T67" fmla="*/ 2027 h 2143"/>
                  <a:gd name="T68" fmla="*/ 868 w 1658"/>
                  <a:gd name="T69" fmla="*/ 2103 h 2143"/>
                  <a:gd name="T70" fmla="*/ 831 w 1658"/>
                  <a:gd name="T71" fmla="*/ 2141 h 2143"/>
                  <a:gd name="T72" fmla="*/ 819 w 1658"/>
                  <a:gd name="T73" fmla="*/ 2133 h 2143"/>
                  <a:gd name="T74" fmla="*/ 772 w 1658"/>
                  <a:gd name="T75" fmla="*/ 2081 h 2143"/>
                  <a:gd name="T76" fmla="*/ 692 w 1658"/>
                  <a:gd name="T77" fmla="*/ 1994 h 2143"/>
                  <a:gd name="T78" fmla="*/ 590 w 1658"/>
                  <a:gd name="T79" fmla="*/ 1876 h 2143"/>
                  <a:gd name="T80" fmla="*/ 475 w 1658"/>
                  <a:gd name="T81" fmla="*/ 1735 h 2143"/>
                  <a:gd name="T82" fmla="*/ 355 w 1658"/>
                  <a:gd name="T83" fmla="*/ 1577 h 2143"/>
                  <a:gd name="T84" fmla="*/ 239 w 1658"/>
                  <a:gd name="T85" fmla="*/ 1411 h 2143"/>
                  <a:gd name="T86" fmla="*/ 138 w 1658"/>
                  <a:gd name="T87" fmla="*/ 1241 h 2143"/>
                  <a:gd name="T88" fmla="*/ 58 w 1658"/>
                  <a:gd name="T89" fmla="*/ 1077 h 2143"/>
                  <a:gd name="T90" fmla="*/ 9 w 1658"/>
                  <a:gd name="T91" fmla="*/ 923 h 2143"/>
                  <a:gd name="T92" fmla="*/ 4 w 1658"/>
                  <a:gd name="T93" fmla="*/ 745 h 2143"/>
                  <a:gd name="T94" fmla="*/ 65 w 1658"/>
                  <a:gd name="T95" fmla="*/ 506 h 2143"/>
                  <a:gd name="T96" fmla="*/ 189 w 1658"/>
                  <a:gd name="T97" fmla="*/ 302 h 2143"/>
                  <a:gd name="T98" fmla="*/ 366 w 1658"/>
                  <a:gd name="T99" fmla="*/ 142 h 2143"/>
                  <a:gd name="T100" fmla="*/ 583 w 1658"/>
                  <a:gd name="T101" fmla="*/ 38 h 2143"/>
                  <a:gd name="T102" fmla="*/ 828 w 1658"/>
                  <a:gd name="T103" fmla="*/ 0 h 21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</a:cxnLst>
                <a:rect l="0" t="0" r="r" b="b"/>
                <a:pathLst>
                  <a:path w="1658" h="2143">
                    <a:moveTo>
                      <a:pt x="828" y="93"/>
                    </a:moveTo>
                    <a:lnTo>
                      <a:pt x="753" y="97"/>
                    </a:lnTo>
                    <a:lnTo>
                      <a:pt x="679" y="110"/>
                    </a:lnTo>
                    <a:lnTo>
                      <a:pt x="608" y="130"/>
                    </a:lnTo>
                    <a:lnTo>
                      <a:pt x="541" y="155"/>
                    </a:lnTo>
                    <a:lnTo>
                      <a:pt x="476" y="189"/>
                    </a:lnTo>
                    <a:lnTo>
                      <a:pt x="417" y="228"/>
                    </a:lnTo>
                    <a:lnTo>
                      <a:pt x="360" y="274"/>
                    </a:lnTo>
                    <a:lnTo>
                      <a:pt x="310" y="324"/>
                    </a:lnTo>
                    <a:lnTo>
                      <a:pt x="264" y="379"/>
                    </a:lnTo>
                    <a:lnTo>
                      <a:pt x="225" y="440"/>
                    </a:lnTo>
                    <a:lnTo>
                      <a:pt x="193" y="503"/>
                    </a:lnTo>
                    <a:lnTo>
                      <a:pt x="166" y="572"/>
                    </a:lnTo>
                    <a:lnTo>
                      <a:pt x="146" y="642"/>
                    </a:lnTo>
                    <a:lnTo>
                      <a:pt x="134" y="717"/>
                    </a:lnTo>
                    <a:lnTo>
                      <a:pt x="130" y="792"/>
                    </a:lnTo>
                    <a:lnTo>
                      <a:pt x="134" y="869"/>
                    </a:lnTo>
                    <a:lnTo>
                      <a:pt x="146" y="942"/>
                    </a:lnTo>
                    <a:lnTo>
                      <a:pt x="166" y="1013"/>
                    </a:lnTo>
                    <a:lnTo>
                      <a:pt x="193" y="1081"/>
                    </a:lnTo>
                    <a:lnTo>
                      <a:pt x="225" y="1145"/>
                    </a:lnTo>
                    <a:lnTo>
                      <a:pt x="264" y="1205"/>
                    </a:lnTo>
                    <a:lnTo>
                      <a:pt x="310" y="1260"/>
                    </a:lnTo>
                    <a:lnTo>
                      <a:pt x="360" y="1311"/>
                    </a:lnTo>
                    <a:lnTo>
                      <a:pt x="417" y="1356"/>
                    </a:lnTo>
                    <a:lnTo>
                      <a:pt x="476" y="1396"/>
                    </a:lnTo>
                    <a:lnTo>
                      <a:pt x="541" y="1429"/>
                    </a:lnTo>
                    <a:lnTo>
                      <a:pt x="608" y="1456"/>
                    </a:lnTo>
                    <a:lnTo>
                      <a:pt x="679" y="1475"/>
                    </a:lnTo>
                    <a:lnTo>
                      <a:pt x="753" y="1487"/>
                    </a:lnTo>
                    <a:lnTo>
                      <a:pt x="828" y="1491"/>
                    </a:lnTo>
                    <a:lnTo>
                      <a:pt x="905" y="1487"/>
                    </a:lnTo>
                    <a:lnTo>
                      <a:pt x="979" y="1475"/>
                    </a:lnTo>
                    <a:lnTo>
                      <a:pt x="1050" y="1456"/>
                    </a:lnTo>
                    <a:lnTo>
                      <a:pt x="1117" y="1429"/>
                    </a:lnTo>
                    <a:lnTo>
                      <a:pt x="1182" y="1396"/>
                    </a:lnTo>
                    <a:lnTo>
                      <a:pt x="1241" y="1356"/>
                    </a:lnTo>
                    <a:lnTo>
                      <a:pt x="1298" y="1311"/>
                    </a:lnTo>
                    <a:lnTo>
                      <a:pt x="1348" y="1260"/>
                    </a:lnTo>
                    <a:lnTo>
                      <a:pt x="1394" y="1205"/>
                    </a:lnTo>
                    <a:lnTo>
                      <a:pt x="1433" y="1145"/>
                    </a:lnTo>
                    <a:lnTo>
                      <a:pt x="1465" y="1081"/>
                    </a:lnTo>
                    <a:lnTo>
                      <a:pt x="1492" y="1013"/>
                    </a:lnTo>
                    <a:lnTo>
                      <a:pt x="1512" y="942"/>
                    </a:lnTo>
                    <a:lnTo>
                      <a:pt x="1525" y="869"/>
                    </a:lnTo>
                    <a:lnTo>
                      <a:pt x="1529" y="792"/>
                    </a:lnTo>
                    <a:lnTo>
                      <a:pt x="1525" y="717"/>
                    </a:lnTo>
                    <a:lnTo>
                      <a:pt x="1512" y="642"/>
                    </a:lnTo>
                    <a:lnTo>
                      <a:pt x="1492" y="572"/>
                    </a:lnTo>
                    <a:lnTo>
                      <a:pt x="1465" y="503"/>
                    </a:lnTo>
                    <a:lnTo>
                      <a:pt x="1433" y="440"/>
                    </a:lnTo>
                    <a:lnTo>
                      <a:pt x="1394" y="379"/>
                    </a:lnTo>
                    <a:lnTo>
                      <a:pt x="1348" y="324"/>
                    </a:lnTo>
                    <a:lnTo>
                      <a:pt x="1298" y="274"/>
                    </a:lnTo>
                    <a:lnTo>
                      <a:pt x="1241" y="228"/>
                    </a:lnTo>
                    <a:lnTo>
                      <a:pt x="1182" y="189"/>
                    </a:lnTo>
                    <a:lnTo>
                      <a:pt x="1117" y="155"/>
                    </a:lnTo>
                    <a:lnTo>
                      <a:pt x="1050" y="130"/>
                    </a:lnTo>
                    <a:lnTo>
                      <a:pt x="979" y="110"/>
                    </a:lnTo>
                    <a:lnTo>
                      <a:pt x="905" y="97"/>
                    </a:lnTo>
                    <a:lnTo>
                      <a:pt x="828" y="93"/>
                    </a:lnTo>
                    <a:close/>
                    <a:moveTo>
                      <a:pt x="828" y="0"/>
                    </a:moveTo>
                    <a:lnTo>
                      <a:pt x="913" y="4"/>
                    </a:lnTo>
                    <a:lnTo>
                      <a:pt x="996" y="18"/>
                    </a:lnTo>
                    <a:lnTo>
                      <a:pt x="1075" y="38"/>
                    </a:lnTo>
                    <a:lnTo>
                      <a:pt x="1152" y="65"/>
                    </a:lnTo>
                    <a:lnTo>
                      <a:pt x="1224" y="100"/>
                    </a:lnTo>
                    <a:lnTo>
                      <a:pt x="1292" y="142"/>
                    </a:lnTo>
                    <a:lnTo>
                      <a:pt x="1356" y="189"/>
                    </a:lnTo>
                    <a:lnTo>
                      <a:pt x="1415" y="243"/>
                    </a:lnTo>
                    <a:lnTo>
                      <a:pt x="1469" y="302"/>
                    </a:lnTo>
                    <a:lnTo>
                      <a:pt x="1516" y="366"/>
                    </a:lnTo>
                    <a:lnTo>
                      <a:pt x="1558" y="435"/>
                    </a:lnTo>
                    <a:lnTo>
                      <a:pt x="1593" y="506"/>
                    </a:lnTo>
                    <a:lnTo>
                      <a:pt x="1620" y="583"/>
                    </a:lnTo>
                    <a:lnTo>
                      <a:pt x="1641" y="663"/>
                    </a:lnTo>
                    <a:lnTo>
                      <a:pt x="1654" y="745"/>
                    </a:lnTo>
                    <a:lnTo>
                      <a:pt x="1658" y="828"/>
                    </a:lnTo>
                    <a:lnTo>
                      <a:pt x="1655" y="874"/>
                    </a:lnTo>
                    <a:lnTo>
                      <a:pt x="1649" y="923"/>
                    </a:lnTo>
                    <a:lnTo>
                      <a:pt x="1637" y="971"/>
                    </a:lnTo>
                    <a:lnTo>
                      <a:pt x="1620" y="1024"/>
                    </a:lnTo>
                    <a:lnTo>
                      <a:pt x="1600" y="1077"/>
                    </a:lnTo>
                    <a:lnTo>
                      <a:pt x="1577" y="1131"/>
                    </a:lnTo>
                    <a:lnTo>
                      <a:pt x="1550" y="1186"/>
                    </a:lnTo>
                    <a:lnTo>
                      <a:pt x="1520" y="1241"/>
                    </a:lnTo>
                    <a:lnTo>
                      <a:pt x="1489" y="1298"/>
                    </a:lnTo>
                    <a:lnTo>
                      <a:pt x="1454" y="1354"/>
                    </a:lnTo>
                    <a:lnTo>
                      <a:pt x="1419" y="1411"/>
                    </a:lnTo>
                    <a:lnTo>
                      <a:pt x="1382" y="1468"/>
                    </a:lnTo>
                    <a:lnTo>
                      <a:pt x="1342" y="1523"/>
                    </a:lnTo>
                    <a:lnTo>
                      <a:pt x="1303" y="1577"/>
                    </a:lnTo>
                    <a:lnTo>
                      <a:pt x="1264" y="1631"/>
                    </a:lnTo>
                    <a:lnTo>
                      <a:pt x="1224" y="1684"/>
                    </a:lnTo>
                    <a:lnTo>
                      <a:pt x="1183" y="1735"/>
                    </a:lnTo>
                    <a:lnTo>
                      <a:pt x="1144" y="1785"/>
                    </a:lnTo>
                    <a:lnTo>
                      <a:pt x="1105" y="1831"/>
                    </a:lnTo>
                    <a:lnTo>
                      <a:pt x="1069" y="1876"/>
                    </a:lnTo>
                    <a:lnTo>
                      <a:pt x="1032" y="1918"/>
                    </a:lnTo>
                    <a:lnTo>
                      <a:pt x="998" y="1957"/>
                    </a:lnTo>
                    <a:lnTo>
                      <a:pt x="966" y="1994"/>
                    </a:lnTo>
                    <a:lnTo>
                      <a:pt x="936" y="2027"/>
                    </a:lnTo>
                    <a:lnTo>
                      <a:pt x="911" y="2056"/>
                    </a:lnTo>
                    <a:lnTo>
                      <a:pt x="886" y="2081"/>
                    </a:lnTo>
                    <a:lnTo>
                      <a:pt x="868" y="2103"/>
                    </a:lnTo>
                    <a:lnTo>
                      <a:pt x="851" y="2121"/>
                    </a:lnTo>
                    <a:lnTo>
                      <a:pt x="839" y="2133"/>
                    </a:lnTo>
                    <a:lnTo>
                      <a:pt x="831" y="2141"/>
                    </a:lnTo>
                    <a:lnTo>
                      <a:pt x="828" y="2143"/>
                    </a:lnTo>
                    <a:lnTo>
                      <a:pt x="827" y="2141"/>
                    </a:lnTo>
                    <a:lnTo>
                      <a:pt x="819" y="2133"/>
                    </a:lnTo>
                    <a:lnTo>
                      <a:pt x="807" y="2121"/>
                    </a:lnTo>
                    <a:lnTo>
                      <a:pt x="791" y="2103"/>
                    </a:lnTo>
                    <a:lnTo>
                      <a:pt x="772" y="2081"/>
                    </a:lnTo>
                    <a:lnTo>
                      <a:pt x="747" y="2056"/>
                    </a:lnTo>
                    <a:lnTo>
                      <a:pt x="722" y="2027"/>
                    </a:lnTo>
                    <a:lnTo>
                      <a:pt x="692" y="1994"/>
                    </a:lnTo>
                    <a:lnTo>
                      <a:pt x="660" y="1957"/>
                    </a:lnTo>
                    <a:lnTo>
                      <a:pt x="626" y="1918"/>
                    </a:lnTo>
                    <a:lnTo>
                      <a:pt x="590" y="1876"/>
                    </a:lnTo>
                    <a:lnTo>
                      <a:pt x="553" y="1831"/>
                    </a:lnTo>
                    <a:lnTo>
                      <a:pt x="514" y="1785"/>
                    </a:lnTo>
                    <a:lnTo>
                      <a:pt x="475" y="1735"/>
                    </a:lnTo>
                    <a:lnTo>
                      <a:pt x="434" y="1684"/>
                    </a:lnTo>
                    <a:lnTo>
                      <a:pt x="394" y="1631"/>
                    </a:lnTo>
                    <a:lnTo>
                      <a:pt x="355" y="1577"/>
                    </a:lnTo>
                    <a:lnTo>
                      <a:pt x="316" y="1523"/>
                    </a:lnTo>
                    <a:lnTo>
                      <a:pt x="277" y="1468"/>
                    </a:lnTo>
                    <a:lnTo>
                      <a:pt x="239" y="1411"/>
                    </a:lnTo>
                    <a:lnTo>
                      <a:pt x="204" y="1354"/>
                    </a:lnTo>
                    <a:lnTo>
                      <a:pt x="169" y="1298"/>
                    </a:lnTo>
                    <a:lnTo>
                      <a:pt x="138" y="1241"/>
                    </a:lnTo>
                    <a:lnTo>
                      <a:pt x="108" y="1186"/>
                    </a:lnTo>
                    <a:lnTo>
                      <a:pt x="81" y="1131"/>
                    </a:lnTo>
                    <a:lnTo>
                      <a:pt x="58" y="1077"/>
                    </a:lnTo>
                    <a:lnTo>
                      <a:pt x="38" y="1024"/>
                    </a:lnTo>
                    <a:lnTo>
                      <a:pt x="22" y="971"/>
                    </a:lnTo>
                    <a:lnTo>
                      <a:pt x="9" y="923"/>
                    </a:lnTo>
                    <a:lnTo>
                      <a:pt x="3" y="874"/>
                    </a:lnTo>
                    <a:lnTo>
                      <a:pt x="0" y="828"/>
                    </a:lnTo>
                    <a:lnTo>
                      <a:pt x="4" y="745"/>
                    </a:lnTo>
                    <a:lnTo>
                      <a:pt x="18" y="663"/>
                    </a:lnTo>
                    <a:lnTo>
                      <a:pt x="38" y="583"/>
                    </a:lnTo>
                    <a:lnTo>
                      <a:pt x="65" y="506"/>
                    </a:lnTo>
                    <a:lnTo>
                      <a:pt x="100" y="435"/>
                    </a:lnTo>
                    <a:lnTo>
                      <a:pt x="142" y="366"/>
                    </a:lnTo>
                    <a:lnTo>
                      <a:pt x="189" y="302"/>
                    </a:lnTo>
                    <a:lnTo>
                      <a:pt x="243" y="243"/>
                    </a:lnTo>
                    <a:lnTo>
                      <a:pt x="302" y="189"/>
                    </a:lnTo>
                    <a:lnTo>
                      <a:pt x="366" y="142"/>
                    </a:lnTo>
                    <a:lnTo>
                      <a:pt x="434" y="100"/>
                    </a:lnTo>
                    <a:lnTo>
                      <a:pt x="506" y="65"/>
                    </a:lnTo>
                    <a:lnTo>
                      <a:pt x="583" y="38"/>
                    </a:lnTo>
                    <a:lnTo>
                      <a:pt x="662" y="18"/>
                    </a:lnTo>
                    <a:lnTo>
                      <a:pt x="745" y="4"/>
                    </a:lnTo>
                    <a:lnTo>
                      <a:pt x="828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grpSp>
            <p:nvGrpSpPr>
              <p:cNvPr id="46" name="Group 76"/>
              <p:cNvGrpSpPr/>
              <p:nvPr/>
            </p:nvGrpSpPr>
            <p:grpSpPr>
              <a:xfrm>
                <a:off x="5767211" y="2423034"/>
                <a:ext cx="650753" cy="714990"/>
                <a:chOff x="2171700" y="1574800"/>
                <a:chExt cx="739776" cy="812800"/>
              </a:xfrm>
              <a:solidFill>
                <a:schemeClr val="accent1"/>
              </a:solidFill>
            </p:grpSpPr>
            <p:sp>
              <p:nvSpPr>
                <p:cNvPr id="47" name="Freeform 33"/>
                <p:cNvSpPr>
                  <a:spLocks noEditPoints="1"/>
                </p:cNvSpPr>
                <p:nvPr/>
              </p:nvSpPr>
              <p:spPr bwMode="auto">
                <a:xfrm>
                  <a:off x="2292350" y="1700213"/>
                  <a:ext cx="498475" cy="687387"/>
                </a:xfrm>
                <a:custGeom>
                  <a:avLst/>
                  <a:gdLst>
                    <a:gd name="T0" fmla="*/ 813 w 2197"/>
                    <a:gd name="T1" fmla="*/ 324 h 3032"/>
                    <a:gd name="T2" fmla="*/ 519 w 2197"/>
                    <a:gd name="T3" fmla="*/ 505 h 3032"/>
                    <a:gd name="T4" fmla="*/ 329 w 2197"/>
                    <a:gd name="T5" fmla="*/ 783 h 3032"/>
                    <a:gd name="T6" fmla="*/ 281 w 2197"/>
                    <a:gd name="T7" fmla="*/ 1120 h 3032"/>
                    <a:gd name="T8" fmla="*/ 340 w 2197"/>
                    <a:gd name="T9" fmla="*/ 1390 h 3032"/>
                    <a:gd name="T10" fmla="*/ 449 w 2197"/>
                    <a:gd name="T11" fmla="*/ 1594 h 3032"/>
                    <a:gd name="T12" fmla="*/ 575 w 2197"/>
                    <a:gd name="T13" fmla="*/ 1783 h 3032"/>
                    <a:gd name="T14" fmla="*/ 653 w 2197"/>
                    <a:gd name="T15" fmla="*/ 1996 h 3032"/>
                    <a:gd name="T16" fmla="*/ 700 w 2197"/>
                    <a:gd name="T17" fmla="*/ 2142 h 3032"/>
                    <a:gd name="T18" fmla="*/ 1457 w 2197"/>
                    <a:gd name="T19" fmla="*/ 2178 h 3032"/>
                    <a:gd name="T20" fmla="*/ 1539 w 2197"/>
                    <a:gd name="T21" fmla="*/ 2071 h 3032"/>
                    <a:gd name="T22" fmla="*/ 1581 w 2197"/>
                    <a:gd name="T23" fmla="*/ 1864 h 3032"/>
                    <a:gd name="T24" fmla="*/ 1700 w 2197"/>
                    <a:gd name="T25" fmla="*/ 1666 h 3032"/>
                    <a:gd name="T26" fmla="*/ 1817 w 2197"/>
                    <a:gd name="T27" fmla="*/ 1478 h 3032"/>
                    <a:gd name="T28" fmla="*/ 1902 w 2197"/>
                    <a:gd name="T29" fmla="*/ 1238 h 3032"/>
                    <a:gd name="T30" fmla="*/ 1907 w 2197"/>
                    <a:gd name="T31" fmla="*/ 915 h 3032"/>
                    <a:gd name="T32" fmla="*/ 1769 w 2197"/>
                    <a:gd name="T33" fmla="*/ 606 h 3032"/>
                    <a:gd name="T34" fmla="*/ 1513 w 2197"/>
                    <a:gd name="T35" fmla="*/ 382 h 3032"/>
                    <a:gd name="T36" fmla="*/ 1174 w 2197"/>
                    <a:gd name="T37" fmla="*/ 279 h 3032"/>
                    <a:gd name="T38" fmla="*/ 1362 w 2197"/>
                    <a:gd name="T39" fmla="*/ 32 h 3032"/>
                    <a:gd name="T40" fmla="*/ 1747 w 2197"/>
                    <a:gd name="T41" fmla="*/ 204 h 3032"/>
                    <a:gd name="T42" fmla="*/ 2033 w 2197"/>
                    <a:gd name="T43" fmla="*/ 499 h 3032"/>
                    <a:gd name="T44" fmla="*/ 2182 w 2197"/>
                    <a:gd name="T45" fmla="*/ 883 h 3032"/>
                    <a:gd name="T46" fmla="*/ 2180 w 2197"/>
                    <a:gd name="T47" fmla="*/ 1263 h 3032"/>
                    <a:gd name="T48" fmla="*/ 2095 w 2197"/>
                    <a:gd name="T49" fmla="*/ 1542 h 3032"/>
                    <a:gd name="T50" fmla="*/ 1977 w 2197"/>
                    <a:gd name="T51" fmla="*/ 1752 h 3032"/>
                    <a:gd name="T52" fmla="*/ 1857 w 2197"/>
                    <a:gd name="T53" fmla="*/ 1933 h 3032"/>
                    <a:gd name="T54" fmla="*/ 1816 w 2197"/>
                    <a:gd name="T55" fmla="*/ 2095 h 3032"/>
                    <a:gd name="T56" fmla="*/ 1702 w 2197"/>
                    <a:gd name="T57" fmla="*/ 2328 h 3032"/>
                    <a:gd name="T58" fmla="*/ 1611 w 2197"/>
                    <a:gd name="T59" fmla="*/ 2485 h 3032"/>
                    <a:gd name="T60" fmla="*/ 1603 w 2197"/>
                    <a:gd name="T61" fmla="*/ 2631 h 3032"/>
                    <a:gd name="T62" fmla="*/ 1599 w 2197"/>
                    <a:gd name="T63" fmla="*/ 2699 h 3032"/>
                    <a:gd name="T64" fmla="*/ 1566 w 2197"/>
                    <a:gd name="T65" fmla="*/ 2789 h 3032"/>
                    <a:gd name="T66" fmla="*/ 1452 w 2197"/>
                    <a:gd name="T67" fmla="*/ 2888 h 3032"/>
                    <a:gd name="T68" fmla="*/ 1283 w 2197"/>
                    <a:gd name="T69" fmla="*/ 3010 h 3032"/>
                    <a:gd name="T70" fmla="*/ 965 w 2197"/>
                    <a:gd name="T71" fmla="*/ 3030 h 3032"/>
                    <a:gd name="T72" fmla="*/ 825 w 2197"/>
                    <a:gd name="T73" fmla="*/ 2922 h 3032"/>
                    <a:gd name="T74" fmla="*/ 657 w 2197"/>
                    <a:gd name="T75" fmla="*/ 2823 h 3032"/>
                    <a:gd name="T76" fmla="*/ 602 w 2197"/>
                    <a:gd name="T77" fmla="*/ 2718 h 3032"/>
                    <a:gd name="T78" fmla="*/ 597 w 2197"/>
                    <a:gd name="T79" fmla="*/ 2671 h 3032"/>
                    <a:gd name="T80" fmla="*/ 590 w 2197"/>
                    <a:gd name="T81" fmla="*/ 2546 h 3032"/>
                    <a:gd name="T82" fmla="*/ 582 w 2197"/>
                    <a:gd name="T83" fmla="*/ 2406 h 3032"/>
                    <a:gd name="T84" fmla="*/ 408 w 2197"/>
                    <a:gd name="T85" fmla="*/ 2193 h 3032"/>
                    <a:gd name="T86" fmla="*/ 368 w 2197"/>
                    <a:gd name="T87" fmla="*/ 1991 h 3032"/>
                    <a:gd name="T88" fmla="*/ 268 w 2197"/>
                    <a:gd name="T89" fmla="*/ 1821 h 3032"/>
                    <a:gd name="T90" fmla="*/ 149 w 2197"/>
                    <a:gd name="T91" fmla="*/ 1633 h 3032"/>
                    <a:gd name="T92" fmla="*/ 45 w 2197"/>
                    <a:gd name="T93" fmla="*/ 1384 h 3032"/>
                    <a:gd name="T94" fmla="*/ 0 w 2197"/>
                    <a:gd name="T95" fmla="*/ 1054 h 3032"/>
                    <a:gd name="T96" fmla="*/ 87 w 2197"/>
                    <a:gd name="T97" fmla="*/ 644 h 3032"/>
                    <a:gd name="T98" fmla="*/ 323 w 2197"/>
                    <a:gd name="T99" fmla="*/ 310 h 3032"/>
                    <a:gd name="T100" fmla="*/ 672 w 2197"/>
                    <a:gd name="T101" fmla="*/ 83 h 3032"/>
                    <a:gd name="T102" fmla="*/ 1099 w 2197"/>
                    <a:gd name="T103" fmla="*/ 0 h 303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</a:cxnLst>
                  <a:rect l="0" t="0" r="r" b="b"/>
                  <a:pathLst>
                    <a:path w="2197" h="3032">
                      <a:moveTo>
                        <a:pt x="1099" y="276"/>
                      </a:moveTo>
                      <a:lnTo>
                        <a:pt x="1024" y="279"/>
                      </a:lnTo>
                      <a:lnTo>
                        <a:pt x="951" y="288"/>
                      </a:lnTo>
                      <a:lnTo>
                        <a:pt x="881" y="304"/>
                      </a:lnTo>
                      <a:lnTo>
                        <a:pt x="813" y="324"/>
                      </a:lnTo>
                      <a:lnTo>
                        <a:pt x="747" y="352"/>
                      </a:lnTo>
                      <a:lnTo>
                        <a:pt x="685" y="383"/>
                      </a:lnTo>
                      <a:lnTo>
                        <a:pt x="626" y="419"/>
                      </a:lnTo>
                      <a:lnTo>
                        <a:pt x="571" y="460"/>
                      </a:lnTo>
                      <a:lnTo>
                        <a:pt x="519" y="505"/>
                      </a:lnTo>
                      <a:lnTo>
                        <a:pt x="471" y="553"/>
                      </a:lnTo>
                      <a:lnTo>
                        <a:pt x="429" y="606"/>
                      </a:lnTo>
                      <a:lnTo>
                        <a:pt x="391" y="662"/>
                      </a:lnTo>
                      <a:lnTo>
                        <a:pt x="358" y="721"/>
                      </a:lnTo>
                      <a:lnTo>
                        <a:pt x="329" y="783"/>
                      </a:lnTo>
                      <a:lnTo>
                        <a:pt x="308" y="848"/>
                      </a:lnTo>
                      <a:lnTo>
                        <a:pt x="292" y="915"/>
                      </a:lnTo>
                      <a:lnTo>
                        <a:pt x="282" y="983"/>
                      </a:lnTo>
                      <a:lnTo>
                        <a:pt x="278" y="1054"/>
                      </a:lnTo>
                      <a:lnTo>
                        <a:pt x="281" y="1120"/>
                      </a:lnTo>
                      <a:lnTo>
                        <a:pt x="286" y="1181"/>
                      </a:lnTo>
                      <a:lnTo>
                        <a:pt x="295" y="1238"/>
                      </a:lnTo>
                      <a:lnTo>
                        <a:pt x="308" y="1292"/>
                      </a:lnTo>
                      <a:lnTo>
                        <a:pt x="323" y="1343"/>
                      </a:lnTo>
                      <a:lnTo>
                        <a:pt x="340" y="1390"/>
                      </a:lnTo>
                      <a:lnTo>
                        <a:pt x="359" y="1435"/>
                      </a:lnTo>
                      <a:lnTo>
                        <a:pt x="380" y="1478"/>
                      </a:lnTo>
                      <a:lnTo>
                        <a:pt x="402" y="1518"/>
                      </a:lnTo>
                      <a:lnTo>
                        <a:pt x="426" y="1557"/>
                      </a:lnTo>
                      <a:lnTo>
                        <a:pt x="449" y="1594"/>
                      </a:lnTo>
                      <a:lnTo>
                        <a:pt x="474" y="1630"/>
                      </a:lnTo>
                      <a:lnTo>
                        <a:pt x="496" y="1665"/>
                      </a:lnTo>
                      <a:lnTo>
                        <a:pt x="523" y="1704"/>
                      </a:lnTo>
                      <a:lnTo>
                        <a:pt x="550" y="1744"/>
                      </a:lnTo>
                      <a:lnTo>
                        <a:pt x="575" y="1783"/>
                      </a:lnTo>
                      <a:lnTo>
                        <a:pt x="597" y="1823"/>
                      </a:lnTo>
                      <a:lnTo>
                        <a:pt x="617" y="1864"/>
                      </a:lnTo>
                      <a:lnTo>
                        <a:pt x="632" y="1906"/>
                      </a:lnTo>
                      <a:lnTo>
                        <a:pt x="645" y="1950"/>
                      </a:lnTo>
                      <a:lnTo>
                        <a:pt x="653" y="1996"/>
                      </a:lnTo>
                      <a:lnTo>
                        <a:pt x="655" y="2044"/>
                      </a:lnTo>
                      <a:lnTo>
                        <a:pt x="658" y="2071"/>
                      </a:lnTo>
                      <a:lnTo>
                        <a:pt x="669" y="2097"/>
                      </a:lnTo>
                      <a:lnTo>
                        <a:pt x="682" y="2121"/>
                      </a:lnTo>
                      <a:lnTo>
                        <a:pt x="700" y="2142"/>
                      </a:lnTo>
                      <a:lnTo>
                        <a:pt x="720" y="2162"/>
                      </a:lnTo>
                      <a:lnTo>
                        <a:pt x="740" y="2178"/>
                      </a:lnTo>
                      <a:lnTo>
                        <a:pt x="759" y="2193"/>
                      </a:lnTo>
                      <a:lnTo>
                        <a:pt x="1438" y="2193"/>
                      </a:lnTo>
                      <a:lnTo>
                        <a:pt x="1457" y="2178"/>
                      </a:lnTo>
                      <a:lnTo>
                        <a:pt x="1478" y="2162"/>
                      </a:lnTo>
                      <a:lnTo>
                        <a:pt x="1498" y="2142"/>
                      </a:lnTo>
                      <a:lnTo>
                        <a:pt x="1515" y="2121"/>
                      </a:lnTo>
                      <a:lnTo>
                        <a:pt x="1529" y="2097"/>
                      </a:lnTo>
                      <a:lnTo>
                        <a:pt x="1539" y="2071"/>
                      </a:lnTo>
                      <a:lnTo>
                        <a:pt x="1542" y="2044"/>
                      </a:lnTo>
                      <a:lnTo>
                        <a:pt x="1545" y="1996"/>
                      </a:lnTo>
                      <a:lnTo>
                        <a:pt x="1553" y="1950"/>
                      </a:lnTo>
                      <a:lnTo>
                        <a:pt x="1565" y="1906"/>
                      </a:lnTo>
                      <a:lnTo>
                        <a:pt x="1581" y="1864"/>
                      </a:lnTo>
                      <a:lnTo>
                        <a:pt x="1600" y="1824"/>
                      </a:lnTo>
                      <a:lnTo>
                        <a:pt x="1623" y="1783"/>
                      </a:lnTo>
                      <a:lnTo>
                        <a:pt x="1647" y="1744"/>
                      </a:lnTo>
                      <a:lnTo>
                        <a:pt x="1673" y="1705"/>
                      </a:lnTo>
                      <a:lnTo>
                        <a:pt x="1700" y="1666"/>
                      </a:lnTo>
                      <a:lnTo>
                        <a:pt x="1724" y="1631"/>
                      </a:lnTo>
                      <a:lnTo>
                        <a:pt x="1748" y="1595"/>
                      </a:lnTo>
                      <a:lnTo>
                        <a:pt x="1772" y="1558"/>
                      </a:lnTo>
                      <a:lnTo>
                        <a:pt x="1796" y="1518"/>
                      </a:lnTo>
                      <a:lnTo>
                        <a:pt x="1817" y="1478"/>
                      </a:lnTo>
                      <a:lnTo>
                        <a:pt x="1839" y="1435"/>
                      </a:lnTo>
                      <a:lnTo>
                        <a:pt x="1858" y="1390"/>
                      </a:lnTo>
                      <a:lnTo>
                        <a:pt x="1875" y="1343"/>
                      </a:lnTo>
                      <a:lnTo>
                        <a:pt x="1890" y="1292"/>
                      </a:lnTo>
                      <a:lnTo>
                        <a:pt x="1902" y="1238"/>
                      </a:lnTo>
                      <a:lnTo>
                        <a:pt x="1911" y="1181"/>
                      </a:lnTo>
                      <a:lnTo>
                        <a:pt x="1917" y="1120"/>
                      </a:lnTo>
                      <a:lnTo>
                        <a:pt x="1919" y="1054"/>
                      </a:lnTo>
                      <a:lnTo>
                        <a:pt x="1916" y="983"/>
                      </a:lnTo>
                      <a:lnTo>
                        <a:pt x="1907" y="915"/>
                      </a:lnTo>
                      <a:lnTo>
                        <a:pt x="1890" y="847"/>
                      </a:lnTo>
                      <a:lnTo>
                        <a:pt x="1868" y="783"/>
                      </a:lnTo>
                      <a:lnTo>
                        <a:pt x="1841" y="721"/>
                      </a:lnTo>
                      <a:lnTo>
                        <a:pt x="1807" y="661"/>
                      </a:lnTo>
                      <a:lnTo>
                        <a:pt x="1769" y="606"/>
                      </a:lnTo>
                      <a:lnTo>
                        <a:pt x="1726" y="553"/>
                      </a:lnTo>
                      <a:lnTo>
                        <a:pt x="1679" y="505"/>
                      </a:lnTo>
                      <a:lnTo>
                        <a:pt x="1628" y="460"/>
                      </a:lnTo>
                      <a:lnTo>
                        <a:pt x="1572" y="418"/>
                      </a:lnTo>
                      <a:lnTo>
                        <a:pt x="1513" y="382"/>
                      </a:lnTo>
                      <a:lnTo>
                        <a:pt x="1451" y="352"/>
                      </a:lnTo>
                      <a:lnTo>
                        <a:pt x="1385" y="324"/>
                      </a:lnTo>
                      <a:lnTo>
                        <a:pt x="1317" y="304"/>
                      </a:lnTo>
                      <a:lnTo>
                        <a:pt x="1246" y="288"/>
                      </a:lnTo>
                      <a:lnTo>
                        <a:pt x="1174" y="279"/>
                      </a:lnTo>
                      <a:lnTo>
                        <a:pt x="1099" y="276"/>
                      </a:lnTo>
                      <a:close/>
                      <a:moveTo>
                        <a:pt x="1099" y="0"/>
                      </a:moveTo>
                      <a:lnTo>
                        <a:pt x="1188" y="3"/>
                      </a:lnTo>
                      <a:lnTo>
                        <a:pt x="1277" y="15"/>
                      </a:lnTo>
                      <a:lnTo>
                        <a:pt x="1362" y="32"/>
                      </a:lnTo>
                      <a:lnTo>
                        <a:pt x="1446" y="54"/>
                      </a:lnTo>
                      <a:lnTo>
                        <a:pt x="1525" y="83"/>
                      </a:lnTo>
                      <a:lnTo>
                        <a:pt x="1603" y="118"/>
                      </a:lnTo>
                      <a:lnTo>
                        <a:pt x="1676" y="159"/>
                      </a:lnTo>
                      <a:lnTo>
                        <a:pt x="1747" y="204"/>
                      </a:lnTo>
                      <a:lnTo>
                        <a:pt x="1813" y="255"/>
                      </a:lnTo>
                      <a:lnTo>
                        <a:pt x="1875" y="310"/>
                      </a:lnTo>
                      <a:lnTo>
                        <a:pt x="1932" y="368"/>
                      </a:lnTo>
                      <a:lnTo>
                        <a:pt x="1985" y="433"/>
                      </a:lnTo>
                      <a:lnTo>
                        <a:pt x="2033" y="499"/>
                      </a:lnTo>
                      <a:lnTo>
                        <a:pt x="2075" y="570"/>
                      </a:lnTo>
                      <a:lnTo>
                        <a:pt x="2111" y="644"/>
                      </a:lnTo>
                      <a:lnTo>
                        <a:pt x="2140" y="722"/>
                      </a:lnTo>
                      <a:lnTo>
                        <a:pt x="2165" y="801"/>
                      </a:lnTo>
                      <a:lnTo>
                        <a:pt x="2182" y="883"/>
                      </a:lnTo>
                      <a:lnTo>
                        <a:pt x="2194" y="968"/>
                      </a:lnTo>
                      <a:lnTo>
                        <a:pt x="2197" y="1054"/>
                      </a:lnTo>
                      <a:lnTo>
                        <a:pt x="2195" y="1128"/>
                      </a:lnTo>
                      <a:lnTo>
                        <a:pt x="2189" y="1197"/>
                      </a:lnTo>
                      <a:lnTo>
                        <a:pt x="2180" y="1263"/>
                      </a:lnTo>
                      <a:lnTo>
                        <a:pt x="2168" y="1326"/>
                      </a:lnTo>
                      <a:lnTo>
                        <a:pt x="2153" y="1384"/>
                      </a:lnTo>
                      <a:lnTo>
                        <a:pt x="2136" y="1440"/>
                      </a:lnTo>
                      <a:lnTo>
                        <a:pt x="2116" y="1493"/>
                      </a:lnTo>
                      <a:lnTo>
                        <a:pt x="2095" y="1542"/>
                      </a:lnTo>
                      <a:lnTo>
                        <a:pt x="2072" y="1588"/>
                      </a:lnTo>
                      <a:lnTo>
                        <a:pt x="2050" y="1632"/>
                      </a:lnTo>
                      <a:lnTo>
                        <a:pt x="2025" y="1675"/>
                      </a:lnTo>
                      <a:lnTo>
                        <a:pt x="2001" y="1714"/>
                      </a:lnTo>
                      <a:lnTo>
                        <a:pt x="1977" y="1752"/>
                      </a:lnTo>
                      <a:lnTo>
                        <a:pt x="1953" y="1787"/>
                      </a:lnTo>
                      <a:lnTo>
                        <a:pt x="1929" y="1820"/>
                      </a:lnTo>
                      <a:lnTo>
                        <a:pt x="1902" y="1862"/>
                      </a:lnTo>
                      <a:lnTo>
                        <a:pt x="1877" y="1899"/>
                      </a:lnTo>
                      <a:lnTo>
                        <a:pt x="1857" y="1933"/>
                      </a:lnTo>
                      <a:lnTo>
                        <a:pt x="1841" y="1963"/>
                      </a:lnTo>
                      <a:lnTo>
                        <a:pt x="1830" y="1991"/>
                      </a:lnTo>
                      <a:lnTo>
                        <a:pt x="1822" y="2019"/>
                      </a:lnTo>
                      <a:lnTo>
                        <a:pt x="1819" y="2044"/>
                      </a:lnTo>
                      <a:lnTo>
                        <a:pt x="1816" y="2095"/>
                      </a:lnTo>
                      <a:lnTo>
                        <a:pt x="1806" y="2145"/>
                      </a:lnTo>
                      <a:lnTo>
                        <a:pt x="1790" y="2193"/>
                      </a:lnTo>
                      <a:lnTo>
                        <a:pt x="1766" y="2240"/>
                      </a:lnTo>
                      <a:lnTo>
                        <a:pt x="1738" y="2285"/>
                      </a:lnTo>
                      <a:lnTo>
                        <a:pt x="1702" y="2328"/>
                      </a:lnTo>
                      <a:lnTo>
                        <a:pt x="1662" y="2369"/>
                      </a:lnTo>
                      <a:lnTo>
                        <a:pt x="1615" y="2406"/>
                      </a:lnTo>
                      <a:lnTo>
                        <a:pt x="1614" y="2429"/>
                      </a:lnTo>
                      <a:lnTo>
                        <a:pt x="1613" y="2456"/>
                      </a:lnTo>
                      <a:lnTo>
                        <a:pt x="1611" y="2485"/>
                      </a:lnTo>
                      <a:lnTo>
                        <a:pt x="1609" y="2515"/>
                      </a:lnTo>
                      <a:lnTo>
                        <a:pt x="1607" y="2546"/>
                      </a:lnTo>
                      <a:lnTo>
                        <a:pt x="1606" y="2576"/>
                      </a:lnTo>
                      <a:lnTo>
                        <a:pt x="1604" y="2605"/>
                      </a:lnTo>
                      <a:lnTo>
                        <a:pt x="1603" y="2631"/>
                      </a:lnTo>
                      <a:lnTo>
                        <a:pt x="1601" y="2653"/>
                      </a:lnTo>
                      <a:lnTo>
                        <a:pt x="1600" y="2671"/>
                      </a:lnTo>
                      <a:lnTo>
                        <a:pt x="1600" y="2682"/>
                      </a:lnTo>
                      <a:lnTo>
                        <a:pt x="1599" y="2685"/>
                      </a:lnTo>
                      <a:lnTo>
                        <a:pt x="1599" y="2699"/>
                      </a:lnTo>
                      <a:lnTo>
                        <a:pt x="1597" y="2715"/>
                      </a:lnTo>
                      <a:lnTo>
                        <a:pt x="1592" y="2732"/>
                      </a:lnTo>
                      <a:lnTo>
                        <a:pt x="1587" y="2750"/>
                      </a:lnTo>
                      <a:lnTo>
                        <a:pt x="1578" y="2770"/>
                      </a:lnTo>
                      <a:lnTo>
                        <a:pt x="1566" y="2789"/>
                      </a:lnTo>
                      <a:lnTo>
                        <a:pt x="1552" y="2809"/>
                      </a:lnTo>
                      <a:lnTo>
                        <a:pt x="1533" y="2831"/>
                      </a:lnTo>
                      <a:lnTo>
                        <a:pt x="1511" y="2850"/>
                      </a:lnTo>
                      <a:lnTo>
                        <a:pt x="1483" y="2870"/>
                      </a:lnTo>
                      <a:lnTo>
                        <a:pt x="1452" y="2888"/>
                      </a:lnTo>
                      <a:lnTo>
                        <a:pt x="1415" y="2906"/>
                      </a:lnTo>
                      <a:lnTo>
                        <a:pt x="1372" y="2922"/>
                      </a:lnTo>
                      <a:lnTo>
                        <a:pt x="1347" y="2953"/>
                      </a:lnTo>
                      <a:lnTo>
                        <a:pt x="1317" y="2983"/>
                      </a:lnTo>
                      <a:lnTo>
                        <a:pt x="1283" y="3010"/>
                      </a:lnTo>
                      <a:lnTo>
                        <a:pt x="1259" y="3022"/>
                      </a:lnTo>
                      <a:lnTo>
                        <a:pt x="1233" y="3030"/>
                      </a:lnTo>
                      <a:lnTo>
                        <a:pt x="1205" y="3032"/>
                      </a:lnTo>
                      <a:lnTo>
                        <a:pt x="992" y="3032"/>
                      </a:lnTo>
                      <a:lnTo>
                        <a:pt x="965" y="3030"/>
                      </a:lnTo>
                      <a:lnTo>
                        <a:pt x="939" y="3022"/>
                      </a:lnTo>
                      <a:lnTo>
                        <a:pt x="915" y="3010"/>
                      </a:lnTo>
                      <a:lnTo>
                        <a:pt x="881" y="2983"/>
                      </a:lnTo>
                      <a:lnTo>
                        <a:pt x="850" y="2953"/>
                      </a:lnTo>
                      <a:lnTo>
                        <a:pt x="825" y="2922"/>
                      </a:lnTo>
                      <a:lnTo>
                        <a:pt x="780" y="2904"/>
                      </a:lnTo>
                      <a:lnTo>
                        <a:pt x="741" y="2886"/>
                      </a:lnTo>
                      <a:lnTo>
                        <a:pt x="707" y="2866"/>
                      </a:lnTo>
                      <a:lnTo>
                        <a:pt x="680" y="2844"/>
                      </a:lnTo>
                      <a:lnTo>
                        <a:pt x="657" y="2823"/>
                      </a:lnTo>
                      <a:lnTo>
                        <a:pt x="639" y="2800"/>
                      </a:lnTo>
                      <a:lnTo>
                        <a:pt x="626" y="2779"/>
                      </a:lnTo>
                      <a:lnTo>
                        <a:pt x="614" y="2757"/>
                      </a:lnTo>
                      <a:lnTo>
                        <a:pt x="607" y="2737"/>
                      </a:lnTo>
                      <a:lnTo>
                        <a:pt x="602" y="2718"/>
                      </a:lnTo>
                      <a:lnTo>
                        <a:pt x="599" y="2701"/>
                      </a:lnTo>
                      <a:lnTo>
                        <a:pt x="598" y="2685"/>
                      </a:lnTo>
                      <a:lnTo>
                        <a:pt x="598" y="2685"/>
                      </a:lnTo>
                      <a:lnTo>
                        <a:pt x="598" y="2682"/>
                      </a:lnTo>
                      <a:lnTo>
                        <a:pt x="597" y="2671"/>
                      </a:lnTo>
                      <a:lnTo>
                        <a:pt x="596" y="2653"/>
                      </a:lnTo>
                      <a:lnTo>
                        <a:pt x="595" y="2631"/>
                      </a:lnTo>
                      <a:lnTo>
                        <a:pt x="594" y="2605"/>
                      </a:lnTo>
                      <a:lnTo>
                        <a:pt x="592" y="2576"/>
                      </a:lnTo>
                      <a:lnTo>
                        <a:pt x="590" y="2546"/>
                      </a:lnTo>
                      <a:lnTo>
                        <a:pt x="588" y="2515"/>
                      </a:lnTo>
                      <a:lnTo>
                        <a:pt x="587" y="2485"/>
                      </a:lnTo>
                      <a:lnTo>
                        <a:pt x="585" y="2456"/>
                      </a:lnTo>
                      <a:lnTo>
                        <a:pt x="584" y="2429"/>
                      </a:lnTo>
                      <a:lnTo>
                        <a:pt x="582" y="2406"/>
                      </a:lnTo>
                      <a:lnTo>
                        <a:pt x="536" y="2369"/>
                      </a:lnTo>
                      <a:lnTo>
                        <a:pt x="495" y="2328"/>
                      </a:lnTo>
                      <a:lnTo>
                        <a:pt x="460" y="2285"/>
                      </a:lnTo>
                      <a:lnTo>
                        <a:pt x="432" y="2240"/>
                      </a:lnTo>
                      <a:lnTo>
                        <a:pt x="408" y="2193"/>
                      </a:lnTo>
                      <a:lnTo>
                        <a:pt x="392" y="2145"/>
                      </a:lnTo>
                      <a:lnTo>
                        <a:pt x="382" y="2095"/>
                      </a:lnTo>
                      <a:lnTo>
                        <a:pt x="378" y="2044"/>
                      </a:lnTo>
                      <a:lnTo>
                        <a:pt x="376" y="2019"/>
                      </a:lnTo>
                      <a:lnTo>
                        <a:pt x="368" y="1991"/>
                      </a:lnTo>
                      <a:lnTo>
                        <a:pt x="357" y="1963"/>
                      </a:lnTo>
                      <a:lnTo>
                        <a:pt x="341" y="1933"/>
                      </a:lnTo>
                      <a:lnTo>
                        <a:pt x="320" y="1899"/>
                      </a:lnTo>
                      <a:lnTo>
                        <a:pt x="297" y="1862"/>
                      </a:lnTo>
                      <a:lnTo>
                        <a:pt x="268" y="1821"/>
                      </a:lnTo>
                      <a:lnTo>
                        <a:pt x="245" y="1788"/>
                      </a:lnTo>
                      <a:lnTo>
                        <a:pt x="222" y="1752"/>
                      </a:lnTo>
                      <a:lnTo>
                        <a:pt x="197" y="1714"/>
                      </a:lnTo>
                      <a:lnTo>
                        <a:pt x="173" y="1675"/>
                      </a:lnTo>
                      <a:lnTo>
                        <a:pt x="149" y="1633"/>
                      </a:lnTo>
                      <a:lnTo>
                        <a:pt x="125" y="1588"/>
                      </a:lnTo>
                      <a:lnTo>
                        <a:pt x="102" y="1542"/>
                      </a:lnTo>
                      <a:lnTo>
                        <a:pt x="82" y="1493"/>
                      </a:lnTo>
                      <a:lnTo>
                        <a:pt x="62" y="1440"/>
                      </a:lnTo>
                      <a:lnTo>
                        <a:pt x="45" y="1384"/>
                      </a:lnTo>
                      <a:lnTo>
                        <a:pt x="30" y="1326"/>
                      </a:lnTo>
                      <a:lnTo>
                        <a:pt x="17" y="1263"/>
                      </a:lnTo>
                      <a:lnTo>
                        <a:pt x="8" y="1197"/>
                      </a:lnTo>
                      <a:lnTo>
                        <a:pt x="3" y="1128"/>
                      </a:lnTo>
                      <a:lnTo>
                        <a:pt x="0" y="1054"/>
                      </a:lnTo>
                      <a:lnTo>
                        <a:pt x="4" y="968"/>
                      </a:lnTo>
                      <a:lnTo>
                        <a:pt x="15" y="883"/>
                      </a:lnTo>
                      <a:lnTo>
                        <a:pt x="32" y="801"/>
                      </a:lnTo>
                      <a:lnTo>
                        <a:pt x="57" y="722"/>
                      </a:lnTo>
                      <a:lnTo>
                        <a:pt x="87" y="644"/>
                      </a:lnTo>
                      <a:lnTo>
                        <a:pt x="123" y="570"/>
                      </a:lnTo>
                      <a:lnTo>
                        <a:pt x="165" y="499"/>
                      </a:lnTo>
                      <a:lnTo>
                        <a:pt x="213" y="433"/>
                      </a:lnTo>
                      <a:lnTo>
                        <a:pt x="266" y="368"/>
                      </a:lnTo>
                      <a:lnTo>
                        <a:pt x="323" y="310"/>
                      </a:lnTo>
                      <a:lnTo>
                        <a:pt x="385" y="255"/>
                      </a:lnTo>
                      <a:lnTo>
                        <a:pt x="451" y="204"/>
                      </a:lnTo>
                      <a:lnTo>
                        <a:pt x="521" y="159"/>
                      </a:lnTo>
                      <a:lnTo>
                        <a:pt x="595" y="118"/>
                      </a:lnTo>
                      <a:lnTo>
                        <a:pt x="672" y="83"/>
                      </a:lnTo>
                      <a:lnTo>
                        <a:pt x="753" y="54"/>
                      </a:lnTo>
                      <a:lnTo>
                        <a:pt x="836" y="32"/>
                      </a:lnTo>
                      <a:lnTo>
                        <a:pt x="921" y="15"/>
                      </a:lnTo>
                      <a:lnTo>
                        <a:pt x="1009" y="3"/>
                      </a:lnTo>
                      <a:lnTo>
                        <a:pt x="1099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48" name="Freeform 34"/>
                <p:cNvSpPr>
                  <a:spLocks/>
                </p:cNvSpPr>
                <p:nvPr/>
              </p:nvSpPr>
              <p:spPr bwMode="auto">
                <a:xfrm>
                  <a:off x="2525713" y="1574800"/>
                  <a:ext cx="31750" cy="79375"/>
                </a:xfrm>
                <a:custGeom>
                  <a:avLst/>
                  <a:gdLst>
                    <a:gd name="T0" fmla="*/ 69 w 138"/>
                    <a:gd name="T1" fmla="*/ 0 h 344"/>
                    <a:gd name="T2" fmla="*/ 69 w 138"/>
                    <a:gd name="T3" fmla="*/ 0 h 344"/>
                    <a:gd name="T4" fmla="*/ 87 w 138"/>
                    <a:gd name="T5" fmla="*/ 3 h 344"/>
                    <a:gd name="T6" fmla="*/ 104 w 138"/>
                    <a:gd name="T7" fmla="*/ 9 h 344"/>
                    <a:gd name="T8" fmla="*/ 118 w 138"/>
                    <a:gd name="T9" fmla="*/ 21 h 344"/>
                    <a:gd name="T10" fmla="*/ 129 w 138"/>
                    <a:gd name="T11" fmla="*/ 34 h 344"/>
                    <a:gd name="T12" fmla="*/ 136 w 138"/>
                    <a:gd name="T13" fmla="*/ 51 h 344"/>
                    <a:gd name="T14" fmla="*/ 138 w 138"/>
                    <a:gd name="T15" fmla="*/ 69 h 344"/>
                    <a:gd name="T16" fmla="*/ 138 w 138"/>
                    <a:gd name="T17" fmla="*/ 275 h 344"/>
                    <a:gd name="T18" fmla="*/ 136 w 138"/>
                    <a:gd name="T19" fmla="*/ 294 h 344"/>
                    <a:gd name="T20" fmla="*/ 129 w 138"/>
                    <a:gd name="T21" fmla="*/ 310 h 344"/>
                    <a:gd name="T22" fmla="*/ 118 w 138"/>
                    <a:gd name="T23" fmla="*/ 325 h 344"/>
                    <a:gd name="T24" fmla="*/ 104 w 138"/>
                    <a:gd name="T25" fmla="*/ 335 h 344"/>
                    <a:gd name="T26" fmla="*/ 87 w 138"/>
                    <a:gd name="T27" fmla="*/ 342 h 344"/>
                    <a:gd name="T28" fmla="*/ 69 w 138"/>
                    <a:gd name="T29" fmla="*/ 344 h 344"/>
                    <a:gd name="T30" fmla="*/ 51 w 138"/>
                    <a:gd name="T31" fmla="*/ 342 h 344"/>
                    <a:gd name="T32" fmla="*/ 34 w 138"/>
                    <a:gd name="T33" fmla="*/ 335 h 344"/>
                    <a:gd name="T34" fmla="*/ 20 w 138"/>
                    <a:gd name="T35" fmla="*/ 325 h 344"/>
                    <a:gd name="T36" fmla="*/ 9 w 138"/>
                    <a:gd name="T37" fmla="*/ 310 h 344"/>
                    <a:gd name="T38" fmla="*/ 2 w 138"/>
                    <a:gd name="T39" fmla="*/ 294 h 344"/>
                    <a:gd name="T40" fmla="*/ 0 w 138"/>
                    <a:gd name="T41" fmla="*/ 275 h 344"/>
                    <a:gd name="T42" fmla="*/ 0 w 138"/>
                    <a:gd name="T43" fmla="*/ 69 h 344"/>
                    <a:gd name="T44" fmla="*/ 2 w 138"/>
                    <a:gd name="T45" fmla="*/ 51 h 344"/>
                    <a:gd name="T46" fmla="*/ 9 w 138"/>
                    <a:gd name="T47" fmla="*/ 34 h 344"/>
                    <a:gd name="T48" fmla="*/ 20 w 138"/>
                    <a:gd name="T49" fmla="*/ 21 h 344"/>
                    <a:gd name="T50" fmla="*/ 34 w 138"/>
                    <a:gd name="T51" fmla="*/ 9 h 344"/>
                    <a:gd name="T52" fmla="*/ 51 w 138"/>
                    <a:gd name="T53" fmla="*/ 3 h 344"/>
                    <a:gd name="T54" fmla="*/ 69 w 138"/>
                    <a:gd name="T55" fmla="*/ 0 h 34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</a:cxnLst>
                  <a:rect l="0" t="0" r="r" b="b"/>
                  <a:pathLst>
                    <a:path w="138" h="344">
                      <a:moveTo>
                        <a:pt x="69" y="0"/>
                      </a:moveTo>
                      <a:lnTo>
                        <a:pt x="69" y="0"/>
                      </a:lnTo>
                      <a:lnTo>
                        <a:pt x="87" y="3"/>
                      </a:lnTo>
                      <a:lnTo>
                        <a:pt x="104" y="9"/>
                      </a:lnTo>
                      <a:lnTo>
                        <a:pt x="118" y="21"/>
                      </a:lnTo>
                      <a:lnTo>
                        <a:pt x="129" y="34"/>
                      </a:lnTo>
                      <a:lnTo>
                        <a:pt x="136" y="51"/>
                      </a:lnTo>
                      <a:lnTo>
                        <a:pt x="138" y="69"/>
                      </a:lnTo>
                      <a:lnTo>
                        <a:pt x="138" y="275"/>
                      </a:lnTo>
                      <a:lnTo>
                        <a:pt x="136" y="294"/>
                      </a:lnTo>
                      <a:lnTo>
                        <a:pt x="129" y="310"/>
                      </a:lnTo>
                      <a:lnTo>
                        <a:pt x="118" y="325"/>
                      </a:lnTo>
                      <a:lnTo>
                        <a:pt x="104" y="335"/>
                      </a:lnTo>
                      <a:lnTo>
                        <a:pt x="87" y="342"/>
                      </a:lnTo>
                      <a:lnTo>
                        <a:pt x="69" y="344"/>
                      </a:lnTo>
                      <a:lnTo>
                        <a:pt x="51" y="342"/>
                      </a:lnTo>
                      <a:lnTo>
                        <a:pt x="34" y="335"/>
                      </a:lnTo>
                      <a:lnTo>
                        <a:pt x="20" y="325"/>
                      </a:lnTo>
                      <a:lnTo>
                        <a:pt x="9" y="310"/>
                      </a:lnTo>
                      <a:lnTo>
                        <a:pt x="2" y="294"/>
                      </a:lnTo>
                      <a:lnTo>
                        <a:pt x="0" y="275"/>
                      </a:lnTo>
                      <a:lnTo>
                        <a:pt x="0" y="69"/>
                      </a:lnTo>
                      <a:lnTo>
                        <a:pt x="2" y="51"/>
                      </a:lnTo>
                      <a:lnTo>
                        <a:pt x="9" y="34"/>
                      </a:lnTo>
                      <a:lnTo>
                        <a:pt x="20" y="21"/>
                      </a:lnTo>
                      <a:lnTo>
                        <a:pt x="34" y="9"/>
                      </a:lnTo>
                      <a:lnTo>
                        <a:pt x="51" y="3"/>
                      </a:lnTo>
                      <a:lnTo>
                        <a:pt x="69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49" name="Freeform 35"/>
                <p:cNvSpPr>
                  <a:spLocks/>
                </p:cNvSpPr>
                <p:nvPr/>
              </p:nvSpPr>
              <p:spPr bwMode="auto">
                <a:xfrm>
                  <a:off x="2349500" y="1622425"/>
                  <a:ext cx="53975" cy="71437"/>
                </a:xfrm>
                <a:custGeom>
                  <a:avLst/>
                  <a:gdLst>
                    <a:gd name="T0" fmla="*/ 69 w 243"/>
                    <a:gd name="T1" fmla="*/ 0 h 317"/>
                    <a:gd name="T2" fmla="*/ 87 w 243"/>
                    <a:gd name="T3" fmla="*/ 2 h 317"/>
                    <a:gd name="T4" fmla="*/ 103 w 243"/>
                    <a:gd name="T5" fmla="*/ 9 h 317"/>
                    <a:gd name="T6" fmla="*/ 118 w 243"/>
                    <a:gd name="T7" fmla="*/ 20 h 317"/>
                    <a:gd name="T8" fmla="*/ 129 w 243"/>
                    <a:gd name="T9" fmla="*/ 34 h 317"/>
                    <a:gd name="T10" fmla="*/ 233 w 243"/>
                    <a:gd name="T11" fmla="*/ 214 h 317"/>
                    <a:gd name="T12" fmla="*/ 240 w 243"/>
                    <a:gd name="T13" fmla="*/ 230 h 317"/>
                    <a:gd name="T14" fmla="*/ 243 w 243"/>
                    <a:gd name="T15" fmla="*/ 248 h 317"/>
                    <a:gd name="T16" fmla="*/ 240 w 243"/>
                    <a:gd name="T17" fmla="*/ 265 h 317"/>
                    <a:gd name="T18" fmla="*/ 233 w 243"/>
                    <a:gd name="T19" fmla="*/ 282 h 317"/>
                    <a:gd name="T20" fmla="*/ 223 w 243"/>
                    <a:gd name="T21" fmla="*/ 297 h 317"/>
                    <a:gd name="T22" fmla="*/ 209 w 243"/>
                    <a:gd name="T23" fmla="*/ 308 h 317"/>
                    <a:gd name="T24" fmla="*/ 191 w 243"/>
                    <a:gd name="T25" fmla="*/ 315 h 317"/>
                    <a:gd name="T26" fmla="*/ 173 w 243"/>
                    <a:gd name="T27" fmla="*/ 317 h 317"/>
                    <a:gd name="T28" fmla="*/ 155 w 243"/>
                    <a:gd name="T29" fmla="*/ 315 h 317"/>
                    <a:gd name="T30" fmla="*/ 139 w 243"/>
                    <a:gd name="T31" fmla="*/ 308 h 317"/>
                    <a:gd name="T32" fmla="*/ 125 w 243"/>
                    <a:gd name="T33" fmla="*/ 297 h 317"/>
                    <a:gd name="T34" fmla="*/ 113 w 243"/>
                    <a:gd name="T35" fmla="*/ 282 h 317"/>
                    <a:gd name="T36" fmla="*/ 9 w 243"/>
                    <a:gd name="T37" fmla="*/ 103 h 317"/>
                    <a:gd name="T38" fmla="*/ 2 w 243"/>
                    <a:gd name="T39" fmla="*/ 86 h 317"/>
                    <a:gd name="T40" fmla="*/ 0 w 243"/>
                    <a:gd name="T41" fmla="*/ 68 h 317"/>
                    <a:gd name="T42" fmla="*/ 2 w 243"/>
                    <a:gd name="T43" fmla="*/ 51 h 317"/>
                    <a:gd name="T44" fmla="*/ 9 w 243"/>
                    <a:gd name="T45" fmla="*/ 34 h 317"/>
                    <a:gd name="T46" fmla="*/ 20 w 243"/>
                    <a:gd name="T47" fmla="*/ 21 h 317"/>
                    <a:gd name="T48" fmla="*/ 34 w 243"/>
                    <a:gd name="T49" fmla="*/ 10 h 317"/>
                    <a:gd name="T50" fmla="*/ 52 w 243"/>
                    <a:gd name="T51" fmla="*/ 2 h 317"/>
                    <a:gd name="T52" fmla="*/ 69 w 243"/>
                    <a:gd name="T53" fmla="*/ 0 h 3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</a:cxnLst>
                  <a:rect l="0" t="0" r="r" b="b"/>
                  <a:pathLst>
                    <a:path w="243" h="317">
                      <a:moveTo>
                        <a:pt x="69" y="0"/>
                      </a:moveTo>
                      <a:lnTo>
                        <a:pt x="87" y="2"/>
                      </a:lnTo>
                      <a:lnTo>
                        <a:pt x="103" y="9"/>
                      </a:lnTo>
                      <a:lnTo>
                        <a:pt x="118" y="20"/>
                      </a:lnTo>
                      <a:lnTo>
                        <a:pt x="129" y="34"/>
                      </a:lnTo>
                      <a:lnTo>
                        <a:pt x="233" y="214"/>
                      </a:lnTo>
                      <a:lnTo>
                        <a:pt x="240" y="230"/>
                      </a:lnTo>
                      <a:lnTo>
                        <a:pt x="243" y="248"/>
                      </a:lnTo>
                      <a:lnTo>
                        <a:pt x="240" y="265"/>
                      </a:lnTo>
                      <a:lnTo>
                        <a:pt x="233" y="282"/>
                      </a:lnTo>
                      <a:lnTo>
                        <a:pt x="223" y="297"/>
                      </a:lnTo>
                      <a:lnTo>
                        <a:pt x="209" y="308"/>
                      </a:lnTo>
                      <a:lnTo>
                        <a:pt x="191" y="315"/>
                      </a:lnTo>
                      <a:lnTo>
                        <a:pt x="173" y="317"/>
                      </a:lnTo>
                      <a:lnTo>
                        <a:pt x="155" y="315"/>
                      </a:lnTo>
                      <a:lnTo>
                        <a:pt x="139" y="308"/>
                      </a:lnTo>
                      <a:lnTo>
                        <a:pt x="125" y="297"/>
                      </a:lnTo>
                      <a:lnTo>
                        <a:pt x="113" y="282"/>
                      </a:lnTo>
                      <a:lnTo>
                        <a:pt x="9" y="103"/>
                      </a:lnTo>
                      <a:lnTo>
                        <a:pt x="2" y="86"/>
                      </a:lnTo>
                      <a:lnTo>
                        <a:pt x="0" y="68"/>
                      </a:lnTo>
                      <a:lnTo>
                        <a:pt x="2" y="51"/>
                      </a:lnTo>
                      <a:lnTo>
                        <a:pt x="9" y="34"/>
                      </a:lnTo>
                      <a:lnTo>
                        <a:pt x="20" y="21"/>
                      </a:lnTo>
                      <a:lnTo>
                        <a:pt x="34" y="10"/>
                      </a:lnTo>
                      <a:lnTo>
                        <a:pt x="52" y="2"/>
                      </a:lnTo>
                      <a:lnTo>
                        <a:pt x="69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50" name="Freeform 36"/>
                <p:cNvSpPr>
                  <a:spLocks/>
                </p:cNvSpPr>
                <p:nvPr/>
              </p:nvSpPr>
              <p:spPr bwMode="auto">
                <a:xfrm>
                  <a:off x="2219325" y="1751013"/>
                  <a:ext cx="71438" cy="55562"/>
                </a:xfrm>
                <a:custGeom>
                  <a:avLst/>
                  <a:gdLst>
                    <a:gd name="T0" fmla="*/ 69 w 319"/>
                    <a:gd name="T1" fmla="*/ 0 h 241"/>
                    <a:gd name="T2" fmla="*/ 86 w 319"/>
                    <a:gd name="T3" fmla="*/ 3 h 241"/>
                    <a:gd name="T4" fmla="*/ 104 w 319"/>
                    <a:gd name="T5" fmla="*/ 9 h 241"/>
                    <a:gd name="T6" fmla="*/ 285 w 319"/>
                    <a:gd name="T7" fmla="*/ 112 h 241"/>
                    <a:gd name="T8" fmla="*/ 299 w 319"/>
                    <a:gd name="T9" fmla="*/ 124 h 241"/>
                    <a:gd name="T10" fmla="*/ 310 w 319"/>
                    <a:gd name="T11" fmla="*/ 138 h 241"/>
                    <a:gd name="T12" fmla="*/ 316 w 319"/>
                    <a:gd name="T13" fmla="*/ 155 h 241"/>
                    <a:gd name="T14" fmla="*/ 319 w 319"/>
                    <a:gd name="T15" fmla="*/ 172 h 241"/>
                    <a:gd name="T16" fmla="*/ 316 w 319"/>
                    <a:gd name="T17" fmla="*/ 190 h 241"/>
                    <a:gd name="T18" fmla="*/ 310 w 319"/>
                    <a:gd name="T19" fmla="*/ 206 h 241"/>
                    <a:gd name="T20" fmla="*/ 298 w 319"/>
                    <a:gd name="T21" fmla="*/ 221 h 241"/>
                    <a:gd name="T22" fmla="*/ 283 w 319"/>
                    <a:gd name="T23" fmla="*/ 232 h 241"/>
                    <a:gd name="T24" fmla="*/ 266 w 319"/>
                    <a:gd name="T25" fmla="*/ 239 h 241"/>
                    <a:gd name="T26" fmla="*/ 249 w 319"/>
                    <a:gd name="T27" fmla="*/ 241 h 241"/>
                    <a:gd name="T28" fmla="*/ 231 w 319"/>
                    <a:gd name="T29" fmla="*/ 239 h 241"/>
                    <a:gd name="T30" fmla="*/ 214 w 319"/>
                    <a:gd name="T31" fmla="*/ 231 h 241"/>
                    <a:gd name="T32" fmla="*/ 34 w 319"/>
                    <a:gd name="T33" fmla="*/ 129 h 241"/>
                    <a:gd name="T34" fmla="*/ 19 w 319"/>
                    <a:gd name="T35" fmla="*/ 118 h 241"/>
                    <a:gd name="T36" fmla="*/ 9 w 319"/>
                    <a:gd name="T37" fmla="*/ 103 h 241"/>
                    <a:gd name="T38" fmla="*/ 2 w 319"/>
                    <a:gd name="T39" fmla="*/ 87 h 241"/>
                    <a:gd name="T40" fmla="*/ 0 w 319"/>
                    <a:gd name="T41" fmla="*/ 69 h 241"/>
                    <a:gd name="T42" fmla="*/ 2 w 319"/>
                    <a:gd name="T43" fmla="*/ 51 h 241"/>
                    <a:gd name="T44" fmla="*/ 9 w 319"/>
                    <a:gd name="T45" fmla="*/ 34 h 241"/>
                    <a:gd name="T46" fmla="*/ 20 w 319"/>
                    <a:gd name="T47" fmla="*/ 20 h 241"/>
                    <a:gd name="T48" fmla="*/ 35 w 319"/>
                    <a:gd name="T49" fmla="*/ 9 h 241"/>
                    <a:gd name="T50" fmla="*/ 51 w 319"/>
                    <a:gd name="T51" fmla="*/ 3 h 241"/>
                    <a:gd name="T52" fmla="*/ 69 w 319"/>
                    <a:gd name="T53" fmla="*/ 0 h 24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</a:cxnLst>
                  <a:rect l="0" t="0" r="r" b="b"/>
                  <a:pathLst>
                    <a:path w="319" h="241">
                      <a:moveTo>
                        <a:pt x="69" y="0"/>
                      </a:moveTo>
                      <a:lnTo>
                        <a:pt x="86" y="3"/>
                      </a:lnTo>
                      <a:lnTo>
                        <a:pt x="104" y="9"/>
                      </a:lnTo>
                      <a:lnTo>
                        <a:pt x="285" y="112"/>
                      </a:lnTo>
                      <a:lnTo>
                        <a:pt x="299" y="124"/>
                      </a:lnTo>
                      <a:lnTo>
                        <a:pt x="310" y="138"/>
                      </a:lnTo>
                      <a:lnTo>
                        <a:pt x="316" y="155"/>
                      </a:lnTo>
                      <a:lnTo>
                        <a:pt x="319" y="172"/>
                      </a:lnTo>
                      <a:lnTo>
                        <a:pt x="316" y="190"/>
                      </a:lnTo>
                      <a:lnTo>
                        <a:pt x="310" y="206"/>
                      </a:lnTo>
                      <a:lnTo>
                        <a:pt x="298" y="221"/>
                      </a:lnTo>
                      <a:lnTo>
                        <a:pt x="283" y="232"/>
                      </a:lnTo>
                      <a:lnTo>
                        <a:pt x="266" y="239"/>
                      </a:lnTo>
                      <a:lnTo>
                        <a:pt x="249" y="241"/>
                      </a:lnTo>
                      <a:lnTo>
                        <a:pt x="231" y="239"/>
                      </a:lnTo>
                      <a:lnTo>
                        <a:pt x="214" y="231"/>
                      </a:lnTo>
                      <a:lnTo>
                        <a:pt x="34" y="129"/>
                      </a:lnTo>
                      <a:lnTo>
                        <a:pt x="19" y="118"/>
                      </a:lnTo>
                      <a:lnTo>
                        <a:pt x="9" y="103"/>
                      </a:lnTo>
                      <a:lnTo>
                        <a:pt x="2" y="87"/>
                      </a:lnTo>
                      <a:lnTo>
                        <a:pt x="0" y="69"/>
                      </a:lnTo>
                      <a:lnTo>
                        <a:pt x="2" y="51"/>
                      </a:lnTo>
                      <a:lnTo>
                        <a:pt x="9" y="34"/>
                      </a:lnTo>
                      <a:lnTo>
                        <a:pt x="20" y="20"/>
                      </a:lnTo>
                      <a:lnTo>
                        <a:pt x="35" y="9"/>
                      </a:lnTo>
                      <a:lnTo>
                        <a:pt x="51" y="3"/>
                      </a:lnTo>
                      <a:lnTo>
                        <a:pt x="69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51" name="Freeform 37"/>
                <p:cNvSpPr>
                  <a:spLocks/>
                </p:cNvSpPr>
                <p:nvPr/>
              </p:nvSpPr>
              <p:spPr bwMode="auto">
                <a:xfrm>
                  <a:off x="2171700" y="1927225"/>
                  <a:ext cx="77788" cy="31750"/>
                </a:xfrm>
                <a:custGeom>
                  <a:avLst/>
                  <a:gdLst>
                    <a:gd name="T0" fmla="*/ 69 w 347"/>
                    <a:gd name="T1" fmla="*/ 0 h 139"/>
                    <a:gd name="T2" fmla="*/ 278 w 347"/>
                    <a:gd name="T3" fmla="*/ 0 h 139"/>
                    <a:gd name="T4" fmla="*/ 296 w 347"/>
                    <a:gd name="T5" fmla="*/ 4 h 139"/>
                    <a:gd name="T6" fmla="*/ 313 w 347"/>
                    <a:gd name="T7" fmla="*/ 10 h 139"/>
                    <a:gd name="T8" fmla="*/ 327 w 347"/>
                    <a:gd name="T9" fmla="*/ 21 h 139"/>
                    <a:gd name="T10" fmla="*/ 338 w 347"/>
                    <a:gd name="T11" fmla="*/ 35 h 139"/>
                    <a:gd name="T12" fmla="*/ 345 w 347"/>
                    <a:gd name="T13" fmla="*/ 51 h 139"/>
                    <a:gd name="T14" fmla="*/ 347 w 347"/>
                    <a:gd name="T15" fmla="*/ 70 h 139"/>
                    <a:gd name="T16" fmla="*/ 345 w 347"/>
                    <a:gd name="T17" fmla="*/ 88 h 139"/>
                    <a:gd name="T18" fmla="*/ 338 w 347"/>
                    <a:gd name="T19" fmla="*/ 104 h 139"/>
                    <a:gd name="T20" fmla="*/ 327 w 347"/>
                    <a:gd name="T21" fmla="*/ 119 h 139"/>
                    <a:gd name="T22" fmla="*/ 313 w 347"/>
                    <a:gd name="T23" fmla="*/ 129 h 139"/>
                    <a:gd name="T24" fmla="*/ 296 w 347"/>
                    <a:gd name="T25" fmla="*/ 137 h 139"/>
                    <a:gd name="T26" fmla="*/ 278 w 347"/>
                    <a:gd name="T27" fmla="*/ 139 h 139"/>
                    <a:gd name="T28" fmla="*/ 69 w 347"/>
                    <a:gd name="T29" fmla="*/ 139 h 139"/>
                    <a:gd name="T30" fmla="*/ 51 w 347"/>
                    <a:gd name="T31" fmla="*/ 137 h 139"/>
                    <a:gd name="T32" fmla="*/ 35 w 347"/>
                    <a:gd name="T33" fmla="*/ 129 h 139"/>
                    <a:gd name="T34" fmla="*/ 20 w 347"/>
                    <a:gd name="T35" fmla="*/ 119 h 139"/>
                    <a:gd name="T36" fmla="*/ 10 w 347"/>
                    <a:gd name="T37" fmla="*/ 104 h 139"/>
                    <a:gd name="T38" fmla="*/ 2 w 347"/>
                    <a:gd name="T39" fmla="*/ 88 h 139"/>
                    <a:gd name="T40" fmla="*/ 0 w 347"/>
                    <a:gd name="T41" fmla="*/ 70 h 139"/>
                    <a:gd name="T42" fmla="*/ 2 w 347"/>
                    <a:gd name="T43" fmla="*/ 51 h 139"/>
                    <a:gd name="T44" fmla="*/ 10 w 347"/>
                    <a:gd name="T45" fmla="*/ 35 h 139"/>
                    <a:gd name="T46" fmla="*/ 20 w 347"/>
                    <a:gd name="T47" fmla="*/ 21 h 139"/>
                    <a:gd name="T48" fmla="*/ 35 w 347"/>
                    <a:gd name="T49" fmla="*/ 10 h 139"/>
                    <a:gd name="T50" fmla="*/ 51 w 347"/>
                    <a:gd name="T51" fmla="*/ 4 h 139"/>
                    <a:gd name="T52" fmla="*/ 69 w 347"/>
                    <a:gd name="T53" fmla="*/ 0 h 13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</a:cxnLst>
                  <a:rect l="0" t="0" r="r" b="b"/>
                  <a:pathLst>
                    <a:path w="347" h="139">
                      <a:moveTo>
                        <a:pt x="69" y="0"/>
                      </a:moveTo>
                      <a:lnTo>
                        <a:pt x="278" y="0"/>
                      </a:lnTo>
                      <a:lnTo>
                        <a:pt x="296" y="4"/>
                      </a:lnTo>
                      <a:lnTo>
                        <a:pt x="313" y="10"/>
                      </a:lnTo>
                      <a:lnTo>
                        <a:pt x="327" y="21"/>
                      </a:lnTo>
                      <a:lnTo>
                        <a:pt x="338" y="35"/>
                      </a:lnTo>
                      <a:lnTo>
                        <a:pt x="345" y="51"/>
                      </a:lnTo>
                      <a:lnTo>
                        <a:pt x="347" y="70"/>
                      </a:lnTo>
                      <a:lnTo>
                        <a:pt x="345" y="88"/>
                      </a:lnTo>
                      <a:lnTo>
                        <a:pt x="338" y="104"/>
                      </a:lnTo>
                      <a:lnTo>
                        <a:pt x="327" y="119"/>
                      </a:lnTo>
                      <a:lnTo>
                        <a:pt x="313" y="129"/>
                      </a:lnTo>
                      <a:lnTo>
                        <a:pt x="296" y="137"/>
                      </a:lnTo>
                      <a:lnTo>
                        <a:pt x="278" y="139"/>
                      </a:lnTo>
                      <a:lnTo>
                        <a:pt x="69" y="139"/>
                      </a:lnTo>
                      <a:lnTo>
                        <a:pt x="51" y="137"/>
                      </a:lnTo>
                      <a:lnTo>
                        <a:pt x="35" y="129"/>
                      </a:lnTo>
                      <a:lnTo>
                        <a:pt x="20" y="119"/>
                      </a:lnTo>
                      <a:lnTo>
                        <a:pt x="10" y="104"/>
                      </a:lnTo>
                      <a:lnTo>
                        <a:pt x="2" y="88"/>
                      </a:lnTo>
                      <a:lnTo>
                        <a:pt x="0" y="70"/>
                      </a:lnTo>
                      <a:lnTo>
                        <a:pt x="2" y="51"/>
                      </a:lnTo>
                      <a:lnTo>
                        <a:pt x="10" y="35"/>
                      </a:lnTo>
                      <a:lnTo>
                        <a:pt x="20" y="21"/>
                      </a:lnTo>
                      <a:lnTo>
                        <a:pt x="35" y="10"/>
                      </a:lnTo>
                      <a:lnTo>
                        <a:pt x="51" y="4"/>
                      </a:lnTo>
                      <a:lnTo>
                        <a:pt x="69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52" name="Freeform 38"/>
                <p:cNvSpPr>
                  <a:spLocks/>
                </p:cNvSpPr>
                <p:nvPr/>
              </p:nvSpPr>
              <p:spPr bwMode="auto">
                <a:xfrm>
                  <a:off x="2219325" y="2079625"/>
                  <a:ext cx="71438" cy="55562"/>
                </a:xfrm>
                <a:custGeom>
                  <a:avLst/>
                  <a:gdLst>
                    <a:gd name="T0" fmla="*/ 249 w 319"/>
                    <a:gd name="T1" fmla="*/ 0 h 242"/>
                    <a:gd name="T2" fmla="*/ 268 w 319"/>
                    <a:gd name="T3" fmla="*/ 3 h 242"/>
                    <a:gd name="T4" fmla="*/ 283 w 319"/>
                    <a:gd name="T5" fmla="*/ 9 h 242"/>
                    <a:gd name="T6" fmla="*/ 298 w 319"/>
                    <a:gd name="T7" fmla="*/ 20 h 242"/>
                    <a:gd name="T8" fmla="*/ 310 w 319"/>
                    <a:gd name="T9" fmla="*/ 35 h 242"/>
                    <a:gd name="T10" fmla="*/ 316 w 319"/>
                    <a:gd name="T11" fmla="*/ 52 h 242"/>
                    <a:gd name="T12" fmla="*/ 319 w 319"/>
                    <a:gd name="T13" fmla="*/ 70 h 242"/>
                    <a:gd name="T14" fmla="*/ 316 w 319"/>
                    <a:gd name="T15" fmla="*/ 86 h 242"/>
                    <a:gd name="T16" fmla="*/ 310 w 319"/>
                    <a:gd name="T17" fmla="*/ 103 h 242"/>
                    <a:gd name="T18" fmla="*/ 298 w 319"/>
                    <a:gd name="T19" fmla="*/ 118 h 242"/>
                    <a:gd name="T20" fmla="*/ 285 w 319"/>
                    <a:gd name="T21" fmla="*/ 129 h 242"/>
                    <a:gd name="T22" fmla="*/ 104 w 319"/>
                    <a:gd name="T23" fmla="*/ 232 h 242"/>
                    <a:gd name="T24" fmla="*/ 87 w 319"/>
                    <a:gd name="T25" fmla="*/ 239 h 242"/>
                    <a:gd name="T26" fmla="*/ 69 w 319"/>
                    <a:gd name="T27" fmla="*/ 242 h 242"/>
                    <a:gd name="T28" fmla="*/ 51 w 319"/>
                    <a:gd name="T29" fmla="*/ 239 h 242"/>
                    <a:gd name="T30" fmla="*/ 35 w 319"/>
                    <a:gd name="T31" fmla="*/ 233 h 242"/>
                    <a:gd name="T32" fmla="*/ 20 w 319"/>
                    <a:gd name="T33" fmla="*/ 222 h 242"/>
                    <a:gd name="T34" fmla="*/ 9 w 319"/>
                    <a:gd name="T35" fmla="*/ 207 h 242"/>
                    <a:gd name="T36" fmla="*/ 2 w 319"/>
                    <a:gd name="T37" fmla="*/ 190 h 242"/>
                    <a:gd name="T38" fmla="*/ 0 w 319"/>
                    <a:gd name="T39" fmla="*/ 172 h 242"/>
                    <a:gd name="T40" fmla="*/ 2 w 319"/>
                    <a:gd name="T41" fmla="*/ 155 h 242"/>
                    <a:gd name="T42" fmla="*/ 9 w 319"/>
                    <a:gd name="T43" fmla="*/ 138 h 242"/>
                    <a:gd name="T44" fmla="*/ 19 w 319"/>
                    <a:gd name="T45" fmla="*/ 125 h 242"/>
                    <a:gd name="T46" fmla="*/ 34 w 319"/>
                    <a:gd name="T47" fmla="*/ 114 h 242"/>
                    <a:gd name="T48" fmla="*/ 214 w 319"/>
                    <a:gd name="T49" fmla="*/ 10 h 242"/>
                    <a:gd name="T50" fmla="*/ 232 w 319"/>
                    <a:gd name="T51" fmla="*/ 2 h 242"/>
                    <a:gd name="T52" fmla="*/ 249 w 319"/>
                    <a:gd name="T53" fmla="*/ 0 h 24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</a:cxnLst>
                  <a:rect l="0" t="0" r="r" b="b"/>
                  <a:pathLst>
                    <a:path w="319" h="242">
                      <a:moveTo>
                        <a:pt x="249" y="0"/>
                      </a:moveTo>
                      <a:lnTo>
                        <a:pt x="268" y="3"/>
                      </a:lnTo>
                      <a:lnTo>
                        <a:pt x="283" y="9"/>
                      </a:lnTo>
                      <a:lnTo>
                        <a:pt x="298" y="20"/>
                      </a:lnTo>
                      <a:lnTo>
                        <a:pt x="310" y="35"/>
                      </a:lnTo>
                      <a:lnTo>
                        <a:pt x="316" y="52"/>
                      </a:lnTo>
                      <a:lnTo>
                        <a:pt x="319" y="70"/>
                      </a:lnTo>
                      <a:lnTo>
                        <a:pt x="316" y="86"/>
                      </a:lnTo>
                      <a:lnTo>
                        <a:pt x="310" y="103"/>
                      </a:lnTo>
                      <a:lnTo>
                        <a:pt x="298" y="118"/>
                      </a:lnTo>
                      <a:lnTo>
                        <a:pt x="285" y="129"/>
                      </a:lnTo>
                      <a:lnTo>
                        <a:pt x="104" y="232"/>
                      </a:lnTo>
                      <a:lnTo>
                        <a:pt x="87" y="239"/>
                      </a:lnTo>
                      <a:lnTo>
                        <a:pt x="69" y="242"/>
                      </a:lnTo>
                      <a:lnTo>
                        <a:pt x="51" y="239"/>
                      </a:lnTo>
                      <a:lnTo>
                        <a:pt x="35" y="233"/>
                      </a:lnTo>
                      <a:lnTo>
                        <a:pt x="20" y="222"/>
                      </a:lnTo>
                      <a:lnTo>
                        <a:pt x="9" y="207"/>
                      </a:lnTo>
                      <a:lnTo>
                        <a:pt x="2" y="190"/>
                      </a:lnTo>
                      <a:lnTo>
                        <a:pt x="0" y="172"/>
                      </a:lnTo>
                      <a:lnTo>
                        <a:pt x="2" y="155"/>
                      </a:lnTo>
                      <a:lnTo>
                        <a:pt x="9" y="138"/>
                      </a:lnTo>
                      <a:lnTo>
                        <a:pt x="19" y="125"/>
                      </a:lnTo>
                      <a:lnTo>
                        <a:pt x="34" y="114"/>
                      </a:lnTo>
                      <a:lnTo>
                        <a:pt x="214" y="10"/>
                      </a:lnTo>
                      <a:lnTo>
                        <a:pt x="232" y="2"/>
                      </a:lnTo>
                      <a:lnTo>
                        <a:pt x="249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53" name="Freeform 39"/>
                <p:cNvSpPr>
                  <a:spLocks/>
                </p:cNvSpPr>
                <p:nvPr/>
              </p:nvSpPr>
              <p:spPr bwMode="auto">
                <a:xfrm>
                  <a:off x="2792413" y="2079625"/>
                  <a:ext cx="71438" cy="55562"/>
                </a:xfrm>
                <a:custGeom>
                  <a:avLst/>
                  <a:gdLst>
                    <a:gd name="T0" fmla="*/ 69 w 319"/>
                    <a:gd name="T1" fmla="*/ 0 h 242"/>
                    <a:gd name="T2" fmla="*/ 87 w 319"/>
                    <a:gd name="T3" fmla="*/ 2 h 242"/>
                    <a:gd name="T4" fmla="*/ 104 w 319"/>
                    <a:gd name="T5" fmla="*/ 10 h 242"/>
                    <a:gd name="T6" fmla="*/ 285 w 319"/>
                    <a:gd name="T7" fmla="*/ 114 h 242"/>
                    <a:gd name="T8" fmla="*/ 299 w 319"/>
                    <a:gd name="T9" fmla="*/ 125 h 242"/>
                    <a:gd name="T10" fmla="*/ 310 w 319"/>
                    <a:gd name="T11" fmla="*/ 138 h 242"/>
                    <a:gd name="T12" fmla="*/ 316 w 319"/>
                    <a:gd name="T13" fmla="*/ 155 h 242"/>
                    <a:gd name="T14" fmla="*/ 319 w 319"/>
                    <a:gd name="T15" fmla="*/ 172 h 242"/>
                    <a:gd name="T16" fmla="*/ 316 w 319"/>
                    <a:gd name="T17" fmla="*/ 190 h 242"/>
                    <a:gd name="T18" fmla="*/ 310 w 319"/>
                    <a:gd name="T19" fmla="*/ 207 h 242"/>
                    <a:gd name="T20" fmla="*/ 298 w 319"/>
                    <a:gd name="T21" fmla="*/ 222 h 242"/>
                    <a:gd name="T22" fmla="*/ 284 w 319"/>
                    <a:gd name="T23" fmla="*/ 233 h 242"/>
                    <a:gd name="T24" fmla="*/ 268 w 319"/>
                    <a:gd name="T25" fmla="*/ 239 h 242"/>
                    <a:gd name="T26" fmla="*/ 250 w 319"/>
                    <a:gd name="T27" fmla="*/ 242 h 242"/>
                    <a:gd name="T28" fmla="*/ 231 w 319"/>
                    <a:gd name="T29" fmla="*/ 239 h 242"/>
                    <a:gd name="T30" fmla="*/ 214 w 319"/>
                    <a:gd name="T31" fmla="*/ 232 h 242"/>
                    <a:gd name="T32" fmla="*/ 34 w 319"/>
                    <a:gd name="T33" fmla="*/ 129 h 242"/>
                    <a:gd name="T34" fmla="*/ 20 w 319"/>
                    <a:gd name="T35" fmla="*/ 118 h 242"/>
                    <a:gd name="T36" fmla="*/ 9 w 319"/>
                    <a:gd name="T37" fmla="*/ 103 h 242"/>
                    <a:gd name="T38" fmla="*/ 2 w 319"/>
                    <a:gd name="T39" fmla="*/ 86 h 242"/>
                    <a:gd name="T40" fmla="*/ 0 w 319"/>
                    <a:gd name="T41" fmla="*/ 70 h 242"/>
                    <a:gd name="T42" fmla="*/ 2 w 319"/>
                    <a:gd name="T43" fmla="*/ 52 h 242"/>
                    <a:gd name="T44" fmla="*/ 9 w 319"/>
                    <a:gd name="T45" fmla="*/ 35 h 242"/>
                    <a:gd name="T46" fmla="*/ 20 w 319"/>
                    <a:gd name="T47" fmla="*/ 20 h 242"/>
                    <a:gd name="T48" fmla="*/ 35 w 319"/>
                    <a:gd name="T49" fmla="*/ 9 h 242"/>
                    <a:gd name="T50" fmla="*/ 51 w 319"/>
                    <a:gd name="T51" fmla="*/ 3 h 242"/>
                    <a:gd name="T52" fmla="*/ 69 w 319"/>
                    <a:gd name="T53" fmla="*/ 0 h 24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</a:cxnLst>
                  <a:rect l="0" t="0" r="r" b="b"/>
                  <a:pathLst>
                    <a:path w="319" h="242">
                      <a:moveTo>
                        <a:pt x="69" y="0"/>
                      </a:moveTo>
                      <a:lnTo>
                        <a:pt x="87" y="2"/>
                      </a:lnTo>
                      <a:lnTo>
                        <a:pt x="104" y="10"/>
                      </a:lnTo>
                      <a:lnTo>
                        <a:pt x="285" y="114"/>
                      </a:lnTo>
                      <a:lnTo>
                        <a:pt x="299" y="125"/>
                      </a:lnTo>
                      <a:lnTo>
                        <a:pt x="310" y="138"/>
                      </a:lnTo>
                      <a:lnTo>
                        <a:pt x="316" y="155"/>
                      </a:lnTo>
                      <a:lnTo>
                        <a:pt x="319" y="172"/>
                      </a:lnTo>
                      <a:lnTo>
                        <a:pt x="316" y="190"/>
                      </a:lnTo>
                      <a:lnTo>
                        <a:pt x="310" y="207"/>
                      </a:lnTo>
                      <a:lnTo>
                        <a:pt x="298" y="222"/>
                      </a:lnTo>
                      <a:lnTo>
                        <a:pt x="284" y="233"/>
                      </a:lnTo>
                      <a:lnTo>
                        <a:pt x="268" y="239"/>
                      </a:lnTo>
                      <a:lnTo>
                        <a:pt x="250" y="242"/>
                      </a:lnTo>
                      <a:lnTo>
                        <a:pt x="231" y="239"/>
                      </a:lnTo>
                      <a:lnTo>
                        <a:pt x="214" y="232"/>
                      </a:lnTo>
                      <a:lnTo>
                        <a:pt x="34" y="129"/>
                      </a:lnTo>
                      <a:lnTo>
                        <a:pt x="20" y="118"/>
                      </a:lnTo>
                      <a:lnTo>
                        <a:pt x="9" y="103"/>
                      </a:lnTo>
                      <a:lnTo>
                        <a:pt x="2" y="86"/>
                      </a:lnTo>
                      <a:lnTo>
                        <a:pt x="0" y="70"/>
                      </a:lnTo>
                      <a:lnTo>
                        <a:pt x="2" y="52"/>
                      </a:lnTo>
                      <a:lnTo>
                        <a:pt x="9" y="35"/>
                      </a:lnTo>
                      <a:lnTo>
                        <a:pt x="20" y="20"/>
                      </a:lnTo>
                      <a:lnTo>
                        <a:pt x="35" y="9"/>
                      </a:lnTo>
                      <a:lnTo>
                        <a:pt x="51" y="3"/>
                      </a:lnTo>
                      <a:lnTo>
                        <a:pt x="69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54" name="Freeform 40"/>
                <p:cNvSpPr>
                  <a:spLocks/>
                </p:cNvSpPr>
                <p:nvPr/>
              </p:nvSpPr>
              <p:spPr bwMode="auto">
                <a:xfrm>
                  <a:off x="2833688" y="1927225"/>
                  <a:ext cx="77788" cy="31750"/>
                </a:xfrm>
                <a:custGeom>
                  <a:avLst/>
                  <a:gdLst>
                    <a:gd name="T0" fmla="*/ 70 w 348"/>
                    <a:gd name="T1" fmla="*/ 0 h 139"/>
                    <a:gd name="T2" fmla="*/ 278 w 348"/>
                    <a:gd name="T3" fmla="*/ 0 h 139"/>
                    <a:gd name="T4" fmla="*/ 297 w 348"/>
                    <a:gd name="T5" fmla="*/ 4 h 139"/>
                    <a:gd name="T6" fmla="*/ 314 w 348"/>
                    <a:gd name="T7" fmla="*/ 10 h 139"/>
                    <a:gd name="T8" fmla="*/ 327 w 348"/>
                    <a:gd name="T9" fmla="*/ 21 h 139"/>
                    <a:gd name="T10" fmla="*/ 337 w 348"/>
                    <a:gd name="T11" fmla="*/ 35 h 139"/>
                    <a:gd name="T12" fmla="*/ 345 w 348"/>
                    <a:gd name="T13" fmla="*/ 51 h 139"/>
                    <a:gd name="T14" fmla="*/ 348 w 348"/>
                    <a:gd name="T15" fmla="*/ 70 h 139"/>
                    <a:gd name="T16" fmla="*/ 345 w 348"/>
                    <a:gd name="T17" fmla="*/ 88 h 139"/>
                    <a:gd name="T18" fmla="*/ 337 w 348"/>
                    <a:gd name="T19" fmla="*/ 104 h 139"/>
                    <a:gd name="T20" fmla="*/ 327 w 348"/>
                    <a:gd name="T21" fmla="*/ 119 h 139"/>
                    <a:gd name="T22" fmla="*/ 314 w 348"/>
                    <a:gd name="T23" fmla="*/ 129 h 139"/>
                    <a:gd name="T24" fmla="*/ 297 w 348"/>
                    <a:gd name="T25" fmla="*/ 137 h 139"/>
                    <a:gd name="T26" fmla="*/ 278 w 348"/>
                    <a:gd name="T27" fmla="*/ 139 h 139"/>
                    <a:gd name="T28" fmla="*/ 70 w 348"/>
                    <a:gd name="T29" fmla="*/ 139 h 139"/>
                    <a:gd name="T30" fmla="*/ 52 w 348"/>
                    <a:gd name="T31" fmla="*/ 137 h 139"/>
                    <a:gd name="T32" fmla="*/ 34 w 348"/>
                    <a:gd name="T33" fmla="*/ 129 h 139"/>
                    <a:gd name="T34" fmla="*/ 21 w 348"/>
                    <a:gd name="T35" fmla="*/ 119 h 139"/>
                    <a:gd name="T36" fmla="*/ 10 w 348"/>
                    <a:gd name="T37" fmla="*/ 104 h 139"/>
                    <a:gd name="T38" fmla="*/ 3 w 348"/>
                    <a:gd name="T39" fmla="*/ 88 h 139"/>
                    <a:gd name="T40" fmla="*/ 0 w 348"/>
                    <a:gd name="T41" fmla="*/ 70 h 139"/>
                    <a:gd name="T42" fmla="*/ 3 w 348"/>
                    <a:gd name="T43" fmla="*/ 51 h 139"/>
                    <a:gd name="T44" fmla="*/ 10 w 348"/>
                    <a:gd name="T45" fmla="*/ 35 h 139"/>
                    <a:gd name="T46" fmla="*/ 21 w 348"/>
                    <a:gd name="T47" fmla="*/ 21 h 139"/>
                    <a:gd name="T48" fmla="*/ 34 w 348"/>
                    <a:gd name="T49" fmla="*/ 10 h 139"/>
                    <a:gd name="T50" fmla="*/ 52 w 348"/>
                    <a:gd name="T51" fmla="*/ 4 h 139"/>
                    <a:gd name="T52" fmla="*/ 70 w 348"/>
                    <a:gd name="T53" fmla="*/ 0 h 13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</a:cxnLst>
                  <a:rect l="0" t="0" r="r" b="b"/>
                  <a:pathLst>
                    <a:path w="348" h="139">
                      <a:moveTo>
                        <a:pt x="70" y="0"/>
                      </a:moveTo>
                      <a:lnTo>
                        <a:pt x="278" y="0"/>
                      </a:lnTo>
                      <a:lnTo>
                        <a:pt x="297" y="4"/>
                      </a:lnTo>
                      <a:lnTo>
                        <a:pt x="314" y="10"/>
                      </a:lnTo>
                      <a:lnTo>
                        <a:pt x="327" y="21"/>
                      </a:lnTo>
                      <a:lnTo>
                        <a:pt x="337" y="35"/>
                      </a:lnTo>
                      <a:lnTo>
                        <a:pt x="345" y="51"/>
                      </a:lnTo>
                      <a:lnTo>
                        <a:pt x="348" y="70"/>
                      </a:lnTo>
                      <a:lnTo>
                        <a:pt x="345" y="88"/>
                      </a:lnTo>
                      <a:lnTo>
                        <a:pt x="337" y="104"/>
                      </a:lnTo>
                      <a:lnTo>
                        <a:pt x="327" y="119"/>
                      </a:lnTo>
                      <a:lnTo>
                        <a:pt x="314" y="129"/>
                      </a:lnTo>
                      <a:lnTo>
                        <a:pt x="297" y="137"/>
                      </a:lnTo>
                      <a:lnTo>
                        <a:pt x="278" y="139"/>
                      </a:lnTo>
                      <a:lnTo>
                        <a:pt x="70" y="139"/>
                      </a:lnTo>
                      <a:lnTo>
                        <a:pt x="52" y="137"/>
                      </a:lnTo>
                      <a:lnTo>
                        <a:pt x="34" y="129"/>
                      </a:lnTo>
                      <a:lnTo>
                        <a:pt x="21" y="119"/>
                      </a:lnTo>
                      <a:lnTo>
                        <a:pt x="10" y="104"/>
                      </a:lnTo>
                      <a:lnTo>
                        <a:pt x="3" y="88"/>
                      </a:lnTo>
                      <a:lnTo>
                        <a:pt x="0" y="70"/>
                      </a:lnTo>
                      <a:lnTo>
                        <a:pt x="3" y="51"/>
                      </a:lnTo>
                      <a:lnTo>
                        <a:pt x="10" y="35"/>
                      </a:lnTo>
                      <a:lnTo>
                        <a:pt x="21" y="21"/>
                      </a:lnTo>
                      <a:lnTo>
                        <a:pt x="34" y="10"/>
                      </a:lnTo>
                      <a:lnTo>
                        <a:pt x="52" y="4"/>
                      </a:lnTo>
                      <a:lnTo>
                        <a:pt x="70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55" name="Freeform 41"/>
                <p:cNvSpPr>
                  <a:spLocks/>
                </p:cNvSpPr>
                <p:nvPr/>
              </p:nvSpPr>
              <p:spPr bwMode="auto">
                <a:xfrm>
                  <a:off x="2792413" y="1751013"/>
                  <a:ext cx="71438" cy="55562"/>
                </a:xfrm>
                <a:custGeom>
                  <a:avLst/>
                  <a:gdLst>
                    <a:gd name="T0" fmla="*/ 250 w 319"/>
                    <a:gd name="T1" fmla="*/ 0 h 241"/>
                    <a:gd name="T2" fmla="*/ 268 w 319"/>
                    <a:gd name="T3" fmla="*/ 3 h 241"/>
                    <a:gd name="T4" fmla="*/ 284 w 319"/>
                    <a:gd name="T5" fmla="*/ 9 h 241"/>
                    <a:gd name="T6" fmla="*/ 298 w 319"/>
                    <a:gd name="T7" fmla="*/ 20 h 241"/>
                    <a:gd name="T8" fmla="*/ 310 w 319"/>
                    <a:gd name="T9" fmla="*/ 34 h 241"/>
                    <a:gd name="T10" fmla="*/ 316 w 319"/>
                    <a:gd name="T11" fmla="*/ 51 h 241"/>
                    <a:gd name="T12" fmla="*/ 319 w 319"/>
                    <a:gd name="T13" fmla="*/ 69 h 241"/>
                    <a:gd name="T14" fmla="*/ 316 w 319"/>
                    <a:gd name="T15" fmla="*/ 87 h 241"/>
                    <a:gd name="T16" fmla="*/ 310 w 319"/>
                    <a:gd name="T17" fmla="*/ 103 h 241"/>
                    <a:gd name="T18" fmla="*/ 299 w 319"/>
                    <a:gd name="T19" fmla="*/ 118 h 241"/>
                    <a:gd name="T20" fmla="*/ 285 w 319"/>
                    <a:gd name="T21" fmla="*/ 129 h 241"/>
                    <a:gd name="T22" fmla="*/ 104 w 319"/>
                    <a:gd name="T23" fmla="*/ 231 h 241"/>
                    <a:gd name="T24" fmla="*/ 87 w 319"/>
                    <a:gd name="T25" fmla="*/ 239 h 241"/>
                    <a:gd name="T26" fmla="*/ 69 w 319"/>
                    <a:gd name="T27" fmla="*/ 241 h 241"/>
                    <a:gd name="T28" fmla="*/ 52 w 319"/>
                    <a:gd name="T29" fmla="*/ 239 h 241"/>
                    <a:gd name="T30" fmla="*/ 35 w 319"/>
                    <a:gd name="T31" fmla="*/ 232 h 241"/>
                    <a:gd name="T32" fmla="*/ 20 w 319"/>
                    <a:gd name="T33" fmla="*/ 221 h 241"/>
                    <a:gd name="T34" fmla="*/ 9 w 319"/>
                    <a:gd name="T35" fmla="*/ 206 h 241"/>
                    <a:gd name="T36" fmla="*/ 2 w 319"/>
                    <a:gd name="T37" fmla="*/ 190 h 241"/>
                    <a:gd name="T38" fmla="*/ 0 w 319"/>
                    <a:gd name="T39" fmla="*/ 172 h 241"/>
                    <a:gd name="T40" fmla="*/ 2 w 319"/>
                    <a:gd name="T41" fmla="*/ 155 h 241"/>
                    <a:gd name="T42" fmla="*/ 9 w 319"/>
                    <a:gd name="T43" fmla="*/ 138 h 241"/>
                    <a:gd name="T44" fmla="*/ 20 w 319"/>
                    <a:gd name="T45" fmla="*/ 124 h 241"/>
                    <a:gd name="T46" fmla="*/ 34 w 319"/>
                    <a:gd name="T47" fmla="*/ 112 h 241"/>
                    <a:gd name="T48" fmla="*/ 214 w 319"/>
                    <a:gd name="T49" fmla="*/ 9 h 241"/>
                    <a:gd name="T50" fmla="*/ 233 w 319"/>
                    <a:gd name="T51" fmla="*/ 3 h 241"/>
                    <a:gd name="T52" fmla="*/ 250 w 319"/>
                    <a:gd name="T53" fmla="*/ 0 h 24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</a:cxnLst>
                  <a:rect l="0" t="0" r="r" b="b"/>
                  <a:pathLst>
                    <a:path w="319" h="241">
                      <a:moveTo>
                        <a:pt x="250" y="0"/>
                      </a:moveTo>
                      <a:lnTo>
                        <a:pt x="268" y="3"/>
                      </a:lnTo>
                      <a:lnTo>
                        <a:pt x="284" y="9"/>
                      </a:lnTo>
                      <a:lnTo>
                        <a:pt x="298" y="20"/>
                      </a:lnTo>
                      <a:lnTo>
                        <a:pt x="310" y="34"/>
                      </a:lnTo>
                      <a:lnTo>
                        <a:pt x="316" y="51"/>
                      </a:lnTo>
                      <a:lnTo>
                        <a:pt x="319" y="69"/>
                      </a:lnTo>
                      <a:lnTo>
                        <a:pt x="316" y="87"/>
                      </a:lnTo>
                      <a:lnTo>
                        <a:pt x="310" y="103"/>
                      </a:lnTo>
                      <a:lnTo>
                        <a:pt x="299" y="118"/>
                      </a:lnTo>
                      <a:lnTo>
                        <a:pt x="285" y="129"/>
                      </a:lnTo>
                      <a:lnTo>
                        <a:pt x="104" y="231"/>
                      </a:lnTo>
                      <a:lnTo>
                        <a:pt x="87" y="239"/>
                      </a:lnTo>
                      <a:lnTo>
                        <a:pt x="69" y="241"/>
                      </a:lnTo>
                      <a:lnTo>
                        <a:pt x="52" y="239"/>
                      </a:lnTo>
                      <a:lnTo>
                        <a:pt x="35" y="232"/>
                      </a:lnTo>
                      <a:lnTo>
                        <a:pt x="20" y="221"/>
                      </a:lnTo>
                      <a:lnTo>
                        <a:pt x="9" y="206"/>
                      </a:lnTo>
                      <a:lnTo>
                        <a:pt x="2" y="190"/>
                      </a:lnTo>
                      <a:lnTo>
                        <a:pt x="0" y="172"/>
                      </a:lnTo>
                      <a:lnTo>
                        <a:pt x="2" y="155"/>
                      </a:lnTo>
                      <a:lnTo>
                        <a:pt x="9" y="138"/>
                      </a:lnTo>
                      <a:lnTo>
                        <a:pt x="20" y="124"/>
                      </a:lnTo>
                      <a:lnTo>
                        <a:pt x="34" y="112"/>
                      </a:lnTo>
                      <a:lnTo>
                        <a:pt x="214" y="9"/>
                      </a:lnTo>
                      <a:lnTo>
                        <a:pt x="233" y="3"/>
                      </a:lnTo>
                      <a:lnTo>
                        <a:pt x="250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56" name="Freeform 42"/>
                <p:cNvSpPr>
                  <a:spLocks/>
                </p:cNvSpPr>
                <p:nvPr/>
              </p:nvSpPr>
              <p:spPr bwMode="auto">
                <a:xfrm>
                  <a:off x="2679700" y="1622425"/>
                  <a:ext cx="55563" cy="71437"/>
                </a:xfrm>
                <a:custGeom>
                  <a:avLst/>
                  <a:gdLst>
                    <a:gd name="T0" fmla="*/ 172 w 243"/>
                    <a:gd name="T1" fmla="*/ 0 h 316"/>
                    <a:gd name="T2" fmla="*/ 191 w 243"/>
                    <a:gd name="T3" fmla="*/ 2 h 316"/>
                    <a:gd name="T4" fmla="*/ 208 w 243"/>
                    <a:gd name="T5" fmla="*/ 10 h 316"/>
                    <a:gd name="T6" fmla="*/ 222 w 243"/>
                    <a:gd name="T7" fmla="*/ 21 h 316"/>
                    <a:gd name="T8" fmla="*/ 234 w 243"/>
                    <a:gd name="T9" fmla="*/ 34 h 316"/>
                    <a:gd name="T10" fmla="*/ 241 w 243"/>
                    <a:gd name="T11" fmla="*/ 51 h 316"/>
                    <a:gd name="T12" fmla="*/ 243 w 243"/>
                    <a:gd name="T13" fmla="*/ 68 h 316"/>
                    <a:gd name="T14" fmla="*/ 241 w 243"/>
                    <a:gd name="T15" fmla="*/ 86 h 316"/>
                    <a:gd name="T16" fmla="*/ 234 w 243"/>
                    <a:gd name="T17" fmla="*/ 103 h 316"/>
                    <a:gd name="T18" fmla="*/ 129 w 243"/>
                    <a:gd name="T19" fmla="*/ 282 h 316"/>
                    <a:gd name="T20" fmla="*/ 118 w 243"/>
                    <a:gd name="T21" fmla="*/ 297 h 316"/>
                    <a:gd name="T22" fmla="*/ 103 w 243"/>
                    <a:gd name="T23" fmla="*/ 308 h 316"/>
                    <a:gd name="T24" fmla="*/ 87 w 243"/>
                    <a:gd name="T25" fmla="*/ 314 h 316"/>
                    <a:gd name="T26" fmla="*/ 69 w 243"/>
                    <a:gd name="T27" fmla="*/ 316 h 316"/>
                    <a:gd name="T28" fmla="*/ 52 w 243"/>
                    <a:gd name="T29" fmla="*/ 314 h 316"/>
                    <a:gd name="T30" fmla="*/ 35 w 243"/>
                    <a:gd name="T31" fmla="*/ 307 h 316"/>
                    <a:gd name="T32" fmla="*/ 19 w 243"/>
                    <a:gd name="T33" fmla="*/ 296 h 316"/>
                    <a:gd name="T34" fmla="*/ 9 w 243"/>
                    <a:gd name="T35" fmla="*/ 282 h 316"/>
                    <a:gd name="T36" fmla="*/ 2 w 243"/>
                    <a:gd name="T37" fmla="*/ 265 h 316"/>
                    <a:gd name="T38" fmla="*/ 0 w 243"/>
                    <a:gd name="T39" fmla="*/ 248 h 316"/>
                    <a:gd name="T40" fmla="*/ 2 w 243"/>
                    <a:gd name="T41" fmla="*/ 230 h 316"/>
                    <a:gd name="T42" fmla="*/ 9 w 243"/>
                    <a:gd name="T43" fmla="*/ 214 h 316"/>
                    <a:gd name="T44" fmla="*/ 113 w 243"/>
                    <a:gd name="T45" fmla="*/ 34 h 316"/>
                    <a:gd name="T46" fmla="*/ 125 w 243"/>
                    <a:gd name="T47" fmla="*/ 20 h 316"/>
                    <a:gd name="T48" fmla="*/ 140 w 243"/>
                    <a:gd name="T49" fmla="*/ 9 h 316"/>
                    <a:gd name="T50" fmla="*/ 155 w 243"/>
                    <a:gd name="T51" fmla="*/ 2 h 316"/>
                    <a:gd name="T52" fmla="*/ 172 w 243"/>
                    <a:gd name="T53" fmla="*/ 0 h 31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</a:cxnLst>
                  <a:rect l="0" t="0" r="r" b="b"/>
                  <a:pathLst>
                    <a:path w="243" h="316">
                      <a:moveTo>
                        <a:pt x="172" y="0"/>
                      </a:moveTo>
                      <a:lnTo>
                        <a:pt x="191" y="2"/>
                      </a:lnTo>
                      <a:lnTo>
                        <a:pt x="208" y="10"/>
                      </a:lnTo>
                      <a:lnTo>
                        <a:pt x="222" y="21"/>
                      </a:lnTo>
                      <a:lnTo>
                        <a:pt x="234" y="34"/>
                      </a:lnTo>
                      <a:lnTo>
                        <a:pt x="241" y="51"/>
                      </a:lnTo>
                      <a:lnTo>
                        <a:pt x="243" y="68"/>
                      </a:lnTo>
                      <a:lnTo>
                        <a:pt x="241" y="86"/>
                      </a:lnTo>
                      <a:lnTo>
                        <a:pt x="234" y="103"/>
                      </a:lnTo>
                      <a:lnTo>
                        <a:pt x="129" y="282"/>
                      </a:lnTo>
                      <a:lnTo>
                        <a:pt x="118" y="297"/>
                      </a:lnTo>
                      <a:lnTo>
                        <a:pt x="103" y="308"/>
                      </a:lnTo>
                      <a:lnTo>
                        <a:pt x="87" y="314"/>
                      </a:lnTo>
                      <a:lnTo>
                        <a:pt x="69" y="316"/>
                      </a:lnTo>
                      <a:lnTo>
                        <a:pt x="52" y="314"/>
                      </a:lnTo>
                      <a:lnTo>
                        <a:pt x="35" y="307"/>
                      </a:lnTo>
                      <a:lnTo>
                        <a:pt x="19" y="296"/>
                      </a:lnTo>
                      <a:lnTo>
                        <a:pt x="9" y="282"/>
                      </a:lnTo>
                      <a:lnTo>
                        <a:pt x="2" y="265"/>
                      </a:lnTo>
                      <a:lnTo>
                        <a:pt x="0" y="248"/>
                      </a:lnTo>
                      <a:lnTo>
                        <a:pt x="2" y="230"/>
                      </a:lnTo>
                      <a:lnTo>
                        <a:pt x="9" y="214"/>
                      </a:lnTo>
                      <a:lnTo>
                        <a:pt x="113" y="34"/>
                      </a:lnTo>
                      <a:lnTo>
                        <a:pt x="125" y="20"/>
                      </a:lnTo>
                      <a:lnTo>
                        <a:pt x="140" y="9"/>
                      </a:lnTo>
                      <a:lnTo>
                        <a:pt x="155" y="2"/>
                      </a:lnTo>
                      <a:lnTo>
                        <a:pt x="172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57" name="Freeform 43"/>
                <p:cNvSpPr>
                  <a:spLocks/>
                </p:cNvSpPr>
                <p:nvPr/>
              </p:nvSpPr>
              <p:spPr bwMode="auto">
                <a:xfrm>
                  <a:off x="2503488" y="1811338"/>
                  <a:ext cx="76200" cy="242887"/>
                </a:xfrm>
                <a:custGeom>
                  <a:avLst/>
                  <a:gdLst>
                    <a:gd name="T0" fmla="*/ 167 w 334"/>
                    <a:gd name="T1" fmla="*/ 0 h 1073"/>
                    <a:gd name="T2" fmla="*/ 201 w 334"/>
                    <a:gd name="T3" fmla="*/ 2 h 1073"/>
                    <a:gd name="T4" fmla="*/ 230 w 334"/>
                    <a:gd name="T5" fmla="*/ 8 h 1073"/>
                    <a:gd name="T6" fmla="*/ 258 w 334"/>
                    <a:gd name="T7" fmla="*/ 18 h 1073"/>
                    <a:gd name="T8" fmla="*/ 280 w 334"/>
                    <a:gd name="T9" fmla="*/ 33 h 1073"/>
                    <a:gd name="T10" fmla="*/ 300 w 334"/>
                    <a:gd name="T11" fmla="*/ 51 h 1073"/>
                    <a:gd name="T12" fmla="*/ 314 w 334"/>
                    <a:gd name="T13" fmla="*/ 72 h 1073"/>
                    <a:gd name="T14" fmla="*/ 326 w 334"/>
                    <a:gd name="T15" fmla="*/ 98 h 1073"/>
                    <a:gd name="T16" fmla="*/ 331 w 334"/>
                    <a:gd name="T17" fmla="*/ 128 h 1073"/>
                    <a:gd name="T18" fmla="*/ 334 w 334"/>
                    <a:gd name="T19" fmla="*/ 162 h 1073"/>
                    <a:gd name="T20" fmla="*/ 334 w 334"/>
                    <a:gd name="T21" fmla="*/ 406 h 1073"/>
                    <a:gd name="T22" fmla="*/ 332 w 334"/>
                    <a:gd name="T23" fmla="*/ 438 h 1073"/>
                    <a:gd name="T24" fmla="*/ 329 w 334"/>
                    <a:gd name="T25" fmla="*/ 471 h 1073"/>
                    <a:gd name="T26" fmla="*/ 326 w 334"/>
                    <a:gd name="T27" fmla="*/ 505 h 1073"/>
                    <a:gd name="T28" fmla="*/ 260 w 334"/>
                    <a:gd name="T29" fmla="*/ 996 h 1073"/>
                    <a:gd name="T30" fmla="*/ 255 w 334"/>
                    <a:gd name="T31" fmla="*/ 1019 h 1073"/>
                    <a:gd name="T32" fmla="*/ 247 w 334"/>
                    <a:gd name="T33" fmla="*/ 1039 h 1073"/>
                    <a:gd name="T34" fmla="*/ 237 w 334"/>
                    <a:gd name="T35" fmla="*/ 1052 h 1073"/>
                    <a:gd name="T36" fmla="*/ 224 w 334"/>
                    <a:gd name="T37" fmla="*/ 1062 h 1073"/>
                    <a:gd name="T38" fmla="*/ 208 w 334"/>
                    <a:gd name="T39" fmla="*/ 1069 h 1073"/>
                    <a:gd name="T40" fmla="*/ 188 w 334"/>
                    <a:gd name="T41" fmla="*/ 1072 h 1073"/>
                    <a:gd name="T42" fmla="*/ 167 w 334"/>
                    <a:gd name="T43" fmla="*/ 1073 h 1073"/>
                    <a:gd name="T44" fmla="*/ 145 w 334"/>
                    <a:gd name="T45" fmla="*/ 1072 h 1073"/>
                    <a:gd name="T46" fmla="*/ 126 w 334"/>
                    <a:gd name="T47" fmla="*/ 1069 h 1073"/>
                    <a:gd name="T48" fmla="*/ 110 w 334"/>
                    <a:gd name="T49" fmla="*/ 1062 h 1073"/>
                    <a:gd name="T50" fmla="*/ 96 w 334"/>
                    <a:gd name="T51" fmla="*/ 1052 h 1073"/>
                    <a:gd name="T52" fmla="*/ 86 w 334"/>
                    <a:gd name="T53" fmla="*/ 1039 h 1073"/>
                    <a:gd name="T54" fmla="*/ 78 w 334"/>
                    <a:gd name="T55" fmla="*/ 1019 h 1073"/>
                    <a:gd name="T56" fmla="*/ 74 w 334"/>
                    <a:gd name="T57" fmla="*/ 996 h 1073"/>
                    <a:gd name="T58" fmla="*/ 8 w 334"/>
                    <a:gd name="T59" fmla="*/ 505 h 1073"/>
                    <a:gd name="T60" fmla="*/ 5 w 334"/>
                    <a:gd name="T61" fmla="*/ 471 h 1073"/>
                    <a:gd name="T62" fmla="*/ 1 w 334"/>
                    <a:gd name="T63" fmla="*/ 438 h 1073"/>
                    <a:gd name="T64" fmla="*/ 0 w 334"/>
                    <a:gd name="T65" fmla="*/ 406 h 1073"/>
                    <a:gd name="T66" fmla="*/ 0 w 334"/>
                    <a:gd name="T67" fmla="*/ 162 h 1073"/>
                    <a:gd name="T68" fmla="*/ 2 w 334"/>
                    <a:gd name="T69" fmla="*/ 128 h 1073"/>
                    <a:gd name="T70" fmla="*/ 8 w 334"/>
                    <a:gd name="T71" fmla="*/ 98 h 1073"/>
                    <a:gd name="T72" fmla="*/ 19 w 334"/>
                    <a:gd name="T73" fmla="*/ 72 h 1073"/>
                    <a:gd name="T74" fmla="*/ 34 w 334"/>
                    <a:gd name="T75" fmla="*/ 51 h 1073"/>
                    <a:gd name="T76" fmla="*/ 53 w 334"/>
                    <a:gd name="T77" fmla="*/ 33 h 1073"/>
                    <a:gd name="T78" fmla="*/ 76 w 334"/>
                    <a:gd name="T79" fmla="*/ 18 h 1073"/>
                    <a:gd name="T80" fmla="*/ 103 w 334"/>
                    <a:gd name="T81" fmla="*/ 8 h 1073"/>
                    <a:gd name="T82" fmla="*/ 133 w 334"/>
                    <a:gd name="T83" fmla="*/ 2 h 1073"/>
                    <a:gd name="T84" fmla="*/ 167 w 334"/>
                    <a:gd name="T85" fmla="*/ 0 h 107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</a:cxnLst>
                  <a:rect l="0" t="0" r="r" b="b"/>
                  <a:pathLst>
                    <a:path w="334" h="1073">
                      <a:moveTo>
                        <a:pt x="167" y="0"/>
                      </a:moveTo>
                      <a:lnTo>
                        <a:pt x="201" y="2"/>
                      </a:lnTo>
                      <a:lnTo>
                        <a:pt x="230" y="8"/>
                      </a:lnTo>
                      <a:lnTo>
                        <a:pt x="258" y="18"/>
                      </a:lnTo>
                      <a:lnTo>
                        <a:pt x="280" y="33"/>
                      </a:lnTo>
                      <a:lnTo>
                        <a:pt x="300" y="51"/>
                      </a:lnTo>
                      <a:lnTo>
                        <a:pt x="314" y="72"/>
                      </a:lnTo>
                      <a:lnTo>
                        <a:pt x="326" y="98"/>
                      </a:lnTo>
                      <a:lnTo>
                        <a:pt x="331" y="128"/>
                      </a:lnTo>
                      <a:lnTo>
                        <a:pt x="334" y="162"/>
                      </a:lnTo>
                      <a:lnTo>
                        <a:pt x="334" y="406"/>
                      </a:lnTo>
                      <a:lnTo>
                        <a:pt x="332" y="438"/>
                      </a:lnTo>
                      <a:lnTo>
                        <a:pt x="329" y="471"/>
                      </a:lnTo>
                      <a:lnTo>
                        <a:pt x="326" y="505"/>
                      </a:lnTo>
                      <a:lnTo>
                        <a:pt x="260" y="996"/>
                      </a:lnTo>
                      <a:lnTo>
                        <a:pt x="255" y="1019"/>
                      </a:lnTo>
                      <a:lnTo>
                        <a:pt x="247" y="1039"/>
                      </a:lnTo>
                      <a:lnTo>
                        <a:pt x="237" y="1052"/>
                      </a:lnTo>
                      <a:lnTo>
                        <a:pt x="224" y="1062"/>
                      </a:lnTo>
                      <a:lnTo>
                        <a:pt x="208" y="1069"/>
                      </a:lnTo>
                      <a:lnTo>
                        <a:pt x="188" y="1072"/>
                      </a:lnTo>
                      <a:lnTo>
                        <a:pt x="167" y="1073"/>
                      </a:lnTo>
                      <a:lnTo>
                        <a:pt x="145" y="1072"/>
                      </a:lnTo>
                      <a:lnTo>
                        <a:pt x="126" y="1069"/>
                      </a:lnTo>
                      <a:lnTo>
                        <a:pt x="110" y="1062"/>
                      </a:lnTo>
                      <a:lnTo>
                        <a:pt x="96" y="1052"/>
                      </a:lnTo>
                      <a:lnTo>
                        <a:pt x="86" y="1039"/>
                      </a:lnTo>
                      <a:lnTo>
                        <a:pt x="78" y="1019"/>
                      </a:lnTo>
                      <a:lnTo>
                        <a:pt x="74" y="996"/>
                      </a:lnTo>
                      <a:lnTo>
                        <a:pt x="8" y="505"/>
                      </a:lnTo>
                      <a:lnTo>
                        <a:pt x="5" y="471"/>
                      </a:lnTo>
                      <a:lnTo>
                        <a:pt x="1" y="438"/>
                      </a:lnTo>
                      <a:lnTo>
                        <a:pt x="0" y="406"/>
                      </a:lnTo>
                      <a:lnTo>
                        <a:pt x="0" y="162"/>
                      </a:lnTo>
                      <a:lnTo>
                        <a:pt x="2" y="128"/>
                      </a:lnTo>
                      <a:lnTo>
                        <a:pt x="8" y="98"/>
                      </a:lnTo>
                      <a:lnTo>
                        <a:pt x="19" y="72"/>
                      </a:lnTo>
                      <a:lnTo>
                        <a:pt x="34" y="51"/>
                      </a:lnTo>
                      <a:lnTo>
                        <a:pt x="53" y="33"/>
                      </a:lnTo>
                      <a:lnTo>
                        <a:pt x="76" y="18"/>
                      </a:lnTo>
                      <a:lnTo>
                        <a:pt x="103" y="8"/>
                      </a:lnTo>
                      <a:lnTo>
                        <a:pt x="133" y="2"/>
                      </a:lnTo>
                      <a:lnTo>
                        <a:pt x="167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58" name="Freeform 44"/>
                <p:cNvSpPr>
                  <a:spLocks/>
                </p:cNvSpPr>
                <p:nvPr/>
              </p:nvSpPr>
              <p:spPr bwMode="auto">
                <a:xfrm>
                  <a:off x="2501900" y="2085975"/>
                  <a:ext cx="79375" cy="77787"/>
                </a:xfrm>
                <a:custGeom>
                  <a:avLst/>
                  <a:gdLst>
                    <a:gd name="T0" fmla="*/ 174 w 347"/>
                    <a:gd name="T1" fmla="*/ 0 h 344"/>
                    <a:gd name="T2" fmla="*/ 209 w 347"/>
                    <a:gd name="T3" fmla="*/ 4 h 344"/>
                    <a:gd name="T4" fmla="*/ 241 w 347"/>
                    <a:gd name="T5" fmla="*/ 14 h 344"/>
                    <a:gd name="T6" fmla="*/ 270 w 347"/>
                    <a:gd name="T7" fmla="*/ 30 h 344"/>
                    <a:gd name="T8" fmla="*/ 296 w 347"/>
                    <a:gd name="T9" fmla="*/ 50 h 344"/>
                    <a:gd name="T10" fmla="*/ 318 w 347"/>
                    <a:gd name="T11" fmla="*/ 76 h 344"/>
                    <a:gd name="T12" fmla="*/ 334 w 347"/>
                    <a:gd name="T13" fmla="*/ 106 h 344"/>
                    <a:gd name="T14" fmla="*/ 344 w 347"/>
                    <a:gd name="T15" fmla="*/ 138 h 344"/>
                    <a:gd name="T16" fmla="*/ 347 w 347"/>
                    <a:gd name="T17" fmla="*/ 172 h 344"/>
                    <a:gd name="T18" fmla="*/ 344 w 347"/>
                    <a:gd name="T19" fmla="*/ 207 h 344"/>
                    <a:gd name="T20" fmla="*/ 334 w 347"/>
                    <a:gd name="T21" fmla="*/ 240 h 344"/>
                    <a:gd name="T22" fmla="*/ 318 w 347"/>
                    <a:gd name="T23" fmla="*/ 269 h 344"/>
                    <a:gd name="T24" fmla="*/ 296 w 347"/>
                    <a:gd name="T25" fmla="*/ 294 h 344"/>
                    <a:gd name="T26" fmla="*/ 270 w 347"/>
                    <a:gd name="T27" fmla="*/ 315 h 344"/>
                    <a:gd name="T28" fmla="*/ 241 w 347"/>
                    <a:gd name="T29" fmla="*/ 331 h 344"/>
                    <a:gd name="T30" fmla="*/ 209 w 347"/>
                    <a:gd name="T31" fmla="*/ 341 h 344"/>
                    <a:gd name="T32" fmla="*/ 174 w 347"/>
                    <a:gd name="T33" fmla="*/ 344 h 344"/>
                    <a:gd name="T34" fmla="*/ 139 w 347"/>
                    <a:gd name="T35" fmla="*/ 341 h 344"/>
                    <a:gd name="T36" fmla="*/ 107 w 347"/>
                    <a:gd name="T37" fmla="*/ 331 h 344"/>
                    <a:gd name="T38" fmla="*/ 77 w 347"/>
                    <a:gd name="T39" fmla="*/ 315 h 344"/>
                    <a:gd name="T40" fmla="*/ 51 w 347"/>
                    <a:gd name="T41" fmla="*/ 294 h 344"/>
                    <a:gd name="T42" fmla="*/ 30 w 347"/>
                    <a:gd name="T43" fmla="*/ 269 h 344"/>
                    <a:gd name="T44" fmla="*/ 14 w 347"/>
                    <a:gd name="T45" fmla="*/ 240 h 344"/>
                    <a:gd name="T46" fmla="*/ 4 w 347"/>
                    <a:gd name="T47" fmla="*/ 207 h 344"/>
                    <a:gd name="T48" fmla="*/ 0 w 347"/>
                    <a:gd name="T49" fmla="*/ 172 h 344"/>
                    <a:gd name="T50" fmla="*/ 4 w 347"/>
                    <a:gd name="T51" fmla="*/ 138 h 344"/>
                    <a:gd name="T52" fmla="*/ 14 w 347"/>
                    <a:gd name="T53" fmla="*/ 106 h 344"/>
                    <a:gd name="T54" fmla="*/ 30 w 347"/>
                    <a:gd name="T55" fmla="*/ 76 h 344"/>
                    <a:gd name="T56" fmla="*/ 51 w 347"/>
                    <a:gd name="T57" fmla="*/ 50 h 344"/>
                    <a:gd name="T58" fmla="*/ 77 w 347"/>
                    <a:gd name="T59" fmla="*/ 30 h 344"/>
                    <a:gd name="T60" fmla="*/ 107 w 347"/>
                    <a:gd name="T61" fmla="*/ 14 h 344"/>
                    <a:gd name="T62" fmla="*/ 139 w 347"/>
                    <a:gd name="T63" fmla="*/ 4 h 344"/>
                    <a:gd name="T64" fmla="*/ 174 w 347"/>
                    <a:gd name="T65" fmla="*/ 0 h 34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</a:cxnLst>
                  <a:rect l="0" t="0" r="r" b="b"/>
                  <a:pathLst>
                    <a:path w="347" h="344">
                      <a:moveTo>
                        <a:pt x="174" y="0"/>
                      </a:moveTo>
                      <a:lnTo>
                        <a:pt x="209" y="4"/>
                      </a:lnTo>
                      <a:lnTo>
                        <a:pt x="241" y="14"/>
                      </a:lnTo>
                      <a:lnTo>
                        <a:pt x="270" y="30"/>
                      </a:lnTo>
                      <a:lnTo>
                        <a:pt x="296" y="50"/>
                      </a:lnTo>
                      <a:lnTo>
                        <a:pt x="318" y="76"/>
                      </a:lnTo>
                      <a:lnTo>
                        <a:pt x="334" y="106"/>
                      </a:lnTo>
                      <a:lnTo>
                        <a:pt x="344" y="138"/>
                      </a:lnTo>
                      <a:lnTo>
                        <a:pt x="347" y="172"/>
                      </a:lnTo>
                      <a:lnTo>
                        <a:pt x="344" y="207"/>
                      </a:lnTo>
                      <a:lnTo>
                        <a:pt x="334" y="240"/>
                      </a:lnTo>
                      <a:lnTo>
                        <a:pt x="318" y="269"/>
                      </a:lnTo>
                      <a:lnTo>
                        <a:pt x="296" y="294"/>
                      </a:lnTo>
                      <a:lnTo>
                        <a:pt x="270" y="315"/>
                      </a:lnTo>
                      <a:lnTo>
                        <a:pt x="241" y="331"/>
                      </a:lnTo>
                      <a:lnTo>
                        <a:pt x="209" y="341"/>
                      </a:lnTo>
                      <a:lnTo>
                        <a:pt x="174" y="344"/>
                      </a:lnTo>
                      <a:lnTo>
                        <a:pt x="139" y="341"/>
                      </a:lnTo>
                      <a:lnTo>
                        <a:pt x="107" y="331"/>
                      </a:lnTo>
                      <a:lnTo>
                        <a:pt x="77" y="315"/>
                      </a:lnTo>
                      <a:lnTo>
                        <a:pt x="51" y="294"/>
                      </a:lnTo>
                      <a:lnTo>
                        <a:pt x="30" y="269"/>
                      </a:lnTo>
                      <a:lnTo>
                        <a:pt x="14" y="240"/>
                      </a:lnTo>
                      <a:lnTo>
                        <a:pt x="4" y="207"/>
                      </a:lnTo>
                      <a:lnTo>
                        <a:pt x="0" y="172"/>
                      </a:lnTo>
                      <a:lnTo>
                        <a:pt x="4" y="138"/>
                      </a:lnTo>
                      <a:lnTo>
                        <a:pt x="14" y="106"/>
                      </a:lnTo>
                      <a:lnTo>
                        <a:pt x="30" y="76"/>
                      </a:lnTo>
                      <a:lnTo>
                        <a:pt x="51" y="50"/>
                      </a:lnTo>
                      <a:lnTo>
                        <a:pt x="77" y="30"/>
                      </a:lnTo>
                      <a:lnTo>
                        <a:pt x="107" y="14"/>
                      </a:lnTo>
                      <a:lnTo>
                        <a:pt x="139" y="4"/>
                      </a:lnTo>
                      <a:lnTo>
                        <a:pt x="174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</p:grpSp>
        </p:grpSp>
        <p:grpSp>
          <p:nvGrpSpPr>
            <p:cNvPr id="17" name="그룹 51"/>
            <p:cNvGrpSpPr/>
            <p:nvPr/>
          </p:nvGrpSpPr>
          <p:grpSpPr>
            <a:xfrm>
              <a:off x="6377507" y="3161645"/>
              <a:ext cx="1887811" cy="1488466"/>
              <a:chOff x="6225107" y="3009245"/>
              <a:chExt cx="1887811" cy="1488466"/>
            </a:xfrm>
          </p:grpSpPr>
          <p:sp>
            <p:nvSpPr>
              <p:cNvPr id="43" name="Freeform 25"/>
              <p:cNvSpPr>
                <a:spLocks noEditPoints="1"/>
              </p:cNvSpPr>
              <p:nvPr/>
            </p:nvSpPr>
            <p:spPr bwMode="auto">
              <a:xfrm>
                <a:off x="6225107" y="3009245"/>
                <a:ext cx="1887811" cy="1488466"/>
              </a:xfrm>
              <a:custGeom>
                <a:avLst/>
                <a:gdLst>
                  <a:gd name="T0" fmla="*/ 1139 w 2079"/>
                  <a:gd name="T1" fmla="*/ 134 h 1640"/>
                  <a:gd name="T2" fmla="*/ 941 w 2079"/>
                  <a:gd name="T3" fmla="*/ 210 h 1640"/>
                  <a:gd name="T4" fmla="*/ 779 w 2079"/>
                  <a:gd name="T5" fmla="*/ 336 h 1640"/>
                  <a:gd name="T6" fmla="*/ 663 w 2079"/>
                  <a:gd name="T7" fmla="*/ 500 h 1640"/>
                  <a:gd name="T8" fmla="*/ 598 w 2079"/>
                  <a:gd name="T9" fmla="*/ 691 h 1640"/>
                  <a:gd name="T10" fmla="*/ 591 w 2079"/>
                  <a:gd name="T11" fmla="*/ 896 h 1640"/>
                  <a:gd name="T12" fmla="*/ 647 w 2079"/>
                  <a:gd name="T13" fmla="*/ 1101 h 1640"/>
                  <a:gd name="T14" fmla="*/ 757 w 2079"/>
                  <a:gd name="T15" fmla="*/ 1275 h 1640"/>
                  <a:gd name="T16" fmla="*/ 911 w 2079"/>
                  <a:gd name="T17" fmla="*/ 1407 h 1640"/>
                  <a:gd name="T18" fmla="*/ 1093 w 2079"/>
                  <a:gd name="T19" fmla="*/ 1489 h 1640"/>
                  <a:gd name="T20" fmla="*/ 1294 w 2079"/>
                  <a:gd name="T21" fmla="*/ 1516 h 1640"/>
                  <a:gd name="T22" fmla="*/ 1502 w 2079"/>
                  <a:gd name="T23" fmla="*/ 1482 h 1640"/>
                  <a:gd name="T24" fmla="*/ 1689 w 2079"/>
                  <a:gd name="T25" fmla="*/ 1388 h 1640"/>
                  <a:gd name="T26" fmla="*/ 1836 w 2079"/>
                  <a:gd name="T27" fmla="*/ 1248 h 1640"/>
                  <a:gd name="T28" fmla="*/ 1936 w 2079"/>
                  <a:gd name="T29" fmla="*/ 1074 h 1640"/>
                  <a:gd name="T30" fmla="*/ 1982 w 2079"/>
                  <a:gd name="T31" fmla="*/ 877 h 1640"/>
                  <a:gd name="T32" fmla="*/ 1970 w 2079"/>
                  <a:gd name="T33" fmla="*/ 670 h 1640"/>
                  <a:gd name="T34" fmla="*/ 1893 w 2079"/>
                  <a:gd name="T35" fmla="*/ 472 h 1640"/>
                  <a:gd name="T36" fmla="*/ 1768 w 2079"/>
                  <a:gd name="T37" fmla="*/ 310 h 1640"/>
                  <a:gd name="T38" fmla="*/ 1603 w 2079"/>
                  <a:gd name="T39" fmla="*/ 194 h 1640"/>
                  <a:gd name="T40" fmla="*/ 1413 w 2079"/>
                  <a:gd name="T41" fmla="*/ 130 h 1640"/>
                  <a:gd name="T42" fmla="*/ 1286 w 2079"/>
                  <a:gd name="T43" fmla="*/ 0 h 1640"/>
                  <a:gd name="T44" fmla="*/ 1496 w 2079"/>
                  <a:gd name="T45" fmla="*/ 36 h 1640"/>
                  <a:gd name="T46" fmla="*/ 1689 w 2079"/>
                  <a:gd name="T47" fmla="*/ 125 h 1640"/>
                  <a:gd name="T48" fmla="*/ 1854 w 2079"/>
                  <a:gd name="T49" fmla="*/ 259 h 1640"/>
                  <a:gd name="T50" fmla="*/ 1981 w 2079"/>
                  <a:gd name="T51" fmla="*/ 436 h 1640"/>
                  <a:gd name="T52" fmla="*/ 2059 w 2079"/>
                  <a:gd name="T53" fmla="*/ 645 h 1640"/>
                  <a:gd name="T54" fmla="*/ 2079 w 2079"/>
                  <a:gd name="T55" fmla="*/ 863 h 1640"/>
                  <a:gd name="T56" fmla="*/ 2043 w 2079"/>
                  <a:gd name="T57" fmla="*/ 1074 h 1640"/>
                  <a:gd name="T58" fmla="*/ 1955 w 2079"/>
                  <a:gd name="T59" fmla="*/ 1267 h 1640"/>
                  <a:gd name="T60" fmla="*/ 1820 w 2079"/>
                  <a:gd name="T61" fmla="*/ 1431 h 1640"/>
                  <a:gd name="T62" fmla="*/ 1645 w 2079"/>
                  <a:gd name="T63" fmla="*/ 1558 h 1640"/>
                  <a:gd name="T64" fmla="*/ 1461 w 2079"/>
                  <a:gd name="T65" fmla="*/ 1629 h 1640"/>
                  <a:gd name="T66" fmla="*/ 1304 w 2079"/>
                  <a:gd name="T67" fmla="*/ 1640 h 1640"/>
                  <a:gd name="T68" fmla="*/ 1120 w 2079"/>
                  <a:gd name="T69" fmla="*/ 1623 h 1640"/>
                  <a:gd name="T70" fmla="*/ 923 w 2079"/>
                  <a:gd name="T71" fmla="*/ 1581 h 1640"/>
                  <a:gd name="T72" fmla="*/ 722 w 2079"/>
                  <a:gd name="T73" fmla="*/ 1523 h 1640"/>
                  <a:gd name="T74" fmla="*/ 526 w 2079"/>
                  <a:gd name="T75" fmla="*/ 1455 h 1640"/>
                  <a:gd name="T76" fmla="*/ 348 w 2079"/>
                  <a:gd name="T77" fmla="*/ 1388 h 1640"/>
                  <a:gd name="T78" fmla="*/ 197 w 2079"/>
                  <a:gd name="T79" fmla="*/ 1324 h 1640"/>
                  <a:gd name="T80" fmla="*/ 83 w 2079"/>
                  <a:gd name="T81" fmla="*/ 1273 h 1640"/>
                  <a:gd name="T82" fmla="*/ 15 w 2079"/>
                  <a:gd name="T83" fmla="*/ 1241 h 1640"/>
                  <a:gd name="T84" fmla="*/ 3 w 2079"/>
                  <a:gd name="T85" fmla="*/ 1231 h 1640"/>
                  <a:gd name="T86" fmla="*/ 29 w 2079"/>
                  <a:gd name="T87" fmla="*/ 1183 h 1640"/>
                  <a:gd name="T88" fmla="*/ 84 w 2079"/>
                  <a:gd name="T89" fmla="*/ 1088 h 1640"/>
                  <a:gd name="T90" fmla="*/ 162 w 2079"/>
                  <a:gd name="T91" fmla="*/ 956 h 1640"/>
                  <a:gd name="T92" fmla="*/ 261 w 2079"/>
                  <a:gd name="T93" fmla="*/ 801 h 1640"/>
                  <a:gd name="T94" fmla="*/ 374 w 2079"/>
                  <a:gd name="T95" fmla="*/ 634 h 1640"/>
                  <a:gd name="T96" fmla="*/ 500 w 2079"/>
                  <a:gd name="T97" fmla="*/ 467 h 1640"/>
                  <a:gd name="T98" fmla="*/ 633 w 2079"/>
                  <a:gd name="T99" fmla="*/ 310 h 1640"/>
                  <a:gd name="T100" fmla="*/ 771 w 2079"/>
                  <a:gd name="T101" fmla="*/ 178 h 1640"/>
                  <a:gd name="T102" fmla="*/ 907 w 2079"/>
                  <a:gd name="T103" fmla="*/ 81 h 1640"/>
                  <a:gd name="T104" fmla="*/ 1067 w 2079"/>
                  <a:gd name="T105" fmla="*/ 20 h 1640"/>
                  <a:gd name="T106" fmla="*/ 1286 w 2079"/>
                  <a:gd name="T107" fmla="*/ 0 h 164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</a:cxnLst>
                <a:rect l="0" t="0" r="r" b="b"/>
                <a:pathLst>
                  <a:path w="2079" h="1640">
                    <a:moveTo>
                      <a:pt x="1278" y="119"/>
                    </a:moveTo>
                    <a:lnTo>
                      <a:pt x="1208" y="123"/>
                    </a:lnTo>
                    <a:lnTo>
                      <a:pt x="1139" y="134"/>
                    </a:lnTo>
                    <a:lnTo>
                      <a:pt x="1070" y="152"/>
                    </a:lnTo>
                    <a:lnTo>
                      <a:pt x="1003" y="178"/>
                    </a:lnTo>
                    <a:lnTo>
                      <a:pt x="941" y="210"/>
                    </a:lnTo>
                    <a:lnTo>
                      <a:pt x="883" y="247"/>
                    </a:lnTo>
                    <a:lnTo>
                      <a:pt x="829" y="289"/>
                    </a:lnTo>
                    <a:lnTo>
                      <a:pt x="779" y="336"/>
                    </a:lnTo>
                    <a:lnTo>
                      <a:pt x="736" y="387"/>
                    </a:lnTo>
                    <a:lnTo>
                      <a:pt x="696" y="442"/>
                    </a:lnTo>
                    <a:lnTo>
                      <a:pt x="663" y="500"/>
                    </a:lnTo>
                    <a:lnTo>
                      <a:pt x="636" y="561"/>
                    </a:lnTo>
                    <a:lnTo>
                      <a:pt x="614" y="625"/>
                    </a:lnTo>
                    <a:lnTo>
                      <a:pt x="598" y="691"/>
                    </a:lnTo>
                    <a:lnTo>
                      <a:pt x="590" y="758"/>
                    </a:lnTo>
                    <a:lnTo>
                      <a:pt x="587" y="825"/>
                    </a:lnTo>
                    <a:lnTo>
                      <a:pt x="591" y="896"/>
                    </a:lnTo>
                    <a:lnTo>
                      <a:pt x="602" y="964"/>
                    </a:lnTo>
                    <a:lnTo>
                      <a:pt x="621" y="1033"/>
                    </a:lnTo>
                    <a:lnTo>
                      <a:pt x="647" y="1101"/>
                    </a:lnTo>
                    <a:lnTo>
                      <a:pt x="679" y="1163"/>
                    </a:lnTo>
                    <a:lnTo>
                      <a:pt x="715" y="1221"/>
                    </a:lnTo>
                    <a:lnTo>
                      <a:pt x="757" y="1275"/>
                    </a:lnTo>
                    <a:lnTo>
                      <a:pt x="804" y="1324"/>
                    </a:lnTo>
                    <a:lnTo>
                      <a:pt x="856" y="1368"/>
                    </a:lnTo>
                    <a:lnTo>
                      <a:pt x="911" y="1407"/>
                    </a:lnTo>
                    <a:lnTo>
                      <a:pt x="969" y="1440"/>
                    </a:lnTo>
                    <a:lnTo>
                      <a:pt x="1030" y="1467"/>
                    </a:lnTo>
                    <a:lnTo>
                      <a:pt x="1093" y="1489"/>
                    </a:lnTo>
                    <a:lnTo>
                      <a:pt x="1159" y="1505"/>
                    </a:lnTo>
                    <a:lnTo>
                      <a:pt x="1227" y="1513"/>
                    </a:lnTo>
                    <a:lnTo>
                      <a:pt x="1294" y="1516"/>
                    </a:lnTo>
                    <a:lnTo>
                      <a:pt x="1364" y="1512"/>
                    </a:lnTo>
                    <a:lnTo>
                      <a:pt x="1433" y="1501"/>
                    </a:lnTo>
                    <a:lnTo>
                      <a:pt x="1502" y="1482"/>
                    </a:lnTo>
                    <a:lnTo>
                      <a:pt x="1569" y="1457"/>
                    </a:lnTo>
                    <a:lnTo>
                      <a:pt x="1631" y="1424"/>
                    </a:lnTo>
                    <a:lnTo>
                      <a:pt x="1689" y="1388"/>
                    </a:lnTo>
                    <a:lnTo>
                      <a:pt x="1743" y="1346"/>
                    </a:lnTo>
                    <a:lnTo>
                      <a:pt x="1793" y="1299"/>
                    </a:lnTo>
                    <a:lnTo>
                      <a:pt x="1836" y="1248"/>
                    </a:lnTo>
                    <a:lnTo>
                      <a:pt x="1876" y="1192"/>
                    </a:lnTo>
                    <a:lnTo>
                      <a:pt x="1909" y="1134"/>
                    </a:lnTo>
                    <a:lnTo>
                      <a:pt x="1936" y="1074"/>
                    </a:lnTo>
                    <a:lnTo>
                      <a:pt x="1958" y="1010"/>
                    </a:lnTo>
                    <a:lnTo>
                      <a:pt x="1974" y="944"/>
                    </a:lnTo>
                    <a:lnTo>
                      <a:pt x="1982" y="877"/>
                    </a:lnTo>
                    <a:lnTo>
                      <a:pt x="1985" y="809"/>
                    </a:lnTo>
                    <a:lnTo>
                      <a:pt x="1981" y="739"/>
                    </a:lnTo>
                    <a:lnTo>
                      <a:pt x="1970" y="670"/>
                    </a:lnTo>
                    <a:lnTo>
                      <a:pt x="1951" y="602"/>
                    </a:lnTo>
                    <a:lnTo>
                      <a:pt x="1926" y="534"/>
                    </a:lnTo>
                    <a:lnTo>
                      <a:pt x="1893" y="472"/>
                    </a:lnTo>
                    <a:lnTo>
                      <a:pt x="1857" y="414"/>
                    </a:lnTo>
                    <a:lnTo>
                      <a:pt x="1815" y="360"/>
                    </a:lnTo>
                    <a:lnTo>
                      <a:pt x="1768" y="310"/>
                    </a:lnTo>
                    <a:lnTo>
                      <a:pt x="1716" y="267"/>
                    </a:lnTo>
                    <a:lnTo>
                      <a:pt x="1661" y="228"/>
                    </a:lnTo>
                    <a:lnTo>
                      <a:pt x="1603" y="194"/>
                    </a:lnTo>
                    <a:lnTo>
                      <a:pt x="1542" y="167"/>
                    </a:lnTo>
                    <a:lnTo>
                      <a:pt x="1479" y="146"/>
                    </a:lnTo>
                    <a:lnTo>
                      <a:pt x="1413" y="130"/>
                    </a:lnTo>
                    <a:lnTo>
                      <a:pt x="1345" y="121"/>
                    </a:lnTo>
                    <a:lnTo>
                      <a:pt x="1278" y="119"/>
                    </a:lnTo>
                    <a:close/>
                    <a:moveTo>
                      <a:pt x="1286" y="0"/>
                    </a:moveTo>
                    <a:lnTo>
                      <a:pt x="1358" y="7"/>
                    </a:lnTo>
                    <a:lnTo>
                      <a:pt x="1428" y="19"/>
                    </a:lnTo>
                    <a:lnTo>
                      <a:pt x="1496" y="36"/>
                    </a:lnTo>
                    <a:lnTo>
                      <a:pt x="1563" y="61"/>
                    </a:lnTo>
                    <a:lnTo>
                      <a:pt x="1627" y="90"/>
                    </a:lnTo>
                    <a:lnTo>
                      <a:pt x="1689" y="125"/>
                    </a:lnTo>
                    <a:lnTo>
                      <a:pt x="1747" y="165"/>
                    </a:lnTo>
                    <a:lnTo>
                      <a:pt x="1803" y="210"/>
                    </a:lnTo>
                    <a:lnTo>
                      <a:pt x="1854" y="259"/>
                    </a:lnTo>
                    <a:lnTo>
                      <a:pt x="1901" y="313"/>
                    </a:lnTo>
                    <a:lnTo>
                      <a:pt x="1943" y="372"/>
                    </a:lnTo>
                    <a:lnTo>
                      <a:pt x="1981" y="436"/>
                    </a:lnTo>
                    <a:lnTo>
                      <a:pt x="2013" y="502"/>
                    </a:lnTo>
                    <a:lnTo>
                      <a:pt x="2040" y="572"/>
                    </a:lnTo>
                    <a:lnTo>
                      <a:pt x="2059" y="645"/>
                    </a:lnTo>
                    <a:lnTo>
                      <a:pt x="2073" y="719"/>
                    </a:lnTo>
                    <a:lnTo>
                      <a:pt x="2079" y="792"/>
                    </a:lnTo>
                    <a:lnTo>
                      <a:pt x="2079" y="863"/>
                    </a:lnTo>
                    <a:lnTo>
                      <a:pt x="2074" y="935"/>
                    </a:lnTo>
                    <a:lnTo>
                      <a:pt x="2062" y="1005"/>
                    </a:lnTo>
                    <a:lnTo>
                      <a:pt x="2043" y="1074"/>
                    </a:lnTo>
                    <a:lnTo>
                      <a:pt x="2019" y="1141"/>
                    </a:lnTo>
                    <a:lnTo>
                      <a:pt x="1990" y="1204"/>
                    </a:lnTo>
                    <a:lnTo>
                      <a:pt x="1955" y="1267"/>
                    </a:lnTo>
                    <a:lnTo>
                      <a:pt x="1915" y="1324"/>
                    </a:lnTo>
                    <a:lnTo>
                      <a:pt x="1870" y="1380"/>
                    </a:lnTo>
                    <a:lnTo>
                      <a:pt x="1820" y="1431"/>
                    </a:lnTo>
                    <a:lnTo>
                      <a:pt x="1766" y="1478"/>
                    </a:lnTo>
                    <a:lnTo>
                      <a:pt x="1708" y="1520"/>
                    </a:lnTo>
                    <a:lnTo>
                      <a:pt x="1645" y="1558"/>
                    </a:lnTo>
                    <a:lnTo>
                      <a:pt x="1579" y="1590"/>
                    </a:lnTo>
                    <a:lnTo>
                      <a:pt x="1507" y="1617"/>
                    </a:lnTo>
                    <a:lnTo>
                      <a:pt x="1461" y="1629"/>
                    </a:lnTo>
                    <a:lnTo>
                      <a:pt x="1413" y="1636"/>
                    </a:lnTo>
                    <a:lnTo>
                      <a:pt x="1359" y="1640"/>
                    </a:lnTo>
                    <a:lnTo>
                      <a:pt x="1304" y="1640"/>
                    </a:lnTo>
                    <a:lnTo>
                      <a:pt x="1244" y="1637"/>
                    </a:lnTo>
                    <a:lnTo>
                      <a:pt x="1184" y="1631"/>
                    </a:lnTo>
                    <a:lnTo>
                      <a:pt x="1120" y="1623"/>
                    </a:lnTo>
                    <a:lnTo>
                      <a:pt x="1055" y="1610"/>
                    </a:lnTo>
                    <a:lnTo>
                      <a:pt x="991" y="1597"/>
                    </a:lnTo>
                    <a:lnTo>
                      <a:pt x="923" y="1581"/>
                    </a:lnTo>
                    <a:lnTo>
                      <a:pt x="856" y="1563"/>
                    </a:lnTo>
                    <a:lnTo>
                      <a:pt x="790" y="1543"/>
                    </a:lnTo>
                    <a:lnTo>
                      <a:pt x="722" y="1523"/>
                    </a:lnTo>
                    <a:lnTo>
                      <a:pt x="656" y="1501"/>
                    </a:lnTo>
                    <a:lnTo>
                      <a:pt x="591" y="1478"/>
                    </a:lnTo>
                    <a:lnTo>
                      <a:pt x="526" y="1455"/>
                    </a:lnTo>
                    <a:lnTo>
                      <a:pt x="466" y="1432"/>
                    </a:lnTo>
                    <a:lnTo>
                      <a:pt x="405" y="1409"/>
                    </a:lnTo>
                    <a:lnTo>
                      <a:pt x="348" y="1388"/>
                    </a:lnTo>
                    <a:lnTo>
                      <a:pt x="294" y="1365"/>
                    </a:lnTo>
                    <a:lnTo>
                      <a:pt x="245" y="1343"/>
                    </a:lnTo>
                    <a:lnTo>
                      <a:pt x="197" y="1324"/>
                    </a:lnTo>
                    <a:lnTo>
                      <a:pt x="154" y="1306"/>
                    </a:lnTo>
                    <a:lnTo>
                      <a:pt x="115" y="1288"/>
                    </a:lnTo>
                    <a:lnTo>
                      <a:pt x="83" y="1273"/>
                    </a:lnTo>
                    <a:lnTo>
                      <a:pt x="54" y="1260"/>
                    </a:lnTo>
                    <a:lnTo>
                      <a:pt x="31" y="1249"/>
                    </a:lnTo>
                    <a:lnTo>
                      <a:pt x="15" y="1241"/>
                    </a:lnTo>
                    <a:lnTo>
                      <a:pt x="4" y="1237"/>
                    </a:lnTo>
                    <a:lnTo>
                      <a:pt x="0" y="1235"/>
                    </a:lnTo>
                    <a:lnTo>
                      <a:pt x="3" y="1231"/>
                    </a:lnTo>
                    <a:lnTo>
                      <a:pt x="8" y="1222"/>
                    </a:lnTo>
                    <a:lnTo>
                      <a:pt x="17" y="1206"/>
                    </a:lnTo>
                    <a:lnTo>
                      <a:pt x="29" y="1183"/>
                    </a:lnTo>
                    <a:lnTo>
                      <a:pt x="45" y="1156"/>
                    </a:lnTo>
                    <a:lnTo>
                      <a:pt x="62" y="1124"/>
                    </a:lnTo>
                    <a:lnTo>
                      <a:pt x="84" y="1088"/>
                    </a:lnTo>
                    <a:lnTo>
                      <a:pt x="107" y="1048"/>
                    </a:lnTo>
                    <a:lnTo>
                      <a:pt x="134" y="1003"/>
                    </a:lnTo>
                    <a:lnTo>
                      <a:pt x="162" y="956"/>
                    </a:lnTo>
                    <a:lnTo>
                      <a:pt x="192" y="906"/>
                    </a:lnTo>
                    <a:lnTo>
                      <a:pt x="226" y="855"/>
                    </a:lnTo>
                    <a:lnTo>
                      <a:pt x="261" y="801"/>
                    </a:lnTo>
                    <a:lnTo>
                      <a:pt x="297" y="747"/>
                    </a:lnTo>
                    <a:lnTo>
                      <a:pt x="335" y="691"/>
                    </a:lnTo>
                    <a:lnTo>
                      <a:pt x="374" y="634"/>
                    </a:lnTo>
                    <a:lnTo>
                      <a:pt x="415" y="579"/>
                    </a:lnTo>
                    <a:lnTo>
                      <a:pt x="458" y="522"/>
                    </a:lnTo>
                    <a:lnTo>
                      <a:pt x="500" y="467"/>
                    </a:lnTo>
                    <a:lnTo>
                      <a:pt x="544" y="413"/>
                    </a:lnTo>
                    <a:lnTo>
                      <a:pt x="589" y="362"/>
                    </a:lnTo>
                    <a:lnTo>
                      <a:pt x="633" y="310"/>
                    </a:lnTo>
                    <a:lnTo>
                      <a:pt x="679" y="263"/>
                    </a:lnTo>
                    <a:lnTo>
                      <a:pt x="725" y="219"/>
                    </a:lnTo>
                    <a:lnTo>
                      <a:pt x="771" y="178"/>
                    </a:lnTo>
                    <a:lnTo>
                      <a:pt x="817" y="142"/>
                    </a:lnTo>
                    <a:lnTo>
                      <a:pt x="861" y="108"/>
                    </a:lnTo>
                    <a:lnTo>
                      <a:pt x="907" y="81"/>
                    </a:lnTo>
                    <a:lnTo>
                      <a:pt x="951" y="58"/>
                    </a:lnTo>
                    <a:lnTo>
                      <a:pt x="995" y="41"/>
                    </a:lnTo>
                    <a:lnTo>
                      <a:pt x="1067" y="20"/>
                    </a:lnTo>
                    <a:lnTo>
                      <a:pt x="1140" y="7"/>
                    </a:lnTo>
                    <a:lnTo>
                      <a:pt x="1213" y="0"/>
                    </a:lnTo>
                    <a:lnTo>
                      <a:pt x="1286" y="0"/>
                    </a:lnTo>
                    <a:close/>
                  </a:path>
                </a:pathLst>
              </a:custGeom>
              <a:solidFill>
                <a:schemeClr val="accent3"/>
              </a:solidFill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44" name="Freeform 49"/>
              <p:cNvSpPr>
                <a:spLocks noEditPoints="1"/>
              </p:cNvSpPr>
              <p:nvPr/>
            </p:nvSpPr>
            <p:spPr bwMode="auto">
              <a:xfrm>
                <a:off x="7130965" y="3464081"/>
                <a:ext cx="615949" cy="615949"/>
              </a:xfrm>
              <a:custGeom>
                <a:avLst/>
                <a:gdLst>
                  <a:gd name="T0" fmla="*/ 2959 w 3962"/>
                  <a:gd name="T1" fmla="*/ 2546 h 3963"/>
                  <a:gd name="T2" fmla="*/ 3397 w 3962"/>
                  <a:gd name="T3" fmla="*/ 2984 h 3963"/>
                  <a:gd name="T4" fmla="*/ 3464 w 3962"/>
                  <a:gd name="T5" fmla="*/ 3124 h 3963"/>
                  <a:gd name="T6" fmla="*/ 3343 w 3962"/>
                  <a:gd name="T7" fmla="*/ 3219 h 3963"/>
                  <a:gd name="T8" fmla="*/ 2736 w 3962"/>
                  <a:gd name="T9" fmla="*/ 3150 h 3963"/>
                  <a:gd name="T10" fmla="*/ 2752 w 3962"/>
                  <a:gd name="T11" fmla="*/ 2523 h 3963"/>
                  <a:gd name="T12" fmla="*/ 2896 w 3962"/>
                  <a:gd name="T13" fmla="*/ 2232 h 3963"/>
                  <a:gd name="T14" fmla="*/ 2500 w 3962"/>
                  <a:gd name="T15" fmla="*/ 2399 h 3963"/>
                  <a:gd name="T16" fmla="*/ 2262 w 3962"/>
                  <a:gd name="T17" fmla="*/ 2752 h 3963"/>
                  <a:gd name="T18" fmla="*/ 2262 w 3962"/>
                  <a:gd name="T19" fmla="*/ 3193 h 3963"/>
                  <a:gd name="T20" fmla="*/ 2500 w 3962"/>
                  <a:gd name="T21" fmla="*/ 3544 h 3963"/>
                  <a:gd name="T22" fmla="*/ 2896 w 3962"/>
                  <a:gd name="T23" fmla="*/ 3711 h 3963"/>
                  <a:gd name="T24" fmla="*/ 3325 w 3962"/>
                  <a:gd name="T25" fmla="*/ 3625 h 3963"/>
                  <a:gd name="T26" fmla="*/ 3625 w 3962"/>
                  <a:gd name="T27" fmla="*/ 3325 h 3963"/>
                  <a:gd name="T28" fmla="*/ 3711 w 3962"/>
                  <a:gd name="T29" fmla="*/ 2896 h 3963"/>
                  <a:gd name="T30" fmla="*/ 3544 w 3962"/>
                  <a:gd name="T31" fmla="*/ 2500 h 3963"/>
                  <a:gd name="T32" fmla="*/ 3193 w 3962"/>
                  <a:gd name="T33" fmla="*/ 2262 h 3963"/>
                  <a:gd name="T34" fmla="*/ 1734 w 3962"/>
                  <a:gd name="T35" fmla="*/ 2724 h 3963"/>
                  <a:gd name="T36" fmla="*/ 495 w 3962"/>
                  <a:gd name="T37" fmla="*/ 2724 h 3963"/>
                  <a:gd name="T38" fmla="*/ 3300 w 3962"/>
                  <a:gd name="T39" fmla="*/ 2037 h 3963"/>
                  <a:gd name="T40" fmla="*/ 3700 w 3962"/>
                  <a:gd name="T41" fmla="*/ 2300 h 3963"/>
                  <a:gd name="T42" fmla="*/ 3930 w 3962"/>
                  <a:gd name="T43" fmla="*/ 2722 h 3963"/>
                  <a:gd name="T44" fmla="*/ 3930 w 3962"/>
                  <a:gd name="T45" fmla="*/ 3222 h 3963"/>
                  <a:gd name="T46" fmla="*/ 3700 w 3962"/>
                  <a:gd name="T47" fmla="*/ 3643 h 3963"/>
                  <a:gd name="T48" fmla="*/ 3300 w 3962"/>
                  <a:gd name="T49" fmla="*/ 3907 h 3963"/>
                  <a:gd name="T50" fmla="*/ 2802 w 3962"/>
                  <a:gd name="T51" fmla="*/ 3948 h 3963"/>
                  <a:gd name="T52" fmla="*/ 2361 w 3962"/>
                  <a:gd name="T53" fmla="*/ 3752 h 3963"/>
                  <a:gd name="T54" fmla="*/ 2067 w 3962"/>
                  <a:gd name="T55" fmla="*/ 3376 h 3963"/>
                  <a:gd name="T56" fmla="*/ 1984 w 3962"/>
                  <a:gd name="T57" fmla="*/ 2887 h 3963"/>
                  <a:gd name="T58" fmla="*/ 2144 w 3962"/>
                  <a:gd name="T59" fmla="*/ 2426 h 3963"/>
                  <a:gd name="T60" fmla="*/ 2495 w 3962"/>
                  <a:gd name="T61" fmla="*/ 2103 h 3963"/>
                  <a:gd name="T62" fmla="*/ 2972 w 3962"/>
                  <a:gd name="T63" fmla="*/ 1982 h 3963"/>
                  <a:gd name="T64" fmla="*/ 1238 w 3962"/>
                  <a:gd name="T65" fmla="*/ 1486 h 3963"/>
                  <a:gd name="T66" fmla="*/ 990 w 3962"/>
                  <a:gd name="T67" fmla="*/ 1486 h 3963"/>
                  <a:gd name="T68" fmla="*/ 371 w 3962"/>
                  <a:gd name="T69" fmla="*/ 619 h 3963"/>
                  <a:gd name="T70" fmla="*/ 473 w 3962"/>
                  <a:gd name="T71" fmla="*/ 819 h 3963"/>
                  <a:gd name="T72" fmla="*/ 697 w 3962"/>
                  <a:gd name="T73" fmla="*/ 854 h 3963"/>
                  <a:gd name="T74" fmla="*/ 854 w 3962"/>
                  <a:gd name="T75" fmla="*/ 697 h 3963"/>
                  <a:gd name="T76" fmla="*/ 2355 w 3962"/>
                  <a:gd name="T77" fmla="*/ 659 h 3963"/>
                  <a:gd name="T78" fmla="*/ 2487 w 3962"/>
                  <a:gd name="T79" fmla="*/ 839 h 3963"/>
                  <a:gd name="T80" fmla="*/ 2714 w 3962"/>
                  <a:gd name="T81" fmla="*/ 839 h 3963"/>
                  <a:gd name="T82" fmla="*/ 2844 w 3962"/>
                  <a:gd name="T83" fmla="*/ 659 h 3963"/>
                  <a:gd name="T84" fmla="*/ 3074 w 3962"/>
                  <a:gd name="T85" fmla="*/ 526 h 3963"/>
                  <a:gd name="T86" fmla="*/ 3215 w 3962"/>
                  <a:gd name="T87" fmla="*/ 724 h 3963"/>
                  <a:gd name="T88" fmla="*/ 248 w 3962"/>
                  <a:gd name="T89" fmla="*/ 2947 h 3963"/>
                  <a:gd name="T90" fmla="*/ 268 w 3962"/>
                  <a:gd name="T91" fmla="*/ 3219 h 3963"/>
                  <a:gd name="T92" fmla="*/ 52 w 3962"/>
                  <a:gd name="T93" fmla="*/ 3108 h 3963"/>
                  <a:gd name="T94" fmla="*/ 3 w 3962"/>
                  <a:gd name="T95" fmla="*/ 724 h 3963"/>
                  <a:gd name="T96" fmla="*/ 144 w 3962"/>
                  <a:gd name="T97" fmla="*/ 526 h 3963"/>
                  <a:gd name="T98" fmla="*/ 2654 w 3962"/>
                  <a:gd name="T99" fmla="*/ 13 h 3963"/>
                  <a:gd name="T100" fmla="*/ 2724 w 3962"/>
                  <a:gd name="T101" fmla="*/ 619 h 3963"/>
                  <a:gd name="T102" fmla="*/ 2629 w 3962"/>
                  <a:gd name="T103" fmla="*/ 739 h 3963"/>
                  <a:gd name="T104" fmla="*/ 2489 w 3962"/>
                  <a:gd name="T105" fmla="*/ 673 h 3963"/>
                  <a:gd name="T106" fmla="*/ 2503 w 3962"/>
                  <a:gd name="T107" fmla="*/ 47 h 3963"/>
                  <a:gd name="T108" fmla="*/ 647 w 3962"/>
                  <a:gd name="T109" fmla="*/ 3 h 3963"/>
                  <a:gd name="T110" fmla="*/ 743 w 3962"/>
                  <a:gd name="T111" fmla="*/ 124 h 3963"/>
                  <a:gd name="T112" fmla="*/ 673 w 3962"/>
                  <a:gd name="T113" fmla="*/ 730 h 3963"/>
                  <a:gd name="T114" fmla="*/ 523 w 3962"/>
                  <a:gd name="T115" fmla="*/ 696 h 3963"/>
                  <a:gd name="T116" fmla="*/ 508 w 3962"/>
                  <a:gd name="T117" fmla="*/ 69 h 396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</a:cxnLst>
                <a:rect l="0" t="0" r="r" b="b"/>
                <a:pathLst>
                  <a:path w="3962" h="3963">
                    <a:moveTo>
                      <a:pt x="2848" y="2477"/>
                    </a:moveTo>
                    <a:lnTo>
                      <a:pt x="2876" y="2479"/>
                    </a:lnTo>
                    <a:lnTo>
                      <a:pt x="2902" y="2489"/>
                    </a:lnTo>
                    <a:lnTo>
                      <a:pt x="2925" y="2503"/>
                    </a:lnTo>
                    <a:lnTo>
                      <a:pt x="2944" y="2523"/>
                    </a:lnTo>
                    <a:lnTo>
                      <a:pt x="2959" y="2546"/>
                    </a:lnTo>
                    <a:lnTo>
                      <a:pt x="2968" y="2572"/>
                    </a:lnTo>
                    <a:lnTo>
                      <a:pt x="2972" y="2600"/>
                    </a:lnTo>
                    <a:lnTo>
                      <a:pt x="2972" y="2972"/>
                    </a:lnTo>
                    <a:lnTo>
                      <a:pt x="3343" y="2972"/>
                    </a:lnTo>
                    <a:lnTo>
                      <a:pt x="3371" y="2975"/>
                    </a:lnTo>
                    <a:lnTo>
                      <a:pt x="3397" y="2984"/>
                    </a:lnTo>
                    <a:lnTo>
                      <a:pt x="3420" y="2999"/>
                    </a:lnTo>
                    <a:lnTo>
                      <a:pt x="3440" y="3018"/>
                    </a:lnTo>
                    <a:lnTo>
                      <a:pt x="3454" y="3041"/>
                    </a:lnTo>
                    <a:lnTo>
                      <a:pt x="3464" y="3067"/>
                    </a:lnTo>
                    <a:lnTo>
                      <a:pt x="3467" y="3096"/>
                    </a:lnTo>
                    <a:lnTo>
                      <a:pt x="3464" y="3124"/>
                    </a:lnTo>
                    <a:lnTo>
                      <a:pt x="3454" y="3150"/>
                    </a:lnTo>
                    <a:lnTo>
                      <a:pt x="3440" y="3173"/>
                    </a:lnTo>
                    <a:lnTo>
                      <a:pt x="3420" y="3193"/>
                    </a:lnTo>
                    <a:lnTo>
                      <a:pt x="3397" y="3207"/>
                    </a:lnTo>
                    <a:lnTo>
                      <a:pt x="3371" y="3217"/>
                    </a:lnTo>
                    <a:lnTo>
                      <a:pt x="3343" y="3219"/>
                    </a:lnTo>
                    <a:lnTo>
                      <a:pt x="2848" y="3219"/>
                    </a:lnTo>
                    <a:lnTo>
                      <a:pt x="2819" y="3217"/>
                    </a:lnTo>
                    <a:lnTo>
                      <a:pt x="2794" y="3207"/>
                    </a:lnTo>
                    <a:lnTo>
                      <a:pt x="2771" y="3193"/>
                    </a:lnTo>
                    <a:lnTo>
                      <a:pt x="2752" y="3173"/>
                    </a:lnTo>
                    <a:lnTo>
                      <a:pt x="2736" y="3150"/>
                    </a:lnTo>
                    <a:lnTo>
                      <a:pt x="2727" y="3124"/>
                    </a:lnTo>
                    <a:lnTo>
                      <a:pt x="2724" y="3096"/>
                    </a:lnTo>
                    <a:lnTo>
                      <a:pt x="2724" y="2600"/>
                    </a:lnTo>
                    <a:lnTo>
                      <a:pt x="2727" y="2572"/>
                    </a:lnTo>
                    <a:lnTo>
                      <a:pt x="2736" y="2546"/>
                    </a:lnTo>
                    <a:lnTo>
                      <a:pt x="2752" y="2523"/>
                    </a:lnTo>
                    <a:lnTo>
                      <a:pt x="2771" y="2503"/>
                    </a:lnTo>
                    <a:lnTo>
                      <a:pt x="2794" y="2489"/>
                    </a:lnTo>
                    <a:lnTo>
                      <a:pt x="2819" y="2479"/>
                    </a:lnTo>
                    <a:lnTo>
                      <a:pt x="2848" y="2477"/>
                    </a:lnTo>
                    <a:close/>
                    <a:moveTo>
                      <a:pt x="2972" y="2229"/>
                    </a:moveTo>
                    <a:lnTo>
                      <a:pt x="2896" y="2232"/>
                    </a:lnTo>
                    <a:lnTo>
                      <a:pt x="2821" y="2244"/>
                    </a:lnTo>
                    <a:lnTo>
                      <a:pt x="2750" y="2262"/>
                    </a:lnTo>
                    <a:lnTo>
                      <a:pt x="2683" y="2288"/>
                    </a:lnTo>
                    <a:lnTo>
                      <a:pt x="2618" y="2319"/>
                    </a:lnTo>
                    <a:lnTo>
                      <a:pt x="2556" y="2356"/>
                    </a:lnTo>
                    <a:lnTo>
                      <a:pt x="2500" y="2399"/>
                    </a:lnTo>
                    <a:lnTo>
                      <a:pt x="2447" y="2447"/>
                    </a:lnTo>
                    <a:lnTo>
                      <a:pt x="2399" y="2500"/>
                    </a:lnTo>
                    <a:lnTo>
                      <a:pt x="2355" y="2556"/>
                    </a:lnTo>
                    <a:lnTo>
                      <a:pt x="2318" y="2618"/>
                    </a:lnTo>
                    <a:lnTo>
                      <a:pt x="2287" y="2683"/>
                    </a:lnTo>
                    <a:lnTo>
                      <a:pt x="2262" y="2752"/>
                    </a:lnTo>
                    <a:lnTo>
                      <a:pt x="2243" y="2823"/>
                    </a:lnTo>
                    <a:lnTo>
                      <a:pt x="2232" y="2896"/>
                    </a:lnTo>
                    <a:lnTo>
                      <a:pt x="2229" y="2972"/>
                    </a:lnTo>
                    <a:lnTo>
                      <a:pt x="2232" y="3048"/>
                    </a:lnTo>
                    <a:lnTo>
                      <a:pt x="2243" y="3122"/>
                    </a:lnTo>
                    <a:lnTo>
                      <a:pt x="2262" y="3193"/>
                    </a:lnTo>
                    <a:lnTo>
                      <a:pt x="2287" y="3261"/>
                    </a:lnTo>
                    <a:lnTo>
                      <a:pt x="2318" y="3325"/>
                    </a:lnTo>
                    <a:lnTo>
                      <a:pt x="2355" y="3387"/>
                    </a:lnTo>
                    <a:lnTo>
                      <a:pt x="2399" y="3444"/>
                    </a:lnTo>
                    <a:lnTo>
                      <a:pt x="2447" y="3497"/>
                    </a:lnTo>
                    <a:lnTo>
                      <a:pt x="2500" y="3544"/>
                    </a:lnTo>
                    <a:lnTo>
                      <a:pt x="2556" y="3588"/>
                    </a:lnTo>
                    <a:lnTo>
                      <a:pt x="2618" y="3625"/>
                    </a:lnTo>
                    <a:lnTo>
                      <a:pt x="2683" y="3657"/>
                    </a:lnTo>
                    <a:lnTo>
                      <a:pt x="2750" y="3682"/>
                    </a:lnTo>
                    <a:lnTo>
                      <a:pt x="2821" y="3700"/>
                    </a:lnTo>
                    <a:lnTo>
                      <a:pt x="2896" y="3711"/>
                    </a:lnTo>
                    <a:lnTo>
                      <a:pt x="2972" y="3714"/>
                    </a:lnTo>
                    <a:lnTo>
                      <a:pt x="3048" y="3711"/>
                    </a:lnTo>
                    <a:lnTo>
                      <a:pt x="3121" y="3700"/>
                    </a:lnTo>
                    <a:lnTo>
                      <a:pt x="3193" y="3682"/>
                    </a:lnTo>
                    <a:lnTo>
                      <a:pt x="3260" y="3657"/>
                    </a:lnTo>
                    <a:lnTo>
                      <a:pt x="3325" y="3625"/>
                    </a:lnTo>
                    <a:lnTo>
                      <a:pt x="3386" y="3588"/>
                    </a:lnTo>
                    <a:lnTo>
                      <a:pt x="3444" y="3544"/>
                    </a:lnTo>
                    <a:lnTo>
                      <a:pt x="3496" y="3497"/>
                    </a:lnTo>
                    <a:lnTo>
                      <a:pt x="3544" y="3444"/>
                    </a:lnTo>
                    <a:lnTo>
                      <a:pt x="3588" y="3387"/>
                    </a:lnTo>
                    <a:lnTo>
                      <a:pt x="3625" y="3325"/>
                    </a:lnTo>
                    <a:lnTo>
                      <a:pt x="3656" y="3261"/>
                    </a:lnTo>
                    <a:lnTo>
                      <a:pt x="3680" y="3193"/>
                    </a:lnTo>
                    <a:lnTo>
                      <a:pt x="3700" y="3122"/>
                    </a:lnTo>
                    <a:lnTo>
                      <a:pt x="3711" y="3048"/>
                    </a:lnTo>
                    <a:lnTo>
                      <a:pt x="3714" y="2972"/>
                    </a:lnTo>
                    <a:lnTo>
                      <a:pt x="3711" y="2896"/>
                    </a:lnTo>
                    <a:lnTo>
                      <a:pt x="3700" y="2823"/>
                    </a:lnTo>
                    <a:lnTo>
                      <a:pt x="3680" y="2752"/>
                    </a:lnTo>
                    <a:lnTo>
                      <a:pt x="3656" y="2683"/>
                    </a:lnTo>
                    <a:lnTo>
                      <a:pt x="3625" y="2618"/>
                    </a:lnTo>
                    <a:lnTo>
                      <a:pt x="3588" y="2556"/>
                    </a:lnTo>
                    <a:lnTo>
                      <a:pt x="3544" y="2500"/>
                    </a:lnTo>
                    <a:lnTo>
                      <a:pt x="3496" y="2447"/>
                    </a:lnTo>
                    <a:lnTo>
                      <a:pt x="3444" y="2399"/>
                    </a:lnTo>
                    <a:lnTo>
                      <a:pt x="3386" y="2356"/>
                    </a:lnTo>
                    <a:lnTo>
                      <a:pt x="3325" y="2319"/>
                    </a:lnTo>
                    <a:lnTo>
                      <a:pt x="3260" y="2288"/>
                    </a:lnTo>
                    <a:lnTo>
                      <a:pt x="3193" y="2262"/>
                    </a:lnTo>
                    <a:lnTo>
                      <a:pt x="3121" y="2244"/>
                    </a:lnTo>
                    <a:lnTo>
                      <a:pt x="3048" y="2232"/>
                    </a:lnTo>
                    <a:lnTo>
                      <a:pt x="2972" y="2229"/>
                    </a:lnTo>
                    <a:close/>
                    <a:moveTo>
                      <a:pt x="1238" y="2229"/>
                    </a:moveTo>
                    <a:lnTo>
                      <a:pt x="1734" y="2229"/>
                    </a:lnTo>
                    <a:lnTo>
                      <a:pt x="1734" y="2724"/>
                    </a:lnTo>
                    <a:lnTo>
                      <a:pt x="1238" y="2724"/>
                    </a:lnTo>
                    <a:lnTo>
                      <a:pt x="1238" y="2229"/>
                    </a:lnTo>
                    <a:close/>
                    <a:moveTo>
                      <a:pt x="495" y="2229"/>
                    </a:moveTo>
                    <a:lnTo>
                      <a:pt x="990" y="2229"/>
                    </a:lnTo>
                    <a:lnTo>
                      <a:pt x="990" y="2724"/>
                    </a:lnTo>
                    <a:lnTo>
                      <a:pt x="495" y="2724"/>
                    </a:lnTo>
                    <a:lnTo>
                      <a:pt x="495" y="2229"/>
                    </a:lnTo>
                    <a:close/>
                    <a:moveTo>
                      <a:pt x="2972" y="1982"/>
                    </a:moveTo>
                    <a:lnTo>
                      <a:pt x="3058" y="1985"/>
                    </a:lnTo>
                    <a:lnTo>
                      <a:pt x="3141" y="1996"/>
                    </a:lnTo>
                    <a:lnTo>
                      <a:pt x="3221" y="2013"/>
                    </a:lnTo>
                    <a:lnTo>
                      <a:pt x="3300" y="2037"/>
                    </a:lnTo>
                    <a:lnTo>
                      <a:pt x="3376" y="2067"/>
                    </a:lnTo>
                    <a:lnTo>
                      <a:pt x="3448" y="2103"/>
                    </a:lnTo>
                    <a:lnTo>
                      <a:pt x="3517" y="2144"/>
                    </a:lnTo>
                    <a:lnTo>
                      <a:pt x="3582" y="2191"/>
                    </a:lnTo>
                    <a:lnTo>
                      <a:pt x="3643" y="2243"/>
                    </a:lnTo>
                    <a:lnTo>
                      <a:pt x="3700" y="2300"/>
                    </a:lnTo>
                    <a:lnTo>
                      <a:pt x="3752" y="2361"/>
                    </a:lnTo>
                    <a:lnTo>
                      <a:pt x="3799" y="2426"/>
                    </a:lnTo>
                    <a:lnTo>
                      <a:pt x="3841" y="2495"/>
                    </a:lnTo>
                    <a:lnTo>
                      <a:pt x="3876" y="2567"/>
                    </a:lnTo>
                    <a:lnTo>
                      <a:pt x="3906" y="2643"/>
                    </a:lnTo>
                    <a:lnTo>
                      <a:pt x="3930" y="2722"/>
                    </a:lnTo>
                    <a:lnTo>
                      <a:pt x="3948" y="2803"/>
                    </a:lnTo>
                    <a:lnTo>
                      <a:pt x="3959" y="2887"/>
                    </a:lnTo>
                    <a:lnTo>
                      <a:pt x="3962" y="2972"/>
                    </a:lnTo>
                    <a:lnTo>
                      <a:pt x="3959" y="3058"/>
                    </a:lnTo>
                    <a:lnTo>
                      <a:pt x="3948" y="3141"/>
                    </a:lnTo>
                    <a:lnTo>
                      <a:pt x="3930" y="3222"/>
                    </a:lnTo>
                    <a:lnTo>
                      <a:pt x="3906" y="3300"/>
                    </a:lnTo>
                    <a:lnTo>
                      <a:pt x="3876" y="3376"/>
                    </a:lnTo>
                    <a:lnTo>
                      <a:pt x="3841" y="3448"/>
                    </a:lnTo>
                    <a:lnTo>
                      <a:pt x="3799" y="3518"/>
                    </a:lnTo>
                    <a:lnTo>
                      <a:pt x="3752" y="3583"/>
                    </a:lnTo>
                    <a:lnTo>
                      <a:pt x="3700" y="3643"/>
                    </a:lnTo>
                    <a:lnTo>
                      <a:pt x="3643" y="3700"/>
                    </a:lnTo>
                    <a:lnTo>
                      <a:pt x="3582" y="3752"/>
                    </a:lnTo>
                    <a:lnTo>
                      <a:pt x="3517" y="3799"/>
                    </a:lnTo>
                    <a:lnTo>
                      <a:pt x="3448" y="3841"/>
                    </a:lnTo>
                    <a:lnTo>
                      <a:pt x="3376" y="3877"/>
                    </a:lnTo>
                    <a:lnTo>
                      <a:pt x="3300" y="3907"/>
                    </a:lnTo>
                    <a:lnTo>
                      <a:pt x="3221" y="3931"/>
                    </a:lnTo>
                    <a:lnTo>
                      <a:pt x="3141" y="3948"/>
                    </a:lnTo>
                    <a:lnTo>
                      <a:pt x="3058" y="3959"/>
                    </a:lnTo>
                    <a:lnTo>
                      <a:pt x="2972" y="3963"/>
                    </a:lnTo>
                    <a:lnTo>
                      <a:pt x="2886" y="3959"/>
                    </a:lnTo>
                    <a:lnTo>
                      <a:pt x="2802" y="3948"/>
                    </a:lnTo>
                    <a:lnTo>
                      <a:pt x="2721" y="3931"/>
                    </a:lnTo>
                    <a:lnTo>
                      <a:pt x="2643" y="3907"/>
                    </a:lnTo>
                    <a:lnTo>
                      <a:pt x="2567" y="3877"/>
                    </a:lnTo>
                    <a:lnTo>
                      <a:pt x="2495" y="3841"/>
                    </a:lnTo>
                    <a:lnTo>
                      <a:pt x="2426" y="3799"/>
                    </a:lnTo>
                    <a:lnTo>
                      <a:pt x="2361" y="3752"/>
                    </a:lnTo>
                    <a:lnTo>
                      <a:pt x="2300" y="3700"/>
                    </a:lnTo>
                    <a:lnTo>
                      <a:pt x="2243" y="3643"/>
                    </a:lnTo>
                    <a:lnTo>
                      <a:pt x="2191" y="3583"/>
                    </a:lnTo>
                    <a:lnTo>
                      <a:pt x="2144" y="3518"/>
                    </a:lnTo>
                    <a:lnTo>
                      <a:pt x="2103" y="3448"/>
                    </a:lnTo>
                    <a:lnTo>
                      <a:pt x="2067" y="3376"/>
                    </a:lnTo>
                    <a:lnTo>
                      <a:pt x="2037" y="3300"/>
                    </a:lnTo>
                    <a:lnTo>
                      <a:pt x="2013" y="3222"/>
                    </a:lnTo>
                    <a:lnTo>
                      <a:pt x="1995" y="3141"/>
                    </a:lnTo>
                    <a:lnTo>
                      <a:pt x="1984" y="3058"/>
                    </a:lnTo>
                    <a:lnTo>
                      <a:pt x="1980" y="2972"/>
                    </a:lnTo>
                    <a:lnTo>
                      <a:pt x="1984" y="2887"/>
                    </a:lnTo>
                    <a:lnTo>
                      <a:pt x="1995" y="2803"/>
                    </a:lnTo>
                    <a:lnTo>
                      <a:pt x="2013" y="2722"/>
                    </a:lnTo>
                    <a:lnTo>
                      <a:pt x="2037" y="2643"/>
                    </a:lnTo>
                    <a:lnTo>
                      <a:pt x="2067" y="2567"/>
                    </a:lnTo>
                    <a:lnTo>
                      <a:pt x="2103" y="2495"/>
                    </a:lnTo>
                    <a:lnTo>
                      <a:pt x="2144" y="2426"/>
                    </a:lnTo>
                    <a:lnTo>
                      <a:pt x="2191" y="2361"/>
                    </a:lnTo>
                    <a:lnTo>
                      <a:pt x="2243" y="2300"/>
                    </a:lnTo>
                    <a:lnTo>
                      <a:pt x="2300" y="2243"/>
                    </a:lnTo>
                    <a:lnTo>
                      <a:pt x="2361" y="2191"/>
                    </a:lnTo>
                    <a:lnTo>
                      <a:pt x="2426" y="2144"/>
                    </a:lnTo>
                    <a:lnTo>
                      <a:pt x="2495" y="2103"/>
                    </a:lnTo>
                    <a:lnTo>
                      <a:pt x="2567" y="2067"/>
                    </a:lnTo>
                    <a:lnTo>
                      <a:pt x="2643" y="2037"/>
                    </a:lnTo>
                    <a:lnTo>
                      <a:pt x="2721" y="2013"/>
                    </a:lnTo>
                    <a:lnTo>
                      <a:pt x="2802" y="1996"/>
                    </a:lnTo>
                    <a:lnTo>
                      <a:pt x="2886" y="1985"/>
                    </a:lnTo>
                    <a:lnTo>
                      <a:pt x="2972" y="1982"/>
                    </a:lnTo>
                    <a:close/>
                    <a:moveTo>
                      <a:pt x="1980" y="1486"/>
                    </a:moveTo>
                    <a:lnTo>
                      <a:pt x="2476" y="1486"/>
                    </a:lnTo>
                    <a:lnTo>
                      <a:pt x="2476" y="1982"/>
                    </a:lnTo>
                    <a:lnTo>
                      <a:pt x="1980" y="1982"/>
                    </a:lnTo>
                    <a:lnTo>
                      <a:pt x="1980" y="1486"/>
                    </a:lnTo>
                    <a:close/>
                    <a:moveTo>
                      <a:pt x="1238" y="1486"/>
                    </a:moveTo>
                    <a:lnTo>
                      <a:pt x="1734" y="1486"/>
                    </a:lnTo>
                    <a:lnTo>
                      <a:pt x="1734" y="1982"/>
                    </a:lnTo>
                    <a:lnTo>
                      <a:pt x="1238" y="1982"/>
                    </a:lnTo>
                    <a:lnTo>
                      <a:pt x="1238" y="1486"/>
                    </a:lnTo>
                    <a:close/>
                    <a:moveTo>
                      <a:pt x="495" y="1486"/>
                    </a:moveTo>
                    <a:lnTo>
                      <a:pt x="990" y="1486"/>
                    </a:lnTo>
                    <a:lnTo>
                      <a:pt x="990" y="1982"/>
                    </a:lnTo>
                    <a:lnTo>
                      <a:pt x="495" y="1982"/>
                    </a:lnTo>
                    <a:lnTo>
                      <a:pt x="495" y="1486"/>
                    </a:lnTo>
                    <a:close/>
                    <a:moveTo>
                      <a:pt x="268" y="495"/>
                    </a:moveTo>
                    <a:lnTo>
                      <a:pt x="371" y="495"/>
                    </a:lnTo>
                    <a:lnTo>
                      <a:pt x="371" y="619"/>
                    </a:lnTo>
                    <a:lnTo>
                      <a:pt x="374" y="659"/>
                    </a:lnTo>
                    <a:lnTo>
                      <a:pt x="384" y="697"/>
                    </a:lnTo>
                    <a:lnTo>
                      <a:pt x="399" y="732"/>
                    </a:lnTo>
                    <a:lnTo>
                      <a:pt x="419" y="765"/>
                    </a:lnTo>
                    <a:lnTo>
                      <a:pt x="444" y="794"/>
                    </a:lnTo>
                    <a:lnTo>
                      <a:pt x="473" y="819"/>
                    </a:lnTo>
                    <a:lnTo>
                      <a:pt x="505" y="839"/>
                    </a:lnTo>
                    <a:lnTo>
                      <a:pt x="541" y="854"/>
                    </a:lnTo>
                    <a:lnTo>
                      <a:pt x="579" y="864"/>
                    </a:lnTo>
                    <a:lnTo>
                      <a:pt x="619" y="867"/>
                    </a:lnTo>
                    <a:lnTo>
                      <a:pt x="659" y="864"/>
                    </a:lnTo>
                    <a:lnTo>
                      <a:pt x="697" y="854"/>
                    </a:lnTo>
                    <a:lnTo>
                      <a:pt x="732" y="839"/>
                    </a:lnTo>
                    <a:lnTo>
                      <a:pt x="765" y="819"/>
                    </a:lnTo>
                    <a:lnTo>
                      <a:pt x="794" y="794"/>
                    </a:lnTo>
                    <a:lnTo>
                      <a:pt x="819" y="765"/>
                    </a:lnTo>
                    <a:lnTo>
                      <a:pt x="838" y="732"/>
                    </a:lnTo>
                    <a:lnTo>
                      <a:pt x="854" y="697"/>
                    </a:lnTo>
                    <a:lnTo>
                      <a:pt x="864" y="659"/>
                    </a:lnTo>
                    <a:lnTo>
                      <a:pt x="866" y="619"/>
                    </a:lnTo>
                    <a:lnTo>
                      <a:pt x="866" y="495"/>
                    </a:lnTo>
                    <a:lnTo>
                      <a:pt x="2353" y="495"/>
                    </a:lnTo>
                    <a:lnTo>
                      <a:pt x="2353" y="619"/>
                    </a:lnTo>
                    <a:lnTo>
                      <a:pt x="2355" y="659"/>
                    </a:lnTo>
                    <a:lnTo>
                      <a:pt x="2365" y="697"/>
                    </a:lnTo>
                    <a:lnTo>
                      <a:pt x="2380" y="732"/>
                    </a:lnTo>
                    <a:lnTo>
                      <a:pt x="2400" y="765"/>
                    </a:lnTo>
                    <a:lnTo>
                      <a:pt x="2425" y="794"/>
                    </a:lnTo>
                    <a:lnTo>
                      <a:pt x="2454" y="819"/>
                    </a:lnTo>
                    <a:lnTo>
                      <a:pt x="2487" y="839"/>
                    </a:lnTo>
                    <a:lnTo>
                      <a:pt x="2521" y="854"/>
                    </a:lnTo>
                    <a:lnTo>
                      <a:pt x="2560" y="864"/>
                    </a:lnTo>
                    <a:lnTo>
                      <a:pt x="2600" y="867"/>
                    </a:lnTo>
                    <a:lnTo>
                      <a:pt x="2641" y="864"/>
                    </a:lnTo>
                    <a:lnTo>
                      <a:pt x="2678" y="854"/>
                    </a:lnTo>
                    <a:lnTo>
                      <a:pt x="2714" y="839"/>
                    </a:lnTo>
                    <a:lnTo>
                      <a:pt x="2747" y="819"/>
                    </a:lnTo>
                    <a:lnTo>
                      <a:pt x="2776" y="794"/>
                    </a:lnTo>
                    <a:lnTo>
                      <a:pt x="2800" y="765"/>
                    </a:lnTo>
                    <a:lnTo>
                      <a:pt x="2820" y="732"/>
                    </a:lnTo>
                    <a:lnTo>
                      <a:pt x="2835" y="697"/>
                    </a:lnTo>
                    <a:lnTo>
                      <a:pt x="2844" y="659"/>
                    </a:lnTo>
                    <a:lnTo>
                      <a:pt x="2848" y="619"/>
                    </a:lnTo>
                    <a:lnTo>
                      <a:pt x="2848" y="495"/>
                    </a:lnTo>
                    <a:lnTo>
                      <a:pt x="2952" y="495"/>
                    </a:lnTo>
                    <a:lnTo>
                      <a:pt x="2995" y="498"/>
                    </a:lnTo>
                    <a:lnTo>
                      <a:pt x="3036" y="509"/>
                    </a:lnTo>
                    <a:lnTo>
                      <a:pt x="3074" y="526"/>
                    </a:lnTo>
                    <a:lnTo>
                      <a:pt x="3109" y="548"/>
                    </a:lnTo>
                    <a:lnTo>
                      <a:pt x="3141" y="574"/>
                    </a:lnTo>
                    <a:lnTo>
                      <a:pt x="3167" y="607"/>
                    </a:lnTo>
                    <a:lnTo>
                      <a:pt x="3189" y="642"/>
                    </a:lnTo>
                    <a:lnTo>
                      <a:pt x="3206" y="682"/>
                    </a:lnTo>
                    <a:lnTo>
                      <a:pt x="3215" y="724"/>
                    </a:lnTo>
                    <a:lnTo>
                      <a:pt x="3219" y="767"/>
                    </a:lnTo>
                    <a:lnTo>
                      <a:pt x="3219" y="1733"/>
                    </a:lnTo>
                    <a:lnTo>
                      <a:pt x="2972" y="1733"/>
                    </a:lnTo>
                    <a:lnTo>
                      <a:pt x="2972" y="1238"/>
                    </a:lnTo>
                    <a:lnTo>
                      <a:pt x="248" y="1238"/>
                    </a:lnTo>
                    <a:lnTo>
                      <a:pt x="248" y="2947"/>
                    </a:lnTo>
                    <a:lnTo>
                      <a:pt x="250" y="2959"/>
                    </a:lnTo>
                    <a:lnTo>
                      <a:pt x="258" y="2969"/>
                    </a:lnTo>
                    <a:lnTo>
                      <a:pt x="268" y="2972"/>
                    </a:lnTo>
                    <a:lnTo>
                      <a:pt x="1734" y="2972"/>
                    </a:lnTo>
                    <a:lnTo>
                      <a:pt x="1734" y="3219"/>
                    </a:lnTo>
                    <a:lnTo>
                      <a:pt x="268" y="3219"/>
                    </a:lnTo>
                    <a:lnTo>
                      <a:pt x="225" y="3216"/>
                    </a:lnTo>
                    <a:lnTo>
                      <a:pt x="183" y="3206"/>
                    </a:lnTo>
                    <a:lnTo>
                      <a:pt x="144" y="3189"/>
                    </a:lnTo>
                    <a:lnTo>
                      <a:pt x="109" y="3167"/>
                    </a:lnTo>
                    <a:lnTo>
                      <a:pt x="78" y="3140"/>
                    </a:lnTo>
                    <a:lnTo>
                      <a:pt x="52" y="3108"/>
                    </a:lnTo>
                    <a:lnTo>
                      <a:pt x="30" y="3072"/>
                    </a:lnTo>
                    <a:lnTo>
                      <a:pt x="13" y="3034"/>
                    </a:lnTo>
                    <a:lnTo>
                      <a:pt x="3" y="2991"/>
                    </a:lnTo>
                    <a:lnTo>
                      <a:pt x="0" y="2947"/>
                    </a:lnTo>
                    <a:lnTo>
                      <a:pt x="0" y="767"/>
                    </a:lnTo>
                    <a:lnTo>
                      <a:pt x="3" y="724"/>
                    </a:lnTo>
                    <a:lnTo>
                      <a:pt x="13" y="682"/>
                    </a:lnTo>
                    <a:lnTo>
                      <a:pt x="30" y="642"/>
                    </a:lnTo>
                    <a:lnTo>
                      <a:pt x="52" y="607"/>
                    </a:lnTo>
                    <a:lnTo>
                      <a:pt x="78" y="574"/>
                    </a:lnTo>
                    <a:lnTo>
                      <a:pt x="109" y="548"/>
                    </a:lnTo>
                    <a:lnTo>
                      <a:pt x="144" y="526"/>
                    </a:lnTo>
                    <a:lnTo>
                      <a:pt x="183" y="509"/>
                    </a:lnTo>
                    <a:lnTo>
                      <a:pt x="225" y="498"/>
                    </a:lnTo>
                    <a:lnTo>
                      <a:pt x="268" y="495"/>
                    </a:lnTo>
                    <a:close/>
                    <a:moveTo>
                      <a:pt x="2600" y="0"/>
                    </a:moveTo>
                    <a:lnTo>
                      <a:pt x="2629" y="3"/>
                    </a:lnTo>
                    <a:lnTo>
                      <a:pt x="2654" y="13"/>
                    </a:lnTo>
                    <a:lnTo>
                      <a:pt x="2678" y="27"/>
                    </a:lnTo>
                    <a:lnTo>
                      <a:pt x="2696" y="47"/>
                    </a:lnTo>
                    <a:lnTo>
                      <a:pt x="2712" y="69"/>
                    </a:lnTo>
                    <a:lnTo>
                      <a:pt x="2720" y="95"/>
                    </a:lnTo>
                    <a:lnTo>
                      <a:pt x="2724" y="124"/>
                    </a:lnTo>
                    <a:lnTo>
                      <a:pt x="2724" y="619"/>
                    </a:lnTo>
                    <a:lnTo>
                      <a:pt x="2720" y="648"/>
                    </a:lnTo>
                    <a:lnTo>
                      <a:pt x="2712" y="673"/>
                    </a:lnTo>
                    <a:lnTo>
                      <a:pt x="2696" y="696"/>
                    </a:lnTo>
                    <a:lnTo>
                      <a:pt x="2678" y="715"/>
                    </a:lnTo>
                    <a:lnTo>
                      <a:pt x="2654" y="730"/>
                    </a:lnTo>
                    <a:lnTo>
                      <a:pt x="2629" y="739"/>
                    </a:lnTo>
                    <a:lnTo>
                      <a:pt x="2600" y="743"/>
                    </a:lnTo>
                    <a:lnTo>
                      <a:pt x="2572" y="739"/>
                    </a:lnTo>
                    <a:lnTo>
                      <a:pt x="2546" y="730"/>
                    </a:lnTo>
                    <a:lnTo>
                      <a:pt x="2523" y="715"/>
                    </a:lnTo>
                    <a:lnTo>
                      <a:pt x="2503" y="696"/>
                    </a:lnTo>
                    <a:lnTo>
                      <a:pt x="2489" y="673"/>
                    </a:lnTo>
                    <a:lnTo>
                      <a:pt x="2479" y="648"/>
                    </a:lnTo>
                    <a:lnTo>
                      <a:pt x="2476" y="619"/>
                    </a:lnTo>
                    <a:lnTo>
                      <a:pt x="2476" y="124"/>
                    </a:lnTo>
                    <a:lnTo>
                      <a:pt x="2479" y="95"/>
                    </a:lnTo>
                    <a:lnTo>
                      <a:pt x="2489" y="69"/>
                    </a:lnTo>
                    <a:lnTo>
                      <a:pt x="2503" y="47"/>
                    </a:lnTo>
                    <a:lnTo>
                      <a:pt x="2523" y="27"/>
                    </a:lnTo>
                    <a:lnTo>
                      <a:pt x="2546" y="13"/>
                    </a:lnTo>
                    <a:lnTo>
                      <a:pt x="2572" y="3"/>
                    </a:lnTo>
                    <a:lnTo>
                      <a:pt x="2600" y="0"/>
                    </a:lnTo>
                    <a:close/>
                    <a:moveTo>
                      <a:pt x="619" y="0"/>
                    </a:moveTo>
                    <a:lnTo>
                      <a:pt x="647" y="3"/>
                    </a:lnTo>
                    <a:lnTo>
                      <a:pt x="673" y="13"/>
                    </a:lnTo>
                    <a:lnTo>
                      <a:pt x="696" y="27"/>
                    </a:lnTo>
                    <a:lnTo>
                      <a:pt x="715" y="47"/>
                    </a:lnTo>
                    <a:lnTo>
                      <a:pt x="730" y="69"/>
                    </a:lnTo>
                    <a:lnTo>
                      <a:pt x="740" y="95"/>
                    </a:lnTo>
                    <a:lnTo>
                      <a:pt x="743" y="124"/>
                    </a:lnTo>
                    <a:lnTo>
                      <a:pt x="743" y="619"/>
                    </a:lnTo>
                    <a:lnTo>
                      <a:pt x="740" y="648"/>
                    </a:lnTo>
                    <a:lnTo>
                      <a:pt x="730" y="673"/>
                    </a:lnTo>
                    <a:lnTo>
                      <a:pt x="715" y="696"/>
                    </a:lnTo>
                    <a:lnTo>
                      <a:pt x="696" y="715"/>
                    </a:lnTo>
                    <a:lnTo>
                      <a:pt x="673" y="730"/>
                    </a:lnTo>
                    <a:lnTo>
                      <a:pt x="647" y="739"/>
                    </a:lnTo>
                    <a:lnTo>
                      <a:pt x="619" y="743"/>
                    </a:lnTo>
                    <a:lnTo>
                      <a:pt x="590" y="739"/>
                    </a:lnTo>
                    <a:lnTo>
                      <a:pt x="565" y="730"/>
                    </a:lnTo>
                    <a:lnTo>
                      <a:pt x="542" y="715"/>
                    </a:lnTo>
                    <a:lnTo>
                      <a:pt x="523" y="696"/>
                    </a:lnTo>
                    <a:lnTo>
                      <a:pt x="508" y="673"/>
                    </a:lnTo>
                    <a:lnTo>
                      <a:pt x="499" y="648"/>
                    </a:lnTo>
                    <a:lnTo>
                      <a:pt x="495" y="619"/>
                    </a:lnTo>
                    <a:lnTo>
                      <a:pt x="495" y="124"/>
                    </a:lnTo>
                    <a:lnTo>
                      <a:pt x="499" y="95"/>
                    </a:lnTo>
                    <a:lnTo>
                      <a:pt x="508" y="69"/>
                    </a:lnTo>
                    <a:lnTo>
                      <a:pt x="523" y="47"/>
                    </a:lnTo>
                    <a:lnTo>
                      <a:pt x="542" y="27"/>
                    </a:lnTo>
                    <a:lnTo>
                      <a:pt x="565" y="13"/>
                    </a:lnTo>
                    <a:lnTo>
                      <a:pt x="590" y="3"/>
                    </a:lnTo>
                    <a:lnTo>
                      <a:pt x="619" y="0"/>
                    </a:lnTo>
                    <a:close/>
                  </a:path>
                </a:pathLst>
              </a:custGeom>
              <a:solidFill>
                <a:schemeClr val="accent3"/>
              </a:solidFill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  <p:grpSp>
          <p:nvGrpSpPr>
            <p:cNvPr id="18" name="그룹 60"/>
            <p:cNvGrpSpPr/>
            <p:nvPr/>
          </p:nvGrpSpPr>
          <p:grpSpPr>
            <a:xfrm>
              <a:off x="4228307" y="3143493"/>
              <a:ext cx="1884180" cy="1488466"/>
              <a:chOff x="4075907" y="2991093"/>
              <a:chExt cx="1884180" cy="1488466"/>
            </a:xfrm>
          </p:grpSpPr>
          <p:sp>
            <p:nvSpPr>
              <p:cNvPr id="33" name="Freeform 26"/>
              <p:cNvSpPr>
                <a:spLocks noEditPoints="1"/>
              </p:cNvSpPr>
              <p:nvPr/>
            </p:nvSpPr>
            <p:spPr bwMode="auto">
              <a:xfrm>
                <a:off x="4075907" y="2991093"/>
                <a:ext cx="1884180" cy="1488466"/>
              </a:xfrm>
              <a:custGeom>
                <a:avLst/>
                <a:gdLst>
                  <a:gd name="T0" fmla="*/ 667 w 2078"/>
                  <a:gd name="T1" fmla="*/ 130 h 1640"/>
                  <a:gd name="T2" fmla="*/ 477 w 2078"/>
                  <a:gd name="T3" fmla="*/ 194 h 1640"/>
                  <a:gd name="T4" fmla="*/ 312 w 2078"/>
                  <a:gd name="T5" fmla="*/ 310 h 1640"/>
                  <a:gd name="T6" fmla="*/ 185 w 2078"/>
                  <a:gd name="T7" fmla="*/ 472 h 1640"/>
                  <a:gd name="T8" fmla="*/ 110 w 2078"/>
                  <a:gd name="T9" fmla="*/ 670 h 1640"/>
                  <a:gd name="T10" fmla="*/ 96 w 2078"/>
                  <a:gd name="T11" fmla="*/ 877 h 1640"/>
                  <a:gd name="T12" fmla="*/ 143 w 2078"/>
                  <a:gd name="T13" fmla="*/ 1074 h 1640"/>
                  <a:gd name="T14" fmla="*/ 242 w 2078"/>
                  <a:gd name="T15" fmla="*/ 1248 h 1640"/>
                  <a:gd name="T16" fmla="*/ 389 w 2078"/>
                  <a:gd name="T17" fmla="*/ 1388 h 1640"/>
                  <a:gd name="T18" fmla="*/ 578 w 2078"/>
                  <a:gd name="T19" fmla="*/ 1482 h 1640"/>
                  <a:gd name="T20" fmla="*/ 784 w 2078"/>
                  <a:gd name="T21" fmla="*/ 1516 h 1640"/>
                  <a:gd name="T22" fmla="*/ 985 w 2078"/>
                  <a:gd name="T23" fmla="*/ 1489 h 1640"/>
                  <a:gd name="T24" fmla="*/ 1169 w 2078"/>
                  <a:gd name="T25" fmla="*/ 1407 h 1640"/>
                  <a:gd name="T26" fmla="*/ 1321 w 2078"/>
                  <a:gd name="T27" fmla="*/ 1275 h 1640"/>
                  <a:gd name="T28" fmla="*/ 1433 w 2078"/>
                  <a:gd name="T29" fmla="*/ 1101 h 1640"/>
                  <a:gd name="T30" fmla="*/ 1488 w 2078"/>
                  <a:gd name="T31" fmla="*/ 894 h 1640"/>
                  <a:gd name="T32" fmla="*/ 1480 w 2078"/>
                  <a:gd name="T33" fmla="*/ 691 h 1640"/>
                  <a:gd name="T34" fmla="*/ 1416 w 2078"/>
                  <a:gd name="T35" fmla="*/ 501 h 1640"/>
                  <a:gd name="T36" fmla="*/ 1300 w 2078"/>
                  <a:gd name="T37" fmla="*/ 336 h 1640"/>
                  <a:gd name="T38" fmla="*/ 1139 w 2078"/>
                  <a:gd name="T39" fmla="*/ 209 h 1640"/>
                  <a:gd name="T40" fmla="*/ 941 w 2078"/>
                  <a:gd name="T41" fmla="*/ 134 h 1640"/>
                  <a:gd name="T42" fmla="*/ 794 w 2078"/>
                  <a:gd name="T43" fmla="*/ 0 h 1640"/>
                  <a:gd name="T44" fmla="*/ 1011 w 2078"/>
                  <a:gd name="T45" fmla="*/ 20 h 1640"/>
                  <a:gd name="T46" fmla="*/ 1173 w 2078"/>
                  <a:gd name="T47" fmla="*/ 81 h 1640"/>
                  <a:gd name="T48" fmla="*/ 1309 w 2078"/>
                  <a:gd name="T49" fmla="*/ 178 h 1640"/>
                  <a:gd name="T50" fmla="*/ 1447 w 2078"/>
                  <a:gd name="T51" fmla="*/ 310 h 1640"/>
                  <a:gd name="T52" fmla="*/ 1579 w 2078"/>
                  <a:gd name="T53" fmla="*/ 467 h 1640"/>
                  <a:gd name="T54" fmla="*/ 1706 w 2078"/>
                  <a:gd name="T55" fmla="*/ 634 h 1640"/>
                  <a:gd name="T56" fmla="*/ 1819 w 2078"/>
                  <a:gd name="T57" fmla="*/ 801 h 1640"/>
                  <a:gd name="T58" fmla="*/ 1917 w 2078"/>
                  <a:gd name="T59" fmla="*/ 956 h 1640"/>
                  <a:gd name="T60" fmla="*/ 1996 w 2078"/>
                  <a:gd name="T61" fmla="*/ 1087 h 1640"/>
                  <a:gd name="T62" fmla="*/ 2051 w 2078"/>
                  <a:gd name="T63" fmla="*/ 1183 h 1640"/>
                  <a:gd name="T64" fmla="*/ 2077 w 2078"/>
                  <a:gd name="T65" fmla="*/ 1232 h 1640"/>
                  <a:gd name="T66" fmla="*/ 2064 w 2078"/>
                  <a:gd name="T67" fmla="*/ 1241 h 1640"/>
                  <a:gd name="T68" fmla="*/ 1997 w 2078"/>
                  <a:gd name="T69" fmla="*/ 1273 h 1640"/>
                  <a:gd name="T70" fmla="*/ 1882 w 2078"/>
                  <a:gd name="T71" fmla="*/ 1323 h 1640"/>
                  <a:gd name="T72" fmla="*/ 1731 w 2078"/>
                  <a:gd name="T73" fmla="*/ 1387 h 1640"/>
                  <a:gd name="T74" fmla="*/ 1552 w 2078"/>
                  <a:gd name="T75" fmla="*/ 1455 h 1640"/>
                  <a:gd name="T76" fmla="*/ 1358 w 2078"/>
                  <a:gd name="T77" fmla="*/ 1523 h 1640"/>
                  <a:gd name="T78" fmla="*/ 1157 w 2078"/>
                  <a:gd name="T79" fmla="*/ 1581 h 1640"/>
                  <a:gd name="T80" fmla="*/ 958 w 2078"/>
                  <a:gd name="T81" fmla="*/ 1623 h 1640"/>
                  <a:gd name="T82" fmla="*/ 776 w 2078"/>
                  <a:gd name="T83" fmla="*/ 1640 h 1640"/>
                  <a:gd name="T84" fmla="*/ 617 w 2078"/>
                  <a:gd name="T85" fmla="*/ 1628 h 1640"/>
                  <a:gd name="T86" fmla="*/ 435 w 2078"/>
                  <a:gd name="T87" fmla="*/ 1558 h 1640"/>
                  <a:gd name="T88" fmla="*/ 258 w 2078"/>
                  <a:gd name="T89" fmla="*/ 1431 h 1640"/>
                  <a:gd name="T90" fmla="*/ 124 w 2078"/>
                  <a:gd name="T91" fmla="*/ 1267 h 1640"/>
                  <a:gd name="T92" fmla="*/ 37 w 2078"/>
                  <a:gd name="T93" fmla="*/ 1074 h 1640"/>
                  <a:gd name="T94" fmla="*/ 0 w 2078"/>
                  <a:gd name="T95" fmla="*/ 863 h 1640"/>
                  <a:gd name="T96" fmla="*/ 19 w 2078"/>
                  <a:gd name="T97" fmla="*/ 645 h 1640"/>
                  <a:gd name="T98" fmla="*/ 99 w 2078"/>
                  <a:gd name="T99" fmla="*/ 434 h 1640"/>
                  <a:gd name="T100" fmla="*/ 226 w 2078"/>
                  <a:gd name="T101" fmla="*/ 259 h 1640"/>
                  <a:gd name="T102" fmla="*/ 390 w 2078"/>
                  <a:gd name="T103" fmla="*/ 126 h 1640"/>
                  <a:gd name="T104" fmla="*/ 583 w 2078"/>
                  <a:gd name="T105" fmla="*/ 37 h 1640"/>
                  <a:gd name="T106" fmla="*/ 794 w 2078"/>
                  <a:gd name="T107" fmla="*/ 0 h 164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</a:cxnLst>
                <a:rect l="0" t="0" r="r" b="b"/>
                <a:pathLst>
                  <a:path w="2078" h="1640">
                    <a:moveTo>
                      <a:pt x="802" y="119"/>
                    </a:moveTo>
                    <a:lnTo>
                      <a:pt x="733" y="122"/>
                    </a:lnTo>
                    <a:lnTo>
                      <a:pt x="667" y="130"/>
                    </a:lnTo>
                    <a:lnTo>
                      <a:pt x="601" y="146"/>
                    </a:lnTo>
                    <a:lnTo>
                      <a:pt x="537" y="167"/>
                    </a:lnTo>
                    <a:lnTo>
                      <a:pt x="477" y="194"/>
                    </a:lnTo>
                    <a:lnTo>
                      <a:pt x="417" y="228"/>
                    </a:lnTo>
                    <a:lnTo>
                      <a:pt x="363" y="267"/>
                    </a:lnTo>
                    <a:lnTo>
                      <a:pt x="312" y="310"/>
                    </a:lnTo>
                    <a:lnTo>
                      <a:pt x="265" y="360"/>
                    </a:lnTo>
                    <a:lnTo>
                      <a:pt x="223" y="413"/>
                    </a:lnTo>
                    <a:lnTo>
                      <a:pt x="185" y="472"/>
                    </a:lnTo>
                    <a:lnTo>
                      <a:pt x="154" y="534"/>
                    </a:lnTo>
                    <a:lnTo>
                      <a:pt x="129" y="602"/>
                    </a:lnTo>
                    <a:lnTo>
                      <a:pt x="110" y="670"/>
                    </a:lnTo>
                    <a:lnTo>
                      <a:pt x="99" y="739"/>
                    </a:lnTo>
                    <a:lnTo>
                      <a:pt x="95" y="808"/>
                    </a:lnTo>
                    <a:lnTo>
                      <a:pt x="96" y="877"/>
                    </a:lnTo>
                    <a:lnTo>
                      <a:pt x="106" y="944"/>
                    </a:lnTo>
                    <a:lnTo>
                      <a:pt x="122" y="1010"/>
                    </a:lnTo>
                    <a:lnTo>
                      <a:pt x="143" y="1074"/>
                    </a:lnTo>
                    <a:lnTo>
                      <a:pt x="170" y="1134"/>
                    </a:lnTo>
                    <a:lnTo>
                      <a:pt x="204" y="1192"/>
                    </a:lnTo>
                    <a:lnTo>
                      <a:pt x="242" y="1248"/>
                    </a:lnTo>
                    <a:lnTo>
                      <a:pt x="286" y="1299"/>
                    </a:lnTo>
                    <a:lnTo>
                      <a:pt x="335" y="1346"/>
                    </a:lnTo>
                    <a:lnTo>
                      <a:pt x="389" y="1388"/>
                    </a:lnTo>
                    <a:lnTo>
                      <a:pt x="448" y="1424"/>
                    </a:lnTo>
                    <a:lnTo>
                      <a:pt x="510" y="1457"/>
                    </a:lnTo>
                    <a:lnTo>
                      <a:pt x="578" y="1482"/>
                    </a:lnTo>
                    <a:lnTo>
                      <a:pt x="647" y="1500"/>
                    </a:lnTo>
                    <a:lnTo>
                      <a:pt x="715" y="1512"/>
                    </a:lnTo>
                    <a:lnTo>
                      <a:pt x="784" y="1516"/>
                    </a:lnTo>
                    <a:lnTo>
                      <a:pt x="853" y="1513"/>
                    </a:lnTo>
                    <a:lnTo>
                      <a:pt x="920" y="1504"/>
                    </a:lnTo>
                    <a:lnTo>
                      <a:pt x="985" y="1489"/>
                    </a:lnTo>
                    <a:lnTo>
                      <a:pt x="1050" y="1468"/>
                    </a:lnTo>
                    <a:lnTo>
                      <a:pt x="1111" y="1439"/>
                    </a:lnTo>
                    <a:lnTo>
                      <a:pt x="1169" y="1407"/>
                    </a:lnTo>
                    <a:lnTo>
                      <a:pt x="1224" y="1368"/>
                    </a:lnTo>
                    <a:lnTo>
                      <a:pt x="1275" y="1325"/>
                    </a:lnTo>
                    <a:lnTo>
                      <a:pt x="1321" y="1275"/>
                    </a:lnTo>
                    <a:lnTo>
                      <a:pt x="1364" y="1221"/>
                    </a:lnTo>
                    <a:lnTo>
                      <a:pt x="1401" y="1163"/>
                    </a:lnTo>
                    <a:lnTo>
                      <a:pt x="1433" y="1101"/>
                    </a:lnTo>
                    <a:lnTo>
                      <a:pt x="1457" y="1033"/>
                    </a:lnTo>
                    <a:lnTo>
                      <a:pt x="1476" y="965"/>
                    </a:lnTo>
                    <a:lnTo>
                      <a:pt x="1488" y="894"/>
                    </a:lnTo>
                    <a:lnTo>
                      <a:pt x="1492" y="826"/>
                    </a:lnTo>
                    <a:lnTo>
                      <a:pt x="1490" y="758"/>
                    </a:lnTo>
                    <a:lnTo>
                      <a:pt x="1480" y="691"/>
                    </a:lnTo>
                    <a:lnTo>
                      <a:pt x="1465" y="625"/>
                    </a:lnTo>
                    <a:lnTo>
                      <a:pt x="1444" y="561"/>
                    </a:lnTo>
                    <a:lnTo>
                      <a:pt x="1416" y="501"/>
                    </a:lnTo>
                    <a:lnTo>
                      <a:pt x="1383" y="441"/>
                    </a:lnTo>
                    <a:lnTo>
                      <a:pt x="1344" y="387"/>
                    </a:lnTo>
                    <a:lnTo>
                      <a:pt x="1300" y="336"/>
                    </a:lnTo>
                    <a:lnTo>
                      <a:pt x="1251" y="289"/>
                    </a:lnTo>
                    <a:lnTo>
                      <a:pt x="1197" y="247"/>
                    </a:lnTo>
                    <a:lnTo>
                      <a:pt x="1139" y="209"/>
                    </a:lnTo>
                    <a:lnTo>
                      <a:pt x="1076" y="178"/>
                    </a:lnTo>
                    <a:lnTo>
                      <a:pt x="1009" y="153"/>
                    </a:lnTo>
                    <a:lnTo>
                      <a:pt x="941" y="134"/>
                    </a:lnTo>
                    <a:lnTo>
                      <a:pt x="871" y="123"/>
                    </a:lnTo>
                    <a:lnTo>
                      <a:pt x="802" y="119"/>
                    </a:lnTo>
                    <a:close/>
                    <a:moveTo>
                      <a:pt x="794" y="0"/>
                    </a:moveTo>
                    <a:lnTo>
                      <a:pt x="865" y="0"/>
                    </a:lnTo>
                    <a:lnTo>
                      <a:pt x="938" y="7"/>
                    </a:lnTo>
                    <a:lnTo>
                      <a:pt x="1011" y="20"/>
                    </a:lnTo>
                    <a:lnTo>
                      <a:pt x="1084" y="41"/>
                    </a:lnTo>
                    <a:lnTo>
                      <a:pt x="1128" y="58"/>
                    </a:lnTo>
                    <a:lnTo>
                      <a:pt x="1173" y="81"/>
                    </a:lnTo>
                    <a:lnTo>
                      <a:pt x="1217" y="108"/>
                    </a:lnTo>
                    <a:lnTo>
                      <a:pt x="1263" y="140"/>
                    </a:lnTo>
                    <a:lnTo>
                      <a:pt x="1309" y="178"/>
                    </a:lnTo>
                    <a:lnTo>
                      <a:pt x="1355" y="219"/>
                    </a:lnTo>
                    <a:lnTo>
                      <a:pt x="1401" y="263"/>
                    </a:lnTo>
                    <a:lnTo>
                      <a:pt x="1447" y="310"/>
                    </a:lnTo>
                    <a:lnTo>
                      <a:pt x="1491" y="360"/>
                    </a:lnTo>
                    <a:lnTo>
                      <a:pt x="1536" y="413"/>
                    </a:lnTo>
                    <a:lnTo>
                      <a:pt x="1579" y="467"/>
                    </a:lnTo>
                    <a:lnTo>
                      <a:pt x="1622" y="522"/>
                    </a:lnTo>
                    <a:lnTo>
                      <a:pt x="1664" y="577"/>
                    </a:lnTo>
                    <a:lnTo>
                      <a:pt x="1706" y="634"/>
                    </a:lnTo>
                    <a:lnTo>
                      <a:pt x="1745" y="691"/>
                    </a:lnTo>
                    <a:lnTo>
                      <a:pt x="1782" y="746"/>
                    </a:lnTo>
                    <a:lnTo>
                      <a:pt x="1819" y="801"/>
                    </a:lnTo>
                    <a:lnTo>
                      <a:pt x="1854" y="855"/>
                    </a:lnTo>
                    <a:lnTo>
                      <a:pt x="1886" y="907"/>
                    </a:lnTo>
                    <a:lnTo>
                      <a:pt x="1917" y="956"/>
                    </a:lnTo>
                    <a:lnTo>
                      <a:pt x="1946" y="1004"/>
                    </a:lnTo>
                    <a:lnTo>
                      <a:pt x="1973" y="1048"/>
                    </a:lnTo>
                    <a:lnTo>
                      <a:pt x="1996" y="1087"/>
                    </a:lnTo>
                    <a:lnTo>
                      <a:pt x="2017" y="1124"/>
                    </a:lnTo>
                    <a:lnTo>
                      <a:pt x="2035" y="1156"/>
                    </a:lnTo>
                    <a:lnTo>
                      <a:pt x="2051" y="1183"/>
                    </a:lnTo>
                    <a:lnTo>
                      <a:pt x="2063" y="1205"/>
                    </a:lnTo>
                    <a:lnTo>
                      <a:pt x="2071" y="1221"/>
                    </a:lnTo>
                    <a:lnTo>
                      <a:pt x="2077" y="1232"/>
                    </a:lnTo>
                    <a:lnTo>
                      <a:pt x="2078" y="1234"/>
                    </a:lnTo>
                    <a:lnTo>
                      <a:pt x="2075" y="1237"/>
                    </a:lnTo>
                    <a:lnTo>
                      <a:pt x="2064" y="1241"/>
                    </a:lnTo>
                    <a:lnTo>
                      <a:pt x="2048" y="1249"/>
                    </a:lnTo>
                    <a:lnTo>
                      <a:pt x="2025" y="1260"/>
                    </a:lnTo>
                    <a:lnTo>
                      <a:pt x="1997" y="1273"/>
                    </a:lnTo>
                    <a:lnTo>
                      <a:pt x="1963" y="1288"/>
                    </a:lnTo>
                    <a:lnTo>
                      <a:pt x="1926" y="1306"/>
                    </a:lnTo>
                    <a:lnTo>
                      <a:pt x="1882" y="1323"/>
                    </a:lnTo>
                    <a:lnTo>
                      <a:pt x="1835" y="1343"/>
                    </a:lnTo>
                    <a:lnTo>
                      <a:pt x="1785" y="1365"/>
                    </a:lnTo>
                    <a:lnTo>
                      <a:pt x="1731" y="1387"/>
                    </a:lnTo>
                    <a:lnTo>
                      <a:pt x="1673" y="1410"/>
                    </a:lnTo>
                    <a:lnTo>
                      <a:pt x="1614" y="1433"/>
                    </a:lnTo>
                    <a:lnTo>
                      <a:pt x="1552" y="1455"/>
                    </a:lnTo>
                    <a:lnTo>
                      <a:pt x="1488" y="1478"/>
                    </a:lnTo>
                    <a:lnTo>
                      <a:pt x="1424" y="1501"/>
                    </a:lnTo>
                    <a:lnTo>
                      <a:pt x="1358" y="1523"/>
                    </a:lnTo>
                    <a:lnTo>
                      <a:pt x="1290" y="1543"/>
                    </a:lnTo>
                    <a:lnTo>
                      <a:pt x="1223" y="1563"/>
                    </a:lnTo>
                    <a:lnTo>
                      <a:pt x="1157" y="1581"/>
                    </a:lnTo>
                    <a:lnTo>
                      <a:pt x="1089" y="1597"/>
                    </a:lnTo>
                    <a:lnTo>
                      <a:pt x="1023" y="1611"/>
                    </a:lnTo>
                    <a:lnTo>
                      <a:pt x="958" y="1623"/>
                    </a:lnTo>
                    <a:lnTo>
                      <a:pt x="896" y="1631"/>
                    </a:lnTo>
                    <a:lnTo>
                      <a:pt x="834" y="1638"/>
                    </a:lnTo>
                    <a:lnTo>
                      <a:pt x="776" y="1640"/>
                    </a:lnTo>
                    <a:lnTo>
                      <a:pt x="719" y="1640"/>
                    </a:lnTo>
                    <a:lnTo>
                      <a:pt x="667" y="1636"/>
                    </a:lnTo>
                    <a:lnTo>
                      <a:pt x="617" y="1628"/>
                    </a:lnTo>
                    <a:lnTo>
                      <a:pt x="572" y="1617"/>
                    </a:lnTo>
                    <a:lnTo>
                      <a:pt x="501" y="1590"/>
                    </a:lnTo>
                    <a:lnTo>
                      <a:pt x="435" y="1558"/>
                    </a:lnTo>
                    <a:lnTo>
                      <a:pt x="371" y="1520"/>
                    </a:lnTo>
                    <a:lnTo>
                      <a:pt x="313" y="1478"/>
                    </a:lnTo>
                    <a:lnTo>
                      <a:pt x="258" y="1431"/>
                    </a:lnTo>
                    <a:lnTo>
                      <a:pt x="209" y="1380"/>
                    </a:lnTo>
                    <a:lnTo>
                      <a:pt x="164" y="1325"/>
                    </a:lnTo>
                    <a:lnTo>
                      <a:pt x="124" y="1267"/>
                    </a:lnTo>
                    <a:lnTo>
                      <a:pt x="89" y="1205"/>
                    </a:lnTo>
                    <a:lnTo>
                      <a:pt x="60" y="1141"/>
                    </a:lnTo>
                    <a:lnTo>
                      <a:pt x="37" y="1074"/>
                    </a:lnTo>
                    <a:lnTo>
                      <a:pt x="18" y="1005"/>
                    </a:lnTo>
                    <a:lnTo>
                      <a:pt x="6" y="935"/>
                    </a:lnTo>
                    <a:lnTo>
                      <a:pt x="0" y="863"/>
                    </a:lnTo>
                    <a:lnTo>
                      <a:pt x="0" y="792"/>
                    </a:lnTo>
                    <a:lnTo>
                      <a:pt x="7" y="718"/>
                    </a:lnTo>
                    <a:lnTo>
                      <a:pt x="19" y="645"/>
                    </a:lnTo>
                    <a:lnTo>
                      <a:pt x="39" y="572"/>
                    </a:lnTo>
                    <a:lnTo>
                      <a:pt x="66" y="502"/>
                    </a:lnTo>
                    <a:lnTo>
                      <a:pt x="99" y="434"/>
                    </a:lnTo>
                    <a:lnTo>
                      <a:pt x="137" y="372"/>
                    </a:lnTo>
                    <a:lnTo>
                      <a:pt x="178" y="313"/>
                    </a:lnTo>
                    <a:lnTo>
                      <a:pt x="226" y="259"/>
                    </a:lnTo>
                    <a:lnTo>
                      <a:pt x="277" y="209"/>
                    </a:lnTo>
                    <a:lnTo>
                      <a:pt x="332" y="165"/>
                    </a:lnTo>
                    <a:lnTo>
                      <a:pt x="390" y="126"/>
                    </a:lnTo>
                    <a:lnTo>
                      <a:pt x="452" y="91"/>
                    </a:lnTo>
                    <a:lnTo>
                      <a:pt x="516" y="61"/>
                    </a:lnTo>
                    <a:lnTo>
                      <a:pt x="583" y="37"/>
                    </a:lnTo>
                    <a:lnTo>
                      <a:pt x="652" y="19"/>
                    </a:lnTo>
                    <a:lnTo>
                      <a:pt x="722" y="7"/>
                    </a:lnTo>
                    <a:lnTo>
                      <a:pt x="794" y="0"/>
                    </a:lnTo>
                    <a:close/>
                  </a:path>
                </a:pathLst>
              </a:custGeom>
              <a:solidFill>
                <a:schemeClr val="accent4"/>
              </a:solidFill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grpSp>
            <p:nvGrpSpPr>
              <p:cNvPr id="34" name="Group 92"/>
              <p:cNvGrpSpPr/>
              <p:nvPr/>
            </p:nvGrpSpPr>
            <p:grpSpPr>
              <a:xfrm>
                <a:off x="4559245" y="3525194"/>
                <a:ext cx="479425" cy="477838"/>
                <a:chOff x="4575175" y="3521076"/>
                <a:chExt cx="479425" cy="477838"/>
              </a:xfrm>
            </p:grpSpPr>
            <p:sp>
              <p:nvSpPr>
                <p:cNvPr id="35" name="Freeform 54"/>
                <p:cNvSpPr>
                  <a:spLocks/>
                </p:cNvSpPr>
                <p:nvPr/>
              </p:nvSpPr>
              <p:spPr bwMode="auto">
                <a:xfrm>
                  <a:off x="4657725" y="3606801"/>
                  <a:ext cx="206375" cy="42863"/>
                </a:xfrm>
                <a:custGeom>
                  <a:avLst/>
                  <a:gdLst>
                    <a:gd name="T0" fmla="*/ 151 w 1438"/>
                    <a:gd name="T1" fmla="*/ 0 h 302"/>
                    <a:gd name="T2" fmla="*/ 1287 w 1438"/>
                    <a:gd name="T3" fmla="*/ 0 h 302"/>
                    <a:gd name="T4" fmla="*/ 1318 w 1438"/>
                    <a:gd name="T5" fmla="*/ 3 h 302"/>
                    <a:gd name="T6" fmla="*/ 1346 w 1438"/>
                    <a:gd name="T7" fmla="*/ 12 h 302"/>
                    <a:gd name="T8" fmla="*/ 1372 w 1438"/>
                    <a:gd name="T9" fmla="*/ 26 h 302"/>
                    <a:gd name="T10" fmla="*/ 1394 w 1438"/>
                    <a:gd name="T11" fmla="*/ 45 h 302"/>
                    <a:gd name="T12" fmla="*/ 1413 w 1438"/>
                    <a:gd name="T13" fmla="*/ 67 h 302"/>
                    <a:gd name="T14" fmla="*/ 1426 w 1438"/>
                    <a:gd name="T15" fmla="*/ 93 h 302"/>
                    <a:gd name="T16" fmla="*/ 1435 w 1438"/>
                    <a:gd name="T17" fmla="*/ 121 h 302"/>
                    <a:gd name="T18" fmla="*/ 1438 w 1438"/>
                    <a:gd name="T19" fmla="*/ 151 h 302"/>
                    <a:gd name="T20" fmla="*/ 1435 w 1438"/>
                    <a:gd name="T21" fmla="*/ 181 h 302"/>
                    <a:gd name="T22" fmla="*/ 1426 w 1438"/>
                    <a:gd name="T23" fmla="*/ 209 h 302"/>
                    <a:gd name="T24" fmla="*/ 1413 w 1438"/>
                    <a:gd name="T25" fmla="*/ 235 h 302"/>
                    <a:gd name="T26" fmla="*/ 1394 w 1438"/>
                    <a:gd name="T27" fmla="*/ 257 h 302"/>
                    <a:gd name="T28" fmla="*/ 1372 w 1438"/>
                    <a:gd name="T29" fmla="*/ 276 h 302"/>
                    <a:gd name="T30" fmla="*/ 1346 w 1438"/>
                    <a:gd name="T31" fmla="*/ 289 h 302"/>
                    <a:gd name="T32" fmla="*/ 1318 w 1438"/>
                    <a:gd name="T33" fmla="*/ 298 h 302"/>
                    <a:gd name="T34" fmla="*/ 1287 w 1438"/>
                    <a:gd name="T35" fmla="*/ 302 h 302"/>
                    <a:gd name="T36" fmla="*/ 151 w 1438"/>
                    <a:gd name="T37" fmla="*/ 302 h 302"/>
                    <a:gd name="T38" fmla="*/ 121 w 1438"/>
                    <a:gd name="T39" fmla="*/ 298 h 302"/>
                    <a:gd name="T40" fmla="*/ 93 w 1438"/>
                    <a:gd name="T41" fmla="*/ 289 h 302"/>
                    <a:gd name="T42" fmla="*/ 66 w 1438"/>
                    <a:gd name="T43" fmla="*/ 276 h 302"/>
                    <a:gd name="T44" fmla="*/ 44 w 1438"/>
                    <a:gd name="T45" fmla="*/ 257 h 302"/>
                    <a:gd name="T46" fmla="*/ 26 w 1438"/>
                    <a:gd name="T47" fmla="*/ 235 h 302"/>
                    <a:gd name="T48" fmla="*/ 12 w 1438"/>
                    <a:gd name="T49" fmla="*/ 209 h 302"/>
                    <a:gd name="T50" fmla="*/ 4 w 1438"/>
                    <a:gd name="T51" fmla="*/ 181 h 302"/>
                    <a:gd name="T52" fmla="*/ 0 w 1438"/>
                    <a:gd name="T53" fmla="*/ 151 h 302"/>
                    <a:gd name="T54" fmla="*/ 4 w 1438"/>
                    <a:gd name="T55" fmla="*/ 121 h 302"/>
                    <a:gd name="T56" fmla="*/ 12 w 1438"/>
                    <a:gd name="T57" fmla="*/ 93 h 302"/>
                    <a:gd name="T58" fmla="*/ 26 w 1438"/>
                    <a:gd name="T59" fmla="*/ 67 h 302"/>
                    <a:gd name="T60" fmla="*/ 44 w 1438"/>
                    <a:gd name="T61" fmla="*/ 45 h 302"/>
                    <a:gd name="T62" fmla="*/ 66 w 1438"/>
                    <a:gd name="T63" fmla="*/ 26 h 302"/>
                    <a:gd name="T64" fmla="*/ 93 w 1438"/>
                    <a:gd name="T65" fmla="*/ 12 h 302"/>
                    <a:gd name="T66" fmla="*/ 121 w 1438"/>
                    <a:gd name="T67" fmla="*/ 3 h 302"/>
                    <a:gd name="T68" fmla="*/ 151 w 1438"/>
                    <a:gd name="T69" fmla="*/ 0 h 30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</a:cxnLst>
                  <a:rect l="0" t="0" r="r" b="b"/>
                  <a:pathLst>
                    <a:path w="1438" h="302">
                      <a:moveTo>
                        <a:pt x="151" y="0"/>
                      </a:moveTo>
                      <a:lnTo>
                        <a:pt x="1287" y="0"/>
                      </a:lnTo>
                      <a:lnTo>
                        <a:pt x="1318" y="3"/>
                      </a:lnTo>
                      <a:lnTo>
                        <a:pt x="1346" y="12"/>
                      </a:lnTo>
                      <a:lnTo>
                        <a:pt x="1372" y="26"/>
                      </a:lnTo>
                      <a:lnTo>
                        <a:pt x="1394" y="45"/>
                      </a:lnTo>
                      <a:lnTo>
                        <a:pt x="1413" y="67"/>
                      </a:lnTo>
                      <a:lnTo>
                        <a:pt x="1426" y="93"/>
                      </a:lnTo>
                      <a:lnTo>
                        <a:pt x="1435" y="121"/>
                      </a:lnTo>
                      <a:lnTo>
                        <a:pt x="1438" y="151"/>
                      </a:lnTo>
                      <a:lnTo>
                        <a:pt x="1435" y="181"/>
                      </a:lnTo>
                      <a:lnTo>
                        <a:pt x="1426" y="209"/>
                      </a:lnTo>
                      <a:lnTo>
                        <a:pt x="1413" y="235"/>
                      </a:lnTo>
                      <a:lnTo>
                        <a:pt x="1394" y="257"/>
                      </a:lnTo>
                      <a:lnTo>
                        <a:pt x="1372" y="276"/>
                      </a:lnTo>
                      <a:lnTo>
                        <a:pt x="1346" y="289"/>
                      </a:lnTo>
                      <a:lnTo>
                        <a:pt x="1318" y="298"/>
                      </a:lnTo>
                      <a:lnTo>
                        <a:pt x="1287" y="302"/>
                      </a:lnTo>
                      <a:lnTo>
                        <a:pt x="151" y="302"/>
                      </a:lnTo>
                      <a:lnTo>
                        <a:pt x="121" y="298"/>
                      </a:lnTo>
                      <a:lnTo>
                        <a:pt x="93" y="289"/>
                      </a:lnTo>
                      <a:lnTo>
                        <a:pt x="66" y="276"/>
                      </a:lnTo>
                      <a:lnTo>
                        <a:pt x="44" y="257"/>
                      </a:lnTo>
                      <a:lnTo>
                        <a:pt x="26" y="235"/>
                      </a:lnTo>
                      <a:lnTo>
                        <a:pt x="12" y="209"/>
                      </a:lnTo>
                      <a:lnTo>
                        <a:pt x="4" y="181"/>
                      </a:lnTo>
                      <a:lnTo>
                        <a:pt x="0" y="151"/>
                      </a:lnTo>
                      <a:lnTo>
                        <a:pt x="4" y="121"/>
                      </a:lnTo>
                      <a:lnTo>
                        <a:pt x="12" y="93"/>
                      </a:lnTo>
                      <a:lnTo>
                        <a:pt x="26" y="67"/>
                      </a:lnTo>
                      <a:lnTo>
                        <a:pt x="44" y="45"/>
                      </a:lnTo>
                      <a:lnTo>
                        <a:pt x="66" y="26"/>
                      </a:lnTo>
                      <a:lnTo>
                        <a:pt x="93" y="12"/>
                      </a:lnTo>
                      <a:lnTo>
                        <a:pt x="121" y="3"/>
                      </a:lnTo>
                      <a:lnTo>
                        <a:pt x="151" y="0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36" name="Freeform 55"/>
                <p:cNvSpPr>
                  <a:spLocks/>
                </p:cNvSpPr>
                <p:nvPr/>
              </p:nvSpPr>
              <p:spPr bwMode="auto">
                <a:xfrm>
                  <a:off x="4657725" y="3687763"/>
                  <a:ext cx="206375" cy="42863"/>
                </a:xfrm>
                <a:custGeom>
                  <a:avLst/>
                  <a:gdLst>
                    <a:gd name="T0" fmla="*/ 151 w 1438"/>
                    <a:gd name="T1" fmla="*/ 0 h 301"/>
                    <a:gd name="T2" fmla="*/ 1287 w 1438"/>
                    <a:gd name="T3" fmla="*/ 0 h 301"/>
                    <a:gd name="T4" fmla="*/ 1318 w 1438"/>
                    <a:gd name="T5" fmla="*/ 3 h 301"/>
                    <a:gd name="T6" fmla="*/ 1346 w 1438"/>
                    <a:gd name="T7" fmla="*/ 12 h 301"/>
                    <a:gd name="T8" fmla="*/ 1372 w 1438"/>
                    <a:gd name="T9" fmla="*/ 26 h 301"/>
                    <a:gd name="T10" fmla="*/ 1394 w 1438"/>
                    <a:gd name="T11" fmla="*/ 44 h 301"/>
                    <a:gd name="T12" fmla="*/ 1413 w 1438"/>
                    <a:gd name="T13" fmla="*/ 66 h 301"/>
                    <a:gd name="T14" fmla="*/ 1426 w 1438"/>
                    <a:gd name="T15" fmla="*/ 92 h 301"/>
                    <a:gd name="T16" fmla="*/ 1435 w 1438"/>
                    <a:gd name="T17" fmla="*/ 120 h 301"/>
                    <a:gd name="T18" fmla="*/ 1438 w 1438"/>
                    <a:gd name="T19" fmla="*/ 150 h 301"/>
                    <a:gd name="T20" fmla="*/ 1435 w 1438"/>
                    <a:gd name="T21" fmla="*/ 181 h 301"/>
                    <a:gd name="T22" fmla="*/ 1426 w 1438"/>
                    <a:gd name="T23" fmla="*/ 210 h 301"/>
                    <a:gd name="T24" fmla="*/ 1413 w 1438"/>
                    <a:gd name="T25" fmla="*/ 235 h 301"/>
                    <a:gd name="T26" fmla="*/ 1394 w 1438"/>
                    <a:gd name="T27" fmla="*/ 258 h 301"/>
                    <a:gd name="T28" fmla="*/ 1372 w 1438"/>
                    <a:gd name="T29" fmla="*/ 275 h 301"/>
                    <a:gd name="T30" fmla="*/ 1346 w 1438"/>
                    <a:gd name="T31" fmla="*/ 290 h 301"/>
                    <a:gd name="T32" fmla="*/ 1318 w 1438"/>
                    <a:gd name="T33" fmla="*/ 298 h 301"/>
                    <a:gd name="T34" fmla="*/ 1287 w 1438"/>
                    <a:gd name="T35" fmla="*/ 301 h 301"/>
                    <a:gd name="T36" fmla="*/ 151 w 1438"/>
                    <a:gd name="T37" fmla="*/ 301 h 301"/>
                    <a:gd name="T38" fmla="*/ 121 w 1438"/>
                    <a:gd name="T39" fmla="*/ 298 h 301"/>
                    <a:gd name="T40" fmla="*/ 93 w 1438"/>
                    <a:gd name="T41" fmla="*/ 290 h 301"/>
                    <a:gd name="T42" fmla="*/ 66 w 1438"/>
                    <a:gd name="T43" fmla="*/ 275 h 301"/>
                    <a:gd name="T44" fmla="*/ 44 w 1438"/>
                    <a:gd name="T45" fmla="*/ 258 h 301"/>
                    <a:gd name="T46" fmla="*/ 26 w 1438"/>
                    <a:gd name="T47" fmla="*/ 235 h 301"/>
                    <a:gd name="T48" fmla="*/ 12 w 1438"/>
                    <a:gd name="T49" fmla="*/ 210 h 301"/>
                    <a:gd name="T50" fmla="*/ 4 w 1438"/>
                    <a:gd name="T51" fmla="*/ 181 h 301"/>
                    <a:gd name="T52" fmla="*/ 0 w 1438"/>
                    <a:gd name="T53" fmla="*/ 150 h 301"/>
                    <a:gd name="T54" fmla="*/ 4 w 1438"/>
                    <a:gd name="T55" fmla="*/ 120 h 301"/>
                    <a:gd name="T56" fmla="*/ 12 w 1438"/>
                    <a:gd name="T57" fmla="*/ 92 h 301"/>
                    <a:gd name="T58" fmla="*/ 26 w 1438"/>
                    <a:gd name="T59" fmla="*/ 66 h 301"/>
                    <a:gd name="T60" fmla="*/ 44 w 1438"/>
                    <a:gd name="T61" fmla="*/ 44 h 301"/>
                    <a:gd name="T62" fmla="*/ 66 w 1438"/>
                    <a:gd name="T63" fmla="*/ 26 h 301"/>
                    <a:gd name="T64" fmla="*/ 93 w 1438"/>
                    <a:gd name="T65" fmla="*/ 12 h 301"/>
                    <a:gd name="T66" fmla="*/ 121 w 1438"/>
                    <a:gd name="T67" fmla="*/ 3 h 301"/>
                    <a:gd name="T68" fmla="*/ 151 w 1438"/>
                    <a:gd name="T69" fmla="*/ 0 h 30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</a:cxnLst>
                  <a:rect l="0" t="0" r="r" b="b"/>
                  <a:pathLst>
                    <a:path w="1438" h="301">
                      <a:moveTo>
                        <a:pt x="151" y="0"/>
                      </a:moveTo>
                      <a:lnTo>
                        <a:pt x="1287" y="0"/>
                      </a:lnTo>
                      <a:lnTo>
                        <a:pt x="1318" y="3"/>
                      </a:lnTo>
                      <a:lnTo>
                        <a:pt x="1346" y="12"/>
                      </a:lnTo>
                      <a:lnTo>
                        <a:pt x="1372" y="26"/>
                      </a:lnTo>
                      <a:lnTo>
                        <a:pt x="1394" y="44"/>
                      </a:lnTo>
                      <a:lnTo>
                        <a:pt x="1413" y="66"/>
                      </a:lnTo>
                      <a:lnTo>
                        <a:pt x="1426" y="92"/>
                      </a:lnTo>
                      <a:lnTo>
                        <a:pt x="1435" y="120"/>
                      </a:lnTo>
                      <a:lnTo>
                        <a:pt x="1438" y="150"/>
                      </a:lnTo>
                      <a:lnTo>
                        <a:pt x="1435" y="181"/>
                      </a:lnTo>
                      <a:lnTo>
                        <a:pt x="1426" y="210"/>
                      </a:lnTo>
                      <a:lnTo>
                        <a:pt x="1413" y="235"/>
                      </a:lnTo>
                      <a:lnTo>
                        <a:pt x="1394" y="258"/>
                      </a:lnTo>
                      <a:lnTo>
                        <a:pt x="1372" y="275"/>
                      </a:lnTo>
                      <a:lnTo>
                        <a:pt x="1346" y="290"/>
                      </a:lnTo>
                      <a:lnTo>
                        <a:pt x="1318" y="298"/>
                      </a:lnTo>
                      <a:lnTo>
                        <a:pt x="1287" y="301"/>
                      </a:lnTo>
                      <a:lnTo>
                        <a:pt x="151" y="301"/>
                      </a:lnTo>
                      <a:lnTo>
                        <a:pt x="121" y="298"/>
                      </a:lnTo>
                      <a:lnTo>
                        <a:pt x="93" y="290"/>
                      </a:lnTo>
                      <a:lnTo>
                        <a:pt x="66" y="275"/>
                      </a:lnTo>
                      <a:lnTo>
                        <a:pt x="44" y="258"/>
                      </a:lnTo>
                      <a:lnTo>
                        <a:pt x="26" y="235"/>
                      </a:lnTo>
                      <a:lnTo>
                        <a:pt x="12" y="210"/>
                      </a:lnTo>
                      <a:lnTo>
                        <a:pt x="4" y="181"/>
                      </a:lnTo>
                      <a:lnTo>
                        <a:pt x="0" y="150"/>
                      </a:lnTo>
                      <a:lnTo>
                        <a:pt x="4" y="120"/>
                      </a:lnTo>
                      <a:lnTo>
                        <a:pt x="12" y="92"/>
                      </a:lnTo>
                      <a:lnTo>
                        <a:pt x="26" y="66"/>
                      </a:lnTo>
                      <a:lnTo>
                        <a:pt x="44" y="44"/>
                      </a:lnTo>
                      <a:lnTo>
                        <a:pt x="66" y="26"/>
                      </a:lnTo>
                      <a:lnTo>
                        <a:pt x="93" y="12"/>
                      </a:lnTo>
                      <a:lnTo>
                        <a:pt x="121" y="3"/>
                      </a:lnTo>
                      <a:lnTo>
                        <a:pt x="151" y="0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37" name="Freeform 56"/>
                <p:cNvSpPr>
                  <a:spLocks/>
                </p:cNvSpPr>
                <p:nvPr/>
              </p:nvSpPr>
              <p:spPr bwMode="auto">
                <a:xfrm>
                  <a:off x="4657725" y="3768726"/>
                  <a:ext cx="125413" cy="44450"/>
                </a:xfrm>
                <a:custGeom>
                  <a:avLst/>
                  <a:gdLst>
                    <a:gd name="T0" fmla="*/ 151 w 870"/>
                    <a:gd name="T1" fmla="*/ 0 h 301"/>
                    <a:gd name="T2" fmla="*/ 720 w 870"/>
                    <a:gd name="T3" fmla="*/ 0 h 301"/>
                    <a:gd name="T4" fmla="*/ 750 w 870"/>
                    <a:gd name="T5" fmla="*/ 4 h 301"/>
                    <a:gd name="T6" fmla="*/ 778 w 870"/>
                    <a:gd name="T7" fmla="*/ 12 h 301"/>
                    <a:gd name="T8" fmla="*/ 805 w 870"/>
                    <a:gd name="T9" fmla="*/ 26 h 301"/>
                    <a:gd name="T10" fmla="*/ 827 w 870"/>
                    <a:gd name="T11" fmla="*/ 44 h 301"/>
                    <a:gd name="T12" fmla="*/ 845 w 870"/>
                    <a:gd name="T13" fmla="*/ 67 h 301"/>
                    <a:gd name="T14" fmla="*/ 859 w 870"/>
                    <a:gd name="T15" fmla="*/ 92 h 301"/>
                    <a:gd name="T16" fmla="*/ 867 w 870"/>
                    <a:gd name="T17" fmla="*/ 120 h 301"/>
                    <a:gd name="T18" fmla="*/ 870 w 870"/>
                    <a:gd name="T19" fmla="*/ 151 h 301"/>
                    <a:gd name="T20" fmla="*/ 867 w 870"/>
                    <a:gd name="T21" fmla="*/ 181 h 301"/>
                    <a:gd name="T22" fmla="*/ 859 w 870"/>
                    <a:gd name="T23" fmla="*/ 209 h 301"/>
                    <a:gd name="T24" fmla="*/ 845 w 870"/>
                    <a:gd name="T25" fmla="*/ 234 h 301"/>
                    <a:gd name="T26" fmla="*/ 827 w 870"/>
                    <a:gd name="T27" fmla="*/ 257 h 301"/>
                    <a:gd name="T28" fmla="*/ 805 w 870"/>
                    <a:gd name="T29" fmla="*/ 275 h 301"/>
                    <a:gd name="T30" fmla="*/ 778 w 870"/>
                    <a:gd name="T31" fmla="*/ 290 h 301"/>
                    <a:gd name="T32" fmla="*/ 750 w 870"/>
                    <a:gd name="T33" fmla="*/ 298 h 301"/>
                    <a:gd name="T34" fmla="*/ 720 w 870"/>
                    <a:gd name="T35" fmla="*/ 301 h 301"/>
                    <a:gd name="T36" fmla="*/ 151 w 870"/>
                    <a:gd name="T37" fmla="*/ 301 h 301"/>
                    <a:gd name="T38" fmla="*/ 121 w 870"/>
                    <a:gd name="T39" fmla="*/ 298 h 301"/>
                    <a:gd name="T40" fmla="*/ 93 w 870"/>
                    <a:gd name="T41" fmla="*/ 290 h 301"/>
                    <a:gd name="T42" fmla="*/ 66 w 870"/>
                    <a:gd name="T43" fmla="*/ 275 h 301"/>
                    <a:gd name="T44" fmla="*/ 44 w 870"/>
                    <a:gd name="T45" fmla="*/ 257 h 301"/>
                    <a:gd name="T46" fmla="*/ 26 w 870"/>
                    <a:gd name="T47" fmla="*/ 234 h 301"/>
                    <a:gd name="T48" fmla="*/ 12 w 870"/>
                    <a:gd name="T49" fmla="*/ 209 h 301"/>
                    <a:gd name="T50" fmla="*/ 4 w 870"/>
                    <a:gd name="T51" fmla="*/ 181 h 301"/>
                    <a:gd name="T52" fmla="*/ 0 w 870"/>
                    <a:gd name="T53" fmla="*/ 151 h 301"/>
                    <a:gd name="T54" fmla="*/ 4 w 870"/>
                    <a:gd name="T55" fmla="*/ 120 h 301"/>
                    <a:gd name="T56" fmla="*/ 12 w 870"/>
                    <a:gd name="T57" fmla="*/ 92 h 301"/>
                    <a:gd name="T58" fmla="*/ 26 w 870"/>
                    <a:gd name="T59" fmla="*/ 67 h 301"/>
                    <a:gd name="T60" fmla="*/ 44 w 870"/>
                    <a:gd name="T61" fmla="*/ 44 h 301"/>
                    <a:gd name="T62" fmla="*/ 66 w 870"/>
                    <a:gd name="T63" fmla="*/ 26 h 301"/>
                    <a:gd name="T64" fmla="*/ 93 w 870"/>
                    <a:gd name="T65" fmla="*/ 12 h 301"/>
                    <a:gd name="T66" fmla="*/ 121 w 870"/>
                    <a:gd name="T67" fmla="*/ 4 h 301"/>
                    <a:gd name="T68" fmla="*/ 151 w 870"/>
                    <a:gd name="T69" fmla="*/ 0 h 30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</a:cxnLst>
                  <a:rect l="0" t="0" r="r" b="b"/>
                  <a:pathLst>
                    <a:path w="870" h="301">
                      <a:moveTo>
                        <a:pt x="151" y="0"/>
                      </a:moveTo>
                      <a:lnTo>
                        <a:pt x="720" y="0"/>
                      </a:lnTo>
                      <a:lnTo>
                        <a:pt x="750" y="4"/>
                      </a:lnTo>
                      <a:lnTo>
                        <a:pt x="778" y="12"/>
                      </a:lnTo>
                      <a:lnTo>
                        <a:pt x="805" y="26"/>
                      </a:lnTo>
                      <a:lnTo>
                        <a:pt x="827" y="44"/>
                      </a:lnTo>
                      <a:lnTo>
                        <a:pt x="845" y="67"/>
                      </a:lnTo>
                      <a:lnTo>
                        <a:pt x="859" y="92"/>
                      </a:lnTo>
                      <a:lnTo>
                        <a:pt x="867" y="120"/>
                      </a:lnTo>
                      <a:lnTo>
                        <a:pt x="870" y="151"/>
                      </a:lnTo>
                      <a:lnTo>
                        <a:pt x="867" y="181"/>
                      </a:lnTo>
                      <a:lnTo>
                        <a:pt x="859" y="209"/>
                      </a:lnTo>
                      <a:lnTo>
                        <a:pt x="845" y="234"/>
                      </a:lnTo>
                      <a:lnTo>
                        <a:pt x="827" y="257"/>
                      </a:lnTo>
                      <a:lnTo>
                        <a:pt x="805" y="275"/>
                      </a:lnTo>
                      <a:lnTo>
                        <a:pt x="778" y="290"/>
                      </a:lnTo>
                      <a:lnTo>
                        <a:pt x="750" y="298"/>
                      </a:lnTo>
                      <a:lnTo>
                        <a:pt x="720" y="301"/>
                      </a:lnTo>
                      <a:lnTo>
                        <a:pt x="151" y="301"/>
                      </a:lnTo>
                      <a:lnTo>
                        <a:pt x="121" y="298"/>
                      </a:lnTo>
                      <a:lnTo>
                        <a:pt x="93" y="290"/>
                      </a:lnTo>
                      <a:lnTo>
                        <a:pt x="66" y="275"/>
                      </a:lnTo>
                      <a:lnTo>
                        <a:pt x="44" y="257"/>
                      </a:lnTo>
                      <a:lnTo>
                        <a:pt x="26" y="234"/>
                      </a:lnTo>
                      <a:lnTo>
                        <a:pt x="12" y="209"/>
                      </a:lnTo>
                      <a:lnTo>
                        <a:pt x="4" y="181"/>
                      </a:lnTo>
                      <a:lnTo>
                        <a:pt x="0" y="151"/>
                      </a:lnTo>
                      <a:lnTo>
                        <a:pt x="4" y="120"/>
                      </a:lnTo>
                      <a:lnTo>
                        <a:pt x="12" y="92"/>
                      </a:lnTo>
                      <a:lnTo>
                        <a:pt x="26" y="67"/>
                      </a:lnTo>
                      <a:lnTo>
                        <a:pt x="44" y="44"/>
                      </a:lnTo>
                      <a:lnTo>
                        <a:pt x="66" y="26"/>
                      </a:lnTo>
                      <a:lnTo>
                        <a:pt x="93" y="12"/>
                      </a:lnTo>
                      <a:lnTo>
                        <a:pt x="121" y="4"/>
                      </a:lnTo>
                      <a:lnTo>
                        <a:pt x="151" y="0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38" name="Freeform 57"/>
                <p:cNvSpPr>
                  <a:spLocks/>
                </p:cNvSpPr>
                <p:nvPr/>
              </p:nvSpPr>
              <p:spPr bwMode="auto">
                <a:xfrm>
                  <a:off x="4575175" y="3521076"/>
                  <a:ext cx="371475" cy="477838"/>
                </a:xfrm>
                <a:custGeom>
                  <a:avLst/>
                  <a:gdLst>
                    <a:gd name="T0" fmla="*/ 152 w 2574"/>
                    <a:gd name="T1" fmla="*/ 0 h 3310"/>
                    <a:gd name="T2" fmla="*/ 2423 w 2574"/>
                    <a:gd name="T3" fmla="*/ 0 h 3310"/>
                    <a:gd name="T4" fmla="*/ 2453 w 2574"/>
                    <a:gd name="T5" fmla="*/ 3 h 3310"/>
                    <a:gd name="T6" fmla="*/ 2481 w 2574"/>
                    <a:gd name="T7" fmla="*/ 12 h 3310"/>
                    <a:gd name="T8" fmla="*/ 2507 w 2574"/>
                    <a:gd name="T9" fmla="*/ 26 h 3310"/>
                    <a:gd name="T10" fmla="*/ 2529 w 2574"/>
                    <a:gd name="T11" fmla="*/ 44 h 3310"/>
                    <a:gd name="T12" fmla="*/ 2548 w 2574"/>
                    <a:gd name="T13" fmla="*/ 67 h 3310"/>
                    <a:gd name="T14" fmla="*/ 2562 w 2574"/>
                    <a:gd name="T15" fmla="*/ 92 h 3310"/>
                    <a:gd name="T16" fmla="*/ 2571 w 2574"/>
                    <a:gd name="T17" fmla="*/ 120 h 3310"/>
                    <a:gd name="T18" fmla="*/ 2574 w 2574"/>
                    <a:gd name="T19" fmla="*/ 150 h 3310"/>
                    <a:gd name="T20" fmla="*/ 2574 w 2574"/>
                    <a:gd name="T21" fmla="*/ 374 h 3310"/>
                    <a:gd name="T22" fmla="*/ 2272 w 2574"/>
                    <a:gd name="T23" fmla="*/ 896 h 3310"/>
                    <a:gd name="T24" fmla="*/ 2272 w 2574"/>
                    <a:gd name="T25" fmla="*/ 301 h 3310"/>
                    <a:gd name="T26" fmla="*/ 304 w 2574"/>
                    <a:gd name="T27" fmla="*/ 301 h 3310"/>
                    <a:gd name="T28" fmla="*/ 304 w 2574"/>
                    <a:gd name="T29" fmla="*/ 3008 h 3310"/>
                    <a:gd name="T30" fmla="*/ 2272 w 2574"/>
                    <a:gd name="T31" fmla="*/ 3008 h 3310"/>
                    <a:gd name="T32" fmla="*/ 2272 w 2574"/>
                    <a:gd name="T33" fmla="*/ 2634 h 3310"/>
                    <a:gd name="T34" fmla="*/ 2430 w 2574"/>
                    <a:gd name="T35" fmla="*/ 2530 h 3310"/>
                    <a:gd name="T36" fmla="*/ 2458 w 2574"/>
                    <a:gd name="T37" fmla="*/ 2508 h 3310"/>
                    <a:gd name="T38" fmla="*/ 2482 w 2574"/>
                    <a:gd name="T39" fmla="*/ 2483 h 3310"/>
                    <a:gd name="T40" fmla="*/ 2502 w 2574"/>
                    <a:gd name="T41" fmla="*/ 2454 h 3310"/>
                    <a:gd name="T42" fmla="*/ 2574 w 2574"/>
                    <a:gd name="T43" fmla="*/ 2330 h 3310"/>
                    <a:gd name="T44" fmla="*/ 2574 w 2574"/>
                    <a:gd name="T45" fmla="*/ 3159 h 3310"/>
                    <a:gd name="T46" fmla="*/ 2571 w 2574"/>
                    <a:gd name="T47" fmla="*/ 3189 h 3310"/>
                    <a:gd name="T48" fmla="*/ 2562 w 2574"/>
                    <a:gd name="T49" fmla="*/ 3217 h 3310"/>
                    <a:gd name="T50" fmla="*/ 2548 w 2574"/>
                    <a:gd name="T51" fmla="*/ 3243 h 3310"/>
                    <a:gd name="T52" fmla="*/ 2529 w 2574"/>
                    <a:gd name="T53" fmla="*/ 3265 h 3310"/>
                    <a:gd name="T54" fmla="*/ 2507 w 2574"/>
                    <a:gd name="T55" fmla="*/ 3284 h 3310"/>
                    <a:gd name="T56" fmla="*/ 2481 w 2574"/>
                    <a:gd name="T57" fmla="*/ 3297 h 3310"/>
                    <a:gd name="T58" fmla="*/ 2453 w 2574"/>
                    <a:gd name="T59" fmla="*/ 3307 h 3310"/>
                    <a:gd name="T60" fmla="*/ 2423 w 2574"/>
                    <a:gd name="T61" fmla="*/ 3310 h 3310"/>
                    <a:gd name="T62" fmla="*/ 152 w 2574"/>
                    <a:gd name="T63" fmla="*/ 3310 h 3310"/>
                    <a:gd name="T64" fmla="*/ 121 w 2574"/>
                    <a:gd name="T65" fmla="*/ 3307 h 3310"/>
                    <a:gd name="T66" fmla="*/ 93 w 2574"/>
                    <a:gd name="T67" fmla="*/ 3297 h 3310"/>
                    <a:gd name="T68" fmla="*/ 67 w 2574"/>
                    <a:gd name="T69" fmla="*/ 3284 h 3310"/>
                    <a:gd name="T70" fmla="*/ 45 w 2574"/>
                    <a:gd name="T71" fmla="*/ 3265 h 3310"/>
                    <a:gd name="T72" fmla="*/ 26 w 2574"/>
                    <a:gd name="T73" fmla="*/ 3243 h 3310"/>
                    <a:gd name="T74" fmla="*/ 13 w 2574"/>
                    <a:gd name="T75" fmla="*/ 3217 h 3310"/>
                    <a:gd name="T76" fmla="*/ 3 w 2574"/>
                    <a:gd name="T77" fmla="*/ 3189 h 3310"/>
                    <a:gd name="T78" fmla="*/ 0 w 2574"/>
                    <a:gd name="T79" fmla="*/ 3159 h 3310"/>
                    <a:gd name="T80" fmla="*/ 0 w 2574"/>
                    <a:gd name="T81" fmla="*/ 150 h 3310"/>
                    <a:gd name="T82" fmla="*/ 3 w 2574"/>
                    <a:gd name="T83" fmla="*/ 120 h 3310"/>
                    <a:gd name="T84" fmla="*/ 13 w 2574"/>
                    <a:gd name="T85" fmla="*/ 92 h 3310"/>
                    <a:gd name="T86" fmla="*/ 26 w 2574"/>
                    <a:gd name="T87" fmla="*/ 67 h 3310"/>
                    <a:gd name="T88" fmla="*/ 45 w 2574"/>
                    <a:gd name="T89" fmla="*/ 44 h 3310"/>
                    <a:gd name="T90" fmla="*/ 67 w 2574"/>
                    <a:gd name="T91" fmla="*/ 26 h 3310"/>
                    <a:gd name="T92" fmla="*/ 93 w 2574"/>
                    <a:gd name="T93" fmla="*/ 12 h 3310"/>
                    <a:gd name="T94" fmla="*/ 121 w 2574"/>
                    <a:gd name="T95" fmla="*/ 3 h 3310"/>
                    <a:gd name="T96" fmla="*/ 152 w 2574"/>
                    <a:gd name="T97" fmla="*/ 0 h 331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</a:cxnLst>
                  <a:rect l="0" t="0" r="r" b="b"/>
                  <a:pathLst>
                    <a:path w="2574" h="3310">
                      <a:moveTo>
                        <a:pt x="152" y="0"/>
                      </a:moveTo>
                      <a:lnTo>
                        <a:pt x="2423" y="0"/>
                      </a:lnTo>
                      <a:lnTo>
                        <a:pt x="2453" y="3"/>
                      </a:lnTo>
                      <a:lnTo>
                        <a:pt x="2481" y="12"/>
                      </a:lnTo>
                      <a:lnTo>
                        <a:pt x="2507" y="26"/>
                      </a:lnTo>
                      <a:lnTo>
                        <a:pt x="2529" y="44"/>
                      </a:lnTo>
                      <a:lnTo>
                        <a:pt x="2548" y="67"/>
                      </a:lnTo>
                      <a:lnTo>
                        <a:pt x="2562" y="92"/>
                      </a:lnTo>
                      <a:lnTo>
                        <a:pt x="2571" y="120"/>
                      </a:lnTo>
                      <a:lnTo>
                        <a:pt x="2574" y="150"/>
                      </a:lnTo>
                      <a:lnTo>
                        <a:pt x="2574" y="374"/>
                      </a:lnTo>
                      <a:lnTo>
                        <a:pt x="2272" y="896"/>
                      </a:lnTo>
                      <a:lnTo>
                        <a:pt x="2272" y="301"/>
                      </a:lnTo>
                      <a:lnTo>
                        <a:pt x="304" y="301"/>
                      </a:lnTo>
                      <a:lnTo>
                        <a:pt x="304" y="3008"/>
                      </a:lnTo>
                      <a:lnTo>
                        <a:pt x="2272" y="3008"/>
                      </a:lnTo>
                      <a:lnTo>
                        <a:pt x="2272" y="2634"/>
                      </a:lnTo>
                      <a:lnTo>
                        <a:pt x="2430" y="2530"/>
                      </a:lnTo>
                      <a:lnTo>
                        <a:pt x="2458" y="2508"/>
                      </a:lnTo>
                      <a:lnTo>
                        <a:pt x="2482" y="2483"/>
                      </a:lnTo>
                      <a:lnTo>
                        <a:pt x="2502" y="2454"/>
                      </a:lnTo>
                      <a:lnTo>
                        <a:pt x="2574" y="2330"/>
                      </a:lnTo>
                      <a:lnTo>
                        <a:pt x="2574" y="3159"/>
                      </a:lnTo>
                      <a:lnTo>
                        <a:pt x="2571" y="3189"/>
                      </a:lnTo>
                      <a:lnTo>
                        <a:pt x="2562" y="3217"/>
                      </a:lnTo>
                      <a:lnTo>
                        <a:pt x="2548" y="3243"/>
                      </a:lnTo>
                      <a:lnTo>
                        <a:pt x="2529" y="3265"/>
                      </a:lnTo>
                      <a:lnTo>
                        <a:pt x="2507" y="3284"/>
                      </a:lnTo>
                      <a:lnTo>
                        <a:pt x="2481" y="3297"/>
                      </a:lnTo>
                      <a:lnTo>
                        <a:pt x="2453" y="3307"/>
                      </a:lnTo>
                      <a:lnTo>
                        <a:pt x="2423" y="3310"/>
                      </a:lnTo>
                      <a:lnTo>
                        <a:pt x="152" y="3310"/>
                      </a:lnTo>
                      <a:lnTo>
                        <a:pt x="121" y="3307"/>
                      </a:lnTo>
                      <a:lnTo>
                        <a:pt x="93" y="3297"/>
                      </a:lnTo>
                      <a:lnTo>
                        <a:pt x="67" y="3284"/>
                      </a:lnTo>
                      <a:lnTo>
                        <a:pt x="45" y="3265"/>
                      </a:lnTo>
                      <a:lnTo>
                        <a:pt x="26" y="3243"/>
                      </a:lnTo>
                      <a:lnTo>
                        <a:pt x="13" y="3217"/>
                      </a:lnTo>
                      <a:lnTo>
                        <a:pt x="3" y="3189"/>
                      </a:lnTo>
                      <a:lnTo>
                        <a:pt x="0" y="3159"/>
                      </a:lnTo>
                      <a:lnTo>
                        <a:pt x="0" y="150"/>
                      </a:lnTo>
                      <a:lnTo>
                        <a:pt x="3" y="120"/>
                      </a:lnTo>
                      <a:lnTo>
                        <a:pt x="13" y="92"/>
                      </a:lnTo>
                      <a:lnTo>
                        <a:pt x="26" y="67"/>
                      </a:lnTo>
                      <a:lnTo>
                        <a:pt x="45" y="44"/>
                      </a:lnTo>
                      <a:lnTo>
                        <a:pt x="67" y="26"/>
                      </a:lnTo>
                      <a:lnTo>
                        <a:pt x="93" y="12"/>
                      </a:lnTo>
                      <a:lnTo>
                        <a:pt x="121" y="3"/>
                      </a:lnTo>
                      <a:lnTo>
                        <a:pt x="152" y="0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41" name="Freeform 58"/>
                <p:cNvSpPr>
                  <a:spLocks noEditPoints="1"/>
                </p:cNvSpPr>
                <p:nvPr/>
              </p:nvSpPr>
              <p:spPr bwMode="auto">
                <a:xfrm>
                  <a:off x="4826000" y="3575051"/>
                  <a:ext cx="228600" cy="341313"/>
                </a:xfrm>
                <a:custGeom>
                  <a:avLst/>
                  <a:gdLst>
                    <a:gd name="T0" fmla="*/ 131 w 1591"/>
                    <a:gd name="T1" fmla="*/ 1996 h 2370"/>
                    <a:gd name="T2" fmla="*/ 223 w 1591"/>
                    <a:gd name="T3" fmla="*/ 2040 h 2370"/>
                    <a:gd name="T4" fmla="*/ 308 w 1591"/>
                    <a:gd name="T5" fmla="*/ 2097 h 2370"/>
                    <a:gd name="T6" fmla="*/ 439 w 1591"/>
                    <a:gd name="T7" fmla="*/ 1980 h 2370"/>
                    <a:gd name="T8" fmla="*/ 389 w 1591"/>
                    <a:gd name="T9" fmla="*/ 1934 h 2370"/>
                    <a:gd name="T10" fmla="*/ 314 w 1591"/>
                    <a:gd name="T11" fmla="*/ 1883 h 2370"/>
                    <a:gd name="T12" fmla="*/ 245 w 1591"/>
                    <a:gd name="T13" fmla="*/ 1849 h 2370"/>
                    <a:gd name="T14" fmla="*/ 187 w 1591"/>
                    <a:gd name="T15" fmla="*/ 1829 h 2370"/>
                    <a:gd name="T16" fmla="*/ 141 w 1591"/>
                    <a:gd name="T17" fmla="*/ 1820 h 2370"/>
                    <a:gd name="T18" fmla="*/ 1118 w 1591"/>
                    <a:gd name="T19" fmla="*/ 0 h 2370"/>
                    <a:gd name="T20" fmla="*/ 1173 w 1591"/>
                    <a:gd name="T21" fmla="*/ 7 h 2370"/>
                    <a:gd name="T22" fmla="*/ 1240 w 1591"/>
                    <a:gd name="T23" fmla="*/ 25 h 2370"/>
                    <a:gd name="T24" fmla="*/ 1319 w 1591"/>
                    <a:gd name="T25" fmla="*/ 57 h 2370"/>
                    <a:gd name="T26" fmla="*/ 1407 w 1591"/>
                    <a:gd name="T27" fmla="*/ 108 h 2370"/>
                    <a:gd name="T28" fmla="*/ 1478 w 1591"/>
                    <a:gd name="T29" fmla="*/ 163 h 2370"/>
                    <a:gd name="T30" fmla="*/ 1528 w 1591"/>
                    <a:gd name="T31" fmla="*/ 215 h 2370"/>
                    <a:gd name="T32" fmla="*/ 1561 w 1591"/>
                    <a:gd name="T33" fmla="*/ 261 h 2370"/>
                    <a:gd name="T34" fmla="*/ 1580 w 1591"/>
                    <a:gd name="T35" fmla="*/ 297 h 2370"/>
                    <a:gd name="T36" fmla="*/ 1588 w 1591"/>
                    <a:gd name="T37" fmla="*/ 320 h 2370"/>
                    <a:gd name="T38" fmla="*/ 1591 w 1591"/>
                    <a:gd name="T39" fmla="*/ 344 h 2370"/>
                    <a:gd name="T40" fmla="*/ 1581 w 1591"/>
                    <a:gd name="T41" fmla="*/ 379 h 2370"/>
                    <a:gd name="T42" fmla="*/ 625 w 1591"/>
                    <a:gd name="T43" fmla="*/ 2021 h 2370"/>
                    <a:gd name="T44" fmla="*/ 116 w 1591"/>
                    <a:gd name="T45" fmla="*/ 2357 h 2370"/>
                    <a:gd name="T46" fmla="*/ 77 w 1591"/>
                    <a:gd name="T47" fmla="*/ 2370 h 2370"/>
                    <a:gd name="T48" fmla="*/ 36 w 1591"/>
                    <a:gd name="T49" fmla="*/ 2359 h 2370"/>
                    <a:gd name="T50" fmla="*/ 12 w 1591"/>
                    <a:gd name="T51" fmla="*/ 2338 h 2370"/>
                    <a:gd name="T52" fmla="*/ 0 w 1591"/>
                    <a:gd name="T53" fmla="*/ 2306 h 2370"/>
                    <a:gd name="T54" fmla="*/ 34 w 1591"/>
                    <a:gd name="T55" fmla="*/ 1702 h 2370"/>
                    <a:gd name="T56" fmla="*/ 45 w 1591"/>
                    <a:gd name="T57" fmla="*/ 1670 h 2370"/>
                    <a:gd name="T58" fmla="*/ 1002 w 1591"/>
                    <a:gd name="T59" fmla="*/ 27 h 2370"/>
                    <a:gd name="T60" fmla="*/ 1034 w 1591"/>
                    <a:gd name="T61" fmla="*/ 7 h 2370"/>
                    <a:gd name="T62" fmla="*/ 1048 w 1591"/>
                    <a:gd name="T63" fmla="*/ 4 h 2370"/>
                    <a:gd name="T64" fmla="*/ 1076 w 1591"/>
                    <a:gd name="T65" fmla="*/ 0 h 237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</a:cxnLst>
                  <a:rect l="0" t="0" r="r" b="b"/>
                  <a:pathLst>
                    <a:path w="1591" h="2370">
                      <a:moveTo>
                        <a:pt x="141" y="1820"/>
                      </a:moveTo>
                      <a:lnTo>
                        <a:pt x="131" y="1996"/>
                      </a:lnTo>
                      <a:lnTo>
                        <a:pt x="177" y="2016"/>
                      </a:lnTo>
                      <a:lnTo>
                        <a:pt x="223" y="2040"/>
                      </a:lnTo>
                      <a:lnTo>
                        <a:pt x="267" y="2067"/>
                      </a:lnTo>
                      <a:lnTo>
                        <a:pt x="308" y="2097"/>
                      </a:lnTo>
                      <a:lnTo>
                        <a:pt x="455" y="2000"/>
                      </a:lnTo>
                      <a:lnTo>
                        <a:pt x="439" y="1980"/>
                      </a:lnTo>
                      <a:lnTo>
                        <a:pt x="417" y="1958"/>
                      </a:lnTo>
                      <a:lnTo>
                        <a:pt x="389" y="1934"/>
                      </a:lnTo>
                      <a:lnTo>
                        <a:pt x="355" y="1909"/>
                      </a:lnTo>
                      <a:lnTo>
                        <a:pt x="314" y="1883"/>
                      </a:lnTo>
                      <a:lnTo>
                        <a:pt x="278" y="1864"/>
                      </a:lnTo>
                      <a:lnTo>
                        <a:pt x="245" y="1849"/>
                      </a:lnTo>
                      <a:lnTo>
                        <a:pt x="214" y="1837"/>
                      </a:lnTo>
                      <a:lnTo>
                        <a:pt x="187" y="1829"/>
                      </a:lnTo>
                      <a:lnTo>
                        <a:pt x="163" y="1824"/>
                      </a:lnTo>
                      <a:lnTo>
                        <a:pt x="141" y="1820"/>
                      </a:lnTo>
                      <a:close/>
                      <a:moveTo>
                        <a:pt x="1095" y="0"/>
                      </a:moveTo>
                      <a:lnTo>
                        <a:pt x="1118" y="0"/>
                      </a:lnTo>
                      <a:lnTo>
                        <a:pt x="1144" y="2"/>
                      </a:lnTo>
                      <a:lnTo>
                        <a:pt x="1173" y="7"/>
                      </a:lnTo>
                      <a:lnTo>
                        <a:pt x="1205" y="14"/>
                      </a:lnTo>
                      <a:lnTo>
                        <a:pt x="1240" y="25"/>
                      </a:lnTo>
                      <a:lnTo>
                        <a:pt x="1278" y="39"/>
                      </a:lnTo>
                      <a:lnTo>
                        <a:pt x="1319" y="57"/>
                      </a:lnTo>
                      <a:lnTo>
                        <a:pt x="1362" y="81"/>
                      </a:lnTo>
                      <a:lnTo>
                        <a:pt x="1407" y="108"/>
                      </a:lnTo>
                      <a:lnTo>
                        <a:pt x="1446" y="136"/>
                      </a:lnTo>
                      <a:lnTo>
                        <a:pt x="1478" y="163"/>
                      </a:lnTo>
                      <a:lnTo>
                        <a:pt x="1505" y="190"/>
                      </a:lnTo>
                      <a:lnTo>
                        <a:pt x="1528" y="215"/>
                      </a:lnTo>
                      <a:lnTo>
                        <a:pt x="1546" y="239"/>
                      </a:lnTo>
                      <a:lnTo>
                        <a:pt x="1561" y="261"/>
                      </a:lnTo>
                      <a:lnTo>
                        <a:pt x="1571" y="280"/>
                      </a:lnTo>
                      <a:lnTo>
                        <a:pt x="1580" y="297"/>
                      </a:lnTo>
                      <a:lnTo>
                        <a:pt x="1585" y="311"/>
                      </a:lnTo>
                      <a:lnTo>
                        <a:pt x="1588" y="320"/>
                      </a:lnTo>
                      <a:lnTo>
                        <a:pt x="1589" y="325"/>
                      </a:lnTo>
                      <a:lnTo>
                        <a:pt x="1591" y="344"/>
                      </a:lnTo>
                      <a:lnTo>
                        <a:pt x="1588" y="363"/>
                      </a:lnTo>
                      <a:lnTo>
                        <a:pt x="1581" y="379"/>
                      </a:lnTo>
                      <a:lnTo>
                        <a:pt x="634" y="2008"/>
                      </a:lnTo>
                      <a:lnTo>
                        <a:pt x="625" y="2021"/>
                      </a:lnTo>
                      <a:lnTo>
                        <a:pt x="611" y="2033"/>
                      </a:lnTo>
                      <a:lnTo>
                        <a:pt x="116" y="2357"/>
                      </a:lnTo>
                      <a:lnTo>
                        <a:pt x="97" y="2367"/>
                      </a:lnTo>
                      <a:lnTo>
                        <a:pt x="77" y="2370"/>
                      </a:lnTo>
                      <a:lnTo>
                        <a:pt x="56" y="2368"/>
                      </a:lnTo>
                      <a:lnTo>
                        <a:pt x="36" y="2359"/>
                      </a:lnTo>
                      <a:lnTo>
                        <a:pt x="23" y="2350"/>
                      </a:lnTo>
                      <a:lnTo>
                        <a:pt x="12" y="2338"/>
                      </a:lnTo>
                      <a:lnTo>
                        <a:pt x="5" y="2323"/>
                      </a:lnTo>
                      <a:lnTo>
                        <a:pt x="0" y="2306"/>
                      </a:lnTo>
                      <a:lnTo>
                        <a:pt x="0" y="2290"/>
                      </a:lnTo>
                      <a:lnTo>
                        <a:pt x="34" y="1702"/>
                      </a:lnTo>
                      <a:lnTo>
                        <a:pt x="38" y="1685"/>
                      </a:lnTo>
                      <a:lnTo>
                        <a:pt x="45" y="1670"/>
                      </a:lnTo>
                      <a:lnTo>
                        <a:pt x="991" y="41"/>
                      </a:lnTo>
                      <a:lnTo>
                        <a:pt x="1002" y="27"/>
                      </a:lnTo>
                      <a:lnTo>
                        <a:pt x="1016" y="15"/>
                      </a:lnTo>
                      <a:lnTo>
                        <a:pt x="1034" y="7"/>
                      </a:lnTo>
                      <a:lnTo>
                        <a:pt x="1038" y="6"/>
                      </a:lnTo>
                      <a:lnTo>
                        <a:pt x="1048" y="4"/>
                      </a:lnTo>
                      <a:lnTo>
                        <a:pt x="1060" y="2"/>
                      </a:lnTo>
                      <a:lnTo>
                        <a:pt x="1076" y="0"/>
                      </a:lnTo>
                      <a:lnTo>
                        <a:pt x="1095" y="0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42" name="Freeform 59"/>
                <p:cNvSpPr>
                  <a:spLocks/>
                </p:cNvSpPr>
                <p:nvPr/>
              </p:nvSpPr>
              <p:spPr bwMode="auto">
                <a:xfrm>
                  <a:off x="4645025" y="3849688"/>
                  <a:ext cx="166688" cy="84138"/>
                </a:xfrm>
                <a:custGeom>
                  <a:avLst/>
                  <a:gdLst>
                    <a:gd name="T0" fmla="*/ 557 w 1155"/>
                    <a:gd name="T1" fmla="*/ 5 h 591"/>
                    <a:gd name="T2" fmla="*/ 583 w 1155"/>
                    <a:gd name="T3" fmla="*/ 28 h 591"/>
                    <a:gd name="T4" fmla="*/ 591 w 1155"/>
                    <a:gd name="T5" fmla="*/ 111 h 591"/>
                    <a:gd name="T6" fmla="*/ 560 w 1155"/>
                    <a:gd name="T7" fmla="*/ 199 h 591"/>
                    <a:gd name="T8" fmla="*/ 569 w 1155"/>
                    <a:gd name="T9" fmla="*/ 242 h 591"/>
                    <a:gd name="T10" fmla="*/ 587 w 1155"/>
                    <a:gd name="T11" fmla="*/ 270 h 591"/>
                    <a:gd name="T12" fmla="*/ 637 w 1155"/>
                    <a:gd name="T13" fmla="*/ 278 h 591"/>
                    <a:gd name="T14" fmla="*/ 681 w 1155"/>
                    <a:gd name="T15" fmla="*/ 323 h 591"/>
                    <a:gd name="T16" fmla="*/ 693 w 1155"/>
                    <a:gd name="T17" fmla="*/ 357 h 591"/>
                    <a:gd name="T18" fmla="*/ 847 w 1155"/>
                    <a:gd name="T19" fmla="*/ 351 h 591"/>
                    <a:gd name="T20" fmla="*/ 996 w 1155"/>
                    <a:gd name="T21" fmla="*/ 366 h 591"/>
                    <a:gd name="T22" fmla="*/ 1118 w 1155"/>
                    <a:gd name="T23" fmla="*/ 373 h 591"/>
                    <a:gd name="T24" fmla="*/ 1149 w 1155"/>
                    <a:gd name="T25" fmla="*/ 400 h 591"/>
                    <a:gd name="T26" fmla="*/ 1154 w 1155"/>
                    <a:gd name="T27" fmla="*/ 441 h 591"/>
                    <a:gd name="T28" fmla="*/ 1131 w 1155"/>
                    <a:gd name="T29" fmla="*/ 475 h 591"/>
                    <a:gd name="T30" fmla="*/ 1066 w 1155"/>
                    <a:gd name="T31" fmla="*/ 482 h 591"/>
                    <a:gd name="T32" fmla="*/ 957 w 1155"/>
                    <a:gd name="T33" fmla="*/ 467 h 591"/>
                    <a:gd name="T34" fmla="*/ 843 w 1155"/>
                    <a:gd name="T35" fmla="*/ 452 h 591"/>
                    <a:gd name="T36" fmla="*/ 738 w 1155"/>
                    <a:gd name="T37" fmla="*/ 461 h 591"/>
                    <a:gd name="T38" fmla="*/ 679 w 1155"/>
                    <a:gd name="T39" fmla="*/ 486 h 591"/>
                    <a:gd name="T40" fmla="*/ 636 w 1155"/>
                    <a:gd name="T41" fmla="*/ 492 h 591"/>
                    <a:gd name="T42" fmla="*/ 603 w 1155"/>
                    <a:gd name="T43" fmla="*/ 477 h 591"/>
                    <a:gd name="T44" fmla="*/ 576 w 1155"/>
                    <a:gd name="T45" fmla="*/ 454 h 591"/>
                    <a:gd name="T46" fmla="*/ 571 w 1155"/>
                    <a:gd name="T47" fmla="*/ 407 h 591"/>
                    <a:gd name="T48" fmla="*/ 537 w 1155"/>
                    <a:gd name="T49" fmla="*/ 457 h 591"/>
                    <a:gd name="T50" fmla="*/ 495 w 1155"/>
                    <a:gd name="T51" fmla="*/ 471 h 591"/>
                    <a:gd name="T52" fmla="*/ 455 w 1155"/>
                    <a:gd name="T53" fmla="*/ 456 h 591"/>
                    <a:gd name="T54" fmla="*/ 439 w 1155"/>
                    <a:gd name="T55" fmla="*/ 419 h 591"/>
                    <a:gd name="T56" fmla="*/ 450 w 1155"/>
                    <a:gd name="T57" fmla="*/ 390 h 591"/>
                    <a:gd name="T58" fmla="*/ 458 w 1155"/>
                    <a:gd name="T59" fmla="*/ 369 h 591"/>
                    <a:gd name="T60" fmla="*/ 422 w 1155"/>
                    <a:gd name="T61" fmla="*/ 404 h 591"/>
                    <a:gd name="T62" fmla="*/ 379 w 1155"/>
                    <a:gd name="T63" fmla="*/ 428 h 591"/>
                    <a:gd name="T64" fmla="*/ 335 w 1155"/>
                    <a:gd name="T65" fmla="*/ 417 h 591"/>
                    <a:gd name="T66" fmla="*/ 314 w 1155"/>
                    <a:gd name="T67" fmla="*/ 379 h 591"/>
                    <a:gd name="T68" fmla="*/ 364 w 1155"/>
                    <a:gd name="T69" fmla="*/ 288 h 591"/>
                    <a:gd name="T70" fmla="*/ 252 w 1155"/>
                    <a:gd name="T71" fmla="*/ 393 h 591"/>
                    <a:gd name="T72" fmla="*/ 96 w 1155"/>
                    <a:gd name="T73" fmla="*/ 581 h 591"/>
                    <a:gd name="T74" fmla="*/ 49 w 1155"/>
                    <a:gd name="T75" fmla="*/ 590 h 591"/>
                    <a:gd name="T76" fmla="*/ 9 w 1155"/>
                    <a:gd name="T77" fmla="*/ 569 h 591"/>
                    <a:gd name="T78" fmla="*/ 2 w 1155"/>
                    <a:gd name="T79" fmla="*/ 527 h 591"/>
                    <a:gd name="T80" fmla="*/ 138 w 1155"/>
                    <a:gd name="T81" fmla="*/ 351 h 591"/>
                    <a:gd name="T82" fmla="*/ 344 w 1155"/>
                    <a:gd name="T83" fmla="*/ 123 h 591"/>
                    <a:gd name="T84" fmla="*/ 398 w 1155"/>
                    <a:gd name="T85" fmla="*/ 70 h 591"/>
                    <a:gd name="T86" fmla="*/ 462 w 1155"/>
                    <a:gd name="T87" fmla="*/ 20 h 591"/>
                    <a:gd name="T88" fmla="*/ 534 w 1155"/>
                    <a:gd name="T89" fmla="*/ 0 h 59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</a:cxnLst>
                  <a:rect l="0" t="0" r="r" b="b"/>
                  <a:pathLst>
                    <a:path w="1155" h="591">
                      <a:moveTo>
                        <a:pt x="534" y="0"/>
                      </a:moveTo>
                      <a:lnTo>
                        <a:pt x="545" y="2"/>
                      </a:lnTo>
                      <a:lnTo>
                        <a:pt x="557" y="5"/>
                      </a:lnTo>
                      <a:lnTo>
                        <a:pt x="567" y="10"/>
                      </a:lnTo>
                      <a:lnTo>
                        <a:pt x="576" y="18"/>
                      </a:lnTo>
                      <a:lnTo>
                        <a:pt x="583" y="28"/>
                      </a:lnTo>
                      <a:lnTo>
                        <a:pt x="591" y="54"/>
                      </a:lnTo>
                      <a:lnTo>
                        <a:pt x="593" y="82"/>
                      </a:lnTo>
                      <a:lnTo>
                        <a:pt x="591" y="111"/>
                      </a:lnTo>
                      <a:lnTo>
                        <a:pt x="584" y="140"/>
                      </a:lnTo>
                      <a:lnTo>
                        <a:pt x="573" y="170"/>
                      </a:lnTo>
                      <a:lnTo>
                        <a:pt x="560" y="199"/>
                      </a:lnTo>
                      <a:lnTo>
                        <a:pt x="543" y="230"/>
                      </a:lnTo>
                      <a:lnTo>
                        <a:pt x="557" y="235"/>
                      </a:lnTo>
                      <a:lnTo>
                        <a:pt x="569" y="242"/>
                      </a:lnTo>
                      <a:lnTo>
                        <a:pt x="579" y="254"/>
                      </a:lnTo>
                      <a:lnTo>
                        <a:pt x="583" y="263"/>
                      </a:lnTo>
                      <a:lnTo>
                        <a:pt x="587" y="270"/>
                      </a:lnTo>
                      <a:lnTo>
                        <a:pt x="604" y="269"/>
                      </a:lnTo>
                      <a:lnTo>
                        <a:pt x="620" y="272"/>
                      </a:lnTo>
                      <a:lnTo>
                        <a:pt x="637" y="278"/>
                      </a:lnTo>
                      <a:lnTo>
                        <a:pt x="653" y="289"/>
                      </a:lnTo>
                      <a:lnTo>
                        <a:pt x="668" y="303"/>
                      </a:lnTo>
                      <a:lnTo>
                        <a:pt x="681" y="323"/>
                      </a:lnTo>
                      <a:lnTo>
                        <a:pt x="689" y="338"/>
                      </a:lnTo>
                      <a:lnTo>
                        <a:pt x="692" y="349"/>
                      </a:lnTo>
                      <a:lnTo>
                        <a:pt x="693" y="357"/>
                      </a:lnTo>
                      <a:lnTo>
                        <a:pt x="746" y="351"/>
                      </a:lnTo>
                      <a:lnTo>
                        <a:pt x="797" y="350"/>
                      </a:lnTo>
                      <a:lnTo>
                        <a:pt x="847" y="351"/>
                      </a:lnTo>
                      <a:lnTo>
                        <a:pt x="897" y="355"/>
                      </a:lnTo>
                      <a:lnTo>
                        <a:pt x="946" y="361"/>
                      </a:lnTo>
                      <a:lnTo>
                        <a:pt x="996" y="366"/>
                      </a:lnTo>
                      <a:lnTo>
                        <a:pt x="1048" y="369"/>
                      </a:lnTo>
                      <a:lnTo>
                        <a:pt x="1101" y="371"/>
                      </a:lnTo>
                      <a:lnTo>
                        <a:pt x="1118" y="373"/>
                      </a:lnTo>
                      <a:lnTo>
                        <a:pt x="1131" y="379"/>
                      </a:lnTo>
                      <a:lnTo>
                        <a:pt x="1142" y="389"/>
                      </a:lnTo>
                      <a:lnTo>
                        <a:pt x="1149" y="400"/>
                      </a:lnTo>
                      <a:lnTo>
                        <a:pt x="1154" y="413"/>
                      </a:lnTo>
                      <a:lnTo>
                        <a:pt x="1155" y="427"/>
                      </a:lnTo>
                      <a:lnTo>
                        <a:pt x="1154" y="441"/>
                      </a:lnTo>
                      <a:lnTo>
                        <a:pt x="1149" y="454"/>
                      </a:lnTo>
                      <a:lnTo>
                        <a:pt x="1142" y="466"/>
                      </a:lnTo>
                      <a:lnTo>
                        <a:pt x="1131" y="475"/>
                      </a:lnTo>
                      <a:lnTo>
                        <a:pt x="1118" y="481"/>
                      </a:lnTo>
                      <a:lnTo>
                        <a:pt x="1101" y="483"/>
                      </a:lnTo>
                      <a:lnTo>
                        <a:pt x="1066" y="482"/>
                      </a:lnTo>
                      <a:lnTo>
                        <a:pt x="1031" y="478"/>
                      </a:lnTo>
                      <a:lnTo>
                        <a:pt x="993" y="473"/>
                      </a:lnTo>
                      <a:lnTo>
                        <a:pt x="957" y="467"/>
                      </a:lnTo>
                      <a:lnTo>
                        <a:pt x="919" y="460"/>
                      </a:lnTo>
                      <a:lnTo>
                        <a:pt x="881" y="455"/>
                      </a:lnTo>
                      <a:lnTo>
                        <a:pt x="843" y="452"/>
                      </a:lnTo>
                      <a:lnTo>
                        <a:pt x="807" y="451"/>
                      </a:lnTo>
                      <a:lnTo>
                        <a:pt x="771" y="454"/>
                      </a:lnTo>
                      <a:lnTo>
                        <a:pt x="738" y="461"/>
                      </a:lnTo>
                      <a:lnTo>
                        <a:pt x="705" y="474"/>
                      </a:lnTo>
                      <a:lnTo>
                        <a:pt x="693" y="480"/>
                      </a:lnTo>
                      <a:lnTo>
                        <a:pt x="679" y="486"/>
                      </a:lnTo>
                      <a:lnTo>
                        <a:pt x="664" y="492"/>
                      </a:lnTo>
                      <a:lnTo>
                        <a:pt x="651" y="494"/>
                      </a:lnTo>
                      <a:lnTo>
                        <a:pt x="636" y="492"/>
                      </a:lnTo>
                      <a:lnTo>
                        <a:pt x="626" y="487"/>
                      </a:lnTo>
                      <a:lnTo>
                        <a:pt x="614" y="482"/>
                      </a:lnTo>
                      <a:lnTo>
                        <a:pt x="603" y="477"/>
                      </a:lnTo>
                      <a:lnTo>
                        <a:pt x="592" y="471"/>
                      </a:lnTo>
                      <a:lnTo>
                        <a:pt x="584" y="464"/>
                      </a:lnTo>
                      <a:lnTo>
                        <a:pt x="576" y="454"/>
                      </a:lnTo>
                      <a:lnTo>
                        <a:pt x="572" y="442"/>
                      </a:lnTo>
                      <a:lnTo>
                        <a:pt x="571" y="423"/>
                      </a:lnTo>
                      <a:lnTo>
                        <a:pt x="571" y="407"/>
                      </a:lnTo>
                      <a:lnTo>
                        <a:pt x="560" y="427"/>
                      </a:lnTo>
                      <a:lnTo>
                        <a:pt x="547" y="446"/>
                      </a:lnTo>
                      <a:lnTo>
                        <a:pt x="537" y="457"/>
                      </a:lnTo>
                      <a:lnTo>
                        <a:pt x="524" y="466"/>
                      </a:lnTo>
                      <a:lnTo>
                        <a:pt x="509" y="470"/>
                      </a:lnTo>
                      <a:lnTo>
                        <a:pt x="495" y="471"/>
                      </a:lnTo>
                      <a:lnTo>
                        <a:pt x="480" y="469"/>
                      </a:lnTo>
                      <a:lnTo>
                        <a:pt x="467" y="464"/>
                      </a:lnTo>
                      <a:lnTo>
                        <a:pt x="455" y="456"/>
                      </a:lnTo>
                      <a:lnTo>
                        <a:pt x="446" y="446"/>
                      </a:lnTo>
                      <a:lnTo>
                        <a:pt x="440" y="433"/>
                      </a:lnTo>
                      <a:lnTo>
                        <a:pt x="439" y="419"/>
                      </a:lnTo>
                      <a:lnTo>
                        <a:pt x="444" y="402"/>
                      </a:lnTo>
                      <a:lnTo>
                        <a:pt x="447" y="396"/>
                      </a:lnTo>
                      <a:lnTo>
                        <a:pt x="450" y="390"/>
                      </a:lnTo>
                      <a:lnTo>
                        <a:pt x="450" y="390"/>
                      </a:lnTo>
                      <a:lnTo>
                        <a:pt x="449" y="390"/>
                      </a:lnTo>
                      <a:lnTo>
                        <a:pt x="458" y="369"/>
                      </a:lnTo>
                      <a:lnTo>
                        <a:pt x="445" y="378"/>
                      </a:lnTo>
                      <a:lnTo>
                        <a:pt x="432" y="390"/>
                      </a:lnTo>
                      <a:lnTo>
                        <a:pt x="422" y="404"/>
                      </a:lnTo>
                      <a:lnTo>
                        <a:pt x="409" y="417"/>
                      </a:lnTo>
                      <a:lnTo>
                        <a:pt x="394" y="425"/>
                      </a:lnTo>
                      <a:lnTo>
                        <a:pt x="379" y="428"/>
                      </a:lnTo>
                      <a:lnTo>
                        <a:pt x="363" y="428"/>
                      </a:lnTo>
                      <a:lnTo>
                        <a:pt x="348" y="424"/>
                      </a:lnTo>
                      <a:lnTo>
                        <a:pt x="335" y="417"/>
                      </a:lnTo>
                      <a:lnTo>
                        <a:pt x="324" y="406"/>
                      </a:lnTo>
                      <a:lnTo>
                        <a:pt x="317" y="394"/>
                      </a:lnTo>
                      <a:lnTo>
                        <a:pt x="314" y="379"/>
                      </a:lnTo>
                      <a:lnTo>
                        <a:pt x="316" y="364"/>
                      </a:lnTo>
                      <a:lnTo>
                        <a:pt x="323" y="347"/>
                      </a:lnTo>
                      <a:lnTo>
                        <a:pt x="364" y="288"/>
                      </a:lnTo>
                      <a:lnTo>
                        <a:pt x="404" y="226"/>
                      </a:lnTo>
                      <a:lnTo>
                        <a:pt x="326" y="309"/>
                      </a:lnTo>
                      <a:lnTo>
                        <a:pt x="252" y="393"/>
                      </a:lnTo>
                      <a:lnTo>
                        <a:pt x="179" y="480"/>
                      </a:lnTo>
                      <a:lnTo>
                        <a:pt x="108" y="569"/>
                      </a:lnTo>
                      <a:lnTo>
                        <a:pt x="96" y="581"/>
                      </a:lnTo>
                      <a:lnTo>
                        <a:pt x="80" y="588"/>
                      </a:lnTo>
                      <a:lnTo>
                        <a:pt x="65" y="591"/>
                      </a:lnTo>
                      <a:lnTo>
                        <a:pt x="49" y="590"/>
                      </a:lnTo>
                      <a:lnTo>
                        <a:pt x="33" y="586"/>
                      </a:lnTo>
                      <a:lnTo>
                        <a:pt x="21" y="579"/>
                      </a:lnTo>
                      <a:lnTo>
                        <a:pt x="9" y="569"/>
                      </a:lnTo>
                      <a:lnTo>
                        <a:pt x="2" y="556"/>
                      </a:lnTo>
                      <a:lnTo>
                        <a:pt x="0" y="542"/>
                      </a:lnTo>
                      <a:lnTo>
                        <a:pt x="2" y="527"/>
                      </a:lnTo>
                      <a:lnTo>
                        <a:pt x="11" y="511"/>
                      </a:lnTo>
                      <a:lnTo>
                        <a:pt x="74" y="431"/>
                      </a:lnTo>
                      <a:lnTo>
                        <a:pt x="138" y="351"/>
                      </a:lnTo>
                      <a:lnTo>
                        <a:pt x="204" y="273"/>
                      </a:lnTo>
                      <a:lnTo>
                        <a:pt x="273" y="196"/>
                      </a:lnTo>
                      <a:lnTo>
                        <a:pt x="344" y="123"/>
                      </a:lnTo>
                      <a:lnTo>
                        <a:pt x="361" y="107"/>
                      </a:lnTo>
                      <a:lnTo>
                        <a:pt x="380" y="89"/>
                      </a:lnTo>
                      <a:lnTo>
                        <a:pt x="398" y="70"/>
                      </a:lnTo>
                      <a:lnTo>
                        <a:pt x="418" y="52"/>
                      </a:lnTo>
                      <a:lnTo>
                        <a:pt x="439" y="35"/>
                      </a:lnTo>
                      <a:lnTo>
                        <a:pt x="462" y="20"/>
                      </a:lnTo>
                      <a:lnTo>
                        <a:pt x="485" y="9"/>
                      </a:lnTo>
                      <a:lnTo>
                        <a:pt x="509" y="2"/>
                      </a:lnTo>
                      <a:lnTo>
                        <a:pt x="534" y="0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</p:grpSp>
        </p:grpSp>
        <p:grpSp>
          <p:nvGrpSpPr>
            <p:cNvPr id="19" name="그룹 54"/>
            <p:cNvGrpSpPr/>
            <p:nvPr/>
          </p:nvGrpSpPr>
          <p:grpSpPr>
            <a:xfrm>
              <a:off x="4700260" y="4423210"/>
              <a:ext cx="1499358" cy="1717182"/>
              <a:chOff x="4547860" y="4270810"/>
              <a:chExt cx="1499358" cy="1717182"/>
            </a:xfrm>
          </p:grpSpPr>
          <p:sp>
            <p:nvSpPr>
              <p:cNvPr id="24" name="Freeform 27"/>
              <p:cNvSpPr>
                <a:spLocks noEditPoints="1"/>
              </p:cNvSpPr>
              <p:nvPr/>
            </p:nvSpPr>
            <p:spPr bwMode="auto">
              <a:xfrm>
                <a:off x="4547860" y="4270810"/>
                <a:ext cx="1499358" cy="1717182"/>
              </a:xfrm>
              <a:custGeom>
                <a:avLst/>
                <a:gdLst>
                  <a:gd name="T0" fmla="*/ 699 w 1653"/>
                  <a:gd name="T1" fmla="*/ 403 h 1892"/>
                  <a:gd name="T2" fmla="*/ 506 w 1653"/>
                  <a:gd name="T3" fmla="*/ 462 h 1892"/>
                  <a:gd name="T4" fmla="*/ 336 w 1653"/>
                  <a:gd name="T5" fmla="*/ 577 h 1892"/>
                  <a:gd name="T6" fmla="*/ 202 w 1653"/>
                  <a:gd name="T7" fmla="*/ 741 h 1892"/>
                  <a:gd name="T8" fmla="*/ 127 w 1653"/>
                  <a:gd name="T9" fmla="*/ 934 h 1892"/>
                  <a:gd name="T10" fmla="*/ 109 w 1653"/>
                  <a:gd name="T11" fmla="*/ 1135 h 1892"/>
                  <a:gd name="T12" fmla="*/ 151 w 1653"/>
                  <a:gd name="T13" fmla="*/ 1332 h 1892"/>
                  <a:gd name="T14" fmla="*/ 247 w 1653"/>
                  <a:gd name="T15" fmla="*/ 1510 h 1892"/>
                  <a:gd name="T16" fmla="*/ 397 w 1653"/>
                  <a:gd name="T17" fmla="*/ 1659 h 1892"/>
                  <a:gd name="T18" fmla="*/ 583 w 1653"/>
                  <a:gd name="T19" fmla="*/ 1754 h 1892"/>
                  <a:gd name="T20" fmla="*/ 783 w 1653"/>
                  <a:gd name="T21" fmla="*/ 1791 h 1892"/>
                  <a:gd name="T22" fmla="*/ 982 w 1653"/>
                  <a:gd name="T23" fmla="*/ 1769 h 1892"/>
                  <a:gd name="T24" fmla="*/ 1168 w 1653"/>
                  <a:gd name="T25" fmla="*/ 1691 h 1892"/>
                  <a:gd name="T26" fmla="*/ 1328 w 1653"/>
                  <a:gd name="T27" fmla="*/ 1559 h 1892"/>
                  <a:gd name="T28" fmla="*/ 1445 w 1653"/>
                  <a:gd name="T29" fmla="*/ 1381 h 1892"/>
                  <a:gd name="T30" fmla="*/ 1500 w 1653"/>
                  <a:gd name="T31" fmla="*/ 1184 h 1892"/>
                  <a:gd name="T32" fmla="*/ 1498 w 1653"/>
                  <a:gd name="T33" fmla="*/ 983 h 1892"/>
                  <a:gd name="T34" fmla="*/ 1438 w 1653"/>
                  <a:gd name="T35" fmla="*/ 791 h 1892"/>
                  <a:gd name="T36" fmla="*/ 1324 w 1653"/>
                  <a:gd name="T37" fmla="*/ 621 h 1892"/>
                  <a:gd name="T38" fmla="*/ 1159 w 1653"/>
                  <a:gd name="T39" fmla="*/ 488 h 1892"/>
                  <a:gd name="T40" fmla="*/ 966 w 1653"/>
                  <a:gd name="T41" fmla="*/ 412 h 1892"/>
                  <a:gd name="T42" fmla="*/ 1601 w 1653"/>
                  <a:gd name="T43" fmla="*/ 0 h 1892"/>
                  <a:gd name="T44" fmla="*/ 1607 w 1653"/>
                  <a:gd name="T45" fmla="*/ 37 h 1892"/>
                  <a:gd name="T46" fmla="*/ 1619 w 1653"/>
                  <a:gd name="T47" fmla="*/ 143 h 1892"/>
                  <a:gd name="T48" fmla="*/ 1634 w 1653"/>
                  <a:gd name="T49" fmla="*/ 299 h 1892"/>
                  <a:gd name="T50" fmla="*/ 1646 w 1653"/>
                  <a:gd name="T51" fmla="*/ 493 h 1892"/>
                  <a:gd name="T52" fmla="*/ 1653 w 1653"/>
                  <a:gd name="T53" fmla="*/ 710 h 1892"/>
                  <a:gd name="T54" fmla="*/ 1649 w 1653"/>
                  <a:gd name="T55" fmla="*/ 934 h 1892"/>
                  <a:gd name="T56" fmla="*/ 1630 w 1653"/>
                  <a:gd name="T57" fmla="*/ 1151 h 1892"/>
                  <a:gd name="T58" fmla="*/ 1591 w 1653"/>
                  <a:gd name="T59" fmla="*/ 1348 h 1892"/>
                  <a:gd name="T60" fmla="*/ 1527 w 1653"/>
                  <a:gd name="T61" fmla="*/ 1507 h 1892"/>
                  <a:gd name="T62" fmla="*/ 1402 w 1653"/>
                  <a:gd name="T63" fmla="*/ 1663 h 1892"/>
                  <a:gd name="T64" fmla="*/ 1226 w 1653"/>
                  <a:gd name="T65" fmla="*/ 1791 h 1892"/>
                  <a:gd name="T66" fmla="*/ 1028 w 1653"/>
                  <a:gd name="T67" fmla="*/ 1868 h 1892"/>
                  <a:gd name="T68" fmla="*/ 818 w 1653"/>
                  <a:gd name="T69" fmla="*/ 1892 h 1892"/>
                  <a:gd name="T70" fmla="*/ 606 w 1653"/>
                  <a:gd name="T71" fmla="*/ 1861 h 1892"/>
                  <a:gd name="T72" fmla="*/ 405 w 1653"/>
                  <a:gd name="T73" fmla="*/ 1775 h 1892"/>
                  <a:gd name="T74" fmla="*/ 229 w 1653"/>
                  <a:gd name="T75" fmla="*/ 1636 h 1892"/>
                  <a:gd name="T76" fmla="*/ 101 w 1653"/>
                  <a:gd name="T77" fmla="*/ 1460 h 1892"/>
                  <a:gd name="T78" fmla="*/ 24 w 1653"/>
                  <a:gd name="T79" fmla="*/ 1262 h 1892"/>
                  <a:gd name="T80" fmla="*/ 0 w 1653"/>
                  <a:gd name="T81" fmla="*/ 1052 h 1892"/>
                  <a:gd name="T82" fmla="*/ 31 w 1653"/>
                  <a:gd name="T83" fmla="*/ 840 h 1892"/>
                  <a:gd name="T84" fmla="*/ 117 w 1653"/>
                  <a:gd name="T85" fmla="*/ 639 h 1892"/>
                  <a:gd name="T86" fmla="*/ 229 w 1653"/>
                  <a:gd name="T87" fmla="*/ 499 h 1892"/>
                  <a:gd name="T88" fmla="*/ 378 w 1653"/>
                  <a:gd name="T89" fmla="*/ 393 h 1892"/>
                  <a:gd name="T90" fmla="*/ 563 w 1653"/>
                  <a:gd name="T91" fmla="*/ 300 h 1892"/>
                  <a:gd name="T92" fmla="*/ 769 w 1653"/>
                  <a:gd name="T93" fmla="*/ 218 h 1892"/>
                  <a:gd name="T94" fmla="*/ 981 w 1653"/>
                  <a:gd name="T95" fmla="*/ 149 h 1892"/>
                  <a:gd name="T96" fmla="*/ 1185 w 1653"/>
                  <a:gd name="T97" fmla="*/ 93 h 1892"/>
                  <a:gd name="T98" fmla="*/ 1363 w 1653"/>
                  <a:gd name="T99" fmla="*/ 49 h 1892"/>
                  <a:gd name="T100" fmla="*/ 1502 w 1653"/>
                  <a:gd name="T101" fmla="*/ 18 h 1892"/>
                  <a:gd name="T102" fmla="*/ 1585 w 1653"/>
                  <a:gd name="T103" fmla="*/ 2 h 189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</a:cxnLst>
                <a:rect l="0" t="0" r="r" b="b"/>
                <a:pathLst>
                  <a:path w="1653" h="1892">
                    <a:moveTo>
                      <a:pt x="832" y="395"/>
                    </a:moveTo>
                    <a:lnTo>
                      <a:pt x="765" y="395"/>
                    </a:lnTo>
                    <a:lnTo>
                      <a:pt x="699" y="403"/>
                    </a:lnTo>
                    <a:lnTo>
                      <a:pt x="633" y="416"/>
                    </a:lnTo>
                    <a:lnTo>
                      <a:pt x="568" y="437"/>
                    </a:lnTo>
                    <a:lnTo>
                      <a:pt x="506" y="462"/>
                    </a:lnTo>
                    <a:lnTo>
                      <a:pt x="447" y="495"/>
                    </a:lnTo>
                    <a:lnTo>
                      <a:pt x="390" y="532"/>
                    </a:lnTo>
                    <a:lnTo>
                      <a:pt x="336" y="577"/>
                    </a:lnTo>
                    <a:lnTo>
                      <a:pt x="287" y="627"/>
                    </a:lnTo>
                    <a:lnTo>
                      <a:pt x="242" y="682"/>
                    </a:lnTo>
                    <a:lnTo>
                      <a:pt x="202" y="741"/>
                    </a:lnTo>
                    <a:lnTo>
                      <a:pt x="171" y="805"/>
                    </a:lnTo>
                    <a:lnTo>
                      <a:pt x="146" y="868"/>
                    </a:lnTo>
                    <a:lnTo>
                      <a:pt x="127" y="934"/>
                    </a:lnTo>
                    <a:lnTo>
                      <a:pt x="115" y="1000"/>
                    </a:lnTo>
                    <a:lnTo>
                      <a:pt x="109" y="1068"/>
                    </a:lnTo>
                    <a:lnTo>
                      <a:pt x="109" y="1135"/>
                    </a:lnTo>
                    <a:lnTo>
                      <a:pt x="117" y="1201"/>
                    </a:lnTo>
                    <a:lnTo>
                      <a:pt x="131" y="1267"/>
                    </a:lnTo>
                    <a:lnTo>
                      <a:pt x="151" y="1332"/>
                    </a:lnTo>
                    <a:lnTo>
                      <a:pt x="177" y="1394"/>
                    </a:lnTo>
                    <a:lnTo>
                      <a:pt x="209" y="1454"/>
                    </a:lnTo>
                    <a:lnTo>
                      <a:pt x="247" y="1510"/>
                    </a:lnTo>
                    <a:lnTo>
                      <a:pt x="292" y="1564"/>
                    </a:lnTo>
                    <a:lnTo>
                      <a:pt x="341" y="1613"/>
                    </a:lnTo>
                    <a:lnTo>
                      <a:pt x="397" y="1659"/>
                    </a:lnTo>
                    <a:lnTo>
                      <a:pt x="456" y="1698"/>
                    </a:lnTo>
                    <a:lnTo>
                      <a:pt x="519" y="1729"/>
                    </a:lnTo>
                    <a:lnTo>
                      <a:pt x="583" y="1754"/>
                    </a:lnTo>
                    <a:lnTo>
                      <a:pt x="649" y="1773"/>
                    </a:lnTo>
                    <a:lnTo>
                      <a:pt x="716" y="1785"/>
                    </a:lnTo>
                    <a:lnTo>
                      <a:pt x="783" y="1791"/>
                    </a:lnTo>
                    <a:lnTo>
                      <a:pt x="850" y="1791"/>
                    </a:lnTo>
                    <a:lnTo>
                      <a:pt x="917" y="1783"/>
                    </a:lnTo>
                    <a:lnTo>
                      <a:pt x="982" y="1769"/>
                    </a:lnTo>
                    <a:lnTo>
                      <a:pt x="1047" y="1749"/>
                    </a:lnTo>
                    <a:lnTo>
                      <a:pt x="1109" y="1723"/>
                    </a:lnTo>
                    <a:lnTo>
                      <a:pt x="1168" y="1691"/>
                    </a:lnTo>
                    <a:lnTo>
                      <a:pt x="1225" y="1653"/>
                    </a:lnTo>
                    <a:lnTo>
                      <a:pt x="1279" y="1609"/>
                    </a:lnTo>
                    <a:lnTo>
                      <a:pt x="1328" y="1559"/>
                    </a:lnTo>
                    <a:lnTo>
                      <a:pt x="1373" y="1503"/>
                    </a:lnTo>
                    <a:lnTo>
                      <a:pt x="1413" y="1444"/>
                    </a:lnTo>
                    <a:lnTo>
                      <a:pt x="1445" y="1381"/>
                    </a:lnTo>
                    <a:lnTo>
                      <a:pt x="1469" y="1317"/>
                    </a:lnTo>
                    <a:lnTo>
                      <a:pt x="1488" y="1251"/>
                    </a:lnTo>
                    <a:lnTo>
                      <a:pt x="1500" y="1184"/>
                    </a:lnTo>
                    <a:lnTo>
                      <a:pt x="1506" y="1118"/>
                    </a:lnTo>
                    <a:lnTo>
                      <a:pt x="1506" y="1050"/>
                    </a:lnTo>
                    <a:lnTo>
                      <a:pt x="1498" y="983"/>
                    </a:lnTo>
                    <a:lnTo>
                      <a:pt x="1484" y="918"/>
                    </a:lnTo>
                    <a:lnTo>
                      <a:pt x="1464" y="853"/>
                    </a:lnTo>
                    <a:lnTo>
                      <a:pt x="1438" y="791"/>
                    </a:lnTo>
                    <a:lnTo>
                      <a:pt x="1406" y="732"/>
                    </a:lnTo>
                    <a:lnTo>
                      <a:pt x="1368" y="675"/>
                    </a:lnTo>
                    <a:lnTo>
                      <a:pt x="1324" y="621"/>
                    </a:lnTo>
                    <a:lnTo>
                      <a:pt x="1274" y="573"/>
                    </a:lnTo>
                    <a:lnTo>
                      <a:pt x="1218" y="527"/>
                    </a:lnTo>
                    <a:lnTo>
                      <a:pt x="1159" y="488"/>
                    </a:lnTo>
                    <a:lnTo>
                      <a:pt x="1096" y="455"/>
                    </a:lnTo>
                    <a:lnTo>
                      <a:pt x="1032" y="431"/>
                    </a:lnTo>
                    <a:lnTo>
                      <a:pt x="966" y="412"/>
                    </a:lnTo>
                    <a:lnTo>
                      <a:pt x="900" y="400"/>
                    </a:lnTo>
                    <a:lnTo>
                      <a:pt x="832" y="395"/>
                    </a:lnTo>
                    <a:close/>
                    <a:moveTo>
                      <a:pt x="1601" y="0"/>
                    </a:moveTo>
                    <a:lnTo>
                      <a:pt x="1603" y="4"/>
                    </a:lnTo>
                    <a:lnTo>
                      <a:pt x="1604" y="17"/>
                    </a:lnTo>
                    <a:lnTo>
                      <a:pt x="1607" y="37"/>
                    </a:lnTo>
                    <a:lnTo>
                      <a:pt x="1611" y="66"/>
                    </a:lnTo>
                    <a:lnTo>
                      <a:pt x="1615" y="101"/>
                    </a:lnTo>
                    <a:lnTo>
                      <a:pt x="1619" y="143"/>
                    </a:lnTo>
                    <a:lnTo>
                      <a:pt x="1624" y="190"/>
                    </a:lnTo>
                    <a:lnTo>
                      <a:pt x="1628" y="242"/>
                    </a:lnTo>
                    <a:lnTo>
                      <a:pt x="1634" y="299"/>
                    </a:lnTo>
                    <a:lnTo>
                      <a:pt x="1638" y="361"/>
                    </a:lnTo>
                    <a:lnTo>
                      <a:pt x="1643" y="426"/>
                    </a:lnTo>
                    <a:lnTo>
                      <a:pt x="1646" y="493"/>
                    </a:lnTo>
                    <a:lnTo>
                      <a:pt x="1650" y="563"/>
                    </a:lnTo>
                    <a:lnTo>
                      <a:pt x="1651" y="636"/>
                    </a:lnTo>
                    <a:lnTo>
                      <a:pt x="1653" y="710"/>
                    </a:lnTo>
                    <a:lnTo>
                      <a:pt x="1653" y="785"/>
                    </a:lnTo>
                    <a:lnTo>
                      <a:pt x="1651" y="859"/>
                    </a:lnTo>
                    <a:lnTo>
                      <a:pt x="1649" y="934"/>
                    </a:lnTo>
                    <a:lnTo>
                      <a:pt x="1645" y="1008"/>
                    </a:lnTo>
                    <a:lnTo>
                      <a:pt x="1638" y="1081"/>
                    </a:lnTo>
                    <a:lnTo>
                      <a:pt x="1630" y="1151"/>
                    </a:lnTo>
                    <a:lnTo>
                      <a:pt x="1619" y="1220"/>
                    </a:lnTo>
                    <a:lnTo>
                      <a:pt x="1606" y="1286"/>
                    </a:lnTo>
                    <a:lnTo>
                      <a:pt x="1591" y="1348"/>
                    </a:lnTo>
                    <a:lnTo>
                      <a:pt x="1572" y="1406"/>
                    </a:lnTo>
                    <a:lnTo>
                      <a:pt x="1552" y="1459"/>
                    </a:lnTo>
                    <a:lnTo>
                      <a:pt x="1527" y="1507"/>
                    </a:lnTo>
                    <a:lnTo>
                      <a:pt x="1500" y="1551"/>
                    </a:lnTo>
                    <a:lnTo>
                      <a:pt x="1453" y="1609"/>
                    </a:lnTo>
                    <a:lnTo>
                      <a:pt x="1402" y="1663"/>
                    </a:lnTo>
                    <a:lnTo>
                      <a:pt x="1346" y="1711"/>
                    </a:lnTo>
                    <a:lnTo>
                      <a:pt x="1287" y="1753"/>
                    </a:lnTo>
                    <a:lnTo>
                      <a:pt x="1226" y="1791"/>
                    </a:lnTo>
                    <a:lnTo>
                      <a:pt x="1162" y="1822"/>
                    </a:lnTo>
                    <a:lnTo>
                      <a:pt x="1096" y="1847"/>
                    </a:lnTo>
                    <a:lnTo>
                      <a:pt x="1028" y="1868"/>
                    </a:lnTo>
                    <a:lnTo>
                      <a:pt x="959" y="1881"/>
                    </a:lnTo>
                    <a:lnTo>
                      <a:pt x="889" y="1889"/>
                    </a:lnTo>
                    <a:lnTo>
                      <a:pt x="818" y="1892"/>
                    </a:lnTo>
                    <a:lnTo>
                      <a:pt x="747" y="1888"/>
                    </a:lnTo>
                    <a:lnTo>
                      <a:pt x="676" y="1877"/>
                    </a:lnTo>
                    <a:lnTo>
                      <a:pt x="606" y="1861"/>
                    </a:lnTo>
                    <a:lnTo>
                      <a:pt x="537" y="1839"/>
                    </a:lnTo>
                    <a:lnTo>
                      <a:pt x="471" y="1810"/>
                    </a:lnTo>
                    <a:lnTo>
                      <a:pt x="405" y="1775"/>
                    </a:lnTo>
                    <a:lnTo>
                      <a:pt x="341" y="1734"/>
                    </a:lnTo>
                    <a:lnTo>
                      <a:pt x="283" y="1687"/>
                    </a:lnTo>
                    <a:lnTo>
                      <a:pt x="229" y="1636"/>
                    </a:lnTo>
                    <a:lnTo>
                      <a:pt x="181" y="1580"/>
                    </a:lnTo>
                    <a:lnTo>
                      <a:pt x="139" y="1521"/>
                    </a:lnTo>
                    <a:lnTo>
                      <a:pt x="101" y="1460"/>
                    </a:lnTo>
                    <a:lnTo>
                      <a:pt x="70" y="1396"/>
                    </a:lnTo>
                    <a:lnTo>
                      <a:pt x="45" y="1329"/>
                    </a:lnTo>
                    <a:lnTo>
                      <a:pt x="24" y="1262"/>
                    </a:lnTo>
                    <a:lnTo>
                      <a:pt x="11" y="1193"/>
                    </a:lnTo>
                    <a:lnTo>
                      <a:pt x="3" y="1123"/>
                    </a:lnTo>
                    <a:lnTo>
                      <a:pt x="0" y="1052"/>
                    </a:lnTo>
                    <a:lnTo>
                      <a:pt x="4" y="981"/>
                    </a:lnTo>
                    <a:lnTo>
                      <a:pt x="15" y="910"/>
                    </a:lnTo>
                    <a:lnTo>
                      <a:pt x="31" y="840"/>
                    </a:lnTo>
                    <a:lnTo>
                      <a:pt x="53" y="771"/>
                    </a:lnTo>
                    <a:lnTo>
                      <a:pt x="82" y="705"/>
                    </a:lnTo>
                    <a:lnTo>
                      <a:pt x="117" y="639"/>
                    </a:lnTo>
                    <a:lnTo>
                      <a:pt x="159" y="575"/>
                    </a:lnTo>
                    <a:lnTo>
                      <a:pt x="190" y="536"/>
                    </a:lnTo>
                    <a:lnTo>
                      <a:pt x="229" y="499"/>
                    </a:lnTo>
                    <a:lnTo>
                      <a:pt x="274" y="462"/>
                    </a:lnTo>
                    <a:lnTo>
                      <a:pt x="324" y="427"/>
                    </a:lnTo>
                    <a:lnTo>
                      <a:pt x="378" y="393"/>
                    </a:lnTo>
                    <a:lnTo>
                      <a:pt x="436" y="361"/>
                    </a:lnTo>
                    <a:lnTo>
                      <a:pt x="498" y="330"/>
                    </a:lnTo>
                    <a:lnTo>
                      <a:pt x="563" y="300"/>
                    </a:lnTo>
                    <a:lnTo>
                      <a:pt x="630" y="271"/>
                    </a:lnTo>
                    <a:lnTo>
                      <a:pt x="699" y="244"/>
                    </a:lnTo>
                    <a:lnTo>
                      <a:pt x="769" y="218"/>
                    </a:lnTo>
                    <a:lnTo>
                      <a:pt x="839" y="194"/>
                    </a:lnTo>
                    <a:lnTo>
                      <a:pt x="911" y="171"/>
                    </a:lnTo>
                    <a:lnTo>
                      <a:pt x="981" y="149"/>
                    </a:lnTo>
                    <a:lnTo>
                      <a:pt x="1051" y="129"/>
                    </a:lnTo>
                    <a:lnTo>
                      <a:pt x="1118" y="110"/>
                    </a:lnTo>
                    <a:lnTo>
                      <a:pt x="1185" y="93"/>
                    </a:lnTo>
                    <a:lnTo>
                      <a:pt x="1248" y="76"/>
                    </a:lnTo>
                    <a:lnTo>
                      <a:pt x="1307" y="62"/>
                    </a:lnTo>
                    <a:lnTo>
                      <a:pt x="1363" y="49"/>
                    </a:lnTo>
                    <a:lnTo>
                      <a:pt x="1414" y="37"/>
                    </a:lnTo>
                    <a:lnTo>
                      <a:pt x="1461" y="28"/>
                    </a:lnTo>
                    <a:lnTo>
                      <a:pt x="1502" y="18"/>
                    </a:lnTo>
                    <a:lnTo>
                      <a:pt x="1537" y="12"/>
                    </a:lnTo>
                    <a:lnTo>
                      <a:pt x="1564" y="6"/>
                    </a:lnTo>
                    <a:lnTo>
                      <a:pt x="1585" y="2"/>
                    </a:lnTo>
                    <a:lnTo>
                      <a:pt x="1597" y="1"/>
                    </a:lnTo>
                    <a:lnTo>
                      <a:pt x="1601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grpSp>
            <p:nvGrpSpPr>
              <p:cNvPr id="25" name="Group 103"/>
              <p:cNvGrpSpPr/>
              <p:nvPr/>
            </p:nvGrpSpPr>
            <p:grpSpPr>
              <a:xfrm>
                <a:off x="4967287" y="4952988"/>
                <a:ext cx="650639" cy="625474"/>
                <a:chOff x="4967288" y="5026025"/>
                <a:chExt cx="574676" cy="552451"/>
              </a:xfrm>
            </p:grpSpPr>
            <p:sp>
              <p:nvSpPr>
                <p:cNvPr id="26" name="Freeform 64"/>
                <p:cNvSpPr>
                  <a:spLocks/>
                </p:cNvSpPr>
                <p:nvPr/>
              </p:nvSpPr>
              <p:spPr bwMode="auto">
                <a:xfrm>
                  <a:off x="5049838" y="5100638"/>
                  <a:ext cx="131763" cy="128588"/>
                </a:xfrm>
                <a:custGeom>
                  <a:avLst/>
                  <a:gdLst>
                    <a:gd name="T0" fmla="*/ 327 w 833"/>
                    <a:gd name="T1" fmla="*/ 0 h 811"/>
                    <a:gd name="T2" fmla="*/ 372 w 833"/>
                    <a:gd name="T3" fmla="*/ 3 h 811"/>
                    <a:gd name="T4" fmla="*/ 414 w 833"/>
                    <a:gd name="T5" fmla="*/ 12 h 811"/>
                    <a:gd name="T6" fmla="*/ 454 w 833"/>
                    <a:gd name="T7" fmla="*/ 25 h 811"/>
                    <a:gd name="T8" fmla="*/ 492 w 833"/>
                    <a:gd name="T9" fmla="*/ 44 h 811"/>
                    <a:gd name="T10" fmla="*/ 527 w 833"/>
                    <a:gd name="T11" fmla="*/ 68 h 811"/>
                    <a:gd name="T12" fmla="*/ 558 w 833"/>
                    <a:gd name="T13" fmla="*/ 95 h 811"/>
                    <a:gd name="T14" fmla="*/ 586 w 833"/>
                    <a:gd name="T15" fmla="*/ 127 h 811"/>
                    <a:gd name="T16" fmla="*/ 609 w 833"/>
                    <a:gd name="T17" fmla="*/ 162 h 811"/>
                    <a:gd name="T18" fmla="*/ 628 w 833"/>
                    <a:gd name="T19" fmla="*/ 200 h 811"/>
                    <a:gd name="T20" fmla="*/ 642 w 833"/>
                    <a:gd name="T21" fmla="*/ 239 h 811"/>
                    <a:gd name="T22" fmla="*/ 651 w 833"/>
                    <a:gd name="T23" fmla="*/ 283 h 811"/>
                    <a:gd name="T24" fmla="*/ 654 w 833"/>
                    <a:gd name="T25" fmla="*/ 327 h 811"/>
                    <a:gd name="T26" fmla="*/ 651 w 833"/>
                    <a:gd name="T27" fmla="*/ 369 h 811"/>
                    <a:gd name="T28" fmla="*/ 642 w 833"/>
                    <a:gd name="T29" fmla="*/ 409 h 811"/>
                    <a:gd name="T30" fmla="*/ 629 w 833"/>
                    <a:gd name="T31" fmla="*/ 447 h 811"/>
                    <a:gd name="T32" fmla="*/ 612 w 833"/>
                    <a:gd name="T33" fmla="*/ 483 h 811"/>
                    <a:gd name="T34" fmla="*/ 833 w 833"/>
                    <a:gd name="T35" fmla="*/ 692 h 811"/>
                    <a:gd name="T36" fmla="*/ 792 w 833"/>
                    <a:gd name="T37" fmla="*/ 729 h 811"/>
                    <a:gd name="T38" fmla="*/ 754 w 833"/>
                    <a:gd name="T39" fmla="*/ 768 h 811"/>
                    <a:gd name="T40" fmla="*/ 720 w 833"/>
                    <a:gd name="T41" fmla="*/ 811 h 811"/>
                    <a:gd name="T42" fmla="*/ 499 w 833"/>
                    <a:gd name="T43" fmla="*/ 603 h 811"/>
                    <a:gd name="T44" fmla="*/ 461 w 833"/>
                    <a:gd name="T45" fmla="*/ 624 h 811"/>
                    <a:gd name="T46" fmla="*/ 418 w 833"/>
                    <a:gd name="T47" fmla="*/ 640 h 811"/>
                    <a:gd name="T48" fmla="*/ 374 w 833"/>
                    <a:gd name="T49" fmla="*/ 650 h 811"/>
                    <a:gd name="T50" fmla="*/ 327 w 833"/>
                    <a:gd name="T51" fmla="*/ 653 h 811"/>
                    <a:gd name="T52" fmla="*/ 283 w 833"/>
                    <a:gd name="T53" fmla="*/ 651 h 811"/>
                    <a:gd name="T54" fmla="*/ 240 w 833"/>
                    <a:gd name="T55" fmla="*/ 642 h 811"/>
                    <a:gd name="T56" fmla="*/ 200 w 833"/>
                    <a:gd name="T57" fmla="*/ 628 h 811"/>
                    <a:gd name="T58" fmla="*/ 162 w 833"/>
                    <a:gd name="T59" fmla="*/ 609 h 811"/>
                    <a:gd name="T60" fmla="*/ 127 w 833"/>
                    <a:gd name="T61" fmla="*/ 585 h 811"/>
                    <a:gd name="T62" fmla="*/ 96 w 833"/>
                    <a:gd name="T63" fmla="*/ 558 h 811"/>
                    <a:gd name="T64" fmla="*/ 68 w 833"/>
                    <a:gd name="T65" fmla="*/ 527 h 811"/>
                    <a:gd name="T66" fmla="*/ 45 w 833"/>
                    <a:gd name="T67" fmla="*/ 491 h 811"/>
                    <a:gd name="T68" fmla="*/ 26 w 833"/>
                    <a:gd name="T69" fmla="*/ 454 h 811"/>
                    <a:gd name="T70" fmla="*/ 11 w 833"/>
                    <a:gd name="T71" fmla="*/ 414 h 811"/>
                    <a:gd name="T72" fmla="*/ 4 w 833"/>
                    <a:gd name="T73" fmla="*/ 371 h 811"/>
                    <a:gd name="T74" fmla="*/ 0 w 833"/>
                    <a:gd name="T75" fmla="*/ 327 h 811"/>
                    <a:gd name="T76" fmla="*/ 4 w 833"/>
                    <a:gd name="T77" fmla="*/ 283 h 811"/>
                    <a:gd name="T78" fmla="*/ 11 w 833"/>
                    <a:gd name="T79" fmla="*/ 239 h 811"/>
                    <a:gd name="T80" fmla="*/ 26 w 833"/>
                    <a:gd name="T81" fmla="*/ 200 h 811"/>
                    <a:gd name="T82" fmla="*/ 45 w 833"/>
                    <a:gd name="T83" fmla="*/ 162 h 811"/>
                    <a:gd name="T84" fmla="*/ 68 w 833"/>
                    <a:gd name="T85" fmla="*/ 127 h 811"/>
                    <a:gd name="T86" fmla="*/ 96 w 833"/>
                    <a:gd name="T87" fmla="*/ 95 h 811"/>
                    <a:gd name="T88" fmla="*/ 127 w 833"/>
                    <a:gd name="T89" fmla="*/ 68 h 811"/>
                    <a:gd name="T90" fmla="*/ 162 w 833"/>
                    <a:gd name="T91" fmla="*/ 44 h 811"/>
                    <a:gd name="T92" fmla="*/ 200 w 833"/>
                    <a:gd name="T93" fmla="*/ 25 h 811"/>
                    <a:gd name="T94" fmla="*/ 240 w 833"/>
                    <a:gd name="T95" fmla="*/ 12 h 811"/>
                    <a:gd name="T96" fmla="*/ 283 w 833"/>
                    <a:gd name="T97" fmla="*/ 3 h 811"/>
                    <a:gd name="T98" fmla="*/ 327 w 833"/>
                    <a:gd name="T99" fmla="*/ 0 h 81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</a:cxnLst>
                  <a:rect l="0" t="0" r="r" b="b"/>
                  <a:pathLst>
                    <a:path w="833" h="811">
                      <a:moveTo>
                        <a:pt x="327" y="0"/>
                      </a:moveTo>
                      <a:lnTo>
                        <a:pt x="372" y="3"/>
                      </a:lnTo>
                      <a:lnTo>
                        <a:pt x="414" y="12"/>
                      </a:lnTo>
                      <a:lnTo>
                        <a:pt x="454" y="25"/>
                      </a:lnTo>
                      <a:lnTo>
                        <a:pt x="492" y="44"/>
                      </a:lnTo>
                      <a:lnTo>
                        <a:pt x="527" y="68"/>
                      </a:lnTo>
                      <a:lnTo>
                        <a:pt x="558" y="95"/>
                      </a:lnTo>
                      <a:lnTo>
                        <a:pt x="586" y="127"/>
                      </a:lnTo>
                      <a:lnTo>
                        <a:pt x="609" y="162"/>
                      </a:lnTo>
                      <a:lnTo>
                        <a:pt x="628" y="200"/>
                      </a:lnTo>
                      <a:lnTo>
                        <a:pt x="642" y="239"/>
                      </a:lnTo>
                      <a:lnTo>
                        <a:pt x="651" y="283"/>
                      </a:lnTo>
                      <a:lnTo>
                        <a:pt x="654" y="327"/>
                      </a:lnTo>
                      <a:lnTo>
                        <a:pt x="651" y="369"/>
                      </a:lnTo>
                      <a:lnTo>
                        <a:pt x="642" y="409"/>
                      </a:lnTo>
                      <a:lnTo>
                        <a:pt x="629" y="447"/>
                      </a:lnTo>
                      <a:lnTo>
                        <a:pt x="612" y="483"/>
                      </a:lnTo>
                      <a:lnTo>
                        <a:pt x="833" y="692"/>
                      </a:lnTo>
                      <a:lnTo>
                        <a:pt x="792" y="729"/>
                      </a:lnTo>
                      <a:lnTo>
                        <a:pt x="754" y="768"/>
                      </a:lnTo>
                      <a:lnTo>
                        <a:pt x="720" y="811"/>
                      </a:lnTo>
                      <a:lnTo>
                        <a:pt x="499" y="603"/>
                      </a:lnTo>
                      <a:lnTo>
                        <a:pt x="461" y="624"/>
                      </a:lnTo>
                      <a:lnTo>
                        <a:pt x="418" y="640"/>
                      </a:lnTo>
                      <a:lnTo>
                        <a:pt x="374" y="650"/>
                      </a:lnTo>
                      <a:lnTo>
                        <a:pt x="327" y="653"/>
                      </a:lnTo>
                      <a:lnTo>
                        <a:pt x="283" y="651"/>
                      </a:lnTo>
                      <a:lnTo>
                        <a:pt x="240" y="642"/>
                      </a:lnTo>
                      <a:lnTo>
                        <a:pt x="200" y="628"/>
                      </a:lnTo>
                      <a:lnTo>
                        <a:pt x="162" y="609"/>
                      </a:lnTo>
                      <a:lnTo>
                        <a:pt x="127" y="585"/>
                      </a:lnTo>
                      <a:lnTo>
                        <a:pt x="96" y="558"/>
                      </a:lnTo>
                      <a:lnTo>
                        <a:pt x="68" y="527"/>
                      </a:lnTo>
                      <a:lnTo>
                        <a:pt x="45" y="491"/>
                      </a:lnTo>
                      <a:lnTo>
                        <a:pt x="26" y="454"/>
                      </a:lnTo>
                      <a:lnTo>
                        <a:pt x="11" y="414"/>
                      </a:lnTo>
                      <a:lnTo>
                        <a:pt x="4" y="371"/>
                      </a:lnTo>
                      <a:lnTo>
                        <a:pt x="0" y="327"/>
                      </a:lnTo>
                      <a:lnTo>
                        <a:pt x="4" y="283"/>
                      </a:lnTo>
                      <a:lnTo>
                        <a:pt x="11" y="239"/>
                      </a:lnTo>
                      <a:lnTo>
                        <a:pt x="26" y="200"/>
                      </a:lnTo>
                      <a:lnTo>
                        <a:pt x="45" y="162"/>
                      </a:lnTo>
                      <a:lnTo>
                        <a:pt x="68" y="127"/>
                      </a:lnTo>
                      <a:lnTo>
                        <a:pt x="96" y="95"/>
                      </a:lnTo>
                      <a:lnTo>
                        <a:pt x="127" y="68"/>
                      </a:lnTo>
                      <a:lnTo>
                        <a:pt x="162" y="44"/>
                      </a:lnTo>
                      <a:lnTo>
                        <a:pt x="200" y="25"/>
                      </a:lnTo>
                      <a:lnTo>
                        <a:pt x="240" y="12"/>
                      </a:lnTo>
                      <a:lnTo>
                        <a:pt x="283" y="3"/>
                      </a:lnTo>
                      <a:lnTo>
                        <a:pt x="327" y="0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27" name="Freeform 65"/>
                <p:cNvSpPr>
                  <a:spLocks/>
                </p:cNvSpPr>
                <p:nvPr/>
              </p:nvSpPr>
              <p:spPr bwMode="auto">
                <a:xfrm>
                  <a:off x="5307013" y="5026025"/>
                  <a:ext cx="136525" cy="179388"/>
                </a:xfrm>
                <a:custGeom>
                  <a:avLst/>
                  <a:gdLst>
                    <a:gd name="T0" fmla="*/ 524 w 852"/>
                    <a:gd name="T1" fmla="*/ 0 h 1132"/>
                    <a:gd name="T2" fmla="*/ 524 w 852"/>
                    <a:gd name="T3" fmla="*/ 0 h 1132"/>
                    <a:gd name="T4" fmla="*/ 569 w 852"/>
                    <a:gd name="T5" fmla="*/ 3 h 1132"/>
                    <a:gd name="T6" fmla="*/ 611 w 852"/>
                    <a:gd name="T7" fmla="*/ 12 h 1132"/>
                    <a:gd name="T8" fmla="*/ 652 w 852"/>
                    <a:gd name="T9" fmla="*/ 27 h 1132"/>
                    <a:gd name="T10" fmla="*/ 690 w 852"/>
                    <a:gd name="T11" fmla="*/ 45 h 1132"/>
                    <a:gd name="T12" fmla="*/ 724 w 852"/>
                    <a:gd name="T13" fmla="*/ 69 h 1132"/>
                    <a:gd name="T14" fmla="*/ 755 w 852"/>
                    <a:gd name="T15" fmla="*/ 96 h 1132"/>
                    <a:gd name="T16" fmla="*/ 783 w 852"/>
                    <a:gd name="T17" fmla="*/ 128 h 1132"/>
                    <a:gd name="T18" fmla="*/ 806 w 852"/>
                    <a:gd name="T19" fmla="*/ 162 h 1132"/>
                    <a:gd name="T20" fmla="*/ 825 w 852"/>
                    <a:gd name="T21" fmla="*/ 200 h 1132"/>
                    <a:gd name="T22" fmla="*/ 839 w 852"/>
                    <a:gd name="T23" fmla="*/ 241 h 1132"/>
                    <a:gd name="T24" fmla="*/ 848 w 852"/>
                    <a:gd name="T25" fmla="*/ 283 h 1132"/>
                    <a:gd name="T26" fmla="*/ 852 w 852"/>
                    <a:gd name="T27" fmla="*/ 327 h 1132"/>
                    <a:gd name="T28" fmla="*/ 848 w 852"/>
                    <a:gd name="T29" fmla="*/ 372 h 1132"/>
                    <a:gd name="T30" fmla="*/ 839 w 852"/>
                    <a:gd name="T31" fmla="*/ 414 h 1132"/>
                    <a:gd name="T32" fmla="*/ 825 w 852"/>
                    <a:gd name="T33" fmla="*/ 455 h 1132"/>
                    <a:gd name="T34" fmla="*/ 806 w 852"/>
                    <a:gd name="T35" fmla="*/ 492 h 1132"/>
                    <a:gd name="T36" fmla="*/ 783 w 852"/>
                    <a:gd name="T37" fmla="*/ 527 h 1132"/>
                    <a:gd name="T38" fmla="*/ 755 w 852"/>
                    <a:gd name="T39" fmla="*/ 558 h 1132"/>
                    <a:gd name="T40" fmla="*/ 724 w 852"/>
                    <a:gd name="T41" fmla="*/ 586 h 1132"/>
                    <a:gd name="T42" fmla="*/ 690 w 852"/>
                    <a:gd name="T43" fmla="*/ 609 h 1132"/>
                    <a:gd name="T44" fmla="*/ 652 w 852"/>
                    <a:gd name="T45" fmla="*/ 628 h 1132"/>
                    <a:gd name="T46" fmla="*/ 611 w 852"/>
                    <a:gd name="T47" fmla="*/ 642 h 1132"/>
                    <a:gd name="T48" fmla="*/ 569 w 852"/>
                    <a:gd name="T49" fmla="*/ 651 h 1132"/>
                    <a:gd name="T50" fmla="*/ 524 w 852"/>
                    <a:gd name="T51" fmla="*/ 654 h 1132"/>
                    <a:gd name="T52" fmla="*/ 493 w 852"/>
                    <a:gd name="T53" fmla="*/ 652 h 1132"/>
                    <a:gd name="T54" fmla="*/ 463 w 852"/>
                    <a:gd name="T55" fmla="*/ 647 h 1132"/>
                    <a:gd name="T56" fmla="*/ 434 w 852"/>
                    <a:gd name="T57" fmla="*/ 640 h 1132"/>
                    <a:gd name="T58" fmla="*/ 142 w 852"/>
                    <a:gd name="T59" fmla="*/ 1132 h 1132"/>
                    <a:gd name="T60" fmla="*/ 96 w 852"/>
                    <a:gd name="T61" fmla="*/ 1100 h 1132"/>
                    <a:gd name="T62" fmla="*/ 50 w 852"/>
                    <a:gd name="T63" fmla="*/ 1072 h 1132"/>
                    <a:gd name="T64" fmla="*/ 0 w 852"/>
                    <a:gd name="T65" fmla="*/ 1048 h 1132"/>
                    <a:gd name="T66" fmla="*/ 292 w 852"/>
                    <a:gd name="T67" fmla="*/ 557 h 1132"/>
                    <a:gd name="T68" fmla="*/ 265 w 852"/>
                    <a:gd name="T69" fmla="*/ 526 h 1132"/>
                    <a:gd name="T70" fmla="*/ 242 w 852"/>
                    <a:gd name="T71" fmla="*/ 491 h 1132"/>
                    <a:gd name="T72" fmla="*/ 223 w 852"/>
                    <a:gd name="T73" fmla="*/ 454 h 1132"/>
                    <a:gd name="T74" fmla="*/ 209 w 852"/>
                    <a:gd name="T75" fmla="*/ 414 h 1132"/>
                    <a:gd name="T76" fmla="*/ 201 w 852"/>
                    <a:gd name="T77" fmla="*/ 372 h 1132"/>
                    <a:gd name="T78" fmla="*/ 197 w 852"/>
                    <a:gd name="T79" fmla="*/ 327 h 1132"/>
                    <a:gd name="T80" fmla="*/ 201 w 852"/>
                    <a:gd name="T81" fmla="*/ 283 h 1132"/>
                    <a:gd name="T82" fmla="*/ 209 w 852"/>
                    <a:gd name="T83" fmla="*/ 240 h 1132"/>
                    <a:gd name="T84" fmla="*/ 223 w 852"/>
                    <a:gd name="T85" fmla="*/ 200 h 1132"/>
                    <a:gd name="T86" fmla="*/ 242 w 852"/>
                    <a:gd name="T87" fmla="*/ 162 h 1132"/>
                    <a:gd name="T88" fmla="*/ 266 w 852"/>
                    <a:gd name="T89" fmla="*/ 128 h 1132"/>
                    <a:gd name="T90" fmla="*/ 293 w 852"/>
                    <a:gd name="T91" fmla="*/ 96 h 1132"/>
                    <a:gd name="T92" fmla="*/ 325 w 852"/>
                    <a:gd name="T93" fmla="*/ 69 h 1132"/>
                    <a:gd name="T94" fmla="*/ 359 w 852"/>
                    <a:gd name="T95" fmla="*/ 45 h 1132"/>
                    <a:gd name="T96" fmla="*/ 397 w 852"/>
                    <a:gd name="T97" fmla="*/ 27 h 1132"/>
                    <a:gd name="T98" fmla="*/ 437 w 852"/>
                    <a:gd name="T99" fmla="*/ 12 h 1132"/>
                    <a:gd name="T100" fmla="*/ 480 w 852"/>
                    <a:gd name="T101" fmla="*/ 3 h 1132"/>
                    <a:gd name="T102" fmla="*/ 524 w 852"/>
                    <a:gd name="T103" fmla="*/ 0 h 113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</a:cxnLst>
                  <a:rect l="0" t="0" r="r" b="b"/>
                  <a:pathLst>
                    <a:path w="852" h="1132">
                      <a:moveTo>
                        <a:pt x="524" y="0"/>
                      </a:moveTo>
                      <a:lnTo>
                        <a:pt x="524" y="0"/>
                      </a:lnTo>
                      <a:lnTo>
                        <a:pt x="569" y="3"/>
                      </a:lnTo>
                      <a:lnTo>
                        <a:pt x="611" y="12"/>
                      </a:lnTo>
                      <a:lnTo>
                        <a:pt x="652" y="27"/>
                      </a:lnTo>
                      <a:lnTo>
                        <a:pt x="690" y="45"/>
                      </a:lnTo>
                      <a:lnTo>
                        <a:pt x="724" y="69"/>
                      </a:lnTo>
                      <a:lnTo>
                        <a:pt x="755" y="96"/>
                      </a:lnTo>
                      <a:lnTo>
                        <a:pt x="783" y="128"/>
                      </a:lnTo>
                      <a:lnTo>
                        <a:pt x="806" y="162"/>
                      </a:lnTo>
                      <a:lnTo>
                        <a:pt x="825" y="200"/>
                      </a:lnTo>
                      <a:lnTo>
                        <a:pt x="839" y="241"/>
                      </a:lnTo>
                      <a:lnTo>
                        <a:pt x="848" y="283"/>
                      </a:lnTo>
                      <a:lnTo>
                        <a:pt x="852" y="327"/>
                      </a:lnTo>
                      <a:lnTo>
                        <a:pt x="848" y="372"/>
                      </a:lnTo>
                      <a:lnTo>
                        <a:pt x="839" y="414"/>
                      </a:lnTo>
                      <a:lnTo>
                        <a:pt x="825" y="455"/>
                      </a:lnTo>
                      <a:lnTo>
                        <a:pt x="806" y="492"/>
                      </a:lnTo>
                      <a:lnTo>
                        <a:pt x="783" y="527"/>
                      </a:lnTo>
                      <a:lnTo>
                        <a:pt x="755" y="558"/>
                      </a:lnTo>
                      <a:lnTo>
                        <a:pt x="724" y="586"/>
                      </a:lnTo>
                      <a:lnTo>
                        <a:pt x="690" y="609"/>
                      </a:lnTo>
                      <a:lnTo>
                        <a:pt x="652" y="628"/>
                      </a:lnTo>
                      <a:lnTo>
                        <a:pt x="611" y="642"/>
                      </a:lnTo>
                      <a:lnTo>
                        <a:pt x="569" y="651"/>
                      </a:lnTo>
                      <a:lnTo>
                        <a:pt x="524" y="654"/>
                      </a:lnTo>
                      <a:lnTo>
                        <a:pt x="493" y="652"/>
                      </a:lnTo>
                      <a:lnTo>
                        <a:pt x="463" y="647"/>
                      </a:lnTo>
                      <a:lnTo>
                        <a:pt x="434" y="640"/>
                      </a:lnTo>
                      <a:lnTo>
                        <a:pt x="142" y="1132"/>
                      </a:lnTo>
                      <a:lnTo>
                        <a:pt x="96" y="1100"/>
                      </a:lnTo>
                      <a:lnTo>
                        <a:pt x="50" y="1072"/>
                      </a:lnTo>
                      <a:lnTo>
                        <a:pt x="0" y="1048"/>
                      </a:lnTo>
                      <a:lnTo>
                        <a:pt x="292" y="557"/>
                      </a:lnTo>
                      <a:lnTo>
                        <a:pt x="265" y="526"/>
                      </a:lnTo>
                      <a:lnTo>
                        <a:pt x="242" y="491"/>
                      </a:lnTo>
                      <a:lnTo>
                        <a:pt x="223" y="454"/>
                      </a:lnTo>
                      <a:lnTo>
                        <a:pt x="209" y="414"/>
                      </a:lnTo>
                      <a:lnTo>
                        <a:pt x="201" y="372"/>
                      </a:lnTo>
                      <a:lnTo>
                        <a:pt x="197" y="327"/>
                      </a:lnTo>
                      <a:lnTo>
                        <a:pt x="201" y="283"/>
                      </a:lnTo>
                      <a:lnTo>
                        <a:pt x="209" y="240"/>
                      </a:lnTo>
                      <a:lnTo>
                        <a:pt x="223" y="200"/>
                      </a:lnTo>
                      <a:lnTo>
                        <a:pt x="242" y="162"/>
                      </a:lnTo>
                      <a:lnTo>
                        <a:pt x="266" y="128"/>
                      </a:lnTo>
                      <a:lnTo>
                        <a:pt x="293" y="96"/>
                      </a:lnTo>
                      <a:lnTo>
                        <a:pt x="325" y="69"/>
                      </a:lnTo>
                      <a:lnTo>
                        <a:pt x="359" y="45"/>
                      </a:lnTo>
                      <a:lnTo>
                        <a:pt x="397" y="27"/>
                      </a:lnTo>
                      <a:lnTo>
                        <a:pt x="437" y="12"/>
                      </a:lnTo>
                      <a:lnTo>
                        <a:pt x="480" y="3"/>
                      </a:lnTo>
                      <a:lnTo>
                        <a:pt x="524" y="0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28" name="Freeform 66"/>
                <p:cNvSpPr>
                  <a:spLocks/>
                </p:cNvSpPr>
                <p:nvPr/>
              </p:nvSpPr>
              <p:spPr bwMode="auto">
                <a:xfrm>
                  <a:off x="5375276" y="5272088"/>
                  <a:ext cx="166688" cy="103188"/>
                </a:xfrm>
                <a:custGeom>
                  <a:avLst/>
                  <a:gdLst>
                    <a:gd name="T0" fmla="*/ 729 w 1055"/>
                    <a:gd name="T1" fmla="*/ 0 h 653"/>
                    <a:gd name="T2" fmla="*/ 773 w 1055"/>
                    <a:gd name="T3" fmla="*/ 2 h 653"/>
                    <a:gd name="T4" fmla="*/ 816 w 1055"/>
                    <a:gd name="T5" fmla="*/ 11 h 653"/>
                    <a:gd name="T6" fmla="*/ 856 w 1055"/>
                    <a:gd name="T7" fmla="*/ 25 h 653"/>
                    <a:gd name="T8" fmla="*/ 893 w 1055"/>
                    <a:gd name="T9" fmla="*/ 44 h 653"/>
                    <a:gd name="T10" fmla="*/ 929 w 1055"/>
                    <a:gd name="T11" fmla="*/ 68 h 653"/>
                    <a:gd name="T12" fmla="*/ 960 w 1055"/>
                    <a:gd name="T13" fmla="*/ 95 h 653"/>
                    <a:gd name="T14" fmla="*/ 988 w 1055"/>
                    <a:gd name="T15" fmla="*/ 126 h 653"/>
                    <a:gd name="T16" fmla="*/ 1011 w 1055"/>
                    <a:gd name="T17" fmla="*/ 162 h 653"/>
                    <a:gd name="T18" fmla="*/ 1030 w 1055"/>
                    <a:gd name="T19" fmla="*/ 200 h 653"/>
                    <a:gd name="T20" fmla="*/ 1044 w 1055"/>
                    <a:gd name="T21" fmla="*/ 239 h 653"/>
                    <a:gd name="T22" fmla="*/ 1053 w 1055"/>
                    <a:gd name="T23" fmla="*/ 282 h 653"/>
                    <a:gd name="T24" fmla="*/ 1055 w 1055"/>
                    <a:gd name="T25" fmla="*/ 326 h 653"/>
                    <a:gd name="T26" fmla="*/ 1053 w 1055"/>
                    <a:gd name="T27" fmla="*/ 370 h 653"/>
                    <a:gd name="T28" fmla="*/ 1044 w 1055"/>
                    <a:gd name="T29" fmla="*/ 414 h 653"/>
                    <a:gd name="T30" fmla="*/ 1030 w 1055"/>
                    <a:gd name="T31" fmla="*/ 454 h 653"/>
                    <a:gd name="T32" fmla="*/ 1011 w 1055"/>
                    <a:gd name="T33" fmla="*/ 491 h 653"/>
                    <a:gd name="T34" fmla="*/ 988 w 1055"/>
                    <a:gd name="T35" fmla="*/ 526 h 653"/>
                    <a:gd name="T36" fmla="*/ 960 w 1055"/>
                    <a:gd name="T37" fmla="*/ 558 h 653"/>
                    <a:gd name="T38" fmla="*/ 929 w 1055"/>
                    <a:gd name="T39" fmla="*/ 584 h 653"/>
                    <a:gd name="T40" fmla="*/ 893 w 1055"/>
                    <a:gd name="T41" fmla="*/ 609 h 653"/>
                    <a:gd name="T42" fmla="*/ 856 w 1055"/>
                    <a:gd name="T43" fmla="*/ 628 h 653"/>
                    <a:gd name="T44" fmla="*/ 816 w 1055"/>
                    <a:gd name="T45" fmla="*/ 641 h 653"/>
                    <a:gd name="T46" fmla="*/ 773 w 1055"/>
                    <a:gd name="T47" fmla="*/ 650 h 653"/>
                    <a:gd name="T48" fmla="*/ 729 w 1055"/>
                    <a:gd name="T49" fmla="*/ 653 h 653"/>
                    <a:gd name="T50" fmla="*/ 685 w 1055"/>
                    <a:gd name="T51" fmla="*/ 650 h 653"/>
                    <a:gd name="T52" fmla="*/ 644 w 1055"/>
                    <a:gd name="T53" fmla="*/ 642 h 653"/>
                    <a:gd name="T54" fmla="*/ 604 w 1055"/>
                    <a:gd name="T55" fmla="*/ 628 h 653"/>
                    <a:gd name="T56" fmla="*/ 566 w 1055"/>
                    <a:gd name="T57" fmla="*/ 610 h 653"/>
                    <a:gd name="T58" fmla="*/ 532 w 1055"/>
                    <a:gd name="T59" fmla="*/ 587 h 653"/>
                    <a:gd name="T60" fmla="*/ 501 w 1055"/>
                    <a:gd name="T61" fmla="*/ 560 h 653"/>
                    <a:gd name="T62" fmla="*/ 474 w 1055"/>
                    <a:gd name="T63" fmla="*/ 529 h 653"/>
                    <a:gd name="T64" fmla="*/ 450 w 1055"/>
                    <a:gd name="T65" fmla="*/ 495 h 653"/>
                    <a:gd name="T66" fmla="*/ 431 w 1055"/>
                    <a:gd name="T67" fmla="*/ 458 h 653"/>
                    <a:gd name="T68" fmla="*/ 416 w 1055"/>
                    <a:gd name="T69" fmla="*/ 419 h 653"/>
                    <a:gd name="T70" fmla="*/ 407 w 1055"/>
                    <a:gd name="T71" fmla="*/ 377 h 653"/>
                    <a:gd name="T72" fmla="*/ 0 w 1055"/>
                    <a:gd name="T73" fmla="*/ 337 h 653"/>
                    <a:gd name="T74" fmla="*/ 9 w 1055"/>
                    <a:gd name="T75" fmla="*/ 287 h 653"/>
                    <a:gd name="T76" fmla="*/ 15 w 1055"/>
                    <a:gd name="T77" fmla="*/ 235 h 653"/>
                    <a:gd name="T78" fmla="*/ 17 w 1055"/>
                    <a:gd name="T79" fmla="*/ 182 h 653"/>
                    <a:gd name="T80" fmla="*/ 16 w 1055"/>
                    <a:gd name="T81" fmla="*/ 173 h 653"/>
                    <a:gd name="T82" fmla="*/ 423 w 1055"/>
                    <a:gd name="T83" fmla="*/ 214 h 653"/>
                    <a:gd name="T84" fmla="*/ 441 w 1055"/>
                    <a:gd name="T85" fmla="*/ 173 h 653"/>
                    <a:gd name="T86" fmla="*/ 464 w 1055"/>
                    <a:gd name="T87" fmla="*/ 136 h 653"/>
                    <a:gd name="T88" fmla="*/ 492 w 1055"/>
                    <a:gd name="T89" fmla="*/ 103 h 653"/>
                    <a:gd name="T90" fmla="*/ 524 w 1055"/>
                    <a:gd name="T91" fmla="*/ 73 h 653"/>
                    <a:gd name="T92" fmla="*/ 558 w 1055"/>
                    <a:gd name="T93" fmla="*/ 48 h 653"/>
                    <a:gd name="T94" fmla="*/ 597 w 1055"/>
                    <a:gd name="T95" fmla="*/ 28 h 653"/>
                    <a:gd name="T96" fmla="*/ 639 w 1055"/>
                    <a:gd name="T97" fmla="*/ 12 h 653"/>
                    <a:gd name="T98" fmla="*/ 683 w 1055"/>
                    <a:gd name="T99" fmla="*/ 3 h 653"/>
                    <a:gd name="T100" fmla="*/ 729 w 1055"/>
                    <a:gd name="T101" fmla="*/ 0 h 65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</a:cxnLst>
                  <a:rect l="0" t="0" r="r" b="b"/>
                  <a:pathLst>
                    <a:path w="1055" h="653">
                      <a:moveTo>
                        <a:pt x="729" y="0"/>
                      </a:moveTo>
                      <a:lnTo>
                        <a:pt x="773" y="2"/>
                      </a:lnTo>
                      <a:lnTo>
                        <a:pt x="816" y="11"/>
                      </a:lnTo>
                      <a:lnTo>
                        <a:pt x="856" y="25"/>
                      </a:lnTo>
                      <a:lnTo>
                        <a:pt x="893" y="44"/>
                      </a:lnTo>
                      <a:lnTo>
                        <a:pt x="929" y="68"/>
                      </a:lnTo>
                      <a:lnTo>
                        <a:pt x="960" y="95"/>
                      </a:lnTo>
                      <a:lnTo>
                        <a:pt x="988" y="126"/>
                      </a:lnTo>
                      <a:lnTo>
                        <a:pt x="1011" y="162"/>
                      </a:lnTo>
                      <a:lnTo>
                        <a:pt x="1030" y="200"/>
                      </a:lnTo>
                      <a:lnTo>
                        <a:pt x="1044" y="239"/>
                      </a:lnTo>
                      <a:lnTo>
                        <a:pt x="1053" y="282"/>
                      </a:lnTo>
                      <a:lnTo>
                        <a:pt x="1055" y="326"/>
                      </a:lnTo>
                      <a:lnTo>
                        <a:pt x="1053" y="370"/>
                      </a:lnTo>
                      <a:lnTo>
                        <a:pt x="1044" y="414"/>
                      </a:lnTo>
                      <a:lnTo>
                        <a:pt x="1030" y="454"/>
                      </a:lnTo>
                      <a:lnTo>
                        <a:pt x="1011" y="491"/>
                      </a:lnTo>
                      <a:lnTo>
                        <a:pt x="988" y="526"/>
                      </a:lnTo>
                      <a:lnTo>
                        <a:pt x="960" y="558"/>
                      </a:lnTo>
                      <a:lnTo>
                        <a:pt x="929" y="584"/>
                      </a:lnTo>
                      <a:lnTo>
                        <a:pt x="893" y="609"/>
                      </a:lnTo>
                      <a:lnTo>
                        <a:pt x="856" y="628"/>
                      </a:lnTo>
                      <a:lnTo>
                        <a:pt x="816" y="641"/>
                      </a:lnTo>
                      <a:lnTo>
                        <a:pt x="773" y="650"/>
                      </a:lnTo>
                      <a:lnTo>
                        <a:pt x="729" y="653"/>
                      </a:lnTo>
                      <a:lnTo>
                        <a:pt x="685" y="650"/>
                      </a:lnTo>
                      <a:lnTo>
                        <a:pt x="644" y="642"/>
                      </a:lnTo>
                      <a:lnTo>
                        <a:pt x="604" y="628"/>
                      </a:lnTo>
                      <a:lnTo>
                        <a:pt x="566" y="610"/>
                      </a:lnTo>
                      <a:lnTo>
                        <a:pt x="532" y="587"/>
                      </a:lnTo>
                      <a:lnTo>
                        <a:pt x="501" y="560"/>
                      </a:lnTo>
                      <a:lnTo>
                        <a:pt x="474" y="529"/>
                      </a:lnTo>
                      <a:lnTo>
                        <a:pt x="450" y="495"/>
                      </a:lnTo>
                      <a:lnTo>
                        <a:pt x="431" y="458"/>
                      </a:lnTo>
                      <a:lnTo>
                        <a:pt x="416" y="419"/>
                      </a:lnTo>
                      <a:lnTo>
                        <a:pt x="407" y="377"/>
                      </a:lnTo>
                      <a:lnTo>
                        <a:pt x="0" y="337"/>
                      </a:lnTo>
                      <a:lnTo>
                        <a:pt x="9" y="287"/>
                      </a:lnTo>
                      <a:lnTo>
                        <a:pt x="15" y="235"/>
                      </a:lnTo>
                      <a:lnTo>
                        <a:pt x="17" y="182"/>
                      </a:lnTo>
                      <a:lnTo>
                        <a:pt x="16" y="173"/>
                      </a:lnTo>
                      <a:lnTo>
                        <a:pt x="423" y="214"/>
                      </a:lnTo>
                      <a:lnTo>
                        <a:pt x="441" y="173"/>
                      </a:lnTo>
                      <a:lnTo>
                        <a:pt x="464" y="136"/>
                      </a:lnTo>
                      <a:lnTo>
                        <a:pt x="492" y="103"/>
                      </a:lnTo>
                      <a:lnTo>
                        <a:pt x="524" y="73"/>
                      </a:lnTo>
                      <a:lnTo>
                        <a:pt x="558" y="48"/>
                      </a:lnTo>
                      <a:lnTo>
                        <a:pt x="597" y="28"/>
                      </a:lnTo>
                      <a:lnTo>
                        <a:pt x="639" y="12"/>
                      </a:lnTo>
                      <a:lnTo>
                        <a:pt x="683" y="3"/>
                      </a:lnTo>
                      <a:lnTo>
                        <a:pt x="729" y="0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30" name="Freeform 67"/>
                <p:cNvSpPr>
                  <a:spLocks/>
                </p:cNvSpPr>
                <p:nvPr/>
              </p:nvSpPr>
              <p:spPr bwMode="auto">
                <a:xfrm>
                  <a:off x="5259388" y="5411788"/>
                  <a:ext cx="103188" cy="166688"/>
                </a:xfrm>
                <a:custGeom>
                  <a:avLst/>
                  <a:gdLst>
                    <a:gd name="T0" fmla="*/ 246 w 654"/>
                    <a:gd name="T1" fmla="*/ 0 h 1049"/>
                    <a:gd name="T2" fmla="*/ 337 w 654"/>
                    <a:gd name="T3" fmla="*/ 397 h 1049"/>
                    <a:gd name="T4" fmla="*/ 383 w 654"/>
                    <a:gd name="T5" fmla="*/ 402 h 1049"/>
                    <a:gd name="T6" fmla="*/ 429 w 654"/>
                    <a:gd name="T7" fmla="*/ 413 h 1049"/>
                    <a:gd name="T8" fmla="*/ 471 w 654"/>
                    <a:gd name="T9" fmla="*/ 431 h 1049"/>
                    <a:gd name="T10" fmla="*/ 510 w 654"/>
                    <a:gd name="T11" fmla="*/ 453 h 1049"/>
                    <a:gd name="T12" fmla="*/ 545 w 654"/>
                    <a:gd name="T13" fmla="*/ 480 h 1049"/>
                    <a:gd name="T14" fmla="*/ 576 w 654"/>
                    <a:gd name="T15" fmla="*/ 513 h 1049"/>
                    <a:gd name="T16" fmla="*/ 603 w 654"/>
                    <a:gd name="T17" fmla="*/ 548 h 1049"/>
                    <a:gd name="T18" fmla="*/ 624 w 654"/>
                    <a:gd name="T19" fmla="*/ 588 h 1049"/>
                    <a:gd name="T20" fmla="*/ 641 w 654"/>
                    <a:gd name="T21" fmla="*/ 630 h 1049"/>
                    <a:gd name="T22" fmla="*/ 651 w 654"/>
                    <a:gd name="T23" fmla="*/ 676 h 1049"/>
                    <a:gd name="T24" fmla="*/ 654 w 654"/>
                    <a:gd name="T25" fmla="*/ 723 h 1049"/>
                    <a:gd name="T26" fmla="*/ 651 w 654"/>
                    <a:gd name="T27" fmla="*/ 768 h 1049"/>
                    <a:gd name="T28" fmla="*/ 642 w 654"/>
                    <a:gd name="T29" fmla="*/ 810 h 1049"/>
                    <a:gd name="T30" fmla="*/ 628 w 654"/>
                    <a:gd name="T31" fmla="*/ 850 h 1049"/>
                    <a:gd name="T32" fmla="*/ 608 w 654"/>
                    <a:gd name="T33" fmla="*/ 887 h 1049"/>
                    <a:gd name="T34" fmla="*/ 585 w 654"/>
                    <a:gd name="T35" fmla="*/ 923 h 1049"/>
                    <a:gd name="T36" fmla="*/ 557 w 654"/>
                    <a:gd name="T37" fmla="*/ 954 h 1049"/>
                    <a:gd name="T38" fmla="*/ 526 w 654"/>
                    <a:gd name="T39" fmla="*/ 982 h 1049"/>
                    <a:gd name="T40" fmla="*/ 492 w 654"/>
                    <a:gd name="T41" fmla="*/ 1005 h 1049"/>
                    <a:gd name="T42" fmla="*/ 454 w 654"/>
                    <a:gd name="T43" fmla="*/ 1024 h 1049"/>
                    <a:gd name="T44" fmla="*/ 413 w 654"/>
                    <a:gd name="T45" fmla="*/ 1038 h 1049"/>
                    <a:gd name="T46" fmla="*/ 371 w 654"/>
                    <a:gd name="T47" fmla="*/ 1047 h 1049"/>
                    <a:gd name="T48" fmla="*/ 327 w 654"/>
                    <a:gd name="T49" fmla="*/ 1049 h 1049"/>
                    <a:gd name="T50" fmla="*/ 282 w 654"/>
                    <a:gd name="T51" fmla="*/ 1047 h 1049"/>
                    <a:gd name="T52" fmla="*/ 240 w 654"/>
                    <a:gd name="T53" fmla="*/ 1038 h 1049"/>
                    <a:gd name="T54" fmla="*/ 199 w 654"/>
                    <a:gd name="T55" fmla="*/ 1024 h 1049"/>
                    <a:gd name="T56" fmla="*/ 161 w 654"/>
                    <a:gd name="T57" fmla="*/ 1005 h 1049"/>
                    <a:gd name="T58" fmla="*/ 127 w 654"/>
                    <a:gd name="T59" fmla="*/ 982 h 1049"/>
                    <a:gd name="T60" fmla="*/ 96 w 654"/>
                    <a:gd name="T61" fmla="*/ 954 h 1049"/>
                    <a:gd name="T62" fmla="*/ 68 w 654"/>
                    <a:gd name="T63" fmla="*/ 923 h 1049"/>
                    <a:gd name="T64" fmla="*/ 45 w 654"/>
                    <a:gd name="T65" fmla="*/ 887 h 1049"/>
                    <a:gd name="T66" fmla="*/ 26 w 654"/>
                    <a:gd name="T67" fmla="*/ 850 h 1049"/>
                    <a:gd name="T68" fmla="*/ 12 w 654"/>
                    <a:gd name="T69" fmla="*/ 810 h 1049"/>
                    <a:gd name="T70" fmla="*/ 3 w 654"/>
                    <a:gd name="T71" fmla="*/ 768 h 1049"/>
                    <a:gd name="T72" fmla="*/ 0 w 654"/>
                    <a:gd name="T73" fmla="*/ 723 h 1049"/>
                    <a:gd name="T74" fmla="*/ 3 w 654"/>
                    <a:gd name="T75" fmla="*/ 677 h 1049"/>
                    <a:gd name="T76" fmla="*/ 13 w 654"/>
                    <a:gd name="T77" fmla="*/ 632 h 1049"/>
                    <a:gd name="T78" fmla="*/ 28 w 654"/>
                    <a:gd name="T79" fmla="*/ 591 h 1049"/>
                    <a:gd name="T80" fmla="*/ 49 w 654"/>
                    <a:gd name="T81" fmla="*/ 553 h 1049"/>
                    <a:gd name="T82" fmla="*/ 75 w 654"/>
                    <a:gd name="T83" fmla="*/ 517 h 1049"/>
                    <a:gd name="T84" fmla="*/ 105 w 654"/>
                    <a:gd name="T85" fmla="*/ 485 h 1049"/>
                    <a:gd name="T86" fmla="*/ 139 w 654"/>
                    <a:gd name="T87" fmla="*/ 457 h 1049"/>
                    <a:gd name="T88" fmla="*/ 177 w 654"/>
                    <a:gd name="T89" fmla="*/ 435 h 1049"/>
                    <a:gd name="T90" fmla="*/ 85 w 654"/>
                    <a:gd name="T91" fmla="*/ 37 h 1049"/>
                    <a:gd name="T92" fmla="*/ 140 w 654"/>
                    <a:gd name="T93" fmla="*/ 28 h 1049"/>
                    <a:gd name="T94" fmla="*/ 194 w 654"/>
                    <a:gd name="T95" fmla="*/ 16 h 1049"/>
                    <a:gd name="T96" fmla="*/ 246 w 654"/>
                    <a:gd name="T97" fmla="*/ 0 h 104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</a:cxnLst>
                  <a:rect l="0" t="0" r="r" b="b"/>
                  <a:pathLst>
                    <a:path w="654" h="1049">
                      <a:moveTo>
                        <a:pt x="246" y="0"/>
                      </a:moveTo>
                      <a:lnTo>
                        <a:pt x="337" y="397"/>
                      </a:lnTo>
                      <a:lnTo>
                        <a:pt x="383" y="402"/>
                      </a:lnTo>
                      <a:lnTo>
                        <a:pt x="429" y="413"/>
                      </a:lnTo>
                      <a:lnTo>
                        <a:pt x="471" y="431"/>
                      </a:lnTo>
                      <a:lnTo>
                        <a:pt x="510" y="453"/>
                      </a:lnTo>
                      <a:lnTo>
                        <a:pt x="545" y="480"/>
                      </a:lnTo>
                      <a:lnTo>
                        <a:pt x="576" y="513"/>
                      </a:lnTo>
                      <a:lnTo>
                        <a:pt x="603" y="548"/>
                      </a:lnTo>
                      <a:lnTo>
                        <a:pt x="624" y="588"/>
                      </a:lnTo>
                      <a:lnTo>
                        <a:pt x="641" y="630"/>
                      </a:lnTo>
                      <a:lnTo>
                        <a:pt x="651" y="676"/>
                      </a:lnTo>
                      <a:lnTo>
                        <a:pt x="654" y="723"/>
                      </a:lnTo>
                      <a:lnTo>
                        <a:pt x="651" y="768"/>
                      </a:lnTo>
                      <a:lnTo>
                        <a:pt x="642" y="810"/>
                      </a:lnTo>
                      <a:lnTo>
                        <a:pt x="628" y="850"/>
                      </a:lnTo>
                      <a:lnTo>
                        <a:pt x="608" y="887"/>
                      </a:lnTo>
                      <a:lnTo>
                        <a:pt x="585" y="923"/>
                      </a:lnTo>
                      <a:lnTo>
                        <a:pt x="557" y="954"/>
                      </a:lnTo>
                      <a:lnTo>
                        <a:pt x="526" y="982"/>
                      </a:lnTo>
                      <a:lnTo>
                        <a:pt x="492" y="1005"/>
                      </a:lnTo>
                      <a:lnTo>
                        <a:pt x="454" y="1024"/>
                      </a:lnTo>
                      <a:lnTo>
                        <a:pt x="413" y="1038"/>
                      </a:lnTo>
                      <a:lnTo>
                        <a:pt x="371" y="1047"/>
                      </a:lnTo>
                      <a:lnTo>
                        <a:pt x="327" y="1049"/>
                      </a:lnTo>
                      <a:lnTo>
                        <a:pt x="282" y="1047"/>
                      </a:lnTo>
                      <a:lnTo>
                        <a:pt x="240" y="1038"/>
                      </a:lnTo>
                      <a:lnTo>
                        <a:pt x="199" y="1024"/>
                      </a:lnTo>
                      <a:lnTo>
                        <a:pt x="161" y="1005"/>
                      </a:lnTo>
                      <a:lnTo>
                        <a:pt x="127" y="982"/>
                      </a:lnTo>
                      <a:lnTo>
                        <a:pt x="96" y="954"/>
                      </a:lnTo>
                      <a:lnTo>
                        <a:pt x="68" y="923"/>
                      </a:lnTo>
                      <a:lnTo>
                        <a:pt x="45" y="887"/>
                      </a:lnTo>
                      <a:lnTo>
                        <a:pt x="26" y="850"/>
                      </a:lnTo>
                      <a:lnTo>
                        <a:pt x="12" y="810"/>
                      </a:lnTo>
                      <a:lnTo>
                        <a:pt x="3" y="768"/>
                      </a:lnTo>
                      <a:lnTo>
                        <a:pt x="0" y="723"/>
                      </a:lnTo>
                      <a:lnTo>
                        <a:pt x="3" y="677"/>
                      </a:lnTo>
                      <a:lnTo>
                        <a:pt x="13" y="632"/>
                      </a:lnTo>
                      <a:lnTo>
                        <a:pt x="28" y="591"/>
                      </a:lnTo>
                      <a:lnTo>
                        <a:pt x="49" y="553"/>
                      </a:lnTo>
                      <a:lnTo>
                        <a:pt x="75" y="517"/>
                      </a:lnTo>
                      <a:lnTo>
                        <a:pt x="105" y="485"/>
                      </a:lnTo>
                      <a:lnTo>
                        <a:pt x="139" y="457"/>
                      </a:lnTo>
                      <a:lnTo>
                        <a:pt x="177" y="435"/>
                      </a:lnTo>
                      <a:lnTo>
                        <a:pt x="85" y="37"/>
                      </a:lnTo>
                      <a:lnTo>
                        <a:pt x="140" y="28"/>
                      </a:lnTo>
                      <a:lnTo>
                        <a:pt x="194" y="16"/>
                      </a:lnTo>
                      <a:lnTo>
                        <a:pt x="246" y="0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31" name="Freeform 68"/>
                <p:cNvSpPr>
                  <a:spLocks/>
                </p:cNvSpPr>
                <p:nvPr/>
              </p:nvSpPr>
              <p:spPr bwMode="auto">
                <a:xfrm>
                  <a:off x="4967288" y="5326063"/>
                  <a:ext cx="184150" cy="106363"/>
                </a:xfrm>
                <a:custGeom>
                  <a:avLst/>
                  <a:gdLst>
                    <a:gd name="T0" fmla="*/ 1106 w 1159"/>
                    <a:gd name="T1" fmla="*/ 0 h 675"/>
                    <a:gd name="T2" fmla="*/ 1120 w 1159"/>
                    <a:gd name="T3" fmla="*/ 54 h 675"/>
                    <a:gd name="T4" fmla="*/ 1138 w 1159"/>
                    <a:gd name="T5" fmla="*/ 106 h 675"/>
                    <a:gd name="T6" fmla="*/ 1159 w 1159"/>
                    <a:gd name="T7" fmla="*/ 156 h 675"/>
                    <a:gd name="T8" fmla="*/ 651 w 1159"/>
                    <a:gd name="T9" fmla="*/ 326 h 675"/>
                    <a:gd name="T10" fmla="*/ 652 w 1159"/>
                    <a:gd name="T11" fmla="*/ 336 h 675"/>
                    <a:gd name="T12" fmla="*/ 653 w 1159"/>
                    <a:gd name="T13" fmla="*/ 348 h 675"/>
                    <a:gd name="T14" fmla="*/ 651 w 1159"/>
                    <a:gd name="T15" fmla="*/ 392 h 675"/>
                    <a:gd name="T16" fmla="*/ 642 w 1159"/>
                    <a:gd name="T17" fmla="*/ 435 h 675"/>
                    <a:gd name="T18" fmla="*/ 628 w 1159"/>
                    <a:gd name="T19" fmla="*/ 475 h 675"/>
                    <a:gd name="T20" fmla="*/ 609 w 1159"/>
                    <a:gd name="T21" fmla="*/ 513 h 675"/>
                    <a:gd name="T22" fmla="*/ 586 w 1159"/>
                    <a:gd name="T23" fmla="*/ 547 h 675"/>
                    <a:gd name="T24" fmla="*/ 558 w 1159"/>
                    <a:gd name="T25" fmla="*/ 579 h 675"/>
                    <a:gd name="T26" fmla="*/ 527 w 1159"/>
                    <a:gd name="T27" fmla="*/ 607 h 675"/>
                    <a:gd name="T28" fmla="*/ 491 w 1159"/>
                    <a:gd name="T29" fmla="*/ 630 h 675"/>
                    <a:gd name="T30" fmla="*/ 454 w 1159"/>
                    <a:gd name="T31" fmla="*/ 649 h 675"/>
                    <a:gd name="T32" fmla="*/ 414 w 1159"/>
                    <a:gd name="T33" fmla="*/ 664 h 675"/>
                    <a:gd name="T34" fmla="*/ 370 w 1159"/>
                    <a:gd name="T35" fmla="*/ 671 h 675"/>
                    <a:gd name="T36" fmla="*/ 326 w 1159"/>
                    <a:gd name="T37" fmla="*/ 675 h 675"/>
                    <a:gd name="T38" fmla="*/ 282 w 1159"/>
                    <a:gd name="T39" fmla="*/ 671 h 675"/>
                    <a:gd name="T40" fmla="*/ 240 w 1159"/>
                    <a:gd name="T41" fmla="*/ 664 h 675"/>
                    <a:gd name="T42" fmla="*/ 200 w 1159"/>
                    <a:gd name="T43" fmla="*/ 649 h 675"/>
                    <a:gd name="T44" fmla="*/ 162 w 1159"/>
                    <a:gd name="T45" fmla="*/ 630 h 675"/>
                    <a:gd name="T46" fmla="*/ 126 w 1159"/>
                    <a:gd name="T47" fmla="*/ 607 h 675"/>
                    <a:gd name="T48" fmla="*/ 95 w 1159"/>
                    <a:gd name="T49" fmla="*/ 579 h 675"/>
                    <a:gd name="T50" fmla="*/ 68 w 1159"/>
                    <a:gd name="T51" fmla="*/ 547 h 675"/>
                    <a:gd name="T52" fmla="*/ 44 w 1159"/>
                    <a:gd name="T53" fmla="*/ 513 h 675"/>
                    <a:gd name="T54" fmla="*/ 26 w 1159"/>
                    <a:gd name="T55" fmla="*/ 475 h 675"/>
                    <a:gd name="T56" fmla="*/ 12 w 1159"/>
                    <a:gd name="T57" fmla="*/ 435 h 675"/>
                    <a:gd name="T58" fmla="*/ 3 w 1159"/>
                    <a:gd name="T59" fmla="*/ 392 h 675"/>
                    <a:gd name="T60" fmla="*/ 0 w 1159"/>
                    <a:gd name="T61" fmla="*/ 348 h 675"/>
                    <a:gd name="T62" fmla="*/ 3 w 1159"/>
                    <a:gd name="T63" fmla="*/ 303 h 675"/>
                    <a:gd name="T64" fmla="*/ 12 w 1159"/>
                    <a:gd name="T65" fmla="*/ 261 h 675"/>
                    <a:gd name="T66" fmla="*/ 26 w 1159"/>
                    <a:gd name="T67" fmla="*/ 221 h 675"/>
                    <a:gd name="T68" fmla="*/ 44 w 1159"/>
                    <a:gd name="T69" fmla="*/ 183 h 675"/>
                    <a:gd name="T70" fmla="*/ 68 w 1159"/>
                    <a:gd name="T71" fmla="*/ 148 h 675"/>
                    <a:gd name="T72" fmla="*/ 95 w 1159"/>
                    <a:gd name="T73" fmla="*/ 117 h 675"/>
                    <a:gd name="T74" fmla="*/ 126 w 1159"/>
                    <a:gd name="T75" fmla="*/ 89 h 675"/>
                    <a:gd name="T76" fmla="*/ 162 w 1159"/>
                    <a:gd name="T77" fmla="*/ 66 h 675"/>
                    <a:gd name="T78" fmla="*/ 200 w 1159"/>
                    <a:gd name="T79" fmla="*/ 47 h 675"/>
                    <a:gd name="T80" fmla="*/ 240 w 1159"/>
                    <a:gd name="T81" fmla="*/ 33 h 675"/>
                    <a:gd name="T82" fmla="*/ 282 w 1159"/>
                    <a:gd name="T83" fmla="*/ 25 h 675"/>
                    <a:gd name="T84" fmla="*/ 326 w 1159"/>
                    <a:gd name="T85" fmla="*/ 21 h 675"/>
                    <a:gd name="T86" fmla="*/ 369 w 1159"/>
                    <a:gd name="T87" fmla="*/ 24 h 675"/>
                    <a:gd name="T88" fmla="*/ 409 w 1159"/>
                    <a:gd name="T89" fmla="*/ 33 h 675"/>
                    <a:gd name="T90" fmla="*/ 448 w 1159"/>
                    <a:gd name="T91" fmla="*/ 45 h 675"/>
                    <a:gd name="T92" fmla="*/ 485 w 1159"/>
                    <a:gd name="T93" fmla="*/ 63 h 675"/>
                    <a:gd name="T94" fmla="*/ 518 w 1159"/>
                    <a:gd name="T95" fmla="*/ 84 h 675"/>
                    <a:gd name="T96" fmla="*/ 549 w 1159"/>
                    <a:gd name="T97" fmla="*/ 109 h 675"/>
                    <a:gd name="T98" fmla="*/ 577 w 1159"/>
                    <a:gd name="T99" fmla="*/ 138 h 675"/>
                    <a:gd name="T100" fmla="*/ 600 w 1159"/>
                    <a:gd name="T101" fmla="*/ 170 h 675"/>
                    <a:gd name="T102" fmla="*/ 1106 w 1159"/>
                    <a:gd name="T103" fmla="*/ 0 h 6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</a:cxnLst>
                  <a:rect l="0" t="0" r="r" b="b"/>
                  <a:pathLst>
                    <a:path w="1159" h="675">
                      <a:moveTo>
                        <a:pt x="1106" y="0"/>
                      </a:moveTo>
                      <a:lnTo>
                        <a:pt x="1120" y="54"/>
                      </a:lnTo>
                      <a:lnTo>
                        <a:pt x="1138" y="106"/>
                      </a:lnTo>
                      <a:lnTo>
                        <a:pt x="1159" y="156"/>
                      </a:lnTo>
                      <a:lnTo>
                        <a:pt x="651" y="326"/>
                      </a:lnTo>
                      <a:lnTo>
                        <a:pt x="652" y="336"/>
                      </a:lnTo>
                      <a:lnTo>
                        <a:pt x="653" y="348"/>
                      </a:lnTo>
                      <a:lnTo>
                        <a:pt x="651" y="392"/>
                      </a:lnTo>
                      <a:lnTo>
                        <a:pt x="642" y="435"/>
                      </a:lnTo>
                      <a:lnTo>
                        <a:pt x="628" y="475"/>
                      </a:lnTo>
                      <a:lnTo>
                        <a:pt x="609" y="513"/>
                      </a:lnTo>
                      <a:lnTo>
                        <a:pt x="586" y="547"/>
                      </a:lnTo>
                      <a:lnTo>
                        <a:pt x="558" y="579"/>
                      </a:lnTo>
                      <a:lnTo>
                        <a:pt x="527" y="607"/>
                      </a:lnTo>
                      <a:lnTo>
                        <a:pt x="491" y="630"/>
                      </a:lnTo>
                      <a:lnTo>
                        <a:pt x="454" y="649"/>
                      </a:lnTo>
                      <a:lnTo>
                        <a:pt x="414" y="664"/>
                      </a:lnTo>
                      <a:lnTo>
                        <a:pt x="370" y="671"/>
                      </a:lnTo>
                      <a:lnTo>
                        <a:pt x="326" y="675"/>
                      </a:lnTo>
                      <a:lnTo>
                        <a:pt x="282" y="671"/>
                      </a:lnTo>
                      <a:lnTo>
                        <a:pt x="240" y="664"/>
                      </a:lnTo>
                      <a:lnTo>
                        <a:pt x="200" y="649"/>
                      </a:lnTo>
                      <a:lnTo>
                        <a:pt x="162" y="630"/>
                      </a:lnTo>
                      <a:lnTo>
                        <a:pt x="126" y="607"/>
                      </a:lnTo>
                      <a:lnTo>
                        <a:pt x="95" y="579"/>
                      </a:lnTo>
                      <a:lnTo>
                        <a:pt x="68" y="547"/>
                      </a:lnTo>
                      <a:lnTo>
                        <a:pt x="44" y="513"/>
                      </a:lnTo>
                      <a:lnTo>
                        <a:pt x="26" y="475"/>
                      </a:lnTo>
                      <a:lnTo>
                        <a:pt x="12" y="435"/>
                      </a:lnTo>
                      <a:lnTo>
                        <a:pt x="3" y="392"/>
                      </a:lnTo>
                      <a:lnTo>
                        <a:pt x="0" y="348"/>
                      </a:lnTo>
                      <a:lnTo>
                        <a:pt x="3" y="303"/>
                      </a:lnTo>
                      <a:lnTo>
                        <a:pt x="12" y="261"/>
                      </a:lnTo>
                      <a:lnTo>
                        <a:pt x="26" y="221"/>
                      </a:lnTo>
                      <a:lnTo>
                        <a:pt x="44" y="183"/>
                      </a:lnTo>
                      <a:lnTo>
                        <a:pt x="68" y="148"/>
                      </a:lnTo>
                      <a:lnTo>
                        <a:pt x="95" y="117"/>
                      </a:lnTo>
                      <a:lnTo>
                        <a:pt x="126" y="89"/>
                      </a:lnTo>
                      <a:lnTo>
                        <a:pt x="162" y="66"/>
                      </a:lnTo>
                      <a:lnTo>
                        <a:pt x="200" y="47"/>
                      </a:lnTo>
                      <a:lnTo>
                        <a:pt x="240" y="33"/>
                      </a:lnTo>
                      <a:lnTo>
                        <a:pt x="282" y="25"/>
                      </a:lnTo>
                      <a:lnTo>
                        <a:pt x="326" y="21"/>
                      </a:lnTo>
                      <a:lnTo>
                        <a:pt x="369" y="24"/>
                      </a:lnTo>
                      <a:lnTo>
                        <a:pt x="409" y="33"/>
                      </a:lnTo>
                      <a:lnTo>
                        <a:pt x="448" y="45"/>
                      </a:lnTo>
                      <a:lnTo>
                        <a:pt x="485" y="63"/>
                      </a:lnTo>
                      <a:lnTo>
                        <a:pt x="518" y="84"/>
                      </a:lnTo>
                      <a:lnTo>
                        <a:pt x="549" y="109"/>
                      </a:lnTo>
                      <a:lnTo>
                        <a:pt x="577" y="138"/>
                      </a:lnTo>
                      <a:lnTo>
                        <a:pt x="600" y="170"/>
                      </a:lnTo>
                      <a:lnTo>
                        <a:pt x="1106" y="0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32" name="Freeform 69"/>
                <p:cNvSpPr>
                  <a:spLocks/>
                </p:cNvSpPr>
                <p:nvPr/>
              </p:nvSpPr>
              <p:spPr bwMode="auto">
                <a:xfrm>
                  <a:off x="5170488" y="5211763"/>
                  <a:ext cx="177800" cy="177800"/>
                </a:xfrm>
                <a:custGeom>
                  <a:avLst/>
                  <a:gdLst>
                    <a:gd name="T0" fmla="*/ 561 w 1122"/>
                    <a:gd name="T1" fmla="*/ 0 h 1121"/>
                    <a:gd name="T2" fmla="*/ 622 w 1122"/>
                    <a:gd name="T3" fmla="*/ 3 h 1121"/>
                    <a:gd name="T4" fmla="*/ 681 w 1122"/>
                    <a:gd name="T5" fmla="*/ 13 h 1121"/>
                    <a:gd name="T6" fmla="*/ 738 w 1122"/>
                    <a:gd name="T7" fmla="*/ 29 h 1121"/>
                    <a:gd name="T8" fmla="*/ 792 w 1122"/>
                    <a:gd name="T9" fmla="*/ 50 h 1121"/>
                    <a:gd name="T10" fmla="*/ 843 w 1122"/>
                    <a:gd name="T11" fmla="*/ 76 h 1121"/>
                    <a:gd name="T12" fmla="*/ 892 w 1122"/>
                    <a:gd name="T13" fmla="*/ 108 h 1121"/>
                    <a:gd name="T14" fmla="*/ 937 w 1122"/>
                    <a:gd name="T15" fmla="*/ 145 h 1121"/>
                    <a:gd name="T16" fmla="*/ 976 w 1122"/>
                    <a:gd name="T17" fmla="*/ 185 h 1121"/>
                    <a:gd name="T18" fmla="*/ 1013 w 1122"/>
                    <a:gd name="T19" fmla="*/ 229 h 1121"/>
                    <a:gd name="T20" fmla="*/ 1045 w 1122"/>
                    <a:gd name="T21" fmla="*/ 278 h 1121"/>
                    <a:gd name="T22" fmla="*/ 1072 w 1122"/>
                    <a:gd name="T23" fmla="*/ 329 h 1121"/>
                    <a:gd name="T24" fmla="*/ 1093 w 1122"/>
                    <a:gd name="T25" fmla="*/ 383 h 1121"/>
                    <a:gd name="T26" fmla="*/ 1108 w 1122"/>
                    <a:gd name="T27" fmla="*/ 440 h 1121"/>
                    <a:gd name="T28" fmla="*/ 1118 w 1122"/>
                    <a:gd name="T29" fmla="*/ 499 h 1121"/>
                    <a:gd name="T30" fmla="*/ 1122 w 1122"/>
                    <a:gd name="T31" fmla="*/ 560 h 1121"/>
                    <a:gd name="T32" fmla="*/ 1118 w 1122"/>
                    <a:gd name="T33" fmla="*/ 621 h 1121"/>
                    <a:gd name="T34" fmla="*/ 1108 w 1122"/>
                    <a:gd name="T35" fmla="*/ 681 h 1121"/>
                    <a:gd name="T36" fmla="*/ 1093 w 1122"/>
                    <a:gd name="T37" fmla="*/ 737 h 1121"/>
                    <a:gd name="T38" fmla="*/ 1072 w 1122"/>
                    <a:gd name="T39" fmla="*/ 792 h 1121"/>
                    <a:gd name="T40" fmla="*/ 1045 w 1122"/>
                    <a:gd name="T41" fmla="*/ 843 h 1121"/>
                    <a:gd name="T42" fmla="*/ 1013 w 1122"/>
                    <a:gd name="T43" fmla="*/ 891 h 1121"/>
                    <a:gd name="T44" fmla="*/ 976 w 1122"/>
                    <a:gd name="T45" fmla="*/ 936 h 1121"/>
                    <a:gd name="T46" fmla="*/ 937 w 1122"/>
                    <a:gd name="T47" fmla="*/ 977 h 1121"/>
                    <a:gd name="T48" fmla="*/ 892 w 1122"/>
                    <a:gd name="T49" fmla="*/ 1012 h 1121"/>
                    <a:gd name="T50" fmla="*/ 843 w 1122"/>
                    <a:gd name="T51" fmla="*/ 1044 h 1121"/>
                    <a:gd name="T52" fmla="*/ 792 w 1122"/>
                    <a:gd name="T53" fmla="*/ 1071 h 1121"/>
                    <a:gd name="T54" fmla="*/ 738 w 1122"/>
                    <a:gd name="T55" fmla="*/ 1092 h 1121"/>
                    <a:gd name="T56" fmla="*/ 681 w 1122"/>
                    <a:gd name="T57" fmla="*/ 1108 h 1121"/>
                    <a:gd name="T58" fmla="*/ 622 w 1122"/>
                    <a:gd name="T59" fmla="*/ 1118 h 1121"/>
                    <a:gd name="T60" fmla="*/ 561 w 1122"/>
                    <a:gd name="T61" fmla="*/ 1121 h 1121"/>
                    <a:gd name="T62" fmla="*/ 500 w 1122"/>
                    <a:gd name="T63" fmla="*/ 1118 h 1121"/>
                    <a:gd name="T64" fmla="*/ 441 w 1122"/>
                    <a:gd name="T65" fmla="*/ 1108 h 1121"/>
                    <a:gd name="T66" fmla="*/ 384 w 1122"/>
                    <a:gd name="T67" fmla="*/ 1092 h 1121"/>
                    <a:gd name="T68" fmla="*/ 330 w 1122"/>
                    <a:gd name="T69" fmla="*/ 1071 h 1121"/>
                    <a:gd name="T70" fmla="*/ 279 w 1122"/>
                    <a:gd name="T71" fmla="*/ 1044 h 1121"/>
                    <a:gd name="T72" fmla="*/ 230 w 1122"/>
                    <a:gd name="T73" fmla="*/ 1012 h 1121"/>
                    <a:gd name="T74" fmla="*/ 186 w 1122"/>
                    <a:gd name="T75" fmla="*/ 977 h 1121"/>
                    <a:gd name="T76" fmla="*/ 145 w 1122"/>
                    <a:gd name="T77" fmla="*/ 936 h 1121"/>
                    <a:gd name="T78" fmla="*/ 109 w 1122"/>
                    <a:gd name="T79" fmla="*/ 891 h 1121"/>
                    <a:gd name="T80" fmla="*/ 77 w 1122"/>
                    <a:gd name="T81" fmla="*/ 843 h 1121"/>
                    <a:gd name="T82" fmla="*/ 50 w 1122"/>
                    <a:gd name="T83" fmla="*/ 792 h 1121"/>
                    <a:gd name="T84" fmla="*/ 29 w 1122"/>
                    <a:gd name="T85" fmla="*/ 737 h 1121"/>
                    <a:gd name="T86" fmla="*/ 14 w 1122"/>
                    <a:gd name="T87" fmla="*/ 681 h 1121"/>
                    <a:gd name="T88" fmla="*/ 4 w 1122"/>
                    <a:gd name="T89" fmla="*/ 621 h 1121"/>
                    <a:gd name="T90" fmla="*/ 0 w 1122"/>
                    <a:gd name="T91" fmla="*/ 560 h 1121"/>
                    <a:gd name="T92" fmla="*/ 4 w 1122"/>
                    <a:gd name="T93" fmla="*/ 499 h 1121"/>
                    <a:gd name="T94" fmla="*/ 14 w 1122"/>
                    <a:gd name="T95" fmla="*/ 440 h 1121"/>
                    <a:gd name="T96" fmla="*/ 29 w 1122"/>
                    <a:gd name="T97" fmla="*/ 383 h 1121"/>
                    <a:gd name="T98" fmla="*/ 50 w 1122"/>
                    <a:gd name="T99" fmla="*/ 329 h 1121"/>
                    <a:gd name="T100" fmla="*/ 77 w 1122"/>
                    <a:gd name="T101" fmla="*/ 278 h 1121"/>
                    <a:gd name="T102" fmla="*/ 109 w 1122"/>
                    <a:gd name="T103" fmla="*/ 229 h 1121"/>
                    <a:gd name="T104" fmla="*/ 145 w 1122"/>
                    <a:gd name="T105" fmla="*/ 185 h 1121"/>
                    <a:gd name="T106" fmla="*/ 186 w 1122"/>
                    <a:gd name="T107" fmla="*/ 145 h 1121"/>
                    <a:gd name="T108" fmla="*/ 230 w 1122"/>
                    <a:gd name="T109" fmla="*/ 108 h 1121"/>
                    <a:gd name="T110" fmla="*/ 279 w 1122"/>
                    <a:gd name="T111" fmla="*/ 76 h 1121"/>
                    <a:gd name="T112" fmla="*/ 330 w 1122"/>
                    <a:gd name="T113" fmla="*/ 50 h 1121"/>
                    <a:gd name="T114" fmla="*/ 384 w 1122"/>
                    <a:gd name="T115" fmla="*/ 29 h 1121"/>
                    <a:gd name="T116" fmla="*/ 441 w 1122"/>
                    <a:gd name="T117" fmla="*/ 13 h 1121"/>
                    <a:gd name="T118" fmla="*/ 500 w 1122"/>
                    <a:gd name="T119" fmla="*/ 3 h 1121"/>
                    <a:gd name="T120" fmla="*/ 561 w 1122"/>
                    <a:gd name="T121" fmla="*/ 0 h 112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  <a:cxn ang="0">
                      <a:pos x="T110" y="T111"/>
                    </a:cxn>
                    <a:cxn ang="0">
                      <a:pos x="T112" y="T113"/>
                    </a:cxn>
                    <a:cxn ang="0">
                      <a:pos x="T114" y="T115"/>
                    </a:cxn>
                    <a:cxn ang="0">
                      <a:pos x="T116" y="T117"/>
                    </a:cxn>
                    <a:cxn ang="0">
                      <a:pos x="T118" y="T119"/>
                    </a:cxn>
                    <a:cxn ang="0">
                      <a:pos x="T120" y="T121"/>
                    </a:cxn>
                  </a:cxnLst>
                  <a:rect l="0" t="0" r="r" b="b"/>
                  <a:pathLst>
                    <a:path w="1122" h="1121">
                      <a:moveTo>
                        <a:pt x="561" y="0"/>
                      </a:moveTo>
                      <a:lnTo>
                        <a:pt x="622" y="3"/>
                      </a:lnTo>
                      <a:lnTo>
                        <a:pt x="681" y="13"/>
                      </a:lnTo>
                      <a:lnTo>
                        <a:pt x="738" y="29"/>
                      </a:lnTo>
                      <a:lnTo>
                        <a:pt x="792" y="50"/>
                      </a:lnTo>
                      <a:lnTo>
                        <a:pt x="843" y="76"/>
                      </a:lnTo>
                      <a:lnTo>
                        <a:pt x="892" y="108"/>
                      </a:lnTo>
                      <a:lnTo>
                        <a:pt x="937" y="145"/>
                      </a:lnTo>
                      <a:lnTo>
                        <a:pt x="976" y="185"/>
                      </a:lnTo>
                      <a:lnTo>
                        <a:pt x="1013" y="229"/>
                      </a:lnTo>
                      <a:lnTo>
                        <a:pt x="1045" y="278"/>
                      </a:lnTo>
                      <a:lnTo>
                        <a:pt x="1072" y="329"/>
                      </a:lnTo>
                      <a:lnTo>
                        <a:pt x="1093" y="383"/>
                      </a:lnTo>
                      <a:lnTo>
                        <a:pt x="1108" y="440"/>
                      </a:lnTo>
                      <a:lnTo>
                        <a:pt x="1118" y="499"/>
                      </a:lnTo>
                      <a:lnTo>
                        <a:pt x="1122" y="560"/>
                      </a:lnTo>
                      <a:lnTo>
                        <a:pt x="1118" y="621"/>
                      </a:lnTo>
                      <a:lnTo>
                        <a:pt x="1108" y="681"/>
                      </a:lnTo>
                      <a:lnTo>
                        <a:pt x="1093" y="737"/>
                      </a:lnTo>
                      <a:lnTo>
                        <a:pt x="1072" y="792"/>
                      </a:lnTo>
                      <a:lnTo>
                        <a:pt x="1045" y="843"/>
                      </a:lnTo>
                      <a:lnTo>
                        <a:pt x="1013" y="891"/>
                      </a:lnTo>
                      <a:lnTo>
                        <a:pt x="976" y="936"/>
                      </a:lnTo>
                      <a:lnTo>
                        <a:pt x="937" y="977"/>
                      </a:lnTo>
                      <a:lnTo>
                        <a:pt x="892" y="1012"/>
                      </a:lnTo>
                      <a:lnTo>
                        <a:pt x="843" y="1044"/>
                      </a:lnTo>
                      <a:lnTo>
                        <a:pt x="792" y="1071"/>
                      </a:lnTo>
                      <a:lnTo>
                        <a:pt x="738" y="1092"/>
                      </a:lnTo>
                      <a:lnTo>
                        <a:pt x="681" y="1108"/>
                      </a:lnTo>
                      <a:lnTo>
                        <a:pt x="622" y="1118"/>
                      </a:lnTo>
                      <a:lnTo>
                        <a:pt x="561" y="1121"/>
                      </a:lnTo>
                      <a:lnTo>
                        <a:pt x="500" y="1118"/>
                      </a:lnTo>
                      <a:lnTo>
                        <a:pt x="441" y="1108"/>
                      </a:lnTo>
                      <a:lnTo>
                        <a:pt x="384" y="1092"/>
                      </a:lnTo>
                      <a:lnTo>
                        <a:pt x="330" y="1071"/>
                      </a:lnTo>
                      <a:lnTo>
                        <a:pt x="279" y="1044"/>
                      </a:lnTo>
                      <a:lnTo>
                        <a:pt x="230" y="1012"/>
                      </a:lnTo>
                      <a:lnTo>
                        <a:pt x="186" y="977"/>
                      </a:lnTo>
                      <a:lnTo>
                        <a:pt x="145" y="936"/>
                      </a:lnTo>
                      <a:lnTo>
                        <a:pt x="109" y="891"/>
                      </a:lnTo>
                      <a:lnTo>
                        <a:pt x="77" y="843"/>
                      </a:lnTo>
                      <a:lnTo>
                        <a:pt x="50" y="792"/>
                      </a:lnTo>
                      <a:lnTo>
                        <a:pt x="29" y="737"/>
                      </a:lnTo>
                      <a:lnTo>
                        <a:pt x="14" y="681"/>
                      </a:lnTo>
                      <a:lnTo>
                        <a:pt x="4" y="621"/>
                      </a:lnTo>
                      <a:lnTo>
                        <a:pt x="0" y="560"/>
                      </a:lnTo>
                      <a:lnTo>
                        <a:pt x="4" y="499"/>
                      </a:lnTo>
                      <a:lnTo>
                        <a:pt x="14" y="440"/>
                      </a:lnTo>
                      <a:lnTo>
                        <a:pt x="29" y="383"/>
                      </a:lnTo>
                      <a:lnTo>
                        <a:pt x="50" y="329"/>
                      </a:lnTo>
                      <a:lnTo>
                        <a:pt x="77" y="278"/>
                      </a:lnTo>
                      <a:lnTo>
                        <a:pt x="109" y="229"/>
                      </a:lnTo>
                      <a:lnTo>
                        <a:pt x="145" y="185"/>
                      </a:lnTo>
                      <a:lnTo>
                        <a:pt x="186" y="145"/>
                      </a:lnTo>
                      <a:lnTo>
                        <a:pt x="230" y="108"/>
                      </a:lnTo>
                      <a:lnTo>
                        <a:pt x="279" y="76"/>
                      </a:lnTo>
                      <a:lnTo>
                        <a:pt x="330" y="50"/>
                      </a:lnTo>
                      <a:lnTo>
                        <a:pt x="384" y="29"/>
                      </a:lnTo>
                      <a:lnTo>
                        <a:pt x="441" y="13"/>
                      </a:lnTo>
                      <a:lnTo>
                        <a:pt x="500" y="3"/>
                      </a:lnTo>
                      <a:lnTo>
                        <a:pt x="561" y="0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</p:grpSp>
        </p:grpSp>
        <p:grpSp>
          <p:nvGrpSpPr>
            <p:cNvPr id="21" name="그룹 53"/>
            <p:cNvGrpSpPr/>
            <p:nvPr/>
          </p:nvGrpSpPr>
          <p:grpSpPr>
            <a:xfrm>
              <a:off x="6270410" y="4434101"/>
              <a:ext cx="1501173" cy="1717182"/>
              <a:chOff x="6118010" y="4281701"/>
              <a:chExt cx="1501173" cy="1717182"/>
            </a:xfrm>
          </p:grpSpPr>
          <p:sp>
            <p:nvSpPr>
              <p:cNvPr id="22" name="Freeform 28"/>
              <p:cNvSpPr>
                <a:spLocks noEditPoints="1"/>
              </p:cNvSpPr>
              <p:nvPr/>
            </p:nvSpPr>
            <p:spPr bwMode="auto">
              <a:xfrm>
                <a:off x="6118010" y="4281701"/>
                <a:ext cx="1501173" cy="1717182"/>
              </a:xfrm>
              <a:custGeom>
                <a:avLst/>
                <a:gdLst>
                  <a:gd name="T0" fmla="*/ 687 w 1653"/>
                  <a:gd name="T1" fmla="*/ 411 h 1892"/>
                  <a:gd name="T2" fmla="*/ 495 w 1653"/>
                  <a:gd name="T3" fmla="*/ 488 h 1892"/>
                  <a:gd name="T4" fmla="*/ 329 w 1653"/>
                  <a:gd name="T5" fmla="*/ 621 h 1892"/>
                  <a:gd name="T6" fmla="*/ 214 w 1653"/>
                  <a:gd name="T7" fmla="*/ 791 h 1892"/>
                  <a:gd name="T8" fmla="*/ 155 w 1653"/>
                  <a:gd name="T9" fmla="*/ 983 h 1892"/>
                  <a:gd name="T10" fmla="*/ 152 w 1653"/>
                  <a:gd name="T11" fmla="*/ 1184 h 1892"/>
                  <a:gd name="T12" fmla="*/ 209 w 1653"/>
                  <a:gd name="T13" fmla="*/ 1381 h 1892"/>
                  <a:gd name="T14" fmla="*/ 325 w 1653"/>
                  <a:gd name="T15" fmla="*/ 1559 h 1892"/>
                  <a:gd name="T16" fmla="*/ 484 w 1653"/>
                  <a:gd name="T17" fmla="*/ 1691 h 1892"/>
                  <a:gd name="T18" fmla="*/ 670 w 1653"/>
                  <a:gd name="T19" fmla="*/ 1769 h 1892"/>
                  <a:gd name="T20" fmla="*/ 870 w 1653"/>
                  <a:gd name="T21" fmla="*/ 1791 h 1892"/>
                  <a:gd name="T22" fmla="*/ 1070 w 1653"/>
                  <a:gd name="T23" fmla="*/ 1754 h 1892"/>
                  <a:gd name="T24" fmla="*/ 1256 w 1653"/>
                  <a:gd name="T25" fmla="*/ 1657 h 1892"/>
                  <a:gd name="T26" fmla="*/ 1406 w 1653"/>
                  <a:gd name="T27" fmla="*/ 1510 h 1892"/>
                  <a:gd name="T28" fmla="*/ 1502 w 1653"/>
                  <a:gd name="T29" fmla="*/ 1331 h 1892"/>
                  <a:gd name="T30" fmla="*/ 1543 w 1653"/>
                  <a:gd name="T31" fmla="*/ 1135 h 1892"/>
                  <a:gd name="T32" fmla="*/ 1526 w 1653"/>
                  <a:gd name="T33" fmla="*/ 934 h 1892"/>
                  <a:gd name="T34" fmla="*/ 1450 w 1653"/>
                  <a:gd name="T35" fmla="*/ 742 h 1892"/>
                  <a:gd name="T36" fmla="*/ 1317 w 1653"/>
                  <a:gd name="T37" fmla="*/ 576 h 1892"/>
                  <a:gd name="T38" fmla="*/ 1147 w 1653"/>
                  <a:gd name="T39" fmla="*/ 462 h 1892"/>
                  <a:gd name="T40" fmla="*/ 955 w 1653"/>
                  <a:gd name="T41" fmla="*/ 402 h 1892"/>
                  <a:gd name="T42" fmla="*/ 51 w 1653"/>
                  <a:gd name="T43" fmla="*/ 0 h 1892"/>
                  <a:gd name="T44" fmla="*/ 89 w 1653"/>
                  <a:gd name="T45" fmla="*/ 6 h 1892"/>
                  <a:gd name="T46" fmla="*/ 193 w 1653"/>
                  <a:gd name="T47" fmla="*/ 27 h 1892"/>
                  <a:gd name="T48" fmla="*/ 345 w 1653"/>
                  <a:gd name="T49" fmla="*/ 62 h 1892"/>
                  <a:gd name="T50" fmla="*/ 534 w 1653"/>
                  <a:gd name="T51" fmla="*/ 109 h 1892"/>
                  <a:gd name="T52" fmla="*/ 742 w 1653"/>
                  <a:gd name="T53" fmla="*/ 171 h 1892"/>
                  <a:gd name="T54" fmla="*/ 954 w 1653"/>
                  <a:gd name="T55" fmla="*/ 244 h 1892"/>
                  <a:gd name="T56" fmla="*/ 1155 w 1653"/>
                  <a:gd name="T57" fmla="*/ 329 h 1892"/>
                  <a:gd name="T58" fmla="*/ 1330 w 1653"/>
                  <a:gd name="T59" fmla="*/ 427 h 1892"/>
                  <a:gd name="T60" fmla="*/ 1462 w 1653"/>
                  <a:gd name="T61" fmla="*/ 537 h 1892"/>
                  <a:gd name="T62" fmla="*/ 1572 w 1653"/>
                  <a:gd name="T63" fmla="*/ 704 h 1892"/>
                  <a:gd name="T64" fmla="*/ 1639 w 1653"/>
                  <a:gd name="T65" fmla="*/ 910 h 1892"/>
                  <a:gd name="T66" fmla="*/ 1650 w 1653"/>
                  <a:gd name="T67" fmla="*/ 1122 h 1892"/>
                  <a:gd name="T68" fmla="*/ 1608 w 1653"/>
                  <a:gd name="T69" fmla="*/ 1330 h 1892"/>
                  <a:gd name="T70" fmla="*/ 1515 w 1653"/>
                  <a:gd name="T71" fmla="*/ 1521 h 1892"/>
                  <a:gd name="T72" fmla="*/ 1371 w 1653"/>
                  <a:gd name="T73" fmla="*/ 1686 h 1892"/>
                  <a:gd name="T74" fmla="*/ 1183 w 1653"/>
                  <a:gd name="T75" fmla="*/ 1810 h 1892"/>
                  <a:gd name="T76" fmla="*/ 977 w 1653"/>
                  <a:gd name="T77" fmla="*/ 1877 h 1892"/>
                  <a:gd name="T78" fmla="*/ 765 w 1653"/>
                  <a:gd name="T79" fmla="*/ 1889 h 1892"/>
                  <a:gd name="T80" fmla="*/ 557 w 1653"/>
                  <a:gd name="T81" fmla="*/ 1847 h 1892"/>
                  <a:gd name="T82" fmla="*/ 366 w 1653"/>
                  <a:gd name="T83" fmla="*/ 1753 h 1892"/>
                  <a:gd name="T84" fmla="*/ 201 w 1653"/>
                  <a:gd name="T85" fmla="*/ 1609 h 1892"/>
                  <a:gd name="T86" fmla="*/ 103 w 1653"/>
                  <a:gd name="T87" fmla="*/ 1459 h 1892"/>
                  <a:gd name="T88" fmla="*/ 47 w 1653"/>
                  <a:gd name="T89" fmla="*/ 1285 h 1892"/>
                  <a:gd name="T90" fmla="*/ 15 w 1653"/>
                  <a:gd name="T91" fmla="*/ 1080 h 1892"/>
                  <a:gd name="T92" fmla="*/ 1 w 1653"/>
                  <a:gd name="T93" fmla="*/ 859 h 1892"/>
                  <a:gd name="T94" fmla="*/ 1 w 1653"/>
                  <a:gd name="T95" fmla="*/ 636 h 1892"/>
                  <a:gd name="T96" fmla="*/ 11 w 1653"/>
                  <a:gd name="T97" fmla="*/ 425 h 1892"/>
                  <a:gd name="T98" fmla="*/ 24 w 1653"/>
                  <a:gd name="T99" fmla="*/ 242 h 1892"/>
                  <a:gd name="T100" fmla="*/ 39 w 1653"/>
                  <a:gd name="T101" fmla="*/ 101 h 1892"/>
                  <a:gd name="T102" fmla="*/ 49 w 1653"/>
                  <a:gd name="T103" fmla="*/ 17 h 189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</a:cxnLst>
                <a:rect l="0" t="0" r="r" b="b"/>
                <a:pathLst>
                  <a:path w="1653" h="1892">
                    <a:moveTo>
                      <a:pt x="820" y="394"/>
                    </a:moveTo>
                    <a:lnTo>
                      <a:pt x="754" y="399"/>
                    </a:lnTo>
                    <a:lnTo>
                      <a:pt x="687" y="411"/>
                    </a:lnTo>
                    <a:lnTo>
                      <a:pt x="621" y="430"/>
                    </a:lnTo>
                    <a:lnTo>
                      <a:pt x="557" y="456"/>
                    </a:lnTo>
                    <a:lnTo>
                      <a:pt x="495" y="488"/>
                    </a:lnTo>
                    <a:lnTo>
                      <a:pt x="434" y="527"/>
                    </a:lnTo>
                    <a:lnTo>
                      <a:pt x="379" y="572"/>
                    </a:lnTo>
                    <a:lnTo>
                      <a:pt x="329" y="621"/>
                    </a:lnTo>
                    <a:lnTo>
                      <a:pt x="285" y="674"/>
                    </a:lnTo>
                    <a:lnTo>
                      <a:pt x="247" y="731"/>
                    </a:lnTo>
                    <a:lnTo>
                      <a:pt x="214" y="791"/>
                    </a:lnTo>
                    <a:lnTo>
                      <a:pt x="189" y="853"/>
                    </a:lnTo>
                    <a:lnTo>
                      <a:pt x="169" y="917"/>
                    </a:lnTo>
                    <a:lnTo>
                      <a:pt x="155" y="983"/>
                    </a:lnTo>
                    <a:lnTo>
                      <a:pt x="147" y="1050"/>
                    </a:lnTo>
                    <a:lnTo>
                      <a:pt x="147" y="1116"/>
                    </a:lnTo>
                    <a:lnTo>
                      <a:pt x="152" y="1184"/>
                    </a:lnTo>
                    <a:lnTo>
                      <a:pt x="165" y="1251"/>
                    </a:lnTo>
                    <a:lnTo>
                      <a:pt x="183" y="1316"/>
                    </a:lnTo>
                    <a:lnTo>
                      <a:pt x="209" y="1381"/>
                    </a:lnTo>
                    <a:lnTo>
                      <a:pt x="241" y="1443"/>
                    </a:lnTo>
                    <a:lnTo>
                      <a:pt x="279" y="1504"/>
                    </a:lnTo>
                    <a:lnTo>
                      <a:pt x="325" y="1559"/>
                    </a:lnTo>
                    <a:lnTo>
                      <a:pt x="374" y="1609"/>
                    </a:lnTo>
                    <a:lnTo>
                      <a:pt x="428" y="1653"/>
                    </a:lnTo>
                    <a:lnTo>
                      <a:pt x="484" y="1691"/>
                    </a:lnTo>
                    <a:lnTo>
                      <a:pt x="544" y="1723"/>
                    </a:lnTo>
                    <a:lnTo>
                      <a:pt x="606" y="1749"/>
                    </a:lnTo>
                    <a:lnTo>
                      <a:pt x="670" y="1769"/>
                    </a:lnTo>
                    <a:lnTo>
                      <a:pt x="737" y="1783"/>
                    </a:lnTo>
                    <a:lnTo>
                      <a:pt x="803" y="1789"/>
                    </a:lnTo>
                    <a:lnTo>
                      <a:pt x="870" y="1791"/>
                    </a:lnTo>
                    <a:lnTo>
                      <a:pt x="938" y="1785"/>
                    </a:lnTo>
                    <a:lnTo>
                      <a:pt x="1004" y="1773"/>
                    </a:lnTo>
                    <a:lnTo>
                      <a:pt x="1070" y="1754"/>
                    </a:lnTo>
                    <a:lnTo>
                      <a:pt x="1133" y="1729"/>
                    </a:lnTo>
                    <a:lnTo>
                      <a:pt x="1197" y="1696"/>
                    </a:lnTo>
                    <a:lnTo>
                      <a:pt x="1256" y="1657"/>
                    </a:lnTo>
                    <a:lnTo>
                      <a:pt x="1311" y="1613"/>
                    </a:lnTo>
                    <a:lnTo>
                      <a:pt x="1361" y="1563"/>
                    </a:lnTo>
                    <a:lnTo>
                      <a:pt x="1406" y="1510"/>
                    </a:lnTo>
                    <a:lnTo>
                      <a:pt x="1444" y="1454"/>
                    </a:lnTo>
                    <a:lnTo>
                      <a:pt x="1476" y="1394"/>
                    </a:lnTo>
                    <a:lnTo>
                      <a:pt x="1502" y="1331"/>
                    </a:lnTo>
                    <a:lnTo>
                      <a:pt x="1522" y="1268"/>
                    </a:lnTo>
                    <a:lnTo>
                      <a:pt x="1535" y="1201"/>
                    </a:lnTo>
                    <a:lnTo>
                      <a:pt x="1543" y="1135"/>
                    </a:lnTo>
                    <a:lnTo>
                      <a:pt x="1543" y="1068"/>
                    </a:lnTo>
                    <a:lnTo>
                      <a:pt x="1538" y="1000"/>
                    </a:lnTo>
                    <a:lnTo>
                      <a:pt x="1526" y="934"/>
                    </a:lnTo>
                    <a:lnTo>
                      <a:pt x="1507" y="868"/>
                    </a:lnTo>
                    <a:lnTo>
                      <a:pt x="1483" y="804"/>
                    </a:lnTo>
                    <a:lnTo>
                      <a:pt x="1450" y="742"/>
                    </a:lnTo>
                    <a:lnTo>
                      <a:pt x="1411" y="682"/>
                    </a:lnTo>
                    <a:lnTo>
                      <a:pt x="1365" y="626"/>
                    </a:lnTo>
                    <a:lnTo>
                      <a:pt x="1317" y="576"/>
                    </a:lnTo>
                    <a:lnTo>
                      <a:pt x="1263" y="532"/>
                    </a:lnTo>
                    <a:lnTo>
                      <a:pt x="1206" y="493"/>
                    </a:lnTo>
                    <a:lnTo>
                      <a:pt x="1147" y="462"/>
                    </a:lnTo>
                    <a:lnTo>
                      <a:pt x="1085" y="435"/>
                    </a:lnTo>
                    <a:lnTo>
                      <a:pt x="1020" y="416"/>
                    </a:lnTo>
                    <a:lnTo>
                      <a:pt x="955" y="402"/>
                    </a:lnTo>
                    <a:lnTo>
                      <a:pt x="888" y="395"/>
                    </a:lnTo>
                    <a:lnTo>
                      <a:pt x="820" y="394"/>
                    </a:lnTo>
                    <a:close/>
                    <a:moveTo>
                      <a:pt x="51" y="0"/>
                    </a:moveTo>
                    <a:lnTo>
                      <a:pt x="55" y="0"/>
                    </a:lnTo>
                    <a:lnTo>
                      <a:pt x="69" y="2"/>
                    </a:lnTo>
                    <a:lnTo>
                      <a:pt x="89" y="6"/>
                    </a:lnTo>
                    <a:lnTo>
                      <a:pt x="117" y="12"/>
                    </a:lnTo>
                    <a:lnTo>
                      <a:pt x="151" y="19"/>
                    </a:lnTo>
                    <a:lnTo>
                      <a:pt x="193" y="27"/>
                    </a:lnTo>
                    <a:lnTo>
                      <a:pt x="239" y="37"/>
                    </a:lnTo>
                    <a:lnTo>
                      <a:pt x="290" y="48"/>
                    </a:lnTo>
                    <a:lnTo>
                      <a:pt x="345" y="62"/>
                    </a:lnTo>
                    <a:lnTo>
                      <a:pt x="406" y="77"/>
                    </a:lnTo>
                    <a:lnTo>
                      <a:pt x="468" y="93"/>
                    </a:lnTo>
                    <a:lnTo>
                      <a:pt x="534" y="109"/>
                    </a:lnTo>
                    <a:lnTo>
                      <a:pt x="602" y="128"/>
                    </a:lnTo>
                    <a:lnTo>
                      <a:pt x="672" y="148"/>
                    </a:lnTo>
                    <a:lnTo>
                      <a:pt x="742" y="171"/>
                    </a:lnTo>
                    <a:lnTo>
                      <a:pt x="813" y="194"/>
                    </a:lnTo>
                    <a:lnTo>
                      <a:pt x="884" y="218"/>
                    </a:lnTo>
                    <a:lnTo>
                      <a:pt x="954" y="244"/>
                    </a:lnTo>
                    <a:lnTo>
                      <a:pt x="1024" y="271"/>
                    </a:lnTo>
                    <a:lnTo>
                      <a:pt x="1090" y="299"/>
                    </a:lnTo>
                    <a:lnTo>
                      <a:pt x="1155" y="329"/>
                    </a:lnTo>
                    <a:lnTo>
                      <a:pt x="1217" y="361"/>
                    </a:lnTo>
                    <a:lnTo>
                      <a:pt x="1275" y="394"/>
                    </a:lnTo>
                    <a:lnTo>
                      <a:pt x="1330" y="427"/>
                    </a:lnTo>
                    <a:lnTo>
                      <a:pt x="1379" y="462"/>
                    </a:lnTo>
                    <a:lnTo>
                      <a:pt x="1423" y="499"/>
                    </a:lnTo>
                    <a:lnTo>
                      <a:pt x="1462" y="537"/>
                    </a:lnTo>
                    <a:lnTo>
                      <a:pt x="1495" y="576"/>
                    </a:lnTo>
                    <a:lnTo>
                      <a:pt x="1537" y="639"/>
                    </a:lnTo>
                    <a:lnTo>
                      <a:pt x="1572" y="704"/>
                    </a:lnTo>
                    <a:lnTo>
                      <a:pt x="1600" y="771"/>
                    </a:lnTo>
                    <a:lnTo>
                      <a:pt x="1623" y="840"/>
                    </a:lnTo>
                    <a:lnTo>
                      <a:pt x="1639" y="910"/>
                    </a:lnTo>
                    <a:lnTo>
                      <a:pt x="1649" y="980"/>
                    </a:lnTo>
                    <a:lnTo>
                      <a:pt x="1653" y="1052"/>
                    </a:lnTo>
                    <a:lnTo>
                      <a:pt x="1650" y="1122"/>
                    </a:lnTo>
                    <a:lnTo>
                      <a:pt x="1642" y="1192"/>
                    </a:lnTo>
                    <a:lnTo>
                      <a:pt x="1628" y="1262"/>
                    </a:lnTo>
                    <a:lnTo>
                      <a:pt x="1608" y="1330"/>
                    </a:lnTo>
                    <a:lnTo>
                      <a:pt x="1582" y="1396"/>
                    </a:lnTo>
                    <a:lnTo>
                      <a:pt x="1551" y="1460"/>
                    </a:lnTo>
                    <a:lnTo>
                      <a:pt x="1515" y="1521"/>
                    </a:lnTo>
                    <a:lnTo>
                      <a:pt x="1472" y="1579"/>
                    </a:lnTo>
                    <a:lnTo>
                      <a:pt x="1423" y="1634"/>
                    </a:lnTo>
                    <a:lnTo>
                      <a:pt x="1371" y="1686"/>
                    </a:lnTo>
                    <a:lnTo>
                      <a:pt x="1311" y="1733"/>
                    </a:lnTo>
                    <a:lnTo>
                      <a:pt x="1248" y="1775"/>
                    </a:lnTo>
                    <a:lnTo>
                      <a:pt x="1183" y="1810"/>
                    </a:lnTo>
                    <a:lnTo>
                      <a:pt x="1116" y="1838"/>
                    </a:lnTo>
                    <a:lnTo>
                      <a:pt x="1047" y="1861"/>
                    </a:lnTo>
                    <a:lnTo>
                      <a:pt x="977" y="1877"/>
                    </a:lnTo>
                    <a:lnTo>
                      <a:pt x="907" y="1888"/>
                    </a:lnTo>
                    <a:lnTo>
                      <a:pt x="835" y="1892"/>
                    </a:lnTo>
                    <a:lnTo>
                      <a:pt x="765" y="1889"/>
                    </a:lnTo>
                    <a:lnTo>
                      <a:pt x="695" y="1881"/>
                    </a:lnTo>
                    <a:lnTo>
                      <a:pt x="625" y="1868"/>
                    </a:lnTo>
                    <a:lnTo>
                      <a:pt x="557" y="1847"/>
                    </a:lnTo>
                    <a:lnTo>
                      <a:pt x="491" y="1822"/>
                    </a:lnTo>
                    <a:lnTo>
                      <a:pt x="426" y="1791"/>
                    </a:lnTo>
                    <a:lnTo>
                      <a:pt x="366" y="1753"/>
                    </a:lnTo>
                    <a:lnTo>
                      <a:pt x="306" y="1711"/>
                    </a:lnTo>
                    <a:lnTo>
                      <a:pt x="252" y="1663"/>
                    </a:lnTo>
                    <a:lnTo>
                      <a:pt x="201" y="1609"/>
                    </a:lnTo>
                    <a:lnTo>
                      <a:pt x="154" y="1549"/>
                    </a:lnTo>
                    <a:lnTo>
                      <a:pt x="125" y="1508"/>
                    </a:lnTo>
                    <a:lnTo>
                      <a:pt x="103" y="1459"/>
                    </a:lnTo>
                    <a:lnTo>
                      <a:pt x="81" y="1405"/>
                    </a:lnTo>
                    <a:lnTo>
                      <a:pt x="63" y="1347"/>
                    </a:lnTo>
                    <a:lnTo>
                      <a:pt x="47" y="1285"/>
                    </a:lnTo>
                    <a:lnTo>
                      <a:pt x="35" y="1220"/>
                    </a:lnTo>
                    <a:lnTo>
                      <a:pt x="24" y="1152"/>
                    </a:lnTo>
                    <a:lnTo>
                      <a:pt x="15" y="1080"/>
                    </a:lnTo>
                    <a:lnTo>
                      <a:pt x="9" y="1007"/>
                    </a:lnTo>
                    <a:lnTo>
                      <a:pt x="4" y="934"/>
                    </a:lnTo>
                    <a:lnTo>
                      <a:pt x="1" y="859"/>
                    </a:lnTo>
                    <a:lnTo>
                      <a:pt x="0" y="785"/>
                    </a:lnTo>
                    <a:lnTo>
                      <a:pt x="0" y="709"/>
                    </a:lnTo>
                    <a:lnTo>
                      <a:pt x="1" y="636"/>
                    </a:lnTo>
                    <a:lnTo>
                      <a:pt x="4" y="563"/>
                    </a:lnTo>
                    <a:lnTo>
                      <a:pt x="7" y="493"/>
                    </a:lnTo>
                    <a:lnTo>
                      <a:pt x="11" y="425"/>
                    </a:lnTo>
                    <a:lnTo>
                      <a:pt x="15" y="360"/>
                    </a:lnTo>
                    <a:lnTo>
                      <a:pt x="19" y="299"/>
                    </a:lnTo>
                    <a:lnTo>
                      <a:pt x="24" y="242"/>
                    </a:lnTo>
                    <a:lnTo>
                      <a:pt x="30" y="190"/>
                    </a:lnTo>
                    <a:lnTo>
                      <a:pt x="34" y="143"/>
                    </a:lnTo>
                    <a:lnTo>
                      <a:pt x="39" y="101"/>
                    </a:lnTo>
                    <a:lnTo>
                      <a:pt x="43" y="66"/>
                    </a:lnTo>
                    <a:lnTo>
                      <a:pt x="46" y="37"/>
                    </a:lnTo>
                    <a:lnTo>
                      <a:pt x="49" y="17"/>
                    </a:lnTo>
                    <a:lnTo>
                      <a:pt x="50" y="4"/>
                    </a:lnTo>
                    <a:lnTo>
                      <a:pt x="51" y="0"/>
                    </a:lnTo>
                    <a:close/>
                  </a:path>
                </a:pathLst>
              </a:custGeom>
              <a:solidFill>
                <a:schemeClr val="accent6"/>
              </a:solidFill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23" name="Freeform 74"/>
              <p:cNvSpPr>
                <a:spLocks noEditPoints="1"/>
              </p:cNvSpPr>
              <p:nvPr/>
            </p:nvSpPr>
            <p:spPr bwMode="auto">
              <a:xfrm>
                <a:off x="6650038" y="4946650"/>
                <a:ext cx="517525" cy="635000"/>
              </a:xfrm>
              <a:custGeom>
                <a:avLst/>
                <a:gdLst>
                  <a:gd name="T0" fmla="*/ 2003 w 2939"/>
                  <a:gd name="T1" fmla="*/ 2890 h 3600"/>
                  <a:gd name="T2" fmla="*/ 1859 w 2939"/>
                  <a:gd name="T3" fmla="*/ 2961 h 3600"/>
                  <a:gd name="T4" fmla="*/ 2195 w 2939"/>
                  <a:gd name="T5" fmla="*/ 3289 h 3600"/>
                  <a:gd name="T6" fmla="*/ 2729 w 2939"/>
                  <a:gd name="T7" fmla="*/ 2753 h 3600"/>
                  <a:gd name="T8" fmla="*/ 2634 w 2939"/>
                  <a:gd name="T9" fmla="*/ 2623 h 3600"/>
                  <a:gd name="T10" fmla="*/ 1495 w 2939"/>
                  <a:gd name="T11" fmla="*/ 2623 h 3600"/>
                  <a:gd name="T12" fmla="*/ 949 w 2939"/>
                  <a:gd name="T13" fmla="*/ 2664 h 3600"/>
                  <a:gd name="T14" fmla="*/ 963 w 2939"/>
                  <a:gd name="T15" fmla="*/ 2522 h 3600"/>
                  <a:gd name="T16" fmla="*/ 838 w 2939"/>
                  <a:gd name="T17" fmla="*/ 2470 h 3600"/>
                  <a:gd name="T18" fmla="*/ 456 w 2939"/>
                  <a:gd name="T19" fmla="*/ 2606 h 3600"/>
                  <a:gd name="T20" fmla="*/ 488 w 2939"/>
                  <a:gd name="T21" fmla="*/ 2522 h 3600"/>
                  <a:gd name="T22" fmla="*/ 2269 w 2939"/>
                  <a:gd name="T23" fmla="*/ 2263 h 3600"/>
                  <a:gd name="T24" fmla="*/ 2743 w 2939"/>
                  <a:gd name="T25" fmla="*/ 2459 h 3600"/>
                  <a:gd name="T26" fmla="*/ 2939 w 2939"/>
                  <a:gd name="T27" fmla="*/ 2931 h 3600"/>
                  <a:gd name="T28" fmla="*/ 2743 w 2939"/>
                  <a:gd name="T29" fmla="*/ 3404 h 3600"/>
                  <a:gd name="T30" fmla="*/ 2269 w 2939"/>
                  <a:gd name="T31" fmla="*/ 3600 h 3600"/>
                  <a:gd name="T32" fmla="*/ 1795 w 2939"/>
                  <a:gd name="T33" fmla="*/ 3404 h 3600"/>
                  <a:gd name="T34" fmla="*/ 1599 w 2939"/>
                  <a:gd name="T35" fmla="*/ 2931 h 3600"/>
                  <a:gd name="T36" fmla="*/ 1795 w 2939"/>
                  <a:gd name="T37" fmla="*/ 2459 h 3600"/>
                  <a:gd name="T38" fmla="*/ 2269 w 2939"/>
                  <a:gd name="T39" fmla="*/ 2263 h 3600"/>
                  <a:gd name="T40" fmla="*/ 1599 w 2939"/>
                  <a:gd name="T41" fmla="*/ 2160 h 3600"/>
                  <a:gd name="T42" fmla="*/ 949 w 2939"/>
                  <a:gd name="T43" fmla="*/ 2201 h 3600"/>
                  <a:gd name="T44" fmla="*/ 963 w 2939"/>
                  <a:gd name="T45" fmla="*/ 2060 h 3600"/>
                  <a:gd name="T46" fmla="*/ 838 w 2939"/>
                  <a:gd name="T47" fmla="*/ 2029 h 3600"/>
                  <a:gd name="T48" fmla="*/ 456 w 2939"/>
                  <a:gd name="T49" fmla="*/ 2165 h 3600"/>
                  <a:gd name="T50" fmla="*/ 488 w 2939"/>
                  <a:gd name="T51" fmla="*/ 2081 h 3600"/>
                  <a:gd name="T52" fmla="*/ 980 w 2939"/>
                  <a:gd name="T53" fmla="*/ 1646 h 3600"/>
                  <a:gd name="T54" fmla="*/ 1854 w 2939"/>
                  <a:gd name="T55" fmla="*/ 1765 h 3600"/>
                  <a:gd name="T56" fmla="*/ 938 w 2939"/>
                  <a:gd name="T57" fmla="*/ 1779 h 3600"/>
                  <a:gd name="T58" fmla="*/ 980 w 2939"/>
                  <a:gd name="T59" fmla="*/ 1646 h 3600"/>
                  <a:gd name="T60" fmla="*/ 830 w 2939"/>
                  <a:gd name="T61" fmla="*/ 1605 h 3600"/>
                  <a:gd name="T62" fmla="*/ 446 w 2939"/>
                  <a:gd name="T63" fmla="*/ 1717 h 3600"/>
                  <a:gd name="T64" fmla="*/ 502 w 2939"/>
                  <a:gd name="T65" fmla="*/ 1647 h 3600"/>
                  <a:gd name="T66" fmla="*/ 1804 w 2939"/>
                  <a:gd name="T67" fmla="*/ 1183 h 3600"/>
                  <a:gd name="T68" fmla="*/ 1846 w 2939"/>
                  <a:gd name="T69" fmla="*/ 1316 h 3600"/>
                  <a:gd name="T70" fmla="*/ 931 w 2939"/>
                  <a:gd name="T71" fmla="*/ 1301 h 3600"/>
                  <a:gd name="T72" fmla="*/ 798 w 2939"/>
                  <a:gd name="T73" fmla="*/ 1068 h 3600"/>
                  <a:gd name="T74" fmla="*/ 640 w 2939"/>
                  <a:gd name="T75" fmla="*/ 1360 h 3600"/>
                  <a:gd name="T76" fmla="*/ 440 w 2939"/>
                  <a:gd name="T77" fmla="*/ 1246 h 3600"/>
                  <a:gd name="T78" fmla="*/ 515 w 2939"/>
                  <a:gd name="T79" fmla="*/ 1197 h 3600"/>
                  <a:gd name="T80" fmla="*/ 569 w 2939"/>
                  <a:gd name="T81" fmla="*/ 386 h 3600"/>
                  <a:gd name="T82" fmla="*/ 706 w 2939"/>
                  <a:gd name="T83" fmla="*/ 640 h 3600"/>
                  <a:gd name="T84" fmla="*/ 1648 w 2939"/>
                  <a:gd name="T85" fmla="*/ 619 h 3600"/>
                  <a:gd name="T86" fmla="*/ 1748 w 2939"/>
                  <a:gd name="T87" fmla="*/ 360 h 3600"/>
                  <a:gd name="T88" fmla="*/ 2285 w 2939"/>
                  <a:gd name="T89" fmla="*/ 454 h 3600"/>
                  <a:gd name="T90" fmla="*/ 2198 w 2939"/>
                  <a:gd name="T91" fmla="*/ 2112 h 3600"/>
                  <a:gd name="T92" fmla="*/ 1465 w 2939"/>
                  <a:gd name="T93" fmla="*/ 3116 h 3600"/>
                  <a:gd name="T94" fmla="*/ 49 w 2939"/>
                  <a:gd name="T95" fmla="*/ 3167 h 3600"/>
                  <a:gd name="T96" fmla="*/ 22 w 2939"/>
                  <a:gd name="T97" fmla="*/ 471 h 3600"/>
                  <a:gd name="T98" fmla="*/ 1160 w 2939"/>
                  <a:gd name="T99" fmla="*/ 103 h 3600"/>
                  <a:gd name="T100" fmla="*/ 1094 w 2939"/>
                  <a:gd name="T101" fmla="*/ 219 h 3600"/>
                  <a:gd name="T102" fmla="*/ 1227 w 2939"/>
                  <a:gd name="T103" fmla="*/ 219 h 3600"/>
                  <a:gd name="T104" fmla="*/ 1160 w 2939"/>
                  <a:gd name="T105" fmla="*/ 103 h 3600"/>
                  <a:gd name="T106" fmla="*/ 1317 w 2939"/>
                  <a:gd name="T107" fmla="*/ 88 h 3600"/>
                  <a:gd name="T108" fmla="*/ 1379 w 2939"/>
                  <a:gd name="T109" fmla="*/ 247 h 3600"/>
                  <a:gd name="T110" fmla="*/ 1624 w 2939"/>
                  <a:gd name="T111" fmla="*/ 324 h 3600"/>
                  <a:gd name="T112" fmla="*/ 1605 w 2939"/>
                  <a:gd name="T113" fmla="*/ 521 h 3600"/>
                  <a:gd name="T114" fmla="*/ 738 w 2939"/>
                  <a:gd name="T115" fmla="*/ 540 h 3600"/>
                  <a:gd name="T116" fmla="*/ 682 w 2939"/>
                  <a:gd name="T117" fmla="*/ 350 h 3600"/>
                  <a:gd name="T118" fmla="*/ 923 w 2939"/>
                  <a:gd name="T119" fmla="*/ 254 h 3600"/>
                  <a:gd name="T120" fmla="*/ 991 w 2939"/>
                  <a:gd name="T121" fmla="*/ 116 h 36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</a:cxnLst>
                <a:rect l="0" t="0" r="r" b="b"/>
                <a:pathLst>
                  <a:path w="2939" h="3600">
                    <a:moveTo>
                      <a:pt x="2634" y="2623"/>
                    </a:moveTo>
                    <a:lnTo>
                      <a:pt x="2613" y="2625"/>
                    </a:lnTo>
                    <a:lnTo>
                      <a:pt x="2591" y="2630"/>
                    </a:lnTo>
                    <a:lnTo>
                      <a:pt x="2570" y="2641"/>
                    </a:lnTo>
                    <a:lnTo>
                      <a:pt x="2552" y="2657"/>
                    </a:lnTo>
                    <a:lnTo>
                      <a:pt x="2205" y="3047"/>
                    </a:lnTo>
                    <a:lnTo>
                      <a:pt x="2024" y="2903"/>
                    </a:lnTo>
                    <a:lnTo>
                      <a:pt x="2003" y="2890"/>
                    </a:lnTo>
                    <a:lnTo>
                      <a:pt x="1982" y="2882"/>
                    </a:lnTo>
                    <a:lnTo>
                      <a:pt x="1960" y="2880"/>
                    </a:lnTo>
                    <a:lnTo>
                      <a:pt x="1937" y="2882"/>
                    </a:lnTo>
                    <a:lnTo>
                      <a:pt x="1915" y="2890"/>
                    </a:lnTo>
                    <a:lnTo>
                      <a:pt x="1895" y="2902"/>
                    </a:lnTo>
                    <a:lnTo>
                      <a:pt x="1879" y="2918"/>
                    </a:lnTo>
                    <a:lnTo>
                      <a:pt x="1866" y="2939"/>
                    </a:lnTo>
                    <a:lnTo>
                      <a:pt x="1859" y="2961"/>
                    </a:lnTo>
                    <a:lnTo>
                      <a:pt x="1856" y="2983"/>
                    </a:lnTo>
                    <a:lnTo>
                      <a:pt x="1859" y="3005"/>
                    </a:lnTo>
                    <a:lnTo>
                      <a:pt x="1866" y="3027"/>
                    </a:lnTo>
                    <a:lnTo>
                      <a:pt x="1878" y="3046"/>
                    </a:lnTo>
                    <a:lnTo>
                      <a:pt x="1895" y="3063"/>
                    </a:lnTo>
                    <a:lnTo>
                      <a:pt x="2152" y="3268"/>
                    </a:lnTo>
                    <a:lnTo>
                      <a:pt x="2173" y="3281"/>
                    </a:lnTo>
                    <a:lnTo>
                      <a:pt x="2195" y="3289"/>
                    </a:lnTo>
                    <a:lnTo>
                      <a:pt x="2217" y="3291"/>
                    </a:lnTo>
                    <a:lnTo>
                      <a:pt x="2239" y="3289"/>
                    </a:lnTo>
                    <a:lnTo>
                      <a:pt x="2258" y="3283"/>
                    </a:lnTo>
                    <a:lnTo>
                      <a:pt x="2278" y="3272"/>
                    </a:lnTo>
                    <a:lnTo>
                      <a:pt x="2294" y="3257"/>
                    </a:lnTo>
                    <a:lnTo>
                      <a:pt x="2707" y="2794"/>
                    </a:lnTo>
                    <a:lnTo>
                      <a:pt x="2720" y="2774"/>
                    </a:lnTo>
                    <a:lnTo>
                      <a:pt x="2729" y="2753"/>
                    </a:lnTo>
                    <a:lnTo>
                      <a:pt x="2733" y="2731"/>
                    </a:lnTo>
                    <a:lnTo>
                      <a:pt x="2731" y="2709"/>
                    </a:lnTo>
                    <a:lnTo>
                      <a:pt x="2725" y="2687"/>
                    </a:lnTo>
                    <a:lnTo>
                      <a:pt x="2714" y="2666"/>
                    </a:lnTo>
                    <a:lnTo>
                      <a:pt x="2698" y="2649"/>
                    </a:lnTo>
                    <a:lnTo>
                      <a:pt x="2678" y="2636"/>
                    </a:lnTo>
                    <a:lnTo>
                      <a:pt x="2657" y="2627"/>
                    </a:lnTo>
                    <a:lnTo>
                      <a:pt x="2634" y="2623"/>
                    </a:lnTo>
                    <a:close/>
                    <a:moveTo>
                      <a:pt x="980" y="2520"/>
                    </a:moveTo>
                    <a:lnTo>
                      <a:pt x="1444" y="2520"/>
                    </a:lnTo>
                    <a:lnTo>
                      <a:pt x="1460" y="2522"/>
                    </a:lnTo>
                    <a:lnTo>
                      <a:pt x="1474" y="2530"/>
                    </a:lnTo>
                    <a:lnTo>
                      <a:pt x="1485" y="2541"/>
                    </a:lnTo>
                    <a:lnTo>
                      <a:pt x="1493" y="2555"/>
                    </a:lnTo>
                    <a:lnTo>
                      <a:pt x="1495" y="2571"/>
                    </a:lnTo>
                    <a:lnTo>
                      <a:pt x="1495" y="2623"/>
                    </a:lnTo>
                    <a:lnTo>
                      <a:pt x="1493" y="2639"/>
                    </a:lnTo>
                    <a:lnTo>
                      <a:pt x="1485" y="2653"/>
                    </a:lnTo>
                    <a:lnTo>
                      <a:pt x="1474" y="2664"/>
                    </a:lnTo>
                    <a:lnTo>
                      <a:pt x="1460" y="2672"/>
                    </a:lnTo>
                    <a:lnTo>
                      <a:pt x="1444" y="2674"/>
                    </a:lnTo>
                    <a:lnTo>
                      <a:pt x="980" y="2674"/>
                    </a:lnTo>
                    <a:lnTo>
                      <a:pt x="963" y="2672"/>
                    </a:lnTo>
                    <a:lnTo>
                      <a:pt x="949" y="2664"/>
                    </a:lnTo>
                    <a:lnTo>
                      <a:pt x="938" y="2653"/>
                    </a:lnTo>
                    <a:lnTo>
                      <a:pt x="931" y="2639"/>
                    </a:lnTo>
                    <a:lnTo>
                      <a:pt x="928" y="2623"/>
                    </a:lnTo>
                    <a:lnTo>
                      <a:pt x="928" y="2571"/>
                    </a:lnTo>
                    <a:lnTo>
                      <a:pt x="931" y="2555"/>
                    </a:lnTo>
                    <a:lnTo>
                      <a:pt x="938" y="2541"/>
                    </a:lnTo>
                    <a:lnTo>
                      <a:pt x="949" y="2530"/>
                    </a:lnTo>
                    <a:lnTo>
                      <a:pt x="963" y="2522"/>
                    </a:lnTo>
                    <a:lnTo>
                      <a:pt x="980" y="2520"/>
                    </a:lnTo>
                    <a:close/>
                    <a:moveTo>
                      <a:pt x="798" y="2404"/>
                    </a:moveTo>
                    <a:lnTo>
                      <a:pt x="812" y="2408"/>
                    </a:lnTo>
                    <a:lnTo>
                      <a:pt x="826" y="2416"/>
                    </a:lnTo>
                    <a:lnTo>
                      <a:pt x="835" y="2427"/>
                    </a:lnTo>
                    <a:lnTo>
                      <a:pt x="841" y="2441"/>
                    </a:lnTo>
                    <a:lnTo>
                      <a:pt x="841" y="2456"/>
                    </a:lnTo>
                    <a:lnTo>
                      <a:pt x="838" y="2470"/>
                    </a:lnTo>
                    <a:lnTo>
                      <a:pt x="830" y="2483"/>
                    </a:lnTo>
                    <a:lnTo>
                      <a:pt x="640" y="2696"/>
                    </a:lnTo>
                    <a:lnTo>
                      <a:pt x="629" y="2704"/>
                    </a:lnTo>
                    <a:lnTo>
                      <a:pt x="617" y="2710"/>
                    </a:lnTo>
                    <a:lnTo>
                      <a:pt x="604" y="2712"/>
                    </a:lnTo>
                    <a:lnTo>
                      <a:pt x="588" y="2709"/>
                    </a:lnTo>
                    <a:lnTo>
                      <a:pt x="574" y="2701"/>
                    </a:lnTo>
                    <a:lnTo>
                      <a:pt x="456" y="2606"/>
                    </a:lnTo>
                    <a:lnTo>
                      <a:pt x="446" y="2595"/>
                    </a:lnTo>
                    <a:lnTo>
                      <a:pt x="440" y="2582"/>
                    </a:lnTo>
                    <a:lnTo>
                      <a:pt x="438" y="2568"/>
                    </a:lnTo>
                    <a:lnTo>
                      <a:pt x="441" y="2554"/>
                    </a:lnTo>
                    <a:lnTo>
                      <a:pt x="448" y="2540"/>
                    </a:lnTo>
                    <a:lnTo>
                      <a:pt x="459" y="2530"/>
                    </a:lnTo>
                    <a:lnTo>
                      <a:pt x="473" y="2524"/>
                    </a:lnTo>
                    <a:lnTo>
                      <a:pt x="488" y="2522"/>
                    </a:lnTo>
                    <a:lnTo>
                      <a:pt x="502" y="2525"/>
                    </a:lnTo>
                    <a:lnTo>
                      <a:pt x="515" y="2533"/>
                    </a:lnTo>
                    <a:lnTo>
                      <a:pt x="598" y="2600"/>
                    </a:lnTo>
                    <a:lnTo>
                      <a:pt x="759" y="2420"/>
                    </a:lnTo>
                    <a:lnTo>
                      <a:pt x="770" y="2410"/>
                    </a:lnTo>
                    <a:lnTo>
                      <a:pt x="784" y="2405"/>
                    </a:lnTo>
                    <a:lnTo>
                      <a:pt x="798" y="2404"/>
                    </a:lnTo>
                    <a:close/>
                    <a:moveTo>
                      <a:pt x="2269" y="2263"/>
                    </a:moveTo>
                    <a:lnTo>
                      <a:pt x="2337" y="2266"/>
                    </a:lnTo>
                    <a:lnTo>
                      <a:pt x="2404" y="2277"/>
                    </a:lnTo>
                    <a:lnTo>
                      <a:pt x="2468" y="2293"/>
                    </a:lnTo>
                    <a:lnTo>
                      <a:pt x="2530" y="2315"/>
                    </a:lnTo>
                    <a:lnTo>
                      <a:pt x="2589" y="2343"/>
                    </a:lnTo>
                    <a:lnTo>
                      <a:pt x="2643" y="2377"/>
                    </a:lnTo>
                    <a:lnTo>
                      <a:pt x="2695" y="2415"/>
                    </a:lnTo>
                    <a:lnTo>
                      <a:pt x="2743" y="2459"/>
                    </a:lnTo>
                    <a:lnTo>
                      <a:pt x="2785" y="2506"/>
                    </a:lnTo>
                    <a:lnTo>
                      <a:pt x="2825" y="2557"/>
                    </a:lnTo>
                    <a:lnTo>
                      <a:pt x="2858" y="2613"/>
                    </a:lnTo>
                    <a:lnTo>
                      <a:pt x="2886" y="2672"/>
                    </a:lnTo>
                    <a:lnTo>
                      <a:pt x="2909" y="2733"/>
                    </a:lnTo>
                    <a:lnTo>
                      <a:pt x="2925" y="2797"/>
                    </a:lnTo>
                    <a:lnTo>
                      <a:pt x="2935" y="2863"/>
                    </a:lnTo>
                    <a:lnTo>
                      <a:pt x="2939" y="2931"/>
                    </a:lnTo>
                    <a:lnTo>
                      <a:pt x="2935" y="3000"/>
                    </a:lnTo>
                    <a:lnTo>
                      <a:pt x="2925" y="3067"/>
                    </a:lnTo>
                    <a:lnTo>
                      <a:pt x="2909" y="3130"/>
                    </a:lnTo>
                    <a:lnTo>
                      <a:pt x="2886" y="3192"/>
                    </a:lnTo>
                    <a:lnTo>
                      <a:pt x="2858" y="3250"/>
                    </a:lnTo>
                    <a:lnTo>
                      <a:pt x="2825" y="3305"/>
                    </a:lnTo>
                    <a:lnTo>
                      <a:pt x="2785" y="3357"/>
                    </a:lnTo>
                    <a:lnTo>
                      <a:pt x="2743" y="3404"/>
                    </a:lnTo>
                    <a:lnTo>
                      <a:pt x="2695" y="3447"/>
                    </a:lnTo>
                    <a:lnTo>
                      <a:pt x="2643" y="3485"/>
                    </a:lnTo>
                    <a:lnTo>
                      <a:pt x="2589" y="3519"/>
                    </a:lnTo>
                    <a:lnTo>
                      <a:pt x="2530" y="3548"/>
                    </a:lnTo>
                    <a:lnTo>
                      <a:pt x="2468" y="3569"/>
                    </a:lnTo>
                    <a:lnTo>
                      <a:pt x="2404" y="3587"/>
                    </a:lnTo>
                    <a:lnTo>
                      <a:pt x="2337" y="3597"/>
                    </a:lnTo>
                    <a:lnTo>
                      <a:pt x="2269" y="3600"/>
                    </a:lnTo>
                    <a:lnTo>
                      <a:pt x="2200" y="3597"/>
                    </a:lnTo>
                    <a:lnTo>
                      <a:pt x="2134" y="3587"/>
                    </a:lnTo>
                    <a:lnTo>
                      <a:pt x="2069" y="3569"/>
                    </a:lnTo>
                    <a:lnTo>
                      <a:pt x="2008" y="3548"/>
                    </a:lnTo>
                    <a:lnTo>
                      <a:pt x="1949" y="3519"/>
                    </a:lnTo>
                    <a:lnTo>
                      <a:pt x="1894" y="3485"/>
                    </a:lnTo>
                    <a:lnTo>
                      <a:pt x="1843" y="3447"/>
                    </a:lnTo>
                    <a:lnTo>
                      <a:pt x="1795" y="3404"/>
                    </a:lnTo>
                    <a:lnTo>
                      <a:pt x="1752" y="3357"/>
                    </a:lnTo>
                    <a:lnTo>
                      <a:pt x="1713" y="3305"/>
                    </a:lnTo>
                    <a:lnTo>
                      <a:pt x="1680" y="3250"/>
                    </a:lnTo>
                    <a:lnTo>
                      <a:pt x="1651" y="3192"/>
                    </a:lnTo>
                    <a:lnTo>
                      <a:pt x="1628" y="3130"/>
                    </a:lnTo>
                    <a:lnTo>
                      <a:pt x="1612" y="3067"/>
                    </a:lnTo>
                    <a:lnTo>
                      <a:pt x="1602" y="3000"/>
                    </a:lnTo>
                    <a:lnTo>
                      <a:pt x="1599" y="2931"/>
                    </a:lnTo>
                    <a:lnTo>
                      <a:pt x="1602" y="2863"/>
                    </a:lnTo>
                    <a:lnTo>
                      <a:pt x="1612" y="2797"/>
                    </a:lnTo>
                    <a:lnTo>
                      <a:pt x="1628" y="2733"/>
                    </a:lnTo>
                    <a:lnTo>
                      <a:pt x="1651" y="2672"/>
                    </a:lnTo>
                    <a:lnTo>
                      <a:pt x="1680" y="2613"/>
                    </a:lnTo>
                    <a:lnTo>
                      <a:pt x="1713" y="2557"/>
                    </a:lnTo>
                    <a:lnTo>
                      <a:pt x="1752" y="2506"/>
                    </a:lnTo>
                    <a:lnTo>
                      <a:pt x="1795" y="2459"/>
                    </a:lnTo>
                    <a:lnTo>
                      <a:pt x="1843" y="2415"/>
                    </a:lnTo>
                    <a:lnTo>
                      <a:pt x="1894" y="2377"/>
                    </a:lnTo>
                    <a:lnTo>
                      <a:pt x="1949" y="2343"/>
                    </a:lnTo>
                    <a:lnTo>
                      <a:pt x="2008" y="2315"/>
                    </a:lnTo>
                    <a:lnTo>
                      <a:pt x="2069" y="2293"/>
                    </a:lnTo>
                    <a:lnTo>
                      <a:pt x="2134" y="2277"/>
                    </a:lnTo>
                    <a:lnTo>
                      <a:pt x="2200" y="2266"/>
                    </a:lnTo>
                    <a:lnTo>
                      <a:pt x="2269" y="2263"/>
                    </a:lnTo>
                    <a:close/>
                    <a:moveTo>
                      <a:pt x="980" y="2057"/>
                    </a:moveTo>
                    <a:lnTo>
                      <a:pt x="1547" y="2057"/>
                    </a:lnTo>
                    <a:lnTo>
                      <a:pt x="1563" y="2060"/>
                    </a:lnTo>
                    <a:lnTo>
                      <a:pt x="1577" y="2067"/>
                    </a:lnTo>
                    <a:lnTo>
                      <a:pt x="1589" y="2078"/>
                    </a:lnTo>
                    <a:lnTo>
                      <a:pt x="1596" y="2092"/>
                    </a:lnTo>
                    <a:lnTo>
                      <a:pt x="1599" y="2109"/>
                    </a:lnTo>
                    <a:lnTo>
                      <a:pt x="1599" y="2160"/>
                    </a:lnTo>
                    <a:lnTo>
                      <a:pt x="1596" y="2176"/>
                    </a:lnTo>
                    <a:lnTo>
                      <a:pt x="1589" y="2191"/>
                    </a:lnTo>
                    <a:lnTo>
                      <a:pt x="1577" y="2201"/>
                    </a:lnTo>
                    <a:lnTo>
                      <a:pt x="1563" y="2209"/>
                    </a:lnTo>
                    <a:lnTo>
                      <a:pt x="1547" y="2211"/>
                    </a:lnTo>
                    <a:lnTo>
                      <a:pt x="980" y="2211"/>
                    </a:lnTo>
                    <a:lnTo>
                      <a:pt x="963" y="2209"/>
                    </a:lnTo>
                    <a:lnTo>
                      <a:pt x="949" y="2201"/>
                    </a:lnTo>
                    <a:lnTo>
                      <a:pt x="938" y="2191"/>
                    </a:lnTo>
                    <a:lnTo>
                      <a:pt x="931" y="2176"/>
                    </a:lnTo>
                    <a:lnTo>
                      <a:pt x="928" y="2160"/>
                    </a:lnTo>
                    <a:lnTo>
                      <a:pt x="928" y="2109"/>
                    </a:lnTo>
                    <a:lnTo>
                      <a:pt x="931" y="2092"/>
                    </a:lnTo>
                    <a:lnTo>
                      <a:pt x="938" y="2078"/>
                    </a:lnTo>
                    <a:lnTo>
                      <a:pt x="949" y="2067"/>
                    </a:lnTo>
                    <a:lnTo>
                      <a:pt x="963" y="2060"/>
                    </a:lnTo>
                    <a:lnTo>
                      <a:pt x="980" y="2057"/>
                    </a:lnTo>
                    <a:close/>
                    <a:moveTo>
                      <a:pt x="798" y="1964"/>
                    </a:moveTo>
                    <a:lnTo>
                      <a:pt x="812" y="1967"/>
                    </a:lnTo>
                    <a:lnTo>
                      <a:pt x="826" y="1976"/>
                    </a:lnTo>
                    <a:lnTo>
                      <a:pt x="835" y="1987"/>
                    </a:lnTo>
                    <a:lnTo>
                      <a:pt x="841" y="2001"/>
                    </a:lnTo>
                    <a:lnTo>
                      <a:pt x="841" y="2015"/>
                    </a:lnTo>
                    <a:lnTo>
                      <a:pt x="838" y="2029"/>
                    </a:lnTo>
                    <a:lnTo>
                      <a:pt x="830" y="2042"/>
                    </a:lnTo>
                    <a:lnTo>
                      <a:pt x="640" y="2255"/>
                    </a:lnTo>
                    <a:lnTo>
                      <a:pt x="629" y="2264"/>
                    </a:lnTo>
                    <a:lnTo>
                      <a:pt x="617" y="2269"/>
                    </a:lnTo>
                    <a:lnTo>
                      <a:pt x="604" y="2271"/>
                    </a:lnTo>
                    <a:lnTo>
                      <a:pt x="588" y="2268"/>
                    </a:lnTo>
                    <a:lnTo>
                      <a:pt x="574" y="2260"/>
                    </a:lnTo>
                    <a:lnTo>
                      <a:pt x="456" y="2165"/>
                    </a:lnTo>
                    <a:lnTo>
                      <a:pt x="446" y="2155"/>
                    </a:lnTo>
                    <a:lnTo>
                      <a:pt x="440" y="2141"/>
                    </a:lnTo>
                    <a:lnTo>
                      <a:pt x="438" y="2127"/>
                    </a:lnTo>
                    <a:lnTo>
                      <a:pt x="441" y="2113"/>
                    </a:lnTo>
                    <a:lnTo>
                      <a:pt x="448" y="2099"/>
                    </a:lnTo>
                    <a:lnTo>
                      <a:pt x="459" y="2089"/>
                    </a:lnTo>
                    <a:lnTo>
                      <a:pt x="473" y="2084"/>
                    </a:lnTo>
                    <a:lnTo>
                      <a:pt x="488" y="2081"/>
                    </a:lnTo>
                    <a:lnTo>
                      <a:pt x="502" y="2085"/>
                    </a:lnTo>
                    <a:lnTo>
                      <a:pt x="515" y="2092"/>
                    </a:lnTo>
                    <a:lnTo>
                      <a:pt x="598" y="2159"/>
                    </a:lnTo>
                    <a:lnTo>
                      <a:pt x="759" y="1979"/>
                    </a:lnTo>
                    <a:lnTo>
                      <a:pt x="770" y="1969"/>
                    </a:lnTo>
                    <a:lnTo>
                      <a:pt x="784" y="1965"/>
                    </a:lnTo>
                    <a:lnTo>
                      <a:pt x="798" y="1964"/>
                    </a:lnTo>
                    <a:close/>
                    <a:moveTo>
                      <a:pt x="980" y="1646"/>
                    </a:moveTo>
                    <a:lnTo>
                      <a:pt x="1804" y="1646"/>
                    </a:lnTo>
                    <a:lnTo>
                      <a:pt x="1821" y="1648"/>
                    </a:lnTo>
                    <a:lnTo>
                      <a:pt x="1835" y="1656"/>
                    </a:lnTo>
                    <a:lnTo>
                      <a:pt x="1846" y="1667"/>
                    </a:lnTo>
                    <a:lnTo>
                      <a:pt x="1854" y="1681"/>
                    </a:lnTo>
                    <a:lnTo>
                      <a:pt x="1856" y="1697"/>
                    </a:lnTo>
                    <a:lnTo>
                      <a:pt x="1856" y="1749"/>
                    </a:lnTo>
                    <a:lnTo>
                      <a:pt x="1854" y="1765"/>
                    </a:lnTo>
                    <a:lnTo>
                      <a:pt x="1846" y="1779"/>
                    </a:lnTo>
                    <a:lnTo>
                      <a:pt x="1835" y="1790"/>
                    </a:lnTo>
                    <a:lnTo>
                      <a:pt x="1821" y="1798"/>
                    </a:lnTo>
                    <a:lnTo>
                      <a:pt x="1804" y="1800"/>
                    </a:lnTo>
                    <a:lnTo>
                      <a:pt x="980" y="1800"/>
                    </a:lnTo>
                    <a:lnTo>
                      <a:pt x="963" y="1798"/>
                    </a:lnTo>
                    <a:lnTo>
                      <a:pt x="949" y="1790"/>
                    </a:lnTo>
                    <a:lnTo>
                      <a:pt x="938" y="1779"/>
                    </a:lnTo>
                    <a:lnTo>
                      <a:pt x="931" y="1765"/>
                    </a:lnTo>
                    <a:lnTo>
                      <a:pt x="928" y="1749"/>
                    </a:lnTo>
                    <a:lnTo>
                      <a:pt x="928" y="1697"/>
                    </a:lnTo>
                    <a:lnTo>
                      <a:pt x="931" y="1681"/>
                    </a:lnTo>
                    <a:lnTo>
                      <a:pt x="938" y="1667"/>
                    </a:lnTo>
                    <a:lnTo>
                      <a:pt x="949" y="1656"/>
                    </a:lnTo>
                    <a:lnTo>
                      <a:pt x="963" y="1648"/>
                    </a:lnTo>
                    <a:lnTo>
                      <a:pt x="980" y="1646"/>
                    </a:lnTo>
                    <a:close/>
                    <a:moveTo>
                      <a:pt x="798" y="1526"/>
                    </a:moveTo>
                    <a:lnTo>
                      <a:pt x="812" y="1529"/>
                    </a:lnTo>
                    <a:lnTo>
                      <a:pt x="826" y="1538"/>
                    </a:lnTo>
                    <a:lnTo>
                      <a:pt x="835" y="1549"/>
                    </a:lnTo>
                    <a:lnTo>
                      <a:pt x="841" y="1563"/>
                    </a:lnTo>
                    <a:lnTo>
                      <a:pt x="841" y="1577"/>
                    </a:lnTo>
                    <a:lnTo>
                      <a:pt x="838" y="1592"/>
                    </a:lnTo>
                    <a:lnTo>
                      <a:pt x="830" y="1605"/>
                    </a:lnTo>
                    <a:lnTo>
                      <a:pt x="640" y="1817"/>
                    </a:lnTo>
                    <a:lnTo>
                      <a:pt x="629" y="1826"/>
                    </a:lnTo>
                    <a:lnTo>
                      <a:pt x="617" y="1832"/>
                    </a:lnTo>
                    <a:lnTo>
                      <a:pt x="604" y="1834"/>
                    </a:lnTo>
                    <a:lnTo>
                      <a:pt x="588" y="1831"/>
                    </a:lnTo>
                    <a:lnTo>
                      <a:pt x="574" y="1823"/>
                    </a:lnTo>
                    <a:lnTo>
                      <a:pt x="456" y="1728"/>
                    </a:lnTo>
                    <a:lnTo>
                      <a:pt x="446" y="1717"/>
                    </a:lnTo>
                    <a:lnTo>
                      <a:pt x="440" y="1704"/>
                    </a:lnTo>
                    <a:lnTo>
                      <a:pt x="438" y="1690"/>
                    </a:lnTo>
                    <a:lnTo>
                      <a:pt x="441" y="1675"/>
                    </a:lnTo>
                    <a:lnTo>
                      <a:pt x="448" y="1661"/>
                    </a:lnTo>
                    <a:lnTo>
                      <a:pt x="459" y="1652"/>
                    </a:lnTo>
                    <a:lnTo>
                      <a:pt x="473" y="1646"/>
                    </a:lnTo>
                    <a:lnTo>
                      <a:pt x="488" y="1644"/>
                    </a:lnTo>
                    <a:lnTo>
                      <a:pt x="502" y="1647"/>
                    </a:lnTo>
                    <a:lnTo>
                      <a:pt x="515" y="1655"/>
                    </a:lnTo>
                    <a:lnTo>
                      <a:pt x="598" y="1721"/>
                    </a:lnTo>
                    <a:lnTo>
                      <a:pt x="759" y="1541"/>
                    </a:lnTo>
                    <a:lnTo>
                      <a:pt x="770" y="1532"/>
                    </a:lnTo>
                    <a:lnTo>
                      <a:pt x="784" y="1527"/>
                    </a:lnTo>
                    <a:lnTo>
                      <a:pt x="798" y="1526"/>
                    </a:lnTo>
                    <a:close/>
                    <a:moveTo>
                      <a:pt x="980" y="1183"/>
                    </a:moveTo>
                    <a:lnTo>
                      <a:pt x="1804" y="1183"/>
                    </a:lnTo>
                    <a:lnTo>
                      <a:pt x="1821" y="1186"/>
                    </a:lnTo>
                    <a:lnTo>
                      <a:pt x="1835" y="1192"/>
                    </a:lnTo>
                    <a:lnTo>
                      <a:pt x="1846" y="1204"/>
                    </a:lnTo>
                    <a:lnTo>
                      <a:pt x="1854" y="1219"/>
                    </a:lnTo>
                    <a:lnTo>
                      <a:pt x="1856" y="1234"/>
                    </a:lnTo>
                    <a:lnTo>
                      <a:pt x="1856" y="1286"/>
                    </a:lnTo>
                    <a:lnTo>
                      <a:pt x="1854" y="1301"/>
                    </a:lnTo>
                    <a:lnTo>
                      <a:pt x="1846" y="1316"/>
                    </a:lnTo>
                    <a:lnTo>
                      <a:pt x="1835" y="1328"/>
                    </a:lnTo>
                    <a:lnTo>
                      <a:pt x="1821" y="1334"/>
                    </a:lnTo>
                    <a:lnTo>
                      <a:pt x="1804" y="1337"/>
                    </a:lnTo>
                    <a:lnTo>
                      <a:pt x="980" y="1337"/>
                    </a:lnTo>
                    <a:lnTo>
                      <a:pt x="963" y="1334"/>
                    </a:lnTo>
                    <a:lnTo>
                      <a:pt x="949" y="1328"/>
                    </a:lnTo>
                    <a:lnTo>
                      <a:pt x="938" y="1316"/>
                    </a:lnTo>
                    <a:lnTo>
                      <a:pt x="931" y="1301"/>
                    </a:lnTo>
                    <a:lnTo>
                      <a:pt x="928" y="1286"/>
                    </a:lnTo>
                    <a:lnTo>
                      <a:pt x="928" y="1234"/>
                    </a:lnTo>
                    <a:lnTo>
                      <a:pt x="931" y="1219"/>
                    </a:lnTo>
                    <a:lnTo>
                      <a:pt x="938" y="1204"/>
                    </a:lnTo>
                    <a:lnTo>
                      <a:pt x="949" y="1192"/>
                    </a:lnTo>
                    <a:lnTo>
                      <a:pt x="963" y="1186"/>
                    </a:lnTo>
                    <a:lnTo>
                      <a:pt x="980" y="1183"/>
                    </a:lnTo>
                    <a:close/>
                    <a:moveTo>
                      <a:pt x="798" y="1068"/>
                    </a:moveTo>
                    <a:lnTo>
                      <a:pt x="812" y="1072"/>
                    </a:lnTo>
                    <a:lnTo>
                      <a:pt x="826" y="1080"/>
                    </a:lnTo>
                    <a:lnTo>
                      <a:pt x="835" y="1092"/>
                    </a:lnTo>
                    <a:lnTo>
                      <a:pt x="841" y="1105"/>
                    </a:lnTo>
                    <a:lnTo>
                      <a:pt x="841" y="1120"/>
                    </a:lnTo>
                    <a:lnTo>
                      <a:pt x="838" y="1135"/>
                    </a:lnTo>
                    <a:lnTo>
                      <a:pt x="830" y="1147"/>
                    </a:lnTo>
                    <a:lnTo>
                      <a:pt x="640" y="1360"/>
                    </a:lnTo>
                    <a:lnTo>
                      <a:pt x="629" y="1369"/>
                    </a:lnTo>
                    <a:lnTo>
                      <a:pt x="617" y="1375"/>
                    </a:lnTo>
                    <a:lnTo>
                      <a:pt x="604" y="1376"/>
                    </a:lnTo>
                    <a:lnTo>
                      <a:pt x="588" y="1373"/>
                    </a:lnTo>
                    <a:lnTo>
                      <a:pt x="574" y="1366"/>
                    </a:lnTo>
                    <a:lnTo>
                      <a:pt x="456" y="1271"/>
                    </a:lnTo>
                    <a:lnTo>
                      <a:pt x="446" y="1260"/>
                    </a:lnTo>
                    <a:lnTo>
                      <a:pt x="440" y="1246"/>
                    </a:lnTo>
                    <a:lnTo>
                      <a:pt x="438" y="1232"/>
                    </a:lnTo>
                    <a:lnTo>
                      <a:pt x="441" y="1217"/>
                    </a:lnTo>
                    <a:lnTo>
                      <a:pt x="448" y="1204"/>
                    </a:lnTo>
                    <a:lnTo>
                      <a:pt x="459" y="1195"/>
                    </a:lnTo>
                    <a:lnTo>
                      <a:pt x="473" y="1188"/>
                    </a:lnTo>
                    <a:lnTo>
                      <a:pt x="488" y="1187"/>
                    </a:lnTo>
                    <a:lnTo>
                      <a:pt x="502" y="1189"/>
                    </a:lnTo>
                    <a:lnTo>
                      <a:pt x="515" y="1197"/>
                    </a:lnTo>
                    <a:lnTo>
                      <a:pt x="598" y="1263"/>
                    </a:lnTo>
                    <a:lnTo>
                      <a:pt x="759" y="1084"/>
                    </a:lnTo>
                    <a:lnTo>
                      <a:pt x="770" y="1075"/>
                    </a:lnTo>
                    <a:lnTo>
                      <a:pt x="784" y="1069"/>
                    </a:lnTo>
                    <a:lnTo>
                      <a:pt x="798" y="1068"/>
                    </a:lnTo>
                    <a:close/>
                    <a:moveTo>
                      <a:pt x="155" y="360"/>
                    </a:moveTo>
                    <a:lnTo>
                      <a:pt x="573" y="360"/>
                    </a:lnTo>
                    <a:lnTo>
                      <a:pt x="569" y="386"/>
                    </a:lnTo>
                    <a:lnTo>
                      <a:pt x="568" y="413"/>
                    </a:lnTo>
                    <a:lnTo>
                      <a:pt x="571" y="455"/>
                    </a:lnTo>
                    <a:lnTo>
                      <a:pt x="581" y="494"/>
                    </a:lnTo>
                    <a:lnTo>
                      <a:pt x="596" y="530"/>
                    </a:lnTo>
                    <a:lnTo>
                      <a:pt x="617" y="564"/>
                    </a:lnTo>
                    <a:lnTo>
                      <a:pt x="642" y="593"/>
                    </a:lnTo>
                    <a:lnTo>
                      <a:pt x="672" y="620"/>
                    </a:lnTo>
                    <a:lnTo>
                      <a:pt x="706" y="640"/>
                    </a:lnTo>
                    <a:lnTo>
                      <a:pt x="742" y="656"/>
                    </a:lnTo>
                    <a:lnTo>
                      <a:pt x="782" y="665"/>
                    </a:lnTo>
                    <a:lnTo>
                      <a:pt x="823" y="669"/>
                    </a:lnTo>
                    <a:lnTo>
                      <a:pt x="1497" y="669"/>
                    </a:lnTo>
                    <a:lnTo>
                      <a:pt x="1539" y="665"/>
                    </a:lnTo>
                    <a:lnTo>
                      <a:pt x="1578" y="656"/>
                    </a:lnTo>
                    <a:lnTo>
                      <a:pt x="1614" y="640"/>
                    </a:lnTo>
                    <a:lnTo>
                      <a:pt x="1648" y="619"/>
                    </a:lnTo>
                    <a:lnTo>
                      <a:pt x="1678" y="593"/>
                    </a:lnTo>
                    <a:lnTo>
                      <a:pt x="1704" y="563"/>
                    </a:lnTo>
                    <a:lnTo>
                      <a:pt x="1725" y="529"/>
                    </a:lnTo>
                    <a:lnTo>
                      <a:pt x="1740" y="492"/>
                    </a:lnTo>
                    <a:lnTo>
                      <a:pt x="1750" y="452"/>
                    </a:lnTo>
                    <a:lnTo>
                      <a:pt x="1753" y="410"/>
                    </a:lnTo>
                    <a:lnTo>
                      <a:pt x="1752" y="385"/>
                    </a:lnTo>
                    <a:lnTo>
                      <a:pt x="1748" y="360"/>
                    </a:lnTo>
                    <a:lnTo>
                      <a:pt x="2063" y="360"/>
                    </a:lnTo>
                    <a:lnTo>
                      <a:pt x="2106" y="362"/>
                    </a:lnTo>
                    <a:lnTo>
                      <a:pt x="2146" y="369"/>
                    </a:lnTo>
                    <a:lnTo>
                      <a:pt x="2181" y="380"/>
                    </a:lnTo>
                    <a:lnTo>
                      <a:pt x="2213" y="393"/>
                    </a:lnTo>
                    <a:lnTo>
                      <a:pt x="2241" y="410"/>
                    </a:lnTo>
                    <a:lnTo>
                      <a:pt x="2265" y="431"/>
                    </a:lnTo>
                    <a:lnTo>
                      <a:pt x="2285" y="454"/>
                    </a:lnTo>
                    <a:lnTo>
                      <a:pt x="2300" y="479"/>
                    </a:lnTo>
                    <a:lnTo>
                      <a:pt x="2311" y="506"/>
                    </a:lnTo>
                    <a:lnTo>
                      <a:pt x="2318" y="536"/>
                    </a:lnTo>
                    <a:lnTo>
                      <a:pt x="2321" y="566"/>
                    </a:lnTo>
                    <a:lnTo>
                      <a:pt x="2321" y="2111"/>
                    </a:lnTo>
                    <a:lnTo>
                      <a:pt x="2294" y="2110"/>
                    </a:lnTo>
                    <a:lnTo>
                      <a:pt x="2269" y="2109"/>
                    </a:lnTo>
                    <a:lnTo>
                      <a:pt x="2198" y="2112"/>
                    </a:lnTo>
                    <a:lnTo>
                      <a:pt x="2129" y="2121"/>
                    </a:lnTo>
                    <a:lnTo>
                      <a:pt x="2063" y="2136"/>
                    </a:lnTo>
                    <a:lnTo>
                      <a:pt x="2063" y="926"/>
                    </a:lnTo>
                    <a:lnTo>
                      <a:pt x="258" y="926"/>
                    </a:lnTo>
                    <a:lnTo>
                      <a:pt x="258" y="2983"/>
                    </a:lnTo>
                    <a:lnTo>
                      <a:pt x="1447" y="2983"/>
                    </a:lnTo>
                    <a:lnTo>
                      <a:pt x="1453" y="3050"/>
                    </a:lnTo>
                    <a:lnTo>
                      <a:pt x="1465" y="3116"/>
                    </a:lnTo>
                    <a:lnTo>
                      <a:pt x="1483" y="3179"/>
                    </a:lnTo>
                    <a:lnTo>
                      <a:pt x="1505" y="3240"/>
                    </a:lnTo>
                    <a:lnTo>
                      <a:pt x="207" y="3240"/>
                    </a:lnTo>
                    <a:lnTo>
                      <a:pt x="169" y="3237"/>
                    </a:lnTo>
                    <a:lnTo>
                      <a:pt x="134" y="3227"/>
                    </a:lnTo>
                    <a:lnTo>
                      <a:pt x="103" y="3212"/>
                    </a:lnTo>
                    <a:lnTo>
                      <a:pt x="73" y="3192"/>
                    </a:lnTo>
                    <a:lnTo>
                      <a:pt x="49" y="3167"/>
                    </a:lnTo>
                    <a:lnTo>
                      <a:pt x="28" y="3139"/>
                    </a:lnTo>
                    <a:lnTo>
                      <a:pt x="13" y="3106"/>
                    </a:lnTo>
                    <a:lnTo>
                      <a:pt x="3" y="3071"/>
                    </a:lnTo>
                    <a:lnTo>
                      <a:pt x="0" y="3034"/>
                    </a:lnTo>
                    <a:lnTo>
                      <a:pt x="0" y="566"/>
                    </a:lnTo>
                    <a:lnTo>
                      <a:pt x="3" y="532"/>
                    </a:lnTo>
                    <a:lnTo>
                      <a:pt x="10" y="501"/>
                    </a:lnTo>
                    <a:lnTo>
                      <a:pt x="22" y="471"/>
                    </a:lnTo>
                    <a:lnTo>
                      <a:pt x="37" y="444"/>
                    </a:lnTo>
                    <a:lnTo>
                      <a:pt x="55" y="420"/>
                    </a:lnTo>
                    <a:lnTo>
                      <a:pt x="73" y="399"/>
                    </a:lnTo>
                    <a:lnTo>
                      <a:pt x="94" y="383"/>
                    </a:lnTo>
                    <a:lnTo>
                      <a:pt x="115" y="371"/>
                    </a:lnTo>
                    <a:lnTo>
                      <a:pt x="136" y="362"/>
                    </a:lnTo>
                    <a:lnTo>
                      <a:pt x="155" y="360"/>
                    </a:lnTo>
                    <a:close/>
                    <a:moveTo>
                      <a:pt x="1160" y="103"/>
                    </a:moveTo>
                    <a:lnTo>
                      <a:pt x="1139" y="106"/>
                    </a:lnTo>
                    <a:lnTo>
                      <a:pt x="1121" y="113"/>
                    </a:lnTo>
                    <a:lnTo>
                      <a:pt x="1106" y="125"/>
                    </a:lnTo>
                    <a:lnTo>
                      <a:pt x="1094" y="141"/>
                    </a:lnTo>
                    <a:lnTo>
                      <a:pt x="1086" y="159"/>
                    </a:lnTo>
                    <a:lnTo>
                      <a:pt x="1083" y="180"/>
                    </a:lnTo>
                    <a:lnTo>
                      <a:pt x="1086" y="201"/>
                    </a:lnTo>
                    <a:lnTo>
                      <a:pt x="1094" y="219"/>
                    </a:lnTo>
                    <a:lnTo>
                      <a:pt x="1106" y="235"/>
                    </a:lnTo>
                    <a:lnTo>
                      <a:pt x="1121" y="247"/>
                    </a:lnTo>
                    <a:lnTo>
                      <a:pt x="1139" y="254"/>
                    </a:lnTo>
                    <a:lnTo>
                      <a:pt x="1160" y="257"/>
                    </a:lnTo>
                    <a:lnTo>
                      <a:pt x="1181" y="254"/>
                    </a:lnTo>
                    <a:lnTo>
                      <a:pt x="1200" y="247"/>
                    </a:lnTo>
                    <a:lnTo>
                      <a:pt x="1215" y="235"/>
                    </a:lnTo>
                    <a:lnTo>
                      <a:pt x="1227" y="219"/>
                    </a:lnTo>
                    <a:lnTo>
                      <a:pt x="1235" y="201"/>
                    </a:lnTo>
                    <a:lnTo>
                      <a:pt x="1238" y="180"/>
                    </a:lnTo>
                    <a:lnTo>
                      <a:pt x="1235" y="159"/>
                    </a:lnTo>
                    <a:lnTo>
                      <a:pt x="1227" y="141"/>
                    </a:lnTo>
                    <a:lnTo>
                      <a:pt x="1215" y="125"/>
                    </a:lnTo>
                    <a:lnTo>
                      <a:pt x="1200" y="113"/>
                    </a:lnTo>
                    <a:lnTo>
                      <a:pt x="1181" y="106"/>
                    </a:lnTo>
                    <a:lnTo>
                      <a:pt x="1160" y="103"/>
                    </a:lnTo>
                    <a:close/>
                    <a:moveTo>
                      <a:pt x="1158" y="0"/>
                    </a:moveTo>
                    <a:lnTo>
                      <a:pt x="1162" y="0"/>
                    </a:lnTo>
                    <a:lnTo>
                      <a:pt x="1194" y="3"/>
                    </a:lnTo>
                    <a:lnTo>
                      <a:pt x="1225" y="11"/>
                    </a:lnTo>
                    <a:lnTo>
                      <a:pt x="1252" y="24"/>
                    </a:lnTo>
                    <a:lnTo>
                      <a:pt x="1277" y="41"/>
                    </a:lnTo>
                    <a:lnTo>
                      <a:pt x="1299" y="63"/>
                    </a:lnTo>
                    <a:lnTo>
                      <a:pt x="1317" y="88"/>
                    </a:lnTo>
                    <a:lnTo>
                      <a:pt x="1330" y="116"/>
                    </a:lnTo>
                    <a:lnTo>
                      <a:pt x="1337" y="146"/>
                    </a:lnTo>
                    <a:lnTo>
                      <a:pt x="1341" y="178"/>
                    </a:lnTo>
                    <a:lnTo>
                      <a:pt x="1341" y="180"/>
                    </a:lnTo>
                    <a:lnTo>
                      <a:pt x="1343" y="201"/>
                    </a:lnTo>
                    <a:lnTo>
                      <a:pt x="1352" y="219"/>
                    </a:lnTo>
                    <a:lnTo>
                      <a:pt x="1364" y="235"/>
                    </a:lnTo>
                    <a:lnTo>
                      <a:pt x="1379" y="247"/>
                    </a:lnTo>
                    <a:lnTo>
                      <a:pt x="1396" y="254"/>
                    </a:lnTo>
                    <a:lnTo>
                      <a:pt x="1417" y="257"/>
                    </a:lnTo>
                    <a:lnTo>
                      <a:pt x="1497" y="257"/>
                    </a:lnTo>
                    <a:lnTo>
                      <a:pt x="1528" y="261"/>
                    </a:lnTo>
                    <a:lnTo>
                      <a:pt x="1556" y="269"/>
                    </a:lnTo>
                    <a:lnTo>
                      <a:pt x="1582" y="284"/>
                    </a:lnTo>
                    <a:lnTo>
                      <a:pt x="1605" y="302"/>
                    </a:lnTo>
                    <a:lnTo>
                      <a:pt x="1624" y="324"/>
                    </a:lnTo>
                    <a:lnTo>
                      <a:pt x="1638" y="350"/>
                    </a:lnTo>
                    <a:lnTo>
                      <a:pt x="1647" y="380"/>
                    </a:lnTo>
                    <a:lnTo>
                      <a:pt x="1650" y="410"/>
                    </a:lnTo>
                    <a:lnTo>
                      <a:pt x="1650" y="413"/>
                    </a:lnTo>
                    <a:lnTo>
                      <a:pt x="1647" y="444"/>
                    </a:lnTo>
                    <a:lnTo>
                      <a:pt x="1638" y="472"/>
                    </a:lnTo>
                    <a:lnTo>
                      <a:pt x="1624" y="499"/>
                    </a:lnTo>
                    <a:lnTo>
                      <a:pt x="1605" y="521"/>
                    </a:lnTo>
                    <a:lnTo>
                      <a:pt x="1582" y="540"/>
                    </a:lnTo>
                    <a:lnTo>
                      <a:pt x="1556" y="554"/>
                    </a:lnTo>
                    <a:lnTo>
                      <a:pt x="1528" y="563"/>
                    </a:lnTo>
                    <a:lnTo>
                      <a:pt x="1497" y="566"/>
                    </a:lnTo>
                    <a:lnTo>
                      <a:pt x="823" y="566"/>
                    </a:lnTo>
                    <a:lnTo>
                      <a:pt x="793" y="563"/>
                    </a:lnTo>
                    <a:lnTo>
                      <a:pt x="764" y="554"/>
                    </a:lnTo>
                    <a:lnTo>
                      <a:pt x="738" y="540"/>
                    </a:lnTo>
                    <a:lnTo>
                      <a:pt x="715" y="521"/>
                    </a:lnTo>
                    <a:lnTo>
                      <a:pt x="697" y="499"/>
                    </a:lnTo>
                    <a:lnTo>
                      <a:pt x="682" y="472"/>
                    </a:lnTo>
                    <a:lnTo>
                      <a:pt x="674" y="444"/>
                    </a:lnTo>
                    <a:lnTo>
                      <a:pt x="670" y="413"/>
                    </a:lnTo>
                    <a:lnTo>
                      <a:pt x="670" y="410"/>
                    </a:lnTo>
                    <a:lnTo>
                      <a:pt x="674" y="380"/>
                    </a:lnTo>
                    <a:lnTo>
                      <a:pt x="682" y="350"/>
                    </a:lnTo>
                    <a:lnTo>
                      <a:pt x="697" y="324"/>
                    </a:lnTo>
                    <a:lnTo>
                      <a:pt x="715" y="302"/>
                    </a:lnTo>
                    <a:lnTo>
                      <a:pt x="738" y="284"/>
                    </a:lnTo>
                    <a:lnTo>
                      <a:pt x="764" y="269"/>
                    </a:lnTo>
                    <a:lnTo>
                      <a:pt x="793" y="261"/>
                    </a:lnTo>
                    <a:lnTo>
                      <a:pt x="823" y="257"/>
                    </a:lnTo>
                    <a:lnTo>
                      <a:pt x="903" y="257"/>
                    </a:lnTo>
                    <a:lnTo>
                      <a:pt x="923" y="254"/>
                    </a:lnTo>
                    <a:lnTo>
                      <a:pt x="942" y="247"/>
                    </a:lnTo>
                    <a:lnTo>
                      <a:pt x="957" y="235"/>
                    </a:lnTo>
                    <a:lnTo>
                      <a:pt x="969" y="219"/>
                    </a:lnTo>
                    <a:lnTo>
                      <a:pt x="977" y="201"/>
                    </a:lnTo>
                    <a:lnTo>
                      <a:pt x="980" y="180"/>
                    </a:lnTo>
                    <a:lnTo>
                      <a:pt x="980" y="178"/>
                    </a:lnTo>
                    <a:lnTo>
                      <a:pt x="983" y="146"/>
                    </a:lnTo>
                    <a:lnTo>
                      <a:pt x="991" y="116"/>
                    </a:lnTo>
                    <a:lnTo>
                      <a:pt x="1004" y="88"/>
                    </a:lnTo>
                    <a:lnTo>
                      <a:pt x="1021" y="63"/>
                    </a:lnTo>
                    <a:lnTo>
                      <a:pt x="1043" y="41"/>
                    </a:lnTo>
                    <a:lnTo>
                      <a:pt x="1068" y="24"/>
                    </a:lnTo>
                    <a:lnTo>
                      <a:pt x="1096" y="11"/>
                    </a:lnTo>
                    <a:lnTo>
                      <a:pt x="1126" y="3"/>
                    </a:lnTo>
                    <a:lnTo>
                      <a:pt x="1158" y="0"/>
                    </a:lnTo>
                    <a:close/>
                  </a:path>
                </a:pathLst>
              </a:custGeom>
              <a:solidFill>
                <a:schemeClr val="accent6"/>
              </a:solidFill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</p:grp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5"/>
          <a:srcRect l="384" t="3436" r="94718" b="83152"/>
          <a:stretch>
            <a:fillRect/>
          </a:stretch>
        </p:blipFill>
        <p:spPr bwMode="auto">
          <a:xfrm>
            <a:off x="2022446" y="2571744"/>
            <a:ext cx="928694" cy="143032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glow rad="139700">
              <a:schemeClr val="accent2">
                <a:satMod val="175000"/>
                <a:alpha val="40000"/>
              </a:schemeClr>
            </a:glow>
          </a:effectLst>
        </p:spPr>
      </p:pic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6"/>
          <a:srcRect l="22885" t="18518" r="45961" b="29629"/>
          <a:stretch>
            <a:fillRect/>
          </a:stretch>
        </p:blipFill>
        <p:spPr bwMode="auto">
          <a:xfrm>
            <a:off x="5951536" y="357166"/>
            <a:ext cx="5235384" cy="54292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innerShdw blurRad="114300">
              <a:prstClr val="black"/>
            </a:innerShdw>
          </a:effectLst>
        </p:spPr>
      </p:pic>
      <p:sp>
        <p:nvSpPr>
          <p:cNvPr id="39" name="직사각형 38"/>
          <p:cNvSpPr/>
          <p:nvPr/>
        </p:nvSpPr>
        <p:spPr>
          <a:xfrm>
            <a:off x="6114822" y="4260856"/>
            <a:ext cx="3714776" cy="857256"/>
          </a:xfrm>
          <a:prstGeom prst="rect">
            <a:avLst/>
          </a:prstGeom>
          <a:noFill/>
          <a:ln w="19050">
            <a:solidFill>
              <a:srgbClr val="00B0F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1" name="직사각형 60"/>
          <p:cNvSpPr/>
          <p:nvPr/>
        </p:nvSpPr>
        <p:spPr>
          <a:xfrm>
            <a:off x="6114822" y="5295900"/>
            <a:ext cx="3714776" cy="456572"/>
          </a:xfrm>
          <a:prstGeom prst="rect">
            <a:avLst/>
          </a:prstGeom>
          <a:noFill/>
          <a:ln w="19050">
            <a:solidFill>
              <a:schemeClr val="accent6">
                <a:lumMod val="5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xmlns="" val="1935223717"/>
      </p:ext>
    </p:extLst>
  </p:cSld>
  <p:clrMapOvr>
    <a:masterClrMapping/>
  </p:clrMapOvr>
  <p:transition spd="med">
    <p:fade/>
  </p:transition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직사각형 67"/>
          <p:cNvSpPr/>
          <p:nvPr/>
        </p:nvSpPr>
        <p:spPr>
          <a:xfrm>
            <a:off x="379372" y="428604"/>
            <a:ext cx="2286016" cy="78581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b="1" dirty="0" err="1" smtClean="0"/>
              <a:t>AdminStudent</a:t>
            </a:r>
            <a:endParaRPr lang="ko-KR" altLang="en-US" b="1" dirty="0"/>
          </a:p>
        </p:txBody>
      </p:sp>
      <p:sp>
        <p:nvSpPr>
          <p:cNvPr id="69" name="직사각형 68"/>
          <p:cNvSpPr/>
          <p:nvPr/>
        </p:nvSpPr>
        <p:spPr>
          <a:xfrm>
            <a:off x="307934" y="357166"/>
            <a:ext cx="2428892" cy="928694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b="1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3096442" y="928670"/>
            <a:ext cx="5072098" cy="44823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6" name="직사각형 5"/>
          <p:cNvSpPr/>
          <p:nvPr/>
        </p:nvSpPr>
        <p:spPr>
          <a:xfrm>
            <a:off x="3382194" y="4589261"/>
            <a:ext cx="714380" cy="357190"/>
          </a:xfrm>
          <a:prstGeom prst="rect">
            <a:avLst/>
          </a:prstGeom>
          <a:noFill/>
          <a:ln w="5715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직사각형 6"/>
          <p:cNvSpPr/>
          <p:nvPr/>
        </p:nvSpPr>
        <p:spPr>
          <a:xfrm>
            <a:off x="4882392" y="4589261"/>
            <a:ext cx="714380" cy="357190"/>
          </a:xfrm>
          <a:prstGeom prst="rect">
            <a:avLst/>
          </a:prstGeom>
          <a:noFill/>
          <a:ln w="5715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9" name="꺾인 연결선 8"/>
          <p:cNvCxnSpPr>
            <a:stCxn id="6" idx="2"/>
            <a:endCxn id="7" idx="2"/>
          </p:cNvCxnSpPr>
          <p:nvPr/>
        </p:nvCxnSpPr>
        <p:spPr>
          <a:xfrm rot="16200000" flipH="1">
            <a:off x="4489483" y="4196352"/>
            <a:ext cx="1588" cy="1500198"/>
          </a:xfrm>
          <a:prstGeom prst="bentConnector3">
            <a:avLst>
              <a:gd name="adj1" fmla="val 35038046"/>
            </a:avLst>
          </a:prstGeom>
          <a:ln w="12700"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직사각형 14"/>
          <p:cNvSpPr/>
          <p:nvPr/>
        </p:nvSpPr>
        <p:spPr>
          <a:xfrm>
            <a:off x="3022578" y="5786454"/>
            <a:ext cx="2931384" cy="357190"/>
          </a:xfrm>
          <a:prstGeom prst="rect">
            <a:avLst/>
          </a:prstGeom>
          <a:noFill/>
          <a:ln w="571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800" dirty="0" smtClean="0">
                <a:solidFill>
                  <a:schemeClr val="tx1"/>
                </a:solidFill>
              </a:rPr>
              <a:t>신규</a:t>
            </a:r>
            <a:r>
              <a:rPr lang="en-US" altLang="ko-KR" sz="1800" dirty="0" smtClean="0">
                <a:solidFill>
                  <a:schemeClr val="tx1"/>
                </a:solidFill>
              </a:rPr>
              <a:t>/</a:t>
            </a:r>
            <a:r>
              <a:rPr lang="ko-KR" altLang="en-US" sz="1800" dirty="0" smtClean="0">
                <a:solidFill>
                  <a:schemeClr val="tx1"/>
                </a:solidFill>
              </a:rPr>
              <a:t>수정 버튼 클릭 시 취소 버튼으로 변경됨</a:t>
            </a:r>
            <a:endParaRPr lang="en-US" altLang="ko-KR" sz="1800" dirty="0" smtClean="0">
              <a:solidFill>
                <a:schemeClr val="tx1"/>
              </a:solidFill>
            </a:endParaRPr>
          </a:p>
          <a:p>
            <a:pPr algn="ctr"/>
            <a:r>
              <a:rPr lang="en-US" altLang="ko-KR" sz="1300" dirty="0" smtClean="0">
                <a:solidFill>
                  <a:schemeClr val="tx1"/>
                </a:solidFill>
              </a:rPr>
              <a:t>(</a:t>
            </a:r>
            <a:r>
              <a:rPr lang="ko-KR" altLang="en-US" sz="1300" dirty="0" smtClean="0">
                <a:solidFill>
                  <a:schemeClr val="tx1"/>
                </a:solidFill>
              </a:rPr>
              <a:t>동시에 확인 버튼 활성화</a:t>
            </a:r>
            <a:r>
              <a:rPr lang="en-US" altLang="ko-KR" sz="1300" dirty="0" smtClean="0">
                <a:solidFill>
                  <a:schemeClr val="tx1"/>
                </a:solidFill>
              </a:rPr>
              <a:t>)</a:t>
            </a:r>
            <a:endParaRPr lang="ko-KR" altLang="en-US" sz="1300" dirty="0">
              <a:solidFill>
                <a:schemeClr val="tx1"/>
              </a:solidFill>
            </a:endParaRPr>
          </a:p>
        </p:txBody>
      </p:sp>
      <p:cxnSp>
        <p:nvCxnSpPr>
          <p:cNvPr id="19" name="꺾인 연결선 18"/>
          <p:cNvCxnSpPr/>
          <p:nvPr/>
        </p:nvCxnSpPr>
        <p:spPr>
          <a:xfrm flipV="1">
            <a:off x="4490696" y="4143380"/>
            <a:ext cx="3820720" cy="642942"/>
          </a:xfrm>
          <a:prstGeom prst="bentConnector3">
            <a:avLst>
              <a:gd name="adj1" fmla="val -123"/>
            </a:avLst>
          </a:prstGeom>
          <a:ln w="12700">
            <a:solidFill>
              <a:schemeClr val="tx2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오른쪽 화살표 21"/>
          <p:cNvSpPr/>
          <p:nvPr/>
        </p:nvSpPr>
        <p:spPr>
          <a:xfrm>
            <a:off x="8311416" y="4000504"/>
            <a:ext cx="357190" cy="285752"/>
          </a:xfrm>
          <a:prstGeom prst="rightArrow">
            <a:avLst/>
          </a:prstGeom>
          <a:solidFill>
            <a:schemeClr val="tx2"/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4"/>
          <a:srcRect l="35620" t="29358" r="45155" b="64556"/>
          <a:stretch>
            <a:fillRect/>
          </a:stretch>
        </p:blipFill>
        <p:spPr bwMode="auto">
          <a:xfrm>
            <a:off x="8272949" y="3071810"/>
            <a:ext cx="3610367" cy="64294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innerShdw blurRad="114300">
              <a:prstClr val="black"/>
            </a:innerShdw>
          </a:effectLst>
        </p:spPr>
      </p:pic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5"/>
          <a:srcRect l="36774" t="41625" r="45161" b="54026"/>
          <a:stretch>
            <a:fillRect/>
          </a:stretch>
        </p:blipFill>
        <p:spPr bwMode="auto">
          <a:xfrm>
            <a:off x="8276910" y="4577135"/>
            <a:ext cx="3589153" cy="63781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innerShdw blurRad="114300">
              <a:prstClr val="black"/>
            </a:innerShdw>
          </a:effectLst>
        </p:spPr>
      </p:pic>
      <p:sp>
        <p:nvSpPr>
          <p:cNvPr id="27" name="TextBox 26"/>
          <p:cNvSpPr txBox="1"/>
          <p:nvPr/>
        </p:nvSpPr>
        <p:spPr>
          <a:xfrm>
            <a:off x="8740044" y="3714752"/>
            <a:ext cx="25003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 smtClean="0"/>
              <a:t>=&gt; </a:t>
            </a:r>
            <a:r>
              <a:rPr lang="ko-KR" altLang="en-US" sz="1400" dirty="0" smtClean="0"/>
              <a:t>신규 버튼을 인식합니다</a:t>
            </a:r>
            <a:endParaRPr lang="ko-KR" altLang="en-US" sz="1400" dirty="0"/>
          </a:p>
        </p:txBody>
      </p:sp>
      <p:sp>
        <p:nvSpPr>
          <p:cNvPr id="28" name="TextBox 27"/>
          <p:cNvSpPr txBox="1"/>
          <p:nvPr/>
        </p:nvSpPr>
        <p:spPr>
          <a:xfrm>
            <a:off x="8740044" y="4264231"/>
            <a:ext cx="25003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 smtClean="0"/>
              <a:t>=&gt; </a:t>
            </a:r>
            <a:r>
              <a:rPr lang="ko-KR" altLang="en-US" sz="1400" dirty="0" smtClean="0"/>
              <a:t>수정 버튼을 인식합니다</a:t>
            </a:r>
            <a:endParaRPr lang="ko-KR" altLang="en-US" sz="1400" dirty="0"/>
          </a:p>
        </p:txBody>
      </p:sp>
      <p:grpSp>
        <p:nvGrpSpPr>
          <p:cNvPr id="29" name="그룹 28"/>
          <p:cNvGrpSpPr/>
          <p:nvPr/>
        </p:nvGrpSpPr>
        <p:grpSpPr>
          <a:xfrm>
            <a:off x="11452262" y="6142964"/>
            <a:ext cx="736563" cy="715036"/>
            <a:chOff x="4228307" y="2232261"/>
            <a:chExt cx="4037011" cy="3919022"/>
          </a:xfrm>
        </p:grpSpPr>
        <p:grpSp>
          <p:nvGrpSpPr>
            <p:cNvPr id="30" name="그룹 50"/>
            <p:cNvGrpSpPr/>
            <p:nvPr/>
          </p:nvGrpSpPr>
          <p:grpSpPr>
            <a:xfrm>
              <a:off x="5500764" y="2232261"/>
              <a:ext cx="1504804" cy="1944083"/>
              <a:chOff x="5348364" y="2079861"/>
              <a:chExt cx="1504804" cy="1944083"/>
            </a:xfrm>
          </p:grpSpPr>
          <p:sp>
            <p:nvSpPr>
              <p:cNvPr id="55" name="Freeform 24"/>
              <p:cNvSpPr>
                <a:spLocks noEditPoints="1"/>
              </p:cNvSpPr>
              <p:nvPr/>
            </p:nvSpPr>
            <p:spPr bwMode="auto">
              <a:xfrm>
                <a:off x="5348364" y="2079861"/>
                <a:ext cx="1504804" cy="1944083"/>
              </a:xfrm>
              <a:custGeom>
                <a:avLst/>
                <a:gdLst>
                  <a:gd name="T0" fmla="*/ 679 w 1658"/>
                  <a:gd name="T1" fmla="*/ 110 h 2143"/>
                  <a:gd name="T2" fmla="*/ 476 w 1658"/>
                  <a:gd name="T3" fmla="*/ 189 h 2143"/>
                  <a:gd name="T4" fmla="*/ 310 w 1658"/>
                  <a:gd name="T5" fmla="*/ 324 h 2143"/>
                  <a:gd name="T6" fmla="*/ 193 w 1658"/>
                  <a:gd name="T7" fmla="*/ 503 h 2143"/>
                  <a:gd name="T8" fmla="*/ 134 w 1658"/>
                  <a:gd name="T9" fmla="*/ 717 h 2143"/>
                  <a:gd name="T10" fmla="*/ 146 w 1658"/>
                  <a:gd name="T11" fmla="*/ 942 h 2143"/>
                  <a:gd name="T12" fmla="*/ 225 w 1658"/>
                  <a:gd name="T13" fmla="*/ 1145 h 2143"/>
                  <a:gd name="T14" fmla="*/ 360 w 1658"/>
                  <a:gd name="T15" fmla="*/ 1311 h 2143"/>
                  <a:gd name="T16" fmla="*/ 541 w 1658"/>
                  <a:gd name="T17" fmla="*/ 1429 h 2143"/>
                  <a:gd name="T18" fmla="*/ 753 w 1658"/>
                  <a:gd name="T19" fmla="*/ 1487 h 2143"/>
                  <a:gd name="T20" fmla="*/ 979 w 1658"/>
                  <a:gd name="T21" fmla="*/ 1475 h 2143"/>
                  <a:gd name="T22" fmla="*/ 1182 w 1658"/>
                  <a:gd name="T23" fmla="*/ 1396 h 2143"/>
                  <a:gd name="T24" fmla="*/ 1348 w 1658"/>
                  <a:gd name="T25" fmla="*/ 1260 h 2143"/>
                  <a:gd name="T26" fmla="*/ 1465 w 1658"/>
                  <a:gd name="T27" fmla="*/ 1081 h 2143"/>
                  <a:gd name="T28" fmla="*/ 1525 w 1658"/>
                  <a:gd name="T29" fmla="*/ 869 h 2143"/>
                  <a:gd name="T30" fmla="*/ 1512 w 1658"/>
                  <a:gd name="T31" fmla="*/ 642 h 2143"/>
                  <a:gd name="T32" fmla="*/ 1433 w 1658"/>
                  <a:gd name="T33" fmla="*/ 440 h 2143"/>
                  <a:gd name="T34" fmla="*/ 1298 w 1658"/>
                  <a:gd name="T35" fmla="*/ 274 h 2143"/>
                  <a:gd name="T36" fmla="*/ 1117 w 1658"/>
                  <a:gd name="T37" fmla="*/ 155 h 2143"/>
                  <a:gd name="T38" fmla="*/ 905 w 1658"/>
                  <a:gd name="T39" fmla="*/ 97 h 2143"/>
                  <a:gd name="T40" fmla="*/ 913 w 1658"/>
                  <a:gd name="T41" fmla="*/ 4 h 2143"/>
                  <a:gd name="T42" fmla="*/ 1152 w 1658"/>
                  <a:gd name="T43" fmla="*/ 65 h 2143"/>
                  <a:gd name="T44" fmla="*/ 1356 w 1658"/>
                  <a:gd name="T45" fmla="*/ 189 h 2143"/>
                  <a:gd name="T46" fmla="*/ 1516 w 1658"/>
                  <a:gd name="T47" fmla="*/ 366 h 2143"/>
                  <a:gd name="T48" fmla="*/ 1620 w 1658"/>
                  <a:gd name="T49" fmla="*/ 583 h 2143"/>
                  <a:gd name="T50" fmla="*/ 1658 w 1658"/>
                  <a:gd name="T51" fmla="*/ 828 h 2143"/>
                  <a:gd name="T52" fmla="*/ 1637 w 1658"/>
                  <a:gd name="T53" fmla="*/ 971 h 2143"/>
                  <a:gd name="T54" fmla="*/ 1577 w 1658"/>
                  <a:gd name="T55" fmla="*/ 1131 h 2143"/>
                  <a:gd name="T56" fmla="*/ 1489 w 1658"/>
                  <a:gd name="T57" fmla="*/ 1298 h 2143"/>
                  <a:gd name="T58" fmla="*/ 1382 w 1658"/>
                  <a:gd name="T59" fmla="*/ 1468 h 2143"/>
                  <a:gd name="T60" fmla="*/ 1264 w 1658"/>
                  <a:gd name="T61" fmla="*/ 1631 h 2143"/>
                  <a:gd name="T62" fmla="*/ 1144 w 1658"/>
                  <a:gd name="T63" fmla="*/ 1785 h 2143"/>
                  <a:gd name="T64" fmla="*/ 1032 w 1658"/>
                  <a:gd name="T65" fmla="*/ 1918 h 2143"/>
                  <a:gd name="T66" fmla="*/ 936 w 1658"/>
                  <a:gd name="T67" fmla="*/ 2027 h 2143"/>
                  <a:gd name="T68" fmla="*/ 868 w 1658"/>
                  <a:gd name="T69" fmla="*/ 2103 h 2143"/>
                  <a:gd name="T70" fmla="*/ 831 w 1658"/>
                  <a:gd name="T71" fmla="*/ 2141 h 2143"/>
                  <a:gd name="T72" fmla="*/ 819 w 1658"/>
                  <a:gd name="T73" fmla="*/ 2133 h 2143"/>
                  <a:gd name="T74" fmla="*/ 772 w 1658"/>
                  <a:gd name="T75" fmla="*/ 2081 h 2143"/>
                  <a:gd name="T76" fmla="*/ 692 w 1658"/>
                  <a:gd name="T77" fmla="*/ 1994 h 2143"/>
                  <a:gd name="T78" fmla="*/ 590 w 1658"/>
                  <a:gd name="T79" fmla="*/ 1876 h 2143"/>
                  <a:gd name="T80" fmla="*/ 475 w 1658"/>
                  <a:gd name="T81" fmla="*/ 1735 h 2143"/>
                  <a:gd name="T82" fmla="*/ 355 w 1658"/>
                  <a:gd name="T83" fmla="*/ 1577 h 2143"/>
                  <a:gd name="T84" fmla="*/ 239 w 1658"/>
                  <a:gd name="T85" fmla="*/ 1411 h 2143"/>
                  <a:gd name="T86" fmla="*/ 138 w 1658"/>
                  <a:gd name="T87" fmla="*/ 1241 h 2143"/>
                  <a:gd name="T88" fmla="*/ 58 w 1658"/>
                  <a:gd name="T89" fmla="*/ 1077 h 2143"/>
                  <a:gd name="T90" fmla="*/ 9 w 1658"/>
                  <a:gd name="T91" fmla="*/ 923 h 2143"/>
                  <a:gd name="T92" fmla="*/ 4 w 1658"/>
                  <a:gd name="T93" fmla="*/ 745 h 2143"/>
                  <a:gd name="T94" fmla="*/ 65 w 1658"/>
                  <a:gd name="T95" fmla="*/ 506 h 2143"/>
                  <a:gd name="T96" fmla="*/ 189 w 1658"/>
                  <a:gd name="T97" fmla="*/ 302 h 2143"/>
                  <a:gd name="T98" fmla="*/ 366 w 1658"/>
                  <a:gd name="T99" fmla="*/ 142 h 2143"/>
                  <a:gd name="T100" fmla="*/ 583 w 1658"/>
                  <a:gd name="T101" fmla="*/ 38 h 2143"/>
                  <a:gd name="T102" fmla="*/ 828 w 1658"/>
                  <a:gd name="T103" fmla="*/ 0 h 21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</a:cxnLst>
                <a:rect l="0" t="0" r="r" b="b"/>
                <a:pathLst>
                  <a:path w="1658" h="2143">
                    <a:moveTo>
                      <a:pt x="828" y="93"/>
                    </a:moveTo>
                    <a:lnTo>
                      <a:pt x="753" y="97"/>
                    </a:lnTo>
                    <a:lnTo>
                      <a:pt x="679" y="110"/>
                    </a:lnTo>
                    <a:lnTo>
                      <a:pt x="608" y="130"/>
                    </a:lnTo>
                    <a:lnTo>
                      <a:pt x="541" y="155"/>
                    </a:lnTo>
                    <a:lnTo>
                      <a:pt x="476" y="189"/>
                    </a:lnTo>
                    <a:lnTo>
                      <a:pt x="417" y="228"/>
                    </a:lnTo>
                    <a:lnTo>
                      <a:pt x="360" y="274"/>
                    </a:lnTo>
                    <a:lnTo>
                      <a:pt x="310" y="324"/>
                    </a:lnTo>
                    <a:lnTo>
                      <a:pt x="264" y="379"/>
                    </a:lnTo>
                    <a:lnTo>
                      <a:pt x="225" y="440"/>
                    </a:lnTo>
                    <a:lnTo>
                      <a:pt x="193" y="503"/>
                    </a:lnTo>
                    <a:lnTo>
                      <a:pt x="166" y="572"/>
                    </a:lnTo>
                    <a:lnTo>
                      <a:pt x="146" y="642"/>
                    </a:lnTo>
                    <a:lnTo>
                      <a:pt x="134" y="717"/>
                    </a:lnTo>
                    <a:lnTo>
                      <a:pt x="130" y="792"/>
                    </a:lnTo>
                    <a:lnTo>
                      <a:pt x="134" y="869"/>
                    </a:lnTo>
                    <a:lnTo>
                      <a:pt x="146" y="942"/>
                    </a:lnTo>
                    <a:lnTo>
                      <a:pt x="166" y="1013"/>
                    </a:lnTo>
                    <a:lnTo>
                      <a:pt x="193" y="1081"/>
                    </a:lnTo>
                    <a:lnTo>
                      <a:pt x="225" y="1145"/>
                    </a:lnTo>
                    <a:lnTo>
                      <a:pt x="264" y="1205"/>
                    </a:lnTo>
                    <a:lnTo>
                      <a:pt x="310" y="1260"/>
                    </a:lnTo>
                    <a:lnTo>
                      <a:pt x="360" y="1311"/>
                    </a:lnTo>
                    <a:lnTo>
                      <a:pt x="417" y="1356"/>
                    </a:lnTo>
                    <a:lnTo>
                      <a:pt x="476" y="1396"/>
                    </a:lnTo>
                    <a:lnTo>
                      <a:pt x="541" y="1429"/>
                    </a:lnTo>
                    <a:lnTo>
                      <a:pt x="608" y="1456"/>
                    </a:lnTo>
                    <a:lnTo>
                      <a:pt x="679" y="1475"/>
                    </a:lnTo>
                    <a:lnTo>
                      <a:pt x="753" y="1487"/>
                    </a:lnTo>
                    <a:lnTo>
                      <a:pt x="828" y="1491"/>
                    </a:lnTo>
                    <a:lnTo>
                      <a:pt x="905" y="1487"/>
                    </a:lnTo>
                    <a:lnTo>
                      <a:pt x="979" y="1475"/>
                    </a:lnTo>
                    <a:lnTo>
                      <a:pt x="1050" y="1456"/>
                    </a:lnTo>
                    <a:lnTo>
                      <a:pt x="1117" y="1429"/>
                    </a:lnTo>
                    <a:lnTo>
                      <a:pt x="1182" y="1396"/>
                    </a:lnTo>
                    <a:lnTo>
                      <a:pt x="1241" y="1356"/>
                    </a:lnTo>
                    <a:lnTo>
                      <a:pt x="1298" y="1311"/>
                    </a:lnTo>
                    <a:lnTo>
                      <a:pt x="1348" y="1260"/>
                    </a:lnTo>
                    <a:lnTo>
                      <a:pt x="1394" y="1205"/>
                    </a:lnTo>
                    <a:lnTo>
                      <a:pt x="1433" y="1145"/>
                    </a:lnTo>
                    <a:lnTo>
                      <a:pt x="1465" y="1081"/>
                    </a:lnTo>
                    <a:lnTo>
                      <a:pt x="1492" y="1013"/>
                    </a:lnTo>
                    <a:lnTo>
                      <a:pt x="1512" y="942"/>
                    </a:lnTo>
                    <a:lnTo>
                      <a:pt x="1525" y="869"/>
                    </a:lnTo>
                    <a:lnTo>
                      <a:pt x="1529" y="792"/>
                    </a:lnTo>
                    <a:lnTo>
                      <a:pt x="1525" y="717"/>
                    </a:lnTo>
                    <a:lnTo>
                      <a:pt x="1512" y="642"/>
                    </a:lnTo>
                    <a:lnTo>
                      <a:pt x="1492" y="572"/>
                    </a:lnTo>
                    <a:lnTo>
                      <a:pt x="1465" y="503"/>
                    </a:lnTo>
                    <a:lnTo>
                      <a:pt x="1433" y="440"/>
                    </a:lnTo>
                    <a:lnTo>
                      <a:pt x="1394" y="379"/>
                    </a:lnTo>
                    <a:lnTo>
                      <a:pt x="1348" y="324"/>
                    </a:lnTo>
                    <a:lnTo>
                      <a:pt x="1298" y="274"/>
                    </a:lnTo>
                    <a:lnTo>
                      <a:pt x="1241" y="228"/>
                    </a:lnTo>
                    <a:lnTo>
                      <a:pt x="1182" y="189"/>
                    </a:lnTo>
                    <a:lnTo>
                      <a:pt x="1117" y="155"/>
                    </a:lnTo>
                    <a:lnTo>
                      <a:pt x="1050" y="130"/>
                    </a:lnTo>
                    <a:lnTo>
                      <a:pt x="979" y="110"/>
                    </a:lnTo>
                    <a:lnTo>
                      <a:pt x="905" y="97"/>
                    </a:lnTo>
                    <a:lnTo>
                      <a:pt x="828" y="93"/>
                    </a:lnTo>
                    <a:close/>
                    <a:moveTo>
                      <a:pt x="828" y="0"/>
                    </a:moveTo>
                    <a:lnTo>
                      <a:pt x="913" y="4"/>
                    </a:lnTo>
                    <a:lnTo>
                      <a:pt x="996" y="18"/>
                    </a:lnTo>
                    <a:lnTo>
                      <a:pt x="1075" y="38"/>
                    </a:lnTo>
                    <a:lnTo>
                      <a:pt x="1152" y="65"/>
                    </a:lnTo>
                    <a:lnTo>
                      <a:pt x="1224" y="100"/>
                    </a:lnTo>
                    <a:lnTo>
                      <a:pt x="1292" y="142"/>
                    </a:lnTo>
                    <a:lnTo>
                      <a:pt x="1356" y="189"/>
                    </a:lnTo>
                    <a:lnTo>
                      <a:pt x="1415" y="243"/>
                    </a:lnTo>
                    <a:lnTo>
                      <a:pt x="1469" y="302"/>
                    </a:lnTo>
                    <a:lnTo>
                      <a:pt x="1516" y="366"/>
                    </a:lnTo>
                    <a:lnTo>
                      <a:pt x="1558" y="435"/>
                    </a:lnTo>
                    <a:lnTo>
                      <a:pt x="1593" y="506"/>
                    </a:lnTo>
                    <a:lnTo>
                      <a:pt x="1620" y="583"/>
                    </a:lnTo>
                    <a:lnTo>
                      <a:pt x="1641" y="663"/>
                    </a:lnTo>
                    <a:lnTo>
                      <a:pt x="1654" y="745"/>
                    </a:lnTo>
                    <a:lnTo>
                      <a:pt x="1658" y="828"/>
                    </a:lnTo>
                    <a:lnTo>
                      <a:pt x="1655" y="874"/>
                    </a:lnTo>
                    <a:lnTo>
                      <a:pt x="1649" y="923"/>
                    </a:lnTo>
                    <a:lnTo>
                      <a:pt x="1637" y="971"/>
                    </a:lnTo>
                    <a:lnTo>
                      <a:pt x="1620" y="1024"/>
                    </a:lnTo>
                    <a:lnTo>
                      <a:pt x="1600" y="1077"/>
                    </a:lnTo>
                    <a:lnTo>
                      <a:pt x="1577" y="1131"/>
                    </a:lnTo>
                    <a:lnTo>
                      <a:pt x="1550" y="1186"/>
                    </a:lnTo>
                    <a:lnTo>
                      <a:pt x="1520" y="1241"/>
                    </a:lnTo>
                    <a:lnTo>
                      <a:pt x="1489" y="1298"/>
                    </a:lnTo>
                    <a:lnTo>
                      <a:pt x="1454" y="1354"/>
                    </a:lnTo>
                    <a:lnTo>
                      <a:pt x="1419" y="1411"/>
                    </a:lnTo>
                    <a:lnTo>
                      <a:pt x="1382" y="1468"/>
                    </a:lnTo>
                    <a:lnTo>
                      <a:pt x="1342" y="1523"/>
                    </a:lnTo>
                    <a:lnTo>
                      <a:pt x="1303" y="1577"/>
                    </a:lnTo>
                    <a:lnTo>
                      <a:pt x="1264" y="1631"/>
                    </a:lnTo>
                    <a:lnTo>
                      <a:pt x="1224" y="1684"/>
                    </a:lnTo>
                    <a:lnTo>
                      <a:pt x="1183" y="1735"/>
                    </a:lnTo>
                    <a:lnTo>
                      <a:pt x="1144" y="1785"/>
                    </a:lnTo>
                    <a:lnTo>
                      <a:pt x="1105" y="1831"/>
                    </a:lnTo>
                    <a:lnTo>
                      <a:pt x="1069" y="1876"/>
                    </a:lnTo>
                    <a:lnTo>
                      <a:pt x="1032" y="1918"/>
                    </a:lnTo>
                    <a:lnTo>
                      <a:pt x="998" y="1957"/>
                    </a:lnTo>
                    <a:lnTo>
                      <a:pt x="966" y="1994"/>
                    </a:lnTo>
                    <a:lnTo>
                      <a:pt x="936" y="2027"/>
                    </a:lnTo>
                    <a:lnTo>
                      <a:pt x="911" y="2056"/>
                    </a:lnTo>
                    <a:lnTo>
                      <a:pt x="886" y="2081"/>
                    </a:lnTo>
                    <a:lnTo>
                      <a:pt x="868" y="2103"/>
                    </a:lnTo>
                    <a:lnTo>
                      <a:pt x="851" y="2121"/>
                    </a:lnTo>
                    <a:lnTo>
                      <a:pt x="839" y="2133"/>
                    </a:lnTo>
                    <a:lnTo>
                      <a:pt x="831" y="2141"/>
                    </a:lnTo>
                    <a:lnTo>
                      <a:pt x="828" y="2143"/>
                    </a:lnTo>
                    <a:lnTo>
                      <a:pt x="827" y="2141"/>
                    </a:lnTo>
                    <a:lnTo>
                      <a:pt x="819" y="2133"/>
                    </a:lnTo>
                    <a:lnTo>
                      <a:pt x="807" y="2121"/>
                    </a:lnTo>
                    <a:lnTo>
                      <a:pt x="791" y="2103"/>
                    </a:lnTo>
                    <a:lnTo>
                      <a:pt x="772" y="2081"/>
                    </a:lnTo>
                    <a:lnTo>
                      <a:pt x="747" y="2056"/>
                    </a:lnTo>
                    <a:lnTo>
                      <a:pt x="722" y="2027"/>
                    </a:lnTo>
                    <a:lnTo>
                      <a:pt x="692" y="1994"/>
                    </a:lnTo>
                    <a:lnTo>
                      <a:pt x="660" y="1957"/>
                    </a:lnTo>
                    <a:lnTo>
                      <a:pt x="626" y="1918"/>
                    </a:lnTo>
                    <a:lnTo>
                      <a:pt x="590" y="1876"/>
                    </a:lnTo>
                    <a:lnTo>
                      <a:pt x="553" y="1831"/>
                    </a:lnTo>
                    <a:lnTo>
                      <a:pt x="514" y="1785"/>
                    </a:lnTo>
                    <a:lnTo>
                      <a:pt x="475" y="1735"/>
                    </a:lnTo>
                    <a:lnTo>
                      <a:pt x="434" y="1684"/>
                    </a:lnTo>
                    <a:lnTo>
                      <a:pt x="394" y="1631"/>
                    </a:lnTo>
                    <a:lnTo>
                      <a:pt x="355" y="1577"/>
                    </a:lnTo>
                    <a:lnTo>
                      <a:pt x="316" y="1523"/>
                    </a:lnTo>
                    <a:lnTo>
                      <a:pt x="277" y="1468"/>
                    </a:lnTo>
                    <a:lnTo>
                      <a:pt x="239" y="1411"/>
                    </a:lnTo>
                    <a:lnTo>
                      <a:pt x="204" y="1354"/>
                    </a:lnTo>
                    <a:lnTo>
                      <a:pt x="169" y="1298"/>
                    </a:lnTo>
                    <a:lnTo>
                      <a:pt x="138" y="1241"/>
                    </a:lnTo>
                    <a:lnTo>
                      <a:pt x="108" y="1186"/>
                    </a:lnTo>
                    <a:lnTo>
                      <a:pt x="81" y="1131"/>
                    </a:lnTo>
                    <a:lnTo>
                      <a:pt x="58" y="1077"/>
                    </a:lnTo>
                    <a:lnTo>
                      <a:pt x="38" y="1024"/>
                    </a:lnTo>
                    <a:lnTo>
                      <a:pt x="22" y="971"/>
                    </a:lnTo>
                    <a:lnTo>
                      <a:pt x="9" y="923"/>
                    </a:lnTo>
                    <a:lnTo>
                      <a:pt x="3" y="874"/>
                    </a:lnTo>
                    <a:lnTo>
                      <a:pt x="0" y="828"/>
                    </a:lnTo>
                    <a:lnTo>
                      <a:pt x="4" y="745"/>
                    </a:lnTo>
                    <a:lnTo>
                      <a:pt x="18" y="663"/>
                    </a:lnTo>
                    <a:lnTo>
                      <a:pt x="38" y="583"/>
                    </a:lnTo>
                    <a:lnTo>
                      <a:pt x="65" y="506"/>
                    </a:lnTo>
                    <a:lnTo>
                      <a:pt x="100" y="435"/>
                    </a:lnTo>
                    <a:lnTo>
                      <a:pt x="142" y="366"/>
                    </a:lnTo>
                    <a:lnTo>
                      <a:pt x="189" y="302"/>
                    </a:lnTo>
                    <a:lnTo>
                      <a:pt x="243" y="243"/>
                    </a:lnTo>
                    <a:lnTo>
                      <a:pt x="302" y="189"/>
                    </a:lnTo>
                    <a:lnTo>
                      <a:pt x="366" y="142"/>
                    </a:lnTo>
                    <a:lnTo>
                      <a:pt x="434" y="100"/>
                    </a:lnTo>
                    <a:lnTo>
                      <a:pt x="506" y="65"/>
                    </a:lnTo>
                    <a:lnTo>
                      <a:pt x="583" y="38"/>
                    </a:lnTo>
                    <a:lnTo>
                      <a:pt x="662" y="18"/>
                    </a:lnTo>
                    <a:lnTo>
                      <a:pt x="745" y="4"/>
                    </a:lnTo>
                    <a:lnTo>
                      <a:pt x="828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grpSp>
            <p:nvGrpSpPr>
              <p:cNvPr id="56" name="Group 76"/>
              <p:cNvGrpSpPr/>
              <p:nvPr/>
            </p:nvGrpSpPr>
            <p:grpSpPr>
              <a:xfrm>
                <a:off x="5767211" y="2423034"/>
                <a:ext cx="650753" cy="714990"/>
                <a:chOff x="2171700" y="1574800"/>
                <a:chExt cx="739776" cy="812800"/>
              </a:xfrm>
              <a:solidFill>
                <a:schemeClr val="accent1"/>
              </a:solidFill>
            </p:grpSpPr>
            <p:sp>
              <p:nvSpPr>
                <p:cNvPr id="57" name="Freeform 33"/>
                <p:cNvSpPr>
                  <a:spLocks noEditPoints="1"/>
                </p:cNvSpPr>
                <p:nvPr/>
              </p:nvSpPr>
              <p:spPr bwMode="auto">
                <a:xfrm>
                  <a:off x="2292350" y="1700213"/>
                  <a:ext cx="498475" cy="687387"/>
                </a:xfrm>
                <a:custGeom>
                  <a:avLst/>
                  <a:gdLst>
                    <a:gd name="T0" fmla="*/ 813 w 2197"/>
                    <a:gd name="T1" fmla="*/ 324 h 3032"/>
                    <a:gd name="T2" fmla="*/ 519 w 2197"/>
                    <a:gd name="T3" fmla="*/ 505 h 3032"/>
                    <a:gd name="T4" fmla="*/ 329 w 2197"/>
                    <a:gd name="T5" fmla="*/ 783 h 3032"/>
                    <a:gd name="T6" fmla="*/ 281 w 2197"/>
                    <a:gd name="T7" fmla="*/ 1120 h 3032"/>
                    <a:gd name="T8" fmla="*/ 340 w 2197"/>
                    <a:gd name="T9" fmla="*/ 1390 h 3032"/>
                    <a:gd name="T10" fmla="*/ 449 w 2197"/>
                    <a:gd name="T11" fmla="*/ 1594 h 3032"/>
                    <a:gd name="T12" fmla="*/ 575 w 2197"/>
                    <a:gd name="T13" fmla="*/ 1783 h 3032"/>
                    <a:gd name="T14" fmla="*/ 653 w 2197"/>
                    <a:gd name="T15" fmla="*/ 1996 h 3032"/>
                    <a:gd name="T16" fmla="*/ 700 w 2197"/>
                    <a:gd name="T17" fmla="*/ 2142 h 3032"/>
                    <a:gd name="T18" fmla="*/ 1457 w 2197"/>
                    <a:gd name="T19" fmla="*/ 2178 h 3032"/>
                    <a:gd name="T20" fmla="*/ 1539 w 2197"/>
                    <a:gd name="T21" fmla="*/ 2071 h 3032"/>
                    <a:gd name="T22" fmla="*/ 1581 w 2197"/>
                    <a:gd name="T23" fmla="*/ 1864 h 3032"/>
                    <a:gd name="T24" fmla="*/ 1700 w 2197"/>
                    <a:gd name="T25" fmla="*/ 1666 h 3032"/>
                    <a:gd name="T26" fmla="*/ 1817 w 2197"/>
                    <a:gd name="T27" fmla="*/ 1478 h 3032"/>
                    <a:gd name="T28" fmla="*/ 1902 w 2197"/>
                    <a:gd name="T29" fmla="*/ 1238 h 3032"/>
                    <a:gd name="T30" fmla="*/ 1907 w 2197"/>
                    <a:gd name="T31" fmla="*/ 915 h 3032"/>
                    <a:gd name="T32" fmla="*/ 1769 w 2197"/>
                    <a:gd name="T33" fmla="*/ 606 h 3032"/>
                    <a:gd name="T34" fmla="*/ 1513 w 2197"/>
                    <a:gd name="T35" fmla="*/ 382 h 3032"/>
                    <a:gd name="T36" fmla="*/ 1174 w 2197"/>
                    <a:gd name="T37" fmla="*/ 279 h 3032"/>
                    <a:gd name="T38" fmla="*/ 1362 w 2197"/>
                    <a:gd name="T39" fmla="*/ 32 h 3032"/>
                    <a:gd name="T40" fmla="*/ 1747 w 2197"/>
                    <a:gd name="T41" fmla="*/ 204 h 3032"/>
                    <a:gd name="T42" fmla="*/ 2033 w 2197"/>
                    <a:gd name="T43" fmla="*/ 499 h 3032"/>
                    <a:gd name="T44" fmla="*/ 2182 w 2197"/>
                    <a:gd name="T45" fmla="*/ 883 h 3032"/>
                    <a:gd name="T46" fmla="*/ 2180 w 2197"/>
                    <a:gd name="T47" fmla="*/ 1263 h 3032"/>
                    <a:gd name="T48" fmla="*/ 2095 w 2197"/>
                    <a:gd name="T49" fmla="*/ 1542 h 3032"/>
                    <a:gd name="T50" fmla="*/ 1977 w 2197"/>
                    <a:gd name="T51" fmla="*/ 1752 h 3032"/>
                    <a:gd name="T52" fmla="*/ 1857 w 2197"/>
                    <a:gd name="T53" fmla="*/ 1933 h 3032"/>
                    <a:gd name="T54" fmla="*/ 1816 w 2197"/>
                    <a:gd name="T55" fmla="*/ 2095 h 3032"/>
                    <a:gd name="T56" fmla="*/ 1702 w 2197"/>
                    <a:gd name="T57" fmla="*/ 2328 h 3032"/>
                    <a:gd name="T58" fmla="*/ 1611 w 2197"/>
                    <a:gd name="T59" fmla="*/ 2485 h 3032"/>
                    <a:gd name="T60" fmla="*/ 1603 w 2197"/>
                    <a:gd name="T61" fmla="*/ 2631 h 3032"/>
                    <a:gd name="T62" fmla="*/ 1599 w 2197"/>
                    <a:gd name="T63" fmla="*/ 2699 h 3032"/>
                    <a:gd name="T64" fmla="*/ 1566 w 2197"/>
                    <a:gd name="T65" fmla="*/ 2789 h 3032"/>
                    <a:gd name="T66" fmla="*/ 1452 w 2197"/>
                    <a:gd name="T67" fmla="*/ 2888 h 3032"/>
                    <a:gd name="T68" fmla="*/ 1283 w 2197"/>
                    <a:gd name="T69" fmla="*/ 3010 h 3032"/>
                    <a:gd name="T70" fmla="*/ 965 w 2197"/>
                    <a:gd name="T71" fmla="*/ 3030 h 3032"/>
                    <a:gd name="T72" fmla="*/ 825 w 2197"/>
                    <a:gd name="T73" fmla="*/ 2922 h 3032"/>
                    <a:gd name="T74" fmla="*/ 657 w 2197"/>
                    <a:gd name="T75" fmla="*/ 2823 h 3032"/>
                    <a:gd name="T76" fmla="*/ 602 w 2197"/>
                    <a:gd name="T77" fmla="*/ 2718 h 3032"/>
                    <a:gd name="T78" fmla="*/ 597 w 2197"/>
                    <a:gd name="T79" fmla="*/ 2671 h 3032"/>
                    <a:gd name="T80" fmla="*/ 590 w 2197"/>
                    <a:gd name="T81" fmla="*/ 2546 h 3032"/>
                    <a:gd name="T82" fmla="*/ 582 w 2197"/>
                    <a:gd name="T83" fmla="*/ 2406 h 3032"/>
                    <a:gd name="T84" fmla="*/ 408 w 2197"/>
                    <a:gd name="T85" fmla="*/ 2193 h 3032"/>
                    <a:gd name="T86" fmla="*/ 368 w 2197"/>
                    <a:gd name="T87" fmla="*/ 1991 h 3032"/>
                    <a:gd name="T88" fmla="*/ 268 w 2197"/>
                    <a:gd name="T89" fmla="*/ 1821 h 3032"/>
                    <a:gd name="T90" fmla="*/ 149 w 2197"/>
                    <a:gd name="T91" fmla="*/ 1633 h 3032"/>
                    <a:gd name="T92" fmla="*/ 45 w 2197"/>
                    <a:gd name="T93" fmla="*/ 1384 h 3032"/>
                    <a:gd name="T94" fmla="*/ 0 w 2197"/>
                    <a:gd name="T95" fmla="*/ 1054 h 3032"/>
                    <a:gd name="T96" fmla="*/ 87 w 2197"/>
                    <a:gd name="T97" fmla="*/ 644 h 3032"/>
                    <a:gd name="T98" fmla="*/ 323 w 2197"/>
                    <a:gd name="T99" fmla="*/ 310 h 3032"/>
                    <a:gd name="T100" fmla="*/ 672 w 2197"/>
                    <a:gd name="T101" fmla="*/ 83 h 3032"/>
                    <a:gd name="T102" fmla="*/ 1099 w 2197"/>
                    <a:gd name="T103" fmla="*/ 0 h 303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</a:cxnLst>
                  <a:rect l="0" t="0" r="r" b="b"/>
                  <a:pathLst>
                    <a:path w="2197" h="3032">
                      <a:moveTo>
                        <a:pt x="1099" y="276"/>
                      </a:moveTo>
                      <a:lnTo>
                        <a:pt x="1024" y="279"/>
                      </a:lnTo>
                      <a:lnTo>
                        <a:pt x="951" y="288"/>
                      </a:lnTo>
                      <a:lnTo>
                        <a:pt x="881" y="304"/>
                      </a:lnTo>
                      <a:lnTo>
                        <a:pt x="813" y="324"/>
                      </a:lnTo>
                      <a:lnTo>
                        <a:pt x="747" y="352"/>
                      </a:lnTo>
                      <a:lnTo>
                        <a:pt x="685" y="383"/>
                      </a:lnTo>
                      <a:lnTo>
                        <a:pt x="626" y="419"/>
                      </a:lnTo>
                      <a:lnTo>
                        <a:pt x="571" y="460"/>
                      </a:lnTo>
                      <a:lnTo>
                        <a:pt x="519" y="505"/>
                      </a:lnTo>
                      <a:lnTo>
                        <a:pt x="471" y="553"/>
                      </a:lnTo>
                      <a:lnTo>
                        <a:pt x="429" y="606"/>
                      </a:lnTo>
                      <a:lnTo>
                        <a:pt x="391" y="662"/>
                      </a:lnTo>
                      <a:lnTo>
                        <a:pt x="358" y="721"/>
                      </a:lnTo>
                      <a:lnTo>
                        <a:pt x="329" y="783"/>
                      </a:lnTo>
                      <a:lnTo>
                        <a:pt x="308" y="848"/>
                      </a:lnTo>
                      <a:lnTo>
                        <a:pt x="292" y="915"/>
                      </a:lnTo>
                      <a:lnTo>
                        <a:pt x="282" y="983"/>
                      </a:lnTo>
                      <a:lnTo>
                        <a:pt x="278" y="1054"/>
                      </a:lnTo>
                      <a:lnTo>
                        <a:pt x="281" y="1120"/>
                      </a:lnTo>
                      <a:lnTo>
                        <a:pt x="286" y="1181"/>
                      </a:lnTo>
                      <a:lnTo>
                        <a:pt x="295" y="1238"/>
                      </a:lnTo>
                      <a:lnTo>
                        <a:pt x="308" y="1292"/>
                      </a:lnTo>
                      <a:lnTo>
                        <a:pt x="323" y="1343"/>
                      </a:lnTo>
                      <a:lnTo>
                        <a:pt x="340" y="1390"/>
                      </a:lnTo>
                      <a:lnTo>
                        <a:pt x="359" y="1435"/>
                      </a:lnTo>
                      <a:lnTo>
                        <a:pt x="380" y="1478"/>
                      </a:lnTo>
                      <a:lnTo>
                        <a:pt x="402" y="1518"/>
                      </a:lnTo>
                      <a:lnTo>
                        <a:pt x="426" y="1557"/>
                      </a:lnTo>
                      <a:lnTo>
                        <a:pt x="449" y="1594"/>
                      </a:lnTo>
                      <a:lnTo>
                        <a:pt x="474" y="1630"/>
                      </a:lnTo>
                      <a:lnTo>
                        <a:pt x="496" y="1665"/>
                      </a:lnTo>
                      <a:lnTo>
                        <a:pt x="523" y="1704"/>
                      </a:lnTo>
                      <a:lnTo>
                        <a:pt x="550" y="1744"/>
                      </a:lnTo>
                      <a:lnTo>
                        <a:pt x="575" y="1783"/>
                      </a:lnTo>
                      <a:lnTo>
                        <a:pt x="597" y="1823"/>
                      </a:lnTo>
                      <a:lnTo>
                        <a:pt x="617" y="1864"/>
                      </a:lnTo>
                      <a:lnTo>
                        <a:pt x="632" y="1906"/>
                      </a:lnTo>
                      <a:lnTo>
                        <a:pt x="645" y="1950"/>
                      </a:lnTo>
                      <a:lnTo>
                        <a:pt x="653" y="1996"/>
                      </a:lnTo>
                      <a:lnTo>
                        <a:pt x="655" y="2044"/>
                      </a:lnTo>
                      <a:lnTo>
                        <a:pt x="658" y="2071"/>
                      </a:lnTo>
                      <a:lnTo>
                        <a:pt x="669" y="2097"/>
                      </a:lnTo>
                      <a:lnTo>
                        <a:pt x="682" y="2121"/>
                      </a:lnTo>
                      <a:lnTo>
                        <a:pt x="700" y="2142"/>
                      </a:lnTo>
                      <a:lnTo>
                        <a:pt x="720" y="2162"/>
                      </a:lnTo>
                      <a:lnTo>
                        <a:pt x="740" y="2178"/>
                      </a:lnTo>
                      <a:lnTo>
                        <a:pt x="759" y="2193"/>
                      </a:lnTo>
                      <a:lnTo>
                        <a:pt x="1438" y="2193"/>
                      </a:lnTo>
                      <a:lnTo>
                        <a:pt x="1457" y="2178"/>
                      </a:lnTo>
                      <a:lnTo>
                        <a:pt x="1478" y="2162"/>
                      </a:lnTo>
                      <a:lnTo>
                        <a:pt x="1498" y="2142"/>
                      </a:lnTo>
                      <a:lnTo>
                        <a:pt x="1515" y="2121"/>
                      </a:lnTo>
                      <a:lnTo>
                        <a:pt x="1529" y="2097"/>
                      </a:lnTo>
                      <a:lnTo>
                        <a:pt x="1539" y="2071"/>
                      </a:lnTo>
                      <a:lnTo>
                        <a:pt x="1542" y="2044"/>
                      </a:lnTo>
                      <a:lnTo>
                        <a:pt x="1545" y="1996"/>
                      </a:lnTo>
                      <a:lnTo>
                        <a:pt x="1553" y="1950"/>
                      </a:lnTo>
                      <a:lnTo>
                        <a:pt x="1565" y="1906"/>
                      </a:lnTo>
                      <a:lnTo>
                        <a:pt x="1581" y="1864"/>
                      </a:lnTo>
                      <a:lnTo>
                        <a:pt x="1600" y="1824"/>
                      </a:lnTo>
                      <a:lnTo>
                        <a:pt x="1623" y="1783"/>
                      </a:lnTo>
                      <a:lnTo>
                        <a:pt x="1647" y="1744"/>
                      </a:lnTo>
                      <a:lnTo>
                        <a:pt x="1673" y="1705"/>
                      </a:lnTo>
                      <a:lnTo>
                        <a:pt x="1700" y="1666"/>
                      </a:lnTo>
                      <a:lnTo>
                        <a:pt x="1724" y="1631"/>
                      </a:lnTo>
                      <a:lnTo>
                        <a:pt x="1748" y="1595"/>
                      </a:lnTo>
                      <a:lnTo>
                        <a:pt x="1772" y="1558"/>
                      </a:lnTo>
                      <a:lnTo>
                        <a:pt x="1796" y="1518"/>
                      </a:lnTo>
                      <a:lnTo>
                        <a:pt x="1817" y="1478"/>
                      </a:lnTo>
                      <a:lnTo>
                        <a:pt x="1839" y="1435"/>
                      </a:lnTo>
                      <a:lnTo>
                        <a:pt x="1858" y="1390"/>
                      </a:lnTo>
                      <a:lnTo>
                        <a:pt x="1875" y="1343"/>
                      </a:lnTo>
                      <a:lnTo>
                        <a:pt x="1890" y="1292"/>
                      </a:lnTo>
                      <a:lnTo>
                        <a:pt x="1902" y="1238"/>
                      </a:lnTo>
                      <a:lnTo>
                        <a:pt x="1911" y="1181"/>
                      </a:lnTo>
                      <a:lnTo>
                        <a:pt x="1917" y="1120"/>
                      </a:lnTo>
                      <a:lnTo>
                        <a:pt x="1919" y="1054"/>
                      </a:lnTo>
                      <a:lnTo>
                        <a:pt x="1916" y="983"/>
                      </a:lnTo>
                      <a:lnTo>
                        <a:pt x="1907" y="915"/>
                      </a:lnTo>
                      <a:lnTo>
                        <a:pt x="1890" y="847"/>
                      </a:lnTo>
                      <a:lnTo>
                        <a:pt x="1868" y="783"/>
                      </a:lnTo>
                      <a:lnTo>
                        <a:pt x="1841" y="721"/>
                      </a:lnTo>
                      <a:lnTo>
                        <a:pt x="1807" y="661"/>
                      </a:lnTo>
                      <a:lnTo>
                        <a:pt x="1769" y="606"/>
                      </a:lnTo>
                      <a:lnTo>
                        <a:pt x="1726" y="553"/>
                      </a:lnTo>
                      <a:lnTo>
                        <a:pt x="1679" y="505"/>
                      </a:lnTo>
                      <a:lnTo>
                        <a:pt x="1628" y="460"/>
                      </a:lnTo>
                      <a:lnTo>
                        <a:pt x="1572" y="418"/>
                      </a:lnTo>
                      <a:lnTo>
                        <a:pt x="1513" y="382"/>
                      </a:lnTo>
                      <a:lnTo>
                        <a:pt x="1451" y="352"/>
                      </a:lnTo>
                      <a:lnTo>
                        <a:pt x="1385" y="324"/>
                      </a:lnTo>
                      <a:lnTo>
                        <a:pt x="1317" y="304"/>
                      </a:lnTo>
                      <a:lnTo>
                        <a:pt x="1246" y="288"/>
                      </a:lnTo>
                      <a:lnTo>
                        <a:pt x="1174" y="279"/>
                      </a:lnTo>
                      <a:lnTo>
                        <a:pt x="1099" y="276"/>
                      </a:lnTo>
                      <a:close/>
                      <a:moveTo>
                        <a:pt x="1099" y="0"/>
                      </a:moveTo>
                      <a:lnTo>
                        <a:pt x="1188" y="3"/>
                      </a:lnTo>
                      <a:lnTo>
                        <a:pt x="1277" y="15"/>
                      </a:lnTo>
                      <a:lnTo>
                        <a:pt x="1362" y="32"/>
                      </a:lnTo>
                      <a:lnTo>
                        <a:pt x="1446" y="54"/>
                      </a:lnTo>
                      <a:lnTo>
                        <a:pt x="1525" y="83"/>
                      </a:lnTo>
                      <a:lnTo>
                        <a:pt x="1603" y="118"/>
                      </a:lnTo>
                      <a:lnTo>
                        <a:pt x="1676" y="159"/>
                      </a:lnTo>
                      <a:lnTo>
                        <a:pt x="1747" y="204"/>
                      </a:lnTo>
                      <a:lnTo>
                        <a:pt x="1813" y="255"/>
                      </a:lnTo>
                      <a:lnTo>
                        <a:pt x="1875" y="310"/>
                      </a:lnTo>
                      <a:lnTo>
                        <a:pt x="1932" y="368"/>
                      </a:lnTo>
                      <a:lnTo>
                        <a:pt x="1985" y="433"/>
                      </a:lnTo>
                      <a:lnTo>
                        <a:pt x="2033" y="499"/>
                      </a:lnTo>
                      <a:lnTo>
                        <a:pt x="2075" y="570"/>
                      </a:lnTo>
                      <a:lnTo>
                        <a:pt x="2111" y="644"/>
                      </a:lnTo>
                      <a:lnTo>
                        <a:pt x="2140" y="722"/>
                      </a:lnTo>
                      <a:lnTo>
                        <a:pt x="2165" y="801"/>
                      </a:lnTo>
                      <a:lnTo>
                        <a:pt x="2182" y="883"/>
                      </a:lnTo>
                      <a:lnTo>
                        <a:pt x="2194" y="968"/>
                      </a:lnTo>
                      <a:lnTo>
                        <a:pt x="2197" y="1054"/>
                      </a:lnTo>
                      <a:lnTo>
                        <a:pt x="2195" y="1128"/>
                      </a:lnTo>
                      <a:lnTo>
                        <a:pt x="2189" y="1197"/>
                      </a:lnTo>
                      <a:lnTo>
                        <a:pt x="2180" y="1263"/>
                      </a:lnTo>
                      <a:lnTo>
                        <a:pt x="2168" y="1326"/>
                      </a:lnTo>
                      <a:lnTo>
                        <a:pt x="2153" y="1384"/>
                      </a:lnTo>
                      <a:lnTo>
                        <a:pt x="2136" y="1440"/>
                      </a:lnTo>
                      <a:lnTo>
                        <a:pt x="2116" y="1493"/>
                      </a:lnTo>
                      <a:lnTo>
                        <a:pt x="2095" y="1542"/>
                      </a:lnTo>
                      <a:lnTo>
                        <a:pt x="2072" y="1588"/>
                      </a:lnTo>
                      <a:lnTo>
                        <a:pt x="2050" y="1632"/>
                      </a:lnTo>
                      <a:lnTo>
                        <a:pt x="2025" y="1675"/>
                      </a:lnTo>
                      <a:lnTo>
                        <a:pt x="2001" y="1714"/>
                      </a:lnTo>
                      <a:lnTo>
                        <a:pt x="1977" y="1752"/>
                      </a:lnTo>
                      <a:lnTo>
                        <a:pt x="1953" y="1787"/>
                      </a:lnTo>
                      <a:lnTo>
                        <a:pt x="1929" y="1820"/>
                      </a:lnTo>
                      <a:lnTo>
                        <a:pt x="1902" y="1862"/>
                      </a:lnTo>
                      <a:lnTo>
                        <a:pt x="1877" y="1899"/>
                      </a:lnTo>
                      <a:lnTo>
                        <a:pt x="1857" y="1933"/>
                      </a:lnTo>
                      <a:lnTo>
                        <a:pt x="1841" y="1963"/>
                      </a:lnTo>
                      <a:lnTo>
                        <a:pt x="1830" y="1991"/>
                      </a:lnTo>
                      <a:lnTo>
                        <a:pt x="1822" y="2019"/>
                      </a:lnTo>
                      <a:lnTo>
                        <a:pt x="1819" y="2044"/>
                      </a:lnTo>
                      <a:lnTo>
                        <a:pt x="1816" y="2095"/>
                      </a:lnTo>
                      <a:lnTo>
                        <a:pt x="1806" y="2145"/>
                      </a:lnTo>
                      <a:lnTo>
                        <a:pt x="1790" y="2193"/>
                      </a:lnTo>
                      <a:lnTo>
                        <a:pt x="1766" y="2240"/>
                      </a:lnTo>
                      <a:lnTo>
                        <a:pt x="1738" y="2285"/>
                      </a:lnTo>
                      <a:lnTo>
                        <a:pt x="1702" y="2328"/>
                      </a:lnTo>
                      <a:lnTo>
                        <a:pt x="1662" y="2369"/>
                      </a:lnTo>
                      <a:lnTo>
                        <a:pt x="1615" y="2406"/>
                      </a:lnTo>
                      <a:lnTo>
                        <a:pt x="1614" y="2429"/>
                      </a:lnTo>
                      <a:lnTo>
                        <a:pt x="1613" y="2456"/>
                      </a:lnTo>
                      <a:lnTo>
                        <a:pt x="1611" y="2485"/>
                      </a:lnTo>
                      <a:lnTo>
                        <a:pt x="1609" y="2515"/>
                      </a:lnTo>
                      <a:lnTo>
                        <a:pt x="1607" y="2546"/>
                      </a:lnTo>
                      <a:lnTo>
                        <a:pt x="1606" y="2576"/>
                      </a:lnTo>
                      <a:lnTo>
                        <a:pt x="1604" y="2605"/>
                      </a:lnTo>
                      <a:lnTo>
                        <a:pt x="1603" y="2631"/>
                      </a:lnTo>
                      <a:lnTo>
                        <a:pt x="1601" y="2653"/>
                      </a:lnTo>
                      <a:lnTo>
                        <a:pt x="1600" y="2671"/>
                      </a:lnTo>
                      <a:lnTo>
                        <a:pt x="1600" y="2682"/>
                      </a:lnTo>
                      <a:lnTo>
                        <a:pt x="1599" y="2685"/>
                      </a:lnTo>
                      <a:lnTo>
                        <a:pt x="1599" y="2699"/>
                      </a:lnTo>
                      <a:lnTo>
                        <a:pt x="1597" y="2715"/>
                      </a:lnTo>
                      <a:lnTo>
                        <a:pt x="1592" y="2732"/>
                      </a:lnTo>
                      <a:lnTo>
                        <a:pt x="1587" y="2750"/>
                      </a:lnTo>
                      <a:lnTo>
                        <a:pt x="1578" y="2770"/>
                      </a:lnTo>
                      <a:lnTo>
                        <a:pt x="1566" y="2789"/>
                      </a:lnTo>
                      <a:lnTo>
                        <a:pt x="1552" y="2809"/>
                      </a:lnTo>
                      <a:lnTo>
                        <a:pt x="1533" y="2831"/>
                      </a:lnTo>
                      <a:lnTo>
                        <a:pt x="1511" y="2850"/>
                      </a:lnTo>
                      <a:lnTo>
                        <a:pt x="1483" y="2870"/>
                      </a:lnTo>
                      <a:lnTo>
                        <a:pt x="1452" y="2888"/>
                      </a:lnTo>
                      <a:lnTo>
                        <a:pt x="1415" y="2906"/>
                      </a:lnTo>
                      <a:lnTo>
                        <a:pt x="1372" y="2922"/>
                      </a:lnTo>
                      <a:lnTo>
                        <a:pt x="1347" y="2953"/>
                      </a:lnTo>
                      <a:lnTo>
                        <a:pt x="1317" y="2983"/>
                      </a:lnTo>
                      <a:lnTo>
                        <a:pt x="1283" y="3010"/>
                      </a:lnTo>
                      <a:lnTo>
                        <a:pt x="1259" y="3022"/>
                      </a:lnTo>
                      <a:lnTo>
                        <a:pt x="1233" y="3030"/>
                      </a:lnTo>
                      <a:lnTo>
                        <a:pt x="1205" y="3032"/>
                      </a:lnTo>
                      <a:lnTo>
                        <a:pt x="992" y="3032"/>
                      </a:lnTo>
                      <a:lnTo>
                        <a:pt x="965" y="3030"/>
                      </a:lnTo>
                      <a:lnTo>
                        <a:pt x="939" y="3022"/>
                      </a:lnTo>
                      <a:lnTo>
                        <a:pt x="915" y="3010"/>
                      </a:lnTo>
                      <a:lnTo>
                        <a:pt x="881" y="2983"/>
                      </a:lnTo>
                      <a:lnTo>
                        <a:pt x="850" y="2953"/>
                      </a:lnTo>
                      <a:lnTo>
                        <a:pt x="825" y="2922"/>
                      </a:lnTo>
                      <a:lnTo>
                        <a:pt x="780" y="2904"/>
                      </a:lnTo>
                      <a:lnTo>
                        <a:pt x="741" y="2886"/>
                      </a:lnTo>
                      <a:lnTo>
                        <a:pt x="707" y="2866"/>
                      </a:lnTo>
                      <a:lnTo>
                        <a:pt x="680" y="2844"/>
                      </a:lnTo>
                      <a:lnTo>
                        <a:pt x="657" y="2823"/>
                      </a:lnTo>
                      <a:lnTo>
                        <a:pt x="639" y="2800"/>
                      </a:lnTo>
                      <a:lnTo>
                        <a:pt x="626" y="2779"/>
                      </a:lnTo>
                      <a:lnTo>
                        <a:pt x="614" y="2757"/>
                      </a:lnTo>
                      <a:lnTo>
                        <a:pt x="607" y="2737"/>
                      </a:lnTo>
                      <a:lnTo>
                        <a:pt x="602" y="2718"/>
                      </a:lnTo>
                      <a:lnTo>
                        <a:pt x="599" y="2701"/>
                      </a:lnTo>
                      <a:lnTo>
                        <a:pt x="598" y="2685"/>
                      </a:lnTo>
                      <a:lnTo>
                        <a:pt x="598" y="2685"/>
                      </a:lnTo>
                      <a:lnTo>
                        <a:pt x="598" y="2682"/>
                      </a:lnTo>
                      <a:lnTo>
                        <a:pt x="597" y="2671"/>
                      </a:lnTo>
                      <a:lnTo>
                        <a:pt x="596" y="2653"/>
                      </a:lnTo>
                      <a:lnTo>
                        <a:pt x="595" y="2631"/>
                      </a:lnTo>
                      <a:lnTo>
                        <a:pt x="594" y="2605"/>
                      </a:lnTo>
                      <a:lnTo>
                        <a:pt x="592" y="2576"/>
                      </a:lnTo>
                      <a:lnTo>
                        <a:pt x="590" y="2546"/>
                      </a:lnTo>
                      <a:lnTo>
                        <a:pt x="588" y="2515"/>
                      </a:lnTo>
                      <a:lnTo>
                        <a:pt x="587" y="2485"/>
                      </a:lnTo>
                      <a:lnTo>
                        <a:pt x="585" y="2456"/>
                      </a:lnTo>
                      <a:lnTo>
                        <a:pt x="584" y="2429"/>
                      </a:lnTo>
                      <a:lnTo>
                        <a:pt x="582" y="2406"/>
                      </a:lnTo>
                      <a:lnTo>
                        <a:pt x="536" y="2369"/>
                      </a:lnTo>
                      <a:lnTo>
                        <a:pt x="495" y="2328"/>
                      </a:lnTo>
                      <a:lnTo>
                        <a:pt x="460" y="2285"/>
                      </a:lnTo>
                      <a:lnTo>
                        <a:pt x="432" y="2240"/>
                      </a:lnTo>
                      <a:lnTo>
                        <a:pt x="408" y="2193"/>
                      </a:lnTo>
                      <a:lnTo>
                        <a:pt x="392" y="2145"/>
                      </a:lnTo>
                      <a:lnTo>
                        <a:pt x="382" y="2095"/>
                      </a:lnTo>
                      <a:lnTo>
                        <a:pt x="378" y="2044"/>
                      </a:lnTo>
                      <a:lnTo>
                        <a:pt x="376" y="2019"/>
                      </a:lnTo>
                      <a:lnTo>
                        <a:pt x="368" y="1991"/>
                      </a:lnTo>
                      <a:lnTo>
                        <a:pt x="357" y="1963"/>
                      </a:lnTo>
                      <a:lnTo>
                        <a:pt x="341" y="1933"/>
                      </a:lnTo>
                      <a:lnTo>
                        <a:pt x="320" y="1899"/>
                      </a:lnTo>
                      <a:lnTo>
                        <a:pt x="297" y="1862"/>
                      </a:lnTo>
                      <a:lnTo>
                        <a:pt x="268" y="1821"/>
                      </a:lnTo>
                      <a:lnTo>
                        <a:pt x="245" y="1788"/>
                      </a:lnTo>
                      <a:lnTo>
                        <a:pt x="222" y="1752"/>
                      </a:lnTo>
                      <a:lnTo>
                        <a:pt x="197" y="1714"/>
                      </a:lnTo>
                      <a:lnTo>
                        <a:pt x="173" y="1675"/>
                      </a:lnTo>
                      <a:lnTo>
                        <a:pt x="149" y="1633"/>
                      </a:lnTo>
                      <a:lnTo>
                        <a:pt x="125" y="1588"/>
                      </a:lnTo>
                      <a:lnTo>
                        <a:pt x="102" y="1542"/>
                      </a:lnTo>
                      <a:lnTo>
                        <a:pt x="82" y="1493"/>
                      </a:lnTo>
                      <a:lnTo>
                        <a:pt x="62" y="1440"/>
                      </a:lnTo>
                      <a:lnTo>
                        <a:pt x="45" y="1384"/>
                      </a:lnTo>
                      <a:lnTo>
                        <a:pt x="30" y="1326"/>
                      </a:lnTo>
                      <a:lnTo>
                        <a:pt x="17" y="1263"/>
                      </a:lnTo>
                      <a:lnTo>
                        <a:pt x="8" y="1197"/>
                      </a:lnTo>
                      <a:lnTo>
                        <a:pt x="3" y="1128"/>
                      </a:lnTo>
                      <a:lnTo>
                        <a:pt x="0" y="1054"/>
                      </a:lnTo>
                      <a:lnTo>
                        <a:pt x="4" y="968"/>
                      </a:lnTo>
                      <a:lnTo>
                        <a:pt x="15" y="883"/>
                      </a:lnTo>
                      <a:lnTo>
                        <a:pt x="32" y="801"/>
                      </a:lnTo>
                      <a:lnTo>
                        <a:pt x="57" y="722"/>
                      </a:lnTo>
                      <a:lnTo>
                        <a:pt x="87" y="644"/>
                      </a:lnTo>
                      <a:lnTo>
                        <a:pt x="123" y="570"/>
                      </a:lnTo>
                      <a:lnTo>
                        <a:pt x="165" y="499"/>
                      </a:lnTo>
                      <a:lnTo>
                        <a:pt x="213" y="433"/>
                      </a:lnTo>
                      <a:lnTo>
                        <a:pt x="266" y="368"/>
                      </a:lnTo>
                      <a:lnTo>
                        <a:pt x="323" y="310"/>
                      </a:lnTo>
                      <a:lnTo>
                        <a:pt x="385" y="255"/>
                      </a:lnTo>
                      <a:lnTo>
                        <a:pt x="451" y="204"/>
                      </a:lnTo>
                      <a:lnTo>
                        <a:pt x="521" y="159"/>
                      </a:lnTo>
                      <a:lnTo>
                        <a:pt x="595" y="118"/>
                      </a:lnTo>
                      <a:lnTo>
                        <a:pt x="672" y="83"/>
                      </a:lnTo>
                      <a:lnTo>
                        <a:pt x="753" y="54"/>
                      </a:lnTo>
                      <a:lnTo>
                        <a:pt x="836" y="32"/>
                      </a:lnTo>
                      <a:lnTo>
                        <a:pt x="921" y="15"/>
                      </a:lnTo>
                      <a:lnTo>
                        <a:pt x="1009" y="3"/>
                      </a:lnTo>
                      <a:lnTo>
                        <a:pt x="1099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58" name="Freeform 34"/>
                <p:cNvSpPr>
                  <a:spLocks/>
                </p:cNvSpPr>
                <p:nvPr/>
              </p:nvSpPr>
              <p:spPr bwMode="auto">
                <a:xfrm>
                  <a:off x="2525713" y="1574800"/>
                  <a:ext cx="31750" cy="79375"/>
                </a:xfrm>
                <a:custGeom>
                  <a:avLst/>
                  <a:gdLst>
                    <a:gd name="T0" fmla="*/ 69 w 138"/>
                    <a:gd name="T1" fmla="*/ 0 h 344"/>
                    <a:gd name="T2" fmla="*/ 69 w 138"/>
                    <a:gd name="T3" fmla="*/ 0 h 344"/>
                    <a:gd name="T4" fmla="*/ 87 w 138"/>
                    <a:gd name="T5" fmla="*/ 3 h 344"/>
                    <a:gd name="T6" fmla="*/ 104 w 138"/>
                    <a:gd name="T7" fmla="*/ 9 h 344"/>
                    <a:gd name="T8" fmla="*/ 118 w 138"/>
                    <a:gd name="T9" fmla="*/ 21 h 344"/>
                    <a:gd name="T10" fmla="*/ 129 w 138"/>
                    <a:gd name="T11" fmla="*/ 34 h 344"/>
                    <a:gd name="T12" fmla="*/ 136 w 138"/>
                    <a:gd name="T13" fmla="*/ 51 h 344"/>
                    <a:gd name="T14" fmla="*/ 138 w 138"/>
                    <a:gd name="T15" fmla="*/ 69 h 344"/>
                    <a:gd name="T16" fmla="*/ 138 w 138"/>
                    <a:gd name="T17" fmla="*/ 275 h 344"/>
                    <a:gd name="T18" fmla="*/ 136 w 138"/>
                    <a:gd name="T19" fmla="*/ 294 h 344"/>
                    <a:gd name="T20" fmla="*/ 129 w 138"/>
                    <a:gd name="T21" fmla="*/ 310 h 344"/>
                    <a:gd name="T22" fmla="*/ 118 w 138"/>
                    <a:gd name="T23" fmla="*/ 325 h 344"/>
                    <a:gd name="T24" fmla="*/ 104 w 138"/>
                    <a:gd name="T25" fmla="*/ 335 h 344"/>
                    <a:gd name="T26" fmla="*/ 87 w 138"/>
                    <a:gd name="T27" fmla="*/ 342 h 344"/>
                    <a:gd name="T28" fmla="*/ 69 w 138"/>
                    <a:gd name="T29" fmla="*/ 344 h 344"/>
                    <a:gd name="T30" fmla="*/ 51 w 138"/>
                    <a:gd name="T31" fmla="*/ 342 h 344"/>
                    <a:gd name="T32" fmla="*/ 34 w 138"/>
                    <a:gd name="T33" fmla="*/ 335 h 344"/>
                    <a:gd name="T34" fmla="*/ 20 w 138"/>
                    <a:gd name="T35" fmla="*/ 325 h 344"/>
                    <a:gd name="T36" fmla="*/ 9 w 138"/>
                    <a:gd name="T37" fmla="*/ 310 h 344"/>
                    <a:gd name="T38" fmla="*/ 2 w 138"/>
                    <a:gd name="T39" fmla="*/ 294 h 344"/>
                    <a:gd name="T40" fmla="*/ 0 w 138"/>
                    <a:gd name="T41" fmla="*/ 275 h 344"/>
                    <a:gd name="T42" fmla="*/ 0 w 138"/>
                    <a:gd name="T43" fmla="*/ 69 h 344"/>
                    <a:gd name="T44" fmla="*/ 2 w 138"/>
                    <a:gd name="T45" fmla="*/ 51 h 344"/>
                    <a:gd name="T46" fmla="*/ 9 w 138"/>
                    <a:gd name="T47" fmla="*/ 34 h 344"/>
                    <a:gd name="T48" fmla="*/ 20 w 138"/>
                    <a:gd name="T49" fmla="*/ 21 h 344"/>
                    <a:gd name="T50" fmla="*/ 34 w 138"/>
                    <a:gd name="T51" fmla="*/ 9 h 344"/>
                    <a:gd name="T52" fmla="*/ 51 w 138"/>
                    <a:gd name="T53" fmla="*/ 3 h 344"/>
                    <a:gd name="T54" fmla="*/ 69 w 138"/>
                    <a:gd name="T55" fmla="*/ 0 h 34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</a:cxnLst>
                  <a:rect l="0" t="0" r="r" b="b"/>
                  <a:pathLst>
                    <a:path w="138" h="344">
                      <a:moveTo>
                        <a:pt x="69" y="0"/>
                      </a:moveTo>
                      <a:lnTo>
                        <a:pt x="69" y="0"/>
                      </a:lnTo>
                      <a:lnTo>
                        <a:pt x="87" y="3"/>
                      </a:lnTo>
                      <a:lnTo>
                        <a:pt x="104" y="9"/>
                      </a:lnTo>
                      <a:lnTo>
                        <a:pt x="118" y="21"/>
                      </a:lnTo>
                      <a:lnTo>
                        <a:pt x="129" y="34"/>
                      </a:lnTo>
                      <a:lnTo>
                        <a:pt x="136" y="51"/>
                      </a:lnTo>
                      <a:lnTo>
                        <a:pt x="138" y="69"/>
                      </a:lnTo>
                      <a:lnTo>
                        <a:pt x="138" y="275"/>
                      </a:lnTo>
                      <a:lnTo>
                        <a:pt x="136" y="294"/>
                      </a:lnTo>
                      <a:lnTo>
                        <a:pt x="129" y="310"/>
                      </a:lnTo>
                      <a:lnTo>
                        <a:pt x="118" y="325"/>
                      </a:lnTo>
                      <a:lnTo>
                        <a:pt x="104" y="335"/>
                      </a:lnTo>
                      <a:lnTo>
                        <a:pt x="87" y="342"/>
                      </a:lnTo>
                      <a:lnTo>
                        <a:pt x="69" y="344"/>
                      </a:lnTo>
                      <a:lnTo>
                        <a:pt x="51" y="342"/>
                      </a:lnTo>
                      <a:lnTo>
                        <a:pt x="34" y="335"/>
                      </a:lnTo>
                      <a:lnTo>
                        <a:pt x="20" y="325"/>
                      </a:lnTo>
                      <a:lnTo>
                        <a:pt x="9" y="310"/>
                      </a:lnTo>
                      <a:lnTo>
                        <a:pt x="2" y="294"/>
                      </a:lnTo>
                      <a:lnTo>
                        <a:pt x="0" y="275"/>
                      </a:lnTo>
                      <a:lnTo>
                        <a:pt x="0" y="69"/>
                      </a:lnTo>
                      <a:lnTo>
                        <a:pt x="2" y="51"/>
                      </a:lnTo>
                      <a:lnTo>
                        <a:pt x="9" y="34"/>
                      </a:lnTo>
                      <a:lnTo>
                        <a:pt x="20" y="21"/>
                      </a:lnTo>
                      <a:lnTo>
                        <a:pt x="34" y="9"/>
                      </a:lnTo>
                      <a:lnTo>
                        <a:pt x="51" y="3"/>
                      </a:lnTo>
                      <a:lnTo>
                        <a:pt x="69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59" name="Freeform 35"/>
                <p:cNvSpPr>
                  <a:spLocks/>
                </p:cNvSpPr>
                <p:nvPr/>
              </p:nvSpPr>
              <p:spPr bwMode="auto">
                <a:xfrm>
                  <a:off x="2349500" y="1622425"/>
                  <a:ext cx="53975" cy="71437"/>
                </a:xfrm>
                <a:custGeom>
                  <a:avLst/>
                  <a:gdLst>
                    <a:gd name="T0" fmla="*/ 69 w 243"/>
                    <a:gd name="T1" fmla="*/ 0 h 317"/>
                    <a:gd name="T2" fmla="*/ 87 w 243"/>
                    <a:gd name="T3" fmla="*/ 2 h 317"/>
                    <a:gd name="T4" fmla="*/ 103 w 243"/>
                    <a:gd name="T5" fmla="*/ 9 h 317"/>
                    <a:gd name="T6" fmla="*/ 118 w 243"/>
                    <a:gd name="T7" fmla="*/ 20 h 317"/>
                    <a:gd name="T8" fmla="*/ 129 w 243"/>
                    <a:gd name="T9" fmla="*/ 34 h 317"/>
                    <a:gd name="T10" fmla="*/ 233 w 243"/>
                    <a:gd name="T11" fmla="*/ 214 h 317"/>
                    <a:gd name="T12" fmla="*/ 240 w 243"/>
                    <a:gd name="T13" fmla="*/ 230 h 317"/>
                    <a:gd name="T14" fmla="*/ 243 w 243"/>
                    <a:gd name="T15" fmla="*/ 248 h 317"/>
                    <a:gd name="T16" fmla="*/ 240 w 243"/>
                    <a:gd name="T17" fmla="*/ 265 h 317"/>
                    <a:gd name="T18" fmla="*/ 233 w 243"/>
                    <a:gd name="T19" fmla="*/ 282 h 317"/>
                    <a:gd name="T20" fmla="*/ 223 w 243"/>
                    <a:gd name="T21" fmla="*/ 297 h 317"/>
                    <a:gd name="T22" fmla="*/ 209 w 243"/>
                    <a:gd name="T23" fmla="*/ 308 h 317"/>
                    <a:gd name="T24" fmla="*/ 191 w 243"/>
                    <a:gd name="T25" fmla="*/ 315 h 317"/>
                    <a:gd name="T26" fmla="*/ 173 w 243"/>
                    <a:gd name="T27" fmla="*/ 317 h 317"/>
                    <a:gd name="T28" fmla="*/ 155 w 243"/>
                    <a:gd name="T29" fmla="*/ 315 h 317"/>
                    <a:gd name="T30" fmla="*/ 139 w 243"/>
                    <a:gd name="T31" fmla="*/ 308 h 317"/>
                    <a:gd name="T32" fmla="*/ 125 w 243"/>
                    <a:gd name="T33" fmla="*/ 297 h 317"/>
                    <a:gd name="T34" fmla="*/ 113 w 243"/>
                    <a:gd name="T35" fmla="*/ 282 h 317"/>
                    <a:gd name="T36" fmla="*/ 9 w 243"/>
                    <a:gd name="T37" fmla="*/ 103 h 317"/>
                    <a:gd name="T38" fmla="*/ 2 w 243"/>
                    <a:gd name="T39" fmla="*/ 86 h 317"/>
                    <a:gd name="T40" fmla="*/ 0 w 243"/>
                    <a:gd name="T41" fmla="*/ 68 h 317"/>
                    <a:gd name="T42" fmla="*/ 2 w 243"/>
                    <a:gd name="T43" fmla="*/ 51 h 317"/>
                    <a:gd name="T44" fmla="*/ 9 w 243"/>
                    <a:gd name="T45" fmla="*/ 34 h 317"/>
                    <a:gd name="T46" fmla="*/ 20 w 243"/>
                    <a:gd name="T47" fmla="*/ 21 h 317"/>
                    <a:gd name="T48" fmla="*/ 34 w 243"/>
                    <a:gd name="T49" fmla="*/ 10 h 317"/>
                    <a:gd name="T50" fmla="*/ 52 w 243"/>
                    <a:gd name="T51" fmla="*/ 2 h 317"/>
                    <a:gd name="T52" fmla="*/ 69 w 243"/>
                    <a:gd name="T53" fmla="*/ 0 h 3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</a:cxnLst>
                  <a:rect l="0" t="0" r="r" b="b"/>
                  <a:pathLst>
                    <a:path w="243" h="317">
                      <a:moveTo>
                        <a:pt x="69" y="0"/>
                      </a:moveTo>
                      <a:lnTo>
                        <a:pt x="87" y="2"/>
                      </a:lnTo>
                      <a:lnTo>
                        <a:pt x="103" y="9"/>
                      </a:lnTo>
                      <a:lnTo>
                        <a:pt x="118" y="20"/>
                      </a:lnTo>
                      <a:lnTo>
                        <a:pt x="129" y="34"/>
                      </a:lnTo>
                      <a:lnTo>
                        <a:pt x="233" y="214"/>
                      </a:lnTo>
                      <a:lnTo>
                        <a:pt x="240" y="230"/>
                      </a:lnTo>
                      <a:lnTo>
                        <a:pt x="243" y="248"/>
                      </a:lnTo>
                      <a:lnTo>
                        <a:pt x="240" y="265"/>
                      </a:lnTo>
                      <a:lnTo>
                        <a:pt x="233" y="282"/>
                      </a:lnTo>
                      <a:lnTo>
                        <a:pt x="223" y="297"/>
                      </a:lnTo>
                      <a:lnTo>
                        <a:pt x="209" y="308"/>
                      </a:lnTo>
                      <a:lnTo>
                        <a:pt x="191" y="315"/>
                      </a:lnTo>
                      <a:lnTo>
                        <a:pt x="173" y="317"/>
                      </a:lnTo>
                      <a:lnTo>
                        <a:pt x="155" y="315"/>
                      </a:lnTo>
                      <a:lnTo>
                        <a:pt x="139" y="308"/>
                      </a:lnTo>
                      <a:lnTo>
                        <a:pt x="125" y="297"/>
                      </a:lnTo>
                      <a:lnTo>
                        <a:pt x="113" y="282"/>
                      </a:lnTo>
                      <a:lnTo>
                        <a:pt x="9" y="103"/>
                      </a:lnTo>
                      <a:lnTo>
                        <a:pt x="2" y="86"/>
                      </a:lnTo>
                      <a:lnTo>
                        <a:pt x="0" y="68"/>
                      </a:lnTo>
                      <a:lnTo>
                        <a:pt x="2" y="51"/>
                      </a:lnTo>
                      <a:lnTo>
                        <a:pt x="9" y="34"/>
                      </a:lnTo>
                      <a:lnTo>
                        <a:pt x="20" y="21"/>
                      </a:lnTo>
                      <a:lnTo>
                        <a:pt x="34" y="10"/>
                      </a:lnTo>
                      <a:lnTo>
                        <a:pt x="52" y="2"/>
                      </a:lnTo>
                      <a:lnTo>
                        <a:pt x="69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60" name="Freeform 36"/>
                <p:cNvSpPr>
                  <a:spLocks/>
                </p:cNvSpPr>
                <p:nvPr/>
              </p:nvSpPr>
              <p:spPr bwMode="auto">
                <a:xfrm>
                  <a:off x="2219325" y="1751013"/>
                  <a:ext cx="71438" cy="55562"/>
                </a:xfrm>
                <a:custGeom>
                  <a:avLst/>
                  <a:gdLst>
                    <a:gd name="T0" fmla="*/ 69 w 319"/>
                    <a:gd name="T1" fmla="*/ 0 h 241"/>
                    <a:gd name="T2" fmla="*/ 86 w 319"/>
                    <a:gd name="T3" fmla="*/ 3 h 241"/>
                    <a:gd name="T4" fmla="*/ 104 w 319"/>
                    <a:gd name="T5" fmla="*/ 9 h 241"/>
                    <a:gd name="T6" fmla="*/ 285 w 319"/>
                    <a:gd name="T7" fmla="*/ 112 h 241"/>
                    <a:gd name="T8" fmla="*/ 299 w 319"/>
                    <a:gd name="T9" fmla="*/ 124 h 241"/>
                    <a:gd name="T10" fmla="*/ 310 w 319"/>
                    <a:gd name="T11" fmla="*/ 138 h 241"/>
                    <a:gd name="T12" fmla="*/ 316 w 319"/>
                    <a:gd name="T13" fmla="*/ 155 h 241"/>
                    <a:gd name="T14" fmla="*/ 319 w 319"/>
                    <a:gd name="T15" fmla="*/ 172 h 241"/>
                    <a:gd name="T16" fmla="*/ 316 w 319"/>
                    <a:gd name="T17" fmla="*/ 190 h 241"/>
                    <a:gd name="T18" fmla="*/ 310 w 319"/>
                    <a:gd name="T19" fmla="*/ 206 h 241"/>
                    <a:gd name="T20" fmla="*/ 298 w 319"/>
                    <a:gd name="T21" fmla="*/ 221 h 241"/>
                    <a:gd name="T22" fmla="*/ 283 w 319"/>
                    <a:gd name="T23" fmla="*/ 232 h 241"/>
                    <a:gd name="T24" fmla="*/ 266 w 319"/>
                    <a:gd name="T25" fmla="*/ 239 h 241"/>
                    <a:gd name="T26" fmla="*/ 249 w 319"/>
                    <a:gd name="T27" fmla="*/ 241 h 241"/>
                    <a:gd name="T28" fmla="*/ 231 w 319"/>
                    <a:gd name="T29" fmla="*/ 239 h 241"/>
                    <a:gd name="T30" fmla="*/ 214 w 319"/>
                    <a:gd name="T31" fmla="*/ 231 h 241"/>
                    <a:gd name="T32" fmla="*/ 34 w 319"/>
                    <a:gd name="T33" fmla="*/ 129 h 241"/>
                    <a:gd name="T34" fmla="*/ 19 w 319"/>
                    <a:gd name="T35" fmla="*/ 118 h 241"/>
                    <a:gd name="T36" fmla="*/ 9 w 319"/>
                    <a:gd name="T37" fmla="*/ 103 h 241"/>
                    <a:gd name="T38" fmla="*/ 2 w 319"/>
                    <a:gd name="T39" fmla="*/ 87 h 241"/>
                    <a:gd name="T40" fmla="*/ 0 w 319"/>
                    <a:gd name="T41" fmla="*/ 69 h 241"/>
                    <a:gd name="T42" fmla="*/ 2 w 319"/>
                    <a:gd name="T43" fmla="*/ 51 h 241"/>
                    <a:gd name="T44" fmla="*/ 9 w 319"/>
                    <a:gd name="T45" fmla="*/ 34 h 241"/>
                    <a:gd name="T46" fmla="*/ 20 w 319"/>
                    <a:gd name="T47" fmla="*/ 20 h 241"/>
                    <a:gd name="T48" fmla="*/ 35 w 319"/>
                    <a:gd name="T49" fmla="*/ 9 h 241"/>
                    <a:gd name="T50" fmla="*/ 51 w 319"/>
                    <a:gd name="T51" fmla="*/ 3 h 241"/>
                    <a:gd name="T52" fmla="*/ 69 w 319"/>
                    <a:gd name="T53" fmla="*/ 0 h 24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</a:cxnLst>
                  <a:rect l="0" t="0" r="r" b="b"/>
                  <a:pathLst>
                    <a:path w="319" h="241">
                      <a:moveTo>
                        <a:pt x="69" y="0"/>
                      </a:moveTo>
                      <a:lnTo>
                        <a:pt x="86" y="3"/>
                      </a:lnTo>
                      <a:lnTo>
                        <a:pt x="104" y="9"/>
                      </a:lnTo>
                      <a:lnTo>
                        <a:pt x="285" y="112"/>
                      </a:lnTo>
                      <a:lnTo>
                        <a:pt x="299" y="124"/>
                      </a:lnTo>
                      <a:lnTo>
                        <a:pt x="310" y="138"/>
                      </a:lnTo>
                      <a:lnTo>
                        <a:pt x="316" y="155"/>
                      </a:lnTo>
                      <a:lnTo>
                        <a:pt x="319" y="172"/>
                      </a:lnTo>
                      <a:lnTo>
                        <a:pt x="316" y="190"/>
                      </a:lnTo>
                      <a:lnTo>
                        <a:pt x="310" y="206"/>
                      </a:lnTo>
                      <a:lnTo>
                        <a:pt x="298" y="221"/>
                      </a:lnTo>
                      <a:lnTo>
                        <a:pt x="283" y="232"/>
                      </a:lnTo>
                      <a:lnTo>
                        <a:pt x="266" y="239"/>
                      </a:lnTo>
                      <a:lnTo>
                        <a:pt x="249" y="241"/>
                      </a:lnTo>
                      <a:lnTo>
                        <a:pt x="231" y="239"/>
                      </a:lnTo>
                      <a:lnTo>
                        <a:pt x="214" y="231"/>
                      </a:lnTo>
                      <a:lnTo>
                        <a:pt x="34" y="129"/>
                      </a:lnTo>
                      <a:lnTo>
                        <a:pt x="19" y="118"/>
                      </a:lnTo>
                      <a:lnTo>
                        <a:pt x="9" y="103"/>
                      </a:lnTo>
                      <a:lnTo>
                        <a:pt x="2" y="87"/>
                      </a:lnTo>
                      <a:lnTo>
                        <a:pt x="0" y="69"/>
                      </a:lnTo>
                      <a:lnTo>
                        <a:pt x="2" y="51"/>
                      </a:lnTo>
                      <a:lnTo>
                        <a:pt x="9" y="34"/>
                      </a:lnTo>
                      <a:lnTo>
                        <a:pt x="20" y="20"/>
                      </a:lnTo>
                      <a:lnTo>
                        <a:pt x="35" y="9"/>
                      </a:lnTo>
                      <a:lnTo>
                        <a:pt x="51" y="3"/>
                      </a:lnTo>
                      <a:lnTo>
                        <a:pt x="69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61" name="Freeform 37"/>
                <p:cNvSpPr>
                  <a:spLocks/>
                </p:cNvSpPr>
                <p:nvPr/>
              </p:nvSpPr>
              <p:spPr bwMode="auto">
                <a:xfrm>
                  <a:off x="2171700" y="1927225"/>
                  <a:ext cx="77788" cy="31750"/>
                </a:xfrm>
                <a:custGeom>
                  <a:avLst/>
                  <a:gdLst>
                    <a:gd name="T0" fmla="*/ 69 w 347"/>
                    <a:gd name="T1" fmla="*/ 0 h 139"/>
                    <a:gd name="T2" fmla="*/ 278 w 347"/>
                    <a:gd name="T3" fmla="*/ 0 h 139"/>
                    <a:gd name="T4" fmla="*/ 296 w 347"/>
                    <a:gd name="T5" fmla="*/ 4 h 139"/>
                    <a:gd name="T6" fmla="*/ 313 w 347"/>
                    <a:gd name="T7" fmla="*/ 10 h 139"/>
                    <a:gd name="T8" fmla="*/ 327 w 347"/>
                    <a:gd name="T9" fmla="*/ 21 h 139"/>
                    <a:gd name="T10" fmla="*/ 338 w 347"/>
                    <a:gd name="T11" fmla="*/ 35 h 139"/>
                    <a:gd name="T12" fmla="*/ 345 w 347"/>
                    <a:gd name="T13" fmla="*/ 51 h 139"/>
                    <a:gd name="T14" fmla="*/ 347 w 347"/>
                    <a:gd name="T15" fmla="*/ 70 h 139"/>
                    <a:gd name="T16" fmla="*/ 345 w 347"/>
                    <a:gd name="T17" fmla="*/ 88 h 139"/>
                    <a:gd name="T18" fmla="*/ 338 w 347"/>
                    <a:gd name="T19" fmla="*/ 104 h 139"/>
                    <a:gd name="T20" fmla="*/ 327 w 347"/>
                    <a:gd name="T21" fmla="*/ 119 h 139"/>
                    <a:gd name="T22" fmla="*/ 313 w 347"/>
                    <a:gd name="T23" fmla="*/ 129 h 139"/>
                    <a:gd name="T24" fmla="*/ 296 w 347"/>
                    <a:gd name="T25" fmla="*/ 137 h 139"/>
                    <a:gd name="T26" fmla="*/ 278 w 347"/>
                    <a:gd name="T27" fmla="*/ 139 h 139"/>
                    <a:gd name="T28" fmla="*/ 69 w 347"/>
                    <a:gd name="T29" fmla="*/ 139 h 139"/>
                    <a:gd name="T30" fmla="*/ 51 w 347"/>
                    <a:gd name="T31" fmla="*/ 137 h 139"/>
                    <a:gd name="T32" fmla="*/ 35 w 347"/>
                    <a:gd name="T33" fmla="*/ 129 h 139"/>
                    <a:gd name="T34" fmla="*/ 20 w 347"/>
                    <a:gd name="T35" fmla="*/ 119 h 139"/>
                    <a:gd name="T36" fmla="*/ 10 w 347"/>
                    <a:gd name="T37" fmla="*/ 104 h 139"/>
                    <a:gd name="T38" fmla="*/ 2 w 347"/>
                    <a:gd name="T39" fmla="*/ 88 h 139"/>
                    <a:gd name="T40" fmla="*/ 0 w 347"/>
                    <a:gd name="T41" fmla="*/ 70 h 139"/>
                    <a:gd name="T42" fmla="*/ 2 w 347"/>
                    <a:gd name="T43" fmla="*/ 51 h 139"/>
                    <a:gd name="T44" fmla="*/ 10 w 347"/>
                    <a:gd name="T45" fmla="*/ 35 h 139"/>
                    <a:gd name="T46" fmla="*/ 20 w 347"/>
                    <a:gd name="T47" fmla="*/ 21 h 139"/>
                    <a:gd name="T48" fmla="*/ 35 w 347"/>
                    <a:gd name="T49" fmla="*/ 10 h 139"/>
                    <a:gd name="T50" fmla="*/ 51 w 347"/>
                    <a:gd name="T51" fmla="*/ 4 h 139"/>
                    <a:gd name="T52" fmla="*/ 69 w 347"/>
                    <a:gd name="T53" fmla="*/ 0 h 13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</a:cxnLst>
                  <a:rect l="0" t="0" r="r" b="b"/>
                  <a:pathLst>
                    <a:path w="347" h="139">
                      <a:moveTo>
                        <a:pt x="69" y="0"/>
                      </a:moveTo>
                      <a:lnTo>
                        <a:pt x="278" y="0"/>
                      </a:lnTo>
                      <a:lnTo>
                        <a:pt x="296" y="4"/>
                      </a:lnTo>
                      <a:lnTo>
                        <a:pt x="313" y="10"/>
                      </a:lnTo>
                      <a:lnTo>
                        <a:pt x="327" y="21"/>
                      </a:lnTo>
                      <a:lnTo>
                        <a:pt x="338" y="35"/>
                      </a:lnTo>
                      <a:lnTo>
                        <a:pt x="345" y="51"/>
                      </a:lnTo>
                      <a:lnTo>
                        <a:pt x="347" y="70"/>
                      </a:lnTo>
                      <a:lnTo>
                        <a:pt x="345" y="88"/>
                      </a:lnTo>
                      <a:lnTo>
                        <a:pt x="338" y="104"/>
                      </a:lnTo>
                      <a:lnTo>
                        <a:pt x="327" y="119"/>
                      </a:lnTo>
                      <a:lnTo>
                        <a:pt x="313" y="129"/>
                      </a:lnTo>
                      <a:lnTo>
                        <a:pt x="296" y="137"/>
                      </a:lnTo>
                      <a:lnTo>
                        <a:pt x="278" y="139"/>
                      </a:lnTo>
                      <a:lnTo>
                        <a:pt x="69" y="139"/>
                      </a:lnTo>
                      <a:lnTo>
                        <a:pt x="51" y="137"/>
                      </a:lnTo>
                      <a:lnTo>
                        <a:pt x="35" y="129"/>
                      </a:lnTo>
                      <a:lnTo>
                        <a:pt x="20" y="119"/>
                      </a:lnTo>
                      <a:lnTo>
                        <a:pt x="10" y="104"/>
                      </a:lnTo>
                      <a:lnTo>
                        <a:pt x="2" y="88"/>
                      </a:lnTo>
                      <a:lnTo>
                        <a:pt x="0" y="70"/>
                      </a:lnTo>
                      <a:lnTo>
                        <a:pt x="2" y="51"/>
                      </a:lnTo>
                      <a:lnTo>
                        <a:pt x="10" y="35"/>
                      </a:lnTo>
                      <a:lnTo>
                        <a:pt x="20" y="21"/>
                      </a:lnTo>
                      <a:lnTo>
                        <a:pt x="35" y="10"/>
                      </a:lnTo>
                      <a:lnTo>
                        <a:pt x="51" y="4"/>
                      </a:lnTo>
                      <a:lnTo>
                        <a:pt x="69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62" name="Freeform 38"/>
                <p:cNvSpPr>
                  <a:spLocks/>
                </p:cNvSpPr>
                <p:nvPr/>
              </p:nvSpPr>
              <p:spPr bwMode="auto">
                <a:xfrm>
                  <a:off x="2219325" y="2079625"/>
                  <a:ext cx="71438" cy="55562"/>
                </a:xfrm>
                <a:custGeom>
                  <a:avLst/>
                  <a:gdLst>
                    <a:gd name="T0" fmla="*/ 249 w 319"/>
                    <a:gd name="T1" fmla="*/ 0 h 242"/>
                    <a:gd name="T2" fmla="*/ 268 w 319"/>
                    <a:gd name="T3" fmla="*/ 3 h 242"/>
                    <a:gd name="T4" fmla="*/ 283 w 319"/>
                    <a:gd name="T5" fmla="*/ 9 h 242"/>
                    <a:gd name="T6" fmla="*/ 298 w 319"/>
                    <a:gd name="T7" fmla="*/ 20 h 242"/>
                    <a:gd name="T8" fmla="*/ 310 w 319"/>
                    <a:gd name="T9" fmla="*/ 35 h 242"/>
                    <a:gd name="T10" fmla="*/ 316 w 319"/>
                    <a:gd name="T11" fmla="*/ 52 h 242"/>
                    <a:gd name="T12" fmla="*/ 319 w 319"/>
                    <a:gd name="T13" fmla="*/ 70 h 242"/>
                    <a:gd name="T14" fmla="*/ 316 w 319"/>
                    <a:gd name="T15" fmla="*/ 86 h 242"/>
                    <a:gd name="T16" fmla="*/ 310 w 319"/>
                    <a:gd name="T17" fmla="*/ 103 h 242"/>
                    <a:gd name="T18" fmla="*/ 298 w 319"/>
                    <a:gd name="T19" fmla="*/ 118 h 242"/>
                    <a:gd name="T20" fmla="*/ 285 w 319"/>
                    <a:gd name="T21" fmla="*/ 129 h 242"/>
                    <a:gd name="T22" fmla="*/ 104 w 319"/>
                    <a:gd name="T23" fmla="*/ 232 h 242"/>
                    <a:gd name="T24" fmla="*/ 87 w 319"/>
                    <a:gd name="T25" fmla="*/ 239 h 242"/>
                    <a:gd name="T26" fmla="*/ 69 w 319"/>
                    <a:gd name="T27" fmla="*/ 242 h 242"/>
                    <a:gd name="T28" fmla="*/ 51 w 319"/>
                    <a:gd name="T29" fmla="*/ 239 h 242"/>
                    <a:gd name="T30" fmla="*/ 35 w 319"/>
                    <a:gd name="T31" fmla="*/ 233 h 242"/>
                    <a:gd name="T32" fmla="*/ 20 w 319"/>
                    <a:gd name="T33" fmla="*/ 222 h 242"/>
                    <a:gd name="T34" fmla="*/ 9 w 319"/>
                    <a:gd name="T35" fmla="*/ 207 h 242"/>
                    <a:gd name="T36" fmla="*/ 2 w 319"/>
                    <a:gd name="T37" fmla="*/ 190 h 242"/>
                    <a:gd name="T38" fmla="*/ 0 w 319"/>
                    <a:gd name="T39" fmla="*/ 172 h 242"/>
                    <a:gd name="T40" fmla="*/ 2 w 319"/>
                    <a:gd name="T41" fmla="*/ 155 h 242"/>
                    <a:gd name="T42" fmla="*/ 9 w 319"/>
                    <a:gd name="T43" fmla="*/ 138 h 242"/>
                    <a:gd name="T44" fmla="*/ 19 w 319"/>
                    <a:gd name="T45" fmla="*/ 125 h 242"/>
                    <a:gd name="T46" fmla="*/ 34 w 319"/>
                    <a:gd name="T47" fmla="*/ 114 h 242"/>
                    <a:gd name="T48" fmla="*/ 214 w 319"/>
                    <a:gd name="T49" fmla="*/ 10 h 242"/>
                    <a:gd name="T50" fmla="*/ 232 w 319"/>
                    <a:gd name="T51" fmla="*/ 2 h 242"/>
                    <a:gd name="T52" fmla="*/ 249 w 319"/>
                    <a:gd name="T53" fmla="*/ 0 h 24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</a:cxnLst>
                  <a:rect l="0" t="0" r="r" b="b"/>
                  <a:pathLst>
                    <a:path w="319" h="242">
                      <a:moveTo>
                        <a:pt x="249" y="0"/>
                      </a:moveTo>
                      <a:lnTo>
                        <a:pt x="268" y="3"/>
                      </a:lnTo>
                      <a:lnTo>
                        <a:pt x="283" y="9"/>
                      </a:lnTo>
                      <a:lnTo>
                        <a:pt x="298" y="20"/>
                      </a:lnTo>
                      <a:lnTo>
                        <a:pt x="310" y="35"/>
                      </a:lnTo>
                      <a:lnTo>
                        <a:pt x="316" y="52"/>
                      </a:lnTo>
                      <a:lnTo>
                        <a:pt x="319" y="70"/>
                      </a:lnTo>
                      <a:lnTo>
                        <a:pt x="316" y="86"/>
                      </a:lnTo>
                      <a:lnTo>
                        <a:pt x="310" y="103"/>
                      </a:lnTo>
                      <a:lnTo>
                        <a:pt x="298" y="118"/>
                      </a:lnTo>
                      <a:lnTo>
                        <a:pt x="285" y="129"/>
                      </a:lnTo>
                      <a:lnTo>
                        <a:pt x="104" y="232"/>
                      </a:lnTo>
                      <a:lnTo>
                        <a:pt x="87" y="239"/>
                      </a:lnTo>
                      <a:lnTo>
                        <a:pt x="69" y="242"/>
                      </a:lnTo>
                      <a:lnTo>
                        <a:pt x="51" y="239"/>
                      </a:lnTo>
                      <a:lnTo>
                        <a:pt x="35" y="233"/>
                      </a:lnTo>
                      <a:lnTo>
                        <a:pt x="20" y="222"/>
                      </a:lnTo>
                      <a:lnTo>
                        <a:pt x="9" y="207"/>
                      </a:lnTo>
                      <a:lnTo>
                        <a:pt x="2" y="190"/>
                      </a:lnTo>
                      <a:lnTo>
                        <a:pt x="0" y="172"/>
                      </a:lnTo>
                      <a:lnTo>
                        <a:pt x="2" y="155"/>
                      </a:lnTo>
                      <a:lnTo>
                        <a:pt x="9" y="138"/>
                      </a:lnTo>
                      <a:lnTo>
                        <a:pt x="19" y="125"/>
                      </a:lnTo>
                      <a:lnTo>
                        <a:pt x="34" y="114"/>
                      </a:lnTo>
                      <a:lnTo>
                        <a:pt x="214" y="10"/>
                      </a:lnTo>
                      <a:lnTo>
                        <a:pt x="232" y="2"/>
                      </a:lnTo>
                      <a:lnTo>
                        <a:pt x="249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63" name="Freeform 39"/>
                <p:cNvSpPr>
                  <a:spLocks/>
                </p:cNvSpPr>
                <p:nvPr/>
              </p:nvSpPr>
              <p:spPr bwMode="auto">
                <a:xfrm>
                  <a:off x="2792413" y="2079625"/>
                  <a:ext cx="71438" cy="55562"/>
                </a:xfrm>
                <a:custGeom>
                  <a:avLst/>
                  <a:gdLst>
                    <a:gd name="T0" fmla="*/ 69 w 319"/>
                    <a:gd name="T1" fmla="*/ 0 h 242"/>
                    <a:gd name="T2" fmla="*/ 87 w 319"/>
                    <a:gd name="T3" fmla="*/ 2 h 242"/>
                    <a:gd name="T4" fmla="*/ 104 w 319"/>
                    <a:gd name="T5" fmla="*/ 10 h 242"/>
                    <a:gd name="T6" fmla="*/ 285 w 319"/>
                    <a:gd name="T7" fmla="*/ 114 h 242"/>
                    <a:gd name="T8" fmla="*/ 299 w 319"/>
                    <a:gd name="T9" fmla="*/ 125 h 242"/>
                    <a:gd name="T10" fmla="*/ 310 w 319"/>
                    <a:gd name="T11" fmla="*/ 138 h 242"/>
                    <a:gd name="T12" fmla="*/ 316 w 319"/>
                    <a:gd name="T13" fmla="*/ 155 h 242"/>
                    <a:gd name="T14" fmla="*/ 319 w 319"/>
                    <a:gd name="T15" fmla="*/ 172 h 242"/>
                    <a:gd name="T16" fmla="*/ 316 w 319"/>
                    <a:gd name="T17" fmla="*/ 190 h 242"/>
                    <a:gd name="T18" fmla="*/ 310 w 319"/>
                    <a:gd name="T19" fmla="*/ 207 h 242"/>
                    <a:gd name="T20" fmla="*/ 298 w 319"/>
                    <a:gd name="T21" fmla="*/ 222 h 242"/>
                    <a:gd name="T22" fmla="*/ 284 w 319"/>
                    <a:gd name="T23" fmla="*/ 233 h 242"/>
                    <a:gd name="T24" fmla="*/ 268 w 319"/>
                    <a:gd name="T25" fmla="*/ 239 h 242"/>
                    <a:gd name="T26" fmla="*/ 250 w 319"/>
                    <a:gd name="T27" fmla="*/ 242 h 242"/>
                    <a:gd name="T28" fmla="*/ 231 w 319"/>
                    <a:gd name="T29" fmla="*/ 239 h 242"/>
                    <a:gd name="T30" fmla="*/ 214 w 319"/>
                    <a:gd name="T31" fmla="*/ 232 h 242"/>
                    <a:gd name="T32" fmla="*/ 34 w 319"/>
                    <a:gd name="T33" fmla="*/ 129 h 242"/>
                    <a:gd name="T34" fmla="*/ 20 w 319"/>
                    <a:gd name="T35" fmla="*/ 118 h 242"/>
                    <a:gd name="T36" fmla="*/ 9 w 319"/>
                    <a:gd name="T37" fmla="*/ 103 h 242"/>
                    <a:gd name="T38" fmla="*/ 2 w 319"/>
                    <a:gd name="T39" fmla="*/ 86 h 242"/>
                    <a:gd name="T40" fmla="*/ 0 w 319"/>
                    <a:gd name="T41" fmla="*/ 70 h 242"/>
                    <a:gd name="T42" fmla="*/ 2 w 319"/>
                    <a:gd name="T43" fmla="*/ 52 h 242"/>
                    <a:gd name="T44" fmla="*/ 9 w 319"/>
                    <a:gd name="T45" fmla="*/ 35 h 242"/>
                    <a:gd name="T46" fmla="*/ 20 w 319"/>
                    <a:gd name="T47" fmla="*/ 20 h 242"/>
                    <a:gd name="T48" fmla="*/ 35 w 319"/>
                    <a:gd name="T49" fmla="*/ 9 h 242"/>
                    <a:gd name="T50" fmla="*/ 51 w 319"/>
                    <a:gd name="T51" fmla="*/ 3 h 242"/>
                    <a:gd name="T52" fmla="*/ 69 w 319"/>
                    <a:gd name="T53" fmla="*/ 0 h 24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</a:cxnLst>
                  <a:rect l="0" t="0" r="r" b="b"/>
                  <a:pathLst>
                    <a:path w="319" h="242">
                      <a:moveTo>
                        <a:pt x="69" y="0"/>
                      </a:moveTo>
                      <a:lnTo>
                        <a:pt x="87" y="2"/>
                      </a:lnTo>
                      <a:lnTo>
                        <a:pt x="104" y="10"/>
                      </a:lnTo>
                      <a:lnTo>
                        <a:pt x="285" y="114"/>
                      </a:lnTo>
                      <a:lnTo>
                        <a:pt x="299" y="125"/>
                      </a:lnTo>
                      <a:lnTo>
                        <a:pt x="310" y="138"/>
                      </a:lnTo>
                      <a:lnTo>
                        <a:pt x="316" y="155"/>
                      </a:lnTo>
                      <a:lnTo>
                        <a:pt x="319" y="172"/>
                      </a:lnTo>
                      <a:lnTo>
                        <a:pt x="316" y="190"/>
                      </a:lnTo>
                      <a:lnTo>
                        <a:pt x="310" y="207"/>
                      </a:lnTo>
                      <a:lnTo>
                        <a:pt x="298" y="222"/>
                      </a:lnTo>
                      <a:lnTo>
                        <a:pt x="284" y="233"/>
                      </a:lnTo>
                      <a:lnTo>
                        <a:pt x="268" y="239"/>
                      </a:lnTo>
                      <a:lnTo>
                        <a:pt x="250" y="242"/>
                      </a:lnTo>
                      <a:lnTo>
                        <a:pt x="231" y="239"/>
                      </a:lnTo>
                      <a:lnTo>
                        <a:pt x="214" y="232"/>
                      </a:lnTo>
                      <a:lnTo>
                        <a:pt x="34" y="129"/>
                      </a:lnTo>
                      <a:lnTo>
                        <a:pt x="20" y="118"/>
                      </a:lnTo>
                      <a:lnTo>
                        <a:pt x="9" y="103"/>
                      </a:lnTo>
                      <a:lnTo>
                        <a:pt x="2" y="86"/>
                      </a:lnTo>
                      <a:lnTo>
                        <a:pt x="0" y="70"/>
                      </a:lnTo>
                      <a:lnTo>
                        <a:pt x="2" y="52"/>
                      </a:lnTo>
                      <a:lnTo>
                        <a:pt x="9" y="35"/>
                      </a:lnTo>
                      <a:lnTo>
                        <a:pt x="20" y="20"/>
                      </a:lnTo>
                      <a:lnTo>
                        <a:pt x="35" y="9"/>
                      </a:lnTo>
                      <a:lnTo>
                        <a:pt x="51" y="3"/>
                      </a:lnTo>
                      <a:lnTo>
                        <a:pt x="69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64" name="Freeform 40"/>
                <p:cNvSpPr>
                  <a:spLocks/>
                </p:cNvSpPr>
                <p:nvPr/>
              </p:nvSpPr>
              <p:spPr bwMode="auto">
                <a:xfrm>
                  <a:off x="2833688" y="1927225"/>
                  <a:ext cx="77788" cy="31750"/>
                </a:xfrm>
                <a:custGeom>
                  <a:avLst/>
                  <a:gdLst>
                    <a:gd name="T0" fmla="*/ 70 w 348"/>
                    <a:gd name="T1" fmla="*/ 0 h 139"/>
                    <a:gd name="T2" fmla="*/ 278 w 348"/>
                    <a:gd name="T3" fmla="*/ 0 h 139"/>
                    <a:gd name="T4" fmla="*/ 297 w 348"/>
                    <a:gd name="T5" fmla="*/ 4 h 139"/>
                    <a:gd name="T6" fmla="*/ 314 w 348"/>
                    <a:gd name="T7" fmla="*/ 10 h 139"/>
                    <a:gd name="T8" fmla="*/ 327 w 348"/>
                    <a:gd name="T9" fmla="*/ 21 h 139"/>
                    <a:gd name="T10" fmla="*/ 337 w 348"/>
                    <a:gd name="T11" fmla="*/ 35 h 139"/>
                    <a:gd name="T12" fmla="*/ 345 w 348"/>
                    <a:gd name="T13" fmla="*/ 51 h 139"/>
                    <a:gd name="T14" fmla="*/ 348 w 348"/>
                    <a:gd name="T15" fmla="*/ 70 h 139"/>
                    <a:gd name="T16" fmla="*/ 345 w 348"/>
                    <a:gd name="T17" fmla="*/ 88 h 139"/>
                    <a:gd name="T18" fmla="*/ 337 w 348"/>
                    <a:gd name="T19" fmla="*/ 104 h 139"/>
                    <a:gd name="T20" fmla="*/ 327 w 348"/>
                    <a:gd name="T21" fmla="*/ 119 h 139"/>
                    <a:gd name="T22" fmla="*/ 314 w 348"/>
                    <a:gd name="T23" fmla="*/ 129 h 139"/>
                    <a:gd name="T24" fmla="*/ 297 w 348"/>
                    <a:gd name="T25" fmla="*/ 137 h 139"/>
                    <a:gd name="T26" fmla="*/ 278 w 348"/>
                    <a:gd name="T27" fmla="*/ 139 h 139"/>
                    <a:gd name="T28" fmla="*/ 70 w 348"/>
                    <a:gd name="T29" fmla="*/ 139 h 139"/>
                    <a:gd name="T30" fmla="*/ 52 w 348"/>
                    <a:gd name="T31" fmla="*/ 137 h 139"/>
                    <a:gd name="T32" fmla="*/ 34 w 348"/>
                    <a:gd name="T33" fmla="*/ 129 h 139"/>
                    <a:gd name="T34" fmla="*/ 21 w 348"/>
                    <a:gd name="T35" fmla="*/ 119 h 139"/>
                    <a:gd name="T36" fmla="*/ 10 w 348"/>
                    <a:gd name="T37" fmla="*/ 104 h 139"/>
                    <a:gd name="T38" fmla="*/ 3 w 348"/>
                    <a:gd name="T39" fmla="*/ 88 h 139"/>
                    <a:gd name="T40" fmla="*/ 0 w 348"/>
                    <a:gd name="T41" fmla="*/ 70 h 139"/>
                    <a:gd name="T42" fmla="*/ 3 w 348"/>
                    <a:gd name="T43" fmla="*/ 51 h 139"/>
                    <a:gd name="T44" fmla="*/ 10 w 348"/>
                    <a:gd name="T45" fmla="*/ 35 h 139"/>
                    <a:gd name="T46" fmla="*/ 21 w 348"/>
                    <a:gd name="T47" fmla="*/ 21 h 139"/>
                    <a:gd name="T48" fmla="*/ 34 w 348"/>
                    <a:gd name="T49" fmla="*/ 10 h 139"/>
                    <a:gd name="T50" fmla="*/ 52 w 348"/>
                    <a:gd name="T51" fmla="*/ 4 h 139"/>
                    <a:gd name="T52" fmla="*/ 70 w 348"/>
                    <a:gd name="T53" fmla="*/ 0 h 13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</a:cxnLst>
                  <a:rect l="0" t="0" r="r" b="b"/>
                  <a:pathLst>
                    <a:path w="348" h="139">
                      <a:moveTo>
                        <a:pt x="70" y="0"/>
                      </a:moveTo>
                      <a:lnTo>
                        <a:pt x="278" y="0"/>
                      </a:lnTo>
                      <a:lnTo>
                        <a:pt x="297" y="4"/>
                      </a:lnTo>
                      <a:lnTo>
                        <a:pt x="314" y="10"/>
                      </a:lnTo>
                      <a:lnTo>
                        <a:pt x="327" y="21"/>
                      </a:lnTo>
                      <a:lnTo>
                        <a:pt x="337" y="35"/>
                      </a:lnTo>
                      <a:lnTo>
                        <a:pt x="345" y="51"/>
                      </a:lnTo>
                      <a:lnTo>
                        <a:pt x="348" y="70"/>
                      </a:lnTo>
                      <a:lnTo>
                        <a:pt x="345" y="88"/>
                      </a:lnTo>
                      <a:lnTo>
                        <a:pt x="337" y="104"/>
                      </a:lnTo>
                      <a:lnTo>
                        <a:pt x="327" y="119"/>
                      </a:lnTo>
                      <a:lnTo>
                        <a:pt x="314" y="129"/>
                      </a:lnTo>
                      <a:lnTo>
                        <a:pt x="297" y="137"/>
                      </a:lnTo>
                      <a:lnTo>
                        <a:pt x="278" y="139"/>
                      </a:lnTo>
                      <a:lnTo>
                        <a:pt x="70" y="139"/>
                      </a:lnTo>
                      <a:lnTo>
                        <a:pt x="52" y="137"/>
                      </a:lnTo>
                      <a:lnTo>
                        <a:pt x="34" y="129"/>
                      </a:lnTo>
                      <a:lnTo>
                        <a:pt x="21" y="119"/>
                      </a:lnTo>
                      <a:lnTo>
                        <a:pt x="10" y="104"/>
                      </a:lnTo>
                      <a:lnTo>
                        <a:pt x="3" y="88"/>
                      </a:lnTo>
                      <a:lnTo>
                        <a:pt x="0" y="70"/>
                      </a:lnTo>
                      <a:lnTo>
                        <a:pt x="3" y="51"/>
                      </a:lnTo>
                      <a:lnTo>
                        <a:pt x="10" y="35"/>
                      </a:lnTo>
                      <a:lnTo>
                        <a:pt x="21" y="21"/>
                      </a:lnTo>
                      <a:lnTo>
                        <a:pt x="34" y="10"/>
                      </a:lnTo>
                      <a:lnTo>
                        <a:pt x="52" y="4"/>
                      </a:lnTo>
                      <a:lnTo>
                        <a:pt x="70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65" name="Freeform 41"/>
                <p:cNvSpPr>
                  <a:spLocks/>
                </p:cNvSpPr>
                <p:nvPr/>
              </p:nvSpPr>
              <p:spPr bwMode="auto">
                <a:xfrm>
                  <a:off x="2792413" y="1751013"/>
                  <a:ext cx="71438" cy="55562"/>
                </a:xfrm>
                <a:custGeom>
                  <a:avLst/>
                  <a:gdLst>
                    <a:gd name="T0" fmla="*/ 250 w 319"/>
                    <a:gd name="T1" fmla="*/ 0 h 241"/>
                    <a:gd name="T2" fmla="*/ 268 w 319"/>
                    <a:gd name="T3" fmla="*/ 3 h 241"/>
                    <a:gd name="T4" fmla="*/ 284 w 319"/>
                    <a:gd name="T5" fmla="*/ 9 h 241"/>
                    <a:gd name="T6" fmla="*/ 298 w 319"/>
                    <a:gd name="T7" fmla="*/ 20 h 241"/>
                    <a:gd name="T8" fmla="*/ 310 w 319"/>
                    <a:gd name="T9" fmla="*/ 34 h 241"/>
                    <a:gd name="T10" fmla="*/ 316 w 319"/>
                    <a:gd name="T11" fmla="*/ 51 h 241"/>
                    <a:gd name="T12" fmla="*/ 319 w 319"/>
                    <a:gd name="T13" fmla="*/ 69 h 241"/>
                    <a:gd name="T14" fmla="*/ 316 w 319"/>
                    <a:gd name="T15" fmla="*/ 87 h 241"/>
                    <a:gd name="T16" fmla="*/ 310 w 319"/>
                    <a:gd name="T17" fmla="*/ 103 h 241"/>
                    <a:gd name="T18" fmla="*/ 299 w 319"/>
                    <a:gd name="T19" fmla="*/ 118 h 241"/>
                    <a:gd name="T20" fmla="*/ 285 w 319"/>
                    <a:gd name="T21" fmla="*/ 129 h 241"/>
                    <a:gd name="T22" fmla="*/ 104 w 319"/>
                    <a:gd name="T23" fmla="*/ 231 h 241"/>
                    <a:gd name="T24" fmla="*/ 87 w 319"/>
                    <a:gd name="T25" fmla="*/ 239 h 241"/>
                    <a:gd name="T26" fmla="*/ 69 w 319"/>
                    <a:gd name="T27" fmla="*/ 241 h 241"/>
                    <a:gd name="T28" fmla="*/ 52 w 319"/>
                    <a:gd name="T29" fmla="*/ 239 h 241"/>
                    <a:gd name="T30" fmla="*/ 35 w 319"/>
                    <a:gd name="T31" fmla="*/ 232 h 241"/>
                    <a:gd name="T32" fmla="*/ 20 w 319"/>
                    <a:gd name="T33" fmla="*/ 221 h 241"/>
                    <a:gd name="T34" fmla="*/ 9 w 319"/>
                    <a:gd name="T35" fmla="*/ 206 h 241"/>
                    <a:gd name="T36" fmla="*/ 2 w 319"/>
                    <a:gd name="T37" fmla="*/ 190 h 241"/>
                    <a:gd name="T38" fmla="*/ 0 w 319"/>
                    <a:gd name="T39" fmla="*/ 172 h 241"/>
                    <a:gd name="T40" fmla="*/ 2 w 319"/>
                    <a:gd name="T41" fmla="*/ 155 h 241"/>
                    <a:gd name="T42" fmla="*/ 9 w 319"/>
                    <a:gd name="T43" fmla="*/ 138 h 241"/>
                    <a:gd name="T44" fmla="*/ 20 w 319"/>
                    <a:gd name="T45" fmla="*/ 124 h 241"/>
                    <a:gd name="T46" fmla="*/ 34 w 319"/>
                    <a:gd name="T47" fmla="*/ 112 h 241"/>
                    <a:gd name="T48" fmla="*/ 214 w 319"/>
                    <a:gd name="T49" fmla="*/ 9 h 241"/>
                    <a:gd name="T50" fmla="*/ 233 w 319"/>
                    <a:gd name="T51" fmla="*/ 3 h 241"/>
                    <a:gd name="T52" fmla="*/ 250 w 319"/>
                    <a:gd name="T53" fmla="*/ 0 h 24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</a:cxnLst>
                  <a:rect l="0" t="0" r="r" b="b"/>
                  <a:pathLst>
                    <a:path w="319" h="241">
                      <a:moveTo>
                        <a:pt x="250" y="0"/>
                      </a:moveTo>
                      <a:lnTo>
                        <a:pt x="268" y="3"/>
                      </a:lnTo>
                      <a:lnTo>
                        <a:pt x="284" y="9"/>
                      </a:lnTo>
                      <a:lnTo>
                        <a:pt x="298" y="20"/>
                      </a:lnTo>
                      <a:lnTo>
                        <a:pt x="310" y="34"/>
                      </a:lnTo>
                      <a:lnTo>
                        <a:pt x="316" y="51"/>
                      </a:lnTo>
                      <a:lnTo>
                        <a:pt x="319" y="69"/>
                      </a:lnTo>
                      <a:lnTo>
                        <a:pt x="316" y="87"/>
                      </a:lnTo>
                      <a:lnTo>
                        <a:pt x="310" y="103"/>
                      </a:lnTo>
                      <a:lnTo>
                        <a:pt x="299" y="118"/>
                      </a:lnTo>
                      <a:lnTo>
                        <a:pt x="285" y="129"/>
                      </a:lnTo>
                      <a:lnTo>
                        <a:pt x="104" y="231"/>
                      </a:lnTo>
                      <a:lnTo>
                        <a:pt x="87" y="239"/>
                      </a:lnTo>
                      <a:lnTo>
                        <a:pt x="69" y="241"/>
                      </a:lnTo>
                      <a:lnTo>
                        <a:pt x="52" y="239"/>
                      </a:lnTo>
                      <a:lnTo>
                        <a:pt x="35" y="232"/>
                      </a:lnTo>
                      <a:lnTo>
                        <a:pt x="20" y="221"/>
                      </a:lnTo>
                      <a:lnTo>
                        <a:pt x="9" y="206"/>
                      </a:lnTo>
                      <a:lnTo>
                        <a:pt x="2" y="190"/>
                      </a:lnTo>
                      <a:lnTo>
                        <a:pt x="0" y="172"/>
                      </a:lnTo>
                      <a:lnTo>
                        <a:pt x="2" y="155"/>
                      </a:lnTo>
                      <a:lnTo>
                        <a:pt x="9" y="138"/>
                      </a:lnTo>
                      <a:lnTo>
                        <a:pt x="20" y="124"/>
                      </a:lnTo>
                      <a:lnTo>
                        <a:pt x="34" y="112"/>
                      </a:lnTo>
                      <a:lnTo>
                        <a:pt x="214" y="9"/>
                      </a:lnTo>
                      <a:lnTo>
                        <a:pt x="233" y="3"/>
                      </a:lnTo>
                      <a:lnTo>
                        <a:pt x="250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66" name="Freeform 42"/>
                <p:cNvSpPr>
                  <a:spLocks/>
                </p:cNvSpPr>
                <p:nvPr/>
              </p:nvSpPr>
              <p:spPr bwMode="auto">
                <a:xfrm>
                  <a:off x="2679700" y="1622425"/>
                  <a:ext cx="55563" cy="71437"/>
                </a:xfrm>
                <a:custGeom>
                  <a:avLst/>
                  <a:gdLst>
                    <a:gd name="T0" fmla="*/ 172 w 243"/>
                    <a:gd name="T1" fmla="*/ 0 h 316"/>
                    <a:gd name="T2" fmla="*/ 191 w 243"/>
                    <a:gd name="T3" fmla="*/ 2 h 316"/>
                    <a:gd name="T4" fmla="*/ 208 w 243"/>
                    <a:gd name="T5" fmla="*/ 10 h 316"/>
                    <a:gd name="T6" fmla="*/ 222 w 243"/>
                    <a:gd name="T7" fmla="*/ 21 h 316"/>
                    <a:gd name="T8" fmla="*/ 234 w 243"/>
                    <a:gd name="T9" fmla="*/ 34 h 316"/>
                    <a:gd name="T10" fmla="*/ 241 w 243"/>
                    <a:gd name="T11" fmla="*/ 51 h 316"/>
                    <a:gd name="T12" fmla="*/ 243 w 243"/>
                    <a:gd name="T13" fmla="*/ 68 h 316"/>
                    <a:gd name="T14" fmla="*/ 241 w 243"/>
                    <a:gd name="T15" fmla="*/ 86 h 316"/>
                    <a:gd name="T16" fmla="*/ 234 w 243"/>
                    <a:gd name="T17" fmla="*/ 103 h 316"/>
                    <a:gd name="T18" fmla="*/ 129 w 243"/>
                    <a:gd name="T19" fmla="*/ 282 h 316"/>
                    <a:gd name="T20" fmla="*/ 118 w 243"/>
                    <a:gd name="T21" fmla="*/ 297 h 316"/>
                    <a:gd name="T22" fmla="*/ 103 w 243"/>
                    <a:gd name="T23" fmla="*/ 308 h 316"/>
                    <a:gd name="T24" fmla="*/ 87 w 243"/>
                    <a:gd name="T25" fmla="*/ 314 h 316"/>
                    <a:gd name="T26" fmla="*/ 69 w 243"/>
                    <a:gd name="T27" fmla="*/ 316 h 316"/>
                    <a:gd name="T28" fmla="*/ 52 w 243"/>
                    <a:gd name="T29" fmla="*/ 314 h 316"/>
                    <a:gd name="T30" fmla="*/ 35 w 243"/>
                    <a:gd name="T31" fmla="*/ 307 h 316"/>
                    <a:gd name="T32" fmla="*/ 19 w 243"/>
                    <a:gd name="T33" fmla="*/ 296 h 316"/>
                    <a:gd name="T34" fmla="*/ 9 w 243"/>
                    <a:gd name="T35" fmla="*/ 282 h 316"/>
                    <a:gd name="T36" fmla="*/ 2 w 243"/>
                    <a:gd name="T37" fmla="*/ 265 h 316"/>
                    <a:gd name="T38" fmla="*/ 0 w 243"/>
                    <a:gd name="T39" fmla="*/ 248 h 316"/>
                    <a:gd name="T40" fmla="*/ 2 w 243"/>
                    <a:gd name="T41" fmla="*/ 230 h 316"/>
                    <a:gd name="T42" fmla="*/ 9 w 243"/>
                    <a:gd name="T43" fmla="*/ 214 h 316"/>
                    <a:gd name="T44" fmla="*/ 113 w 243"/>
                    <a:gd name="T45" fmla="*/ 34 h 316"/>
                    <a:gd name="T46" fmla="*/ 125 w 243"/>
                    <a:gd name="T47" fmla="*/ 20 h 316"/>
                    <a:gd name="T48" fmla="*/ 140 w 243"/>
                    <a:gd name="T49" fmla="*/ 9 h 316"/>
                    <a:gd name="T50" fmla="*/ 155 w 243"/>
                    <a:gd name="T51" fmla="*/ 2 h 316"/>
                    <a:gd name="T52" fmla="*/ 172 w 243"/>
                    <a:gd name="T53" fmla="*/ 0 h 31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</a:cxnLst>
                  <a:rect l="0" t="0" r="r" b="b"/>
                  <a:pathLst>
                    <a:path w="243" h="316">
                      <a:moveTo>
                        <a:pt x="172" y="0"/>
                      </a:moveTo>
                      <a:lnTo>
                        <a:pt x="191" y="2"/>
                      </a:lnTo>
                      <a:lnTo>
                        <a:pt x="208" y="10"/>
                      </a:lnTo>
                      <a:lnTo>
                        <a:pt x="222" y="21"/>
                      </a:lnTo>
                      <a:lnTo>
                        <a:pt x="234" y="34"/>
                      </a:lnTo>
                      <a:lnTo>
                        <a:pt x="241" y="51"/>
                      </a:lnTo>
                      <a:lnTo>
                        <a:pt x="243" y="68"/>
                      </a:lnTo>
                      <a:lnTo>
                        <a:pt x="241" y="86"/>
                      </a:lnTo>
                      <a:lnTo>
                        <a:pt x="234" y="103"/>
                      </a:lnTo>
                      <a:lnTo>
                        <a:pt x="129" y="282"/>
                      </a:lnTo>
                      <a:lnTo>
                        <a:pt x="118" y="297"/>
                      </a:lnTo>
                      <a:lnTo>
                        <a:pt x="103" y="308"/>
                      </a:lnTo>
                      <a:lnTo>
                        <a:pt x="87" y="314"/>
                      </a:lnTo>
                      <a:lnTo>
                        <a:pt x="69" y="316"/>
                      </a:lnTo>
                      <a:lnTo>
                        <a:pt x="52" y="314"/>
                      </a:lnTo>
                      <a:lnTo>
                        <a:pt x="35" y="307"/>
                      </a:lnTo>
                      <a:lnTo>
                        <a:pt x="19" y="296"/>
                      </a:lnTo>
                      <a:lnTo>
                        <a:pt x="9" y="282"/>
                      </a:lnTo>
                      <a:lnTo>
                        <a:pt x="2" y="265"/>
                      </a:lnTo>
                      <a:lnTo>
                        <a:pt x="0" y="248"/>
                      </a:lnTo>
                      <a:lnTo>
                        <a:pt x="2" y="230"/>
                      </a:lnTo>
                      <a:lnTo>
                        <a:pt x="9" y="214"/>
                      </a:lnTo>
                      <a:lnTo>
                        <a:pt x="113" y="34"/>
                      </a:lnTo>
                      <a:lnTo>
                        <a:pt x="125" y="20"/>
                      </a:lnTo>
                      <a:lnTo>
                        <a:pt x="140" y="9"/>
                      </a:lnTo>
                      <a:lnTo>
                        <a:pt x="155" y="2"/>
                      </a:lnTo>
                      <a:lnTo>
                        <a:pt x="172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67" name="Freeform 43"/>
                <p:cNvSpPr>
                  <a:spLocks/>
                </p:cNvSpPr>
                <p:nvPr/>
              </p:nvSpPr>
              <p:spPr bwMode="auto">
                <a:xfrm>
                  <a:off x="2503488" y="1811338"/>
                  <a:ext cx="76200" cy="242887"/>
                </a:xfrm>
                <a:custGeom>
                  <a:avLst/>
                  <a:gdLst>
                    <a:gd name="T0" fmla="*/ 167 w 334"/>
                    <a:gd name="T1" fmla="*/ 0 h 1073"/>
                    <a:gd name="T2" fmla="*/ 201 w 334"/>
                    <a:gd name="T3" fmla="*/ 2 h 1073"/>
                    <a:gd name="T4" fmla="*/ 230 w 334"/>
                    <a:gd name="T5" fmla="*/ 8 h 1073"/>
                    <a:gd name="T6" fmla="*/ 258 w 334"/>
                    <a:gd name="T7" fmla="*/ 18 h 1073"/>
                    <a:gd name="T8" fmla="*/ 280 w 334"/>
                    <a:gd name="T9" fmla="*/ 33 h 1073"/>
                    <a:gd name="T10" fmla="*/ 300 w 334"/>
                    <a:gd name="T11" fmla="*/ 51 h 1073"/>
                    <a:gd name="T12" fmla="*/ 314 w 334"/>
                    <a:gd name="T13" fmla="*/ 72 h 1073"/>
                    <a:gd name="T14" fmla="*/ 326 w 334"/>
                    <a:gd name="T15" fmla="*/ 98 h 1073"/>
                    <a:gd name="T16" fmla="*/ 331 w 334"/>
                    <a:gd name="T17" fmla="*/ 128 h 1073"/>
                    <a:gd name="T18" fmla="*/ 334 w 334"/>
                    <a:gd name="T19" fmla="*/ 162 h 1073"/>
                    <a:gd name="T20" fmla="*/ 334 w 334"/>
                    <a:gd name="T21" fmla="*/ 406 h 1073"/>
                    <a:gd name="T22" fmla="*/ 332 w 334"/>
                    <a:gd name="T23" fmla="*/ 438 h 1073"/>
                    <a:gd name="T24" fmla="*/ 329 w 334"/>
                    <a:gd name="T25" fmla="*/ 471 h 1073"/>
                    <a:gd name="T26" fmla="*/ 326 w 334"/>
                    <a:gd name="T27" fmla="*/ 505 h 1073"/>
                    <a:gd name="T28" fmla="*/ 260 w 334"/>
                    <a:gd name="T29" fmla="*/ 996 h 1073"/>
                    <a:gd name="T30" fmla="*/ 255 w 334"/>
                    <a:gd name="T31" fmla="*/ 1019 h 1073"/>
                    <a:gd name="T32" fmla="*/ 247 w 334"/>
                    <a:gd name="T33" fmla="*/ 1039 h 1073"/>
                    <a:gd name="T34" fmla="*/ 237 w 334"/>
                    <a:gd name="T35" fmla="*/ 1052 h 1073"/>
                    <a:gd name="T36" fmla="*/ 224 w 334"/>
                    <a:gd name="T37" fmla="*/ 1062 h 1073"/>
                    <a:gd name="T38" fmla="*/ 208 w 334"/>
                    <a:gd name="T39" fmla="*/ 1069 h 1073"/>
                    <a:gd name="T40" fmla="*/ 188 w 334"/>
                    <a:gd name="T41" fmla="*/ 1072 h 1073"/>
                    <a:gd name="T42" fmla="*/ 167 w 334"/>
                    <a:gd name="T43" fmla="*/ 1073 h 1073"/>
                    <a:gd name="T44" fmla="*/ 145 w 334"/>
                    <a:gd name="T45" fmla="*/ 1072 h 1073"/>
                    <a:gd name="T46" fmla="*/ 126 w 334"/>
                    <a:gd name="T47" fmla="*/ 1069 h 1073"/>
                    <a:gd name="T48" fmla="*/ 110 w 334"/>
                    <a:gd name="T49" fmla="*/ 1062 h 1073"/>
                    <a:gd name="T50" fmla="*/ 96 w 334"/>
                    <a:gd name="T51" fmla="*/ 1052 h 1073"/>
                    <a:gd name="T52" fmla="*/ 86 w 334"/>
                    <a:gd name="T53" fmla="*/ 1039 h 1073"/>
                    <a:gd name="T54" fmla="*/ 78 w 334"/>
                    <a:gd name="T55" fmla="*/ 1019 h 1073"/>
                    <a:gd name="T56" fmla="*/ 74 w 334"/>
                    <a:gd name="T57" fmla="*/ 996 h 1073"/>
                    <a:gd name="T58" fmla="*/ 8 w 334"/>
                    <a:gd name="T59" fmla="*/ 505 h 1073"/>
                    <a:gd name="T60" fmla="*/ 5 w 334"/>
                    <a:gd name="T61" fmla="*/ 471 h 1073"/>
                    <a:gd name="T62" fmla="*/ 1 w 334"/>
                    <a:gd name="T63" fmla="*/ 438 h 1073"/>
                    <a:gd name="T64" fmla="*/ 0 w 334"/>
                    <a:gd name="T65" fmla="*/ 406 h 1073"/>
                    <a:gd name="T66" fmla="*/ 0 w 334"/>
                    <a:gd name="T67" fmla="*/ 162 h 1073"/>
                    <a:gd name="T68" fmla="*/ 2 w 334"/>
                    <a:gd name="T69" fmla="*/ 128 h 1073"/>
                    <a:gd name="T70" fmla="*/ 8 w 334"/>
                    <a:gd name="T71" fmla="*/ 98 h 1073"/>
                    <a:gd name="T72" fmla="*/ 19 w 334"/>
                    <a:gd name="T73" fmla="*/ 72 h 1073"/>
                    <a:gd name="T74" fmla="*/ 34 w 334"/>
                    <a:gd name="T75" fmla="*/ 51 h 1073"/>
                    <a:gd name="T76" fmla="*/ 53 w 334"/>
                    <a:gd name="T77" fmla="*/ 33 h 1073"/>
                    <a:gd name="T78" fmla="*/ 76 w 334"/>
                    <a:gd name="T79" fmla="*/ 18 h 1073"/>
                    <a:gd name="T80" fmla="*/ 103 w 334"/>
                    <a:gd name="T81" fmla="*/ 8 h 1073"/>
                    <a:gd name="T82" fmla="*/ 133 w 334"/>
                    <a:gd name="T83" fmla="*/ 2 h 1073"/>
                    <a:gd name="T84" fmla="*/ 167 w 334"/>
                    <a:gd name="T85" fmla="*/ 0 h 107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</a:cxnLst>
                  <a:rect l="0" t="0" r="r" b="b"/>
                  <a:pathLst>
                    <a:path w="334" h="1073">
                      <a:moveTo>
                        <a:pt x="167" y="0"/>
                      </a:moveTo>
                      <a:lnTo>
                        <a:pt x="201" y="2"/>
                      </a:lnTo>
                      <a:lnTo>
                        <a:pt x="230" y="8"/>
                      </a:lnTo>
                      <a:lnTo>
                        <a:pt x="258" y="18"/>
                      </a:lnTo>
                      <a:lnTo>
                        <a:pt x="280" y="33"/>
                      </a:lnTo>
                      <a:lnTo>
                        <a:pt x="300" y="51"/>
                      </a:lnTo>
                      <a:lnTo>
                        <a:pt x="314" y="72"/>
                      </a:lnTo>
                      <a:lnTo>
                        <a:pt x="326" y="98"/>
                      </a:lnTo>
                      <a:lnTo>
                        <a:pt x="331" y="128"/>
                      </a:lnTo>
                      <a:lnTo>
                        <a:pt x="334" y="162"/>
                      </a:lnTo>
                      <a:lnTo>
                        <a:pt x="334" y="406"/>
                      </a:lnTo>
                      <a:lnTo>
                        <a:pt x="332" y="438"/>
                      </a:lnTo>
                      <a:lnTo>
                        <a:pt x="329" y="471"/>
                      </a:lnTo>
                      <a:lnTo>
                        <a:pt x="326" y="505"/>
                      </a:lnTo>
                      <a:lnTo>
                        <a:pt x="260" y="996"/>
                      </a:lnTo>
                      <a:lnTo>
                        <a:pt x="255" y="1019"/>
                      </a:lnTo>
                      <a:lnTo>
                        <a:pt x="247" y="1039"/>
                      </a:lnTo>
                      <a:lnTo>
                        <a:pt x="237" y="1052"/>
                      </a:lnTo>
                      <a:lnTo>
                        <a:pt x="224" y="1062"/>
                      </a:lnTo>
                      <a:lnTo>
                        <a:pt x="208" y="1069"/>
                      </a:lnTo>
                      <a:lnTo>
                        <a:pt x="188" y="1072"/>
                      </a:lnTo>
                      <a:lnTo>
                        <a:pt x="167" y="1073"/>
                      </a:lnTo>
                      <a:lnTo>
                        <a:pt x="145" y="1072"/>
                      </a:lnTo>
                      <a:lnTo>
                        <a:pt x="126" y="1069"/>
                      </a:lnTo>
                      <a:lnTo>
                        <a:pt x="110" y="1062"/>
                      </a:lnTo>
                      <a:lnTo>
                        <a:pt x="96" y="1052"/>
                      </a:lnTo>
                      <a:lnTo>
                        <a:pt x="86" y="1039"/>
                      </a:lnTo>
                      <a:lnTo>
                        <a:pt x="78" y="1019"/>
                      </a:lnTo>
                      <a:lnTo>
                        <a:pt x="74" y="996"/>
                      </a:lnTo>
                      <a:lnTo>
                        <a:pt x="8" y="505"/>
                      </a:lnTo>
                      <a:lnTo>
                        <a:pt x="5" y="471"/>
                      </a:lnTo>
                      <a:lnTo>
                        <a:pt x="1" y="438"/>
                      </a:lnTo>
                      <a:lnTo>
                        <a:pt x="0" y="406"/>
                      </a:lnTo>
                      <a:lnTo>
                        <a:pt x="0" y="162"/>
                      </a:lnTo>
                      <a:lnTo>
                        <a:pt x="2" y="128"/>
                      </a:lnTo>
                      <a:lnTo>
                        <a:pt x="8" y="98"/>
                      </a:lnTo>
                      <a:lnTo>
                        <a:pt x="19" y="72"/>
                      </a:lnTo>
                      <a:lnTo>
                        <a:pt x="34" y="51"/>
                      </a:lnTo>
                      <a:lnTo>
                        <a:pt x="53" y="33"/>
                      </a:lnTo>
                      <a:lnTo>
                        <a:pt x="76" y="18"/>
                      </a:lnTo>
                      <a:lnTo>
                        <a:pt x="103" y="8"/>
                      </a:lnTo>
                      <a:lnTo>
                        <a:pt x="133" y="2"/>
                      </a:lnTo>
                      <a:lnTo>
                        <a:pt x="167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70" name="Freeform 44"/>
                <p:cNvSpPr>
                  <a:spLocks/>
                </p:cNvSpPr>
                <p:nvPr/>
              </p:nvSpPr>
              <p:spPr bwMode="auto">
                <a:xfrm>
                  <a:off x="2501900" y="2085975"/>
                  <a:ext cx="79375" cy="77787"/>
                </a:xfrm>
                <a:custGeom>
                  <a:avLst/>
                  <a:gdLst>
                    <a:gd name="T0" fmla="*/ 174 w 347"/>
                    <a:gd name="T1" fmla="*/ 0 h 344"/>
                    <a:gd name="T2" fmla="*/ 209 w 347"/>
                    <a:gd name="T3" fmla="*/ 4 h 344"/>
                    <a:gd name="T4" fmla="*/ 241 w 347"/>
                    <a:gd name="T5" fmla="*/ 14 h 344"/>
                    <a:gd name="T6" fmla="*/ 270 w 347"/>
                    <a:gd name="T7" fmla="*/ 30 h 344"/>
                    <a:gd name="T8" fmla="*/ 296 w 347"/>
                    <a:gd name="T9" fmla="*/ 50 h 344"/>
                    <a:gd name="T10" fmla="*/ 318 w 347"/>
                    <a:gd name="T11" fmla="*/ 76 h 344"/>
                    <a:gd name="T12" fmla="*/ 334 w 347"/>
                    <a:gd name="T13" fmla="*/ 106 h 344"/>
                    <a:gd name="T14" fmla="*/ 344 w 347"/>
                    <a:gd name="T15" fmla="*/ 138 h 344"/>
                    <a:gd name="T16" fmla="*/ 347 w 347"/>
                    <a:gd name="T17" fmla="*/ 172 h 344"/>
                    <a:gd name="T18" fmla="*/ 344 w 347"/>
                    <a:gd name="T19" fmla="*/ 207 h 344"/>
                    <a:gd name="T20" fmla="*/ 334 w 347"/>
                    <a:gd name="T21" fmla="*/ 240 h 344"/>
                    <a:gd name="T22" fmla="*/ 318 w 347"/>
                    <a:gd name="T23" fmla="*/ 269 h 344"/>
                    <a:gd name="T24" fmla="*/ 296 w 347"/>
                    <a:gd name="T25" fmla="*/ 294 h 344"/>
                    <a:gd name="T26" fmla="*/ 270 w 347"/>
                    <a:gd name="T27" fmla="*/ 315 h 344"/>
                    <a:gd name="T28" fmla="*/ 241 w 347"/>
                    <a:gd name="T29" fmla="*/ 331 h 344"/>
                    <a:gd name="T30" fmla="*/ 209 w 347"/>
                    <a:gd name="T31" fmla="*/ 341 h 344"/>
                    <a:gd name="T32" fmla="*/ 174 w 347"/>
                    <a:gd name="T33" fmla="*/ 344 h 344"/>
                    <a:gd name="T34" fmla="*/ 139 w 347"/>
                    <a:gd name="T35" fmla="*/ 341 h 344"/>
                    <a:gd name="T36" fmla="*/ 107 w 347"/>
                    <a:gd name="T37" fmla="*/ 331 h 344"/>
                    <a:gd name="T38" fmla="*/ 77 w 347"/>
                    <a:gd name="T39" fmla="*/ 315 h 344"/>
                    <a:gd name="T40" fmla="*/ 51 w 347"/>
                    <a:gd name="T41" fmla="*/ 294 h 344"/>
                    <a:gd name="T42" fmla="*/ 30 w 347"/>
                    <a:gd name="T43" fmla="*/ 269 h 344"/>
                    <a:gd name="T44" fmla="*/ 14 w 347"/>
                    <a:gd name="T45" fmla="*/ 240 h 344"/>
                    <a:gd name="T46" fmla="*/ 4 w 347"/>
                    <a:gd name="T47" fmla="*/ 207 h 344"/>
                    <a:gd name="T48" fmla="*/ 0 w 347"/>
                    <a:gd name="T49" fmla="*/ 172 h 344"/>
                    <a:gd name="T50" fmla="*/ 4 w 347"/>
                    <a:gd name="T51" fmla="*/ 138 h 344"/>
                    <a:gd name="T52" fmla="*/ 14 w 347"/>
                    <a:gd name="T53" fmla="*/ 106 h 344"/>
                    <a:gd name="T54" fmla="*/ 30 w 347"/>
                    <a:gd name="T55" fmla="*/ 76 h 344"/>
                    <a:gd name="T56" fmla="*/ 51 w 347"/>
                    <a:gd name="T57" fmla="*/ 50 h 344"/>
                    <a:gd name="T58" fmla="*/ 77 w 347"/>
                    <a:gd name="T59" fmla="*/ 30 h 344"/>
                    <a:gd name="T60" fmla="*/ 107 w 347"/>
                    <a:gd name="T61" fmla="*/ 14 h 344"/>
                    <a:gd name="T62" fmla="*/ 139 w 347"/>
                    <a:gd name="T63" fmla="*/ 4 h 344"/>
                    <a:gd name="T64" fmla="*/ 174 w 347"/>
                    <a:gd name="T65" fmla="*/ 0 h 34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</a:cxnLst>
                  <a:rect l="0" t="0" r="r" b="b"/>
                  <a:pathLst>
                    <a:path w="347" h="344">
                      <a:moveTo>
                        <a:pt x="174" y="0"/>
                      </a:moveTo>
                      <a:lnTo>
                        <a:pt x="209" y="4"/>
                      </a:lnTo>
                      <a:lnTo>
                        <a:pt x="241" y="14"/>
                      </a:lnTo>
                      <a:lnTo>
                        <a:pt x="270" y="30"/>
                      </a:lnTo>
                      <a:lnTo>
                        <a:pt x="296" y="50"/>
                      </a:lnTo>
                      <a:lnTo>
                        <a:pt x="318" y="76"/>
                      </a:lnTo>
                      <a:lnTo>
                        <a:pt x="334" y="106"/>
                      </a:lnTo>
                      <a:lnTo>
                        <a:pt x="344" y="138"/>
                      </a:lnTo>
                      <a:lnTo>
                        <a:pt x="347" y="172"/>
                      </a:lnTo>
                      <a:lnTo>
                        <a:pt x="344" y="207"/>
                      </a:lnTo>
                      <a:lnTo>
                        <a:pt x="334" y="240"/>
                      </a:lnTo>
                      <a:lnTo>
                        <a:pt x="318" y="269"/>
                      </a:lnTo>
                      <a:lnTo>
                        <a:pt x="296" y="294"/>
                      </a:lnTo>
                      <a:lnTo>
                        <a:pt x="270" y="315"/>
                      </a:lnTo>
                      <a:lnTo>
                        <a:pt x="241" y="331"/>
                      </a:lnTo>
                      <a:lnTo>
                        <a:pt x="209" y="341"/>
                      </a:lnTo>
                      <a:lnTo>
                        <a:pt x="174" y="344"/>
                      </a:lnTo>
                      <a:lnTo>
                        <a:pt x="139" y="341"/>
                      </a:lnTo>
                      <a:lnTo>
                        <a:pt x="107" y="331"/>
                      </a:lnTo>
                      <a:lnTo>
                        <a:pt x="77" y="315"/>
                      </a:lnTo>
                      <a:lnTo>
                        <a:pt x="51" y="294"/>
                      </a:lnTo>
                      <a:lnTo>
                        <a:pt x="30" y="269"/>
                      </a:lnTo>
                      <a:lnTo>
                        <a:pt x="14" y="240"/>
                      </a:lnTo>
                      <a:lnTo>
                        <a:pt x="4" y="207"/>
                      </a:lnTo>
                      <a:lnTo>
                        <a:pt x="0" y="172"/>
                      </a:lnTo>
                      <a:lnTo>
                        <a:pt x="4" y="138"/>
                      </a:lnTo>
                      <a:lnTo>
                        <a:pt x="14" y="106"/>
                      </a:lnTo>
                      <a:lnTo>
                        <a:pt x="30" y="76"/>
                      </a:lnTo>
                      <a:lnTo>
                        <a:pt x="51" y="50"/>
                      </a:lnTo>
                      <a:lnTo>
                        <a:pt x="77" y="30"/>
                      </a:lnTo>
                      <a:lnTo>
                        <a:pt x="107" y="14"/>
                      </a:lnTo>
                      <a:lnTo>
                        <a:pt x="139" y="4"/>
                      </a:lnTo>
                      <a:lnTo>
                        <a:pt x="174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</p:grpSp>
        </p:grpSp>
        <p:grpSp>
          <p:nvGrpSpPr>
            <p:cNvPr id="31" name="그룹 51"/>
            <p:cNvGrpSpPr/>
            <p:nvPr/>
          </p:nvGrpSpPr>
          <p:grpSpPr>
            <a:xfrm>
              <a:off x="6377507" y="3161645"/>
              <a:ext cx="1887811" cy="1488466"/>
              <a:chOff x="6225107" y="3009245"/>
              <a:chExt cx="1887811" cy="1488466"/>
            </a:xfrm>
          </p:grpSpPr>
          <p:sp>
            <p:nvSpPr>
              <p:cNvPr id="53" name="Freeform 25"/>
              <p:cNvSpPr>
                <a:spLocks noEditPoints="1"/>
              </p:cNvSpPr>
              <p:nvPr/>
            </p:nvSpPr>
            <p:spPr bwMode="auto">
              <a:xfrm>
                <a:off x="6225107" y="3009245"/>
                <a:ext cx="1887811" cy="1488466"/>
              </a:xfrm>
              <a:custGeom>
                <a:avLst/>
                <a:gdLst>
                  <a:gd name="T0" fmla="*/ 1139 w 2079"/>
                  <a:gd name="T1" fmla="*/ 134 h 1640"/>
                  <a:gd name="T2" fmla="*/ 941 w 2079"/>
                  <a:gd name="T3" fmla="*/ 210 h 1640"/>
                  <a:gd name="T4" fmla="*/ 779 w 2079"/>
                  <a:gd name="T5" fmla="*/ 336 h 1640"/>
                  <a:gd name="T6" fmla="*/ 663 w 2079"/>
                  <a:gd name="T7" fmla="*/ 500 h 1640"/>
                  <a:gd name="T8" fmla="*/ 598 w 2079"/>
                  <a:gd name="T9" fmla="*/ 691 h 1640"/>
                  <a:gd name="T10" fmla="*/ 591 w 2079"/>
                  <a:gd name="T11" fmla="*/ 896 h 1640"/>
                  <a:gd name="T12" fmla="*/ 647 w 2079"/>
                  <a:gd name="T13" fmla="*/ 1101 h 1640"/>
                  <a:gd name="T14" fmla="*/ 757 w 2079"/>
                  <a:gd name="T15" fmla="*/ 1275 h 1640"/>
                  <a:gd name="T16" fmla="*/ 911 w 2079"/>
                  <a:gd name="T17" fmla="*/ 1407 h 1640"/>
                  <a:gd name="T18" fmla="*/ 1093 w 2079"/>
                  <a:gd name="T19" fmla="*/ 1489 h 1640"/>
                  <a:gd name="T20" fmla="*/ 1294 w 2079"/>
                  <a:gd name="T21" fmla="*/ 1516 h 1640"/>
                  <a:gd name="T22" fmla="*/ 1502 w 2079"/>
                  <a:gd name="T23" fmla="*/ 1482 h 1640"/>
                  <a:gd name="T24" fmla="*/ 1689 w 2079"/>
                  <a:gd name="T25" fmla="*/ 1388 h 1640"/>
                  <a:gd name="T26" fmla="*/ 1836 w 2079"/>
                  <a:gd name="T27" fmla="*/ 1248 h 1640"/>
                  <a:gd name="T28" fmla="*/ 1936 w 2079"/>
                  <a:gd name="T29" fmla="*/ 1074 h 1640"/>
                  <a:gd name="T30" fmla="*/ 1982 w 2079"/>
                  <a:gd name="T31" fmla="*/ 877 h 1640"/>
                  <a:gd name="T32" fmla="*/ 1970 w 2079"/>
                  <a:gd name="T33" fmla="*/ 670 h 1640"/>
                  <a:gd name="T34" fmla="*/ 1893 w 2079"/>
                  <a:gd name="T35" fmla="*/ 472 h 1640"/>
                  <a:gd name="T36" fmla="*/ 1768 w 2079"/>
                  <a:gd name="T37" fmla="*/ 310 h 1640"/>
                  <a:gd name="T38" fmla="*/ 1603 w 2079"/>
                  <a:gd name="T39" fmla="*/ 194 h 1640"/>
                  <a:gd name="T40" fmla="*/ 1413 w 2079"/>
                  <a:gd name="T41" fmla="*/ 130 h 1640"/>
                  <a:gd name="T42" fmla="*/ 1286 w 2079"/>
                  <a:gd name="T43" fmla="*/ 0 h 1640"/>
                  <a:gd name="T44" fmla="*/ 1496 w 2079"/>
                  <a:gd name="T45" fmla="*/ 36 h 1640"/>
                  <a:gd name="T46" fmla="*/ 1689 w 2079"/>
                  <a:gd name="T47" fmla="*/ 125 h 1640"/>
                  <a:gd name="T48" fmla="*/ 1854 w 2079"/>
                  <a:gd name="T49" fmla="*/ 259 h 1640"/>
                  <a:gd name="T50" fmla="*/ 1981 w 2079"/>
                  <a:gd name="T51" fmla="*/ 436 h 1640"/>
                  <a:gd name="T52" fmla="*/ 2059 w 2079"/>
                  <a:gd name="T53" fmla="*/ 645 h 1640"/>
                  <a:gd name="T54" fmla="*/ 2079 w 2079"/>
                  <a:gd name="T55" fmla="*/ 863 h 1640"/>
                  <a:gd name="T56" fmla="*/ 2043 w 2079"/>
                  <a:gd name="T57" fmla="*/ 1074 h 1640"/>
                  <a:gd name="T58" fmla="*/ 1955 w 2079"/>
                  <a:gd name="T59" fmla="*/ 1267 h 1640"/>
                  <a:gd name="T60" fmla="*/ 1820 w 2079"/>
                  <a:gd name="T61" fmla="*/ 1431 h 1640"/>
                  <a:gd name="T62" fmla="*/ 1645 w 2079"/>
                  <a:gd name="T63" fmla="*/ 1558 h 1640"/>
                  <a:gd name="T64" fmla="*/ 1461 w 2079"/>
                  <a:gd name="T65" fmla="*/ 1629 h 1640"/>
                  <a:gd name="T66" fmla="*/ 1304 w 2079"/>
                  <a:gd name="T67" fmla="*/ 1640 h 1640"/>
                  <a:gd name="T68" fmla="*/ 1120 w 2079"/>
                  <a:gd name="T69" fmla="*/ 1623 h 1640"/>
                  <a:gd name="T70" fmla="*/ 923 w 2079"/>
                  <a:gd name="T71" fmla="*/ 1581 h 1640"/>
                  <a:gd name="T72" fmla="*/ 722 w 2079"/>
                  <a:gd name="T73" fmla="*/ 1523 h 1640"/>
                  <a:gd name="T74" fmla="*/ 526 w 2079"/>
                  <a:gd name="T75" fmla="*/ 1455 h 1640"/>
                  <a:gd name="T76" fmla="*/ 348 w 2079"/>
                  <a:gd name="T77" fmla="*/ 1388 h 1640"/>
                  <a:gd name="T78" fmla="*/ 197 w 2079"/>
                  <a:gd name="T79" fmla="*/ 1324 h 1640"/>
                  <a:gd name="T80" fmla="*/ 83 w 2079"/>
                  <a:gd name="T81" fmla="*/ 1273 h 1640"/>
                  <a:gd name="T82" fmla="*/ 15 w 2079"/>
                  <a:gd name="T83" fmla="*/ 1241 h 1640"/>
                  <a:gd name="T84" fmla="*/ 3 w 2079"/>
                  <a:gd name="T85" fmla="*/ 1231 h 1640"/>
                  <a:gd name="T86" fmla="*/ 29 w 2079"/>
                  <a:gd name="T87" fmla="*/ 1183 h 1640"/>
                  <a:gd name="T88" fmla="*/ 84 w 2079"/>
                  <a:gd name="T89" fmla="*/ 1088 h 1640"/>
                  <a:gd name="T90" fmla="*/ 162 w 2079"/>
                  <a:gd name="T91" fmla="*/ 956 h 1640"/>
                  <a:gd name="T92" fmla="*/ 261 w 2079"/>
                  <a:gd name="T93" fmla="*/ 801 h 1640"/>
                  <a:gd name="T94" fmla="*/ 374 w 2079"/>
                  <a:gd name="T95" fmla="*/ 634 h 1640"/>
                  <a:gd name="T96" fmla="*/ 500 w 2079"/>
                  <a:gd name="T97" fmla="*/ 467 h 1640"/>
                  <a:gd name="T98" fmla="*/ 633 w 2079"/>
                  <a:gd name="T99" fmla="*/ 310 h 1640"/>
                  <a:gd name="T100" fmla="*/ 771 w 2079"/>
                  <a:gd name="T101" fmla="*/ 178 h 1640"/>
                  <a:gd name="T102" fmla="*/ 907 w 2079"/>
                  <a:gd name="T103" fmla="*/ 81 h 1640"/>
                  <a:gd name="T104" fmla="*/ 1067 w 2079"/>
                  <a:gd name="T105" fmla="*/ 20 h 1640"/>
                  <a:gd name="T106" fmla="*/ 1286 w 2079"/>
                  <a:gd name="T107" fmla="*/ 0 h 164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</a:cxnLst>
                <a:rect l="0" t="0" r="r" b="b"/>
                <a:pathLst>
                  <a:path w="2079" h="1640">
                    <a:moveTo>
                      <a:pt x="1278" y="119"/>
                    </a:moveTo>
                    <a:lnTo>
                      <a:pt x="1208" y="123"/>
                    </a:lnTo>
                    <a:lnTo>
                      <a:pt x="1139" y="134"/>
                    </a:lnTo>
                    <a:lnTo>
                      <a:pt x="1070" y="152"/>
                    </a:lnTo>
                    <a:lnTo>
                      <a:pt x="1003" y="178"/>
                    </a:lnTo>
                    <a:lnTo>
                      <a:pt x="941" y="210"/>
                    </a:lnTo>
                    <a:lnTo>
                      <a:pt x="883" y="247"/>
                    </a:lnTo>
                    <a:lnTo>
                      <a:pt x="829" y="289"/>
                    </a:lnTo>
                    <a:lnTo>
                      <a:pt x="779" y="336"/>
                    </a:lnTo>
                    <a:lnTo>
                      <a:pt x="736" y="387"/>
                    </a:lnTo>
                    <a:lnTo>
                      <a:pt x="696" y="442"/>
                    </a:lnTo>
                    <a:lnTo>
                      <a:pt x="663" y="500"/>
                    </a:lnTo>
                    <a:lnTo>
                      <a:pt x="636" y="561"/>
                    </a:lnTo>
                    <a:lnTo>
                      <a:pt x="614" y="625"/>
                    </a:lnTo>
                    <a:lnTo>
                      <a:pt x="598" y="691"/>
                    </a:lnTo>
                    <a:lnTo>
                      <a:pt x="590" y="758"/>
                    </a:lnTo>
                    <a:lnTo>
                      <a:pt x="587" y="825"/>
                    </a:lnTo>
                    <a:lnTo>
                      <a:pt x="591" y="896"/>
                    </a:lnTo>
                    <a:lnTo>
                      <a:pt x="602" y="964"/>
                    </a:lnTo>
                    <a:lnTo>
                      <a:pt x="621" y="1033"/>
                    </a:lnTo>
                    <a:lnTo>
                      <a:pt x="647" y="1101"/>
                    </a:lnTo>
                    <a:lnTo>
                      <a:pt x="679" y="1163"/>
                    </a:lnTo>
                    <a:lnTo>
                      <a:pt x="715" y="1221"/>
                    </a:lnTo>
                    <a:lnTo>
                      <a:pt x="757" y="1275"/>
                    </a:lnTo>
                    <a:lnTo>
                      <a:pt x="804" y="1324"/>
                    </a:lnTo>
                    <a:lnTo>
                      <a:pt x="856" y="1368"/>
                    </a:lnTo>
                    <a:lnTo>
                      <a:pt x="911" y="1407"/>
                    </a:lnTo>
                    <a:lnTo>
                      <a:pt x="969" y="1440"/>
                    </a:lnTo>
                    <a:lnTo>
                      <a:pt x="1030" y="1467"/>
                    </a:lnTo>
                    <a:lnTo>
                      <a:pt x="1093" y="1489"/>
                    </a:lnTo>
                    <a:lnTo>
                      <a:pt x="1159" y="1505"/>
                    </a:lnTo>
                    <a:lnTo>
                      <a:pt x="1227" y="1513"/>
                    </a:lnTo>
                    <a:lnTo>
                      <a:pt x="1294" y="1516"/>
                    </a:lnTo>
                    <a:lnTo>
                      <a:pt x="1364" y="1512"/>
                    </a:lnTo>
                    <a:lnTo>
                      <a:pt x="1433" y="1501"/>
                    </a:lnTo>
                    <a:lnTo>
                      <a:pt x="1502" y="1482"/>
                    </a:lnTo>
                    <a:lnTo>
                      <a:pt x="1569" y="1457"/>
                    </a:lnTo>
                    <a:lnTo>
                      <a:pt x="1631" y="1424"/>
                    </a:lnTo>
                    <a:lnTo>
                      <a:pt x="1689" y="1388"/>
                    </a:lnTo>
                    <a:lnTo>
                      <a:pt x="1743" y="1346"/>
                    </a:lnTo>
                    <a:lnTo>
                      <a:pt x="1793" y="1299"/>
                    </a:lnTo>
                    <a:lnTo>
                      <a:pt x="1836" y="1248"/>
                    </a:lnTo>
                    <a:lnTo>
                      <a:pt x="1876" y="1192"/>
                    </a:lnTo>
                    <a:lnTo>
                      <a:pt x="1909" y="1134"/>
                    </a:lnTo>
                    <a:lnTo>
                      <a:pt x="1936" y="1074"/>
                    </a:lnTo>
                    <a:lnTo>
                      <a:pt x="1958" y="1010"/>
                    </a:lnTo>
                    <a:lnTo>
                      <a:pt x="1974" y="944"/>
                    </a:lnTo>
                    <a:lnTo>
                      <a:pt x="1982" y="877"/>
                    </a:lnTo>
                    <a:lnTo>
                      <a:pt x="1985" y="809"/>
                    </a:lnTo>
                    <a:lnTo>
                      <a:pt x="1981" y="739"/>
                    </a:lnTo>
                    <a:lnTo>
                      <a:pt x="1970" y="670"/>
                    </a:lnTo>
                    <a:lnTo>
                      <a:pt x="1951" y="602"/>
                    </a:lnTo>
                    <a:lnTo>
                      <a:pt x="1926" y="534"/>
                    </a:lnTo>
                    <a:lnTo>
                      <a:pt x="1893" y="472"/>
                    </a:lnTo>
                    <a:lnTo>
                      <a:pt x="1857" y="414"/>
                    </a:lnTo>
                    <a:lnTo>
                      <a:pt x="1815" y="360"/>
                    </a:lnTo>
                    <a:lnTo>
                      <a:pt x="1768" y="310"/>
                    </a:lnTo>
                    <a:lnTo>
                      <a:pt x="1716" y="267"/>
                    </a:lnTo>
                    <a:lnTo>
                      <a:pt x="1661" y="228"/>
                    </a:lnTo>
                    <a:lnTo>
                      <a:pt x="1603" y="194"/>
                    </a:lnTo>
                    <a:lnTo>
                      <a:pt x="1542" y="167"/>
                    </a:lnTo>
                    <a:lnTo>
                      <a:pt x="1479" y="146"/>
                    </a:lnTo>
                    <a:lnTo>
                      <a:pt x="1413" y="130"/>
                    </a:lnTo>
                    <a:lnTo>
                      <a:pt x="1345" y="121"/>
                    </a:lnTo>
                    <a:lnTo>
                      <a:pt x="1278" y="119"/>
                    </a:lnTo>
                    <a:close/>
                    <a:moveTo>
                      <a:pt x="1286" y="0"/>
                    </a:moveTo>
                    <a:lnTo>
                      <a:pt x="1358" y="7"/>
                    </a:lnTo>
                    <a:lnTo>
                      <a:pt x="1428" y="19"/>
                    </a:lnTo>
                    <a:lnTo>
                      <a:pt x="1496" y="36"/>
                    </a:lnTo>
                    <a:lnTo>
                      <a:pt x="1563" y="61"/>
                    </a:lnTo>
                    <a:lnTo>
                      <a:pt x="1627" y="90"/>
                    </a:lnTo>
                    <a:lnTo>
                      <a:pt x="1689" y="125"/>
                    </a:lnTo>
                    <a:lnTo>
                      <a:pt x="1747" y="165"/>
                    </a:lnTo>
                    <a:lnTo>
                      <a:pt x="1803" y="210"/>
                    </a:lnTo>
                    <a:lnTo>
                      <a:pt x="1854" y="259"/>
                    </a:lnTo>
                    <a:lnTo>
                      <a:pt x="1901" y="313"/>
                    </a:lnTo>
                    <a:lnTo>
                      <a:pt x="1943" y="372"/>
                    </a:lnTo>
                    <a:lnTo>
                      <a:pt x="1981" y="436"/>
                    </a:lnTo>
                    <a:lnTo>
                      <a:pt x="2013" y="502"/>
                    </a:lnTo>
                    <a:lnTo>
                      <a:pt x="2040" y="572"/>
                    </a:lnTo>
                    <a:lnTo>
                      <a:pt x="2059" y="645"/>
                    </a:lnTo>
                    <a:lnTo>
                      <a:pt x="2073" y="719"/>
                    </a:lnTo>
                    <a:lnTo>
                      <a:pt x="2079" y="792"/>
                    </a:lnTo>
                    <a:lnTo>
                      <a:pt x="2079" y="863"/>
                    </a:lnTo>
                    <a:lnTo>
                      <a:pt x="2074" y="935"/>
                    </a:lnTo>
                    <a:lnTo>
                      <a:pt x="2062" y="1005"/>
                    </a:lnTo>
                    <a:lnTo>
                      <a:pt x="2043" y="1074"/>
                    </a:lnTo>
                    <a:lnTo>
                      <a:pt x="2019" y="1141"/>
                    </a:lnTo>
                    <a:lnTo>
                      <a:pt x="1990" y="1204"/>
                    </a:lnTo>
                    <a:lnTo>
                      <a:pt x="1955" y="1267"/>
                    </a:lnTo>
                    <a:lnTo>
                      <a:pt x="1915" y="1324"/>
                    </a:lnTo>
                    <a:lnTo>
                      <a:pt x="1870" y="1380"/>
                    </a:lnTo>
                    <a:lnTo>
                      <a:pt x="1820" y="1431"/>
                    </a:lnTo>
                    <a:lnTo>
                      <a:pt x="1766" y="1478"/>
                    </a:lnTo>
                    <a:lnTo>
                      <a:pt x="1708" y="1520"/>
                    </a:lnTo>
                    <a:lnTo>
                      <a:pt x="1645" y="1558"/>
                    </a:lnTo>
                    <a:lnTo>
                      <a:pt x="1579" y="1590"/>
                    </a:lnTo>
                    <a:lnTo>
                      <a:pt x="1507" y="1617"/>
                    </a:lnTo>
                    <a:lnTo>
                      <a:pt x="1461" y="1629"/>
                    </a:lnTo>
                    <a:lnTo>
                      <a:pt x="1413" y="1636"/>
                    </a:lnTo>
                    <a:lnTo>
                      <a:pt x="1359" y="1640"/>
                    </a:lnTo>
                    <a:lnTo>
                      <a:pt x="1304" y="1640"/>
                    </a:lnTo>
                    <a:lnTo>
                      <a:pt x="1244" y="1637"/>
                    </a:lnTo>
                    <a:lnTo>
                      <a:pt x="1184" y="1631"/>
                    </a:lnTo>
                    <a:lnTo>
                      <a:pt x="1120" y="1623"/>
                    </a:lnTo>
                    <a:lnTo>
                      <a:pt x="1055" y="1610"/>
                    </a:lnTo>
                    <a:lnTo>
                      <a:pt x="991" y="1597"/>
                    </a:lnTo>
                    <a:lnTo>
                      <a:pt x="923" y="1581"/>
                    </a:lnTo>
                    <a:lnTo>
                      <a:pt x="856" y="1563"/>
                    </a:lnTo>
                    <a:lnTo>
                      <a:pt x="790" y="1543"/>
                    </a:lnTo>
                    <a:lnTo>
                      <a:pt x="722" y="1523"/>
                    </a:lnTo>
                    <a:lnTo>
                      <a:pt x="656" y="1501"/>
                    </a:lnTo>
                    <a:lnTo>
                      <a:pt x="591" y="1478"/>
                    </a:lnTo>
                    <a:lnTo>
                      <a:pt x="526" y="1455"/>
                    </a:lnTo>
                    <a:lnTo>
                      <a:pt x="466" y="1432"/>
                    </a:lnTo>
                    <a:lnTo>
                      <a:pt x="405" y="1409"/>
                    </a:lnTo>
                    <a:lnTo>
                      <a:pt x="348" y="1388"/>
                    </a:lnTo>
                    <a:lnTo>
                      <a:pt x="294" y="1365"/>
                    </a:lnTo>
                    <a:lnTo>
                      <a:pt x="245" y="1343"/>
                    </a:lnTo>
                    <a:lnTo>
                      <a:pt x="197" y="1324"/>
                    </a:lnTo>
                    <a:lnTo>
                      <a:pt x="154" y="1306"/>
                    </a:lnTo>
                    <a:lnTo>
                      <a:pt x="115" y="1288"/>
                    </a:lnTo>
                    <a:lnTo>
                      <a:pt x="83" y="1273"/>
                    </a:lnTo>
                    <a:lnTo>
                      <a:pt x="54" y="1260"/>
                    </a:lnTo>
                    <a:lnTo>
                      <a:pt x="31" y="1249"/>
                    </a:lnTo>
                    <a:lnTo>
                      <a:pt x="15" y="1241"/>
                    </a:lnTo>
                    <a:lnTo>
                      <a:pt x="4" y="1237"/>
                    </a:lnTo>
                    <a:lnTo>
                      <a:pt x="0" y="1235"/>
                    </a:lnTo>
                    <a:lnTo>
                      <a:pt x="3" y="1231"/>
                    </a:lnTo>
                    <a:lnTo>
                      <a:pt x="8" y="1222"/>
                    </a:lnTo>
                    <a:lnTo>
                      <a:pt x="17" y="1206"/>
                    </a:lnTo>
                    <a:lnTo>
                      <a:pt x="29" y="1183"/>
                    </a:lnTo>
                    <a:lnTo>
                      <a:pt x="45" y="1156"/>
                    </a:lnTo>
                    <a:lnTo>
                      <a:pt x="62" y="1124"/>
                    </a:lnTo>
                    <a:lnTo>
                      <a:pt x="84" y="1088"/>
                    </a:lnTo>
                    <a:lnTo>
                      <a:pt x="107" y="1048"/>
                    </a:lnTo>
                    <a:lnTo>
                      <a:pt x="134" y="1003"/>
                    </a:lnTo>
                    <a:lnTo>
                      <a:pt x="162" y="956"/>
                    </a:lnTo>
                    <a:lnTo>
                      <a:pt x="192" y="906"/>
                    </a:lnTo>
                    <a:lnTo>
                      <a:pt x="226" y="855"/>
                    </a:lnTo>
                    <a:lnTo>
                      <a:pt x="261" y="801"/>
                    </a:lnTo>
                    <a:lnTo>
                      <a:pt x="297" y="747"/>
                    </a:lnTo>
                    <a:lnTo>
                      <a:pt x="335" y="691"/>
                    </a:lnTo>
                    <a:lnTo>
                      <a:pt x="374" y="634"/>
                    </a:lnTo>
                    <a:lnTo>
                      <a:pt x="415" y="579"/>
                    </a:lnTo>
                    <a:lnTo>
                      <a:pt x="458" y="522"/>
                    </a:lnTo>
                    <a:lnTo>
                      <a:pt x="500" y="467"/>
                    </a:lnTo>
                    <a:lnTo>
                      <a:pt x="544" y="413"/>
                    </a:lnTo>
                    <a:lnTo>
                      <a:pt x="589" y="362"/>
                    </a:lnTo>
                    <a:lnTo>
                      <a:pt x="633" y="310"/>
                    </a:lnTo>
                    <a:lnTo>
                      <a:pt x="679" y="263"/>
                    </a:lnTo>
                    <a:lnTo>
                      <a:pt x="725" y="219"/>
                    </a:lnTo>
                    <a:lnTo>
                      <a:pt x="771" y="178"/>
                    </a:lnTo>
                    <a:lnTo>
                      <a:pt x="817" y="142"/>
                    </a:lnTo>
                    <a:lnTo>
                      <a:pt x="861" y="108"/>
                    </a:lnTo>
                    <a:lnTo>
                      <a:pt x="907" y="81"/>
                    </a:lnTo>
                    <a:lnTo>
                      <a:pt x="951" y="58"/>
                    </a:lnTo>
                    <a:lnTo>
                      <a:pt x="995" y="41"/>
                    </a:lnTo>
                    <a:lnTo>
                      <a:pt x="1067" y="20"/>
                    </a:lnTo>
                    <a:lnTo>
                      <a:pt x="1140" y="7"/>
                    </a:lnTo>
                    <a:lnTo>
                      <a:pt x="1213" y="0"/>
                    </a:lnTo>
                    <a:lnTo>
                      <a:pt x="1286" y="0"/>
                    </a:lnTo>
                    <a:close/>
                  </a:path>
                </a:pathLst>
              </a:custGeom>
              <a:solidFill>
                <a:schemeClr val="accent3"/>
              </a:solidFill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54" name="Freeform 49"/>
              <p:cNvSpPr>
                <a:spLocks noEditPoints="1"/>
              </p:cNvSpPr>
              <p:nvPr/>
            </p:nvSpPr>
            <p:spPr bwMode="auto">
              <a:xfrm>
                <a:off x="7130965" y="3464081"/>
                <a:ext cx="615949" cy="615949"/>
              </a:xfrm>
              <a:custGeom>
                <a:avLst/>
                <a:gdLst>
                  <a:gd name="T0" fmla="*/ 2959 w 3962"/>
                  <a:gd name="T1" fmla="*/ 2546 h 3963"/>
                  <a:gd name="T2" fmla="*/ 3397 w 3962"/>
                  <a:gd name="T3" fmla="*/ 2984 h 3963"/>
                  <a:gd name="T4" fmla="*/ 3464 w 3962"/>
                  <a:gd name="T5" fmla="*/ 3124 h 3963"/>
                  <a:gd name="T6" fmla="*/ 3343 w 3962"/>
                  <a:gd name="T7" fmla="*/ 3219 h 3963"/>
                  <a:gd name="T8" fmla="*/ 2736 w 3962"/>
                  <a:gd name="T9" fmla="*/ 3150 h 3963"/>
                  <a:gd name="T10" fmla="*/ 2752 w 3962"/>
                  <a:gd name="T11" fmla="*/ 2523 h 3963"/>
                  <a:gd name="T12" fmla="*/ 2896 w 3962"/>
                  <a:gd name="T13" fmla="*/ 2232 h 3963"/>
                  <a:gd name="T14" fmla="*/ 2500 w 3962"/>
                  <a:gd name="T15" fmla="*/ 2399 h 3963"/>
                  <a:gd name="T16" fmla="*/ 2262 w 3962"/>
                  <a:gd name="T17" fmla="*/ 2752 h 3963"/>
                  <a:gd name="T18" fmla="*/ 2262 w 3962"/>
                  <a:gd name="T19" fmla="*/ 3193 h 3963"/>
                  <a:gd name="T20" fmla="*/ 2500 w 3962"/>
                  <a:gd name="T21" fmla="*/ 3544 h 3963"/>
                  <a:gd name="T22" fmla="*/ 2896 w 3962"/>
                  <a:gd name="T23" fmla="*/ 3711 h 3963"/>
                  <a:gd name="T24" fmla="*/ 3325 w 3962"/>
                  <a:gd name="T25" fmla="*/ 3625 h 3963"/>
                  <a:gd name="T26" fmla="*/ 3625 w 3962"/>
                  <a:gd name="T27" fmla="*/ 3325 h 3963"/>
                  <a:gd name="T28" fmla="*/ 3711 w 3962"/>
                  <a:gd name="T29" fmla="*/ 2896 h 3963"/>
                  <a:gd name="T30" fmla="*/ 3544 w 3962"/>
                  <a:gd name="T31" fmla="*/ 2500 h 3963"/>
                  <a:gd name="T32" fmla="*/ 3193 w 3962"/>
                  <a:gd name="T33" fmla="*/ 2262 h 3963"/>
                  <a:gd name="T34" fmla="*/ 1734 w 3962"/>
                  <a:gd name="T35" fmla="*/ 2724 h 3963"/>
                  <a:gd name="T36" fmla="*/ 495 w 3962"/>
                  <a:gd name="T37" fmla="*/ 2724 h 3963"/>
                  <a:gd name="T38" fmla="*/ 3300 w 3962"/>
                  <a:gd name="T39" fmla="*/ 2037 h 3963"/>
                  <a:gd name="T40" fmla="*/ 3700 w 3962"/>
                  <a:gd name="T41" fmla="*/ 2300 h 3963"/>
                  <a:gd name="T42" fmla="*/ 3930 w 3962"/>
                  <a:gd name="T43" fmla="*/ 2722 h 3963"/>
                  <a:gd name="T44" fmla="*/ 3930 w 3962"/>
                  <a:gd name="T45" fmla="*/ 3222 h 3963"/>
                  <a:gd name="T46" fmla="*/ 3700 w 3962"/>
                  <a:gd name="T47" fmla="*/ 3643 h 3963"/>
                  <a:gd name="T48" fmla="*/ 3300 w 3962"/>
                  <a:gd name="T49" fmla="*/ 3907 h 3963"/>
                  <a:gd name="T50" fmla="*/ 2802 w 3962"/>
                  <a:gd name="T51" fmla="*/ 3948 h 3963"/>
                  <a:gd name="T52" fmla="*/ 2361 w 3962"/>
                  <a:gd name="T53" fmla="*/ 3752 h 3963"/>
                  <a:gd name="T54" fmla="*/ 2067 w 3962"/>
                  <a:gd name="T55" fmla="*/ 3376 h 3963"/>
                  <a:gd name="T56" fmla="*/ 1984 w 3962"/>
                  <a:gd name="T57" fmla="*/ 2887 h 3963"/>
                  <a:gd name="T58" fmla="*/ 2144 w 3962"/>
                  <a:gd name="T59" fmla="*/ 2426 h 3963"/>
                  <a:gd name="T60" fmla="*/ 2495 w 3962"/>
                  <a:gd name="T61" fmla="*/ 2103 h 3963"/>
                  <a:gd name="T62" fmla="*/ 2972 w 3962"/>
                  <a:gd name="T63" fmla="*/ 1982 h 3963"/>
                  <a:gd name="T64" fmla="*/ 1238 w 3962"/>
                  <a:gd name="T65" fmla="*/ 1486 h 3963"/>
                  <a:gd name="T66" fmla="*/ 990 w 3962"/>
                  <a:gd name="T67" fmla="*/ 1486 h 3963"/>
                  <a:gd name="T68" fmla="*/ 371 w 3962"/>
                  <a:gd name="T69" fmla="*/ 619 h 3963"/>
                  <a:gd name="T70" fmla="*/ 473 w 3962"/>
                  <a:gd name="T71" fmla="*/ 819 h 3963"/>
                  <a:gd name="T72" fmla="*/ 697 w 3962"/>
                  <a:gd name="T73" fmla="*/ 854 h 3963"/>
                  <a:gd name="T74" fmla="*/ 854 w 3962"/>
                  <a:gd name="T75" fmla="*/ 697 h 3963"/>
                  <a:gd name="T76" fmla="*/ 2355 w 3962"/>
                  <a:gd name="T77" fmla="*/ 659 h 3963"/>
                  <a:gd name="T78" fmla="*/ 2487 w 3962"/>
                  <a:gd name="T79" fmla="*/ 839 h 3963"/>
                  <a:gd name="T80" fmla="*/ 2714 w 3962"/>
                  <a:gd name="T81" fmla="*/ 839 h 3963"/>
                  <a:gd name="T82" fmla="*/ 2844 w 3962"/>
                  <a:gd name="T83" fmla="*/ 659 h 3963"/>
                  <a:gd name="T84" fmla="*/ 3074 w 3962"/>
                  <a:gd name="T85" fmla="*/ 526 h 3963"/>
                  <a:gd name="T86" fmla="*/ 3215 w 3962"/>
                  <a:gd name="T87" fmla="*/ 724 h 3963"/>
                  <a:gd name="T88" fmla="*/ 248 w 3962"/>
                  <a:gd name="T89" fmla="*/ 2947 h 3963"/>
                  <a:gd name="T90" fmla="*/ 268 w 3962"/>
                  <a:gd name="T91" fmla="*/ 3219 h 3963"/>
                  <a:gd name="T92" fmla="*/ 52 w 3962"/>
                  <a:gd name="T93" fmla="*/ 3108 h 3963"/>
                  <a:gd name="T94" fmla="*/ 3 w 3962"/>
                  <a:gd name="T95" fmla="*/ 724 h 3963"/>
                  <a:gd name="T96" fmla="*/ 144 w 3962"/>
                  <a:gd name="T97" fmla="*/ 526 h 3963"/>
                  <a:gd name="T98" fmla="*/ 2654 w 3962"/>
                  <a:gd name="T99" fmla="*/ 13 h 3963"/>
                  <a:gd name="T100" fmla="*/ 2724 w 3962"/>
                  <a:gd name="T101" fmla="*/ 619 h 3963"/>
                  <a:gd name="T102" fmla="*/ 2629 w 3962"/>
                  <a:gd name="T103" fmla="*/ 739 h 3963"/>
                  <a:gd name="T104" fmla="*/ 2489 w 3962"/>
                  <a:gd name="T105" fmla="*/ 673 h 3963"/>
                  <a:gd name="T106" fmla="*/ 2503 w 3962"/>
                  <a:gd name="T107" fmla="*/ 47 h 3963"/>
                  <a:gd name="T108" fmla="*/ 647 w 3962"/>
                  <a:gd name="T109" fmla="*/ 3 h 3963"/>
                  <a:gd name="T110" fmla="*/ 743 w 3962"/>
                  <a:gd name="T111" fmla="*/ 124 h 3963"/>
                  <a:gd name="T112" fmla="*/ 673 w 3962"/>
                  <a:gd name="T113" fmla="*/ 730 h 3963"/>
                  <a:gd name="T114" fmla="*/ 523 w 3962"/>
                  <a:gd name="T115" fmla="*/ 696 h 3963"/>
                  <a:gd name="T116" fmla="*/ 508 w 3962"/>
                  <a:gd name="T117" fmla="*/ 69 h 396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</a:cxnLst>
                <a:rect l="0" t="0" r="r" b="b"/>
                <a:pathLst>
                  <a:path w="3962" h="3963">
                    <a:moveTo>
                      <a:pt x="2848" y="2477"/>
                    </a:moveTo>
                    <a:lnTo>
                      <a:pt x="2876" y="2479"/>
                    </a:lnTo>
                    <a:lnTo>
                      <a:pt x="2902" y="2489"/>
                    </a:lnTo>
                    <a:lnTo>
                      <a:pt x="2925" y="2503"/>
                    </a:lnTo>
                    <a:lnTo>
                      <a:pt x="2944" y="2523"/>
                    </a:lnTo>
                    <a:lnTo>
                      <a:pt x="2959" y="2546"/>
                    </a:lnTo>
                    <a:lnTo>
                      <a:pt x="2968" y="2572"/>
                    </a:lnTo>
                    <a:lnTo>
                      <a:pt x="2972" y="2600"/>
                    </a:lnTo>
                    <a:lnTo>
                      <a:pt x="2972" y="2972"/>
                    </a:lnTo>
                    <a:lnTo>
                      <a:pt x="3343" y="2972"/>
                    </a:lnTo>
                    <a:lnTo>
                      <a:pt x="3371" y="2975"/>
                    </a:lnTo>
                    <a:lnTo>
                      <a:pt x="3397" y="2984"/>
                    </a:lnTo>
                    <a:lnTo>
                      <a:pt x="3420" y="2999"/>
                    </a:lnTo>
                    <a:lnTo>
                      <a:pt x="3440" y="3018"/>
                    </a:lnTo>
                    <a:lnTo>
                      <a:pt x="3454" y="3041"/>
                    </a:lnTo>
                    <a:lnTo>
                      <a:pt x="3464" y="3067"/>
                    </a:lnTo>
                    <a:lnTo>
                      <a:pt x="3467" y="3096"/>
                    </a:lnTo>
                    <a:lnTo>
                      <a:pt x="3464" y="3124"/>
                    </a:lnTo>
                    <a:lnTo>
                      <a:pt x="3454" y="3150"/>
                    </a:lnTo>
                    <a:lnTo>
                      <a:pt x="3440" y="3173"/>
                    </a:lnTo>
                    <a:lnTo>
                      <a:pt x="3420" y="3193"/>
                    </a:lnTo>
                    <a:lnTo>
                      <a:pt x="3397" y="3207"/>
                    </a:lnTo>
                    <a:lnTo>
                      <a:pt x="3371" y="3217"/>
                    </a:lnTo>
                    <a:lnTo>
                      <a:pt x="3343" y="3219"/>
                    </a:lnTo>
                    <a:lnTo>
                      <a:pt x="2848" y="3219"/>
                    </a:lnTo>
                    <a:lnTo>
                      <a:pt x="2819" y="3217"/>
                    </a:lnTo>
                    <a:lnTo>
                      <a:pt x="2794" y="3207"/>
                    </a:lnTo>
                    <a:lnTo>
                      <a:pt x="2771" y="3193"/>
                    </a:lnTo>
                    <a:lnTo>
                      <a:pt x="2752" y="3173"/>
                    </a:lnTo>
                    <a:lnTo>
                      <a:pt x="2736" y="3150"/>
                    </a:lnTo>
                    <a:lnTo>
                      <a:pt x="2727" y="3124"/>
                    </a:lnTo>
                    <a:lnTo>
                      <a:pt x="2724" y="3096"/>
                    </a:lnTo>
                    <a:lnTo>
                      <a:pt x="2724" y="2600"/>
                    </a:lnTo>
                    <a:lnTo>
                      <a:pt x="2727" y="2572"/>
                    </a:lnTo>
                    <a:lnTo>
                      <a:pt x="2736" y="2546"/>
                    </a:lnTo>
                    <a:lnTo>
                      <a:pt x="2752" y="2523"/>
                    </a:lnTo>
                    <a:lnTo>
                      <a:pt x="2771" y="2503"/>
                    </a:lnTo>
                    <a:lnTo>
                      <a:pt x="2794" y="2489"/>
                    </a:lnTo>
                    <a:lnTo>
                      <a:pt x="2819" y="2479"/>
                    </a:lnTo>
                    <a:lnTo>
                      <a:pt x="2848" y="2477"/>
                    </a:lnTo>
                    <a:close/>
                    <a:moveTo>
                      <a:pt x="2972" y="2229"/>
                    </a:moveTo>
                    <a:lnTo>
                      <a:pt x="2896" y="2232"/>
                    </a:lnTo>
                    <a:lnTo>
                      <a:pt x="2821" y="2244"/>
                    </a:lnTo>
                    <a:lnTo>
                      <a:pt x="2750" y="2262"/>
                    </a:lnTo>
                    <a:lnTo>
                      <a:pt x="2683" y="2288"/>
                    </a:lnTo>
                    <a:lnTo>
                      <a:pt x="2618" y="2319"/>
                    </a:lnTo>
                    <a:lnTo>
                      <a:pt x="2556" y="2356"/>
                    </a:lnTo>
                    <a:lnTo>
                      <a:pt x="2500" y="2399"/>
                    </a:lnTo>
                    <a:lnTo>
                      <a:pt x="2447" y="2447"/>
                    </a:lnTo>
                    <a:lnTo>
                      <a:pt x="2399" y="2500"/>
                    </a:lnTo>
                    <a:lnTo>
                      <a:pt x="2355" y="2556"/>
                    </a:lnTo>
                    <a:lnTo>
                      <a:pt x="2318" y="2618"/>
                    </a:lnTo>
                    <a:lnTo>
                      <a:pt x="2287" y="2683"/>
                    </a:lnTo>
                    <a:lnTo>
                      <a:pt x="2262" y="2752"/>
                    </a:lnTo>
                    <a:lnTo>
                      <a:pt x="2243" y="2823"/>
                    </a:lnTo>
                    <a:lnTo>
                      <a:pt x="2232" y="2896"/>
                    </a:lnTo>
                    <a:lnTo>
                      <a:pt x="2229" y="2972"/>
                    </a:lnTo>
                    <a:lnTo>
                      <a:pt x="2232" y="3048"/>
                    </a:lnTo>
                    <a:lnTo>
                      <a:pt x="2243" y="3122"/>
                    </a:lnTo>
                    <a:lnTo>
                      <a:pt x="2262" y="3193"/>
                    </a:lnTo>
                    <a:lnTo>
                      <a:pt x="2287" y="3261"/>
                    </a:lnTo>
                    <a:lnTo>
                      <a:pt x="2318" y="3325"/>
                    </a:lnTo>
                    <a:lnTo>
                      <a:pt x="2355" y="3387"/>
                    </a:lnTo>
                    <a:lnTo>
                      <a:pt x="2399" y="3444"/>
                    </a:lnTo>
                    <a:lnTo>
                      <a:pt x="2447" y="3497"/>
                    </a:lnTo>
                    <a:lnTo>
                      <a:pt x="2500" y="3544"/>
                    </a:lnTo>
                    <a:lnTo>
                      <a:pt x="2556" y="3588"/>
                    </a:lnTo>
                    <a:lnTo>
                      <a:pt x="2618" y="3625"/>
                    </a:lnTo>
                    <a:lnTo>
                      <a:pt x="2683" y="3657"/>
                    </a:lnTo>
                    <a:lnTo>
                      <a:pt x="2750" y="3682"/>
                    </a:lnTo>
                    <a:lnTo>
                      <a:pt x="2821" y="3700"/>
                    </a:lnTo>
                    <a:lnTo>
                      <a:pt x="2896" y="3711"/>
                    </a:lnTo>
                    <a:lnTo>
                      <a:pt x="2972" y="3714"/>
                    </a:lnTo>
                    <a:lnTo>
                      <a:pt x="3048" y="3711"/>
                    </a:lnTo>
                    <a:lnTo>
                      <a:pt x="3121" y="3700"/>
                    </a:lnTo>
                    <a:lnTo>
                      <a:pt x="3193" y="3682"/>
                    </a:lnTo>
                    <a:lnTo>
                      <a:pt x="3260" y="3657"/>
                    </a:lnTo>
                    <a:lnTo>
                      <a:pt x="3325" y="3625"/>
                    </a:lnTo>
                    <a:lnTo>
                      <a:pt x="3386" y="3588"/>
                    </a:lnTo>
                    <a:lnTo>
                      <a:pt x="3444" y="3544"/>
                    </a:lnTo>
                    <a:lnTo>
                      <a:pt x="3496" y="3497"/>
                    </a:lnTo>
                    <a:lnTo>
                      <a:pt x="3544" y="3444"/>
                    </a:lnTo>
                    <a:lnTo>
                      <a:pt x="3588" y="3387"/>
                    </a:lnTo>
                    <a:lnTo>
                      <a:pt x="3625" y="3325"/>
                    </a:lnTo>
                    <a:lnTo>
                      <a:pt x="3656" y="3261"/>
                    </a:lnTo>
                    <a:lnTo>
                      <a:pt x="3680" y="3193"/>
                    </a:lnTo>
                    <a:lnTo>
                      <a:pt x="3700" y="3122"/>
                    </a:lnTo>
                    <a:lnTo>
                      <a:pt x="3711" y="3048"/>
                    </a:lnTo>
                    <a:lnTo>
                      <a:pt x="3714" y="2972"/>
                    </a:lnTo>
                    <a:lnTo>
                      <a:pt x="3711" y="2896"/>
                    </a:lnTo>
                    <a:lnTo>
                      <a:pt x="3700" y="2823"/>
                    </a:lnTo>
                    <a:lnTo>
                      <a:pt x="3680" y="2752"/>
                    </a:lnTo>
                    <a:lnTo>
                      <a:pt x="3656" y="2683"/>
                    </a:lnTo>
                    <a:lnTo>
                      <a:pt x="3625" y="2618"/>
                    </a:lnTo>
                    <a:lnTo>
                      <a:pt x="3588" y="2556"/>
                    </a:lnTo>
                    <a:lnTo>
                      <a:pt x="3544" y="2500"/>
                    </a:lnTo>
                    <a:lnTo>
                      <a:pt x="3496" y="2447"/>
                    </a:lnTo>
                    <a:lnTo>
                      <a:pt x="3444" y="2399"/>
                    </a:lnTo>
                    <a:lnTo>
                      <a:pt x="3386" y="2356"/>
                    </a:lnTo>
                    <a:lnTo>
                      <a:pt x="3325" y="2319"/>
                    </a:lnTo>
                    <a:lnTo>
                      <a:pt x="3260" y="2288"/>
                    </a:lnTo>
                    <a:lnTo>
                      <a:pt x="3193" y="2262"/>
                    </a:lnTo>
                    <a:lnTo>
                      <a:pt x="3121" y="2244"/>
                    </a:lnTo>
                    <a:lnTo>
                      <a:pt x="3048" y="2232"/>
                    </a:lnTo>
                    <a:lnTo>
                      <a:pt x="2972" y="2229"/>
                    </a:lnTo>
                    <a:close/>
                    <a:moveTo>
                      <a:pt x="1238" y="2229"/>
                    </a:moveTo>
                    <a:lnTo>
                      <a:pt x="1734" y="2229"/>
                    </a:lnTo>
                    <a:lnTo>
                      <a:pt x="1734" y="2724"/>
                    </a:lnTo>
                    <a:lnTo>
                      <a:pt x="1238" y="2724"/>
                    </a:lnTo>
                    <a:lnTo>
                      <a:pt x="1238" y="2229"/>
                    </a:lnTo>
                    <a:close/>
                    <a:moveTo>
                      <a:pt x="495" y="2229"/>
                    </a:moveTo>
                    <a:lnTo>
                      <a:pt x="990" y="2229"/>
                    </a:lnTo>
                    <a:lnTo>
                      <a:pt x="990" y="2724"/>
                    </a:lnTo>
                    <a:lnTo>
                      <a:pt x="495" y="2724"/>
                    </a:lnTo>
                    <a:lnTo>
                      <a:pt x="495" y="2229"/>
                    </a:lnTo>
                    <a:close/>
                    <a:moveTo>
                      <a:pt x="2972" y="1982"/>
                    </a:moveTo>
                    <a:lnTo>
                      <a:pt x="3058" y="1985"/>
                    </a:lnTo>
                    <a:lnTo>
                      <a:pt x="3141" y="1996"/>
                    </a:lnTo>
                    <a:lnTo>
                      <a:pt x="3221" y="2013"/>
                    </a:lnTo>
                    <a:lnTo>
                      <a:pt x="3300" y="2037"/>
                    </a:lnTo>
                    <a:lnTo>
                      <a:pt x="3376" y="2067"/>
                    </a:lnTo>
                    <a:lnTo>
                      <a:pt x="3448" y="2103"/>
                    </a:lnTo>
                    <a:lnTo>
                      <a:pt x="3517" y="2144"/>
                    </a:lnTo>
                    <a:lnTo>
                      <a:pt x="3582" y="2191"/>
                    </a:lnTo>
                    <a:lnTo>
                      <a:pt x="3643" y="2243"/>
                    </a:lnTo>
                    <a:lnTo>
                      <a:pt x="3700" y="2300"/>
                    </a:lnTo>
                    <a:lnTo>
                      <a:pt x="3752" y="2361"/>
                    </a:lnTo>
                    <a:lnTo>
                      <a:pt x="3799" y="2426"/>
                    </a:lnTo>
                    <a:lnTo>
                      <a:pt x="3841" y="2495"/>
                    </a:lnTo>
                    <a:lnTo>
                      <a:pt x="3876" y="2567"/>
                    </a:lnTo>
                    <a:lnTo>
                      <a:pt x="3906" y="2643"/>
                    </a:lnTo>
                    <a:lnTo>
                      <a:pt x="3930" y="2722"/>
                    </a:lnTo>
                    <a:lnTo>
                      <a:pt x="3948" y="2803"/>
                    </a:lnTo>
                    <a:lnTo>
                      <a:pt x="3959" y="2887"/>
                    </a:lnTo>
                    <a:lnTo>
                      <a:pt x="3962" y="2972"/>
                    </a:lnTo>
                    <a:lnTo>
                      <a:pt x="3959" y="3058"/>
                    </a:lnTo>
                    <a:lnTo>
                      <a:pt x="3948" y="3141"/>
                    </a:lnTo>
                    <a:lnTo>
                      <a:pt x="3930" y="3222"/>
                    </a:lnTo>
                    <a:lnTo>
                      <a:pt x="3906" y="3300"/>
                    </a:lnTo>
                    <a:lnTo>
                      <a:pt x="3876" y="3376"/>
                    </a:lnTo>
                    <a:lnTo>
                      <a:pt x="3841" y="3448"/>
                    </a:lnTo>
                    <a:lnTo>
                      <a:pt x="3799" y="3518"/>
                    </a:lnTo>
                    <a:lnTo>
                      <a:pt x="3752" y="3583"/>
                    </a:lnTo>
                    <a:lnTo>
                      <a:pt x="3700" y="3643"/>
                    </a:lnTo>
                    <a:lnTo>
                      <a:pt x="3643" y="3700"/>
                    </a:lnTo>
                    <a:lnTo>
                      <a:pt x="3582" y="3752"/>
                    </a:lnTo>
                    <a:lnTo>
                      <a:pt x="3517" y="3799"/>
                    </a:lnTo>
                    <a:lnTo>
                      <a:pt x="3448" y="3841"/>
                    </a:lnTo>
                    <a:lnTo>
                      <a:pt x="3376" y="3877"/>
                    </a:lnTo>
                    <a:lnTo>
                      <a:pt x="3300" y="3907"/>
                    </a:lnTo>
                    <a:lnTo>
                      <a:pt x="3221" y="3931"/>
                    </a:lnTo>
                    <a:lnTo>
                      <a:pt x="3141" y="3948"/>
                    </a:lnTo>
                    <a:lnTo>
                      <a:pt x="3058" y="3959"/>
                    </a:lnTo>
                    <a:lnTo>
                      <a:pt x="2972" y="3963"/>
                    </a:lnTo>
                    <a:lnTo>
                      <a:pt x="2886" y="3959"/>
                    </a:lnTo>
                    <a:lnTo>
                      <a:pt x="2802" y="3948"/>
                    </a:lnTo>
                    <a:lnTo>
                      <a:pt x="2721" y="3931"/>
                    </a:lnTo>
                    <a:lnTo>
                      <a:pt x="2643" y="3907"/>
                    </a:lnTo>
                    <a:lnTo>
                      <a:pt x="2567" y="3877"/>
                    </a:lnTo>
                    <a:lnTo>
                      <a:pt x="2495" y="3841"/>
                    </a:lnTo>
                    <a:lnTo>
                      <a:pt x="2426" y="3799"/>
                    </a:lnTo>
                    <a:lnTo>
                      <a:pt x="2361" y="3752"/>
                    </a:lnTo>
                    <a:lnTo>
                      <a:pt x="2300" y="3700"/>
                    </a:lnTo>
                    <a:lnTo>
                      <a:pt x="2243" y="3643"/>
                    </a:lnTo>
                    <a:lnTo>
                      <a:pt x="2191" y="3583"/>
                    </a:lnTo>
                    <a:lnTo>
                      <a:pt x="2144" y="3518"/>
                    </a:lnTo>
                    <a:lnTo>
                      <a:pt x="2103" y="3448"/>
                    </a:lnTo>
                    <a:lnTo>
                      <a:pt x="2067" y="3376"/>
                    </a:lnTo>
                    <a:lnTo>
                      <a:pt x="2037" y="3300"/>
                    </a:lnTo>
                    <a:lnTo>
                      <a:pt x="2013" y="3222"/>
                    </a:lnTo>
                    <a:lnTo>
                      <a:pt x="1995" y="3141"/>
                    </a:lnTo>
                    <a:lnTo>
                      <a:pt x="1984" y="3058"/>
                    </a:lnTo>
                    <a:lnTo>
                      <a:pt x="1980" y="2972"/>
                    </a:lnTo>
                    <a:lnTo>
                      <a:pt x="1984" y="2887"/>
                    </a:lnTo>
                    <a:lnTo>
                      <a:pt x="1995" y="2803"/>
                    </a:lnTo>
                    <a:lnTo>
                      <a:pt x="2013" y="2722"/>
                    </a:lnTo>
                    <a:lnTo>
                      <a:pt x="2037" y="2643"/>
                    </a:lnTo>
                    <a:lnTo>
                      <a:pt x="2067" y="2567"/>
                    </a:lnTo>
                    <a:lnTo>
                      <a:pt x="2103" y="2495"/>
                    </a:lnTo>
                    <a:lnTo>
                      <a:pt x="2144" y="2426"/>
                    </a:lnTo>
                    <a:lnTo>
                      <a:pt x="2191" y="2361"/>
                    </a:lnTo>
                    <a:lnTo>
                      <a:pt x="2243" y="2300"/>
                    </a:lnTo>
                    <a:lnTo>
                      <a:pt x="2300" y="2243"/>
                    </a:lnTo>
                    <a:lnTo>
                      <a:pt x="2361" y="2191"/>
                    </a:lnTo>
                    <a:lnTo>
                      <a:pt x="2426" y="2144"/>
                    </a:lnTo>
                    <a:lnTo>
                      <a:pt x="2495" y="2103"/>
                    </a:lnTo>
                    <a:lnTo>
                      <a:pt x="2567" y="2067"/>
                    </a:lnTo>
                    <a:lnTo>
                      <a:pt x="2643" y="2037"/>
                    </a:lnTo>
                    <a:lnTo>
                      <a:pt x="2721" y="2013"/>
                    </a:lnTo>
                    <a:lnTo>
                      <a:pt x="2802" y="1996"/>
                    </a:lnTo>
                    <a:lnTo>
                      <a:pt x="2886" y="1985"/>
                    </a:lnTo>
                    <a:lnTo>
                      <a:pt x="2972" y="1982"/>
                    </a:lnTo>
                    <a:close/>
                    <a:moveTo>
                      <a:pt x="1980" y="1486"/>
                    </a:moveTo>
                    <a:lnTo>
                      <a:pt x="2476" y="1486"/>
                    </a:lnTo>
                    <a:lnTo>
                      <a:pt x="2476" y="1982"/>
                    </a:lnTo>
                    <a:lnTo>
                      <a:pt x="1980" y="1982"/>
                    </a:lnTo>
                    <a:lnTo>
                      <a:pt x="1980" y="1486"/>
                    </a:lnTo>
                    <a:close/>
                    <a:moveTo>
                      <a:pt x="1238" y="1486"/>
                    </a:moveTo>
                    <a:lnTo>
                      <a:pt x="1734" y="1486"/>
                    </a:lnTo>
                    <a:lnTo>
                      <a:pt x="1734" y="1982"/>
                    </a:lnTo>
                    <a:lnTo>
                      <a:pt x="1238" y="1982"/>
                    </a:lnTo>
                    <a:lnTo>
                      <a:pt x="1238" y="1486"/>
                    </a:lnTo>
                    <a:close/>
                    <a:moveTo>
                      <a:pt x="495" y="1486"/>
                    </a:moveTo>
                    <a:lnTo>
                      <a:pt x="990" y="1486"/>
                    </a:lnTo>
                    <a:lnTo>
                      <a:pt x="990" y="1982"/>
                    </a:lnTo>
                    <a:lnTo>
                      <a:pt x="495" y="1982"/>
                    </a:lnTo>
                    <a:lnTo>
                      <a:pt x="495" y="1486"/>
                    </a:lnTo>
                    <a:close/>
                    <a:moveTo>
                      <a:pt x="268" y="495"/>
                    </a:moveTo>
                    <a:lnTo>
                      <a:pt x="371" y="495"/>
                    </a:lnTo>
                    <a:lnTo>
                      <a:pt x="371" y="619"/>
                    </a:lnTo>
                    <a:lnTo>
                      <a:pt x="374" y="659"/>
                    </a:lnTo>
                    <a:lnTo>
                      <a:pt x="384" y="697"/>
                    </a:lnTo>
                    <a:lnTo>
                      <a:pt x="399" y="732"/>
                    </a:lnTo>
                    <a:lnTo>
                      <a:pt x="419" y="765"/>
                    </a:lnTo>
                    <a:lnTo>
                      <a:pt x="444" y="794"/>
                    </a:lnTo>
                    <a:lnTo>
                      <a:pt x="473" y="819"/>
                    </a:lnTo>
                    <a:lnTo>
                      <a:pt x="505" y="839"/>
                    </a:lnTo>
                    <a:lnTo>
                      <a:pt x="541" y="854"/>
                    </a:lnTo>
                    <a:lnTo>
                      <a:pt x="579" y="864"/>
                    </a:lnTo>
                    <a:lnTo>
                      <a:pt x="619" y="867"/>
                    </a:lnTo>
                    <a:lnTo>
                      <a:pt x="659" y="864"/>
                    </a:lnTo>
                    <a:lnTo>
                      <a:pt x="697" y="854"/>
                    </a:lnTo>
                    <a:lnTo>
                      <a:pt x="732" y="839"/>
                    </a:lnTo>
                    <a:lnTo>
                      <a:pt x="765" y="819"/>
                    </a:lnTo>
                    <a:lnTo>
                      <a:pt x="794" y="794"/>
                    </a:lnTo>
                    <a:lnTo>
                      <a:pt x="819" y="765"/>
                    </a:lnTo>
                    <a:lnTo>
                      <a:pt x="838" y="732"/>
                    </a:lnTo>
                    <a:lnTo>
                      <a:pt x="854" y="697"/>
                    </a:lnTo>
                    <a:lnTo>
                      <a:pt x="864" y="659"/>
                    </a:lnTo>
                    <a:lnTo>
                      <a:pt x="866" y="619"/>
                    </a:lnTo>
                    <a:lnTo>
                      <a:pt x="866" y="495"/>
                    </a:lnTo>
                    <a:lnTo>
                      <a:pt x="2353" y="495"/>
                    </a:lnTo>
                    <a:lnTo>
                      <a:pt x="2353" y="619"/>
                    </a:lnTo>
                    <a:lnTo>
                      <a:pt x="2355" y="659"/>
                    </a:lnTo>
                    <a:lnTo>
                      <a:pt x="2365" y="697"/>
                    </a:lnTo>
                    <a:lnTo>
                      <a:pt x="2380" y="732"/>
                    </a:lnTo>
                    <a:lnTo>
                      <a:pt x="2400" y="765"/>
                    </a:lnTo>
                    <a:lnTo>
                      <a:pt x="2425" y="794"/>
                    </a:lnTo>
                    <a:lnTo>
                      <a:pt x="2454" y="819"/>
                    </a:lnTo>
                    <a:lnTo>
                      <a:pt x="2487" y="839"/>
                    </a:lnTo>
                    <a:lnTo>
                      <a:pt x="2521" y="854"/>
                    </a:lnTo>
                    <a:lnTo>
                      <a:pt x="2560" y="864"/>
                    </a:lnTo>
                    <a:lnTo>
                      <a:pt x="2600" y="867"/>
                    </a:lnTo>
                    <a:lnTo>
                      <a:pt x="2641" y="864"/>
                    </a:lnTo>
                    <a:lnTo>
                      <a:pt x="2678" y="854"/>
                    </a:lnTo>
                    <a:lnTo>
                      <a:pt x="2714" y="839"/>
                    </a:lnTo>
                    <a:lnTo>
                      <a:pt x="2747" y="819"/>
                    </a:lnTo>
                    <a:lnTo>
                      <a:pt x="2776" y="794"/>
                    </a:lnTo>
                    <a:lnTo>
                      <a:pt x="2800" y="765"/>
                    </a:lnTo>
                    <a:lnTo>
                      <a:pt x="2820" y="732"/>
                    </a:lnTo>
                    <a:lnTo>
                      <a:pt x="2835" y="697"/>
                    </a:lnTo>
                    <a:lnTo>
                      <a:pt x="2844" y="659"/>
                    </a:lnTo>
                    <a:lnTo>
                      <a:pt x="2848" y="619"/>
                    </a:lnTo>
                    <a:lnTo>
                      <a:pt x="2848" y="495"/>
                    </a:lnTo>
                    <a:lnTo>
                      <a:pt x="2952" y="495"/>
                    </a:lnTo>
                    <a:lnTo>
                      <a:pt x="2995" y="498"/>
                    </a:lnTo>
                    <a:lnTo>
                      <a:pt x="3036" y="509"/>
                    </a:lnTo>
                    <a:lnTo>
                      <a:pt x="3074" y="526"/>
                    </a:lnTo>
                    <a:lnTo>
                      <a:pt x="3109" y="548"/>
                    </a:lnTo>
                    <a:lnTo>
                      <a:pt x="3141" y="574"/>
                    </a:lnTo>
                    <a:lnTo>
                      <a:pt x="3167" y="607"/>
                    </a:lnTo>
                    <a:lnTo>
                      <a:pt x="3189" y="642"/>
                    </a:lnTo>
                    <a:lnTo>
                      <a:pt x="3206" y="682"/>
                    </a:lnTo>
                    <a:lnTo>
                      <a:pt x="3215" y="724"/>
                    </a:lnTo>
                    <a:lnTo>
                      <a:pt x="3219" y="767"/>
                    </a:lnTo>
                    <a:lnTo>
                      <a:pt x="3219" y="1733"/>
                    </a:lnTo>
                    <a:lnTo>
                      <a:pt x="2972" y="1733"/>
                    </a:lnTo>
                    <a:lnTo>
                      <a:pt x="2972" y="1238"/>
                    </a:lnTo>
                    <a:lnTo>
                      <a:pt x="248" y="1238"/>
                    </a:lnTo>
                    <a:lnTo>
                      <a:pt x="248" y="2947"/>
                    </a:lnTo>
                    <a:lnTo>
                      <a:pt x="250" y="2959"/>
                    </a:lnTo>
                    <a:lnTo>
                      <a:pt x="258" y="2969"/>
                    </a:lnTo>
                    <a:lnTo>
                      <a:pt x="268" y="2972"/>
                    </a:lnTo>
                    <a:lnTo>
                      <a:pt x="1734" y="2972"/>
                    </a:lnTo>
                    <a:lnTo>
                      <a:pt x="1734" y="3219"/>
                    </a:lnTo>
                    <a:lnTo>
                      <a:pt x="268" y="3219"/>
                    </a:lnTo>
                    <a:lnTo>
                      <a:pt x="225" y="3216"/>
                    </a:lnTo>
                    <a:lnTo>
                      <a:pt x="183" y="3206"/>
                    </a:lnTo>
                    <a:lnTo>
                      <a:pt x="144" y="3189"/>
                    </a:lnTo>
                    <a:lnTo>
                      <a:pt x="109" y="3167"/>
                    </a:lnTo>
                    <a:lnTo>
                      <a:pt x="78" y="3140"/>
                    </a:lnTo>
                    <a:lnTo>
                      <a:pt x="52" y="3108"/>
                    </a:lnTo>
                    <a:lnTo>
                      <a:pt x="30" y="3072"/>
                    </a:lnTo>
                    <a:lnTo>
                      <a:pt x="13" y="3034"/>
                    </a:lnTo>
                    <a:lnTo>
                      <a:pt x="3" y="2991"/>
                    </a:lnTo>
                    <a:lnTo>
                      <a:pt x="0" y="2947"/>
                    </a:lnTo>
                    <a:lnTo>
                      <a:pt x="0" y="767"/>
                    </a:lnTo>
                    <a:lnTo>
                      <a:pt x="3" y="724"/>
                    </a:lnTo>
                    <a:lnTo>
                      <a:pt x="13" y="682"/>
                    </a:lnTo>
                    <a:lnTo>
                      <a:pt x="30" y="642"/>
                    </a:lnTo>
                    <a:lnTo>
                      <a:pt x="52" y="607"/>
                    </a:lnTo>
                    <a:lnTo>
                      <a:pt x="78" y="574"/>
                    </a:lnTo>
                    <a:lnTo>
                      <a:pt x="109" y="548"/>
                    </a:lnTo>
                    <a:lnTo>
                      <a:pt x="144" y="526"/>
                    </a:lnTo>
                    <a:lnTo>
                      <a:pt x="183" y="509"/>
                    </a:lnTo>
                    <a:lnTo>
                      <a:pt x="225" y="498"/>
                    </a:lnTo>
                    <a:lnTo>
                      <a:pt x="268" y="495"/>
                    </a:lnTo>
                    <a:close/>
                    <a:moveTo>
                      <a:pt x="2600" y="0"/>
                    </a:moveTo>
                    <a:lnTo>
                      <a:pt x="2629" y="3"/>
                    </a:lnTo>
                    <a:lnTo>
                      <a:pt x="2654" y="13"/>
                    </a:lnTo>
                    <a:lnTo>
                      <a:pt x="2678" y="27"/>
                    </a:lnTo>
                    <a:lnTo>
                      <a:pt x="2696" y="47"/>
                    </a:lnTo>
                    <a:lnTo>
                      <a:pt x="2712" y="69"/>
                    </a:lnTo>
                    <a:lnTo>
                      <a:pt x="2720" y="95"/>
                    </a:lnTo>
                    <a:lnTo>
                      <a:pt x="2724" y="124"/>
                    </a:lnTo>
                    <a:lnTo>
                      <a:pt x="2724" y="619"/>
                    </a:lnTo>
                    <a:lnTo>
                      <a:pt x="2720" y="648"/>
                    </a:lnTo>
                    <a:lnTo>
                      <a:pt x="2712" y="673"/>
                    </a:lnTo>
                    <a:lnTo>
                      <a:pt x="2696" y="696"/>
                    </a:lnTo>
                    <a:lnTo>
                      <a:pt x="2678" y="715"/>
                    </a:lnTo>
                    <a:lnTo>
                      <a:pt x="2654" y="730"/>
                    </a:lnTo>
                    <a:lnTo>
                      <a:pt x="2629" y="739"/>
                    </a:lnTo>
                    <a:lnTo>
                      <a:pt x="2600" y="743"/>
                    </a:lnTo>
                    <a:lnTo>
                      <a:pt x="2572" y="739"/>
                    </a:lnTo>
                    <a:lnTo>
                      <a:pt x="2546" y="730"/>
                    </a:lnTo>
                    <a:lnTo>
                      <a:pt x="2523" y="715"/>
                    </a:lnTo>
                    <a:lnTo>
                      <a:pt x="2503" y="696"/>
                    </a:lnTo>
                    <a:lnTo>
                      <a:pt x="2489" y="673"/>
                    </a:lnTo>
                    <a:lnTo>
                      <a:pt x="2479" y="648"/>
                    </a:lnTo>
                    <a:lnTo>
                      <a:pt x="2476" y="619"/>
                    </a:lnTo>
                    <a:lnTo>
                      <a:pt x="2476" y="124"/>
                    </a:lnTo>
                    <a:lnTo>
                      <a:pt x="2479" y="95"/>
                    </a:lnTo>
                    <a:lnTo>
                      <a:pt x="2489" y="69"/>
                    </a:lnTo>
                    <a:lnTo>
                      <a:pt x="2503" y="47"/>
                    </a:lnTo>
                    <a:lnTo>
                      <a:pt x="2523" y="27"/>
                    </a:lnTo>
                    <a:lnTo>
                      <a:pt x="2546" y="13"/>
                    </a:lnTo>
                    <a:lnTo>
                      <a:pt x="2572" y="3"/>
                    </a:lnTo>
                    <a:lnTo>
                      <a:pt x="2600" y="0"/>
                    </a:lnTo>
                    <a:close/>
                    <a:moveTo>
                      <a:pt x="619" y="0"/>
                    </a:moveTo>
                    <a:lnTo>
                      <a:pt x="647" y="3"/>
                    </a:lnTo>
                    <a:lnTo>
                      <a:pt x="673" y="13"/>
                    </a:lnTo>
                    <a:lnTo>
                      <a:pt x="696" y="27"/>
                    </a:lnTo>
                    <a:lnTo>
                      <a:pt x="715" y="47"/>
                    </a:lnTo>
                    <a:lnTo>
                      <a:pt x="730" y="69"/>
                    </a:lnTo>
                    <a:lnTo>
                      <a:pt x="740" y="95"/>
                    </a:lnTo>
                    <a:lnTo>
                      <a:pt x="743" y="124"/>
                    </a:lnTo>
                    <a:lnTo>
                      <a:pt x="743" y="619"/>
                    </a:lnTo>
                    <a:lnTo>
                      <a:pt x="740" y="648"/>
                    </a:lnTo>
                    <a:lnTo>
                      <a:pt x="730" y="673"/>
                    </a:lnTo>
                    <a:lnTo>
                      <a:pt x="715" y="696"/>
                    </a:lnTo>
                    <a:lnTo>
                      <a:pt x="696" y="715"/>
                    </a:lnTo>
                    <a:lnTo>
                      <a:pt x="673" y="730"/>
                    </a:lnTo>
                    <a:lnTo>
                      <a:pt x="647" y="739"/>
                    </a:lnTo>
                    <a:lnTo>
                      <a:pt x="619" y="743"/>
                    </a:lnTo>
                    <a:lnTo>
                      <a:pt x="590" y="739"/>
                    </a:lnTo>
                    <a:lnTo>
                      <a:pt x="565" y="730"/>
                    </a:lnTo>
                    <a:lnTo>
                      <a:pt x="542" y="715"/>
                    </a:lnTo>
                    <a:lnTo>
                      <a:pt x="523" y="696"/>
                    </a:lnTo>
                    <a:lnTo>
                      <a:pt x="508" y="673"/>
                    </a:lnTo>
                    <a:lnTo>
                      <a:pt x="499" y="648"/>
                    </a:lnTo>
                    <a:lnTo>
                      <a:pt x="495" y="619"/>
                    </a:lnTo>
                    <a:lnTo>
                      <a:pt x="495" y="124"/>
                    </a:lnTo>
                    <a:lnTo>
                      <a:pt x="499" y="95"/>
                    </a:lnTo>
                    <a:lnTo>
                      <a:pt x="508" y="69"/>
                    </a:lnTo>
                    <a:lnTo>
                      <a:pt x="523" y="47"/>
                    </a:lnTo>
                    <a:lnTo>
                      <a:pt x="542" y="27"/>
                    </a:lnTo>
                    <a:lnTo>
                      <a:pt x="565" y="13"/>
                    </a:lnTo>
                    <a:lnTo>
                      <a:pt x="590" y="3"/>
                    </a:lnTo>
                    <a:lnTo>
                      <a:pt x="619" y="0"/>
                    </a:lnTo>
                    <a:close/>
                  </a:path>
                </a:pathLst>
              </a:custGeom>
              <a:solidFill>
                <a:schemeClr val="accent3"/>
              </a:solidFill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  <p:grpSp>
          <p:nvGrpSpPr>
            <p:cNvPr id="32" name="그룹 60"/>
            <p:cNvGrpSpPr/>
            <p:nvPr/>
          </p:nvGrpSpPr>
          <p:grpSpPr>
            <a:xfrm>
              <a:off x="4228307" y="3143493"/>
              <a:ext cx="1884180" cy="1488466"/>
              <a:chOff x="4075907" y="2991093"/>
              <a:chExt cx="1884180" cy="1488466"/>
            </a:xfrm>
          </p:grpSpPr>
          <p:sp>
            <p:nvSpPr>
              <p:cNvPr id="45" name="Freeform 26"/>
              <p:cNvSpPr>
                <a:spLocks noEditPoints="1"/>
              </p:cNvSpPr>
              <p:nvPr/>
            </p:nvSpPr>
            <p:spPr bwMode="auto">
              <a:xfrm>
                <a:off x="4075907" y="2991093"/>
                <a:ext cx="1884180" cy="1488466"/>
              </a:xfrm>
              <a:custGeom>
                <a:avLst/>
                <a:gdLst>
                  <a:gd name="T0" fmla="*/ 667 w 2078"/>
                  <a:gd name="T1" fmla="*/ 130 h 1640"/>
                  <a:gd name="T2" fmla="*/ 477 w 2078"/>
                  <a:gd name="T3" fmla="*/ 194 h 1640"/>
                  <a:gd name="T4" fmla="*/ 312 w 2078"/>
                  <a:gd name="T5" fmla="*/ 310 h 1640"/>
                  <a:gd name="T6" fmla="*/ 185 w 2078"/>
                  <a:gd name="T7" fmla="*/ 472 h 1640"/>
                  <a:gd name="T8" fmla="*/ 110 w 2078"/>
                  <a:gd name="T9" fmla="*/ 670 h 1640"/>
                  <a:gd name="T10" fmla="*/ 96 w 2078"/>
                  <a:gd name="T11" fmla="*/ 877 h 1640"/>
                  <a:gd name="T12" fmla="*/ 143 w 2078"/>
                  <a:gd name="T13" fmla="*/ 1074 h 1640"/>
                  <a:gd name="T14" fmla="*/ 242 w 2078"/>
                  <a:gd name="T15" fmla="*/ 1248 h 1640"/>
                  <a:gd name="T16" fmla="*/ 389 w 2078"/>
                  <a:gd name="T17" fmla="*/ 1388 h 1640"/>
                  <a:gd name="T18" fmla="*/ 578 w 2078"/>
                  <a:gd name="T19" fmla="*/ 1482 h 1640"/>
                  <a:gd name="T20" fmla="*/ 784 w 2078"/>
                  <a:gd name="T21" fmla="*/ 1516 h 1640"/>
                  <a:gd name="T22" fmla="*/ 985 w 2078"/>
                  <a:gd name="T23" fmla="*/ 1489 h 1640"/>
                  <a:gd name="T24" fmla="*/ 1169 w 2078"/>
                  <a:gd name="T25" fmla="*/ 1407 h 1640"/>
                  <a:gd name="T26" fmla="*/ 1321 w 2078"/>
                  <a:gd name="T27" fmla="*/ 1275 h 1640"/>
                  <a:gd name="T28" fmla="*/ 1433 w 2078"/>
                  <a:gd name="T29" fmla="*/ 1101 h 1640"/>
                  <a:gd name="T30" fmla="*/ 1488 w 2078"/>
                  <a:gd name="T31" fmla="*/ 894 h 1640"/>
                  <a:gd name="T32" fmla="*/ 1480 w 2078"/>
                  <a:gd name="T33" fmla="*/ 691 h 1640"/>
                  <a:gd name="T34" fmla="*/ 1416 w 2078"/>
                  <a:gd name="T35" fmla="*/ 501 h 1640"/>
                  <a:gd name="T36" fmla="*/ 1300 w 2078"/>
                  <a:gd name="T37" fmla="*/ 336 h 1640"/>
                  <a:gd name="T38" fmla="*/ 1139 w 2078"/>
                  <a:gd name="T39" fmla="*/ 209 h 1640"/>
                  <a:gd name="T40" fmla="*/ 941 w 2078"/>
                  <a:gd name="T41" fmla="*/ 134 h 1640"/>
                  <a:gd name="T42" fmla="*/ 794 w 2078"/>
                  <a:gd name="T43" fmla="*/ 0 h 1640"/>
                  <a:gd name="T44" fmla="*/ 1011 w 2078"/>
                  <a:gd name="T45" fmla="*/ 20 h 1640"/>
                  <a:gd name="T46" fmla="*/ 1173 w 2078"/>
                  <a:gd name="T47" fmla="*/ 81 h 1640"/>
                  <a:gd name="T48" fmla="*/ 1309 w 2078"/>
                  <a:gd name="T49" fmla="*/ 178 h 1640"/>
                  <a:gd name="T50" fmla="*/ 1447 w 2078"/>
                  <a:gd name="T51" fmla="*/ 310 h 1640"/>
                  <a:gd name="T52" fmla="*/ 1579 w 2078"/>
                  <a:gd name="T53" fmla="*/ 467 h 1640"/>
                  <a:gd name="T54" fmla="*/ 1706 w 2078"/>
                  <a:gd name="T55" fmla="*/ 634 h 1640"/>
                  <a:gd name="T56" fmla="*/ 1819 w 2078"/>
                  <a:gd name="T57" fmla="*/ 801 h 1640"/>
                  <a:gd name="T58" fmla="*/ 1917 w 2078"/>
                  <a:gd name="T59" fmla="*/ 956 h 1640"/>
                  <a:gd name="T60" fmla="*/ 1996 w 2078"/>
                  <a:gd name="T61" fmla="*/ 1087 h 1640"/>
                  <a:gd name="T62" fmla="*/ 2051 w 2078"/>
                  <a:gd name="T63" fmla="*/ 1183 h 1640"/>
                  <a:gd name="T64" fmla="*/ 2077 w 2078"/>
                  <a:gd name="T65" fmla="*/ 1232 h 1640"/>
                  <a:gd name="T66" fmla="*/ 2064 w 2078"/>
                  <a:gd name="T67" fmla="*/ 1241 h 1640"/>
                  <a:gd name="T68" fmla="*/ 1997 w 2078"/>
                  <a:gd name="T69" fmla="*/ 1273 h 1640"/>
                  <a:gd name="T70" fmla="*/ 1882 w 2078"/>
                  <a:gd name="T71" fmla="*/ 1323 h 1640"/>
                  <a:gd name="T72" fmla="*/ 1731 w 2078"/>
                  <a:gd name="T73" fmla="*/ 1387 h 1640"/>
                  <a:gd name="T74" fmla="*/ 1552 w 2078"/>
                  <a:gd name="T75" fmla="*/ 1455 h 1640"/>
                  <a:gd name="T76" fmla="*/ 1358 w 2078"/>
                  <a:gd name="T77" fmla="*/ 1523 h 1640"/>
                  <a:gd name="T78" fmla="*/ 1157 w 2078"/>
                  <a:gd name="T79" fmla="*/ 1581 h 1640"/>
                  <a:gd name="T80" fmla="*/ 958 w 2078"/>
                  <a:gd name="T81" fmla="*/ 1623 h 1640"/>
                  <a:gd name="T82" fmla="*/ 776 w 2078"/>
                  <a:gd name="T83" fmla="*/ 1640 h 1640"/>
                  <a:gd name="T84" fmla="*/ 617 w 2078"/>
                  <a:gd name="T85" fmla="*/ 1628 h 1640"/>
                  <a:gd name="T86" fmla="*/ 435 w 2078"/>
                  <a:gd name="T87" fmla="*/ 1558 h 1640"/>
                  <a:gd name="T88" fmla="*/ 258 w 2078"/>
                  <a:gd name="T89" fmla="*/ 1431 h 1640"/>
                  <a:gd name="T90" fmla="*/ 124 w 2078"/>
                  <a:gd name="T91" fmla="*/ 1267 h 1640"/>
                  <a:gd name="T92" fmla="*/ 37 w 2078"/>
                  <a:gd name="T93" fmla="*/ 1074 h 1640"/>
                  <a:gd name="T94" fmla="*/ 0 w 2078"/>
                  <a:gd name="T95" fmla="*/ 863 h 1640"/>
                  <a:gd name="T96" fmla="*/ 19 w 2078"/>
                  <a:gd name="T97" fmla="*/ 645 h 1640"/>
                  <a:gd name="T98" fmla="*/ 99 w 2078"/>
                  <a:gd name="T99" fmla="*/ 434 h 1640"/>
                  <a:gd name="T100" fmla="*/ 226 w 2078"/>
                  <a:gd name="T101" fmla="*/ 259 h 1640"/>
                  <a:gd name="T102" fmla="*/ 390 w 2078"/>
                  <a:gd name="T103" fmla="*/ 126 h 1640"/>
                  <a:gd name="T104" fmla="*/ 583 w 2078"/>
                  <a:gd name="T105" fmla="*/ 37 h 1640"/>
                  <a:gd name="T106" fmla="*/ 794 w 2078"/>
                  <a:gd name="T107" fmla="*/ 0 h 164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</a:cxnLst>
                <a:rect l="0" t="0" r="r" b="b"/>
                <a:pathLst>
                  <a:path w="2078" h="1640">
                    <a:moveTo>
                      <a:pt x="802" y="119"/>
                    </a:moveTo>
                    <a:lnTo>
                      <a:pt x="733" y="122"/>
                    </a:lnTo>
                    <a:lnTo>
                      <a:pt x="667" y="130"/>
                    </a:lnTo>
                    <a:lnTo>
                      <a:pt x="601" y="146"/>
                    </a:lnTo>
                    <a:lnTo>
                      <a:pt x="537" y="167"/>
                    </a:lnTo>
                    <a:lnTo>
                      <a:pt x="477" y="194"/>
                    </a:lnTo>
                    <a:lnTo>
                      <a:pt x="417" y="228"/>
                    </a:lnTo>
                    <a:lnTo>
                      <a:pt x="363" y="267"/>
                    </a:lnTo>
                    <a:lnTo>
                      <a:pt x="312" y="310"/>
                    </a:lnTo>
                    <a:lnTo>
                      <a:pt x="265" y="360"/>
                    </a:lnTo>
                    <a:lnTo>
                      <a:pt x="223" y="413"/>
                    </a:lnTo>
                    <a:lnTo>
                      <a:pt x="185" y="472"/>
                    </a:lnTo>
                    <a:lnTo>
                      <a:pt x="154" y="534"/>
                    </a:lnTo>
                    <a:lnTo>
                      <a:pt x="129" y="602"/>
                    </a:lnTo>
                    <a:lnTo>
                      <a:pt x="110" y="670"/>
                    </a:lnTo>
                    <a:lnTo>
                      <a:pt x="99" y="739"/>
                    </a:lnTo>
                    <a:lnTo>
                      <a:pt x="95" y="808"/>
                    </a:lnTo>
                    <a:lnTo>
                      <a:pt x="96" y="877"/>
                    </a:lnTo>
                    <a:lnTo>
                      <a:pt x="106" y="944"/>
                    </a:lnTo>
                    <a:lnTo>
                      <a:pt x="122" y="1010"/>
                    </a:lnTo>
                    <a:lnTo>
                      <a:pt x="143" y="1074"/>
                    </a:lnTo>
                    <a:lnTo>
                      <a:pt x="170" y="1134"/>
                    </a:lnTo>
                    <a:lnTo>
                      <a:pt x="204" y="1192"/>
                    </a:lnTo>
                    <a:lnTo>
                      <a:pt x="242" y="1248"/>
                    </a:lnTo>
                    <a:lnTo>
                      <a:pt x="286" y="1299"/>
                    </a:lnTo>
                    <a:lnTo>
                      <a:pt x="335" y="1346"/>
                    </a:lnTo>
                    <a:lnTo>
                      <a:pt x="389" y="1388"/>
                    </a:lnTo>
                    <a:lnTo>
                      <a:pt x="448" y="1424"/>
                    </a:lnTo>
                    <a:lnTo>
                      <a:pt x="510" y="1457"/>
                    </a:lnTo>
                    <a:lnTo>
                      <a:pt x="578" y="1482"/>
                    </a:lnTo>
                    <a:lnTo>
                      <a:pt x="647" y="1500"/>
                    </a:lnTo>
                    <a:lnTo>
                      <a:pt x="715" y="1512"/>
                    </a:lnTo>
                    <a:lnTo>
                      <a:pt x="784" y="1516"/>
                    </a:lnTo>
                    <a:lnTo>
                      <a:pt x="853" y="1513"/>
                    </a:lnTo>
                    <a:lnTo>
                      <a:pt x="920" y="1504"/>
                    </a:lnTo>
                    <a:lnTo>
                      <a:pt x="985" y="1489"/>
                    </a:lnTo>
                    <a:lnTo>
                      <a:pt x="1050" y="1468"/>
                    </a:lnTo>
                    <a:lnTo>
                      <a:pt x="1111" y="1439"/>
                    </a:lnTo>
                    <a:lnTo>
                      <a:pt x="1169" y="1407"/>
                    </a:lnTo>
                    <a:lnTo>
                      <a:pt x="1224" y="1368"/>
                    </a:lnTo>
                    <a:lnTo>
                      <a:pt x="1275" y="1325"/>
                    </a:lnTo>
                    <a:lnTo>
                      <a:pt x="1321" y="1275"/>
                    </a:lnTo>
                    <a:lnTo>
                      <a:pt x="1364" y="1221"/>
                    </a:lnTo>
                    <a:lnTo>
                      <a:pt x="1401" y="1163"/>
                    </a:lnTo>
                    <a:lnTo>
                      <a:pt x="1433" y="1101"/>
                    </a:lnTo>
                    <a:lnTo>
                      <a:pt x="1457" y="1033"/>
                    </a:lnTo>
                    <a:lnTo>
                      <a:pt x="1476" y="965"/>
                    </a:lnTo>
                    <a:lnTo>
                      <a:pt x="1488" y="894"/>
                    </a:lnTo>
                    <a:lnTo>
                      <a:pt x="1492" y="826"/>
                    </a:lnTo>
                    <a:lnTo>
                      <a:pt x="1490" y="758"/>
                    </a:lnTo>
                    <a:lnTo>
                      <a:pt x="1480" y="691"/>
                    </a:lnTo>
                    <a:lnTo>
                      <a:pt x="1465" y="625"/>
                    </a:lnTo>
                    <a:lnTo>
                      <a:pt x="1444" y="561"/>
                    </a:lnTo>
                    <a:lnTo>
                      <a:pt x="1416" y="501"/>
                    </a:lnTo>
                    <a:lnTo>
                      <a:pt x="1383" y="441"/>
                    </a:lnTo>
                    <a:lnTo>
                      <a:pt x="1344" y="387"/>
                    </a:lnTo>
                    <a:lnTo>
                      <a:pt x="1300" y="336"/>
                    </a:lnTo>
                    <a:lnTo>
                      <a:pt x="1251" y="289"/>
                    </a:lnTo>
                    <a:lnTo>
                      <a:pt x="1197" y="247"/>
                    </a:lnTo>
                    <a:lnTo>
                      <a:pt x="1139" y="209"/>
                    </a:lnTo>
                    <a:lnTo>
                      <a:pt x="1076" y="178"/>
                    </a:lnTo>
                    <a:lnTo>
                      <a:pt x="1009" y="153"/>
                    </a:lnTo>
                    <a:lnTo>
                      <a:pt x="941" y="134"/>
                    </a:lnTo>
                    <a:lnTo>
                      <a:pt x="871" y="123"/>
                    </a:lnTo>
                    <a:lnTo>
                      <a:pt x="802" y="119"/>
                    </a:lnTo>
                    <a:close/>
                    <a:moveTo>
                      <a:pt x="794" y="0"/>
                    </a:moveTo>
                    <a:lnTo>
                      <a:pt x="865" y="0"/>
                    </a:lnTo>
                    <a:lnTo>
                      <a:pt x="938" y="7"/>
                    </a:lnTo>
                    <a:lnTo>
                      <a:pt x="1011" y="20"/>
                    </a:lnTo>
                    <a:lnTo>
                      <a:pt x="1084" y="41"/>
                    </a:lnTo>
                    <a:lnTo>
                      <a:pt x="1128" y="58"/>
                    </a:lnTo>
                    <a:lnTo>
                      <a:pt x="1173" y="81"/>
                    </a:lnTo>
                    <a:lnTo>
                      <a:pt x="1217" y="108"/>
                    </a:lnTo>
                    <a:lnTo>
                      <a:pt x="1263" y="140"/>
                    </a:lnTo>
                    <a:lnTo>
                      <a:pt x="1309" y="178"/>
                    </a:lnTo>
                    <a:lnTo>
                      <a:pt x="1355" y="219"/>
                    </a:lnTo>
                    <a:lnTo>
                      <a:pt x="1401" y="263"/>
                    </a:lnTo>
                    <a:lnTo>
                      <a:pt x="1447" y="310"/>
                    </a:lnTo>
                    <a:lnTo>
                      <a:pt x="1491" y="360"/>
                    </a:lnTo>
                    <a:lnTo>
                      <a:pt x="1536" y="413"/>
                    </a:lnTo>
                    <a:lnTo>
                      <a:pt x="1579" y="467"/>
                    </a:lnTo>
                    <a:lnTo>
                      <a:pt x="1622" y="522"/>
                    </a:lnTo>
                    <a:lnTo>
                      <a:pt x="1664" y="577"/>
                    </a:lnTo>
                    <a:lnTo>
                      <a:pt x="1706" y="634"/>
                    </a:lnTo>
                    <a:lnTo>
                      <a:pt x="1745" y="691"/>
                    </a:lnTo>
                    <a:lnTo>
                      <a:pt x="1782" y="746"/>
                    </a:lnTo>
                    <a:lnTo>
                      <a:pt x="1819" y="801"/>
                    </a:lnTo>
                    <a:lnTo>
                      <a:pt x="1854" y="855"/>
                    </a:lnTo>
                    <a:lnTo>
                      <a:pt x="1886" y="907"/>
                    </a:lnTo>
                    <a:lnTo>
                      <a:pt x="1917" y="956"/>
                    </a:lnTo>
                    <a:lnTo>
                      <a:pt x="1946" y="1004"/>
                    </a:lnTo>
                    <a:lnTo>
                      <a:pt x="1973" y="1048"/>
                    </a:lnTo>
                    <a:lnTo>
                      <a:pt x="1996" y="1087"/>
                    </a:lnTo>
                    <a:lnTo>
                      <a:pt x="2017" y="1124"/>
                    </a:lnTo>
                    <a:lnTo>
                      <a:pt x="2035" y="1156"/>
                    </a:lnTo>
                    <a:lnTo>
                      <a:pt x="2051" y="1183"/>
                    </a:lnTo>
                    <a:lnTo>
                      <a:pt x="2063" y="1205"/>
                    </a:lnTo>
                    <a:lnTo>
                      <a:pt x="2071" y="1221"/>
                    </a:lnTo>
                    <a:lnTo>
                      <a:pt x="2077" y="1232"/>
                    </a:lnTo>
                    <a:lnTo>
                      <a:pt x="2078" y="1234"/>
                    </a:lnTo>
                    <a:lnTo>
                      <a:pt x="2075" y="1237"/>
                    </a:lnTo>
                    <a:lnTo>
                      <a:pt x="2064" y="1241"/>
                    </a:lnTo>
                    <a:lnTo>
                      <a:pt x="2048" y="1249"/>
                    </a:lnTo>
                    <a:lnTo>
                      <a:pt x="2025" y="1260"/>
                    </a:lnTo>
                    <a:lnTo>
                      <a:pt x="1997" y="1273"/>
                    </a:lnTo>
                    <a:lnTo>
                      <a:pt x="1963" y="1288"/>
                    </a:lnTo>
                    <a:lnTo>
                      <a:pt x="1926" y="1306"/>
                    </a:lnTo>
                    <a:lnTo>
                      <a:pt x="1882" y="1323"/>
                    </a:lnTo>
                    <a:lnTo>
                      <a:pt x="1835" y="1343"/>
                    </a:lnTo>
                    <a:lnTo>
                      <a:pt x="1785" y="1365"/>
                    </a:lnTo>
                    <a:lnTo>
                      <a:pt x="1731" y="1387"/>
                    </a:lnTo>
                    <a:lnTo>
                      <a:pt x="1673" y="1410"/>
                    </a:lnTo>
                    <a:lnTo>
                      <a:pt x="1614" y="1433"/>
                    </a:lnTo>
                    <a:lnTo>
                      <a:pt x="1552" y="1455"/>
                    </a:lnTo>
                    <a:lnTo>
                      <a:pt x="1488" y="1478"/>
                    </a:lnTo>
                    <a:lnTo>
                      <a:pt x="1424" y="1501"/>
                    </a:lnTo>
                    <a:lnTo>
                      <a:pt x="1358" y="1523"/>
                    </a:lnTo>
                    <a:lnTo>
                      <a:pt x="1290" y="1543"/>
                    </a:lnTo>
                    <a:lnTo>
                      <a:pt x="1223" y="1563"/>
                    </a:lnTo>
                    <a:lnTo>
                      <a:pt x="1157" y="1581"/>
                    </a:lnTo>
                    <a:lnTo>
                      <a:pt x="1089" y="1597"/>
                    </a:lnTo>
                    <a:lnTo>
                      <a:pt x="1023" y="1611"/>
                    </a:lnTo>
                    <a:lnTo>
                      <a:pt x="958" y="1623"/>
                    </a:lnTo>
                    <a:lnTo>
                      <a:pt x="896" y="1631"/>
                    </a:lnTo>
                    <a:lnTo>
                      <a:pt x="834" y="1638"/>
                    </a:lnTo>
                    <a:lnTo>
                      <a:pt x="776" y="1640"/>
                    </a:lnTo>
                    <a:lnTo>
                      <a:pt x="719" y="1640"/>
                    </a:lnTo>
                    <a:lnTo>
                      <a:pt x="667" y="1636"/>
                    </a:lnTo>
                    <a:lnTo>
                      <a:pt x="617" y="1628"/>
                    </a:lnTo>
                    <a:lnTo>
                      <a:pt x="572" y="1617"/>
                    </a:lnTo>
                    <a:lnTo>
                      <a:pt x="501" y="1590"/>
                    </a:lnTo>
                    <a:lnTo>
                      <a:pt x="435" y="1558"/>
                    </a:lnTo>
                    <a:lnTo>
                      <a:pt x="371" y="1520"/>
                    </a:lnTo>
                    <a:lnTo>
                      <a:pt x="313" y="1478"/>
                    </a:lnTo>
                    <a:lnTo>
                      <a:pt x="258" y="1431"/>
                    </a:lnTo>
                    <a:lnTo>
                      <a:pt x="209" y="1380"/>
                    </a:lnTo>
                    <a:lnTo>
                      <a:pt x="164" y="1325"/>
                    </a:lnTo>
                    <a:lnTo>
                      <a:pt x="124" y="1267"/>
                    </a:lnTo>
                    <a:lnTo>
                      <a:pt x="89" y="1205"/>
                    </a:lnTo>
                    <a:lnTo>
                      <a:pt x="60" y="1141"/>
                    </a:lnTo>
                    <a:lnTo>
                      <a:pt x="37" y="1074"/>
                    </a:lnTo>
                    <a:lnTo>
                      <a:pt x="18" y="1005"/>
                    </a:lnTo>
                    <a:lnTo>
                      <a:pt x="6" y="935"/>
                    </a:lnTo>
                    <a:lnTo>
                      <a:pt x="0" y="863"/>
                    </a:lnTo>
                    <a:lnTo>
                      <a:pt x="0" y="792"/>
                    </a:lnTo>
                    <a:lnTo>
                      <a:pt x="7" y="718"/>
                    </a:lnTo>
                    <a:lnTo>
                      <a:pt x="19" y="645"/>
                    </a:lnTo>
                    <a:lnTo>
                      <a:pt x="39" y="572"/>
                    </a:lnTo>
                    <a:lnTo>
                      <a:pt x="66" y="502"/>
                    </a:lnTo>
                    <a:lnTo>
                      <a:pt x="99" y="434"/>
                    </a:lnTo>
                    <a:lnTo>
                      <a:pt x="137" y="372"/>
                    </a:lnTo>
                    <a:lnTo>
                      <a:pt x="178" y="313"/>
                    </a:lnTo>
                    <a:lnTo>
                      <a:pt x="226" y="259"/>
                    </a:lnTo>
                    <a:lnTo>
                      <a:pt x="277" y="209"/>
                    </a:lnTo>
                    <a:lnTo>
                      <a:pt x="332" y="165"/>
                    </a:lnTo>
                    <a:lnTo>
                      <a:pt x="390" y="126"/>
                    </a:lnTo>
                    <a:lnTo>
                      <a:pt x="452" y="91"/>
                    </a:lnTo>
                    <a:lnTo>
                      <a:pt x="516" y="61"/>
                    </a:lnTo>
                    <a:lnTo>
                      <a:pt x="583" y="37"/>
                    </a:lnTo>
                    <a:lnTo>
                      <a:pt x="652" y="19"/>
                    </a:lnTo>
                    <a:lnTo>
                      <a:pt x="722" y="7"/>
                    </a:lnTo>
                    <a:lnTo>
                      <a:pt x="794" y="0"/>
                    </a:lnTo>
                    <a:close/>
                  </a:path>
                </a:pathLst>
              </a:custGeom>
              <a:solidFill>
                <a:schemeClr val="accent4"/>
              </a:solidFill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grpSp>
            <p:nvGrpSpPr>
              <p:cNvPr id="46" name="Group 92"/>
              <p:cNvGrpSpPr/>
              <p:nvPr/>
            </p:nvGrpSpPr>
            <p:grpSpPr>
              <a:xfrm>
                <a:off x="4559245" y="3525194"/>
                <a:ext cx="479425" cy="477838"/>
                <a:chOff x="4575175" y="3521076"/>
                <a:chExt cx="479425" cy="477838"/>
              </a:xfrm>
            </p:grpSpPr>
            <p:sp>
              <p:nvSpPr>
                <p:cNvPr id="47" name="Freeform 54"/>
                <p:cNvSpPr>
                  <a:spLocks/>
                </p:cNvSpPr>
                <p:nvPr/>
              </p:nvSpPr>
              <p:spPr bwMode="auto">
                <a:xfrm>
                  <a:off x="4657725" y="3606801"/>
                  <a:ext cx="206375" cy="42863"/>
                </a:xfrm>
                <a:custGeom>
                  <a:avLst/>
                  <a:gdLst>
                    <a:gd name="T0" fmla="*/ 151 w 1438"/>
                    <a:gd name="T1" fmla="*/ 0 h 302"/>
                    <a:gd name="T2" fmla="*/ 1287 w 1438"/>
                    <a:gd name="T3" fmla="*/ 0 h 302"/>
                    <a:gd name="T4" fmla="*/ 1318 w 1438"/>
                    <a:gd name="T5" fmla="*/ 3 h 302"/>
                    <a:gd name="T6" fmla="*/ 1346 w 1438"/>
                    <a:gd name="T7" fmla="*/ 12 h 302"/>
                    <a:gd name="T8" fmla="*/ 1372 w 1438"/>
                    <a:gd name="T9" fmla="*/ 26 h 302"/>
                    <a:gd name="T10" fmla="*/ 1394 w 1438"/>
                    <a:gd name="T11" fmla="*/ 45 h 302"/>
                    <a:gd name="T12" fmla="*/ 1413 w 1438"/>
                    <a:gd name="T13" fmla="*/ 67 h 302"/>
                    <a:gd name="T14" fmla="*/ 1426 w 1438"/>
                    <a:gd name="T15" fmla="*/ 93 h 302"/>
                    <a:gd name="T16" fmla="*/ 1435 w 1438"/>
                    <a:gd name="T17" fmla="*/ 121 h 302"/>
                    <a:gd name="T18" fmla="*/ 1438 w 1438"/>
                    <a:gd name="T19" fmla="*/ 151 h 302"/>
                    <a:gd name="T20" fmla="*/ 1435 w 1438"/>
                    <a:gd name="T21" fmla="*/ 181 h 302"/>
                    <a:gd name="T22" fmla="*/ 1426 w 1438"/>
                    <a:gd name="T23" fmla="*/ 209 h 302"/>
                    <a:gd name="T24" fmla="*/ 1413 w 1438"/>
                    <a:gd name="T25" fmla="*/ 235 h 302"/>
                    <a:gd name="T26" fmla="*/ 1394 w 1438"/>
                    <a:gd name="T27" fmla="*/ 257 h 302"/>
                    <a:gd name="T28" fmla="*/ 1372 w 1438"/>
                    <a:gd name="T29" fmla="*/ 276 h 302"/>
                    <a:gd name="T30" fmla="*/ 1346 w 1438"/>
                    <a:gd name="T31" fmla="*/ 289 h 302"/>
                    <a:gd name="T32" fmla="*/ 1318 w 1438"/>
                    <a:gd name="T33" fmla="*/ 298 h 302"/>
                    <a:gd name="T34" fmla="*/ 1287 w 1438"/>
                    <a:gd name="T35" fmla="*/ 302 h 302"/>
                    <a:gd name="T36" fmla="*/ 151 w 1438"/>
                    <a:gd name="T37" fmla="*/ 302 h 302"/>
                    <a:gd name="T38" fmla="*/ 121 w 1438"/>
                    <a:gd name="T39" fmla="*/ 298 h 302"/>
                    <a:gd name="T40" fmla="*/ 93 w 1438"/>
                    <a:gd name="T41" fmla="*/ 289 h 302"/>
                    <a:gd name="T42" fmla="*/ 66 w 1438"/>
                    <a:gd name="T43" fmla="*/ 276 h 302"/>
                    <a:gd name="T44" fmla="*/ 44 w 1438"/>
                    <a:gd name="T45" fmla="*/ 257 h 302"/>
                    <a:gd name="T46" fmla="*/ 26 w 1438"/>
                    <a:gd name="T47" fmla="*/ 235 h 302"/>
                    <a:gd name="T48" fmla="*/ 12 w 1438"/>
                    <a:gd name="T49" fmla="*/ 209 h 302"/>
                    <a:gd name="T50" fmla="*/ 4 w 1438"/>
                    <a:gd name="T51" fmla="*/ 181 h 302"/>
                    <a:gd name="T52" fmla="*/ 0 w 1438"/>
                    <a:gd name="T53" fmla="*/ 151 h 302"/>
                    <a:gd name="T54" fmla="*/ 4 w 1438"/>
                    <a:gd name="T55" fmla="*/ 121 h 302"/>
                    <a:gd name="T56" fmla="*/ 12 w 1438"/>
                    <a:gd name="T57" fmla="*/ 93 h 302"/>
                    <a:gd name="T58" fmla="*/ 26 w 1438"/>
                    <a:gd name="T59" fmla="*/ 67 h 302"/>
                    <a:gd name="T60" fmla="*/ 44 w 1438"/>
                    <a:gd name="T61" fmla="*/ 45 h 302"/>
                    <a:gd name="T62" fmla="*/ 66 w 1438"/>
                    <a:gd name="T63" fmla="*/ 26 h 302"/>
                    <a:gd name="T64" fmla="*/ 93 w 1438"/>
                    <a:gd name="T65" fmla="*/ 12 h 302"/>
                    <a:gd name="T66" fmla="*/ 121 w 1438"/>
                    <a:gd name="T67" fmla="*/ 3 h 302"/>
                    <a:gd name="T68" fmla="*/ 151 w 1438"/>
                    <a:gd name="T69" fmla="*/ 0 h 30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</a:cxnLst>
                  <a:rect l="0" t="0" r="r" b="b"/>
                  <a:pathLst>
                    <a:path w="1438" h="302">
                      <a:moveTo>
                        <a:pt x="151" y="0"/>
                      </a:moveTo>
                      <a:lnTo>
                        <a:pt x="1287" y="0"/>
                      </a:lnTo>
                      <a:lnTo>
                        <a:pt x="1318" y="3"/>
                      </a:lnTo>
                      <a:lnTo>
                        <a:pt x="1346" y="12"/>
                      </a:lnTo>
                      <a:lnTo>
                        <a:pt x="1372" y="26"/>
                      </a:lnTo>
                      <a:lnTo>
                        <a:pt x="1394" y="45"/>
                      </a:lnTo>
                      <a:lnTo>
                        <a:pt x="1413" y="67"/>
                      </a:lnTo>
                      <a:lnTo>
                        <a:pt x="1426" y="93"/>
                      </a:lnTo>
                      <a:lnTo>
                        <a:pt x="1435" y="121"/>
                      </a:lnTo>
                      <a:lnTo>
                        <a:pt x="1438" y="151"/>
                      </a:lnTo>
                      <a:lnTo>
                        <a:pt x="1435" y="181"/>
                      </a:lnTo>
                      <a:lnTo>
                        <a:pt x="1426" y="209"/>
                      </a:lnTo>
                      <a:lnTo>
                        <a:pt x="1413" y="235"/>
                      </a:lnTo>
                      <a:lnTo>
                        <a:pt x="1394" y="257"/>
                      </a:lnTo>
                      <a:lnTo>
                        <a:pt x="1372" y="276"/>
                      </a:lnTo>
                      <a:lnTo>
                        <a:pt x="1346" y="289"/>
                      </a:lnTo>
                      <a:lnTo>
                        <a:pt x="1318" y="298"/>
                      </a:lnTo>
                      <a:lnTo>
                        <a:pt x="1287" y="302"/>
                      </a:lnTo>
                      <a:lnTo>
                        <a:pt x="151" y="302"/>
                      </a:lnTo>
                      <a:lnTo>
                        <a:pt x="121" y="298"/>
                      </a:lnTo>
                      <a:lnTo>
                        <a:pt x="93" y="289"/>
                      </a:lnTo>
                      <a:lnTo>
                        <a:pt x="66" y="276"/>
                      </a:lnTo>
                      <a:lnTo>
                        <a:pt x="44" y="257"/>
                      </a:lnTo>
                      <a:lnTo>
                        <a:pt x="26" y="235"/>
                      </a:lnTo>
                      <a:lnTo>
                        <a:pt x="12" y="209"/>
                      </a:lnTo>
                      <a:lnTo>
                        <a:pt x="4" y="181"/>
                      </a:lnTo>
                      <a:lnTo>
                        <a:pt x="0" y="151"/>
                      </a:lnTo>
                      <a:lnTo>
                        <a:pt x="4" y="121"/>
                      </a:lnTo>
                      <a:lnTo>
                        <a:pt x="12" y="93"/>
                      </a:lnTo>
                      <a:lnTo>
                        <a:pt x="26" y="67"/>
                      </a:lnTo>
                      <a:lnTo>
                        <a:pt x="44" y="45"/>
                      </a:lnTo>
                      <a:lnTo>
                        <a:pt x="66" y="26"/>
                      </a:lnTo>
                      <a:lnTo>
                        <a:pt x="93" y="12"/>
                      </a:lnTo>
                      <a:lnTo>
                        <a:pt x="121" y="3"/>
                      </a:lnTo>
                      <a:lnTo>
                        <a:pt x="151" y="0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48" name="Freeform 55"/>
                <p:cNvSpPr>
                  <a:spLocks/>
                </p:cNvSpPr>
                <p:nvPr/>
              </p:nvSpPr>
              <p:spPr bwMode="auto">
                <a:xfrm>
                  <a:off x="4657725" y="3687763"/>
                  <a:ext cx="206375" cy="42863"/>
                </a:xfrm>
                <a:custGeom>
                  <a:avLst/>
                  <a:gdLst>
                    <a:gd name="T0" fmla="*/ 151 w 1438"/>
                    <a:gd name="T1" fmla="*/ 0 h 301"/>
                    <a:gd name="T2" fmla="*/ 1287 w 1438"/>
                    <a:gd name="T3" fmla="*/ 0 h 301"/>
                    <a:gd name="T4" fmla="*/ 1318 w 1438"/>
                    <a:gd name="T5" fmla="*/ 3 h 301"/>
                    <a:gd name="T6" fmla="*/ 1346 w 1438"/>
                    <a:gd name="T7" fmla="*/ 12 h 301"/>
                    <a:gd name="T8" fmla="*/ 1372 w 1438"/>
                    <a:gd name="T9" fmla="*/ 26 h 301"/>
                    <a:gd name="T10" fmla="*/ 1394 w 1438"/>
                    <a:gd name="T11" fmla="*/ 44 h 301"/>
                    <a:gd name="T12" fmla="*/ 1413 w 1438"/>
                    <a:gd name="T13" fmla="*/ 66 h 301"/>
                    <a:gd name="T14" fmla="*/ 1426 w 1438"/>
                    <a:gd name="T15" fmla="*/ 92 h 301"/>
                    <a:gd name="T16" fmla="*/ 1435 w 1438"/>
                    <a:gd name="T17" fmla="*/ 120 h 301"/>
                    <a:gd name="T18" fmla="*/ 1438 w 1438"/>
                    <a:gd name="T19" fmla="*/ 150 h 301"/>
                    <a:gd name="T20" fmla="*/ 1435 w 1438"/>
                    <a:gd name="T21" fmla="*/ 181 h 301"/>
                    <a:gd name="T22" fmla="*/ 1426 w 1438"/>
                    <a:gd name="T23" fmla="*/ 210 h 301"/>
                    <a:gd name="T24" fmla="*/ 1413 w 1438"/>
                    <a:gd name="T25" fmla="*/ 235 h 301"/>
                    <a:gd name="T26" fmla="*/ 1394 w 1438"/>
                    <a:gd name="T27" fmla="*/ 258 h 301"/>
                    <a:gd name="T28" fmla="*/ 1372 w 1438"/>
                    <a:gd name="T29" fmla="*/ 275 h 301"/>
                    <a:gd name="T30" fmla="*/ 1346 w 1438"/>
                    <a:gd name="T31" fmla="*/ 290 h 301"/>
                    <a:gd name="T32" fmla="*/ 1318 w 1438"/>
                    <a:gd name="T33" fmla="*/ 298 h 301"/>
                    <a:gd name="T34" fmla="*/ 1287 w 1438"/>
                    <a:gd name="T35" fmla="*/ 301 h 301"/>
                    <a:gd name="T36" fmla="*/ 151 w 1438"/>
                    <a:gd name="T37" fmla="*/ 301 h 301"/>
                    <a:gd name="T38" fmla="*/ 121 w 1438"/>
                    <a:gd name="T39" fmla="*/ 298 h 301"/>
                    <a:gd name="T40" fmla="*/ 93 w 1438"/>
                    <a:gd name="T41" fmla="*/ 290 h 301"/>
                    <a:gd name="T42" fmla="*/ 66 w 1438"/>
                    <a:gd name="T43" fmla="*/ 275 h 301"/>
                    <a:gd name="T44" fmla="*/ 44 w 1438"/>
                    <a:gd name="T45" fmla="*/ 258 h 301"/>
                    <a:gd name="T46" fmla="*/ 26 w 1438"/>
                    <a:gd name="T47" fmla="*/ 235 h 301"/>
                    <a:gd name="T48" fmla="*/ 12 w 1438"/>
                    <a:gd name="T49" fmla="*/ 210 h 301"/>
                    <a:gd name="T50" fmla="*/ 4 w 1438"/>
                    <a:gd name="T51" fmla="*/ 181 h 301"/>
                    <a:gd name="T52" fmla="*/ 0 w 1438"/>
                    <a:gd name="T53" fmla="*/ 150 h 301"/>
                    <a:gd name="T54" fmla="*/ 4 w 1438"/>
                    <a:gd name="T55" fmla="*/ 120 h 301"/>
                    <a:gd name="T56" fmla="*/ 12 w 1438"/>
                    <a:gd name="T57" fmla="*/ 92 h 301"/>
                    <a:gd name="T58" fmla="*/ 26 w 1438"/>
                    <a:gd name="T59" fmla="*/ 66 h 301"/>
                    <a:gd name="T60" fmla="*/ 44 w 1438"/>
                    <a:gd name="T61" fmla="*/ 44 h 301"/>
                    <a:gd name="T62" fmla="*/ 66 w 1438"/>
                    <a:gd name="T63" fmla="*/ 26 h 301"/>
                    <a:gd name="T64" fmla="*/ 93 w 1438"/>
                    <a:gd name="T65" fmla="*/ 12 h 301"/>
                    <a:gd name="T66" fmla="*/ 121 w 1438"/>
                    <a:gd name="T67" fmla="*/ 3 h 301"/>
                    <a:gd name="T68" fmla="*/ 151 w 1438"/>
                    <a:gd name="T69" fmla="*/ 0 h 30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</a:cxnLst>
                  <a:rect l="0" t="0" r="r" b="b"/>
                  <a:pathLst>
                    <a:path w="1438" h="301">
                      <a:moveTo>
                        <a:pt x="151" y="0"/>
                      </a:moveTo>
                      <a:lnTo>
                        <a:pt x="1287" y="0"/>
                      </a:lnTo>
                      <a:lnTo>
                        <a:pt x="1318" y="3"/>
                      </a:lnTo>
                      <a:lnTo>
                        <a:pt x="1346" y="12"/>
                      </a:lnTo>
                      <a:lnTo>
                        <a:pt x="1372" y="26"/>
                      </a:lnTo>
                      <a:lnTo>
                        <a:pt x="1394" y="44"/>
                      </a:lnTo>
                      <a:lnTo>
                        <a:pt x="1413" y="66"/>
                      </a:lnTo>
                      <a:lnTo>
                        <a:pt x="1426" y="92"/>
                      </a:lnTo>
                      <a:lnTo>
                        <a:pt x="1435" y="120"/>
                      </a:lnTo>
                      <a:lnTo>
                        <a:pt x="1438" y="150"/>
                      </a:lnTo>
                      <a:lnTo>
                        <a:pt x="1435" y="181"/>
                      </a:lnTo>
                      <a:lnTo>
                        <a:pt x="1426" y="210"/>
                      </a:lnTo>
                      <a:lnTo>
                        <a:pt x="1413" y="235"/>
                      </a:lnTo>
                      <a:lnTo>
                        <a:pt x="1394" y="258"/>
                      </a:lnTo>
                      <a:lnTo>
                        <a:pt x="1372" y="275"/>
                      </a:lnTo>
                      <a:lnTo>
                        <a:pt x="1346" y="290"/>
                      </a:lnTo>
                      <a:lnTo>
                        <a:pt x="1318" y="298"/>
                      </a:lnTo>
                      <a:lnTo>
                        <a:pt x="1287" y="301"/>
                      </a:lnTo>
                      <a:lnTo>
                        <a:pt x="151" y="301"/>
                      </a:lnTo>
                      <a:lnTo>
                        <a:pt x="121" y="298"/>
                      </a:lnTo>
                      <a:lnTo>
                        <a:pt x="93" y="290"/>
                      </a:lnTo>
                      <a:lnTo>
                        <a:pt x="66" y="275"/>
                      </a:lnTo>
                      <a:lnTo>
                        <a:pt x="44" y="258"/>
                      </a:lnTo>
                      <a:lnTo>
                        <a:pt x="26" y="235"/>
                      </a:lnTo>
                      <a:lnTo>
                        <a:pt x="12" y="210"/>
                      </a:lnTo>
                      <a:lnTo>
                        <a:pt x="4" y="181"/>
                      </a:lnTo>
                      <a:lnTo>
                        <a:pt x="0" y="150"/>
                      </a:lnTo>
                      <a:lnTo>
                        <a:pt x="4" y="120"/>
                      </a:lnTo>
                      <a:lnTo>
                        <a:pt x="12" y="92"/>
                      </a:lnTo>
                      <a:lnTo>
                        <a:pt x="26" y="66"/>
                      </a:lnTo>
                      <a:lnTo>
                        <a:pt x="44" y="44"/>
                      </a:lnTo>
                      <a:lnTo>
                        <a:pt x="66" y="26"/>
                      </a:lnTo>
                      <a:lnTo>
                        <a:pt x="93" y="12"/>
                      </a:lnTo>
                      <a:lnTo>
                        <a:pt x="121" y="3"/>
                      </a:lnTo>
                      <a:lnTo>
                        <a:pt x="151" y="0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49" name="Freeform 56"/>
                <p:cNvSpPr>
                  <a:spLocks/>
                </p:cNvSpPr>
                <p:nvPr/>
              </p:nvSpPr>
              <p:spPr bwMode="auto">
                <a:xfrm>
                  <a:off x="4657725" y="3768726"/>
                  <a:ext cx="125413" cy="44450"/>
                </a:xfrm>
                <a:custGeom>
                  <a:avLst/>
                  <a:gdLst>
                    <a:gd name="T0" fmla="*/ 151 w 870"/>
                    <a:gd name="T1" fmla="*/ 0 h 301"/>
                    <a:gd name="T2" fmla="*/ 720 w 870"/>
                    <a:gd name="T3" fmla="*/ 0 h 301"/>
                    <a:gd name="T4" fmla="*/ 750 w 870"/>
                    <a:gd name="T5" fmla="*/ 4 h 301"/>
                    <a:gd name="T6" fmla="*/ 778 w 870"/>
                    <a:gd name="T7" fmla="*/ 12 h 301"/>
                    <a:gd name="T8" fmla="*/ 805 w 870"/>
                    <a:gd name="T9" fmla="*/ 26 h 301"/>
                    <a:gd name="T10" fmla="*/ 827 w 870"/>
                    <a:gd name="T11" fmla="*/ 44 h 301"/>
                    <a:gd name="T12" fmla="*/ 845 w 870"/>
                    <a:gd name="T13" fmla="*/ 67 h 301"/>
                    <a:gd name="T14" fmla="*/ 859 w 870"/>
                    <a:gd name="T15" fmla="*/ 92 h 301"/>
                    <a:gd name="T16" fmla="*/ 867 w 870"/>
                    <a:gd name="T17" fmla="*/ 120 h 301"/>
                    <a:gd name="T18" fmla="*/ 870 w 870"/>
                    <a:gd name="T19" fmla="*/ 151 h 301"/>
                    <a:gd name="T20" fmla="*/ 867 w 870"/>
                    <a:gd name="T21" fmla="*/ 181 h 301"/>
                    <a:gd name="T22" fmla="*/ 859 w 870"/>
                    <a:gd name="T23" fmla="*/ 209 h 301"/>
                    <a:gd name="T24" fmla="*/ 845 w 870"/>
                    <a:gd name="T25" fmla="*/ 234 h 301"/>
                    <a:gd name="T26" fmla="*/ 827 w 870"/>
                    <a:gd name="T27" fmla="*/ 257 h 301"/>
                    <a:gd name="T28" fmla="*/ 805 w 870"/>
                    <a:gd name="T29" fmla="*/ 275 h 301"/>
                    <a:gd name="T30" fmla="*/ 778 w 870"/>
                    <a:gd name="T31" fmla="*/ 290 h 301"/>
                    <a:gd name="T32" fmla="*/ 750 w 870"/>
                    <a:gd name="T33" fmla="*/ 298 h 301"/>
                    <a:gd name="T34" fmla="*/ 720 w 870"/>
                    <a:gd name="T35" fmla="*/ 301 h 301"/>
                    <a:gd name="T36" fmla="*/ 151 w 870"/>
                    <a:gd name="T37" fmla="*/ 301 h 301"/>
                    <a:gd name="T38" fmla="*/ 121 w 870"/>
                    <a:gd name="T39" fmla="*/ 298 h 301"/>
                    <a:gd name="T40" fmla="*/ 93 w 870"/>
                    <a:gd name="T41" fmla="*/ 290 h 301"/>
                    <a:gd name="T42" fmla="*/ 66 w 870"/>
                    <a:gd name="T43" fmla="*/ 275 h 301"/>
                    <a:gd name="T44" fmla="*/ 44 w 870"/>
                    <a:gd name="T45" fmla="*/ 257 h 301"/>
                    <a:gd name="T46" fmla="*/ 26 w 870"/>
                    <a:gd name="T47" fmla="*/ 234 h 301"/>
                    <a:gd name="T48" fmla="*/ 12 w 870"/>
                    <a:gd name="T49" fmla="*/ 209 h 301"/>
                    <a:gd name="T50" fmla="*/ 4 w 870"/>
                    <a:gd name="T51" fmla="*/ 181 h 301"/>
                    <a:gd name="T52" fmla="*/ 0 w 870"/>
                    <a:gd name="T53" fmla="*/ 151 h 301"/>
                    <a:gd name="T54" fmla="*/ 4 w 870"/>
                    <a:gd name="T55" fmla="*/ 120 h 301"/>
                    <a:gd name="T56" fmla="*/ 12 w 870"/>
                    <a:gd name="T57" fmla="*/ 92 h 301"/>
                    <a:gd name="T58" fmla="*/ 26 w 870"/>
                    <a:gd name="T59" fmla="*/ 67 h 301"/>
                    <a:gd name="T60" fmla="*/ 44 w 870"/>
                    <a:gd name="T61" fmla="*/ 44 h 301"/>
                    <a:gd name="T62" fmla="*/ 66 w 870"/>
                    <a:gd name="T63" fmla="*/ 26 h 301"/>
                    <a:gd name="T64" fmla="*/ 93 w 870"/>
                    <a:gd name="T65" fmla="*/ 12 h 301"/>
                    <a:gd name="T66" fmla="*/ 121 w 870"/>
                    <a:gd name="T67" fmla="*/ 4 h 301"/>
                    <a:gd name="T68" fmla="*/ 151 w 870"/>
                    <a:gd name="T69" fmla="*/ 0 h 30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</a:cxnLst>
                  <a:rect l="0" t="0" r="r" b="b"/>
                  <a:pathLst>
                    <a:path w="870" h="301">
                      <a:moveTo>
                        <a:pt x="151" y="0"/>
                      </a:moveTo>
                      <a:lnTo>
                        <a:pt x="720" y="0"/>
                      </a:lnTo>
                      <a:lnTo>
                        <a:pt x="750" y="4"/>
                      </a:lnTo>
                      <a:lnTo>
                        <a:pt x="778" y="12"/>
                      </a:lnTo>
                      <a:lnTo>
                        <a:pt x="805" y="26"/>
                      </a:lnTo>
                      <a:lnTo>
                        <a:pt x="827" y="44"/>
                      </a:lnTo>
                      <a:lnTo>
                        <a:pt x="845" y="67"/>
                      </a:lnTo>
                      <a:lnTo>
                        <a:pt x="859" y="92"/>
                      </a:lnTo>
                      <a:lnTo>
                        <a:pt x="867" y="120"/>
                      </a:lnTo>
                      <a:lnTo>
                        <a:pt x="870" y="151"/>
                      </a:lnTo>
                      <a:lnTo>
                        <a:pt x="867" y="181"/>
                      </a:lnTo>
                      <a:lnTo>
                        <a:pt x="859" y="209"/>
                      </a:lnTo>
                      <a:lnTo>
                        <a:pt x="845" y="234"/>
                      </a:lnTo>
                      <a:lnTo>
                        <a:pt x="827" y="257"/>
                      </a:lnTo>
                      <a:lnTo>
                        <a:pt x="805" y="275"/>
                      </a:lnTo>
                      <a:lnTo>
                        <a:pt x="778" y="290"/>
                      </a:lnTo>
                      <a:lnTo>
                        <a:pt x="750" y="298"/>
                      </a:lnTo>
                      <a:lnTo>
                        <a:pt x="720" y="301"/>
                      </a:lnTo>
                      <a:lnTo>
                        <a:pt x="151" y="301"/>
                      </a:lnTo>
                      <a:lnTo>
                        <a:pt x="121" y="298"/>
                      </a:lnTo>
                      <a:lnTo>
                        <a:pt x="93" y="290"/>
                      </a:lnTo>
                      <a:lnTo>
                        <a:pt x="66" y="275"/>
                      </a:lnTo>
                      <a:lnTo>
                        <a:pt x="44" y="257"/>
                      </a:lnTo>
                      <a:lnTo>
                        <a:pt x="26" y="234"/>
                      </a:lnTo>
                      <a:lnTo>
                        <a:pt x="12" y="209"/>
                      </a:lnTo>
                      <a:lnTo>
                        <a:pt x="4" y="181"/>
                      </a:lnTo>
                      <a:lnTo>
                        <a:pt x="0" y="151"/>
                      </a:lnTo>
                      <a:lnTo>
                        <a:pt x="4" y="120"/>
                      </a:lnTo>
                      <a:lnTo>
                        <a:pt x="12" y="92"/>
                      </a:lnTo>
                      <a:lnTo>
                        <a:pt x="26" y="67"/>
                      </a:lnTo>
                      <a:lnTo>
                        <a:pt x="44" y="44"/>
                      </a:lnTo>
                      <a:lnTo>
                        <a:pt x="66" y="26"/>
                      </a:lnTo>
                      <a:lnTo>
                        <a:pt x="93" y="12"/>
                      </a:lnTo>
                      <a:lnTo>
                        <a:pt x="121" y="4"/>
                      </a:lnTo>
                      <a:lnTo>
                        <a:pt x="151" y="0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50" name="Freeform 57"/>
                <p:cNvSpPr>
                  <a:spLocks/>
                </p:cNvSpPr>
                <p:nvPr/>
              </p:nvSpPr>
              <p:spPr bwMode="auto">
                <a:xfrm>
                  <a:off x="4575175" y="3521076"/>
                  <a:ext cx="371475" cy="477838"/>
                </a:xfrm>
                <a:custGeom>
                  <a:avLst/>
                  <a:gdLst>
                    <a:gd name="T0" fmla="*/ 152 w 2574"/>
                    <a:gd name="T1" fmla="*/ 0 h 3310"/>
                    <a:gd name="T2" fmla="*/ 2423 w 2574"/>
                    <a:gd name="T3" fmla="*/ 0 h 3310"/>
                    <a:gd name="T4" fmla="*/ 2453 w 2574"/>
                    <a:gd name="T5" fmla="*/ 3 h 3310"/>
                    <a:gd name="T6" fmla="*/ 2481 w 2574"/>
                    <a:gd name="T7" fmla="*/ 12 h 3310"/>
                    <a:gd name="T8" fmla="*/ 2507 w 2574"/>
                    <a:gd name="T9" fmla="*/ 26 h 3310"/>
                    <a:gd name="T10" fmla="*/ 2529 w 2574"/>
                    <a:gd name="T11" fmla="*/ 44 h 3310"/>
                    <a:gd name="T12" fmla="*/ 2548 w 2574"/>
                    <a:gd name="T13" fmla="*/ 67 h 3310"/>
                    <a:gd name="T14" fmla="*/ 2562 w 2574"/>
                    <a:gd name="T15" fmla="*/ 92 h 3310"/>
                    <a:gd name="T16" fmla="*/ 2571 w 2574"/>
                    <a:gd name="T17" fmla="*/ 120 h 3310"/>
                    <a:gd name="T18" fmla="*/ 2574 w 2574"/>
                    <a:gd name="T19" fmla="*/ 150 h 3310"/>
                    <a:gd name="T20" fmla="*/ 2574 w 2574"/>
                    <a:gd name="T21" fmla="*/ 374 h 3310"/>
                    <a:gd name="T22" fmla="*/ 2272 w 2574"/>
                    <a:gd name="T23" fmla="*/ 896 h 3310"/>
                    <a:gd name="T24" fmla="*/ 2272 w 2574"/>
                    <a:gd name="T25" fmla="*/ 301 h 3310"/>
                    <a:gd name="T26" fmla="*/ 304 w 2574"/>
                    <a:gd name="T27" fmla="*/ 301 h 3310"/>
                    <a:gd name="T28" fmla="*/ 304 w 2574"/>
                    <a:gd name="T29" fmla="*/ 3008 h 3310"/>
                    <a:gd name="T30" fmla="*/ 2272 w 2574"/>
                    <a:gd name="T31" fmla="*/ 3008 h 3310"/>
                    <a:gd name="T32" fmla="*/ 2272 w 2574"/>
                    <a:gd name="T33" fmla="*/ 2634 h 3310"/>
                    <a:gd name="T34" fmla="*/ 2430 w 2574"/>
                    <a:gd name="T35" fmla="*/ 2530 h 3310"/>
                    <a:gd name="T36" fmla="*/ 2458 w 2574"/>
                    <a:gd name="T37" fmla="*/ 2508 h 3310"/>
                    <a:gd name="T38" fmla="*/ 2482 w 2574"/>
                    <a:gd name="T39" fmla="*/ 2483 h 3310"/>
                    <a:gd name="T40" fmla="*/ 2502 w 2574"/>
                    <a:gd name="T41" fmla="*/ 2454 h 3310"/>
                    <a:gd name="T42" fmla="*/ 2574 w 2574"/>
                    <a:gd name="T43" fmla="*/ 2330 h 3310"/>
                    <a:gd name="T44" fmla="*/ 2574 w 2574"/>
                    <a:gd name="T45" fmla="*/ 3159 h 3310"/>
                    <a:gd name="T46" fmla="*/ 2571 w 2574"/>
                    <a:gd name="T47" fmla="*/ 3189 h 3310"/>
                    <a:gd name="T48" fmla="*/ 2562 w 2574"/>
                    <a:gd name="T49" fmla="*/ 3217 h 3310"/>
                    <a:gd name="T50" fmla="*/ 2548 w 2574"/>
                    <a:gd name="T51" fmla="*/ 3243 h 3310"/>
                    <a:gd name="T52" fmla="*/ 2529 w 2574"/>
                    <a:gd name="T53" fmla="*/ 3265 h 3310"/>
                    <a:gd name="T54" fmla="*/ 2507 w 2574"/>
                    <a:gd name="T55" fmla="*/ 3284 h 3310"/>
                    <a:gd name="T56" fmla="*/ 2481 w 2574"/>
                    <a:gd name="T57" fmla="*/ 3297 h 3310"/>
                    <a:gd name="T58" fmla="*/ 2453 w 2574"/>
                    <a:gd name="T59" fmla="*/ 3307 h 3310"/>
                    <a:gd name="T60" fmla="*/ 2423 w 2574"/>
                    <a:gd name="T61" fmla="*/ 3310 h 3310"/>
                    <a:gd name="T62" fmla="*/ 152 w 2574"/>
                    <a:gd name="T63" fmla="*/ 3310 h 3310"/>
                    <a:gd name="T64" fmla="*/ 121 w 2574"/>
                    <a:gd name="T65" fmla="*/ 3307 h 3310"/>
                    <a:gd name="T66" fmla="*/ 93 w 2574"/>
                    <a:gd name="T67" fmla="*/ 3297 h 3310"/>
                    <a:gd name="T68" fmla="*/ 67 w 2574"/>
                    <a:gd name="T69" fmla="*/ 3284 h 3310"/>
                    <a:gd name="T70" fmla="*/ 45 w 2574"/>
                    <a:gd name="T71" fmla="*/ 3265 h 3310"/>
                    <a:gd name="T72" fmla="*/ 26 w 2574"/>
                    <a:gd name="T73" fmla="*/ 3243 h 3310"/>
                    <a:gd name="T74" fmla="*/ 13 w 2574"/>
                    <a:gd name="T75" fmla="*/ 3217 h 3310"/>
                    <a:gd name="T76" fmla="*/ 3 w 2574"/>
                    <a:gd name="T77" fmla="*/ 3189 h 3310"/>
                    <a:gd name="T78" fmla="*/ 0 w 2574"/>
                    <a:gd name="T79" fmla="*/ 3159 h 3310"/>
                    <a:gd name="T80" fmla="*/ 0 w 2574"/>
                    <a:gd name="T81" fmla="*/ 150 h 3310"/>
                    <a:gd name="T82" fmla="*/ 3 w 2574"/>
                    <a:gd name="T83" fmla="*/ 120 h 3310"/>
                    <a:gd name="T84" fmla="*/ 13 w 2574"/>
                    <a:gd name="T85" fmla="*/ 92 h 3310"/>
                    <a:gd name="T86" fmla="*/ 26 w 2574"/>
                    <a:gd name="T87" fmla="*/ 67 h 3310"/>
                    <a:gd name="T88" fmla="*/ 45 w 2574"/>
                    <a:gd name="T89" fmla="*/ 44 h 3310"/>
                    <a:gd name="T90" fmla="*/ 67 w 2574"/>
                    <a:gd name="T91" fmla="*/ 26 h 3310"/>
                    <a:gd name="T92" fmla="*/ 93 w 2574"/>
                    <a:gd name="T93" fmla="*/ 12 h 3310"/>
                    <a:gd name="T94" fmla="*/ 121 w 2574"/>
                    <a:gd name="T95" fmla="*/ 3 h 3310"/>
                    <a:gd name="T96" fmla="*/ 152 w 2574"/>
                    <a:gd name="T97" fmla="*/ 0 h 331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</a:cxnLst>
                  <a:rect l="0" t="0" r="r" b="b"/>
                  <a:pathLst>
                    <a:path w="2574" h="3310">
                      <a:moveTo>
                        <a:pt x="152" y="0"/>
                      </a:moveTo>
                      <a:lnTo>
                        <a:pt x="2423" y="0"/>
                      </a:lnTo>
                      <a:lnTo>
                        <a:pt x="2453" y="3"/>
                      </a:lnTo>
                      <a:lnTo>
                        <a:pt x="2481" y="12"/>
                      </a:lnTo>
                      <a:lnTo>
                        <a:pt x="2507" y="26"/>
                      </a:lnTo>
                      <a:lnTo>
                        <a:pt x="2529" y="44"/>
                      </a:lnTo>
                      <a:lnTo>
                        <a:pt x="2548" y="67"/>
                      </a:lnTo>
                      <a:lnTo>
                        <a:pt x="2562" y="92"/>
                      </a:lnTo>
                      <a:lnTo>
                        <a:pt x="2571" y="120"/>
                      </a:lnTo>
                      <a:lnTo>
                        <a:pt x="2574" y="150"/>
                      </a:lnTo>
                      <a:lnTo>
                        <a:pt x="2574" y="374"/>
                      </a:lnTo>
                      <a:lnTo>
                        <a:pt x="2272" y="896"/>
                      </a:lnTo>
                      <a:lnTo>
                        <a:pt x="2272" y="301"/>
                      </a:lnTo>
                      <a:lnTo>
                        <a:pt x="304" y="301"/>
                      </a:lnTo>
                      <a:lnTo>
                        <a:pt x="304" y="3008"/>
                      </a:lnTo>
                      <a:lnTo>
                        <a:pt x="2272" y="3008"/>
                      </a:lnTo>
                      <a:lnTo>
                        <a:pt x="2272" y="2634"/>
                      </a:lnTo>
                      <a:lnTo>
                        <a:pt x="2430" y="2530"/>
                      </a:lnTo>
                      <a:lnTo>
                        <a:pt x="2458" y="2508"/>
                      </a:lnTo>
                      <a:lnTo>
                        <a:pt x="2482" y="2483"/>
                      </a:lnTo>
                      <a:lnTo>
                        <a:pt x="2502" y="2454"/>
                      </a:lnTo>
                      <a:lnTo>
                        <a:pt x="2574" y="2330"/>
                      </a:lnTo>
                      <a:lnTo>
                        <a:pt x="2574" y="3159"/>
                      </a:lnTo>
                      <a:lnTo>
                        <a:pt x="2571" y="3189"/>
                      </a:lnTo>
                      <a:lnTo>
                        <a:pt x="2562" y="3217"/>
                      </a:lnTo>
                      <a:lnTo>
                        <a:pt x="2548" y="3243"/>
                      </a:lnTo>
                      <a:lnTo>
                        <a:pt x="2529" y="3265"/>
                      </a:lnTo>
                      <a:lnTo>
                        <a:pt x="2507" y="3284"/>
                      </a:lnTo>
                      <a:lnTo>
                        <a:pt x="2481" y="3297"/>
                      </a:lnTo>
                      <a:lnTo>
                        <a:pt x="2453" y="3307"/>
                      </a:lnTo>
                      <a:lnTo>
                        <a:pt x="2423" y="3310"/>
                      </a:lnTo>
                      <a:lnTo>
                        <a:pt x="152" y="3310"/>
                      </a:lnTo>
                      <a:lnTo>
                        <a:pt x="121" y="3307"/>
                      </a:lnTo>
                      <a:lnTo>
                        <a:pt x="93" y="3297"/>
                      </a:lnTo>
                      <a:lnTo>
                        <a:pt x="67" y="3284"/>
                      </a:lnTo>
                      <a:lnTo>
                        <a:pt x="45" y="3265"/>
                      </a:lnTo>
                      <a:lnTo>
                        <a:pt x="26" y="3243"/>
                      </a:lnTo>
                      <a:lnTo>
                        <a:pt x="13" y="3217"/>
                      </a:lnTo>
                      <a:lnTo>
                        <a:pt x="3" y="3189"/>
                      </a:lnTo>
                      <a:lnTo>
                        <a:pt x="0" y="3159"/>
                      </a:lnTo>
                      <a:lnTo>
                        <a:pt x="0" y="150"/>
                      </a:lnTo>
                      <a:lnTo>
                        <a:pt x="3" y="120"/>
                      </a:lnTo>
                      <a:lnTo>
                        <a:pt x="13" y="92"/>
                      </a:lnTo>
                      <a:lnTo>
                        <a:pt x="26" y="67"/>
                      </a:lnTo>
                      <a:lnTo>
                        <a:pt x="45" y="44"/>
                      </a:lnTo>
                      <a:lnTo>
                        <a:pt x="67" y="26"/>
                      </a:lnTo>
                      <a:lnTo>
                        <a:pt x="93" y="12"/>
                      </a:lnTo>
                      <a:lnTo>
                        <a:pt x="121" y="3"/>
                      </a:lnTo>
                      <a:lnTo>
                        <a:pt x="152" y="0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51" name="Freeform 58"/>
                <p:cNvSpPr>
                  <a:spLocks noEditPoints="1"/>
                </p:cNvSpPr>
                <p:nvPr/>
              </p:nvSpPr>
              <p:spPr bwMode="auto">
                <a:xfrm>
                  <a:off x="4826000" y="3575051"/>
                  <a:ext cx="228600" cy="341313"/>
                </a:xfrm>
                <a:custGeom>
                  <a:avLst/>
                  <a:gdLst>
                    <a:gd name="T0" fmla="*/ 131 w 1591"/>
                    <a:gd name="T1" fmla="*/ 1996 h 2370"/>
                    <a:gd name="T2" fmla="*/ 223 w 1591"/>
                    <a:gd name="T3" fmla="*/ 2040 h 2370"/>
                    <a:gd name="T4" fmla="*/ 308 w 1591"/>
                    <a:gd name="T5" fmla="*/ 2097 h 2370"/>
                    <a:gd name="T6" fmla="*/ 439 w 1591"/>
                    <a:gd name="T7" fmla="*/ 1980 h 2370"/>
                    <a:gd name="T8" fmla="*/ 389 w 1591"/>
                    <a:gd name="T9" fmla="*/ 1934 h 2370"/>
                    <a:gd name="T10" fmla="*/ 314 w 1591"/>
                    <a:gd name="T11" fmla="*/ 1883 h 2370"/>
                    <a:gd name="T12" fmla="*/ 245 w 1591"/>
                    <a:gd name="T13" fmla="*/ 1849 h 2370"/>
                    <a:gd name="T14" fmla="*/ 187 w 1591"/>
                    <a:gd name="T15" fmla="*/ 1829 h 2370"/>
                    <a:gd name="T16" fmla="*/ 141 w 1591"/>
                    <a:gd name="T17" fmla="*/ 1820 h 2370"/>
                    <a:gd name="T18" fmla="*/ 1118 w 1591"/>
                    <a:gd name="T19" fmla="*/ 0 h 2370"/>
                    <a:gd name="T20" fmla="*/ 1173 w 1591"/>
                    <a:gd name="T21" fmla="*/ 7 h 2370"/>
                    <a:gd name="T22" fmla="*/ 1240 w 1591"/>
                    <a:gd name="T23" fmla="*/ 25 h 2370"/>
                    <a:gd name="T24" fmla="*/ 1319 w 1591"/>
                    <a:gd name="T25" fmla="*/ 57 h 2370"/>
                    <a:gd name="T26" fmla="*/ 1407 w 1591"/>
                    <a:gd name="T27" fmla="*/ 108 h 2370"/>
                    <a:gd name="T28" fmla="*/ 1478 w 1591"/>
                    <a:gd name="T29" fmla="*/ 163 h 2370"/>
                    <a:gd name="T30" fmla="*/ 1528 w 1591"/>
                    <a:gd name="T31" fmla="*/ 215 h 2370"/>
                    <a:gd name="T32" fmla="*/ 1561 w 1591"/>
                    <a:gd name="T33" fmla="*/ 261 h 2370"/>
                    <a:gd name="T34" fmla="*/ 1580 w 1591"/>
                    <a:gd name="T35" fmla="*/ 297 h 2370"/>
                    <a:gd name="T36" fmla="*/ 1588 w 1591"/>
                    <a:gd name="T37" fmla="*/ 320 h 2370"/>
                    <a:gd name="T38" fmla="*/ 1591 w 1591"/>
                    <a:gd name="T39" fmla="*/ 344 h 2370"/>
                    <a:gd name="T40" fmla="*/ 1581 w 1591"/>
                    <a:gd name="T41" fmla="*/ 379 h 2370"/>
                    <a:gd name="T42" fmla="*/ 625 w 1591"/>
                    <a:gd name="T43" fmla="*/ 2021 h 2370"/>
                    <a:gd name="T44" fmla="*/ 116 w 1591"/>
                    <a:gd name="T45" fmla="*/ 2357 h 2370"/>
                    <a:gd name="T46" fmla="*/ 77 w 1591"/>
                    <a:gd name="T47" fmla="*/ 2370 h 2370"/>
                    <a:gd name="T48" fmla="*/ 36 w 1591"/>
                    <a:gd name="T49" fmla="*/ 2359 h 2370"/>
                    <a:gd name="T50" fmla="*/ 12 w 1591"/>
                    <a:gd name="T51" fmla="*/ 2338 h 2370"/>
                    <a:gd name="T52" fmla="*/ 0 w 1591"/>
                    <a:gd name="T53" fmla="*/ 2306 h 2370"/>
                    <a:gd name="T54" fmla="*/ 34 w 1591"/>
                    <a:gd name="T55" fmla="*/ 1702 h 2370"/>
                    <a:gd name="T56" fmla="*/ 45 w 1591"/>
                    <a:gd name="T57" fmla="*/ 1670 h 2370"/>
                    <a:gd name="T58" fmla="*/ 1002 w 1591"/>
                    <a:gd name="T59" fmla="*/ 27 h 2370"/>
                    <a:gd name="T60" fmla="*/ 1034 w 1591"/>
                    <a:gd name="T61" fmla="*/ 7 h 2370"/>
                    <a:gd name="T62" fmla="*/ 1048 w 1591"/>
                    <a:gd name="T63" fmla="*/ 4 h 2370"/>
                    <a:gd name="T64" fmla="*/ 1076 w 1591"/>
                    <a:gd name="T65" fmla="*/ 0 h 237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</a:cxnLst>
                  <a:rect l="0" t="0" r="r" b="b"/>
                  <a:pathLst>
                    <a:path w="1591" h="2370">
                      <a:moveTo>
                        <a:pt x="141" y="1820"/>
                      </a:moveTo>
                      <a:lnTo>
                        <a:pt x="131" y="1996"/>
                      </a:lnTo>
                      <a:lnTo>
                        <a:pt x="177" y="2016"/>
                      </a:lnTo>
                      <a:lnTo>
                        <a:pt x="223" y="2040"/>
                      </a:lnTo>
                      <a:lnTo>
                        <a:pt x="267" y="2067"/>
                      </a:lnTo>
                      <a:lnTo>
                        <a:pt x="308" y="2097"/>
                      </a:lnTo>
                      <a:lnTo>
                        <a:pt x="455" y="2000"/>
                      </a:lnTo>
                      <a:lnTo>
                        <a:pt x="439" y="1980"/>
                      </a:lnTo>
                      <a:lnTo>
                        <a:pt x="417" y="1958"/>
                      </a:lnTo>
                      <a:lnTo>
                        <a:pt x="389" y="1934"/>
                      </a:lnTo>
                      <a:lnTo>
                        <a:pt x="355" y="1909"/>
                      </a:lnTo>
                      <a:lnTo>
                        <a:pt x="314" y="1883"/>
                      </a:lnTo>
                      <a:lnTo>
                        <a:pt x="278" y="1864"/>
                      </a:lnTo>
                      <a:lnTo>
                        <a:pt x="245" y="1849"/>
                      </a:lnTo>
                      <a:lnTo>
                        <a:pt x="214" y="1837"/>
                      </a:lnTo>
                      <a:lnTo>
                        <a:pt x="187" y="1829"/>
                      </a:lnTo>
                      <a:lnTo>
                        <a:pt x="163" y="1824"/>
                      </a:lnTo>
                      <a:lnTo>
                        <a:pt x="141" y="1820"/>
                      </a:lnTo>
                      <a:close/>
                      <a:moveTo>
                        <a:pt x="1095" y="0"/>
                      </a:moveTo>
                      <a:lnTo>
                        <a:pt x="1118" y="0"/>
                      </a:lnTo>
                      <a:lnTo>
                        <a:pt x="1144" y="2"/>
                      </a:lnTo>
                      <a:lnTo>
                        <a:pt x="1173" y="7"/>
                      </a:lnTo>
                      <a:lnTo>
                        <a:pt x="1205" y="14"/>
                      </a:lnTo>
                      <a:lnTo>
                        <a:pt x="1240" y="25"/>
                      </a:lnTo>
                      <a:lnTo>
                        <a:pt x="1278" y="39"/>
                      </a:lnTo>
                      <a:lnTo>
                        <a:pt x="1319" y="57"/>
                      </a:lnTo>
                      <a:lnTo>
                        <a:pt x="1362" y="81"/>
                      </a:lnTo>
                      <a:lnTo>
                        <a:pt x="1407" y="108"/>
                      </a:lnTo>
                      <a:lnTo>
                        <a:pt x="1446" y="136"/>
                      </a:lnTo>
                      <a:lnTo>
                        <a:pt x="1478" y="163"/>
                      </a:lnTo>
                      <a:lnTo>
                        <a:pt x="1505" y="190"/>
                      </a:lnTo>
                      <a:lnTo>
                        <a:pt x="1528" y="215"/>
                      </a:lnTo>
                      <a:lnTo>
                        <a:pt x="1546" y="239"/>
                      </a:lnTo>
                      <a:lnTo>
                        <a:pt x="1561" y="261"/>
                      </a:lnTo>
                      <a:lnTo>
                        <a:pt x="1571" y="280"/>
                      </a:lnTo>
                      <a:lnTo>
                        <a:pt x="1580" y="297"/>
                      </a:lnTo>
                      <a:lnTo>
                        <a:pt x="1585" y="311"/>
                      </a:lnTo>
                      <a:lnTo>
                        <a:pt x="1588" y="320"/>
                      </a:lnTo>
                      <a:lnTo>
                        <a:pt x="1589" y="325"/>
                      </a:lnTo>
                      <a:lnTo>
                        <a:pt x="1591" y="344"/>
                      </a:lnTo>
                      <a:lnTo>
                        <a:pt x="1588" y="363"/>
                      </a:lnTo>
                      <a:lnTo>
                        <a:pt x="1581" y="379"/>
                      </a:lnTo>
                      <a:lnTo>
                        <a:pt x="634" y="2008"/>
                      </a:lnTo>
                      <a:lnTo>
                        <a:pt x="625" y="2021"/>
                      </a:lnTo>
                      <a:lnTo>
                        <a:pt x="611" y="2033"/>
                      </a:lnTo>
                      <a:lnTo>
                        <a:pt x="116" y="2357"/>
                      </a:lnTo>
                      <a:lnTo>
                        <a:pt x="97" y="2367"/>
                      </a:lnTo>
                      <a:lnTo>
                        <a:pt x="77" y="2370"/>
                      </a:lnTo>
                      <a:lnTo>
                        <a:pt x="56" y="2368"/>
                      </a:lnTo>
                      <a:lnTo>
                        <a:pt x="36" y="2359"/>
                      </a:lnTo>
                      <a:lnTo>
                        <a:pt x="23" y="2350"/>
                      </a:lnTo>
                      <a:lnTo>
                        <a:pt x="12" y="2338"/>
                      </a:lnTo>
                      <a:lnTo>
                        <a:pt x="5" y="2323"/>
                      </a:lnTo>
                      <a:lnTo>
                        <a:pt x="0" y="2306"/>
                      </a:lnTo>
                      <a:lnTo>
                        <a:pt x="0" y="2290"/>
                      </a:lnTo>
                      <a:lnTo>
                        <a:pt x="34" y="1702"/>
                      </a:lnTo>
                      <a:lnTo>
                        <a:pt x="38" y="1685"/>
                      </a:lnTo>
                      <a:lnTo>
                        <a:pt x="45" y="1670"/>
                      </a:lnTo>
                      <a:lnTo>
                        <a:pt x="991" y="41"/>
                      </a:lnTo>
                      <a:lnTo>
                        <a:pt x="1002" y="27"/>
                      </a:lnTo>
                      <a:lnTo>
                        <a:pt x="1016" y="15"/>
                      </a:lnTo>
                      <a:lnTo>
                        <a:pt x="1034" y="7"/>
                      </a:lnTo>
                      <a:lnTo>
                        <a:pt x="1038" y="6"/>
                      </a:lnTo>
                      <a:lnTo>
                        <a:pt x="1048" y="4"/>
                      </a:lnTo>
                      <a:lnTo>
                        <a:pt x="1060" y="2"/>
                      </a:lnTo>
                      <a:lnTo>
                        <a:pt x="1076" y="0"/>
                      </a:lnTo>
                      <a:lnTo>
                        <a:pt x="1095" y="0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52" name="Freeform 59"/>
                <p:cNvSpPr>
                  <a:spLocks/>
                </p:cNvSpPr>
                <p:nvPr/>
              </p:nvSpPr>
              <p:spPr bwMode="auto">
                <a:xfrm>
                  <a:off x="4645025" y="3849688"/>
                  <a:ext cx="166688" cy="84138"/>
                </a:xfrm>
                <a:custGeom>
                  <a:avLst/>
                  <a:gdLst>
                    <a:gd name="T0" fmla="*/ 557 w 1155"/>
                    <a:gd name="T1" fmla="*/ 5 h 591"/>
                    <a:gd name="T2" fmla="*/ 583 w 1155"/>
                    <a:gd name="T3" fmla="*/ 28 h 591"/>
                    <a:gd name="T4" fmla="*/ 591 w 1155"/>
                    <a:gd name="T5" fmla="*/ 111 h 591"/>
                    <a:gd name="T6" fmla="*/ 560 w 1155"/>
                    <a:gd name="T7" fmla="*/ 199 h 591"/>
                    <a:gd name="T8" fmla="*/ 569 w 1155"/>
                    <a:gd name="T9" fmla="*/ 242 h 591"/>
                    <a:gd name="T10" fmla="*/ 587 w 1155"/>
                    <a:gd name="T11" fmla="*/ 270 h 591"/>
                    <a:gd name="T12" fmla="*/ 637 w 1155"/>
                    <a:gd name="T13" fmla="*/ 278 h 591"/>
                    <a:gd name="T14" fmla="*/ 681 w 1155"/>
                    <a:gd name="T15" fmla="*/ 323 h 591"/>
                    <a:gd name="T16" fmla="*/ 693 w 1155"/>
                    <a:gd name="T17" fmla="*/ 357 h 591"/>
                    <a:gd name="T18" fmla="*/ 847 w 1155"/>
                    <a:gd name="T19" fmla="*/ 351 h 591"/>
                    <a:gd name="T20" fmla="*/ 996 w 1155"/>
                    <a:gd name="T21" fmla="*/ 366 h 591"/>
                    <a:gd name="T22" fmla="*/ 1118 w 1155"/>
                    <a:gd name="T23" fmla="*/ 373 h 591"/>
                    <a:gd name="T24" fmla="*/ 1149 w 1155"/>
                    <a:gd name="T25" fmla="*/ 400 h 591"/>
                    <a:gd name="T26" fmla="*/ 1154 w 1155"/>
                    <a:gd name="T27" fmla="*/ 441 h 591"/>
                    <a:gd name="T28" fmla="*/ 1131 w 1155"/>
                    <a:gd name="T29" fmla="*/ 475 h 591"/>
                    <a:gd name="T30" fmla="*/ 1066 w 1155"/>
                    <a:gd name="T31" fmla="*/ 482 h 591"/>
                    <a:gd name="T32" fmla="*/ 957 w 1155"/>
                    <a:gd name="T33" fmla="*/ 467 h 591"/>
                    <a:gd name="T34" fmla="*/ 843 w 1155"/>
                    <a:gd name="T35" fmla="*/ 452 h 591"/>
                    <a:gd name="T36" fmla="*/ 738 w 1155"/>
                    <a:gd name="T37" fmla="*/ 461 h 591"/>
                    <a:gd name="T38" fmla="*/ 679 w 1155"/>
                    <a:gd name="T39" fmla="*/ 486 h 591"/>
                    <a:gd name="T40" fmla="*/ 636 w 1155"/>
                    <a:gd name="T41" fmla="*/ 492 h 591"/>
                    <a:gd name="T42" fmla="*/ 603 w 1155"/>
                    <a:gd name="T43" fmla="*/ 477 h 591"/>
                    <a:gd name="T44" fmla="*/ 576 w 1155"/>
                    <a:gd name="T45" fmla="*/ 454 h 591"/>
                    <a:gd name="T46" fmla="*/ 571 w 1155"/>
                    <a:gd name="T47" fmla="*/ 407 h 591"/>
                    <a:gd name="T48" fmla="*/ 537 w 1155"/>
                    <a:gd name="T49" fmla="*/ 457 h 591"/>
                    <a:gd name="T50" fmla="*/ 495 w 1155"/>
                    <a:gd name="T51" fmla="*/ 471 h 591"/>
                    <a:gd name="T52" fmla="*/ 455 w 1155"/>
                    <a:gd name="T53" fmla="*/ 456 h 591"/>
                    <a:gd name="T54" fmla="*/ 439 w 1155"/>
                    <a:gd name="T55" fmla="*/ 419 h 591"/>
                    <a:gd name="T56" fmla="*/ 450 w 1155"/>
                    <a:gd name="T57" fmla="*/ 390 h 591"/>
                    <a:gd name="T58" fmla="*/ 458 w 1155"/>
                    <a:gd name="T59" fmla="*/ 369 h 591"/>
                    <a:gd name="T60" fmla="*/ 422 w 1155"/>
                    <a:gd name="T61" fmla="*/ 404 h 591"/>
                    <a:gd name="T62" fmla="*/ 379 w 1155"/>
                    <a:gd name="T63" fmla="*/ 428 h 591"/>
                    <a:gd name="T64" fmla="*/ 335 w 1155"/>
                    <a:gd name="T65" fmla="*/ 417 h 591"/>
                    <a:gd name="T66" fmla="*/ 314 w 1155"/>
                    <a:gd name="T67" fmla="*/ 379 h 591"/>
                    <a:gd name="T68" fmla="*/ 364 w 1155"/>
                    <a:gd name="T69" fmla="*/ 288 h 591"/>
                    <a:gd name="T70" fmla="*/ 252 w 1155"/>
                    <a:gd name="T71" fmla="*/ 393 h 591"/>
                    <a:gd name="T72" fmla="*/ 96 w 1155"/>
                    <a:gd name="T73" fmla="*/ 581 h 591"/>
                    <a:gd name="T74" fmla="*/ 49 w 1155"/>
                    <a:gd name="T75" fmla="*/ 590 h 591"/>
                    <a:gd name="T76" fmla="*/ 9 w 1155"/>
                    <a:gd name="T77" fmla="*/ 569 h 591"/>
                    <a:gd name="T78" fmla="*/ 2 w 1155"/>
                    <a:gd name="T79" fmla="*/ 527 h 591"/>
                    <a:gd name="T80" fmla="*/ 138 w 1155"/>
                    <a:gd name="T81" fmla="*/ 351 h 591"/>
                    <a:gd name="T82" fmla="*/ 344 w 1155"/>
                    <a:gd name="T83" fmla="*/ 123 h 591"/>
                    <a:gd name="T84" fmla="*/ 398 w 1155"/>
                    <a:gd name="T85" fmla="*/ 70 h 591"/>
                    <a:gd name="T86" fmla="*/ 462 w 1155"/>
                    <a:gd name="T87" fmla="*/ 20 h 591"/>
                    <a:gd name="T88" fmla="*/ 534 w 1155"/>
                    <a:gd name="T89" fmla="*/ 0 h 59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</a:cxnLst>
                  <a:rect l="0" t="0" r="r" b="b"/>
                  <a:pathLst>
                    <a:path w="1155" h="591">
                      <a:moveTo>
                        <a:pt x="534" y="0"/>
                      </a:moveTo>
                      <a:lnTo>
                        <a:pt x="545" y="2"/>
                      </a:lnTo>
                      <a:lnTo>
                        <a:pt x="557" y="5"/>
                      </a:lnTo>
                      <a:lnTo>
                        <a:pt x="567" y="10"/>
                      </a:lnTo>
                      <a:lnTo>
                        <a:pt x="576" y="18"/>
                      </a:lnTo>
                      <a:lnTo>
                        <a:pt x="583" y="28"/>
                      </a:lnTo>
                      <a:lnTo>
                        <a:pt x="591" y="54"/>
                      </a:lnTo>
                      <a:lnTo>
                        <a:pt x="593" y="82"/>
                      </a:lnTo>
                      <a:lnTo>
                        <a:pt x="591" y="111"/>
                      </a:lnTo>
                      <a:lnTo>
                        <a:pt x="584" y="140"/>
                      </a:lnTo>
                      <a:lnTo>
                        <a:pt x="573" y="170"/>
                      </a:lnTo>
                      <a:lnTo>
                        <a:pt x="560" y="199"/>
                      </a:lnTo>
                      <a:lnTo>
                        <a:pt x="543" y="230"/>
                      </a:lnTo>
                      <a:lnTo>
                        <a:pt x="557" y="235"/>
                      </a:lnTo>
                      <a:lnTo>
                        <a:pt x="569" y="242"/>
                      </a:lnTo>
                      <a:lnTo>
                        <a:pt x="579" y="254"/>
                      </a:lnTo>
                      <a:lnTo>
                        <a:pt x="583" y="263"/>
                      </a:lnTo>
                      <a:lnTo>
                        <a:pt x="587" y="270"/>
                      </a:lnTo>
                      <a:lnTo>
                        <a:pt x="604" y="269"/>
                      </a:lnTo>
                      <a:lnTo>
                        <a:pt x="620" y="272"/>
                      </a:lnTo>
                      <a:lnTo>
                        <a:pt x="637" y="278"/>
                      </a:lnTo>
                      <a:lnTo>
                        <a:pt x="653" y="289"/>
                      </a:lnTo>
                      <a:lnTo>
                        <a:pt x="668" y="303"/>
                      </a:lnTo>
                      <a:lnTo>
                        <a:pt x="681" y="323"/>
                      </a:lnTo>
                      <a:lnTo>
                        <a:pt x="689" y="338"/>
                      </a:lnTo>
                      <a:lnTo>
                        <a:pt x="692" y="349"/>
                      </a:lnTo>
                      <a:lnTo>
                        <a:pt x="693" y="357"/>
                      </a:lnTo>
                      <a:lnTo>
                        <a:pt x="746" y="351"/>
                      </a:lnTo>
                      <a:lnTo>
                        <a:pt x="797" y="350"/>
                      </a:lnTo>
                      <a:lnTo>
                        <a:pt x="847" y="351"/>
                      </a:lnTo>
                      <a:lnTo>
                        <a:pt x="897" y="355"/>
                      </a:lnTo>
                      <a:lnTo>
                        <a:pt x="946" y="361"/>
                      </a:lnTo>
                      <a:lnTo>
                        <a:pt x="996" y="366"/>
                      </a:lnTo>
                      <a:lnTo>
                        <a:pt x="1048" y="369"/>
                      </a:lnTo>
                      <a:lnTo>
                        <a:pt x="1101" y="371"/>
                      </a:lnTo>
                      <a:lnTo>
                        <a:pt x="1118" y="373"/>
                      </a:lnTo>
                      <a:lnTo>
                        <a:pt x="1131" y="379"/>
                      </a:lnTo>
                      <a:lnTo>
                        <a:pt x="1142" y="389"/>
                      </a:lnTo>
                      <a:lnTo>
                        <a:pt x="1149" y="400"/>
                      </a:lnTo>
                      <a:lnTo>
                        <a:pt x="1154" y="413"/>
                      </a:lnTo>
                      <a:lnTo>
                        <a:pt x="1155" y="427"/>
                      </a:lnTo>
                      <a:lnTo>
                        <a:pt x="1154" y="441"/>
                      </a:lnTo>
                      <a:lnTo>
                        <a:pt x="1149" y="454"/>
                      </a:lnTo>
                      <a:lnTo>
                        <a:pt x="1142" y="466"/>
                      </a:lnTo>
                      <a:lnTo>
                        <a:pt x="1131" y="475"/>
                      </a:lnTo>
                      <a:lnTo>
                        <a:pt x="1118" y="481"/>
                      </a:lnTo>
                      <a:lnTo>
                        <a:pt x="1101" y="483"/>
                      </a:lnTo>
                      <a:lnTo>
                        <a:pt x="1066" y="482"/>
                      </a:lnTo>
                      <a:lnTo>
                        <a:pt x="1031" y="478"/>
                      </a:lnTo>
                      <a:lnTo>
                        <a:pt x="993" y="473"/>
                      </a:lnTo>
                      <a:lnTo>
                        <a:pt x="957" y="467"/>
                      </a:lnTo>
                      <a:lnTo>
                        <a:pt x="919" y="460"/>
                      </a:lnTo>
                      <a:lnTo>
                        <a:pt x="881" y="455"/>
                      </a:lnTo>
                      <a:lnTo>
                        <a:pt x="843" y="452"/>
                      </a:lnTo>
                      <a:lnTo>
                        <a:pt x="807" y="451"/>
                      </a:lnTo>
                      <a:lnTo>
                        <a:pt x="771" y="454"/>
                      </a:lnTo>
                      <a:lnTo>
                        <a:pt x="738" y="461"/>
                      </a:lnTo>
                      <a:lnTo>
                        <a:pt x="705" y="474"/>
                      </a:lnTo>
                      <a:lnTo>
                        <a:pt x="693" y="480"/>
                      </a:lnTo>
                      <a:lnTo>
                        <a:pt x="679" y="486"/>
                      </a:lnTo>
                      <a:lnTo>
                        <a:pt x="664" y="492"/>
                      </a:lnTo>
                      <a:lnTo>
                        <a:pt x="651" y="494"/>
                      </a:lnTo>
                      <a:lnTo>
                        <a:pt x="636" y="492"/>
                      </a:lnTo>
                      <a:lnTo>
                        <a:pt x="626" y="487"/>
                      </a:lnTo>
                      <a:lnTo>
                        <a:pt x="614" y="482"/>
                      </a:lnTo>
                      <a:lnTo>
                        <a:pt x="603" y="477"/>
                      </a:lnTo>
                      <a:lnTo>
                        <a:pt x="592" y="471"/>
                      </a:lnTo>
                      <a:lnTo>
                        <a:pt x="584" y="464"/>
                      </a:lnTo>
                      <a:lnTo>
                        <a:pt x="576" y="454"/>
                      </a:lnTo>
                      <a:lnTo>
                        <a:pt x="572" y="442"/>
                      </a:lnTo>
                      <a:lnTo>
                        <a:pt x="571" y="423"/>
                      </a:lnTo>
                      <a:lnTo>
                        <a:pt x="571" y="407"/>
                      </a:lnTo>
                      <a:lnTo>
                        <a:pt x="560" y="427"/>
                      </a:lnTo>
                      <a:lnTo>
                        <a:pt x="547" y="446"/>
                      </a:lnTo>
                      <a:lnTo>
                        <a:pt x="537" y="457"/>
                      </a:lnTo>
                      <a:lnTo>
                        <a:pt x="524" y="466"/>
                      </a:lnTo>
                      <a:lnTo>
                        <a:pt x="509" y="470"/>
                      </a:lnTo>
                      <a:lnTo>
                        <a:pt x="495" y="471"/>
                      </a:lnTo>
                      <a:lnTo>
                        <a:pt x="480" y="469"/>
                      </a:lnTo>
                      <a:lnTo>
                        <a:pt x="467" y="464"/>
                      </a:lnTo>
                      <a:lnTo>
                        <a:pt x="455" y="456"/>
                      </a:lnTo>
                      <a:lnTo>
                        <a:pt x="446" y="446"/>
                      </a:lnTo>
                      <a:lnTo>
                        <a:pt x="440" y="433"/>
                      </a:lnTo>
                      <a:lnTo>
                        <a:pt x="439" y="419"/>
                      </a:lnTo>
                      <a:lnTo>
                        <a:pt x="444" y="402"/>
                      </a:lnTo>
                      <a:lnTo>
                        <a:pt x="447" y="396"/>
                      </a:lnTo>
                      <a:lnTo>
                        <a:pt x="450" y="390"/>
                      </a:lnTo>
                      <a:lnTo>
                        <a:pt x="450" y="390"/>
                      </a:lnTo>
                      <a:lnTo>
                        <a:pt x="449" y="390"/>
                      </a:lnTo>
                      <a:lnTo>
                        <a:pt x="458" y="369"/>
                      </a:lnTo>
                      <a:lnTo>
                        <a:pt x="445" y="378"/>
                      </a:lnTo>
                      <a:lnTo>
                        <a:pt x="432" y="390"/>
                      </a:lnTo>
                      <a:lnTo>
                        <a:pt x="422" y="404"/>
                      </a:lnTo>
                      <a:lnTo>
                        <a:pt x="409" y="417"/>
                      </a:lnTo>
                      <a:lnTo>
                        <a:pt x="394" y="425"/>
                      </a:lnTo>
                      <a:lnTo>
                        <a:pt x="379" y="428"/>
                      </a:lnTo>
                      <a:lnTo>
                        <a:pt x="363" y="428"/>
                      </a:lnTo>
                      <a:lnTo>
                        <a:pt x="348" y="424"/>
                      </a:lnTo>
                      <a:lnTo>
                        <a:pt x="335" y="417"/>
                      </a:lnTo>
                      <a:lnTo>
                        <a:pt x="324" y="406"/>
                      </a:lnTo>
                      <a:lnTo>
                        <a:pt x="317" y="394"/>
                      </a:lnTo>
                      <a:lnTo>
                        <a:pt x="314" y="379"/>
                      </a:lnTo>
                      <a:lnTo>
                        <a:pt x="316" y="364"/>
                      </a:lnTo>
                      <a:lnTo>
                        <a:pt x="323" y="347"/>
                      </a:lnTo>
                      <a:lnTo>
                        <a:pt x="364" y="288"/>
                      </a:lnTo>
                      <a:lnTo>
                        <a:pt x="404" y="226"/>
                      </a:lnTo>
                      <a:lnTo>
                        <a:pt x="326" y="309"/>
                      </a:lnTo>
                      <a:lnTo>
                        <a:pt x="252" y="393"/>
                      </a:lnTo>
                      <a:lnTo>
                        <a:pt x="179" y="480"/>
                      </a:lnTo>
                      <a:lnTo>
                        <a:pt x="108" y="569"/>
                      </a:lnTo>
                      <a:lnTo>
                        <a:pt x="96" y="581"/>
                      </a:lnTo>
                      <a:lnTo>
                        <a:pt x="80" y="588"/>
                      </a:lnTo>
                      <a:lnTo>
                        <a:pt x="65" y="591"/>
                      </a:lnTo>
                      <a:lnTo>
                        <a:pt x="49" y="590"/>
                      </a:lnTo>
                      <a:lnTo>
                        <a:pt x="33" y="586"/>
                      </a:lnTo>
                      <a:lnTo>
                        <a:pt x="21" y="579"/>
                      </a:lnTo>
                      <a:lnTo>
                        <a:pt x="9" y="569"/>
                      </a:lnTo>
                      <a:lnTo>
                        <a:pt x="2" y="556"/>
                      </a:lnTo>
                      <a:lnTo>
                        <a:pt x="0" y="542"/>
                      </a:lnTo>
                      <a:lnTo>
                        <a:pt x="2" y="527"/>
                      </a:lnTo>
                      <a:lnTo>
                        <a:pt x="11" y="511"/>
                      </a:lnTo>
                      <a:lnTo>
                        <a:pt x="74" y="431"/>
                      </a:lnTo>
                      <a:lnTo>
                        <a:pt x="138" y="351"/>
                      </a:lnTo>
                      <a:lnTo>
                        <a:pt x="204" y="273"/>
                      </a:lnTo>
                      <a:lnTo>
                        <a:pt x="273" y="196"/>
                      </a:lnTo>
                      <a:lnTo>
                        <a:pt x="344" y="123"/>
                      </a:lnTo>
                      <a:lnTo>
                        <a:pt x="361" y="107"/>
                      </a:lnTo>
                      <a:lnTo>
                        <a:pt x="380" y="89"/>
                      </a:lnTo>
                      <a:lnTo>
                        <a:pt x="398" y="70"/>
                      </a:lnTo>
                      <a:lnTo>
                        <a:pt x="418" y="52"/>
                      </a:lnTo>
                      <a:lnTo>
                        <a:pt x="439" y="35"/>
                      </a:lnTo>
                      <a:lnTo>
                        <a:pt x="462" y="20"/>
                      </a:lnTo>
                      <a:lnTo>
                        <a:pt x="485" y="9"/>
                      </a:lnTo>
                      <a:lnTo>
                        <a:pt x="509" y="2"/>
                      </a:lnTo>
                      <a:lnTo>
                        <a:pt x="534" y="0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</p:grpSp>
        </p:grpSp>
        <p:grpSp>
          <p:nvGrpSpPr>
            <p:cNvPr id="33" name="그룹 54"/>
            <p:cNvGrpSpPr/>
            <p:nvPr/>
          </p:nvGrpSpPr>
          <p:grpSpPr>
            <a:xfrm>
              <a:off x="4700260" y="4423210"/>
              <a:ext cx="1499358" cy="1717182"/>
              <a:chOff x="4547860" y="4270810"/>
              <a:chExt cx="1499358" cy="1717182"/>
            </a:xfrm>
          </p:grpSpPr>
          <p:sp>
            <p:nvSpPr>
              <p:cNvPr id="37" name="Freeform 27"/>
              <p:cNvSpPr>
                <a:spLocks noEditPoints="1"/>
              </p:cNvSpPr>
              <p:nvPr/>
            </p:nvSpPr>
            <p:spPr bwMode="auto">
              <a:xfrm>
                <a:off x="4547860" y="4270810"/>
                <a:ext cx="1499358" cy="1717182"/>
              </a:xfrm>
              <a:custGeom>
                <a:avLst/>
                <a:gdLst>
                  <a:gd name="T0" fmla="*/ 699 w 1653"/>
                  <a:gd name="T1" fmla="*/ 403 h 1892"/>
                  <a:gd name="T2" fmla="*/ 506 w 1653"/>
                  <a:gd name="T3" fmla="*/ 462 h 1892"/>
                  <a:gd name="T4" fmla="*/ 336 w 1653"/>
                  <a:gd name="T5" fmla="*/ 577 h 1892"/>
                  <a:gd name="T6" fmla="*/ 202 w 1653"/>
                  <a:gd name="T7" fmla="*/ 741 h 1892"/>
                  <a:gd name="T8" fmla="*/ 127 w 1653"/>
                  <a:gd name="T9" fmla="*/ 934 h 1892"/>
                  <a:gd name="T10" fmla="*/ 109 w 1653"/>
                  <a:gd name="T11" fmla="*/ 1135 h 1892"/>
                  <a:gd name="T12" fmla="*/ 151 w 1653"/>
                  <a:gd name="T13" fmla="*/ 1332 h 1892"/>
                  <a:gd name="T14" fmla="*/ 247 w 1653"/>
                  <a:gd name="T15" fmla="*/ 1510 h 1892"/>
                  <a:gd name="T16" fmla="*/ 397 w 1653"/>
                  <a:gd name="T17" fmla="*/ 1659 h 1892"/>
                  <a:gd name="T18" fmla="*/ 583 w 1653"/>
                  <a:gd name="T19" fmla="*/ 1754 h 1892"/>
                  <a:gd name="T20" fmla="*/ 783 w 1653"/>
                  <a:gd name="T21" fmla="*/ 1791 h 1892"/>
                  <a:gd name="T22" fmla="*/ 982 w 1653"/>
                  <a:gd name="T23" fmla="*/ 1769 h 1892"/>
                  <a:gd name="T24" fmla="*/ 1168 w 1653"/>
                  <a:gd name="T25" fmla="*/ 1691 h 1892"/>
                  <a:gd name="T26" fmla="*/ 1328 w 1653"/>
                  <a:gd name="T27" fmla="*/ 1559 h 1892"/>
                  <a:gd name="T28" fmla="*/ 1445 w 1653"/>
                  <a:gd name="T29" fmla="*/ 1381 h 1892"/>
                  <a:gd name="T30" fmla="*/ 1500 w 1653"/>
                  <a:gd name="T31" fmla="*/ 1184 h 1892"/>
                  <a:gd name="T32" fmla="*/ 1498 w 1653"/>
                  <a:gd name="T33" fmla="*/ 983 h 1892"/>
                  <a:gd name="T34" fmla="*/ 1438 w 1653"/>
                  <a:gd name="T35" fmla="*/ 791 h 1892"/>
                  <a:gd name="T36" fmla="*/ 1324 w 1653"/>
                  <a:gd name="T37" fmla="*/ 621 h 1892"/>
                  <a:gd name="T38" fmla="*/ 1159 w 1653"/>
                  <a:gd name="T39" fmla="*/ 488 h 1892"/>
                  <a:gd name="T40" fmla="*/ 966 w 1653"/>
                  <a:gd name="T41" fmla="*/ 412 h 1892"/>
                  <a:gd name="T42" fmla="*/ 1601 w 1653"/>
                  <a:gd name="T43" fmla="*/ 0 h 1892"/>
                  <a:gd name="T44" fmla="*/ 1607 w 1653"/>
                  <a:gd name="T45" fmla="*/ 37 h 1892"/>
                  <a:gd name="T46" fmla="*/ 1619 w 1653"/>
                  <a:gd name="T47" fmla="*/ 143 h 1892"/>
                  <a:gd name="T48" fmla="*/ 1634 w 1653"/>
                  <a:gd name="T49" fmla="*/ 299 h 1892"/>
                  <a:gd name="T50" fmla="*/ 1646 w 1653"/>
                  <a:gd name="T51" fmla="*/ 493 h 1892"/>
                  <a:gd name="T52" fmla="*/ 1653 w 1653"/>
                  <a:gd name="T53" fmla="*/ 710 h 1892"/>
                  <a:gd name="T54" fmla="*/ 1649 w 1653"/>
                  <a:gd name="T55" fmla="*/ 934 h 1892"/>
                  <a:gd name="T56" fmla="*/ 1630 w 1653"/>
                  <a:gd name="T57" fmla="*/ 1151 h 1892"/>
                  <a:gd name="T58" fmla="*/ 1591 w 1653"/>
                  <a:gd name="T59" fmla="*/ 1348 h 1892"/>
                  <a:gd name="T60" fmla="*/ 1527 w 1653"/>
                  <a:gd name="T61" fmla="*/ 1507 h 1892"/>
                  <a:gd name="T62" fmla="*/ 1402 w 1653"/>
                  <a:gd name="T63" fmla="*/ 1663 h 1892"/>
                  <a:gd name="T64" fmla="*/ 1226 w 1653"/>
                  <a:gd name="T65" fmla="*/ 1791 h 1892"/>
                  <a:gd name="T66" fmla="*/ 1028 w 1653"/>
                  <a:gd name="T67" fmla="*/ 1868 h 1892"/>
                  <a:gd name="T68" fmla="*/ 818 w 1653"/>
                  <a:gd name="T69" fmla="*/ 1892 h 1892"/>
                  <a:gd name="T70" fmla="*/ 606 w 1653"/>
                  <a:gd name="T71" fmla="*/ 1861 h 1892"/>
                  <a:gd name="T72" fmla="*/ 405 w 1653"/>
                  <a:gd name="T73" fmla="*/ 1775 h 1892"/>
                  <a:gd name="T74" fmla="*/ 229 w 1653"/>
                  <a:gd name="T75" fmla="*/ 1636 h 1892"/>
                  <a:gd name="T76" fmla="*/ 101 w 1653"/>
                  <a:gd name="T77" fmla="*/ 1460 h 1892"/>
                  <a:gd name="T78" fmla="*/ 24 w 1653"/>
                  <a:gd name="T79" fmla="*/ 1262 h 1892"/>
                  <a:gd name="T80" fmla="*/ 0 w 1653"/>
                  <a:gd name="T81" fmla="*/ 1052 h 1892"/>
                  <a:gd name="T82" fmla="*/ 31 w 1653"/>
                  <a:gd name="T83" fmla="*/ 840 h 1892"/>
                  <a:gd name="T84" fmla="*/ 117 w 1653"/>
                  <a:gd name="T85" fmla="*/ 639 h 1892"/>
                  <a:gd name="T86" fmla="*/ 229 w 1653"/>
                  <a:gd name="T87" fmla="*/ 499 h 1892"/>
                  <a:gd name="T88" fmla="*/ 378 w 1653"/>
                  <a:gd name="T89" fmla="*/ 393 h 1892"/>
                  <a:gd name="T90" fmla="*/ 563 w 1653"/>
                  <a:gd name="T91" fmla="*/ 300 h 1892"/>
                  <a:gd name="T92" fmla="*/ 769 w 1653"/>
                  <a:gd name="T93" fmla="*/ 218 h 1892"/>
                  <a:gd name="T94" fmla="*/ 981 w 1653"/>
                  <a:gd name="T95" fmla="*/ 149 h 1892"/>
                  <a:gd name="T96" fmla="*/ 1185 w 1653"/>
                  <a:gd name="T97" fmla="*/ 93 h 1892"/>
                  <a:gd name="T98" fmla="*/ 1363 w 1653"/>
                  <a:gd name="T99" fmla="*/ 49 h 1892"/>
                  <a:gd name="T100" fmla="*/ 1502 w 1653"/>
                  <a:gd name="T101" fmla="*/ 18 h 1892"/>
                  <a:gd name="T102" fmla="*/ 1585 w 1653"/>
                  <a:gd name="T103" fmla="*/ 2 h 189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</a:cxnLst>
                <a:rect l="0" t="0" r="r" b="b"/>
                <a:pathLst>
                  <a:path w="1653" h="1892">
                    <a:moveTo>
                      <a:pt x="832" y="395"/>
                    </a:moveTo>
                    <a:lnTo>
                      <a:pt x="765" y="395"/>
                    </a:lnTo>
                    <a:lnTo>
                      <a:pt x="699" y="403"/>
                    </a:lnTo>
                    <a:lnTo>
                      <a:pt x="633" y="416"/>
                    </a:lnTo>
                    <a:lnTo>
                      <a:pt x="568" y="437"/>
                    </a:lnTo>
                    <a:lnTo>
                      <a:pt x="506" y="462"/>
                    </a:lnTo>
                    <a:lnTo>
                      <a:pt x="447" y="495"/>
                    </a:lnTo>
                    <a:lnTo>
                      <a:pt x="390" y="532"/>
                    </a:lnTo>
                    <a:lnTo>
                      <a:pt x="336" y="577"/>
                    </a:lnTo>
                    <a:lnTo>
                      <a:pt x="287" y="627"/>
                    </a:lnTo>
                    <a:lnTo>
                      <a:pt x="242" y="682"/>
                    </a:lnTo>
                    <a:lnTo>
                      <a:pt x="202" y="741"/>
                    </a:lnTo>
                    <a:lnTo>
                      <a:pt x="171" y="805"/>
                    </a:lnTo>
                    <a:lnTo>
                      <a:pt x="146" y="868"/>
                    </a:lnTo>
                    <a:lnTo>
                      <a:pt x="127" y="934"/>
                    </a:lnTo>
                    <a:lnTo>
                      <a:pt x="115" y="1000"/>
                    </a:lnTo>
                    <a:lnTo>
                      <a:pt x="109" y="1068"/>
                    </a:lnTo>
                    <a:lnTo>
                      <a:pt x="109" y="1135"/>
                    </a:lnTo>
                    <a:lnTo>
                      <a:pt x="117" y="1201"/>
                    </a:lnTo>
                    <a:lnTo>
                      <a:pt x="131" y="1267"/>
                    </a:lnTo>
                    <a:lnTo>
                      <a:pt x="151" y="1332"/>
                    </a:lnTo>
                    <a:lnTo>
                      <a:pt x="177" y="1394"/>
                    </a:lnTo>
                    <a:lnTo>
                      <a:pt x="209" y="1454"/>
                    </a:lnTo>
                    <a:lnTo>
                      <a:pt x="247" y="1510"/>
                    </a:lnTo>
                    <a:lnTo>
                      <a:pt x="292" y="1564"/>
                    </a:lnTo>
                    <a:lnTo>
                      <a:pt x="341" y="1613"/>
                    </a:lnTo>
                    <a:lnTo>
                      <a:pt x="397" y="1659"/>
                    </a:lnTo>
                    <a:lnTo>
                      <a:pt x="456" y="1698"/>
                    </a:lnTo>
                    <a:lnTo>
                      <a:pt x="519" y="1729"/>
                    </a:lnTo>
                    <a:lnTo>
                      <a:pt x="583" y="1754"/>
                    </a:lnTo>
                    <a:lnTo>
                      <a:pt x="649" y="1773"/>
                    </a:lnTo>
                    <a:lnTo>
                      <a:pt x="716" y="1785"/>
                    </a:lnTo>
                    <a:lnTo>
                      <a:pt x="783" y="1791"/>
                    </a:lnTo>
                    <a:lnTo>
                      <a:pt x="850" y="1791"/>
                    </a:lnTo>
                    <a:lnTo>
                      <a:pt x="917" y="1783"/>
                    </a:lnTo>
                    <a:lnTo>
                      <a:pt x="982" y="1769"/>
                    </a:lnTo>
                    <a:lnTo>
                      <a:pt x="1047" y="1749"/>
                    </a:lnTo>
                    <a:lnTo>
                      <a:pt x="1109" y="1723"/>
                    </a:lnTo>
                    <a:lnTo>
                      <a:pt x="1168" y="1691"/>
                    </a:lnTo>
                    <a:lnTo>
                      <a:pt x="1225" y="1653"/>
                    </a:lnTo>
                    <a:lnTo>
                      <a:pt x="1279" y="1609"/>
                    </a:lnTo>
                    <a:lnTo>
                      <a:pt x="1328" y="1559"/>
                    </a:lnTo>
                    <a:lnTo>
                      <a:pt x="1373" y="1503"/>
                    </a:lnTo>
                    <a:lnTo>
                      <a:pt x="1413" y="1444"/>
                    </a:lnTo>
                    <a:lnTo>
                      <a:pt x="1445" y="1381"/>
                    </a:lnTo>
                    <a:lnTo>
                      <a:pt x="1469" y="1317"/>
                    </a:lnTo>
                    <a:lnTo>
                      <a:pt x="1488" y="1251"/>
                    </a:lnTo>
                    <a:lnTo>
                      <a:pt x="1500" y="1184"/>
                    </a:lnTo>
                    <a:lnTo>
                      <a:pt x="1506" y="1118"/>
                    </a:lnTo>
                    <a:lnTo>
                      <a:pt x="1506" y="1050"/>
                    </a:lnTo>
                    <a:lnTo>
                      <a:pt x="1498" y="983"/>
                    </a:lnTo>
                    <a:lnTo>
                      <a:pt x="1484" y="918"/>
                    </a:lnTo>
                    <a:lnTo>
                      <a:pt x="1464" y="853"/>
                    </a:lnTo>
                    <a:lnTo>
                      <a:pt x="1438" y="791"/>
                    </a:lnTo>
                    <a:lnTo>
                      <a:pt x="1406" y="732"/>
                    </a:lnTo>
                    <a:lnTo>
                      <a:pt x="1368" y="675"/>
                    </a:lnTo>
                    <a:lnTo>
                      <a:pt x="1324" y="621"/>
                    </a:lnTo>
                    <a:lnTo>
                      <a:pt x="1274" y="573"/>
                    </a:lnTo>
                    <a:lnTo>
                      <a:pt x="1218" y="527"/>
                    </a:lnTo>
                    <a:lnTo>
                      <a:pt x="1159" y="488"/>
                    </a:lnTo>
                    <a:lnTo>
                      <a:pt x="1096" y="455"/>
                    </a:lnTo>
                    <a:lnTo>
                      <a:pt x="1032" y="431"/>
                    </a:lnTo>
                    <a:lnTo>
                      <a:pt x="966" y="412"/>
                    </a:lnTo>
                    <a:lnTo>
                      <a:pt x="900" y="400"/>
                    </a:lnTo>
                    <a:lnTo>
                      <a:pt x="832" y="395"/>
                    </a:lnTo>
                    <a:close/>
                    <a:moveTo>
                      <a:pt x="1601" y="0"/>
                    </a:moveTo>
                    <a:lnTo>
                      <a:pt x="1603" y="4"/>
                    </a:lnTo>
                    <a:lnTo>
                      <a:pt x="1604" y="17"/>
                    </a:lnTo>
                    <a:lnTo>
                      <a:pt x="1607" y="37"/>
                    </a:lnTo>
                    <a:lnTo>
                      <a:pt x="1611" y="66"/>
                    </a:lnTo>
                    <a:lnTo>
                      <a:pt x="1615" y="101"/>
                    </a:lnTo>
                    <a:lnTo>
                      <a:pt x="1619" y="143"/>
                    </a:lnTo>
                    <a:lnTo>
                      <a:pt x="1624" y="190"/>
                    </a:lnTo>
                    <a:lnTo>
                      <a:pt x="1628" y="242"/>
                    </a:lnTo>
                    <a:lnTo>
                      <a:pt x="1634" y="299"/>
                    </a:lnTo>
                    <a:lnTo>
                      <a:pt x="1638" y="361"/>
                    </a:lnTo>
                    <a:lnTo>
                      <a:pt x="1643" y="426"/>
                    </a:lnTo>
                    <a:lnTo>
                      <a:pt x="1646" y="493"/>
                    </a:lnTo>
                    <a:lnTo>
                      <a:pt x="1650" y="563"/>
                    </a:lnTo>
                    <a:lnTo>
                      <a:pt x="1651" y="636"/>
                    </a:lnTo>
                    <a:lnTo>
                      <a:pt x="1653" y="710"/>
                    </a:lnTo>
                    <a:lnTo>
                      <a:pt x="1653" y="785"/>
                    </a:lnTo>
                    <a:lnTo>
                      <a:pt x="1651" y="859"/>
                    </a:lnTo>
                    <a:lnTo>
                      <a:pt x="1649" y="934"/>
                    </a:lnTo>
                    <a:lnTo>
                      <a:pt x="1645" y="1008"/>
                    </a:lnTo>
                    <a:lnTo>
                      <a:pt x="1638" y="1081"/>
                    </a:lnTo>
                    <a:lnTo>
                      <a:pt x="1630" y="1151"/>
                    </a:lnTo>
                    <a:lnTo>
                      <a:pt x="1619" y="1220"/>
                    </a:lnTo>
                    <a:lnTo>
                      <a:pt x="1606" y="1286"/>
                    </a:lnTo>
                    <a:lnTo>
                      <a:pt x="1591" y="1348"/>
                    </a:lnTo>
                    <a:lnTo>
                      <a:pt x="1572" y="1406"/>
                    </a:lnTo>
                    <a:lnTo>
                      <a:pt x="1552" y="1459"/>
                    </a:lnTo>
                    <a:lnTo>
                      <a:pt x="1527" y="1507"/>
                    </a:lnTo>
                    <a:lnTo>
                      <a:pt x="1500" y="1551"/>
                    </a:lnTo>
                    <a:lnTo>
                      <a:pt x="1453" y="1609"/>
                    </a:lnTo>
                    <a:lnTo>
                      <a:pt x="1402" y="1663"/>
                    </a:lnTo>
                    <a:lnTo>
                      <a:pt x="1346" y="1711"/>
                    </a:lnTo>
                    <a:lnTo>
                      <a:pt x="1287" y="1753"/>
                    </a:lnTo>
                    <a:lnTo>
                      <a:pt x="1226" y="1791"/>
                    </a:lnTo>
                    <a:lnTo>
                      <a:pt x="1162" y="1822"/>
                    </a:lnTo>
                    <a:lnTo>
                      <a:pt x="1096" y="1847"/>
                    </a:lnTo>
                    <a:lnTo>
                      <a:pt x="1028" y="1868"/>
                    </a:lnTo>
                    <a:lnTo>
                      <a:pt x="959" y="1881"/>
                    </a:lnTo>
                    <a:lnTo>
                      <a:pt x="889" y="1889"/>
                    </a:lnTo>
                    <a:lnTo>
                      <a:pt x="818" y="1892"/>
                    </a:lnTo>
                    <a:lnTo>
                      <a:pt x="747" y="1888"/>
                    </a:lnTo>
                    <a:lnTo>
                      <a:pt x="676" y="1877"/>
                    </a:lnTo>
                    <a:lnTo>
                      <a:pt x="606" y="1861"/>
                    </a:lnTo>
                    <a:lnTo>
                      <a:pt x="537" y="1839"/>
                    </a:lnTo>
                    <a:lnTo>
                      <a:pt x="471" y="1810"/>
                    </a:lnTo>
                    <a:lnTo>
                      <a:pt x="405" y="1775"/>
                    </a:lnTo>
                    <a:lnTo>
                      <a:pt x="341" y="1734"/>
                    </a:lnTo>
                    <a:lnTo>
                      <a:pt x="283" y="1687"/>
                    </a:lnTo>
                    <a:lnTo>
                      <a:pt x="229" y="1636"/>
                    </a:lnTo>
                    <a:lnTo>
                      <a:pt x="181" y="1580"/>
                    </a:lnTo>
                    <a:lnTo>
                      <a:pt x="139" y="1521"/>
                    </a:lnTo>
                    <a:lnTo>
                      <a:pt x="101" y="1460"/>
                    </a:lnTo>
                    <a:lnTo>
                      <a:pt x="70" y="1396"/>
                    </a:lnTo>
                    <a:lnTo>
                      <a:pt x="45" y="1329"/>
                    </a:lnTo>
                    <a:lnTo>
                      <a:pt x="24" y="1262"/>
                    </a:lnTo>
                    <a:lnTo>
                      <a:pt x="11" y="1193"/>
                    </a:lnTo>
                    <a:lnTo>
                      <a:pt x="3" y="1123"/>
                    </a:lnTo>
                    <a:lnTo>
                      <a:pt x="0" y="1052"/>
                    </a:lnTo>
                    <a:lnTo>
                      <a:pt x="4" y="981"/>
                    </a:lnTo>
                    <a:lnTo>
                      <a:pt x="15" y="910"/>
                    </a:lnTo>
                    <a:lnTo>
                      <a:pt x="31" y="840"/>
                    </a:lnTo>
                    <a:lnTo>
                      <a:pt x="53" y="771"/>
                    </a:lnTo>
                    <a:lnTo>
                      <a:pt x="82" y="705"/>
                    </a:lnTo>
                    <a:lnTo>
                      <a:pt x="117" y="639"/>
                    </a:lnTo>
                    <a:lnTo>
                      <a:pt x="159" y="575"/>
                    </a:lnTo>
                    <a:lnTo>
                      <a:pt x="190" y="536"/>
                    </a:lnTo>
                    <a:lnTo>
                      <a:pt x="229" y="499"/>
                    </a:lnTo>
                    <a:lnTo>
                      <a:pt x="274" y="462"/>
                    </a:lnTo>
                    <a:lnTo>
                      <a:pt x="324" y="427"/>
                    </a:lnTo>
                    <a:lnTo>
                      <a:pt x="378" y="393"/>
                    </a:lnTo>
                    <a:lnTo>
                      <a:pt x="436" y="361"/>
                    </a:lnTo>
                    <a:lnTo>
                      <a:pt x="498" y="330"/>
                    </a:lnTo>
                    <a:lnTo>
                      <a:pt x="563" y="300"/>
                    </a:lnTo>
                    <a:lnTo>
                      <a:pt x="630" y="271"/>
                    </a:lnTo>
                    <a:lnTo>
                      <a:pt x="699" y="244"/>
                    </a:lnTo>
                    <a:lnTo>
                      <a:pt x="769" y="218"/>
                    </a:lnTo>
                    <a:lnTo>
                      <a:pt x="839" y="194"/>
                    </a:lnTo>
                    <a:lnTo>
                      <a:pt x="911" y="171"/>
                    </a:lnTo>
                    <a:lnTo>
                      <a:pt x="981" y="149"/>
                    </a:lnTo>
                    <a:lnTo>
                      <a:pt x="1051" y="129"/>
                    </a:lnTo>
                    <a:lnTo>
                      <a:pt x="1118" y="110"/>
                    </a:lnTo>
                    <a:lnTo>
                      <a:pt x="1185" y="93"/>
                    </a:lnTo>
                    <a:lnTo>
                      <a:pt x="1248" y="76"/>
                    </a:lnTo>
                    <a:lnTo>
                      <a:pt x="1307" y="62"/>
                    </a:lnTo>
                    <a:lnTo>
                      <a:pt x="1363" y="49"/>
                    </a:lnTo>
                    <a:lnTo>
                      <a:pt x="1414" y="37"/>
                    </a:lnTo>
                    <a:lnTo>
                      <a:pt x="1461" y="28"/>
                    </a:lnTo>
                    <a:lnTo>
                      <a:pt x="1502" y="18"/>
                    </a:lnTo>
                    <a:lnTo>
                      <a:pt x="1537" y="12"/>
                    </a:lnTo>
                    <a:lnTo>
                      <a:pt x="1564" y="6"/>
                    </a:lnTo>
                    <a:lnTo>
                      <a:pt x="1585" y="2"/>
                    </a:lnTo>
                    <a:lnTo>
                      <a:pt x="1597" y="1"/>
                    </a:lnTo>
                    <a:lnTo>
                      <a:pt x="1601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grpSp>
            <p:nvGrpSpPr>
              <p:cNvPr id="38" name="Group 103"/>
              <p:cNvGrpSpPr/>
              <p:nvPr/>
            </p:nvGrpSpPr>
            <p:grpSpPr>
              <a:xfrm>
                <a:off x="4967287" y="4952988"/>
                <a:ext cx="650639" cy="625474"/>
                <a:chOff x="4967288" y="5026025"/>
                <a:chExt cx="574676" cy="552451"/>
              </a:xfrm>
            </p:grpSpPr>
            <p:sp>
              <p:nvSpPr>
                <p:cNvPr id="39" name="Freeform 64"/>
                <p:cNvSpPr>
                  <a:spLocks/>
                </p:cNvSpPr>
                <p:nvPr/>
              </p:nvSpPr>
              <p:spPr bwMode="auto">
                <a:xfrm>
                  <a:off x="5049838" y="5100638"/>
                  <a:ext cx="131763" cy="128588"/>
                </a:xfrm>
                <a:custGeom>
                  <a:avLst/>
                  <a:gdLst>
                    <a:gd name="T0" fmla="*/ 327 w 833"/>
                    <a:gd name="T1" fmla="*/ 0 h 811"/>
                    <a:gd name="T2" fmla="*/ 372 w 833"/>
                    <a:gd name="T3" fmla="*/ 3 h 811"/>
                    <a:gd name="T4" fmla="*/ 414 w 833"/>
                    <a:gd name="T5" fmla="*/ 12 h 811"/>
                    <a:gd name="T6" fmla="*/ 454 w 833"/>
                    <a:gd name="T7" fmla="*/ 25 h 811"/>
                    <a:gd name="T8" fmla="*/ 492 w 833"/>
                    <a:gd name="T9" fmla="*/ 44 h 811"/>
                    <a:gd name="T10" fmla="*/ 527 w 833"/>
                    <a:gd name="T11" fmla="*/ 68 h 811"/>
                    <a:gd name="T12" fmla="*/ 558 w 833"/>
                    <a:gd name="T13" fmla="*/ 95 h 811"/>
                    <a:gd name="T14" fmla="*/ 586 w 833"/>
                    <a:gd name="T15" fmla="*/ 127 h 811"/>
                    <a:gd name="T16" fmla="*/ 609 w 833"/>
                    <a:gd name="T17" fmla="*/ 162 h 811"/>
                    <a:gd name="T18" fmla="*/ 628 w 833"/>
                    <a:gd name="T19" fmla="*/ 200 h 811"/>
                    <a:gd name="T20" fmla="*/ 642 w 833"/>
                    <a:gd name="T21" fmla="*/ 239 h 811"/>
                    <a:gd name="T22" fmla="*/ 651 w 833"/>
                    <a:gd name="T23" fmla="*/ 283 h 811"/>
                    <a:gd name="T24" fmla="*/ 654 w 833"/>
                    <a:gd name="T25" fmla="*/ 327 h 811"/>
                    <a:gd name="T26" fmla="*/ 651 w 833"/>
                    <a:gd name="T27" fmla="*/ 369 h 811"/>
                    <a:gd name="T28" fmla="*/ 642 w 833"/>
                    <a:gd name="T29" fmla="*/ 409 h 811"/>
                    <a:gd name="T30" fmla="*/ 629 w 833"/>
                    <a:gd name="T31" fmla="*/ 447 h 811"/>
                    <a:gd name="T32" fmla="*/ 612 w 833"/>
                    <a:gd name="T33" fmla="*/ 483 h 811"/>
                    <a:gd name="T34" fmla="*/ 833 w 833"/>
                    <a:gd name="T35" fmla="*/ 692 h 811"/>
                    <a:gd name="T36" fmla="*/ 792 w 833"/>
                    <a:gd name="T37" fmla="*/ 729 h 811"/>
                    <a:gd name="T38" fmla="*/ 754 w 833"/>
                    <a:gd name="T39" fmla="*/ 768 h 811"/>
                    <a:gd name="T40" fmla="*/ 720 w 833"/>
                    <a:gd name="T41" fmla="*/ 811 h 811"/>
                    <a:gd name="T42" fmla="*/ 499 w 833"/>
                    <a:gd name="T43" fmla="*/ 603 h 811"/>
                    <a:gd name="T44" fmla="*/ 461 w 833"/>
                    <a:gd name="T45" fmla="*/ 624 h 811"/>
                    <a:gd name="T46" fmla="*/ 418 w 833"/>
                    <a:gd name="T47" fmla="*/ 640 h 811"/>
                    <a:gd name="T48" fmla="*/ 374 w 833"/>
                    <a:gd name="T49" fmla="*/ 650 h 811"/>
                    <a:gd name="T50" fmla="*/ 327 w 833"/>
                    <a:gd name="T51" fmla="*/ 653 h 811"/>
                    <a:gd name="T52" fmla="*/ 283 w 833"/>
                    <a:gd name="T53" fmla="*/ 651 h 811"/>
                    <a:gd name="T54" fmla="*/ 240 w 833"/>
                    <a:gd name="T55" fmla="*/ 642 h 811"/>
                    <a:gd name="T56" fmla="*/ 200 w 833"/>
                    <a:gd name="T57" fmla="*/ 628 h 811"/>
                    <a:gd name="T58" fmla="*/ 162 w 833"/>
                    <a:gd name="T59" fmla="*/ 609 h 811"/>
                    <a:gd name="T60" fmla="*/ 127 w 833"/>
                    <a:gd name="T61" fmla="*/ 585 h 811"/>
                    <a:gd name="T62" fmla="*/ 96 w 833"/>
                    <a:gd name="T63" fmla="*/ 558 h 811"/>
                    <a:gd name="T64" fmla="*/ 68 w 833"/>
                    <a:gd name="T65" fmla="*/ 527 h 811"/>
                    <a:gd name="T66" fmla="*/ 45 w 833"/>
                    <a:gd name="T67" fmla="*/ 491 h 811"/>
                    <a:gd name="T68" fmla="*/ 26 w 833"/>
                    <a:gd name="T69" fmla="*/ 454 h 811"/>
                    <a:gd name="T70" fmla="*/ 11 w 833"/>
                    <a:gd name="T71" fmla="*/ 414 h 811"/>
                    <a:gd name="T72" fmla="*/ 4 w 833"/>
                    <a:gd name="T73" fmla="*/ 371 h 811"/>
                    <a:gd name="T74" fmla="*/ 0 w 833"/>
                    <a:gd name="T75" fmla="*/ 327 h 811"/>
                    <a:gd name="T76" fmla="*/ 4 w 833"/>
                    <a:gd name="T77" fmla="*/ 283 h 811"/>
                    <a:gd name="T78" fmla="*/ 11 w 833"/>
                    <a:gd name="T79" fmla="*/ 239 h 811"/>
                    <a:gd name="T80" fmla="*/ 26 w 833"/>
                    <a:gd name="T81" fmla="*/ 200 h 811"/>
                    <a:gd name="T82" fmla="*/ 45 w 833"/>
                    <a:gd name="T83" fmla="*/ 162 h 811"/>
                    <a:gd name="T84" fmla="*/ 68 w 833"/>
                    <a:gd name="T85" fmla="*/ 127 h 811"/>
                    <a:gd name="T86" fmla="*/ 96 w 833"/>
                    <a:gd name="T87" fmla="*/ 95 h 811"/>
                    <a:gd name="T88" fmla="*/ 127 w 833"/>
                    <a:gd name="T89" fmla="*/ 68 h 811"/>
                    <a:gd name="T90" fmla="*/ 162 w 833"/>
                    <a:gd name="T91" fmla="*/ 44 h 811"/>
                    <a:gd name="T92" fmla="*/ 200 w 833"/>
                    <a:gd name="T93" fmla="*/ 25 h 811"/>
                    <a:gd name="T94" fmla="*/ 240 w 833"/>
                    <a:gd name="T95" fmla="*/ 12 h 811"/>
                    <a:gd name="T96" fmla="*/ 283 w 833"/>
                    <a:gd name="T97" fmla="*/ 3 h 811"/>
                    <a:gd name="T98" fmla="*/ 327 w 833"/>
                    <a:gd name="T99" fmla="*/ 0 h 81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</a:cxnLst>
                  <a:rect l="0" t="0" r="r" b="b"/>
                  <a:pathLst>
                    <a:path w="833" h="811">
                      <a:moveTo>
                        <a:pt x="327" y="0"/>
                      </a:moveTo>
                      <a:lnTo>
                        <a:pt x="372" y="3"/>
                      </a:lnTo>
                      <a:lnTo>
                        <a:pt x="414" y="12"/>
                      </a:lnTo>
                      <a:lnTo>
                        <a:pt x="454" y="25"/>
                      </a:lnTo>
                      <a:lnTo>
                        <a:pt x="492" y="44"/>
                      </a:lnTo>
                      <a:lnTo>
                        <a:pt x="527" y="68"/>
                      </a:lnTo>
                      <a:lnTo>
                        <a:pt x="558" y="95"/>
                      </a:lnTo>
                      <a:lnTo>
                        <a:pt x="586" y="127"/>
                      </a:lnTo>
                      <a:lnTo>
                        <a:pt x="609" y="162"/>
                      </a:lnTo>
                      <a:lnTo>
                        <a:pt x="628" y="200"/>
                      </a:lnTo>
                      <a:lnTo>
                        <a:pt x="642" y="239"/>
                      </a:lnTo>
                      <a:lnTo>
                        <a:pt x="651" y="283"/>
                      </a:lnTo>
                      <a:lnTo>
                        <a:pt x="654" y="327"/>
                      </a:lnTo>
                      <a:lnTo>
                        <a:pt x="651" y="369"/>
                      </a:lnTo>
                      <a:lnTo>
                        <a:pt x="642" y="409"/>
                      </a:lnTo>
                      <a:lnTo>
                        <a:pt x="629" y="447"/>
                      </a:lnTo>
                      <a:lnTo>
                        <a:pt x="612" y="483"/>
                      </a:lnTo>
                      <a:lnTo>
                        <a:pt x="833" y="692"/>
                      </a:lnTo>
                      <a:lnTo>
                        <a:pt x="792" y="729"/>
                      </a:lnTo>
                      <a:lnTo>
                        <a:pt x="754" y="768"/>
                      </a:lnTo>
                      <a:lnTo>
                        <a:pt x="720" y="811"/>
                      </a:lnTo>
                      <a:lnTo>
                        <a:pt x="499" y="603"/>
                      </a:lnTo>
                      <a:lnTo>
                        <a:pt x="461" y="624"/>
                      </a:lnTo>
                      <a:lnTo>
                        <a:pt x="418" y="640"/>
                      </a:lnTo>
                      <a:lnTo>
                        <a:pt x="374" y="650"/>
                      </a:lnTo>
                      <a:lnTo>
                        <a:pt x="327" y="653"/>
                      </a:lnTo>
                      <a:lnTo>
                        <a:pt x="283" y="651"/>
                      </a:lnTo>
                      <a:lnTo>
                        <a:pt x="240" y="642"/>
                      </a:lnTo>
                      <a:lnTo>
                        <a:pt x="200" y="628"/>
                      </a:lnTo>
                      <a:lnTo>
                        <a:pt x="162" y="609"/>
                      </a:lnTo>
                      <a:lnTo>
                        <a:pt x="127" y="585"/>
                      </a:lnTo>
                      <a:lnTo>
                        <a:pt x="96" y="558"/>
                      </a:lnTo>
                      <a:lnTo>
                        <a:pt x="68" y="527"/>
                      </a:lnTo>
                      <a:lnTo>
                        <a:pt x="45" y="491"/>
                      </a:lnTo>
                      <a:lnTo>
                        <a:pt x="26" y="454"/>
                      </a:lnTo>
                      <a:lnTo>
                        <a:pt x="11" y="414"/>
                      </a:lnTo>
                      <a:lnTo>
                        <a:pt x="4" y="371"/>
                      </a:lnTo>
                      <a:lnTo>
                        <a:pt x="0" y="327"/>
                      </a:lnTo>
                      <a:lnTo>
                        <a:pt x="4" y="283"/>
                      </a:lnTo>
                      <a:lnTo>
                        <a:pt x="11" y="239"/>
                      </a:lnTo>
                      <a:lnTo>
                        <a:pt x="26" y="200"/>
                      </a:lnTo>
                      <a:lnTo>
                        <a:pt x="45" y="162"/>
                      </a:lnTo>
                      <a:lnTo>
                        <a:pt x="68" y="127"/>
                      </a:lnTo>
                      <a:lnTo>
                        <a:pt x="96" y="95"/>
                      </a:lnTo>
                      <a:lnTo>
                        <a:pt x="127" y="68"/>
                      </a:lnTo>
                      <a:lnTo>
                        <a:pt x="162" y="44"/>
                      </a:lnTo>
                      <a:lnTo>
                        <a:pt x="200" y="25"/>
                      </a:lnTo>
                      <a:lnTo>
                        <a:pt x="240" y="12"/>
                      </a:lnTo>
                      <a:lnTo>
                        <a:pt x="283" y="3"/>
                      </a:lnTo>
                      <a:lnTo>
                        <a:pt x="327" y="0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40" name="Freeform 65"/>
                <p:cNvSpPr>
                  <a:spLocks/>
                </p:cNvSpPr>
                <p:nvPr/>
              </p:nvSpPr>
              <p:spPr bwMode="auto">
                <a:xfrm>
                  <a:off x="5307013" y="5026025"/>
                  <a:ext cx="136525" cy="179388"/>
                </a:xfrm>
                <a:custGeom>
                  <a:avLst/>
                  <a:gdLst>
                    <a:gd name="T0" fmla="*/ 524 w 852"/>
                    <a:gd name="T1" fmla="*/ 0 h 1132"/>
                    <a:gd name="T2" fmla="*/ 524 w 852"/>
                    <a:gd name="T3" fmla="*/ 0 h 1132"/>
                    <a:gd name="T4" fmla="*/ 569 w 852"/>
                    <a:gd name="T5" fmla="*/ 3 h 1132"/>
                    <a:gd name="T6" fmla="*/ 611 w 852"/>
                    <a:gd name="T7" fmla="*/ 12 h 1132"/>
                    <a:gd name="T8" fmla="*/ 652 w 852"/>
                    <a:gd name="T9" fmla="*/ 27 h 1132"/>
                    <a:gd name="T10" fmla="*/ 690 w 852"/>
                    <a:gd name="T11" fmla="*/ 45 h 1132"/>
                    <a:gd name="T12" fmla="*/ 724 w 852"/>
                    <a:gd name="T13" fmla="*/ 69 h 1132"/>
                    <a:gd name="T14" fmla="*/ 755 w 852"/>
                    <a:gd name="T15" fmla="*/ 96 h 1132"/>
                    <a:gd name="T16" fmla="*/ 783 w 852"/>
                    <a:gd name="T17" fmla="*/ 128 h 1132"/>
                    <a:gd name="T18" fmla="*/ 806 w 852"/>
                    <a:gd name="T19" fmla="*/ 162 h 1132"/>
                    <a:gd name="T20" fmla="*/ 825 w 852"/>
                    <a:gd name="T21" fmla="*/ 200 h 1132"/>
                    <a:gd name="T22" fmla="*/ 839 w 852"/>
                    <a:gd name="T23" fmla="*/ 241 h 1132"/>
                    <a:gd name="T24" fmla="*/ 848 w 852"/>
                    <a:gd name="T25" fmla="*/ 283 h 1132"/>
                    <a:gd name="T26" fmla="*/ 852 w 852"/>
                    <a:gd name="T27" fmla="*/ 327 h 1132"/>
                    <a:gd name="T28" fmla="*/ 848 w 852"/>
                    <a:gd name="T29" fmla="*/ 372 h 1132"/>
                    <a:gd name="T30" fmla="*/ 839 w 852"/>
                    <a:gd name="T31" fmla="*/ 414 h 1132"/>
                    <a:gd name="T32" fmla="*/ 825 w 852"/>
                    <a:gd name="T33" fmla="*/ 455 h 1132"/>
                    <a:gd name="T34" fmla="*/ 806 w 852"/>
                    <a:gd name="T35" fmla="*/ 492 h 1132"/>
                    <a:gd name="T36" fmla="*/ 783 w 852"/>
                    <a:gd name="T37" fmla="*/ 527 h 1132"/>
                    <a:gd name="T38" fmla="*/ 755 w 852"/>
                    <a:gd name="T39" fmla="*/ 558 h 1132"/>
                    <a:gd name="T40" fmla="*/ 724 w 852"/>
                    <a:gd name="T41" fmla="*/ 586 h 1132"/>
                    <a:gd name="T42" fmla="*/ 690 w 852"/>
                    <a:gd name="T43" fmla="*/ 609 h 1132"/>
                    <a:gd name="T44" fmla="*/ 652 w 852"/>
                    <a:gd name="T45" fmla="*/ 628 h 1132"/>
                    <a:gd name="T46" fmla="*/ 611 w 852"/>
                    <a:gd name="T47" fmla="*/ 642 h 1132"/>
                    <a:gd name="T48" fmla="*/ 569 w 852"/>
                    <a:gd name="T49" fmla="*/ 651 h 1132"/>
                    <a:gd name="T50" fmla="*/ 524 w 852"/>
                    <a:gd name="T51" fmla="*/ 654 h 1132"/>
                    <a:gd name="T52" fmla="*/ 493 w 852"/>
                    <a:gd name="T53" fmla="*/ 652 h 1132"/>
                    <a:gd name="T54" fmla="*/ 463 w 852"/>
                    <a:gd name="T55" fmla="*/ 647 h 1132"/>
                    <a:gd name="T56" fmla="*/ 434 w 852"/>
                    <a:gd name="T57" fmla="*/ 640 h 1132"/>
                    <a:gd name="T58" fmla="*/ 142 w 852"/>
                    <a:gd name="T59" fmla="*/ 1132 h 1132"/>
                    <a:gd name="T60" fmla="*/ 96 w 852"/>
                    <a:gd name="T61" fmla="*/ 1100 h 1132"/>
                    <a:gd name="T62" fmla="*/ 50 w 852"/>
                    <a:gd name="T63" fmla="*/ 1072 h 1132"/>
                    <a:gd name="T64" fmla="*/ 0 w 852"/>
                    <a:gd name="T65" fmla="*/ 1048 h 1132"/>
                    <a:gd name="T66" fmla="*/ 292 w 852"/>
                    <a:gd name="T67" fmla="*/ 557 h 1132"/>
                    <a:gd name="T68" fmla="*/ 265 w 852"/>
                    <a:gd name="T69" fmla="*/ 526 h 1132"/>
                    <a:gd name="T70" fmla="*/ 242 w 852"/>
                    <a:gd name="T71" fmla="*/ 491 h 1132"/>
                    <a:gd name="T72" fmla="*/ 223 w 852"/>
                    <a:gd name="T73" fmla="*/ 454 h 1132"/>
                    <a:gd name="T74" fmla="*/ 209 w 852"/>
                    <a:gd name="T75" fmla="*/ 414 h 1132"/>
                    <a:gd name="T76" fmla="*/ 201 w 852"/>
                    <a:gd name="T77" fmla="*/ 372 h 1132"/>
                    <a:gd name="T78" fmla="*/ 197 w 852"/>
                    <a:gd name="T79" fmla="*/ 327 h 1132"/>
                    <a:gd name="T80" fmla="*/ 201 w 852"/>
                    <a:gd name="T81" fmla="*/ 283 h 1132"/>
                    <a:gd name="T82" fmla="*/ 209 w 852"/>
                    <a:gd name="T83" fmla="*/ 240 h 1132"/>
                    <a:gd name="T84" fmla="*/ 223 w 852"/>
                    <a:gd name="T85" fmla="*/ 200 h 1132"/>
                    <a:gd name="T86" fmla="*/ 242 w 852"/>
                    <a:gd name="T87" fmla="*/ 162 h 1132"/>
                    <a:gd name="T88" fmla="*/ 266 w 852"/>
                    <a:gd name="T89" fmla="*/ 128 h 1132"/>
                    <a:gd name="T90" fmla="*/ 293 w 852"/>
                    <a:gd name="T91" fmla="*/ 96 h 1132"/>
                    <a:gd name="T92" fmla="*/ 325 w 852"/>
                    <a:gd name="T93" fmla="*/ 69 h 1132"/>
                    <a:gd name="T94" fmla="*/ 359 w 852"/>
                    <a:gd name="T95" fmla="*/ 45 h 1132"/>
                    <a:gd name="T96" fmla="*/ 397 w 852"/>
                    <a:gd name="T97" fmla="*/ 27 h 1132"/>
                    <a:gd name="T98" fmla="*/ 437 w 852"/>
                    <a:gd name="T99" fmla="*/ 12 h 1132"/>
                    <a:gd name="T100" fmla="*/ 480 w 852"/>
                    <a:gd name="T101" fmla="*/ 3 h 1132"/>
                    <a:gd name="T102" fmla="*/ 524 w 852"/>
                    <a:gd name="T103" fmla="*/ 0 h 113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</a:cxnLst>
                  <a:rect l="0" t="0" r="r" b="b"/>
                  <a:pathLst>
                    <a:path w="852" h="1132">
                      <a:moveTo>
                        <a:pt x="524" y="0"/>
                      </a:moveTo>
                      <a:lnTo>
                        <a:pt x="524" y="0"/>
                      </a:lnTo>
                      <a:lnTo>
                        <a:pt x="569" y="3"/>
                      </a:lnTo>
                      <a:lnTo>
                        <a:pt x="611" y="12"/>
                      </a:lnTo>
                      <a:lnTo>
                        <a:pt x="652" y="27"/>
                      </a:lnTo>
                      <a:lnTo>
                        <a:pt x="690" y="45"/>
                      </a:lnTo>
                      <a:lnTo>
                        <a:pt x="724" y="69"/>
                      </a:lnTo>
                      <a:lnTo>
                        <a:pt x="755" y="96"/>
                      </a:lnTo>
                      <a:lnTo>
                        <a:pt x="783" y="128"/>
                      </a:lnTo>
                      <a:lnTo>
                        <a:pt x="806" y="162"/>
                      </a:lnTo>
                      <a:lnTo>
                        <a:pt x="825" y="200"/>
                      </a:lnTo>
                      <a:lnTo>
                        <a:pt x="839" y="241"/>
                      </a:lnTo>
                      <a:lnTo>
                        <a:pt x="848" y="283"/>
                      </a:lnTo>
                      <a:lnTo>
                        <a:pt x="852" y="327"/>
                      </a:lnTo>
                      <a:lnTo>
                        <a:pt x="848" y="372"/>
                      </a:lnTo>
                      <a:lnTo>
                        <a:pt x="839" y="414"/>
                      </a:lnTo>
                      <a:lnTo>
                        <a:pt x="825" y="455"/>
                      </a:lnTo>
                      <a:lnTo>
                        <a:pt x="806" y="492"/>
                      </a:lnTo>
                      <a:lnTo>
                        <a:pt x="783" y="527"/>
                      </a:lnTo>
                      <a:lnTo>
                        <a:pt x="755" y="558"/>
                      </a:lnTo>
                      <a:lnTo>
                        <a:pt x="724" y="586"/>
                      </a:lnTo>
                      <a:lnTo>
                        <a:pt x="690" y="609"/>
                      </a:lnTo>
                      <a:lnTo>
                        <a:pt x="652" y="628"/>
                      </a:lnTo>
                      <a:lnTo>
                        <a:pt x="611" y="642"/>
                      </a:lnTo>
                      <a:lnTo>
                        <a:pt x="569" y="651"/>
                      </a:lnTo>
                      <a:lnTo>
                        <a:pt x="524" y="654"/>
                      </a:lnTo>
                      <a:lnTo>
                        <a:pt x="493" y="652"/>
                      </a:lnTo>
                      <a:lnTo>
                        <a:pt x="463" y="647"/>
                      </a:lnTo>
                      <a:lnTo>
                        <a:pt x="434" y="640"/>
                      </a:lnTo>
                      <a:lnTo>
                        <a:pt x="142" y="1132"/>
                      </a:lnTo>
                      <a:lnTo>
                        <a:pt x="96" y="1100"/>
                      </a:lnTo>
                      <a:lnTo>
                        <a:pt x="50" y="1072"/>
                      </a:lnTo>
                      <a:lnTo>
                        <a:pt x="0" y="1048"/>
                      </a:lnTo>
                      <a:lnTo>
                        <a:pt x="292" y="557"/>
                      </a:lnTo>
                      <a:lnTo>
                        <a:pt x="265" y="526"/>
                      </a:lnTo>
                      <a:lnTo>
                        <a:pt x="242" y="491"/>
                      </a:lnTo>
                      <a:lnTo>
                        <a:pt x="223" y="454"/>
                      </a:lnTo>
                      <a:lnTo>
                        <a:pt x="209" y="414"/>
                      </a:lnTo>
                      <a:lnTo>
                        <a:pt x="201" y="372"/>
                      </a:lnTo>
                      <a:lnTo>
                        <a:pt x="197" y="327"/>
                      </a:lnTo>
                      <a:lnTo>
                        <a:pt x="201" y="283"/>
                      </a:lnTo>
                      <a:lnTo>
                        <a:pt x="209" y="240"/>
                      </a:lnTo>
                      <a:lnTo>
                        <a:pt x="223" y="200"/>
                      </a:lnTo>
                      <a:lnTo>
                        <a:pt x="242" y="162"/>
                      </a:lnTo>
                      <a:lnTo>
                        <a:pt x="266" y="128"/>
                      </a:lnTo>
                      <a:lnTo>
                        <a:pt x="293" y="96"/>
                      </a:lnTo>
                      <a:lnTo>
                        <a:pt x="325" y="69"/>
                      </a:lnTo>
                      <a:lnTo>
                        <a:pt x="359" y="45"/>
                      </a:lnTo>
                      <a:lnTo>
                        <a:pt x="397" y="27"/>
                      </a:lnTo>
                      <a:lnTo>
                        <a:pt x="437" y="12"/>
                      </a:lnTo>
                      <a:lnTo>
                        <a:pt x="480" y="3"/>
                      </a:lnTo>
                      <a:lnTo>
                        <a:pt x="524" y="0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41" name="Freeform 66"/>
                <p:cNvSpPr>
                  <a:spLocks/>
                </p:cNvSpPr>
                <p:nvPr/>
              </p:nvSpPr>
              <p:spPr bwMode="auto">
                <a:xfrm>
                  <a:off x="5375276" y="5272088"/>
                  <a:ext cx="166688" cy="103188"/>
                </a:xfrm>
                <a:custGeom>
                  <a:avLst/>
                  <a:gdLst>
                    <a:gd name="T0" fmla="*/ 729 w 1055"/>
                    <a:gd name="T1" fmla="*/ 0 h 653"/>
                    <a:gd name="T2" fmla="*/ 773 w 1055"/>
                    <a:gd name="T3" fmla="*/ 2 h 653"/>
                    <a:gd name="T4" fmla="*/ 816 w 1055"/>
                    <a:gd name="T5" fmla="*/ 11 h 653"/>
                    <a:gd name="T6" fmla="*/ 856 w 1055"/>
                    <a:gd name="T7" fmla="*/ 25 h 653"/>
                    <a:gd name="T8" fmla="*/ 893 w 1055"/>
                    <a:gd name="T9" fmla="*/ 44 h 653"/>
                    <a:gd name="T10" fmla="*/ 929 w 1055"/>
                    <a:gd name="T11" fmla="*/ 68 h 653"/>
                    <a:gd name="T12" fmla="*/ 960 w 1055"/>
                    <a:gd name="T13" fmla="*/ 95 h 653"/>
                    <a:gd name="T14" fmla="*/ 988 w 1055"/>
                    <a:gd name="T15" fmla="*/ 126 h 653"/>
                    <a:gd name="T16" fmla="*/ 1011 w 1055"/>
                    <a:gd name="T17" fmla="*/ 162 h 653"/>
                    <a:gd name="T18" fmla="*/ 1030 w 1055"/>
                    <a:gd name="T19" fmla="*/ 200 h 653"/>
                    <a:gd name="T20" fmla="*/ 1044 w 1055"/>
                    <a:gd name="T21" fmla="*/ 239 h 653"/>
                    <a:gd name="T22" fmla="*/ 1053 w 1055"/>
                    <a:gd name="T23" fmla="*/ 282 h 653"/>
                    <a:gd name="T24" fmla="*/ 1055 w 1055"/>
                    <a:gd name="T25" fmla="*/ 326 h 653"/>
                    <a:gd name="T26" fmla="*/ 1053 w 1055"/>
                    <a:gd name="T27" fmla="*/ 370 h 653"/>
                    <a:gd name="T28" fmla="*/ 1044 w 1055"/>
                    <a:gd name="T29" fmla="*/ 414 h 653"/>
                    <a:gd name="T30" fmla="*/ 1030 w 1055"/>
                    <a:gd name="T31" fmla="*/ 454 h 653"/>
                    <a:gd name="T32" fmla="*/ 1011 w 1055"/>
                    <a:gd name="T33" fmla="*/ 491 h 653"/>
                    <a:gd name="T34" fmla="*/ 988 w 1055"/>
                    <a:gd name="T35" fmla="*/ 526 h 653"/>
                    <a:gd name="T36" fmla="*/ 960 w 1055"/>
                    <a:gd name="T37" fmla="*/ 558 h 653"/>
                    <a:gd name="T38" fmla="*/ 929 w 1055"/>
                    <a:gd name="T39" fmla="*/ 584 h 653"/>
                    <a:gd name="T40" fmla="*/ 893 w 1055"/>
                    <a:gd name="T41" fmla="*/ 609 h 653"/>
                    <a:gd name="T42" fmla="*/ 856 w 1055"/>
                    <a:gd name="T43" fmla="*/ 628 h 653"/>
                    <a:gd name="T44" fmla="*/ 816 w 1055"/>
                    <a:gd name="T45" fmla="*/ 641 h 653"/>
                    <a:gd name="T46" fmla="*/ 773 w 1055"/>
                    <a:gd name="T47" fmla="*/ 650 h 653"/>
                    <a:gd name="T48" fmla="*/ 729 w 1055"/>
                    <a:gd name="T49" fmla="*/ 653 h 653"/>
                    <a:gd name="T50" fmla="*/ 685 w 1055"/>
                    <a:gd name="T51" fmla="*/ 650 h 653"/>
                    <a:gd name="T52" fmla="*/ 644 w 1055"/>
                    <a:gd name="T53" fmla="*/ 642 h 653"/>
                    <a:gd name="T54" fmla="*/ 604 w 1055"/>
                    <a:gd name="T55" fmla="*/ 628 h 653"/>
                    <a:gd name="T56" fmla="*/ 566 w 1055"/>
                    <a:gd name="T57" fmla="*/ 610 h 653"/>
                    <a:gd name="T58" fmla="*/ 532 w 1055"/>
                    <a:gd name="T59" fmla="*/ 587 h 653"/>
                    <a:gd name="T60" fmla="*/ 501 w 1055"/>
                    <a:gd name="T61" fmla="*/ 560 h 653"/>
                    <a:gd name="T62" fmla="*/ 474 w 1055"/>
                    <a:gd name="T63" fmla="*/ 529 h 653"/>
                    <a:gd name="T64" fmla="*/ 450 w 1055"/>
                    <a:gd name="T65" fmla="*/ 495 h 653"/>
                    <a:gd name="T66" fmla="*/ 431 w 1055"/>
                    <a:gd name="T67" fmla="*/ 458 h 653"/>
                    <a:gd name="T68" fmla="*/ 416 w 1055"/>
                    <a:gd name="T69" fmla="*/ 419 h 653"/>
                    <a:gd name="T70" fmla="*/ 407 w 1055"/>
                    <a:gd name="T71" fmla="*/ 377 h 653"/>
                    <a:gd name="T72" fmla="*/ 0 w 1055"/>
                    <a:gd name="T73" fmla="*/ 337 h 653"/>
                    <a:gd name="T74" fmla="*/ 9 w 1055"/>
                    <a:gd name="T75" fmla="*/ 287 h 653"/>
                    <a:gd name="T76" fmla="*/ 15 w 1055"/>
                    <a:gd name="T77" fmla="*/ 235 h 653"/>
                    <a:gd name="T78" fmla="*/ 17 w 1055"/>
                    <a:gd name="T79" fmla="*/ 182 h 653"/>
                    <a:gd name="T80" fmla="*/ 16 w 1055"/>
                    <a:gd name="T81" fmla="*/ 173 h 653"/>
                    <a:gd name="T82" fmla="*/ 423 w 1055"/>
                    <a:gd name="T83" fmla="*/ 214 h 653"/>
                    <a:gd name="T84" fmla="*/ 441 w 1055"/>
                    <a:gd name="T85" fmla="*/ 173 h 653"/>
                    <a:gd name="T86" fmla="*/ 464 w 1055"/>
                    <a:gd name="T87" fmla="*/ 136 h 653"/>
                    <a:gd name="T88" fmla="*/ 492 w 1055"/>
                    <a:gd name="T89" fmla="*/ 103 h 653"/>
                    <a:gd name="T90" fmla="*/ 524 w 1055"/>
                    <a:gd name="T91" fmla="*/ 73 h 653"/>
                    <a:gd name="T92" fmla="*/ 558 w 1055"/>
                    <a:gd name="T93" fmla="*/ 48 h 653"/>
                    <a:gd name="T94" fmla="*/ 597 w 1055"/>
                    <a:gd name="T95" fmla="*/ 28 h 653"/>
                    <a:gd name="T96" fmla="*/ 639 w 1055"/>
                    <a:gd name="T97" fmla="*/ 12 h 653"/>
                    <a:gd name="T98" fmla="*/ 683 w 1055"/>
                    <a:gd name="T99" fmla="*/ 3 h 653"/>
                    <a:gd name="T100" fmla="*/ 729 w 1055"/>
                    <a:gd name="T101" fmla="*/ 0 h 65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</a:cxnLst>
                  <a:rect l="0" t="0" r="r" b="b"/>
                  <a:pathLst>
                    <a:path w="1055" h="653">
                      <a:moveTo>
                        <a:pt x="729" y="0"/>
                      </a:moveTo>
                      <a:lnTo>
                        <a:pt x="773" y="2"/>
                      </a:lnTo>
                      <a:lnTo>
                        <a:pt x="816" y="11"/>
                      </a:lnTo>
                      <a:lnTo>
                        <a:pt x="856" y="25"/>
                      </a:lnTo>
                      <a:lnTo>
                        <a:pt x="893" y="44"/>
                      </a:lnTo>
                      <a:lnTo>
                        <a:pt x="929" y="68"/>
                      </a:lnTo>
                      <a:lnTo>
                        <a:pt x="960" y="95"/>
                      </a:lnTo>
                      <a:lnTo>
                        <a:pt x="988" y="126"/>
                      </a:lnTo>
                      <a:lnTo>
                        <a:pt x="1011" y="162"/>
                      </a:lnTo>
                      <a:lnTo>
                        <a:pt x="1030" y="200"/>
                      </a:lnTo>
                      <a:lnTo>
                        <a:pt x="1044" y="239"/>
                      </a:lnTo>
                      <a:lnTo>
                        <a:pt x="1053" y="282"/>
                      </a:lnTo>
                      <a:lnTo>
                        <a:pt x="1055" y="326"/>
                      </a:lnTo>
                      <a:lnTo>
                        <a:pt x="1053" y="370"/>
                      </a:lnTo>
                      <a:lnTo>
                        <a:pt x="1044" y="414"/>
                      </a:lnTo>
                      <a:lnTo>
                        <a:pt x="1030" y="454"/>
                      </a:lnTo>
                      <a:lnTo>
                        <a:pt x="1011" y="491"/>
                      </a:lnTo>
                      <a:lnTo>
                        <a:pt x="988" y="526"/>
                      </a:lnTo>
                      <a:lnTo>
                        <a:pt x="960" y="558"/>
                      </a:lnTo>
                      <a:lnTo>
                        <a:pt x="929" y="584"/>
                      </a:lnTo>
                      <a:lnTo>
                        <a:pt x="893" y="609"/>
                      </a:lnTo>
                      <a:lnTo>
                        <a:pt x="856" y="628"/>
                      </a:lnTo>
                      <a:lnTo>
                        <a:pt x="816" y="641"/>
                      </a:lnTo>
                      <a:lnTo>
                        <a:pt x="773" y="650"/>
                      </a:lnTo>
                      <a:lnTo>
                        <a:pt x="729" y="653"/>
                      </a:lnTo>
                      <a:lnTo>
                        <a:pt x="685" y="650"/>
                      </a:lnTo>
                      <a:lnTo>
                        <a:pt x="644" y="642"/>
                      </a:lnTo>
                      <a:lnTo>
                        <a:pt x="604" y="628"/>
                      </a:lnTo>
                      <a:lnTo>
                        <a:pt x="566" y="610"/>
                      </a:lnTo>
                      <a:lnTo>
                        <a:pt x="532" y="587"/>
                      </a:lnTo>
                      <a:lnTo>
                        <a:pt x="501" y="560"/>
                      </a:lnTo>
                      <a:lnTo>
                        <a:pt x="474" y="529"/>
                      </a:lnTo>
                      <a:lnTo>
                        <a:pt x="450" y="495"/>
                      </a:lnTo>
                      <a:lnTo>
                        <a:pt x="431" y="458"/>
                      </a:lnTo>
                      <a:lnTo>
                        <a:pt x="416" y="419"/>
                      </a:lnTo>
                      <a:lnTo>
                        <a:pt x="407" y="377"/>
                      </a:lnTo>
                      <a:lnTo>
                        <a:pt x="0" y="337"/>
                      </a:lnTo>
                      <a:lnTo>
                        <a:pt x="9" y="287"/>
                      </a:lnTo>
                      <a:lnTo>
                        <a:pt x="15" y="235"/>
                      </a:lnTo>
                      <a:lnTo>
                        <a:pt x="17" y="182"/>
                      </a:lnTo>
                      <a:lnTo>
                        <a:pt x="16" y="173"/>
                      </a:lnTo>
                      <a:lnTo>
                        <a:pt x="423" y="214"/>
                      </a:lnTo>
                      <a:lnTo>
                        <a:pt x="441" y="173"/>
                      </a:lnTo>
                      <a:lnTo>
                        <a:pt x="464" y="136"/>
                      </a:lnTo>
                      <a:lnTo>
                        <a:pt x="492" y="103"/>
                      </a:lnTo>
                      <a:lnTo>
                        <a:pt x="524" y="73"/>
                      </a:lnTo>
                      <a:lnTo>
                        <a:pt x="558" y="48"/>
                      </a:lnTo>
                      <a:lnTo>
                        <a:pt x="597" y="28"/>
                      </a:lnTo>
                      <a:lnTo>
                        <a:pt x="639" y="12"/>
                      </a:lnTo>
                      <a:lnTo>
                        <a:pt x="683" y="3"/>
                      </a:lnTo>
                      <a:lnTo>
                        <a:pt x="729" y="0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42" name="Freeform 67"/>
                <p:cNvSpPr>
                  <a:spLocks/>
                </p:cNvSpPr>
                <p:nvPr/>
              </p:nvSpPr>
              <p:spPr bwMode="auto">
                <a:xfrm>
                  <a:off x="5259388" y="5411788"/>
                  <a:ext cx="103188" cy="166688"/>
                </a:xfrm>
                <a:custGeom>
                  <a:avLst/>
                  <a:gdLst>
                    <a:gd name="T0" fmla="*/ 246 w 654"/>
                    <a:gd name="T1" fmla="*/ 0 h 1049"/>
                    <a:gd name="T2" fmla="*/ 337 w 654"/>
                    <a:gd name="T3" fmla="*/ 397 h 1049"/>
                    <a:gd name="T4" fmla="*/ 383 w 654"/>
                    <a:gd name="T5" fmla="*/ 402 h 1049"/>
                    <a:gd name="T6" fmla="*/ 429 w 654"/>
                    <a:gd name="T7" fmla="*/ 413 h 1049"/>
                    <a:gd name="T8" fmla="*/ 471 w 654"/>
                    <a:gd name="T9" fmla="*/ 431 h 1049"/>
                    <a:gd name="T10" fmla="*/ 510 w 654"/>
                    <a:gd name="T11" fmla="*/ 453 h 1049"/>
                    <a:gd name="T12" fmla="*/ 545 w 654"/>
                    <a:gd name="T13" fmla="*/ 480 h 1049"/>
                    <a:gd name="T14" fmla="*/ 576 w 654"/>
                    <a:gd name="T15" fmla="*/ 513 h 1049"/>
                    <a:gd name="T16" fmla="*/ 603 w 654"/>
                    <a:gd name="T17" fmla="*/ 548 h 1049"/>
                    <a:gd name="T18" fmla="*/ 624 w 654"/>
                    <a:gd name="T19" fmla="*/ 588 h 1049"/>
                    <a:gd name="T20" fmla="*/ 641 w 654"/>
                    <a:gd name="T21" fmla="*/ 630 h 1049"/>
                    <a:gd name="T22" fmla="*/ 651 w 654"/>
                    <a:gd name="T23" fmla="*/ 676 h 1049"/>
                    <a:gd name="T24" fmla="*/ 654 w 654"/>
                    <a:gd name="T25" fmla="*/ 723 h 1049"/>
                    <a:gd name="T26" fmla="*/ 651 w 654"/>
                    <a:gd name="T27" fmla="*/ 768 h 1049"/>
                    <a:gd name="T28" fmla="*/ 642 w 654"/>
                    <a:gd name="T29" fmla="*/ 810 h 1049"/>
                    <a:gd name="T30" fmla="*/ 628 w 654"/>
                    <a:gd name="T31" fmla="*/ 850 h 1049"/>
                    <a:gd name="T32" fmla="*/ 608 w 654"/>
                    <a:gd name="T33" fmla="*/ 887 h 1049"/>
                    <a:gd name="T34" fmla="*/ 585 w 654"/>
                    <a:gd name="T35" fmla="*/ 923 h 1049"/>
                    <a:gd name="T36" fmla="*/ 557 w 654"/>
                    <a:gd name="T37" fmla="*/ 954 h 1049"/>
                    <a:gd name="T38" fmla="*/ 526 w 654"/>
                    <a:gd name="T39" fmla="*/ 982 h 1049"/>
                    <a:gd name="T40" fmla="*/ 492 w 654"/>
                    <a:gd name="T41" fmla="*/ 1005 h 1049"/>
                    <a:gd name="T42" fmla="*/ 454 w 654"/>
                    <a:gd name="T43" fmla="*/ 1024 h 1049"/>
                    <a:gd name="T44" fmla="*/ 413 w 654"/>
                    <a:gd name="T45" fmla="*/ 1038 h 1049"/>
                    <a:gd name="T46" fmla="*/ 371 w 654"/>
                    <a:gd name="T47" fmla="*/ 1047 h 1049"/>
                    <a:gd name="T48" fmla="*/ 327 w 654"/>
                    <a:gd name="T49" fmla="*/ 1049 h 1049"/>
                    <a:gd name="T50" fmla="*/ 282 w 654"/>
                    <a:gd name="T51" fmla="*/ 1047 h 1049"/>
                    <a:gd name="T52" fmla="*/ 240 w 654"/>
                    <a:gd name="T53" fmla="*/ 1038 h 1049"/>
                    <a:gd name="T54" fmla="*/ 199 w 654"/>
                    <a:gd name="T55" fmla="*/ 1024 h 1049"/>
                    <a:gd name="T56" fmla="*/ 161 w 654"/>
                    <a:gd name="T57" fmla="*/ 1005 h 1049"/>
                    <a:gd name="T58" fmla="*/ 127 w 654"/>
                    <a:gd name="T59" fmla="*/ 982 h 1049"/>
                    <a:gd name="T60" fmla="*/ 96 w 654"/>
                    <a:gd name="T61" fmla="*/ 954 h 1049"/>
                    <a:gd name="T62" fmla="*/ 68 w 654"/>
                    <a:gd name="T63" fmla="*/ 923 h 1049"/>
                    <a:gd name="T64" fmla="*/ 45 w 654"/>
                    <a:gd name="T65" fmla="*/ 887 h 1049"/>
                    <a:gd name="T66" fmla="*/ 26 w 654"/>
                    <a:gd name="T67" fmla="*/ 850 h 1049"/>
                    <a:gd name="T68" fmla="*/ 12 w 654"/>
                    <a:gd name="T69" fmla="*/ 810 h 1049"/>
                    <a:gd name="T70" fmla="*/ 3 w 654"/>
                    <a:gd name="T71" fmla="*/ 768 h 1049"/>
                    <a:gd name="T72" fmla="*/ 0 w 654"/>
                    <a:gd name="T73" fmla="*/ 723 h 1049"/>
                    <a:gd name="T74" fmla="*/ 3 w 654"/>
                    <a:gd name="T75" fmla="*/ 677 h 1049"/>
                    <a:gd name="T76" fmla="*/ 13 w 654"/>
                    <a:gd name="T77" fmla="*/ 632 h 1049"/>
                    <a:gd name="T78" fmla="*/ 28 w 654"/>
                    <a:gd name="T79" fmla="*/ 591 h 1049"/>
                    <a:gd name="T80" fmla="*/ 49 w 654"/>
                    <a:gd name="T81" fmla="*/ 553 h 1049"/>
                    <a:gd name="T82" fmla="*/ 75 w 654"/>
                    <a:gd name="T83" fmla="*/ 517 h 1049"/>
                    <a:gd name="T84" fmla="*/ 105 w 654"/>
                    <a:gd name="T85" fmla="*/ 485 h 1049"/>
                    <a:gd name="T86" fmla="*/ 139 w 654"/>
                    <a:gd name="T87" fmla="*/ 457 h 1049"/>
                    <a:gd name="T88" fmla="*/ 177 w 654"/>
                    <a:gd name="T89" fmla="*/ 435 h 1049"/>
                    <a:gd name="T90" fmla="*/ 85 w 654"/>
                    <a:gd name="T91" fmla="*/ 37 h 1049"/>
                    <a:gd name="T92" fmla="*/ 140 w 654"/>
                    <a:gd name="T93" fmla="*/ 28 h 1049"/>
                    <a:gd name="T94" fmla="*/ 194 w 654"/>
                    <a:gd name="T95" fmla="*/ 16 h 1049"/>
                    <a:gd name="T96" fmla="*/ 246 w 654"/>
                    <a:gd name="T97" fmla="*/ 0 h 104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</a:cxnLst>
                  <a:rect l="0" t="0" r="r" b="b"/>
                  <a:pathLst>
                    <a:path w="654" h="1049">
                      <a:moveTo>
                        <a:pt x="246" y="0"/>
                      </a:moveTo>
                      <a:lnTo>
                        <a:pt x="337" y="397"/>
                      </a:lnTo>
                      <a:lnTo>
                        <a:pt x="383" y="402"/>
                      </a:lnTo>
                      <a:lnTo>
                        <a:pt x="429" y="413"/>
                      </a:lnTo>
                      <a:lnTo>
                        <a:pt x="471" y="431"/>
                      </a:lnTo>
                      <a:lnTo>
                        <a:pt x="510" y="453"/>
                      </a:lnTo>
                      <a:lnTo>
                        <a:pt x="545" y="480"/>
                      </a:lnTo>
                      <a:lnTo>
                        <a:pt x="576" y="513"/>
                      </a:lnTo>
                      <a:lnTo>
                        <a:pt x="603" y="548"/>
                      </a:lnTo>
                      <a:lnTo>
                        <a:pt x="624" y="588"/>
                      </a:lnTo>
                      <a:lnTo>
                        <a:pt x="641" y="630"/>
                      </a:lnTo>
                      <a:lnTo>
                        <a:pt x="651" y="676"/>
                      </a:lnTo>
                      <a:lnTo>
                        <a:pt x="654" y="723"/>
                      </a:lnTo>
                      <a:lnTo>
                        <a:pt x="651" y="768"/>
                      </a:lnTo>
                      <a:lnTo>
                        <a:pt x="642" y="810"/>
                      </a:lnTo>
                      <a:lnTo>
                        <a:pt x="628" y="850"/>
                      </a:lnTo>
                      <a:lnTo>
                        <a:pt x="608" y="887"/>
                      </a:lnTo>
                      <a:lnTo>
                        <a:pt x="585" y="923"/>
                      </a:lnTo>
                      <a:lnTo>
                        <a:pt x="557" y="954"/>
                      </a:lnTo>
                      <a:lnTo>
                        <a:pt x="526" y="982"/>
                      </a:lnTo>
                      <a:lnTo>
                        <a:pt x="492" y="1005"/>
                      </a:lnTo>
                      <a:lnTo>
                        <a:pt x="454" y="1024"/>
                      </a:lnTo>
                      <a:lnTo>
                        <a:pt x="413" y="1038"/>
                      </a:lnTo>
                      <a:lnTo>
                        <a:pt x="371" y="1047"/>
                      </a:lnTo>
                      <a:lnTo>
                        <a:pt x="327" y="1049"/>
                      </a:lnTo>
                      <a:lnTo>
                        <a:pt x="282" y="1047"/>
                      </a:lnTo>
                      <a:lnTo>
                        <a:pt x="240" y="1038"/>
                      </a:lnTo>
                      <a:lnTo>
                        <a:pt x="199" y="1024"/>
                      </a:lnTo>
                      <a:lnTo>
                        <a:pt x="161" y="1005"/>
                      </a:lnTo>
                      <a:lnTo>
                        <a:pt x="127" y="982"/>
                      </a:lnTo>
                      <a:lnTo>
                        <a:pt x="96" y="954"/>
                      </a:lnTo>
                      <a:lnTo>
                        <a:pt x="68" y="923"/>
                      </a:lnTo>
                      <a:lnTo>
                        <a:pt x="45" y="887"/>
                      </a:lnTo>
                      <a:lnTo>
                        <a:pt x="26" y="850"/>
                      </a:lnTo>
                      <a:lnTo>
                        <a:pt x="12" y="810"/>
                      </a:lnTo>
                      <a:lnTo>
                        <a:pt x="3" y="768"/>
                      </a:lnTo>
                      <a:lnTo>
                        <a:pt x="0" y="723"/>
                      </a:lnTo>
                      <a:lnTo>
                        <a:pt x="3" y="677"/>
                      </a:lnTo>
                      <a:lnTo>
                        <a:pt x="13" y="632"/>
                      </a:lnTo>
                      <a:lnTo>
                        <a:pt x="28" y="591"/>
                      </a:lnTo>
                      <a:lnTo>
                        <a:pt x="49" y="553"/>
                      </a:lnTo>
                      <a:lnTo>
                        <a:pt x="75" y="517"/>
                      </a:lnTo>
                      <a:lnTo>
                        <a:pt x="105" y="485"/>
                      </a:lnTo>
                      <a:lnTo>
                        <a:pt x="139" y="457"/>
                      </a:lnTo>
                      <a:lnTo>
                        <a:pt x="177" y="435"/>
                      </a:lnTo>
                      <a:lnTo>
                        <a:pt x="85" y="37"/>
                      </a:lnTo>
                      <a:lnTo>
                        <a:pt x="140" y="28"/>
                      </a:lnTo>
                      <a:lnTo>
                        <a:pt x="194" y="16"/>
                      </a:lnTo>
                      <a:lnTo>
                        <a:pt x="246" y="0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43" name="Freeform 68"/>
                <p:cNvSpPr>
                  <a:spLocks/>
                </p:cNvSpPr>
                <p:nvPr/>
              </p:nvSpPr>
              <p:spPr bwMode="auto">
                <a:xfrm>
                  <a:off x="4967288" y="5326063"/>
                  <a:ext cx="184150" cy="106363"/>
                </a:xfrm>
                <a:custGeom>
                  <a:avLst/>
                  <a:gdLst>
                    <a:gd name="T0" fmla="*/ 1106 w 1159"/>
                    <a:gd name="T1" fmla="*/ 0 h 675"/>
                    <a:gd name="T2" fmla="*/ 1120 w 1159"/>
                    <a:gd name="T3" fmla="*/ 54 h 675"/>
                    <a:gd name="T4" fmla="*/ 1138 w 1159"/>
                    <a:gd name="T5" fmla="*/ 106 h 675"/>
                    <a:gd name="T6" fmla="*/ 1159 w 1159"/>
                    <a:gd name="T7" fmla="*/ 156 h 675"/>
                    <a:gd name="T8" fmla="*/ 651 w 1159"/>
                    <a:gd name="T9" fmla="*/ 326 h 675"/>
                    <a:gd name="T10" fmla="*/ 652 w 1159"/>
                    <a:gd name="T11" fmla="*/ 336 h 675"/>
                    <a:gd name="T12" fmla="*/ 653 w 1159"/>
                    <a:gd name="T13" fmla="*/ 348 h 675"/>
                    <a:gd name="T14" fmla="*/ 651 w 1159"/>
                    <a:gd name="T15" fmla="*/ 392 h 675"/>
                    <a:gd name="T16" fmla="*/ 642 w 1159"/>
                    <a:gd name="T17" fmla="*/ 435 h 675"/>
                    <a:gd name="T18" fmla="*/ 628 w 1159"/>
                    <a:gd name="T19" fmla="*/ 475 h 675"/>
                    <a:gd name="T20" fmla="*/ 609 w 1159"/>
                    <a:gd name="T21" fmla="*/ 513 h 675"/>
                    <a:gd name="T22" fmla="*/ 586 w 1159"/>
                    <a:gd name="T23" fmla="*/ 547 h 675"/>
                    <a:gd name="T24" fmla="*/ 558 w 1159"/>
                    <a:gd name="T25" fmla="*/ 579 h 675"/>
                    <a:gd name="T26" fmla="*/ 527 w 1159"/>
                    <a:gd name="T27" fmla="*/ 607 h 675"/>
                    <a:gd name="T28" fmla="*/ 491 w 1159"/>
                    <a:gd name="T29" fmla="*/ 630 h 675"/>
                    <a:gd name="T30" fmla="*/ 454 w 1159"/>
                    <a:gd name="T31" fmla="*/ 649 h 675"/>
                    <a:gd name="T32" fmla="*/ 414 w 1159"/>
                    <a:gd name="T33" fmla="*/ 664 h 675"/>
                    <a:gd name="T34" fmla="*/ 370 w 1159"/>
                    <a:gd name="T35" fmla="*/ 671 h 675"/>
                    <a:gd name="T36" fmla="*/ 326 w 1159"/>
                    <a:gd name="T37" fmla="*/ 675 h 675"/>
                    <a:gd name="T38" fmla="*/ 282 w 1159"/>
                    <a:gd name="T39" fmla="*/ 671 h 675"/>
                    <a:gd name="T40" fmla="*/ 240 w 1159"/>
                    <a:gd name="T41" fmla="*/ 664 h 675"/>
                    <a:gd name="T42" fmla="*/ 200 w 1159"/>
                    <a:gd name="T43" fmla="*/ 649 h 675"/>
                    <a:gd name="T44" fmla="*/ 162 w 1159"/>
                    <a:gd name="T45" fmla="*/ 630 h 675"/>
                    <a:gd name="T46" fmla="*/ 126 w 1159"/>
                    <a:gd name="T47" fmla="*/ 607 h 675"/>
                    <a:gd name="T48" fmla="*/ 95 w 1159"/>
                    <a:gd name="T49" fmla="*/ 579 h 675"/>
                    <a:gd name="T50" fmla="*/ 68 w 1159"/>
                    <a:gd name="T51" fmla="*/ 547 h 675"/>
                    <a:gd name="T52" fmla="*/ 44 w 1159"/>
                    <a:gd name="T53" fmla="*/ 513 h 675"/>
                    <a:gd name="T54" fmla="*/ 26 w 1159"/>
                    <a:gd name="T55" fmla="*/ 475 h 675"/>
                    <a:gd name="T56" fmla="*/ 12 w 1159"/>
                    <a:gd name="T57" fmla="*/ 435 h 675"/>
                    <a:gd name="T58" fmla="*/ 3 w 1159"/>
                    <a:gd name="T59" fmla="*/ 392 h 675"/>
                    <a:gd name="T60" fmla="*/ 0 w 1159"/>
                    <a:gd name="T61" fmla="*/ 348 h 675"/>
                    <a:gd name="T62" fmla="*/ 3 w 1159"/>
                    <a:gd name="T63" fmla="*/ 303 h 675"/>
                    <a:gd name="T64" fmla="*/ 12 w 1159"/>
                    <a:gd name="T65" fmla="*/ 261 h 675"/>
                    <a:gd name="T66" fmla="*/ 26 w 1159"/>
                    <a:gd name="T67" fmla="*/ 221 h 675"/>
                    <a:gd name="T68" fmla="*/ 44 w 1159"/>
                    <a:gd name="T69" fmla="*/ 183 h 675"/>
                    <a:gd name="T70" fmla="*/ 68 w 1159"/>
                    <a:gd name="T71" fmla="*/ 148 h 675"/>
                    <a:gd name="T72" fmla="*/ 95 w 1159"/>
                    <a:gd name="T73" fmla="*/ 117 h 675"/>
                    <a:gd name="T74" fmla="*/ 126 w 1159"/>
                    <a:gd name="T75" fmla="*/ 89 h 675"/>
                    <a:gd name="T76" fmla="*/ 162 w 1159"/>
                    <a:gd name="T77" fmla="*/ 66 h 675"/>
                    <a:gd name="T78" fmla="*/ 200 w 1159"/>
                    <a:gd name="T79" fmla="*/ 47 h 675"/>
                    <a:gd name="T80" fmla="*/ 240 w 1159"/>
                    <a:gd name="T81" fmla="*/ 33 h 675"/>
                    <a:gd name="T82" fmla="*/ 282 w 1159"/>
                    <a:gd name="T83" fmla="*/ 25 h 675"/>
                    <a:gd name="T84" fmla="*/ 326 w 1159"/>
                    <a:gd name="T85" fmla="*/ 21 h 675"/>
                    <a:gd name="T86" fmla="*/ 369 w 1159"/>
                    <a:gd name="T87" fmla="*/ 24 h 675"/>
                    <a:gd name="T88" fmla="*/ 409 w 1159"/>
                    <a:gd name="T89" fmla="*/ 33 h 675"/>
                    <a:gd name="T90" fmla="*/ 448 w 1159"/>
                    <a:gd name="T91" fmla="*/ 45 h 675"/>
                    <a:gd name="T92" fmla="*/ 485 w 1159"/>
                    <a:gd name="T93" fmla="*/ 63 h 675"/>
                    <a:gd name="T94" fmla="*/ 518 w 1159"/>
                    <a:gd name="T95" fmla="*/ 84 h 675"/>
                    <a:gd name="T96" fmla="*/ 549 w 1159"/>
                    <a:gd name="T97" fmla="*/ 109 h 675"/>
                    <a:gd name="T98" fmla="*/ 577 w 1159"/>
                    <a:gd name="T99" fmla="*/ 138 h 675"/>
                    <a:gd name="T100" fmla="*/ 600 w 1159"/>
                    <a:gd name="T101" fmla="*/ 170 h 675"/>
                    <a:gd name="T102" fmla="*/ 1106 w 1159"/>
                    <a:gd name="T103" fmla="*/ 0 h 6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</a:cxnLst>
                  <a:rect l="0" t="0" r="r" b="b"/>
                  <a:pathLst>
                    <a:path w="1159" h="675">
                      <a:moveTo>
                        <a:pt x="1106" y="0"/>
                      </a:moveTo>
                      <a:lnTo>
                        <a:pt x="1120" y="54"/>
                      </a:lnTo>
                      <a:lnTo>
                        <a:pt x="1138" y="106"/>
                      </a:lnTo>
                      <a:lnTo>
                        <a:pt x="1159" y="156"/>
                      </a:lnTo>
                      <a:lnTo>
                        <a:pt x="651" y="326"/>
                      </a:lnTo>
                      <a:lnTo>
                        <a:pt x="652" y="336"/>
                      </a:lnTo>
                      <a:lnTo>
                        <a:pt x="653" y="348"/>
                      </a:lnTo>
                      <a:lnTo>
                        <a:pt x="651" y="392"/>
                      </a:lnTo>
                      <a:lnTo>
                        <a:pt x="642" y="435"/>
                      </a:lnTo>
                      <a:lnTo>
                        <a:pt x="628" y="475"/>
                      </a:lnTo>
                      <a:lnTo>
                        <a:pt x="609" y="513"/>
                      </a:lnTo>
                      <a:lnTo>
                        <a:pt x="586" y="547"/>
                      </a:lnTo>
                      <a:lnTo>
                        <a:pt x="558" y="579"/>
                      </a:lnTo>
                      <a:lnTo>
                        <a:pt x="527" y="607"/>
                      </a:lnTo>
                      <a:lnTo>
                        <a:pt x="491" y="630"/>
                      </a:lnTo>
                      <a:lnTo>
                        <a:pt x="454" y="649"/>
                      </a:lnTo>
                      <a:lnTo>
                        <a:pt x="414" y="664"/>
                      </a:lnTo>
                      <a:lnTo>
                        <a:pt x="370" y="671"/>
                      </a:lnTo>
                      <a:lnTo>
                        <a:pt x="326" y="675"/>
                      </a:lnTo>
                      <a:lnTo>
                        <a:pt x="282" y="671"/>
                      </a:lnTo>
                      <a:lnTo>
                        <a:pt x="240" y="664"/>
                      </a:lnTo>
                      <a:lnTo>
                        <a:pt x="200" y="649"/>
                      </a:lnTo>
                      <a:lnTo>
                        <a:pt x="162" y="630"/>
                      </a:lnTo>
                      <a:lnTo>
                        <a:pt x="126" y="607"/>
                      </a:lnTo>
                      <a:lnTo>
                        <a:pt x="95" y="579"/>
                      </a:lnTo>
                      <a:lnTo>
                        <a:pt x="68" y="547"/>
                      </a:lnTo>
                      <a:lnTo>
                        <a:pt x="44" y="513"/>
                      </a:lnTo>
                      <a:lnTo>
                        <a:pt x="26" y="475"/>
                      </a:lnTo>
                      <a:lnTo>
                        <a:pt x="12" y="435"/>
                      </a:lnTo>
                      <a:lnTo>
                        <a:pt x="3" y="392"/>
                      </a:lnTo>
                      <a:lnTo>
                        <a:pt x="0" y="348"/>
                      </a:lnTo>
                      <a:lnTo>
                        <a:pt x="3" y="303"/>
                      </a:lnTo>
                      <a:lnTo>
                        <a:pt x="12" y="261"/>
                      </a:lnTo>
                      <a:lnTo>
                        <a:pt x="26" y="221"/>
                      </a:lnTo>
                      <a:lnTo>
                        <a:pt x="44" y="183"/>
                      </a:lnTo>
                      <a:lnTo>
                        <a:pt x="68" y="148"/>
                      </a:lnTo>
                      <a:lnTo>
                        <a:pt x="95" y="117"/>
                      </a:lnTo>
                      <a:lnTo>
                        <a:pt x="126" y="89"/>
                      </a:lnTo>
                      <a:lnTo>
                        <a:pt x="162" y="66"/>
                      </a:lnTo>
                      <a:lnTo>
                        <a:pt x="200" y="47"/>
                      </a:lnTo>
                      <a:lnTo>
                        <a:pt x="240" y="33"/>
                      </a:lnTo>
                      <a:lnTo>
                        <a:pt x="282" y="25"/>
                      </a:lnTo>
                      <a:lnTo>
                        <a:pt x="326" y="21"/>
                      </a:lnTo>
                      <a:lnTo>
                        <a:pt x="369" y="24"/>
                      </a:lnTo>
                      <a:lnTo>
                        <a:pt x="409" y="33"/>
                      </a:lnTo>
                      <a:lnTo>
                        <a:pt x="448" y="45"/>
                      </a:lnTo>
                      <a:lnTo>
                        <a:pt x="485" y="63"/>
                      </a:lnTo>
                      <a:lnTo>
                        <a:pt x="518" y="84"/>
                      </a:lnTo>
                      <a:lnTo>
                        <a:pt x="549" y="109"/>
                      </a:lnTo>
                      <a:lnTo>
                        <a:pt x="577" y="138"/>
                      </a:lnTo>
                      <a:lnTo>
                        <a:pt x="600" y="170"/>
                      </a:lnTo>
                      <a:lnTo>
                        <a:pt x="1106" y="0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44" name="Freeform 69"/>
                <p:cNvSpPr>
                  <a:spLocks/>
                </p:cNvSpPr>
                <p:nvPr/>
              </p:nvSpPr>
              <p:spPr bwMode="auto">
                <a:xfrm>
                  <a:off x="5170488" y="5211763"/>
                  <a:ext cx="177800" cy="177800"/>
                </a:xfrm>
                <a:custGeom>
                  <a:avLst/>
                  <a:gdLst>
                    <a:gd name="T0" fmla="*/ 561 w 1122"/>
                    <a:gd name="T1" fmla="*/ 0 h 1121"/>
                    <a:gd name="T2" fmla="*/ 622 w 1122"/>
                    <a:gd name="T3" fmla="*/ 3 h 1121"/>
                    <a:gd name="T4" fmla="*/ 681 w 1122"/>
                    <a:gd name="T5" fmla="*/ 13 h 1121"/>
                    <a:gd name="T6" fmla="*/ 738 w 1122"/>
                    <a:gd name="T7" fmla="*/ 29 h 1121"/>
                    <a:gd name="T8" fmla="*/ 792 w 1122"/>
                    <a:gd name="T9" fmla="*/ 50 h 1121"/>
                    <a:gd name="T10" fmla="*/ 843 w 1122"/>
                    <a:gd name="T11" fmla="*/ 76 h 1121"/>
                    <a:gd name="T12" fmla="*/ 892 w 1122"/>
                    <a:gd name="T13" fmla="*/ 108 h 1121"/>
                    <a:gd name="T14" fmla="*/ 937 w 1122"/>
                    <a:gd name="T15" fmla="*/ 145 h 1121"/>
                    <a:gd name="T16" fmla="*/ 976 w 1122"/>
                    <a:gd name="T17" fmla="*/ 185 h 1121"/>
                    <a:gd name="T18" fmla="*/ 1013 w 1122"/>
                    <a:gd name="T19" fmla="*/ 229 h 1121"/>
                    <a:gd name="T20" fmla="*/ 1045 w 1122"/>
                    <a:gd name="T21" fmla="*/ 278 h 1121"/>
                    <a:gd name="T22" fmla="*/ 1072 w 1122"/>
                    <a:gd name="T23" fmla="*/ 329 h 1121"/>
                    <a:gd name="T24" fmla="*/ 1093 w 1122"/>
                    <a:gd name="T25" fmla="*/ 383 h 1121"/>
                    <a:gd name="T26" fmla="*/ 1108 w 1122"/>
                    <a:gd name="T27" fmla="*/ 440 h 1121"/>
                    <a:gd name="T28" fmla="*/ 1118 w 1122"/>
                    <a:gd name="T29" fmla="*/ 499 h 1121"/>
                    <a:gd name="T30" fmla="*/ 1122 w 1122"/>
                    <a:gd name="T31" fmla="*/ 560 h 1121"/>
                    <a:gd name="T32" fmla="*/ 1118 w 1122"/>
                    <a:gd name="T33" fmla="*/ 621 h 1121"/>
                    <a:gd name="T34" fmla="*/ 1108 w 1122"/>
                    <a:gd name="T35" fmla="*/ 681 h 1121"/>
                    <a:gd name="T36" fmla="*/ 1093 w 1122"/>
                    <a:gd name="T37" fmla="*/ 737 h 1121"/>
                    <a:gd name="T38" fmla="*/ 1072 w 1122"/>
                    <a:gd name="T39" fmla="*/ 792 h 1121"/>
                    <a:gd name="T40" fmla="*/ 1045 w 1122"/>
                    <a:gd name="T41" fmla="*/ 843 h 1121"/>
                    <a:gd name="T42" fmla="*/ 1013 w 1122"/>
                    <a:gd name="T43" fmla="*/ 891 h 1121"/>
                    <a:gd name="T44" fmla="*/ 976 w 1122"/>
                    <a:gd name="T45" fmla="*/ 936 h 1121"/>
                    <a:gd name="T46" fmla="*/ 937 w 1122"/>
                    <a:gd name="T47" fmla="*/ 977 h 1121"/>
                    <a:gd name="T48" fmla="*/ 892 w 1122"/>
                    <a:gd name="T49" fmla="*/ 1012 h 1121"/>
                    <a:gd name="T50" fmla="*/ 843 w 1122"/>
                    <a:gd name="T51" fmla="*/ 1044 h 1121"/>
                    <a:gd name="T52" fmla="*/ 792 w 1122"/>
                    <a:gd name="T53" fmla="*/ 1071 h 1121"/>
                    <a:gd name="T54" fmla="*/ 738 w 1122"/>
                    <a:gd name="T55" fmla="*/ 1092 h 1121"/>
                    <a:gd name="T56" fmla="*/ 681 w 1122"/>
                    <a:gd name="T57" fmla="*/ 1108 h 1121"/>
                    <a:gd name="T58" fmla="*/ 622 w 1122"/>
                    <a:gd name="T59" fmla="*/ 1118 h 1121"/>
                    <a:gd name="T60" fmla="*/ 561 w 1122"/>
                    <a:gd name="T61" fmla="*/ 1121 h 1121"/>
                    <a:gd name="T62" fmla="*/ 500 w 1122"/>
                    <a:gd name="T63" fmla="*/ 1118 h 1121"/>
                    <a:gd name="T64" fmla="*/ 441 w 1122"/>
                    <a:gd name="T65" fmla="*/ 1108 h 1121"/>
                    <a:gd name="T66" fmla="*/ 384 w 1122"/>
                    <a:gd name="T67" fmla="*/ 1092 h 1121"/>
                    <a:gd name="T68" fmla="*/ 330 w 1122"/>
                    <a:gd name="T69" fmla="*/ 1071 h 1121"/>
                    <a:gd name="T70" fmla="*/ 279 w 1122"/>
                    <a:gd name="T71" fmla="*/ 1044 h 1121"/>
                    <a:gd name="T72" fmla="*/ 230 w 1122"/>
                    <a:gd name="T73" fmla="*/ 1012 h 1121"/>
                    <a:gd name="T74" fmla="*/ 186 w 1122"/>
                    <a:gd name="T75" fmla="*/ 977 h 1121"/>
                    <a:gd name="T76" fmla="*/ 145 w 1122"/>
                    <a:gd name="T77" fmla="*/ 936 h 1121"/>
                    <a:gd name="T78" fmla="*/ 109 w 1122"/>
                    <a:gd name="T79" fmla="*/ 891 h 1121"/>
                    <a:gd name="T80" fmla="*/ 77 w 1122"/>
                    <a:gd name="T81" fmla="*/ 843 h 1121"/>
                    <a:gd name="T82" fmla="*/ 50 w 1122"/>
                    <a:gd name="T83" fmla="*/ 792 h 1121"/>
                    <a:gd name="T84" fmla="*/ 29 w 1122"/>
                    <a:gd name="T85" fmla="*/ 737 h 1121"/>
                    <a:gd name="T86" fmla="*/ 14 w 1122"/>
                    <a:gd name="T87" fmla="*/ 681 h 1121"/>
                    <a:gd name="T88" fmla="*/ 4 w 1122"/>
                    <a:gd name="T89" fmla="*/ 621 h 1121"/>
                    <a:gd name="T90" fmla="*/ 0 w 1122"/>
                    <a:gd name="T91" fmla="*/ 560 h 1121"/>
                    <a:gd name="T92" fmla="*/ 4 w 1122"/>
                    <a:gd name="T93" fmla="*/ 499 h 1121"/>
                    <a:gd name="T94" fmla="*/ 14 w 1122"/>
                    <a:gd name="T95" fmla="*/ 440 h 1121"/>
                    <a:gd name="T96" fmla="*/ 29 w 1122"/>
                    <a:gd name="T97" fmla="*/ 383 h 1121"/>
                    <a:gd name="T98" fmla="*/ 50 w 1122"/>
                    <a:gd name="T99" fmla="*/ 329 h 1121"/>
                    <a:gd name="T100" fmla="*/ 77 w 1122"/>
                    <a:gd name="T101" fmla="*/ 278 h 1121"/>
                    <a:gd name="T102" fmla="*/ 109 w 1122"/>
                    <a:gd name="T103" fmla="*/ 229 h 1121"/>
                    <a:gd name="T104" fmla="*/ 145 w 1122"/>
                    <a:gd name="T105" fmla="*/ 185 h 1121"/>
                    <a:gd name="T106" fmla="*/ 186 w 1122"/>
                    <a:gd name="T107" fmla="*/ 145 h 1121"/>
                    <a:gd name="T108" fmla="*/ 230 w 1122"/>
                    <a:gd name="T109" fmla="*/ 108 h 1121"/>
                    <a:gd name="T110" fmla="*/ 279 w 1122"/>
                    <a:gd name="T111" fmla="*/ 76 h 1121"/>
                    <a:gd name="T112" fmla="*/ 330 w 1122"/>
                    <a:gd name="T113" fmla="*/ 50 h 1121"/>
                    <a:gd name="T114" fmla="*/ 384 w 1122"/>
                    <a:gd name="T115" fmla="*/ 29 h 1121"/>
                    <a:gd name="T116" fmla="*/ 441 w 1122"/>
                    <a:gd name="T117" fmla="*/ 13 h 1121"/>
                    <a:gd name="T118" fmla="*/ 500 w 1122"/>
                    <a:gd name="T119" fmla="*/ 3 h 1121"/>
                    <a:gd name="T120" fmla="*/ 561 w 1122"/>
                    <a:gd name="T121" fmla="*/ 0 h 112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  <a:cxn ang="0">
                      <a:pos x="T110" y="T111"/>
                    </a:cxn>
                    <a:cxn ang="0">
                      <a:pos x="T112" y="T113"/>
                    </a:cxn>
                    <a:cxn ang="0">
                      <a:pos x="T114" y="T115"/>
                    </a:cxn>
                    <a:cxn ang="0">
                      <a:pos x="T116" y="T117"/>
                    </a:cxn>
                    <a:cxn ang="0">
                      <a:pos x="T118" y="T119"/>
                    </a:cxn>
                    <a:cxn ang="0">
                      <a:pos x="T120" y="T121"/>
                    </a:cxn>
                  </a:cxnLst>
                  <a:rect l="0" t="0" r="r" b="b"/>
                  <a:pathLst>
                    <a:path w="1122" h="1121">
                      <a:moveTo>
                        <a:pt x="561" y="0"/>
                      </a:moveTo>
                      <a:lnTo>
                        <a:pt x="622" y="3"/>
                      </a:lnTo>
                      <a:lnTo>
                        <a:pt x="681" y="13"/>
                      </a:lnTo>
                      <a:lnTo>
                        <a:pt x="738" y="29"/>
                      </a:lnTo>
                      <a:lnTo>
                        <a:pt x="792" y="50"/>
                      </a:lnTo>
                      <a:lnTo>
                        <a:pt x="843" y="76"/>
                      </a:lnTo>
                      <a:lnTo>
                        <a:pt x="892" y="108"/>
                      </a:lnTo>
                      <a:lnTo>
                        <a:pt x="937" y="145"/>
                      </a:lnTo>
                      <a:lnTo>
                        <a:pt x="976" y="185"/>
                      </a:lnTo>
                      <a:lnTo>
                        <a:pt x="1013" y="229"/>
                      </a:lnTo>
                      <a:lnTo>
                        <a:pt x="1045" y="278"/>
                      </a:lnTo>
                      <a:lnTo>
                        <a:pt x="1072" y="329"/>
                      </a:lnTo>
                      <a:lnTo>
                        <a:pt x="1093" y="383"/>
                      </a:lnTo>
                      <a:lnTo>
                        <a:pt x="1108" y="440"/>
                      </a:lnTo>
                      <a:lnTo>
                        <a:pt x="1118" y="499"/>
                      </a:lnTo>
                      <a:lnTo>
                        <a:pt x="1122" y="560"/>
                      </a:lnTo>
                      <a:lnTo>
                        <a:pt x="1118" y="621"/>
                      </a:lnTo>
                      <a:lnTo>
                        <a:pt x="1108" y="681"/>
                      </a:lnTo>
                      <a:lnTo>
                        <a:pt x="1093" y="737"/>
                      </a:lnTo>
                      <a:lnTo>
                        <a:pt x="1072" y="792"/>
                      </a:lnTo>
                      <a:lnTo>
                        <a:pt x="1045" y="843"/>
                      </a:lnTo>
                      <a:lnTo>
                        <a:pt x="1013" y="891"/>
                      </a:lnTo>
                      <a:lnTo>
                        <a:pt x="976" y="936"/>
                      </a:lnTo>
                      <a:lnTo>
                        <a:pt x="937" y="977"/>
                      </a:lnTo>
                      <a:lnTo>
                        <a:pt x="892" y="1012"/>
                      </a:lnTo>
                      <a:lnTo>
                        <a:pt x="843" y="1044"/>
                      </a:lnTo>
                      <a:lnTo>
                        <a:pt x="792" y="1071"/>
                      </a:lnTo>
                      <a:lnTo>
                        <a:pt x="738" y="1092"/>
                      </a:lnTo>
                      <a:lnTo>
                        <a:pt x="681" y="1108"/>
                      </a:lnTo>
                      <a:lnTo>
                        <a:pt x="622" y="1118"/>
                      </a:lnTo>
                      <a:lnTo>
                        <a:pt x="561" y="1121"/>
                      </a:lnTo>
                      <a:lnTo>
                        <a:pt x="500" y="1118"/>
                      </a:lnTo>
                      <a:lnTo>
                        <a:pt x="441" y="1108"/>
                      </a:lnTo>
                      <a:lnTo>
                        <a:pt x="384" y="1092"/>
                      </a:lnTo>
                      <a:lnTo>
                        <a:pt x="330" y="1071"/>
                      </a:lnTo>
                      <a:lnTo>
                        <a:pt x="279" y="1044"/>
                      </a:lnTo>
                      <a:lnTo>
                        <a:pt x="230" y="1012"/>
                      </a:lnTo>
                      <a:lnTo>
                        <a:pt x="186" y="977"/>
                      </a:lnTo>
                      <a:lnTo>
                        <a:pt x="145" y="936"/>
                      </a:lnTo>
                      <a:lnTo>
                        <a:pt x="109" y="891"/>
                      </a:lnTo>
                      <a:lnTo>
                        <a:pt x="77" y="843"/>
                      </a:lnTo>
                      <a:lnTo>
                        <a:pt x="50" y="792"/>
                      </a:lnTo>
                      <a:lnTo>
                        <a:pt x="29" y="737"/>
                      </a:lnTo>
                      <a:lnTo>
                        <a:pt x="14" y="681"/>
                      </a:lnTo>
                      <a:lnTo>
                        <a:pt x="4" y="621"/>
                      </a:lnTo>
                      <a:lnTo>
                        <a:pt x="0" y="560"/>
                      </a:lnTo>
                      <a:lnTo>
                        <a:pt x="4" y="499"/>
                      </a:lnTo>
                      <a:lnTo>
                        <a:pt x="14" y="440"/>
                      </a:lnTo>
                      <a:lnTo>
                        <a:pt x="29" y="383"/>
                      </a:lnTo>
                      <a:lnTo>
                        <a:pt x="50" y="329"/>
                      </a:lnTo>
                      <a:lnTo>
                        <a:pt x="77" y="278"/>
                      </a:lnTo>
                      <a:lnTo>
                        <a:pt x="109" y="229"/>
                      </a:lnTo>
                      <a:lnTo>
                        <a:pt x="145" y="185"/>
                      </a:lnTo>
                      <a:lnTo>
                        <a:pt x="186" y="145"/>
                      </a:lnTo>
                      <a:lnTo>
                        <a:pt x="230" y="108"/>
                      </a:lnTo>
                      <a:lnTo>
                        <a:pt x="279" y="76"/>
                      </a:lnTo>
                      <a:lnTo>
                        <a:pt x="330" y="50"/>
                      </a:lnTo>
                      <a:lnTo>
                        <a:pt x="384" y="29"/>
                      </a:lnTo>
                      <a:lnTo>
                        <a:pt x="441" y="13"/>
                      </a:lnTo>
                      <a:lnTo>
                        <a:pt x="500" y="3"/>
                      </a:lnTo>
                      <a:lnTo>
                        <a:pt x="561" y="0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</p:grpSp>
        </p:grpSp>
        <p:grpSp>
          <p:nvGrpSpPr>
            <p:cNvPr id="34" name="그룹 53"/>
            <p:cNvGrpSpPr/>
            <p:nvPr/>
          </p:nvGrpSpPr>
          <p:grpSpPr>
            <a:xfrm>
              <a:off x="6270410" y="4434101"/>
              <a:ext cx="1501173" cy="1717182"/>
              <a:chOff x="6118010" y="4281701"/>
              <a:chExt cx="1501173" cy="1717182"/>
            </a:xfrm>
          </p:grpSpPr>
          <p:sp>
            <p:nvSpPr>
              <p:cNvPr id="35" name="Freeform 28"/>
              <p:cNvSpPr>
                <a:spLocks noEditPoints="1"/>
              </p:cNvSpPr>
              <p:nvPr/>
            </p:nvSpPr>
            <p:spPr bwMode="auto">
              <a:xfrm>
                <a:off x="6118010" y="4281701"/>
                <a:ext cx="1501173" cy="1717182"/>
              </a:xfrm>
              <a:custGeom>
                <a:avLst/>
                <a:gdLst>
                  <a:gd name="T0" fmla="*/ 687 w 1653"/>
                  <a:gd name="T1" fmla="*/ 411 h 1892"/>
                  <a:gd name="T2" fmla="*/ 495 w 1653"/>
                  <a:gd name="T3" fmla="*/ 488 h 1892"/>
                  <a:gd name="T4" fmla="*/ 329 w 1653"/>
                  <a:gd name="T5" fmla="*/ 621 h 1892"/>
                  <a:gd name="T6" fmla="*/ 214 w 1653"/>
                  <a:gd name="T7" fmla="*/ 791 h 1892"/>
                  <a:gd name="T8" fmla="*/ 155 w 1653"/>
                  <a:gd name="T9" fmla="*/ 983 h 1892"/>
                  <a:gd name="T10" fmla="*/ 152 w 1653"/>
                  <a:gd name="T11" fmla="*/ 1184 h 1892"/>
                  <a:gd name="T12" fmla="*/ 209 w 1653"/>
                  <a:gd name="T13" fmla="*/ 1381 h 1892"/>
                  <a:gd name="T14" fmla="*/ 325 w 1653"/>
                  <a:gd name="T15" fmla="*/ 1559 h 1892"/>
                  <a:gd name="T16" fmla="*/ 484 w 1653"/>
                  <a:gd name="T17" fmla="*/ 1691 h 1892"/>
                  <a:gd name="T18" fmla="*/ 670 w 1653"/>
                  <a:gd name="T19" fmla="*/ 1769 h 1892"/>
                  <a:gd name="T20" fmla="*/ 870 w 1653"/>
                  <a:gd name="T21" fmla="*/ 1791 h 1892"/>
                  <a:gd name="T22" fmla="*/ 1070 w 1653"/>
                  <a:gd name="T23" fmla="*/ 1754 h 1892"/>
                  <a:gd name="T24" fmla="*/ 1256 w 1653"/>
                  <a:gd name="T25" fmla="*/ 1657 h 1892"/>
                  <a:gd name="T26" fmla="*/ 1406 w 1653"/>
                  <a:gd name="T27" fmla="*/ 1510 h 1892"/>
                  <a:gd name="T28" fmla="*/ 1502 w 1653"/>
                  <a:gd name="T29" fmla="*/ 1331 h 1892"/>
                  <a:gd name="T30" fmla="*/ 1543 w 1653"/>
                  <a:gd name="T31" fmla="*/ 1135 h 1892"/>
                  <a:gd name="T32" fmla="*/ 1526 w 1653"/>
                  <a:gd name="T33" fmla="*/ 934 h 1892"/>
                  <a:gd name="T34" fmla="*/ 1450 w 1653"/>
                  <a:gd name="T35" fmla="*/ 742 h 1892"/>
                  <a:gd name="T36" fmla="*/ 1317 w 1653"/>
                  <a:gd name="T37" fmla="*/ 576 h 1892"/>
                  <a:gd name="T38" fmla="*/ 1147 w 1653"/>
                  <a:gd name="T39" fmla="*/ 462 h 1892"/>
                  <a:gd name="T40" fmla="*/ 955 w 1653"/>
                  <a:gd name="T41" fmla="*/ 402 h 1892"/>
                  <a:gd name="T42" fmla="*/ 51 w 1653"/>
                  <a:gd name="T43" fmla="*/ 0 h 1892"/>
                  <a:gd name="T44" fmla="*/ 89 w 1653"/>
                  <a:gd name="T45" fmla="*/ 6 h 1892"/>
                  <a:gd name="T46" fmla="*/ 193 w 1653"/>
                  <a:gd name="T47" fmla="*/ 27 h 1892"/>
                  <a:gd name="T48" fmla="*/ 345 w 1653"/>
                  <a:gd name="T49" fmla="*/ 62 h 1892"/>
                  <a:gd name="T50" fmla="*/ 534 w 1653"/>
                  <a:gd name="T51" fmla="*/ 109 h 1892"/>
                  <a:gd name="T52" fmla="*/ 742 w 1653"/>
                  <a:gd name="T53" fmla="*/ 171 h 1892"/>
                  <a:gd name="T54" fmla="*/ 954 w 1653"/>
                  <a:gd name="T55" fmla="*/ 244 h 1892"/>
                  <a:gd name="T56" fmla="*/ 1155 w 1653"/>
                  <a:gd name="T57" fmla="*/ 329 h 1892"/>
                  <a:gd name="T58" fmla="*/ 1330 w 1653"/>
                  <a:gd name="T59" fmla="*/ 427 h 1892"/>
                  <a:gd name="T60" fmla="*/ 1462 w 1653"/>
                  <a:gd name="T61" fmla="*/ 537 h 1892"/>
                  <a:gd name="T62" fmla="*/ 1572 w 1653"/>
                  <a:gd name="T63" fmla="*/ 704 h 1892"/>
                  <a:gd name="T64" fmla="*/ 1639 w 1653"/>
                  <a:gd name="T65" fmla="*/ 910 h 1892"/>
                  <a:gd name="T66" fmla="*/ 1650 w 1653"/>
                  <a:gd name="T67" fmla="*/ 1122 h 1892"/>
                  <a:gd name="T68" fmla="*/ 1608 w 1653"/>
                  <a:gd name="T69" fmla="*/ 1330 h 1892"/>
                  <a:gd name="T70" fmla="*/ 1515 w 1653"/>
                  <a:gd name="T71" fmla="*/ 1521 h 1892"/>
                  <a:gd name="T72" fmla="*/ 1371 w 1653"/>
                  <a:gd name="T73" fmla="*/ 1686 h 1892"/>
                  <a:gd name="T74" fmla="*/ 1183 w 1653"/>
                  <a:gd name="T75" fmla="*/ 1810 h 1892"/>
                  <a:gd name="T76" fmla="*/ 977 w 1653"/>
                  <a:gd name="T77" fmla="*/ 1877 h 1892"/>
                  <a:gd name="T78" fmla="*/ 765 w 1653"/>
                  <a:gd name="T79" fmla="*/ 1889 h 1892"/>
                  <a:gd name="T80" fmla="*/ 557 w 1653"/>
                  <a:gd name="T81" fmla="*/ 1847 h 1892"/>
                  <a:gd name="T82" fmla="*/ 366 w 1653"/>
                  <a:gd name="T83" fmla="*/ 1753 h 1892"/>
                  <a:gd name="T84" fmla="*/ 201 w 1653"/>
                  <a:gd name="T85" fmla="*/ 1609 h 1892"/>
                  <a:gd name="T86" fmla="*/ 103 w 1653"/>
                  <a:gd name="T87" fmla="*/ 1459 h 1892"/>
                  <a:gd name="T88" fmla="*/ 47 w 1653"/>
                  <a:gd name="T89" fmla="*/ 1285 h 1892"/>
                  <a:gd name="T90" fmla="*/ 15 w 1653"/>
                  <a:gd name="T91" fmla="*/ 1080 h 1892"/>
                  <a:gd name="T92" fmla="*/ 1 w 1653"/>
                  <a:gd name="T93" fmla="*/ 859 h 1892"/>
                  <a:gd name="T94" fmla="*/ 1 w 1653"/>
                  <a:gd name="T95" fmla="*/ 636 h 1892"/>
                  <a:gd name="T96" fmla="*/ 11 w 1653"/>
                  <a:gd name="T97" fmla="*/ 425 h 1892"/>
                  <a:gd name="T98" fmla="*/ 24 w 1653"/>
                  <a:gd name="T99" fmla="*/ 242 h 1892"/>
                  <a:gd name="T100" fmla="*/ 39 w 1653"/>
                  <a:gd name="T101" fmla="*/ 101 h 1892"/>
                  <a:gd name="T102" fmla="*/ 49 w 1653"/>
                  <a:gd name="T103" fmla="*/ 17 h 189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</a:cxnLst>
                <a:rect l="0" t="0" r="r" b="b"/>
                <a:pathLst>
                  <a:path w="1653" h="1892">
                    <a:moveTo>
                      <a:pt x="820" y="394"/>
                    </a:moveTo>
                    <a:lnTo>
                      <a:pt x="754" y="399"/>
                    </a:lnTo>
                    <a:lnTo>
                      <a:pt x="687" y="411"/>
                    </a:lnTo>
                    <a:lnTo>
                      <a:pt x="621" y="430"/>
                    </a:lnTo>
                    <a:lnTo>
                      <a:pt x="557" y="456"/>
                    </a:lnTo>
                    <a:lnTo>
                      <a:pt x="495" y="488"/>
                    </a:lnTo>
                    <a:lnTo>
                      <a:pt x="434" y="527"/>
                    </a:lnTo>
                    <a:lnTo>
                      <a:pt x="379" y="572"/>
                    </a:lnTo>
                    <a:lnTo>
                      <a:pt x="329" y="621"/>
                    </a:lnTo>
                    <a:lnTo>
                      <a:pt x="285" y="674"/>
                    </a:lnTo>
                    <a:lnTo>
                      <a:pt x="247" y="731"/>
                    </a:lnTo>
                    <a:lnTo>
                      <a:pt x="214" y="791"/>
                    </a:lnTo>
                    <a:lnTo>
                      <a:pt x="189" y="853"/>
                    </a:lnTo>
                    <a:lnTo>
                      <a:pt x="169" y="917"/>
                    </a:lnTo>
                    <a:lnTo>
                      <a:pt x="155" y="983"/>
                    </a:lnTo>
                    <a:lnTo>
                      <a:pt x="147" y="1050"/>
                    </a:lnTo>
                    <a:lnTo>
                      <a:pt x="147" y="1116"/>
                    </a:lnTo>
                    <a:lnTo>
                      <a:pt x="152" y="1184"/>
                    </a:lnTo>
                    <a:lnTo>
                      <a:pt x="165" y="1251"/>
                    </a:lnTo>
                    <a:lnTo>
                      <a:pt x="183" y="1316"/>
                    </a:lnTo>
                    <a:lnTo>
                      <a:pt x="209" y="1381"/>
                    </a:lnTo>
                    <a:lnTo>
                      <a:pt x="241" y="1443"/>
                    </a:lnTo>
                    <a:lnTo>
                      <a:pt x="279" y="1504"/>
                    </a:lnTo>
                    <a:lnTo>
                      <a:pt x="325" y="1559"/>
                    </a:lnTo>
                    <a:lnTo>
                      <a:pt x="374" y="1609"/>
                    </a:lnTo>
                    <a:lnTo>
                      <a:pt x="428" y="1653"/>
                    </a:lnTo>
                    <a:lnTo>
                      <a:pt x="484" y="1691"/>
                    </a:lnTo>
                    <a:lnTo>
                      <a:pt x="544" y="1723"/>
                    </a:lnTo>
                    <a:lnTo>
                      <a:pt x="606" y="1749"/>
                    </a:lnTo>
                    <a:lnTo>
                      <a:pt x="670" y="1769"/>
                    </a:lnTo>
                    <a:lnTo>
                      <a:pt x="737" y="1783"/>
                    </a:lnTo>
                    <a:lnTo>
                      <a:pt x="803" y="1789"/>
                    </a:lnTo>
                    <a:lnTo>
                      <a:pt x="870" y="1791"/>
                    </a:lnTo>
                    <a:lnTo>
                      <a:pt x="938" y="1785"/>
                    </a:lnTo>
                    <a:lnTo>
                      <a:pt x="1004" y="1773"/>
                    </a:lnTo>
                    <a:lnTo>
                      <a:pt x="1070" y="1754"/>
                    </a:lnTo>
                    <a:lnTo>
                      <a:pt x="1133" y="1729"/>
                    </a:lnTo>
                    <a:lnTo>
                      <a:pt x="1197" y="1696"/>
                    </a:lnTo>
                    <a:lnTo>
                      <a:pt x="1256" y="1657"/>
                    </a:lnTo>
                    <a:lnTo>
                      <a:pt x="1311" y="1613"/>
                    </a:lnTo>
                    <a:lnTo>
                      <a:pt x="1361" y="1563"/>
                    </a:lnTo>
                    <a:lnTo>
                      <a:pt x="1406" y="1510"/>
                    </a:lnTo>
                    <a:lnTo>
                      <a:pt x="1444" y="1454"/>
                    </a:lnTo>
                    <a:lnTo>
                      <a:pt x="1476" y="1394"/>
                    </a:lnTo>
                    <a:lnTo>
                      <a:pt x="1502" y="1331"/>
                    </a:lnTo>
                    <a:lnTo>
                      <a:pt x="1522" y="1268"/>
                    </a:lnTo>
                    <a:lnTo>
                      <a:pt x="1535" y="1201"/>
                    </a:lnTo>
                    <a:lnTo>
                      <a:pt x="1543" y="1135"/>
                    </a:lnTo>
                    <a:lnTo>
                      <a:pt x="1543" y="1068"/>
                    </a:lnTo>
                    <a:lnTo>
                      <a:pt x="1538" y="1000"/>
                    </a:lnTo>
                    <a:lnTo>
                      <a:pt x="1526" y="934"/>
                    </a:lnTo>
                    <a:lnTo>
                      <a:pt x="1507" y="868"/>
                    </a:lnTo>
                    <a:lnTo>
                      <a:pt x="1483" y="804"/>
                    </a:lnTo>
                    <a:lnTo>
                      <a:pt x="1450" y="742"/>
                    </a:lnTo>
                    <a:lnTo>
                      <a:pt x="1411" y="682"/>
                    </a:lnTo>
                    <a:lnTo>
                      <a:pt x="1365" y="626"/>
                    </a:lnTo>
                    <a:lnTo>
                      <a:pt x="1317" y="576"/>
                    </a:lnTo>
                    <a:lnTo>
                      <a:pt x="1263" y="532"/>
                    </a:lnTo>
                    <a:lnTo>
                      <a:pt x="1206" y="493"/>
                    </a:lnTo>
                    <a:lnTo>
                      <a:pt x="1147" y="462"/>
                    </a:lnTo>
                    <a:lnTo>
                      <a:pt x="1085" y="435"/>
                    </a:lnTo>
                    <a:lnTo>
                      <a:pt x="1020" y="416"/>
                    </a:lnTo>
                    <a:lnTo>
                      <a:pt x="955" y="402"/>
                    </a:lnTo>
                    <a:lnTo>
                      <a:pt x="888" y="395"/>
                    </a:lnTo>
                    <a:lnTo>
                      <a:pt x="820" y="394"/>
                    </a:lnTo>
                    <a:close/>
                    <a:moveTo>
                      <a:pt x="51" y="0"/>
                    </a:moveTo>
                    <a:lnTo>
                      <a:pt x="55" y="0"/>
                    </a:lnTo>
                    <a:lnTo>
                      <a:pt x="69" y="2"/>
                    </a:lnTo>
                    <a:lnTo>
                      <a:pt x="89" y="6"/>
                    </a:lnTo>
                    <a:lnTo>
                      <a:pt x="117" y="12"/>
                    </a:lnTo>
                    <a:lnTo>
                      <a:pt x="151" y="19"/>
                    </a:lnTo>
                    <a:lnTo>
                      <a:pt x="193" y="27"/>
                    </a:lnTo>
                    <a:lnTo>
                      <a:pt x="239" y="37"/>
                    </a:lnTo>
                    <a:lnTo>
                      <a:pt x="290" y="48"/>
                    </a:lnTo>
                    <a:lnTo>
                      <a:pt x="345" y="62"/>
                    </a:lnTo>
                    <a:lnTo>
                      <a:pt x="406" y="77"/>
                    </a:lnTo>
                    <a:lnTo>
                      <a:pt x="468" y="93"/>
                    </a:lnTo>
                    <a:lnTo>
                      <a:pt x="534" y="109"/>
                    </a:lnTo>
                    <a:lnTo>
                      <a:pt x="602" y="128"/>
                    </a:lnTo>
                    <a:lnTo>
                      <a:pt x="672" y="148"/>
                    </a:lnTo>
                    <a:lnTo>
                      <a:pt x="742" y="171"/>
                    </a:lnTo>
                    <a:lnTo>
                      <a:pt x="813" y="194"/>
                    </a:lnTo>
                    <a:lnTo>
                      <a:pt x="884" y="218"/>
                    </a:lnTo>
                    <a:lnTo>
                      <a:pt x="954" y="244"/>
                    </a:lnTo>
                    <a:lnTo>
                      <a:pt x="1024" y="271"/>
                    </a:lnTo>
                    <a:lnTo>
                      <a:pt x="1090" y="299"/>
                    </a:lnTo>
                    <a:lnTo>
                      <a:pt x="1155" y="329"/>
                    </a:lnTo>
                    <a:lnTo>
                      <a:pt x="1217" y="361"/>
                    </a:lnTo>
                    <a:lnTo>
                      <a:pt x="1275" y="394"/>
                    </a:lnTo>
                    <a:lnTo>
                      <a:pt x="1330" y="427"/>
                    </a:lnTo>
                    <a:lnTo>
                      <a:pt x="1379" y="462"/>
                    </a:lnTo>
                    <a:lnTo>
                      <a:pt x="1423" y="499"/>
                    </a:lnTo>
                    <a:lnTo>
                      <a:pt x="1462" y="537"/>
                    </a:lnTo>
                    <a:lnTo>
                      <a:pt x="1495" y="576"/>
                    </a:lnTo>
                    <a:lnTo>
                      <a:pt x="1537" y="639"/>
                    </a:lnTo>
                    <a:lnTo>
                      <a:pt x="1572" y="704"/>
                    </a:lnTo>
                    <a:lnTo>
                      <a:pt x="1600" y="771"/>
                    </a:lnTo>
                    <a:lnTo>
                      <a:pt x="1623" y="840"/>
                    </a:lnTo>
                    <a:lnTo>
                      <a:pt x="1639" y="910"/>
                    </a:lnTo>
                    <a:lnTo>
                      <a:pt x="1649" y="980"/>
                    </a:lnTo>
                    <a:lnTo>
                      <a:pt x="1653" y="1052"/>
                    </a:lnTo>
                    <a:lnTo>
                      <a:pt x="1650" y="1122"/>
                    </a:lnTo>
                    <a:lnTo>
                      <a:pt x="1642" y="1192"/>
                    </a:lnTo>
                    <a:lnTo>
                      <a:pt x="1628" y="1262"/>
                    </a:lnTo>
                    <a:lnTo>
                      <a:pt x="1608" y="1330"/>
                    </a:lnTo>
                    <a:lnTo>
                      <a:pt x="1582" y="1396"/>
                    </a:lnTo>
                    <a:lnTo>
                      <a:pt x="1551" y="1460"/>
                    </a:lnTo>
                    <a:lnTo>
                      <a:pt x="1515" y="1521"/>
                    </a:lnTo>
                    <a:lnTo>
                      <a:pt x="1472" y="1579"/>
                    </a:lnTo>
                    <a:lnTo>
                      <a:pt x="1423" y="1634"/>
                    </a:lnTo>
                    <a:lnTo>
                      <a:pt x="1371" y="1686"/>
                    </a:lnTo>
                    <a:lnTo>
                      <a:pt x="1311" y="1733"/>
                    </a:lnTo>
                    <a:lnTo>
                      <a:pt x="1248" y="1775"/>
                    </a:lnTo>
                    <a:lnTo>
                      <a:pt x="1183" y="1810"/>
                    </a:lnTo>
                    <a:lnTo>
                      <a:pt x="1116" y="1838"/>
                    </a:lnTo>
                    <a:lnTo>
                      <a:pt x="1047" y="1861"/>
                    </a:lnTo>
                    <a:lnTo>
                      <a:pt x="977" y="1877"/>
                    </a:lnTo>
                    <a:lnTo>
                      <a:pt x="907" y="1888"/>
                    </a:lnTo>
                    <a:lnTo>
                      <a:pt x="835" y="1892"/>
                    </a:lnTo>
                    <a:lnTo>
                      <a:pt x="765" y="1889"/>
                    </a:lnTo>
                    <a:lnTo>
                      <a:pt x="695" y="1881"/>
                    </a:lnTo>
                    <a:lnTo>
                      <a:pt x="625" y="1868"/>
                    </a:lnTo>
                    <a:lnTo>
                      <a:pt x="557" y="1847"/>
                    </a:lnTo>
                    <a:lnTo>
                      <a:pt x="491" y="1822"/>
                    </a:lnTo>
                    <a:lnTo>
                      <a:pt x="426" y="1791"/>
                    </a:lnTo>
                    <a:lnTo>
                      <a:pt x="366" y="1753"/>
                    </a:lnTo>
                    <a:lnTo>
                      <a:pt x="306" y="1711"/>
                    </a:lnTo>
                    <a:lnTo>
                      <a:pt x="252" y="1663"/>
                    </a:lnTo>
                    <a:lnTo>
                      <a:pt x="201" y="1609"/>
                    </a:lnTo>
                    <a:lnTo>
                      <a:pt x="154" y="1549"/>
                    </a:lnTo>
                    <a:lnTo>
                      <a:pt x="125" y="1508"/>
                    </a:lnTo>
                    <a:lnTo>
                      <a:pt x="103" y="1459"/>
                    </a:lnTo>
                    <a:lnTo>
                      <a:pt x="81" y="1405"/>
                    </a:lnTo>
                    <a:lnTo>
                      <a:pt x="63" y="1347"/>
                    </a:lnTo>
                    <a:lnTo>
                      <a:pt x="47" y="1285"/>
                    </a:lnTo>
                    <a:lnTo>
                      <a:pt x="35" y="1220"/>
                    </a:lnTo>
                    <a:lnTo>
                      <a:pt x="24" y="1152"/>
                    </a:lnTo>
                    <a:lnTo>
                      <a:pt x="15" y="1080"/>
                    </a:lnTo>
                    <a:lnTo>
                      <a:pt x="9" y="1007"/>
                    </a:lnTo>
                    <a:lnTo>
                      <a:pt x="4" y="934"/>
                    </a:lnTo>
                    <a:lnTo>
                      <a:pt x="1" y="859"/>
                    </a:lnTo>
                    <a:lnTo>
                      <a:pt x="0" y="785"/>
                    </a:lnTo>
                    <a:lnTo>
                      <a:pt x="0" y="709"/>
                    </a:lnTo>
                    <a:lnTo>
                      <a:pt x="1" y="636"/>
                    </a:lnTo>
                    <a:lnTo>
                      <a:pt x="4" y="563"/>
                    </a:lnTo>
                    <a:lnTo>
                      <a:pt x="7" y="493"/>
                    </a:lnTo>
                    <a:lnTo>
                      <a:pt x="11" y="425"/>
                    </a:lnTo>
                    <a:lnTo>
                      <a:pt x="15" y="360"/>
                    </a:lnTo>
                    <a:lnTo>
                      <a:pt x="19" y="299"/>
                    </a:lnTo>
                    <a:lnTo>
                      <a:pt x="24" y="242"/>
                    </a:lnTo>
                    <a:lnTo>
                      <a:pt x="30" y="190"/>
                    </a:lnTo>
                    <a:lnTo>
                      <a:pt x="34" y="143"/>
                    </a:lnTo>
                    <a:lnTo>
                      <a:pt x="39" y="101"/>
                    </a:lnTo>
                    <a:lnTo>
                      <a:pt x="43" y="66"/>
                    </a:lnTo>
                    <a:lnTo>
                      <a:pt x="46" y="37"/>
                    </a:lnTo>
                    <a:lnTo>
                      <a:pt x="49" y="17"/>
                    </a:lnTo>
                    <a:lnTo>
                      <a:pt x="50" y="4"/>
                    </a:lnTo>
                    <a:lnTo>
                      <a:pt x="51" y="0"/>
                    </a:lnTo>
                    <a:close/>
                  </a:path>
                </a:pathLst>
              </a:custGeom>
              <a:solidFill>
                <a:schemeClr val="accent6"/>
              </a:solidFill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36" name="Freeform 74"/>
              <p:cNvSpPr>
                <a:spLocks noEditPoints="1"/>
              </p:cNvSpPr>
              <p:nvPr/>
            </p:nvSpPr>
            <p:spPr bwMode="auto">
              <a:xfrm>
                <a:off x="6650038" y="4946650"/>
                <a:ext cx="517525" cy="635000"/>
              </a:xfrm>
              <a:custGeom>
                <a:avLst/>
                <a:gdLst>
                  <a:gd name="T0" fmla="*/ 2003 w 2939"/>
                  <a:gd name="T1" fmla="*/ 2890 h 3600"/>
                  <a:gd name="T2" fmla="*/ 1859 w 2939"/>
                  <a:gd name="T3" fmla="*/ 2961 h 3600"/>
                  <a:gd name="T4" fmla="*/ 2195 w 2939"/>
                  <a:gd name="T5" fmla="*/ 3289 h 3600"/>
                  <a:gd name="T6" fmla="*/ 2729 w 2939"/>
                  <a:gd name="T7" fmla="*/ 2753 h 3600"/>
                  <a:gd name="T8" fmla="*/ 2634 w 2939"/>
                  <a:gd name="T9" fmla="*/ 2623 h 3600"/>
                  <a:gd name="T10" fmla="*/ 1495 w 2939"/>
                  <a:gd name="T11" fmla="*/ 2623 h 3600"/>
                  <a:gd name="T12" fmla="*/ 949 w 2939"/>
                  <a:gd name="T13" fmla="*/ 2664 h 3600"/>
                  <a:gd name="T14" fmla="*/ 963 w 2939"/>
                  <a:gd name="T15" fmla="*/ 2522 h 3600"/>
                  <a:gd name="T16" fmla="*/ 838 w 2939"/>
                  <a:gd name="T17" fmla="*/ 2470 h 3600"/>
                  <a:gd name="T18" fmla="*/ 456 w 2939"/>
                  <a:gd name="T19" fmla="*/ 2606 h 3600"/>
                  <a:gd name="T20" fmla="*/ 488 w 2939"/>
                  <a:gd name="T21" fmla="*/ 2522 h 3600"/>
                  <a:gd name="T22" fmla="*/ 2269 w 2939"/>
                  <a:gd name="T23" fmla="*/ 2263 h 3600"/>
                  <a:gd name="T24" fmla="*/ 2743 w 2939"/>
                  <a:gd name="T25" fmla="*/ 2459 h 3600"/>
                  <a:gd name="T26" fmla="*/ 2939 w 2939"/>
                  <a:gd name="T27" fmla="*/ 2931 h 3600"/>
                  <a:gd name="T28" fmla="*/ 2743 w 2939"/>
                  <a:gd name="T29" fmla="*/ 3404 h 3600"/>
                  <a:gd name="T30" fmla="*/ 2269 w 2939"/>
                  <a:gd name="T31" fmla="*/ 3600 h 3600"/>
                  <a:gd name="T32" fmla="*/ 1795 w 2939"/>
                  <a:gd name="T33" fmla="*/ 3404 h 3600"/>
                  <a:gd name="T34" fmla="*/ 1599 w 2939"/>
                  <a:gd name="T35" fmla="*/ 2931 h 3600"/>
                  <a:gd name="T36" fmla="*/ 1795 w 2939"/>
                  <a:gd name="T37" fmla="*/ 2459 h 3600"/>
                  <a:gd name="T38" fmla="*/ 2269 w 2939"/>
                  <a:gd name="T39" fmla="*/ 2263 h 3600"/>
                  <a:gd name="T40" fmla="*/ 1599 w 2939"/>
                  <a:gd name="T41" fmla="*/ 2160 h 3600"/>
                  <a:gd name="T42" fmla="*/ 949 w 2939"/>
                  <a:gd name="T43" fmla="*/ 2201 h 3600"/>
                  <a:gd name="T44" fmla="*/ 963 w 2939"/>
                  <a:gd name="T45" fmla="*/ 2060 h 3600"/>
                  <a:gd name="T46" fmla="*/ 838 w 2939"/>
                  <a:gd name="T47" fmla="*/ 2029 h 3600"/>
                  <a:gd name="T48" fmla="*/ 456 w 2939"/>
                  <a:gd name="T49" fmla="*/ 2165 h 3600"/>
                  <a:gd name="T50" fmla="*/ 488 w 2939"/>
                  <a:gd name="T51" fmla="*/ 2081 h 3600"/>
                  <a:gd name="T52" fmla="*/ 980 w 2939"/>
                  <a:gd name="T53" fmla="*/ 1646 h 3600"/>
                  <a:gd name="T54" fmla="*/ 1854 w 2939"/>
                  <a:gd name="T55" fmla="*/ 1765 h 3600"/>
                  <a:gd name="T56" fmla="*/ 938 w 2939"/>
                  <a:gd name="T57" fmla="*/ 1779 h 3600"/>
                  <a:gd name="T58" fmla="*/ 980 w 2939"/>
                  <a:gd name="T59" fmla="*/ 1646 h 3600"/>
                  <a:gd name="T60" fmla="*/ 830 w 2939"/>
                  <a:gd name="T61" fmla="*/ 1605 h 3600"/>
                  <a:gd name="T62" fmla="*/ 446 w 2939"/>
                  <a:gd name="T63" fmla="*/ 1717 h 3600"/>
                  <a:gd name="T64" fmla="*/ 502 w 2939"/>
                  <a:gd name="T65" fmla="*/ 1647 h 3600"/>
                  <a:gd name="T66" fmla="*/ 1804 w 2939"/>
                  <a:gd name="T67" fmla="*/ 1183 h 3600"/>
                  <a:gd name="T68" fmla="*/ 1846 w 2939"/>
                  <a:gd name="T69" fmla="*/ 1316 h 3600"/>
                  <a:gd name="T70" fmla="*/ 931 w 2939"/>
                  <a:gd name="T71" fmla="*/ 1301 h 3600"/>
                  <a:gd name="T72" fmla="*/ 798 w 2939"/>
                  <a:gd name="T73" fmla="*/ 1068 h 3600"/>
                  <a:gd name="T74" fmla="*/ 640 w 2939"/>
                  <a:gd name="T75" fmla="*/ 1360 h 3600"/>
                  <a:gd name="T76" fmla="*/ 440 w 2939"/>
                  <a:gd name="T77" fmla="*/ 1246 h 3600"/>
                  <a:gd name="T78" fmla="*/ 515 w 2939"/>
                  <a:gd name="T79" fmla="*/ 1197 h 3600"/>
                  <a:gd name="T80" fmla="*/ 569 w 2939"/>
                  <a:gd name="T81" fmla="*/ 386 h 3600"/>
                  <a:gd name="T82" fmla="*/ 706 w 2939"/>
                  <a:gd name="T83" fmla="*/ 640 h 3600"/>
                  <a:gd name="T84" fmla="*/ 1648 w 2939"/>
                  <a:gd name="T85" fmla="*/ 619 h 3600"/>
                  <a:gd name="T86" fmla="*/ 1748 w 2939"/>
                  <a:gd name="T87" fmla="*/ 360 h 3600"/>
                  <a:gd name="T88" fmla="*/ 2285 w 2939"/>
                  <a:gd name="T89" fmla="*/ 454 h 3600"/>
                  <a:gd name="T90" fmla="*/ 2198 w 2939"/>
                  <a:gd name="T91" fmla="*/ 2112 h 3600"/>
                  <a:gd name="T92" fmla="*/ 1465 w 2939"/>
                  <a:gd name="T93" fmla="*/ 3116 h 3600"/>
                  <a:gd name="T94" fmla="*/ 49 w 2939"/>
                  <a:gd name="T95" fmla="*/ 3167 h 3600"/>
                  <a:gd name="T96" fmla="*/ 22 w 2939"/>
                  <a:gd name="T97" fmla="*/ 471 h 3600"/>
                  <a:gd name="T98" fmla="*/ 1160 w 2939"/>
                  <a:gd name="T99" fmla="*/ 103 h 3600"/>
                  <a:gd name="T100" fmla="*/ 1094 w 2939"/>
                  <a:gd name="T101" fmla="*/ 219 h 3600"/>
                  <a:gd name="T102" fmla="*/ 1227 w 2939"/>
                  <a:gd name="T103" fmla="*/ 219 h 3600"/>
                  <a:gd name="T104" fmla="*/ 1160 w 2939"/>
                  <a:gd name="T105" fmla="*/ 103 h 3600"/>
                  <a:gd name="T106" fmla="*/ 1317 w 2939"/>
                  <a:gd name="T107" fmla="*/ 88 h 3600"/>
                  <a:gd name="T108" fmla="*/ 1379 w 2939"/>
                  <a:gd name="T109" fmla="*/ 247 h 3600"/>
                  <a:gd name="T110" fmla="*/ 1624 w 2939"/>
                  <a:gd name="T111" fmla="*/ 324 h 3600"/>
                  <a:gd name="T112" fmla="*/ 1605 w 2939"/>
                  <a:gd name="T113" fmla="*/ 521 h 3600"/>
                  <a:gd name="T114" fmla="*/ 738 w 2939"/>
                  <a:gd name="T115" fmla="*/ 540 h 3600"/>
                  <a:gd name="T116" fmla="*/ 682 w 2939"/>
                  <a:gd name="T117" fmla="*/ 350 h 3600"/>
                  <a:gd name="T118" fmla="*/ 923 w 2939"/>
                  <a:gd name="T119" fmla="*/ 254 h 3600"/>
                  <a:gd name="T120" fmla="*/ 991 w 2939"/>
                  <a:gd name="T121" fmla="*/ 116 h 36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</a:cxnLst>
                <a:rect l="0" t="0" r="r" b="b"/>
                <a:pathLst>
                  <a:path w="2939" h="3600">
                    <a:moveTo>
                      <a:pt x="2634" y="2623"/>
                    </a:moveTo>
                    <a:lnTo>
                      <a:pt x="2613" y="2625"/>
                    </a:lnTo>
                    <a:lnTo>
                      <a:pt x="2591" y="2630"/>
                    </a:lnTo>
                    <a:lnTo>
                      <a:pt x="2570" y="2641"/>
                    </a:lnTo>
                    <a:lnTo>
                      <a:pt x="2552" y="2657"/>
                    </a:lnTo>
                    <a:lnTo>
                      <a:pt x="2205" y="3047"/>
                    </a:lnTo>
                    <a:lnTo>
                      <a:pt x="2024" y="2903"/>
                    </a:lnTo>
                    <a:lnTo>
                      <a:pt x="2003" y="2890"/>
                    </a:lnTo>
                    <a:lnTo>
                      <a:pt x="1982" y="2882"/>
                    </a:lnTo>
                    <a:lnTo>
                      <a:pt x="1960" y="2880"/>
                    </a:lnTo>
                    <a:lnTo>
                      <a:pt x="1937" y="2882"/>
                    </a:lnTo>
                    <a:lnTo>
                      <a:pt x="1915" y="2890"/>
                    </a:lnTo>
                    <a:lnTo>
                      <a:pt x="1895" y="2902"/>
                    </a:lnTo>
                    <a:lnTo>
                      <a:pt x="1879" y="2918"/>
                    </a:lnTo>
                    <a:lnTo>
                      <a:pt x="1866" y="2939"/>
                    </a:lnTo>
                    <a:lnTo>
                      <a:pt x="1859" y="2961"/>
                    </a:lnTo>
                    <a:lnTo>
                      <a:pt x="1856" y="2983"/>
                    </a:lnTo>
                    <a:lnTo>
                      <a:pt x="1859" y="3005"/>
                    </a:lnTo>
                    <a:lnTo>
                      <a:pt x="1866" y="3027"/>
                    </a:lnTo>
                    <a:lnTo>
                      <a:pt x="1878" y="3046"/>
                    </a:lnTo>
                    <a:lnTo>
                      <a:pt x="1895" y="3063"/>
                    </a:lnTo>
                    <a:lnTo>
                      <a:pt x="2152" y="3268"/>
                    </a:lnTo>
                    <a:lnTo>
                      <a:pt x="2173" y="3281"/>
                    </a:lnTo>
                    <a:lnTo>
                      <a:pt x="2195" y="3289"/>
                    </a:lnTo>
                    <a:lnTo>
                      <a:pt x="2217" y="3291"/>
                    </a:lnTo>
                    <a:lnTo>
                      <a:pt x="2239" y="3289"/>
                    </a:lnTo>
                    <a:lnTo>
                      <a:pt x="2258" y="3283"/>
                    </a:lnTo>
                    <a:lnTo>
                      <a:pt x="2278" y="3272"/>
                    </a:lnTo>
                    <a:lnTo>
                      <a:pt x="2294" y="3257"/>
                    </a:lnTo>
                    <a:lnTo>
                      <a:pt x="2707" y="2794"/>
                    </a:lnTo>
                    <a:lnTo>
                      <a:pt x="2720" y="2774"/>
                    </a:lnTo>
                    <a:lnTo>
                      <a:pt x="2729" y="2753"/>
                    </a:lnTo>
                    <a:lnTo>
                      <a:pt x="2733" y="2731"/>
                    </a:lnTo>
                    <a:lnTo>
                      <a:pt x="2731" y="2709"/>
                    </a:lnTo>
                    <a:lnTo>
                      <a:pt x="2725" y="2687"/>
                    </a:lnTo>
                    <a:lnTo>
                      <a:pt x="2714" y="2666"/>
                    </a:lnTo>
                    <a:lnTo>
                      <a:pt x="2698" y="2649"/>
                    </a:lnTo>
                    <a:lnTo>
                      <a:pt x="2678" y="2636"/>
                    </a:lnTo>
                    <a:lnTo>
                      <a:pt x="2657" y="2627"/>
                    </a:lnTo>
                    <a:lnTo>
                      <a:pt x="2634" y="2623"/>
                    </a:lnTo>
                    <a:close/>
                    <a:moveTo>
                      <a:pt x="980" y="2520"/>
                    </a:moveTo>
                    <a:lnTo>
                      <a:pt x="1444" y="2520"/>
                    </a:lnTo>
                    <a:lnTo>
                      <a:pt x="1460" y="2522"/>
                    </a:lnTo>
                    <a:lnTo>
                      <a:pt x="1474" y="2530"/>
                    </a:lnTo>
                    <a:lnTo>
                      <a:pt x="1485" y="2541"/>
                    </a:lnTo>
                    <a:lnTo>
                      <a:pt x="1493" y="2555"/>
                    </a:lnTo>
                    <a:lnTo>
                      <a:pt x="1495" y="2571"/>
                    </a:lnTo>
                    <a:lnTo>
                      <a:pt x="1495" y="2623"/>
                    </a:lnTo>
                    <a:lnTo>
                      <a:pt x="1493" y="2639"/>
                    </a:lnTo>
                    <a:lnTo>
                      <a:pt x="1485" y="2653"/>
                    </a:lnTo>
                    <a:lnTo>
                      <a:pt x="1474" y="2664"/>
                    </a:lnTo>
                    <a:lnTo>
                      <a:pt x="1460" y="2672"/>
                    </a:lnTo>
                    <a:lnTo>
                      <a:pt x="1444" y="2674"/>
                    </a:lnTo>
                    <a:lnTo>
                      <a:pt x="980" y="2674"/>
                    </a:lnTo>
                    <a:lnTo>
                      <a:pt x="963" y="2672"/>
                    </a:lnTo>
                    <a:lnTo>
                      <a:pt x="949" y="2664"/>
                    </a:lnTo>
                    <a:lnTo>
                      <a:pt x="938" y="2653"/>
                    </a:lnTo>
                    <a:lnTo>
                      <a:pt x="931" y="2639"/>
                    </a:lnTo>
                    <a:lnTo>
                      <a:pt x="928" y="2623"/>
                    </a:lnTo>
                    <a:lnTo>
                      <a:pt x="928" y="2571"/>
                    </a:lnTo>
                    <a:lnTo>
                      <a:pt x="931" y="2555"/>
                    </a:lnTo>
                    <a:lnTo>
                      <a:pt x="938" y="2541"/>
                    </a:lnTo>
                    <a:lnTo>
                      <a:pt x="949" y="2530"/>
                    </a:lnTo>
                    <a:lnTo>
                      <a:pt x="963" y="2522"/>
                    </a:lnTo>
                    <a:lnTo>
                      <a:pt x="980" y="2520"/>
                    </a:lnTo>
                    <a:close/>
                    <a:moveTo>
                      <a:pt x="798" y="2404"/>
                    </a:moveTo>
                    <a:lnTo>
                      <a:pt x="812" y="2408"/>
                    </a:lnTo>
                    <a:lnTo>
                      <a:pt x="826" y="2416"/>
                    </a:lnTo>
                    <a:lnTo>
                      <a:pt x="835" y="2427"/>
                    </a:lnTo>
                    <a:lnTo>
                      <a:pt x="841" y="2441"/>
                    </a:lnTo>
                    <a:lnTo>
                      <a:pt x="841" y="2456"/>
                    </a:lnTo>
                    <a:lnTo>
                      <a:pt x="838" y="2470"/>
                    </a:lnTo>
                    <a:lnTo>
                      <a:pt x="830" y="2483"/>
                    </a:lnTo>
                    <a:lnTo>
                      <a:pt x="640" y="2696"/>
                    </a:lnTo>
                    <a:lnTo>
                      <a:pt x="629" y="2704"/>
                    </a:lnTo>
                    <a:lnTo>
                      <a:pt x="617" y="2710"/>
                    </a:lnTo>
                    <a:lnTo>
                      <a:pt x="604" y="2712"/>
                    </a:lnTo>
                    <a:lnTo>
                      <a:pt x="588" y="2709"/>
                    </a:lnTo>
                    <a:lnTo>
                      <a:pt x="574" y="2701"/>
                    </a:lnTo>
                    <a:lnTo>
                      <a:pt x="456" y="2606"/>
                    </a:lnTo>
                    <a:lnTo>
                      <a:pt x="446" y="2595"/>
                    </a:lnTo>
                    <a:lnTo>
                      <a:pt x="440" y="2582"/>
                    </a:lnTo>
                    <a:lnTo>
                      <a:pt x="438" y="2568"/>
                    </a:lnTo>
                    <a:lnTo>
                      <a:pt x="441" y="2554"/>
                    </a:lnTo>
                    <a:lnTo>
                      <a:pt x="448" y="2540"/>
                    </a:lnTo>
                    <a:lnTo>
                      <a:pt x="459" y="2530"/>
                    </a:lnTo>
                    <a:lnTo>
                      <a:pt x="473" y="2524"/>
                    </a:lnTo>
                    <a:lnTo>
                      <a:pt x="488" y="2522"/>
                    </a:lnTo>
                    <a:lnTo>
                      <a:pt x="502" y="2525"/>
                    </a:lnTo>
                    <a:lnTo>
                      <a:pt x="515" y="2533"/>
                    </a:lnTo>
                    <a:lnTo>
                      <a:pt x="598" y="2600"/>
                    </a:lnTo>
                    <a:lnTo>
                      <a:pt x="759" y="2420"/>
                    </a:lnTo>
                    <a:lnTo>
                      <a:pt x="770" y="2410"/>
                    </a:lnTo>
                    <a:lnTo>
                      <a:pt x="784" y="2405"/>
                    </a:lnTo>
                    <a:lnTo>
                      <a:pt x="798" y="2404"/>
                    </a:lnTo>
                    <a:close/>
                    <a:moveTo>
                      <a:pt x="2269" y="2263"/>
                    </a:moveTo>
                    <a:lnTo>
                      <a:pt x="2337" y="2266"/>
                    </a:lnTo>
                    <a:lnTo>
                      <a:pt x="2404" y="2277"/>
                    </a:lnTo>
                    <a:lnTo>
                      <a:pt x="2468" y="2293"/>
                    </a:lnTo>
                    <a:lnTo>
                      <a:pt x="2530" y="2315"/>
                    </a:lnTo>
                    <a:lnTo>
                      <a:pt x="2589" y="2343"/>
                    </a:lnTo>
                    <a:lnTo>
                      <a:pt x="2643" y="2377"/>
                    </a:lnTo>
                    <a:lnTo>
                      <a:pt x="2695" y="2415"/>
                    </a:lnTo>
                    <a:lnTo>
                      <a:pt x="2743" y="2459"/>
                    </a:lnTo>
                    <a:lnTo>
                      <a:pt x="2785" y="2506"/>
                    </a:lnTo>
                    <a:lnTo>
                      <a:pt x="2825" y="2557"/>
                    </a:lnTo>
                    <a:lnTo>
                      <a:pt x="2858" y="2613"/>
                    </a:lnTo>
                    <a:lnTo>
                      <a:pt x="2886" y="2672"/>
                    </a:lnTo>
                    <a:lnTo>
                      <a:pt x="2909" y="2733"/>
                    </a:lnTo>
                    <a:lnTo>
                      <a:pt x="2925" y="2797"/>
                    </a:lnTo>
                    <a:lnTo>
                      <a:pt x="2935" y="2863"/>
                    </a:lnTo>
                    <a:lnTo>
                      <a:pt x="2939" y="2931"/>
                    </a:lnTo>
                    <a:lnTo>
                      <a:pt x="2935" y="3000"/>
                    </a:lnTo>
                    <a:lnTo>
                      <a:pt x="2925" y="3067"/>
                    </a:lnTo>
                    <a:lnTo>
                      <a:pt x="2909" y="3130"/>
                    </a:lnTo>
                    <a:lnTo>
                      <a:pt x="2886" y="3192"/>
                    </a:lnTo>
                    <a:lnTo>
                      <a:pt x="2858" y="3250"/>
                    </a:lnTo>
                    <a:lnTo>
                      <a:pt x="2825" y="3305"/>
                    </a:lnTo>
                    <a:lnTo>
                      <a:pt x="2785" y="3357"/>
                    </a:lnTo>
                    <a:lnTo>
                      <a:pt x="2743" y="3404"/>
                    </a:lnTo>
                    <a:lnTo>
                      <a:pt x="2695" y="3447"/>
                    </a:lnTo>
                    <a:lnTo>
                      <a:pt x="2643" y="3485"/>
                    </a:lnTo>
                    <a:lnTo>
                      <a:pt x="2589" y="3519"/>
                    </a:lnTo>
                    <a:lnTo>
                      <a:pt x="2530" y="3548"/>
                    </a:lnTo>
                    <a:lnTo>
                      <a:pt x="2468" y="3569"/>
                    </a:lnTo>
                    <a:lnTo>
                      <a:pt x="2404" y="3587"/>
                    </a:lnTo>
                    <a:lnTo>
                      <a:pt x="2337" y="3597"/>
                    </a:lnTo>
                    <a:lnTo>
                      <a:pt x="2269" y="3600"/>
                    </a:lnTo>
                    <a:lnTo>
                      <a:pt x="2200" y="3597"/>
                    </a:lnTo>
                    <a:lnTo>
                      <a:pt x="2134" y="3587"/>
                    </a:lnTo>
                    <a:lnTo>
                      <a:pt x="2069" y="3569"/>
                    </a:lnTo>
                    <a:lnTo>
                      <a:pt x="2008" y="3548"/>
                    </a:lnTo>
                    <a:lnTo>
                      <a:pt x="1949" y="3519"/>
                    </a:lnTo>
                    <a:lnTo>
                      <a:pt x="1894" y="3485"/>
                    </a:lnTo>
                    <a:lnTo>
                      <a:pt x="1843" y="3447"/>
                    </a:lnTo>
                    <a:lnTo>
                      <a:pt x="1795" y="3404"/>
                    </a:lnTo>
                    <a:lnTo>
                      <a:pt x="1752" y="3357"/>
                    </a:lnTo>
                    <a:lnTo>
                      <a:pt x="1713" y="3305"/>
                    </a:lnTo>
                    <a:lnTo>
                      <a:pt x="1680" y="3250"/>
                    </a:lnTo>
                    <a:lnTo>
                      <a:pt x="1651" y="3192"/>
                    </a:lnTo>
                    <a:lnTo>
                      <a:pt x="1628" y="3130"/>
                    </a:lnTo>
                    <a:lnTo>
                      <a:pt x="1612" y="3067"/>
                    </a:lnTo>
                    <a:lnTo>
                      <a:pt x="1602" y="3000"/>
                    </a:lnTo>
                    <a:lnTo>
                      <a:pt x="1599" y="2931"/>
                    </a:lnTo>
                    <a:lnTo>
                      <a:pt x="1602" y="2863"/>
                    </a:lnTo>
                    <a:lnTo>
                      <a:pt x="1612" y="2797"/>
                    </a:lnTo>
                    <a:lnTo>
                      <a:pt x="1628" y="2733"/>
                    </a:lnTo>
                    <a:lnTo>
                      <a:pt x="1651" y="2672"/>
                    </a:lnTo>
                    <a:lnTo>
                      <a:pt x="1680" y="2613"/>
                    </a:lnTo>
                    <a:lnTo>
                      <a:pt x="1713" y="2557"/>
                    </a:lnTo>
                    <a:lnTo>
                      <a:pt x="1752" y="2506"/>
                    </a:lnTo>
                    <a:lnTo>
                      <a:pt x="1795" y="2459"/>
                    </a:lnTo>
                    <a:lnTo>
                      <a:pt x="1843" y="2415"/>
                    </a:lnTo>
                    <a:lnTo>
                      <a:pt x="1894" y="2377"/>
                    </a:lnTo>
                    <a:lnTo>
                      <a:pt x="1949" y="2343"/>
                    </a:lnTo>
                    <a:lnTo>
                      <a:pt x="2008" y="2315"/>
                    </a:lnTo>
                    <a:lnTo>
                      <a:pt x="2069" y="2293"/>
                    </a:lnTo>
                    <a:lnTo>
                      <a:pt x="2134" y="2277"/>
                    </a:lnTo>
                    <a:lnTo>
                      <a:pt x="2200" y="2266"/>
                    </a:lnTo>
                    <a:lnTo>
                      <a:pt x="2269" y="2263"/>
                    </a:lnTo>
                    <a:close/>
                    <a:moveTo>
                      <a:pt x="980" y="2057"/>
                    </a:moveTo>
                    <a:lnTo>
                      <a:pt x="1547" y="2057"/>
                    </a:lnTo>
                    <a:lnTo>
                      <a:pt x="1563" y="2060"/>
                    </a:lnTo>
                    <a:lnTo>
                      <a:pt x="1577" y="2067"/>
                    </a:lnTo>
                    <a:lnTo>
                      <a:pt x="1589" y="2078"/>
                    </a:lnTo>
                    <a:lnTo>
                      <a:pt x="1596" y="2092"/>
                    </a:lnTo>
                    <a:lnTo>
                      <a:pt x="1599" y="2109"/>
                    </a:lnTo>
                    <a:lnTo>
                      <a:pt x="1599" y="2160"/>
                    </a:lnTo>
                    <a:lnTo>
                      <a:pt x="1596" y="2176"/>
                    </a:lnTo>
                    <a:lnTo>
                      <a:pt x="1589" y="2191"/>
                    </a:lnTo>
                    <a:lnTo>
                      <a:pt x="1577" y="2201"/>
                    </a:lnTo>
                    <a:lnTo>
                      <a:pt x="1563" y="2209"/>
                    </a:lnTo>
                    <a:lnTo>
                      <a:pt x="1547" y="2211"/>
                    </a:lnTo>
                    <a:lnTo>
                      <a:pt x="980" y="2211"/>
                    </a:lnTo>
                    <a:lnTo>
                      <a:pt x="963" y="2209"/>
                    </a:lnTo>
                    <a:lnTo>
                      <a:pt x="949" y="2201"/>
                    </a:lnTo>
                    <a:lnTo>
                      <a:pt x="938" y="2191"/>
                    </a:lnTo>
                    <a:lnTo>
                      <a:pt x="931" y="2176"/>
                    </a:lnTo>
                    <a:lnTo>
                      <a:pt x="928" y="2160"/>
                    </a:lnTo>
                    <a:lnTo>
                      <a:pt x="928" y="2109"/>
                    </a:lnTo>
                    <a:lnTo>
                      <a:pt x="931" y="2092"/>
                    </a:lnTo>
                    <a:lnTo>
                      <a:pt x="938" y="2078"/>
                    </a:lnTo>
                    <a:lnTo>
                      <a:pt x="949" y="2067"/>
                    </a:lnTo>
                    <a:lnTo>
                      <a:pt x="963" y="2060"/>
                    </a:lnTo>
                    <a:lnTo>
                      <a:pt x="980" y="2057"/>
                    </a:lnTo>
                    <a:close/>
                    <a:moveTo>
                      <a:pt x="798" y="1964"/>
                    </a:moveTo>
                    <a:lnTo>
                      <a:pt x="812" y="1967"/>
                    </a:lnTo>
                    <a:lnTo>
                      <a:pt x="826" y="1976"/>
                    </a:lnTo>
                    <a:lnTo>
                      <a:pt x="835" y="1987"/>
                    </a:lnTo>
                    <a:lnTo>
                      <a:pt x="841" y="2001"/>
                    </a:lnTo>
                    <a:lnTo>
                      <a:pt x="841" y="2015"/>
                    </a:lnTo>
                    <a:lnTo>
                      <a:pt x="838" y="2029"/>
                    </a:lnTo>
                    <a:lnTo>
                      <a:pt x="830" y="2042"/>
                    </a:lnTo>
                    <a:lnTo>
                      <a:pt x="640" y="2255"/>
                    </a:lnTo>
                    <a:lnTo>
                      <a:pt x="629" y="2264"/>
                    </a:lnTo>
                    <a:lnTo>
                      <a:pt x="617" y="2269"/>
                    </a:lnTo>
                    <a:lnTo>
                      <a:pt x="604" y="2271"/>
                    </a:lnTo>
                    <a:lnTo>
                      <a:pt x="588" y="2268"/>
                    </a:lnTo>
                    <a:lnTo>
                      <a:pt x="574" y="2260"/>
                    </a:lnTo>
                    <a:lnTo>
                      <a:pt x="456" y="2165"/>
                    </a:lnTo>
                    <a:lnTo>
                      <a:pt x="446" y="2155"/>
                    </a:lnTo>
                    <a:lnTo>
                      <a:pt x="440" y="2141"/>
                    </a:lnTo>
                    <a:lnTo>
                      <a:pt x="438" y="2127"/>
                    </a:lnTo>
                    <a:lnTo>
                      <a:pt x="441" y="2113"/>
                    </a:lnTo>
                    <a:lnTo>
                      <a:pt x="448" y="2099"/>
                    </a:lnTo>
                    <a:lnTo>
                      <a:pt x="459" y="2089"/>
                    </a:lnTo>
                    <a:lnTo>
                      <a:pt x="473" y="2084"/>
                    </a:lnTo>
                    <a:lnTo>
                      <a:pt x="488" y="2081"/>
                    </a:lnTo>
                    <a:lnTo>
                      <a:pt x="502" y="2085"/>
                    </a:lnTo>
                    <a:lnTo>
                      <a:pt x="515" y="2092"/>
                    </a:lnTo>
                    <a:lnTo>
                      <a:pt x="598" y="2159"/>
                    </a:lnTo>
                    <a:lnTo>
                      <a:pt x="759" y="1979"/>
                    </a:lnTo>
                    <a:lnTo>
                      <a:pt x="770" y="1969"/>
                    </a:lnTo>
                    <a:lnTo>
                      <a:pt x="784" y="1965"/>
                    </a:lnTo>
                    <a:lnTo>
                      <a:pt x="798" y="1964"/>
                    </a:lnTo>
                    <a:close/>
                    <a:moveTo>
                      <a:pt x="980" y="1646"/>
                    </a:moveTo>
                    <a:lnTo>
                      <a:pt x="1804" y="1646"/>
                    </a:lnTo>
                    <a:lnTo>
                      <a:pt x="1821" y="1648"/>
                    </a:lnTo>
                    <a:lnTo>
                      <a:pt x="1835" y="1656"/>
                    </a:lnTo>
                    <a:lnTo>
                      <a:pt x="1846" y="1667"/>
                    </a:lnTo>
                    <a:lnTo>
                      <a:pt x="1854" y="1681"/>
                    </a:lnTo>
                    <a:lnTo>
                      <a:pt x="1856" y="1697"/>
                    </a:lnTo>
                    <a:lnTo>
                      <a:pt x="1856" y="1749"/>
                    </a:lnTo>
                    <a:lnTo>
                      <a:pt x="1854" y="1765"/>
                    </a:lnTo>
                    <a:lnTo>
                      <a:pt x="1846" y="1779"/>
                    </a:lnTo>
                    <a:lnTo>
                      <a:pt x="1835" y="1790"/>
                    </a:lnTo>
                    <a:lnTo>
                      <a:pt x="1821" y="1798"/>
                    </a:lnTo>
                    <a:lnTo>
                      <a:pt x="1804" y="1800"/>
                    </a:lnTo>
                    <a:lnTo>
                      <a:pt x="980" y="1800"/>
                    </a:lnTo>
                    <a:lnTo>
                      <a:pt x="963" y="1798"/>
                    </a:lnTo>
                    <a:lnTo>
                      <a:pt x="949" y="1790"/>
                    </a:lnTo>
                    <a:lnTo>
                      <a:pt x="938" y="1779"/>
                    </a:lnTo>
                    <a:lnTo>
                      <a:pt x="931" y="1765"/>
                    </a:lnTo>
                    <a:lnTo>
                      <a:pt x="928" y="1749"/>
                    </a:lnTo>
                    <a:lnTo>
                      <a:pt x="928" y="1697"/>
                    </a:lnTo>
                    <a:lnTo>
                      <a:pt x="931" y="1681"/>
                    </a:lnTo>
                    <a:lnTo>
                      <a:pt x="938" y="1667"/>
                    </a:lnTo>
                    <a:lnTo>
                      <a:pt x="949" y="1656"/>
                    </a:lnTo>
                    <a:lnTo>
                      <a:pt x="963" y="1648"/>
                    </a:lnTo>
                    <a:lnTo>
                      <a:pt x="980" y="1646"/>
                    </a:lnTo>
                    <a:close/>
                    <a:moveTo>
                      <a:pt x="798" y="1526"/>
                    </a:moveTo>
                    <a:lnTo>
                      <a:pt x="812" y="1529"/>
                    </a:lnTo>
                    <a:lnTo>
                      <a:pt x="826" y="1538"/>
                    </a:lnTo>
                    <a:lnTo>
                      <a:pt x="835" y="1549"/>
                    </a:lnTo>
                    <a:lnTo>
                      <a:pt x="841" y="1563"/>
                    </a:lnTo>
                    <a:lnTo>
                      <a:pt x="841" y="1577"/>
                    </a:lnTo>
                    <a:lnTo>
                      <a:pt x="838" y="1592"/>
                    </a:lnTo>
                    <a:lnTo>
                      <a:pt x="830" y="1605"/>
                    </a:lnTo>
                    <a:lnTo>
                      <a:pt x="640" y="1817"/>
                    </a:lnTo>
                    <a:lnTo>
                      <a:pt x="629" y="1826"/>
                    </a:lnTo>
                    <a:lnTo>
                      <a:pt x="617" y="1832"/>
                    </a:lnTo>
                    <a:lnTo>
                      <a:pt x="604" y="1834"/>
                    </a:lnTo>
                    <a:lnTo>
                      <a:pt x="588" y="1831"/>
                    </a:lnTo>
                    <a:lnTo>
                      <a:pt x="574" y="1823"/>
                    </a:lnTo>
                    <a:lnTo>
                      <a:pt x="456" y="1728"/>
                    </a:lnTo>
                    <a:lnTo>
                      <a:pt x="446" y="1717"/>
                    </a:lnTo>
                    <a:lnTo>
                      <a:pt x="440" y="1704"/>
                    </a:lnTo>
                    <a:lnTo>
                      <a:pt x="438" y="1690"/>
                    </a:lnTo>
                    <a:lnTo>
                      <a:pt x="441" y="1675"/>
                    </a:lnTo>
                    <a:lnTo>
                      <a:pt x="448" y="1661"/>
                    </a:lnTo>
                    <a:lnTo>
                      <a:pt x="459" y="1652"/>
                    </a:lnTo>
                    <a:lnTo>
                      <a:pt x="473" y="1646"/>
                    </a:lnTo>
                    <a:lnTo>
                      <a:pt x="488" y="1644"/>
                    </a:lnTo>
                    <a:lnTo>
                      <a:pt x="502" y="1647"/>
                    </a:lnTo>
                    <a:lnTo>
                      <a:pt x="515" y="1655"/>
                    </a:lnTo>
                    <a:lnTo>
                      <a:pt x="598" y="1721"/>
                    </a:lnTo>
                    <a:lnTo>
                      <a:pt x="759" y="1541"/>
                    </a:lnTo>
                    <a:lnTo>
                      <a:pt x="770" y="1532"/>
                    </a:lnTo>
                    <a:lnTo>
                      <a:pt x="784" y="1527"/>
                    </a:lnTo>
                    <a:lnTo>
                      <a:pt x="798" y="1526"/>
                    </a:lnTo>
                    <a:close/>
                    <a:moveTo>
                      <a:pt x="980" y="1183"/>
                    </a:moveTo>
                    <a:lnTo>
                      <a:pt x="1804" y="1183"/>
                    </a:lnTo>
                    <a:lnTo>
                      <a:pt x="1821" y="1186"/>
                    </a:lnTo>
                    <a:lnTo>
                      <a:pt x="1835" y="1192"/>
                    </a:lnTo>
                    <a:lnTo>
                      <a:pt x="1846" y="1204"/>
                    </a:lnTo>
                    <a:lnTo>
                      <a:pt x="1854" y="1219"/>
                    </a:lnTo>
                    <a:lnTo>
                      <a:pt x="1856" y="1234"/>
                    </a:lnTo>
                    <a:lnTo>
                      <a:pt x="1856" y="1286"/>
                    </a:lnTo>
                    <a:lnTo>
                      <a:pt x="1854" y="1301"/>
                    </a:lnTo>
                    <a:lnTo>
                      <a:pt x="1846" y="1316"/>
                    </a:lnTo>
                    <a:lnTo>
                      <a:pt x="1835" y="1328"/>
                    </a:lnTo>
                    <a:lnTo>
                      <a:pt x="1821" y="1334"/>
                    </a:lnTo>
                    <a:lnTo>
                      <a:pt x="1804" y="1337"/>
                    </a:lnTo>
                    <a:lnTo>
                      <a:pt x="980" y="1337"/>
                    </a:lnTo>
                    <a:lnTo>
                      <a:pt x="963" y="1334"/>
                    </a:lnTo>
                    <a:lnTo>
                      <a:pt x="949" y="1328"/>
                    </a:lnTo>
                    <a:lnTo>
                      <a:pt x="938" y="1316"/>
                    </a:lnTo>
                    <a:lnTo>
                      <a:pt x="931" y="1301"/>
                    </a:lnTo>
                    <a:lnTo>
                      <a:pt x="928" y="1286"/>
                    </a:lnTo>
                    <a:lnTo>
                      <a:pt x="928" y="1234"/>
                    </a:lnTo>
                    <a:lnTo>
                      <a:pt x="931" y="1219"/>
                    </a:lnTo>
                    <a:lnTo>
                      <a:pt x="938" y="1204"/>
                    </a:lnTo>
                    <a:lnTo>
                      <a:pt x="949" y="1192"/>
                    </a:lnTo>
                    <a:lnTo>
                      <a:pt x="963" y="1186"/>
                    </a:lnTo>
                    <a:lnTo>
                      <a:pt x="980" y="1183"/>
                    </a:lnTo>
                    <a:close/>
                    <a:moveTo>
                      <a:pt x="798" y="1068"/>
                    </a:moveTo>
                    <a:lnTo>
                      <a:pt x="812" y="1072"/>
                    </a:lnTo>
                    <a:lnTo>
                      <a:pt x="826" y="1080"/>
                    </a:lnTo>
                    <a:lnTo>
                      <a:pt x="835" y="1092"/>
                    </a:lnTo>
                    <a:lnTo>
                      <a:pt x="841" y="1105"/>
                    </a:lnTo>
                    <a:lnTo>
                      <a:pt x="841" y="1120"/>
                    </a:lnTo>
                    <a:lnTo>
                      <a:pt x="838" y="1135"/>
                    </a:lnTo>
                    <a:lnTo>
                      <a:pt x="830" y="1147"/>
                    </a:lnTo>
                    <a:lnTo>
                      <a:pt x="640" y="1360"/>
                    </a:lnTo>
                    <a:lnTo>
                      <a:pt x="629" y="1369"/>
                    </a:lnTo>
                    <a:lnTo>
                      <a:pt x="617" y="1375"/>
                    </a:lnTo>
                    <a:lnTo>
                      <a:pt x="604" y="1376"/>
                    </a:lnTo>
                    <a:lnTo>
                      <a:pt x="588" y="1373"/>
                    </a:lnTo>
                    <a:lnTo>
                      <a:pt x="574" y="1366"/>
                    </a:lnTo>
                    <a:lnTo>
                      <a:pt x="456" y="1271"/>
                    </a:lnTo>
                    <a:lnTo>
                      <a:pt x="446" y="1260"/>
                    </a:lnTo>
                    <a:lnTo>
                      <a:pt x="440" y="1246"/>
                    </a:lnTo>
                    <a:lnTo>
                      <a:pt x="438" y="1232"/>
                    </a:lnTo>
                    <a:lnTo>
                      <a:pt x="441" y="1217"/>
                    </a:lnTo>
                    <a:lnTo>
                      <a:pt x="448" y="1204"/>
                    </a:lnTo>
                    <a:lnTo>
                      <a:pt x="459" y="1195"/>
                    </a:lnTo>
                    <a:lnTo>
                      <a:pt x="473" y="1188"/>
                    </a:lnTo>
                    <a:lnTo>
                      <a:pt x="488" y="1187"/>
                    </a:lnTo>
                    <a:lnTo>
                      <a:pt x="502" y="1189"/>
                    </a:lnTo>
                    <a:lnTo>
                      <a:pt x="515" y="1197"/>
                    </a:lnTo>
                    <a:lnTo>
                      <a:pt x="598" y="1263"/>
                    </a:lnTo>
                    <a:lnTo>
                      <a:pt x="759" y="1084"/>
                    </a:lnTo>
                    <a:lnTo>
                      <a:pt x="770" y="1075"/>
                    </a:lnTo>
                    <a:lnTo>
                      <a:pt x="784" y="1069"/>
                    </a:lnTo>
                    <a:lnTo>
                      <a:pt x="798" y="1068"/>
                    </a:lnTo>
                    <a:close/>
                    <a:moveTo>
                      <a:pt x="155" y="360"/>
                    </a:moveTo>
                    <a:lnTo>
                      <a:pt x="573" y="360"/>
                    </a:lnTo>
                    <a:lnTo>
                      <a:pt x="569" y="386"/>
                    </a:lnTo>
                    <a:lnTo>
                      <a:pt x="568" y="413"/>
                    </a:lnTo>
                    <a:lnTo>
                      <a:pt x="571" y="455"/>
                    </a:lnTo>
                    <a:lnTo>
                      <a:pt x="581" y="494"/>
                    </a:lnTo>
                    <a:lnTo>
                      <a:pt x="596" y="530"/>
                    </a:lnTo>
                    <a:lnTo>
                      <a:pt x="617" y="564"/>
                    </a:lnTo>
                    <a:lnTo>
                      <a:pt x="642" y="593"/>
                    </a:lnTo>
                    <a:lnTo>
                      <a:pt x="672" y="620"/>
                    </a:lnTo>
                    <a:lnTo>
                      <a:pt x="706" y="640"/>
                    </a:lnTo>
                    <a:lnTo>
                      <a:pt x="742" y="656"/>
                    </a:lnTo>
                    <a:lnTo>
                      <a:pt x="782" y="665"/>
                    </a:lnTo>
                    <a:lnTo>
                      <a:pt x="823" y="669"/>
                    </a:lnTo>
                    <a:lnTo>
                      <a:pt x="1497" y="669"/>
                    </a:lnTo>
                    <a:lnTo>
                      <a:pt x="1539" y="665"/>
                    </a:lnTo>
                    <a:lnTo>
                      <a:pt x="1578" y="656"/>
                    </a:lnTo>
                    <a:lnTo>
                      <a:pt x="1614" y="640"/>
                    </a:lnTo>
                    <a:lnTo>
                      <a:pt x="1648" y="619"/>
                    </a:lnTo>
                    <a:lnTo>
                      <a:pt x="1678" y="593"/>
                    </a:lnTo>
                    <a:lnTo>
                      <a:pt x="1704" y="563"/>
                    </a:lnTo>
                    <a:lnTo>
                      <a:pt x="1725" y="529"/>
                    </a:lnTo>
                    <a:lnTo>
                      <a:pt x="1740" y="492"/>
                    </a:lnTo>
                    <a:lnTo>
                      <a:pt x="1750" y="452"/>
                    </a:lnTo>
                    <a:lnTo>
                      <a:pt x="1753" y="410"/>
                    </a:lnTo>
                    <a:lnTo>
                      <a:pt x="1752" y="385"/>
                    </a:lnTo>
                    <a:lnTo>
                      <a:pt x="1748" y="360"/>
                    </a:lnTo>
                    <a:lnTo>
                      <a:pt x="2063" y="360"/>
                    </a:lnTo>
                    <a:lnTo>
                      <a:pt x="2106" y="362"/>
                    </a:lnTo>
                    <a:lnTo>
                      <a:pt x="2146" y="369"/>
                    </a:lnTo>
                    <a:lnTo>
                      <a:pt x="2181" y="380"/>
                    </a:lnTo>
                    <a:lnTo>
                      <a:pt x="2213" y="393"/>
                    </a:lnTo>
                    <a:lnTo>
                      <a:pt x="2241" y="410"/>
                    </a:lnTo>
                    <a:lnTo>
                      <a:pt x="2265" y="431"/>
                    </a:lnTo>
                    <a:lnTo>
                      <a:pt x="2285" y="454"/>
                    </a:lnTo>
                    <a:lnTo>
                      <a:pt x="2300" y="479"/>
                    </a:lnTo>
                    <a:lnTo>
                      <a:pt x="2311" y="506"/>
                    </a:lnTo>
                    <a:lnTo>
                      <a:pt x="2318" y="536"/>
                    </a:lnTo>
                    <a:lnTo>
                      <a:pt x="2321" y="566"/>
                    </a:lnTo>
                    <a:lnTo>
                      <a:pt x="2321" y="2111"/>
                    </a:lnTo>
                    <a:lnTo>
                      <a:pt x="2294" y="2110"/>
                    </a:lnTo>
                    <a:lnTo>
                      <a:pt x="2269" y="2109"/>
                    </a:lnTo>
                    <a:lnTo>
                      <a:pt x="2198" y="2112"/>
                    </a:lnTo>
                    <a:lnTo>
                      <a:pt x="2129" y="2121"/>
                    </a:lnTo>
                    <a:lnTo>
                      <a:pt x="2063" y="2136"/>
                    </a:lnTo>
                    <a:lnTo>
                      <a:pt x="2063" y="926"/>
                    </a:lnTo>
                    <a:lnTo>
                      <a:pt x="258" y="926"/>
                    </a:lnTo>
                    <a:lnTo>
                      <a:pt x="258" y="2983"/>
                    </a:lnTo>
                    <a:lnTo>
                      <a:pt x="1447" y="2983"/>
                    </a:lnTo>
                    <a:lnTo>
                      <a:pt x="1453" y="3050"/>
                    </a:lnTo>
                    <a:lnTo>
                      <a:pt x="1465" y="3116"/>
                    </a:lnTo>
                    <a:lnTo>
                      <a:pt x="1483" y="3179"/>
                    </a:lnTo>
                    <a:lnTo>
                      <a:pt x="1505" y="3240"/>
                    </a:lnTo>
                    <a:lnTo>
                      <a:pt x="207" y="3240"/>
                    </a:lnTo>
                    <a:lnTo>
                      <a:pt x="169" y="3237"/>
                    </a:lnTo>
                    <a:lnTo>
                      <a:pt x="134" y="3227"/>
                    </a:lnTo>
                    <a:lnTo>
                      <a:pt x="103" y="3212"/>
                    </a:lnTo>
                    <a:lnTo>
                      <a:pt x="73" y="3192"/>
                    </a:lnTo>
                    <a:lnTo>
                      <a:pt x="49" y="3167"/>
                    </a:lnTo>
                    <a:lnTo>
                      <a:pt x="28" y="3139"/>
                    </a:lnTo>
                    <a:lnTo>
                      <a:pt x="13" y="3106"/>
                    </a:lnTo>
                    <a:lnTo>
                      <a:pt x="3" y="3071"/>
                    </a:lnTo>
                    <a:lnTo>
                      <a:pt x="0" y="3034"/>
                    </a:lnTo>
                    <a:lnTo>
                      <a:pt x="0" y="566"/>
                    </a:lnTo>
                    <a:lnTo>
                      <a:pt x="3" y="532"/>
                    </a:lnTo>
                    <a:lnTo>
                      <a:pt x="10" y="501"/>
                    </a:lnTo>
                    <a:lnTo>
                      <a:pt x="22" y="471"/>
                    </a:lnTo>
                    <a:lnTo>
                      <a:pt x="37" y="444"/>
                    </a:lnTo>
                    <a:lnTo>
                      <a:pt x="55" y="420"/>
                    </a:lnTo>
                    <a:lnTo>
                      <a:pt x="73" y="399"/>
                    </a:lnTo>
                    <a:lnTo>
                      <a:pt x="94" y="383"/>
                    </a:lnTo>
                    <a:lnTo>
                      <a:pt x="115" y="371"/>
                    </a:lnTo>
                    <a:lnTo>
                      <a:pt x="136" y="362"/>
                    </a:lnTo>
                    <a:lnTo>
                      <a:pt x="155" y="360"/>
                    </a:lnTo>
                    <a:close/>
                    <a:moveTo>
                      <a:pt x="1160" y="103"/>
                    </a:moveTo>
                    <a:lnTo>
                      <a:pt x="1139" y="106"/>
                    </a:lnTo>
                    <a:lnTo>
                      <a:pt x="1121" y="113"/>
                    </a:lnTo>
                    <a:lnTo>
                      <a:pt x="1106" y="125"/>
                    </a:lnTo>
                    <a:lnTo>
                      <a:pt x="1094" y="141"/>
                    </a:lnTo>
                    <a:lnTo>
                      <a:pt x="1086" y="159"/>
                    </a:lnTo>
                    <a:lnTo>
                      <a:pt x="1083" y="180"/>
                    </a:lnTo>
                    <a:lnTo>
                      <a:pt x="1086" y="201"/>
                    </a:lnTo>
                    <a:lnTo>
                      <a:pt x="1094" y="219"/>
                    </a:lnTo>
                    <a:lnTo>
                      <a:pt x="1106" y="235"/>
                    </a:lnTo>
                    <a:lnTo>
                      <a:pt x="1121" y="247"/>
                    </a:lnTo>
                    <a:lnTo>
                      <a:pt x="1139" y="254"/>
                    </a:lnTo>
                    <a:lnTo>
                      <a:pt x="1160" y="257"/>
                    </a:lnTo>
                    <a:lnTo>
                      <a:pt x="1181" y="254"/>
                    </a:lnTo>
                    <a:lnTo>
                      <a:pt x="1200" y="247"/>
                    </a:lnTo>
                    <a:lnTo>
                      <a:pt x="1215" y="235"/>
                    </a:lnTo>
                    <a:lnTo>
                      <a:pt x="1227" y="219"/>
                    </a:lnTo>
                    <a:lnTo>
                      <a:pt x="1235" y="201"/>
                    </a:lnTo>
                    <a:lnTo>
                      <a:pt x="1238" y="180"/>
                    </a:lnTo>
                    <a:lnTo>
                      <a:pt x="1235" y="159"/>
                    </a:lnTo>
                    <a:lnTo>
                      <a:pt x="1227" y="141"/>
                    </a:lnTo>
                    <a:lnTo>
                      <a:pt x="1215" y="125"/>
                    </a:lnTo>
                    <a:lnTo>
                      <a:pt x="1200" y="113"/>
                    </a:lnTo>
                    <a:lnTo>
                      <a:pt x="1181" y="106"/>
                    </a:lnTo>
                    <a:lnTo>
                      <a:pt x="1160" y="103"/>
                    </a:lnTo>
                    <a:close/>
                    <a:moveTo>
                      <a:pt x="1158" y="0"/>
                    </a:moveTo>
                    <a:lnTo>
                      <a:pt x="1162" y="0"/>
                    </a:lnTo>
                    <a:lnTo>
                      <a:pt x="1194" y="3"/>
                    </a:lnTo>
                    <a:lnTo>
                      <a:pt x="1225" y="11"/>
                    </a:lnTo>
                    <a:lnTo>
                      <a:pt x="1252" y="24"/>
                    </a:lnTo>
                    <a:lnTo>
                      <a:pt x="1277" y="41"/>
                    </a:lnTo>
                    <a:lnTo>
                      <a:pt x="1299" y="63"/>
                    </a:lnTo>
                    <a:lnTo>
                      <a:pt x="1317" y="88"/>
                    </a:lnTo>
                    <a:lnTo>
                      <a:pt x="1330" y="116"/>
                    </a:lnTo>
                    <a:lnTo>
                      <a:pt x="1337" y="146"/>
                    </a:lnTo>
                    <a:lnTo>
                      <a:pt x="1341" y="178"/>
                    </a:lnTo>
                    <a:lnTo>
                      <a:pt x="1341" y="180"/>
                    </a:lnTo>
                    <a:lnTo>
                      <a:pt x="1343" y="201"/>
                    </a:lnTo>
                    <a:lnTo>
                      <a:pt x="1352" y="219"/>
                    </a:lnTo>
                    <a:lnTo>
                      <a:pt x="1364" y="235"/>
                    </a:lnTo>
                    <a:lnTo>
                      <a:pt x="1379" y="247"/>
                    </a:lnTo>
                    <a:lnTo>
                      <a:pt x="1396" y="254"/>
                    </a:lnTo>
                    <a:lnTo>
                      <a:pt x="1417" y="257"/>
                    </a:lnTo>
                    <a:lnTo>
                      <a:pt x="1497" y="257"/>
                    </a:lnTo>
                    <a:lnTo>
                      <a:pt x="1528" y="261"/>
                    </a:lnTo>
                    <a:lnTo>
                      <a:pt x="1556" y="269"/>
                    </a:lnTo>
                    <a:lnTo>
                      <a:pt x="1582" y="284"/>
                    </a:lnTo>
                    <a:lnTo>
                      <a:pt x="1605" y="302"/>
                    </a:lnTo>
                    <a:lnTo>
                      <a:pt x="1624" y="324"/>
                    </a:lnTo>
                    <a:lnTo>
                      <a:pt x="1638" y="350"/>
                    </a:lnTo>
                    <a:lnTo>
                      <a:pt x="1647" y="380"/>
                    </a:lnTo>
                    <a:lnTo>
                      <a:pt x="1650" y="410"/>
                    </a:lnTo>
                    <a:lnTo>
                      <a:pt x="1650" y="413"/>
                    </a:lnTo>
                    <a:lnTo>
                      <a:pt x="1647" y="444"/>
                    </a:lnTo>
                    <a:lnTo>
                      <a:pt x="1638" y="472"/>
                    </a:lnTo>
                    <a:lnTo>
                      <a:pt x="1624" y="499"/>
                    </a:lnTo>
                    <a:lnTo>
                      <a:pt x="1605" y="521"/>
                    </a:lnTo>
                    <a:lnTo>
                      <a:pt x="1582" y="540"/>
                    </a:lnTo>
                    <a:lnTo>
                      <a:pt x="1556" y="554"/>
                    </a:lnTo>
                    <a:lnTo>
                      <a:pt x="1528" y="563"/>
                    </a:lnTo>
                    <a:lnTo>
                      <a:pt x="1497" y="566"/>
                    </a:lnTo>
                    <a:lnTo>
                      <a:pt x="823" y="566"/>
                    </a:lnTo>
                    <a:lnTo>
                      <a:pt x="793" y="563"/>
                    </a:lnTo>
                    <a:lnTo>
                      <a:pt x="764" y="554"/>
                    </a:lnTo>
                    <a:lnTo>
                      <a:pt x="738" y="540"/>
                    </a:lnTo>
                    <a:lnTo>
                      <a:pt x="715" y="521"/>
                    </a:lnTo>
                    <a:lnTo>
                      <a:pt x="697" y="499"/>
                    </a:lnTo>
                    <a:lnTo>
                      <a:pt x="682" y="472"/>
                    </a:lnTo>
                    <a:lnTo>
                      <a:pt x="674" y="444"/>
                    </a:lnTo>
                    <a:lnTo>
                      <a:pt x="670" y="413"/>
                    </a:lnTo>
                    <a:lnTo>
                      <a:pt x="670" y="410"/>
                    </a:lnTo>
                    <a:lnTo>
                      <a:pt x="674" y="380"/>
                    </a:lnTo>
                    <a:lnTo>
                      <a:pt x="682" y="350"/>
                    </a:lnTo>
                    <a:lnTo>
                      <a:pt x="697" y="324"/>
                    </a:lnTo>
                    <a:lnTo>
                      <a:pt x="715" y="302"/>
                    </a:lnTo>
                    <a:lnTo>
                      <a:pt x="738" y="284"/>
                    </a:lnTo>
                    <a:lnTo>
                      <a:pt x="764" y="269"/>
                    </a:lnTo>
                    <a:lnTo>
                      <a:pt x="793" y="261"/>
                    </a:lnTo>
                    <a:lnTo>
                      <a:pt x="823" y="257"/>
                    </a:lnTo>
                    <a:lnTo>
                      <a:pt x="903" y="257"/>
                    </a:lnTo>
                    <a:lnTo>
                      <a:pt x="923" y="254"/>
                    </a:lnTo>
                    <a:lnTo>
                      <a:pt x="942" y="247"/>
                    </a:lnTo>
                    <a:lnTo>
                      <a:pt x="957" y="235"/>
                    </a:lnTo>
                    <a:lnTo>
                      <a:pt x="969" y="219"/>
                    </a:lnTo>
                    <a:lnTo>
                      <a:pt x="977" y="201"/>
                    </a:lnTo>
                    <a:lnTo>
                      <a:pt x="980" y="180"/>
                    </a:lnTo>
                    <a:lnTo>
                      <a:pt x="980" y="178"/>
                    </a:lnTo>
                    <a:lnTo>
                      <a:pt x="983" y="146"/>
                    </a:lnTo>
                    <a:lnTo>
                      <a:pt x="991" y="116"/>
                    </a:lnTo>
                    <a:lnTo>
                      <a:pt x="1004" y="88"/>
                    </a:lnTo>
                    <a:lnTo>
                      <a:pt x="1021" y="63"/>
                    </a:lnTo>
                    <a:lnTo>
                      <a:pt x="1043" y="41"/>
                    </a:lnTo>
                    <a:lnTo>
                      <a:pt x="1068" y="24"/>
                    </a:lnTo>
                    <a:lnTo>
                      <a:pt x="1096" y="11"/>
                    </a:lnTo>
                    <a:lnTo>
                      <a:pt x="1126" y="3"/>
                    </a:lnTo>
                    <a:lnTo>
                      <a:pt x="1158" y="0"/>
                    </a:lnTo>
                    <a:close/>
                  </a:path>
                </a:pathLst>
              </a:custGeom>
              <a:solidFill>
                <a:schemeClr val="accent6"/>
              </a:solidFill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xmlns="" val="1935223717"/>
      </p:ext>
    </p:extLst>
  </p:cSld>
  <p:clrMapOvr>
    <a:masterClrMapping/>
  </p:clrMapOvr>
  <p:transition spd="med">
    <p:fade/>
  </p:transition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3165454" y="928670"/>
            <a:ext cx="4846672" cy="50720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68" name="직사각형 67"/>
          <p:cNvSpPr/>
          <p:nvPr/>
        </p:nvSpPr>
        <p:spPr>
          <a:xfrm>
            <a:off x="379372" y="428604"/>
            <a:ext cx="2286016" cy="78581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b="1" dirty="0" err="1" smtClean="0"/>
              <a:t>AdminCouse</a:t>
            </a:r>
            <a:endParaRPr lang="ko-KR" altLang="en-US" b="1" dirty="0"/>
          </a:p>
        </p:txBody>
      </p:sp>
      <p:sp>
        <p:nvSpPr>
          <p:cNvPr id="69" name="직사각형 68"/>
          <p:cNvSpPr/>
          <p:nvPr/>
        </p:nvSpPr>
        <p:spPr>
          <a:xfrm>
            <a:off x="307934" y="357166"/>
            <a:ext cx="2428892" cy="928694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b="1" dirty="0"/>
          </a:p>
        </p:txBody>
      </p:sp>
      <p:sp>
        <p:nvSpPr>
          <p:cNvPr id="6" name="직사각형 5"/>
          <p:cNvSpPr/>
          <p:nvPr/>
        </p:nvSpPr>
        <p:spPr>
          <a:xfrm>
            <a:off x="6110430" y="2598219"/>
            <a:ext cx="1515025" cy="374443"/>
          </a:xfrm>
          <a:prstGeom prst="rect">
            <a:avLst/>
          </a:prstGeom>
          <a:noFill/>
          <a:ln w="5715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1" name="TextBox 20"/>
          <p:cNvSpPr txBox="1"/>
          <p:nvPr/>
        </p:nvSpPr>
        <p:spPr>
          <a:xfrm>
            <a:off x="8023238" y="2643182"/>
            <a:ext cx="3357586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 smtClean="0"/>
              <a:t>=&gt; </a:t>
            </a:r>
            <a:r>
              <a:rPr lang="ko-KR" altLang="en-US" sz="1400" dirty="0" smtClean="0"/>
              <a:t>과목 추가 시 정원 값을 설정하면</a:t>
            </a:r>
            <a:endParaRPr lang="en-US" altLang="ko-KR" sz="1400" dirty="0" smtClean="0"/>
          </a:p>
          <a:p>
            <a:r>
              <a:rPr lang="ko-KR" altLang="en-US" sz="1400" dirty="0" smtClean="0"/>
              <a:t>     설정한 값으로 신청 인원을</a:t>
            </a:r>
            <a:endParaRPr lang="en-US" altLang="ko-KR" sz="1400" dirty="0" smtClean="0"/>
          </a:p>
          <a:p>
            <a:r>
              <a:rPr lang="en-US" altLang="ko-KR" sz="1400" dirty="0" smtClean="0"/>
              <a:t>     </a:t>
            </a:r>
            <a:r>
              <a:rPr lang="ko-KR" altLang="en-US" sz="1400" dirty="0" smtClean="0"/>
              <a:t>제한할 수 있습니다</a:t>
            </a:r>
            <a:r>
              <a:rPr lang="en-US" altLang="ko-KR" sz="1400" dirty="0" smtClean="0"/>
              <a:t>.</a:t>
            </a:r>
            <a:endParaRPr lang="ko-KR" altLang="en-US" sz="1400" dirty="0"/>
          </a:p>
        </p:txBody>
      </p:sp>
      <p:grpSp>
        <p:nvGrpSpPr>
          <p:cNvPr id="24" name="그룹 23"/>
          <p:cNvGrpSpPr/>
          <p:nvPr/>
        </p:nvGrpSpPr>
        <p:grpSpPr>
          <a:xfrm>
            <a:off x="11452262" y="6142964"/>
            <a:ext cx="736563" cy="715036"/>
            <a:chOff x="4228307" y="2232261"/>
            <a:chExt cx="4037011" cy="3919022"/>
          </a:xfrm>
        </p:grpSpPr>
        <p:grpSp>
          <p:nvGrpSpPr>
            <p:cNvPr id="25" name="그룹 50"/>
            <p:cNvGrpSpPr/>
            <p:nvPr/>
          </p:nvGrpSpPr>
          <p:grpSpPr>
            <a:xfrm>
              <a:off x="5500764" y="2232261"/>
              <a:ext cx="1504804" cy="1944083"/>
              <a:chOff x="5348364" y="2079861"/>
              <a:chExt cx="1504804" cy="1944083"/>
            </a:xfrm>
          </p:grpSpPr>
          <p:sp>
            <p:nvSpPr>
              <p:cNvPr id="52" name="Freeform 24"/>
              <p:cNvSpPr>
                <a:spLocks noEditPoints="1"/>
              </p:cNvSpPr>
              <p:nvPr/>
            </p:nvSpPr>
            <p:spPr bwMode="auto">
              <a:xfrm>
                <a:off x="5348364" y="2079861"/>
                <a:ext cx="1504804" cy="1944083"/>
              </a:xfrm>
              <a:custGeom>
                <a:avLst/>
                <a:gdLst>
                  <a:gd name="T0" fmla="*/ 679 w 1658"/>
                  <a:gd name="T1" fmla="*/ 110 h 2143"/>
                  <a:gd name="T2" fmla="*/ 476 w 1658"/>
                  <a:gd name="T3" fmla="*/ 189 h 2143"/>
                  <a:gd name="T4" fmla="*/ 310 w 1658"/>
                  <a:gd name="T5" fmla="*/ 324 h 2143"/>
                  <a:gd name="T6" fmla="*/ 193 w 1658"/>
                  <a:gd name="T7" fmla="*/ 503 h 2143"/>
                  <a:gd name="T8" fmla="*/ 134 w 1658"/>
                  <a:gd name="T9" fmla="*/ 717 h 2143"/>
                  <a:gd name="T10" fmla="*/ 146 w 1658"/>
                  <a:gd name="T11" fmla="*/ 942 h 2143"/>
                  <a:gd name="T12" fmla="*/ 225 w 1658"/>
                  <a:gd name="T13" fmla="*/ 1145 h 2143"/>
                  <a:gd name="T14" fmla="*/ 360 w 1658"/>
                  <a:gd name="T15" fmla="*/ 1311 h 2143"/>
                  <a:gd name="T16" fmla="*/ 541 w 1658"/>
                  <a:gd name="T17" fmla="*/ 1429 h 2143"/>
                  <a:gd name="T18" fmla="*/ 753 w 1658"/>
                  <a:gd name="T19" fmla="*/ 1487 h 2143"/>
                  <a:gd name="T20" fmla="*/ 979 w 1658"/>
                  <a:gd name="T21" fmla="*/ 1475 h 2143"/>
                  <a:gd name="T22" fmla="*/ 1182 w 1658"/>
                  <a:gd name="T23" fmla="*/ 1396 h 2143"/>
                  <a:gd name="T24" fmla="*/ 1348 w 1658"/>
                  <a:gd name="T25" fmla="*/ 1260 h 2143"/>
                  <a:gd name="T26" fmla="*/ 1465 w 1658"/>
                  <a:gd name="T27" fmla="*/ 1081 h 2143"/>
                  <a:gd name="T28" fmla="*/ 1525 w 1658"/>
                  <a:gd name="T29" fmla="*/ 869 h 2143"/>
                  <a:gd name="T30" fmla="*/ 1512 w 1658"/>
                  <a:gd name="T31" fmla="*/ 642 h 2143"/>
                  <a:gd name="T32" fmla="*/ 1433 w 1658"/>
                  <a:gd name="T33" fmla="*/ 440 h 2143"/>
                  <a:gd name="T34" fmla="*/ 1298 w 1658"/>
                  <a:gd name="T35" fmla="*/ 274 h 2143"/>
                  <a:gd name="T36" fmla="*/ 1117 w 1658"/>
                  <a:gd name="T37" fmla="*/ 155 h 2143"/>
                  <a:gd name="T38" fmla="*/ 905 w 1658"/>
                  <a:gd name="T39" fmla="*/ 97 h 2143"/>
                  <a:gd name="T40" fmla="*/ 913 w 1658"/>
                  <a:gd name="T41" fmla="*/ 4 h 2143"/>
                  <a:gd name="T42" fmla="*/ 1152 w 1658"/>
                  <a:gd name="T43" fmla="*/ 65 h 2143"/>
                  <a:gd name="T44" fmla="*/ 1356 w 1658"/>
                  <a:gd name="T45" fmla="*/ 189 h 2143"/>
                  <a:gd name="T46" fmla="*/ 1516 w 1658"/>
                  <a:gd name="T47" fmla="*/ 366 h 2143"/>
                  <a:gd name="T48" fmla="*/ 1620 w 1658"/>
                  <a:gd name="T49" fmla="*/ 583 h 2143"/>
                  <a:gd name="T50" fmla="*/ 1658 w 1658"/>
                  <a:gd name="T51" fmla="*/ 828 h 2143"/>
                  <a:gd name="T52" fmla="*/ 1637 w 1658"/>
                  <a:gd name="T53" fmla="*/ 971 h 2143"/>
                  <a:gd name="T54" fmla="*/ 1577 w 1658"/>
                  <a:gd name="T55" fmla="*/ 1131 h 2143"/>
                  <a:gd name="T56" fmla="*/ 1489 w 1658"/>
                  <a:gd name="T57" fmla="*/ 1298 h 2143"/>
                  <a:gd name="T58" fmla="*/ 1382 w 1658"/>
                  <a:gd name="T59" fmla="*/ 1468 h 2143"/>
                  <a:gd name="T60" fmla="*/ 1264 w 1658"/>
                  <a:gd name="T61" fmla="*/ 1631 h 2143"/>
                  <a:gd name="T62" fmla="*/ 1144 w 1658"/>
                  <a:gd name="T63" fmla="*/ 1785 h 2143"/>
                  <a:gd name="T64" fmla="*/ 1032 w 1658"/>
                  <a:gd name="T65" fmla="*/ 1918 h 2143"/>
                  <a:gd name="T66" fmla="*/ 936 w 1658"/>
                  <a:gd name="T67" fmla="*/ 2027 h 2143"/>
                  <a:gd name="T68" fmla="*/ 868 w 1658"/>
                  <a:gd name="T69" fmla="*/ 2103 h 2143"/>
                  <a:gd name="T70" fmla="*/ 831 w 1658"/>
                  <a:gd name="T71" fmla="*/ 2141 h 2143"/>
                  <a:gd name="T72" fmla="*/ 819 w 1658"/>
                  <a:gd name="T73" fmla="*/ 2133 h 2143"/>
                  <a:gd name="T74" fmla="*/ 772 w 1658"/>
                  <a:gd name="T75" fmla="*/ 2081 h 2143"/>
                  <a:gd name="T76" fmla="*/ 692 w 1658"/>
                  <a:gd name="T77" fmla="*/ 1994 h 2143"/>
                  <a:gd name="T78" fmla="*/ 590 w 1658"/>
                  <a:gd name="T79" fmla="*/ 1876 h 2143"/>
                  <a:gd name="T80" fmla="*/ 475 w 1658"/>
                  <a:gd name="T81" fmla="*/ 1735 h 2143"/>
                  <a:gd name="T82" fmla="*/ 355 w 1658"/>
                  <a:gd name="T83" fmla="*/ 1577 h 2143"/>
                  <a:gd name="T84" fmla="*/ 239 w 1658"/>
                  <a:gd name="T85" fmla="*/ 1411 h 2143"/>
                  <a:gd name="T86" fmla="*/ 138 w 1658"/>
                  <a:gd name="T87" fmla="*/ 1241 h 2143"/>
                  <a:gd name="T88" fmla="*/ 58 w 1658"/>
                  <a:gd name="T89" fmla="*/ 1077 h 2143"/>
                  <a:gd name="T90" fmla="*/ 9 w 1658"/>
                  <a:gd name="T91" fmla="*/ 923 h 2143"/>
                  <a:gd name="T92" fmla="*/ 4 w 1658"/>
                  <a:gd name="T93" fmla="*/ 745 h 2143"/>
                  <a:gd name="T94" fmla="*/ 65 w 1658"/>
                  <a:gd name="T95" fmla="*/ 506 h 2143"/>
                  <a:gd name="T96" fmla="*/ 189 w 1658"/>
                  <a:gd name="T97" fmla="*/ 302 h 2143"/>
                  <a:gd name="T98" fmla="*/ 366 w 1658"/>
                  <a:gd name="T99" fmla="*/ 142 h 2143"/>
                  <a:gd name="T100" fmla="*/ 583 w 1658"/>
                  <a:gd name="T101" fmla="*/ 38 h 2143"/>
                  <a:gd name="T102" fmla="*/ 828 w 1658"/>
                  <a:gd name="T103" fmla="*/ 0 h 21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</a:cxnLst>
                <a:rect l="0" t="0" r="r" b="b"/>
                <a:pathLst>
                  <a:path w="1658" h="2143">
                    <a:moveTo>
                      <a:pt x="828" y="93"/>
                    </a:moveTo>
                    <a:lnTo>
                      <a:pt x="753" y="97"/>
                    </a:lnTo>
                    <a:lnTo>
                      <a:pt x="679" y="110"/>
                    </a:lnTo>
                    <a:lnTo>
                      <a:pt x="608" y="130"/>
                    </a:lnTo>
                    <a:lnTo>
                      <a:pt x="541" y="155"/>
                    </a:lnTo>
                    <a:lnTo>
                      <a:pt x="476" y="189"/>
                    </a:lnTo>
                    <a:lnTo>
                      <a:pt x="417" y="228"/>
                    </a:lnTo>
                    <a:lnTo>
                      <a:pt x="360" y="274"/>
                    </a:lnTo>
                    <a:lnTo>
                      <a:pt x="310" y="324"/>
                    </a:lnTo>
                    <a:lnTo>
                      <a:pt x="264" y="379"/>
                    </a:lnTo>
                    <a:lnTo>
                      <a:pt x="225" y="440"/>
                    </a:lnTo>
                    <a:lnTo>
                      <a:pt x="193" y="503"/>
                    </a:lnTo>
                    <a:lnTo>
                      <a:pt x="166" y="572"/>
                    </a:lnTo>
                    <a:lnTo>
                      <a:pt x="146" y="642"/>
                    </a:lnTo>
                    <a:lnTo>
                      <a:pt x="134" y="717"/>
                    </a:lnTo>
                    <a:lnTo>
                      <a:pt x="130" y="792"/>
                    </a:lnTo>
                    <a:lnTo>
                      <a:pt x="134" y="869"/>
                    </a:lnTo>
                    <a:lnTo>
                      <a:pt x="146" y="942"/>
                    </a:lnTo>
                    <a:lnTo>
                      <a:pt x="166" y="1013"/>
                    </a:lnTo>
                    <a:lnTo>
                      <a:pt x="193" y="1081"/>
                    </a:lnTo>
                    <a:lnTo>
                      <a:pt x="225" y="1145"/>
                    </a:lnTo>
                    <a:lnTo>
                      <a:pt x="264" y="1205"/>
                    </a:lnTo>
                    <a:lnTo>
                      <a:pt x="310" y="1260"/>
                    </a:lnTo>
                    <a:lnTo>
                      <a:pt x="360" y="1311"/>
                    </a:lnTo>
                    <a:lnTo>
                      <a:pt x="417" y="1356"/>
                    </a:lnTo>
                    <a:lnTo>
                      <a:pt x="476" y="1396"/>
                    </a:lnTo>
                    <a:lnTo>
                      <a:pt x="541" y="1429"/>
                    </a:lnTo>
                    <a:lnTo>
                      <a:pt x="608" y="1456"/>
                    </a:lnTo>
                    <a:lnTo>
                      <a:pt x="679" y="1475"/>
                    </a:lnTo>
                    <a:lnTo>
                      <a:pt x="753" y="1487"/>
                    </a:lnTo>
                    <a:lnTo>
                      <a:pt x="828" y="1491"/>
                    </a:lnTo>
                    <a:lnTo>
                      <a:pt x="905" y="1487"/>
                    </a:lnTo>
                    <a:lnTo>
                      <a:pt x="979" y="1475"/>
                    </a:lnTo>
                    <a:lnTo>
                      <a:pt x="1050" y="1456"/>
                    </a:lnTo>
                    <a:lnTo>
                      <a:pt x="1117" y="1429"/>
                    </a:lnTo>
                    <a:lnTo>
                      <a:pt x="1182" y="1396"/>
                    </a:lnTo>
                    <a:lnTo>
                      <a:pt x="1241" y="1356"/>
                    </a:lnTo>
                    <a:lnTo>
                      <a:pt x="1298" y="1311"/>
                    </a:lnTo>
                    <a:lnTo>
                      <a:pt x="1348" y="1260"/>
                    </a:lnTo>
                    <a:lnTo>
                      <a:pt x="1394" y="1205"/>
                    </a:lnTo>
                    <a:lnTo>
                      <a:pt x="1433" y="1145"/>
                    </a:lnTo>
                    <a:lnTo>
                      <a:pt x="1465" y="1081"/>
                    </a:lnTo>
                    <a:lnTo>
                      <a:pt x="1492" y="1013"/>
                    </a:lnTo>
                    <a:lnTo>
                      <a:pt x="1512" y="942"/>
                    </a:lnTo>
                    <a:lnTo>
                      <a:pt x="1525" y="869"/>
                    </a:lnTo>
                    <a:lnTo>
                      <a:pt x="1529" y="792"/>
                    </a:lnTo>
                    <a:lnTo>
                      <a:pt x="1525" y="717"/>
                    </a:lnTo>
                    <a:lnTo>
                      <a:pt x="1512" y="642"/>
                    </a:lnTo>
                    <a:lnTo>
                      <a:pt x="1492" y="572"/>
                    </a:lnTo>
                    <a:lnTo>
                      <a:pt x="1465" y="503"/>
                    </a:lnTo>
                    <a:lnTo>
                      <a:pt x="1433" y="440"/>
                    </a:lnTo>
                    <a:lnTo>
                      <a:pt x="1394" y="379"/>
                    </a:lnTo>
                    <a:lnTo>
                      <a:pt x="1348" y="324"/>
                    </a:lnTo>
                    <a:lnTo>
                      <a:pt x="1298" y="274"/>
                    </a:lnTo>
                    <a:lnTo>
                      <a:pt x="1241" y="228"/>
                    </a:lnTo>
                    <a:lnTo>
                      <a:pt x="1182" y="189"/>
                    </a:lnTo>
                    <a:lnTo>
                      <a:pt x="1117" y="155"/>
                    </a:lnTo>
                    <a:lnTo>
                      <a:pt x="1050" y="130"/>
                    </a:lnTo>
                    <a:lnTo>
                      <a:pt x="979" y="110"/>
                    </a:lnTo>
                    <a:lnTo>
                      <a:pt x="905" y="97"/>
                    </a:lnTo>
                    <a:lnTo>
                      <a:pt x="828" y="93"/>
                    </a:lnTo>
                    <a:close/>
                    <a:moveTo>
                      <a:pt x="828" y="0"/>
                    </a:moveTo>
                    <a:lnTo>
                      <a:pt x="913" y="4"/>
                    </a:lnTo>
                    <a:lnTo>
                      <a:pt x="996" y="18"/>
                    </a:lnTo>
                    <a:lnTo>
                      <a:pt x="1075" y="38"/>
                    </a:lnTo>
                    <a:lnTo>
                      <a:pt x="1152" y="65"/>
                    </a:lnTo>
                    <a:lnTo>
                      <a:pt x="1224" y="100"/>
                    </a:lnTo>
                    <a:lnTo>
                      <a:pt x="1292" y="142"/>
                    </a:lnTo>
                    <a:lnTo>
                      <a:pt x="1356" y="189"/>
                    </a:lnTo>
                    <a:lnTo>
                      <a:pt x="1415" y="243"/>
                    </a:lnTo>
                    <a:lnTo>
                      <a:pt x="1469" y="302"/>
                    </a:lnTo>
                    <a:lnTo>
                      <a:pt x="1516" y="366"/>
                    </a:lnTo>
                    <a:lnTo>
                      <a:pt x="1558" y="435"/>
                    </a:lnTo>
                    <a:lnTo>
                      <a:pt x="1593" y="506"/>
                    </a:lnTo>
                    <a:lnTo>
                      <a:pt x="1620" y="583"/>
                    </a:lnTo>
                    <a:lnTo>
                      <a:pt x="1641" y="663"/>
                    </a:lnTo>
                    <a:lnTo>
                      <a:pt x="1654" y="745"/>
                    </a:lnTo>
                    <a:lnTo>
                      <a:pt x="1658" y="828"/>
                    </a:lnTo>
                    <a:lnTo>
                      <a:pt x="1655" y="874"/>
                    </a:lnTo>
                    <a:lnTo>
                      <a:pt x="1649" y="923"/>
                    </a:lnTo>
                    <a:lnTo>
                      <a:pt x="1637" y="971"/>
                    </a:lnTo>
                    <a:lnTo>
                      <a:pt x="1620" y="1024"/>
                    </a:lnTo>
                    <a:lnTo>
                      <a:pt x="1600" y="1077"/>
                    </a:lnTo>
                    <a:lnTo>
                      <a:pt x="1577" y="1131"/>
                    </a:lnTo>
                    <a:lnTo>
                      <a:pt x="1550" y="1186"/>
                    </a:lnTo>
                    <a:lnTo>
                      <a:pt x="1520" y="1241"/>
                    </a:lnTo>
                    <a:lnTo>
                      <a:pt x="1489" y="1298"/>
                    </a:lnTo>
                    <a:lnTo>
                      <a:pt x="1454" y="1354"/>
                    </a:lnTo>
                    <a:lnTo>
                      <a:pt x="1419" y="1411"/>
                    </a:lnTo>
                    <a:lnTo>
                      <a:pt x="1382" y="1468"/>
                    </a:lnTo>
                    <a:lnTo>
                      <a:pt x="1342" y="1523"/>
                    </a:lnTo>
                    <a:lnTo>
                      <a:pt x="1303" y="1577"/>
                    </a:lnTo>
                    <a:lnTo>
                      <a:pt x="1264" y="1631"/>
                    </a:lnTo>
                    <a:lnTo>
                      <a:pt x="1224" y="1684"/>
                    </a:lnTo>
                    <a:lnTo>
                      <a:pt x="1183" y="1735"/>
                    </a:lnTo>
                    <a:lnTo>
                      <a:pt x="1144" y="1785"/>
                    </a:lnTo>
                    <a:lnTo>
                      <a:pt x="1105" y="1831"/>
                    </a:lnTo>
                    <a:lnTo>
                      <a:pt x="1069" y="1876"/>
                    </a:lnTo>
                    <a:lnTo>
                      <a:pt x="1032" y="1918"/>
                    </a:lnTo>
                    <a:lnTo>
                      <a:pt x="998" y="1957"/>
                    </a:lnTo>
                    <a:lnTo>
                      <a:pt x="966" y="1994"/>
                    </a:lnTo>
                    <a:lnTo>
                      <a:pt x="936" y="2027"/>
                    </a:lnTo>
                    <a:lnTo>
                      <a:pt x="911" y="2056"/>
                    </a:lnTo>
                    <a:lnTo>
                      <a:pt x="886" y="2081"/>
                    </a:lnTo>
                    <a:lnTo>
                      <a:pt x="868" y="2103"/>
                    </a:lnTo>
                    <a:lnTo>
                      <a:pt x="851" y="2121"/>
                    </a:lnTo>
                    <a:lnTo>
                      <a:pt x="839" y="2133"/>
                    </a:lnTo>
                    <a:lnTo>
                      <a:pt x="831" y="2141"/>
                    </a:lnTo>
                    <a:lnTo>
                      <a:pt x="828" y="2143"/>
                    </a:lnTo>
                    <a:lnTo>
                      <a:pt x="827" y="2141"/>
                    </a:lnTo>
                    <a:lnTo>
                      <a:pt x="819" y="2133"/>
                    </a:lnTo>
                    <a:lnTo>
                      <a:pt x="807" y="2121"/>
                    </a:lnTo>
                    <a:lnTo>
                      <a:pt x="791" y="2103"/>
                    </a:lnTo>
                    <a:lnTo>
                      <a:pt x="772" y="2081"/>
                    </a:lnTo>
                    <a:lnTo>
                      <a:pt x="747" y="2056"/>
                    </a:lnTo>
                    <a:lnTo>
                      <a:pt x="722" y="2027"/>
                    </a:lnTo>
                    <a:lnTo>
                      <a:pt x="692" y="1994"/>
                    </a:lnTo>
                    <a:lnTo>
                      <a:pt x="660" y="1957"/>
                    </a:lnTo>
                    <a:lnTo>
                      <a:pt x="626" y="1918"/>
                    </a:lnTo>
                    <a:lnTo>
                      <a:pt x="590" y="1876"/>
                    </a:lnTo>
                    <a:lnTo>
                      <a:pt x="553" y="1831"/>
                    </a:lnTo>
                    <a:lnTo>
                      <a:pt x="514" y="1785"/>
                    </a:lnTo>
                    <a:lnTo>
                      <a:pt x="475" y="1735"/>
                    </a:lnTo>
                    <a:lnTo>
                      <a:pt x="434" y="1684"/>
                    </a:lnTo>
                    <a:lnTo>
                      <a:pt x="394" y="1631"/>
                    </a:lnTo>
                    <a:lnTo>
                      <a:pt x="355" y="1577"/>
                    </a:lnTo>
                    <a:lnTo>
                      <a:pt x="316" y="1523"/>
                    </a:lnTo>
                    <a:lnTo>
                      <a:pt x="277" y="1468"/>
                    </a:lnTo>
                    <a:lnTo>
                      <a:pt x="239" y="1411"/>
                    </a:lnTo>
                    <a:lnTo>
                      <a:pt x="204" y="1354"/>
                    </a:lnTo>
                    <a:lnTo>
                      <a:pt x="169" y="1298"/>
                    </a:lnTo>
                    <a:lnTo>
                      <a:pt x="138" y="1241"/>
                    </a:lnTo>
                    <a:lnTo>
                      <a:pt x="108" y="1186"/>
                    </a:lnTo>
                    <a:lnTo>
                      <a:pt x="81" y="1131"/>
                    </a:lnTo>
                    <a:lnTo>
                      <a:pt x="58" y="1077"/>
                    </a:lnTo>
                    <a:lnTo>
                      <a:pt x="38" y="1024"/>
                    </a:lnTo>
                    <a:lnTo>
                      <a:pt x="22" y="971"/>
                    </a:lnTo>
                    <a:lnTo>
                      <a:pt x="9" y="923"/>
                    </a:lnTo>
                    <a:lnTo>
                      <a:pt x="3" y="874"/>
                    </a:lnTo>
                    <a:lnTo>
                      <a:pt x="0" y="828"/>
                    </a:lnTo>
                    <a:lnTo>
                      <a:pt x="4" y="745"/>
                    </a:lnTo>
                    <a:lnTo>
                      <a:pt x="18" y="663"/>
                    </a:lnTo>
                    <a:lnTo>
                      <a:pt x="38" y="583"/>
                    </a:lnTo>
                    <a:lnTo>
                      <a:pt x="65" y="506"/>
                    </a:lnTo>
                    <a:lnTo>
                      <a:pt x="100" y="435"/>
                    </a:lnTo>
                    <a:lnTo>
                      <a:pt x="142" y="366"/>
                    </a:lnTo>
                    <a:lnTo>
                      <a:pt x="189" y="302"/>
                    </a:lnTo>
                    <a:lnTo>
                      <a:pt x="243" y="243"/>
                    </a:lnTo>
                    <a:lnTo>
                      <a:pt x="302" y="189"/>
                    </a:lnTo>
                    <a:lnTo>
                      <a:pt x="366" y="142"/>
                    </a:lnTo>
                    <a:lnTo>
                      <a:pt x="434" y="100"/>
                    </a:lnTo>
                    <a:lnTo>
                      <a:pt x="506" y="65"/>
                    </a:lnTo>
                    <a:lnTo>
                      <a:pt x="583" y="38"/>
                    </a:lnTo>
                    <a:lnTo>
                      <a:pt x="662" y="18"/>
                    </a:lnTo>
                    <a:lnTo>
                      <a:pt x="745" y="4"/>
                    </a:lnTo>
                    <a:lnTo>
                      <a:pt x="828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grpSp>
            <p:nvGrpSpPr>
              <p:cNvPr id="53" name="Group 76"/>
              <p:cNvGrpSpPr/>
              <p:nvPr/>
            </p:nvGrpSpPr>
            <p:grpSpPr>
              <a:xfrm>
                <a:off x="5767211" y="2423034"/>
                <a:ext cx="650753" cy="714990"/>
                <a:chOff x="2171700" y="1574800"/>
                <a:chExt cx="739776" cy="812800"/>
              </a:xfrm>
              <a:solidFill>
                <a:schemeClr val="accent1"/>
              </a:solidFill>
            </p:grpSpPr>
            <p:sp>
              <p:nvSpPr>
                <p:cNvPr id="54" name="Freeform 33"/>
                <p:cNvSpPr>
                  <a:spLocks noEditPoints="1"/>
                </p:cNvSpPr>
                <p:nvPr/>
              </p:nvSpPr>
              <p:spPr bwMode="auto">
                <a:xfrm>
                  <a:off x="2292350" y="1700213"/>
                  <a:ext cx="498475" cy="687387"/>
                </a:xfrm>
                <a:custGeom>
                  <a:avLst/>
                  <a:gdLst>
                    <a:gd name="T0" fmla="*/ 813 w 2197"/>
                    <a:gd name="T1" fmla="*/ 324 h 3032"/>
                    <a:gd name="T2" fmla="*/ 519 w 2197"/>
                    <a:gd name="T3" fmla="*/ 505 h 3032"/>
                    <a:gd name="T4" fmla="*/ 329 w 2197"/>
                    <a:gd name="T5" fmla="*/ 783 h 3032"/>
                    <a:gd name="T6" fmla="*/ 281 w 2197"/>
                    <a:gd name="T7" fmla="*/ 1120 h 3032"/>
                    <a:gd name="T8" fmla="*/ 340 w 2197"/>
                    <a:gd name="T9" fmla="*/ 1390 h 3032"/>
                    <a:gd name="T10" fmla="*/ 449 w 2197"/>
                    <a:gd name="T11" fmla="*/ 1594 h 3032"/>
                    <a:gd name="T12" fmla="*/ 575 w 2197"/>
                    <a:gd name="T13" fmla="*/ 1783 h 3032"/>
                    <a:gd name="T14" fmla="*/ 653 w 2197"/>
                    <a:gd name="T15" fmla="*/ 1996 h 3032"/>
                    <a:gd name="T16" fmla="*/ 700 w 2197"/>
                    <a:gd name="T17" fmla="*/ 2142 h 3032"/>
                    <a:gd name="T18" fmla="*/ 1457 w 2197"/>
                    <a:gd name="T19" fmla="*/ 2178 h 3032"/>
                    <a:gd name="T20" fmla="*/ 1539 w 2197"/>
                    <a:gd name="T21" fmla="*/ 2071 h 3032"/>
                    <a:gd name="T22" fmla="*/ 1581 w 2197"/>
                    <a:gd name="T23" fmla="*/ 1864 h 3032"/>
                    <a:gd name="T24" fmla="*/ 1700 w 2197"/>
                    <a:gd name="T25" fmla="*/ 1666 h 3032"/>
                    <a:gd name="T26" fmla="*/ 1817 w 2197"/>
                    <a:gd name="T27" fmla="*/ 1478 h 3032"/>
                    <a:gd name="T28" fmla="*/ 1902 w 2197"/>
                    <a:gd name="T29" fmla="*/ 1238 h 3032"/>
                    <a:gd name="T30" fmla="*/ 1907 w 2197"/>
                    <a:gd name="T31" fmla="*/ 915 h 3032"/>
                    <a:gd name="T32" fmla="*/ 1769 w 2197"/>
                    <a:gd name="T33" fmla="*/ 606 h 3032"/>
                    <a:gd name="T34" fmla="*/ 1513 w 2197"/>
                    <a:gd name="T35" fmla="*/ 382 h 3032"/>
                    <a:gd name="T36" fmla="*/ 1174 w 2197"/>
                    <a:gd name="T37" fmla="*/ 279 h 3032"/>
                    <a:gd name="T38" fmla="*/ 1362 w 2197"/>
                    <a:gd name="T39" fmla="*/ 32 h 3032"/>
                    <a:gd name="T40" fmla="*/ 1747 w 2197"/>
                    <a:gd name="T41" fmla="*/ 204 h 3032"/>
                    <a:gd name="T42" fmla="*/ 2033 w 2197"/>
                    <a:gd name="T43" fmla="*/ 499 h 3032"/>
                    <a:gd name="T44" fmla="*/ 2182 w 2197"/>
                    <a:gd name="T45" fmla="*/ 883 h 3032"/>
                    <a:gd name="T46" fmla="*/ 2180 w 2197"/>
                    <a:gd name="T47" fmla="*/ 1263 h 3032"/>
                    <a:gd name="T48" fmla="*/ 2095 w 2197"/>
                    <a:gd name="T49" fmla="*/ 1542 h 3032"/>
                    <a:gd name="T50" fmla="*/ 1977 w 2197"/>
                    <a:gd name="T51" fmla="*/ 1752 h 3032"/>
                    <a:gd name="T52" fmla="*/ 1857 w 2197"/>
                    <a:gd name="T53" fmla="*/ 1933 h 3032"/>
                    <a:gd name="T54" fmla="*/ 1816 w 2197"/>
                    <a:gd name="T55" fmla="*/ 2095 h 3032"/>
                    <a:gd name="T56" fmla="*/ 1702 w 2197"/>
                    <a:gd name="T57" fmla="*/ 2328 h 3032"/>
                    <a:gd name="T58" fmla="*/ 1611 w 2197"/>
                    <a:gd name="T59" fmla="*/ 2485 h 3032"/>
                    <a:gd name="T60" fmla="*/ 1603 w 2197"/>
                    <a:gd name="T61" fmla="*/ 2631 h 3032"/>
                    <a:gd name="T62" fmla="*/ 1599 w 2197"/>
                    <a:gd name="T63" fmla="*/ 2699 h 3032"/>
                    <a:gd name="T64" fmla="*/ 1566 w 2197"/>
                    <a:gd name="T65" fmla="*/ 2789 h 3032"/>
                    <a:gd name="T66" fmla="*/ 1452 w 2197"/>
                    <a:gd name="T67" fmla="*/ 2888 h 3032"/>
                    <a:gd name="T68" fmla="*/ 1283 w 2197"/>
                    <a:gd name="T69" fmla="*/ 3010 h 3032"/>
                    <a:gd name="T70" fmla="*/ 965 w 2197"/>
                    <a:gd name="T71" fmla="*/ 3030 h 3032"/>
                    <a:gd name="T72" fmla="*/ 825 w 2197"/>
                    <a:gd name="T73" fmla="*/ 2922 h 3032"/>
                    <a:gd name="T74" fmla="*/ 657 w 2197"/>
                    <a:gd name="T75" fmla="*/ 2823 h 3032"/>
                    <a:gd name="T76" fmla="*/ 602 w 2197"/>
                    <a:gd name="T77" fmla="*/ 2718 h 3032"/>
                    <a:gd name="T78" fmla="*/ 597 w 2197"/>
                    <a:gd name="T79" fmla="*/ 2671 h 3032"/>
                    <a:gd name="T80" fmla="*/ 590 w 2197"/>
                    <a:gd name="T81" fmla="*/ 2546 h 3032"/>
                    <a:gd name="T82" fmla="*/ 582 w 2197"/>
                    <a:gd name="T83" fmla="*/ 2406 h 3032"/>
                    <a:gd name="T84" fmla="*/ 408 w 2197"/>
                    <a:gd name="T85" fmla="*/ 2193 h 3032"/>
                    <a:gd name="T86" fmla="*/ 368 w 2197"/>
                    <a:gd name="T87" fmla="*/ 1991 h 3032"/>
                    <a:gd name="T88" fmla="*/ 268 w 2197"/>
                    <a:gd name="T89" fmla="*/ 1821 h 3032"/>
                    <a:gd name="T90" fmla="*/ 149 w 2197"/>
                    <a:gd name="T91" fmla="*/ 1633 h 3032"/>
                    <a:gd name="T92" fmla="*/ 45 w 2197"/>
                    <a:gd name="T93" fmla="*/ 1384 h 3032"/>
                    <a:gd name="T94" fmla="*/ 0 w 2197"/>
                    <a:gd name="T95" fmla="*/ 1054 h 3032"/>
                    <a:gd name="T96" fmla="*/ 87 w 2197"/>
                    <a:gd name="T97" fmla="*/ 644 h 3032"/>
                    <a:gd name="T98" fmla="*/ 323 w 2197"/>
                    <a:gd name="T99" fmla="*/ 310 h 3032"/>
                    <a:gd name="T100" fmla="*/ 672 w 2197"/>
                    <a:gd name="T101" fmla="*/ 83 h 3032"/>
                    <a:gd name="T102" fmla="*/ 1099 w 2197"/>
                    <a:gd name="T103" fmla="*/ 0 h 303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</a:cxnLst>
                  <a:rect l="0" t="0" r="r" b="b"/>
                  <a:pathLst>
                    <a:path w="2197" h="3032">
                      <a:moveTo>
                        <a:pt x="1099" y="276"/>
                      </a:moveTo>
                      <a:lnTo>
                        <a:pt x="1024" y="279"/>
                      </a:lnTo>
                      <a:lnTo>
                        <a:pt x="951" y="288"/>
                      </a:lnTo>
                      <a:lnTo>
                        <a:pt x="881" y="304"/>
                      </a:lnTo>
                      <a:lnTo>
                        <a:pt x="813" y="324"/>
                      </a:lnTo>
                      <a:lnTo>
                        <a:pt x="747" y="352"/>
                      </a:lnTo>
                      <a:lnTo>
                        <a:pt x="685" y="383"/>
                      </a:lnTo>
                      <a:lnTo>
                        <a:pt x="626" y="419"/>
                      </a:lnTo>
                      <a:lnTo>
                        <a:pt x="571" y="460"/>
                      </a:lnTo>
                      <a:lnTo>
                        <a:pt x="519" y="505"/>
                      </a:lnTo>
                      <a:lnTo>
                        <a:pt x="471" y="553"/>
                      </a:lnTo>
                      <a:lnTo>
                        <a:pt x="429" y="606"/>
                      </a:lnTo>
                      <a:lnTo>
                        <a:pt x="391" y="662"/>
                      </a:lnTo>
                      <a:lnTo>
                        <a:pt x="358" y="721"/>
                      </a:lnTo>
                      <a:lnTo>
                        <a:pt x="329" y="783"/>
                      </a:lnTo>
                      <a:lnTo>
                        <a:pt x="308" y="848"/>
                      </a:lnTo>
                      <a:lnTo>
                        <a:pt x="292" y="915"/>
                      </a:lnTo>
                      <a:lnTo>
                        <a:pt x="282" y="983"/>
                      </a:lnTo>
                      <a:lnTo>
                        <a:pt x="278" y="1054"/>
                      </a:lnTo>
                      <a:lnTo>
                        <a:pt x="281" y="1120"/>
                      </a:lnTo>
                      <a:lnTo>
                        <a:pt x="286" y="1181"/>
                      </a:lnTo>
                      <a:lnTo>
                        <a:pt x="295" y="1238"/>
                      </a:lnTo>
                      <a:lnTo>
                        <a:pt x="308" y="1292"/>
                      </a:lnTo>
                      <a:lnTo>
                        <a:pt x="323" y="1343"/>
                      </a:lnTo>
                      <a:lnTo>
                        <a:pt x="340" y="1390"/>
                      </a:lnTo>
                      <a:lnTo>
                        <a:pt x="359" y="1435"/>
                      </a:lnTo>
                      <a:lnTo>
                        <a:pt x="380" y="1478"/>
                      </a:lnTo>
                      <a:lnTo>
                        <a:pt x="402" y="1518"/>
                      </a:lnTo>
                      <a:lnTo>
                        <a:pt x="426" y="1557"/>
                      </a:lnTo>
                      <a:lnTo>
                        <a:pt x="449" y="1594"/>
                      </a:lnTo>
                      <a:lnTo>
                        <a:pt x="474" y="1630"/>
                      </a:lnTo>
                      <a:lnTo>
                        <a:pt x="496" y="1665"/>
                      </a:lnTo>
                      <a:lnTo>
                        <a:pt x="523" y="1704"/>
                      </a:lnTo>
                      <a:lnTo>
                        <a:pt x="550" y="1744"/>
                      </a:lnTo>
                      <a:lnTo>
                        <a:pt x="575" y="1783"/>
                      </a:lnTo>
                      <a:lnTo>
                        <a:pt x="597" y="1823"/>
                      </a:lnTo>
                      <a:lnTo>
                        <a:pt x="617" y="1864"/>
                      </a:lnTo>
                      <a:lnTo>
                        <a:pt x="632" y="1906"/>
                      </a:lnTo>
                      <a:lnTo>
                        <a:pt x="645" y="1950"/>
                      </a:lnTo>
                      <a:lnTo>
                        <a:pt x="653" y="1996"/>
                      </a:lnTo>
                      <a:lnTo>
                        <a:pt x="655" y="2044"/>
                      </a:lnTo>
                      <a:lnTo>
                        <a:pt x="658" y="2071"/>
                      </a:lnTo>
                      <a:lnTo>
                        <a:pt x="669" y="2097"/>
                      </a:lnTo>
                      <a:lnTo>
                        <a:pt x="682" y="2121"/>
                      </a:lnTo>
                      <a:lnTo>
                        <a:pt x="700" y="2142"/>
                      </a:lnTo>
                      <a:lnTo>
                        <a:pt x="720" y="2162"/>
                      </a:lnTo>
                      <a:lnTo>
                        <a:pt x="740" y="2178"/>
                      </a:lnTo>
                      <a:lnTo>
                        <a:pt x="759" y="2193"/>
                      </a:lnTo>
                      <a:lnTo>
                        <a:pt x="1438" y="2193"/>
                      </a:lnTo>
                      <a:lnTo>
                        <a:pt x="1457" y="2178"/>
                      </a:lnTo>
                      <a:lnTo>
                        <a:pt x="1478" y="2162"/>
                      </a:lnTo>
                      <a:lnTo>
                        <a:pt x="1498" y="2142"/>
                      </a:lnTo>
                      <a:lnTo>
                        <a:pt x="1515" y="2121"/>
                      </a:lnTo>
                      <a:lnTo>
                        <a:pt x="1529" y="2097"/>
                      </a:lnTo>
                      <a:lnTo>
                        <a:pt x="1539" y="2071"/>
                      </a:lnTo>
                      <a:lnTo>
                        <a:pt x="1542" y="2044"/>
                      </a:lnTo>
                      <a:lnTo>
                        <a:pt x="1545" y="1996"/>
                      </a:lnTo>
                      <a:lnTo>
                        <a:pt x="1553" y="1950"/>
                      </a:lnTo>
                      <a:lnTo>
                        <a:pt x="1565" y="1906"/>
                      </a:lnTo>
                      <a:lnTo>
                        <a:pt x="1581" y="1864"/>
                      </a:lnTo>
                      <a:lnTo>
                        <a:pt x="1600" y="1824"/>
                      </a:lnTo>
                      <a:lnTo>
                        <a:pt x="1623" y="1783"/>
                      </a:lnTo>
                      <a:lnTo>
                        <a:pt x="1647" y="1744"/>
                      </a:lnTo>
                      <a:lnTo>
                        <a:pt x="1673" y="1705"/>
                      </a:lnTo>
                      <a:lnTo>
                        <a:pt x="1700" y="1666"/>
                      </a:lnTo>
                      <a:lnTo>
                        <a:pt x="1724" y="1631"/>
                      </a:lnTo>
                      <a:lnTo>
                        <a:pt x="1748" y="1595"/>
                      </a:lnTo>
                      <a:lnTo>
                        <a:pt x="1772" y="1558"/>
                      </a:lnTo>
                      <a:lnTo>
                        <a:pt x="1796" y="1518"/>
                      </a:lnTo>
                      <a:lnTo>
                        <a:pt x="1817" y="1478"/>
                      </a:lnTo>
                      <a:lnTo>
                        <a:pt x="1839" y="1435"/>
                      </a:lnTo>
                      <a:lnTo>
                        <a:pt x="1858" y="1390"/>
                      </a:lnTo>
                      <a:lnTo>
                        <a:pt x="1875" y="1343"/>
                      </a:lnTo>
                      <a:lnTo>
                        <a:pt x="1890" y="1292"/>
                      </a:lnTo>
                      <a:lnTo>
                        <a:pt x="1902" y="1238"/>
                      </a:lnTo>
                      <a:lnTo>
                        <a:pt x="1911" y="1181"/>
                      </a:lnTo>
                      <a:lnTo>
                        <a:pt x="1917" y="1120"/>
                      </a:lnTo>
                      <a:lnTo>
                        <a:pt x="1919" y="1054"/>
                      </a:lnTo>
                      <a:lnTo>
                        <a:pt x="1916" y="983"/>
                      </a:lnTo>
                      <a:lnTo>
                        <a:pt x="1907" y="915"/>
                      </a:lnTo>
                      <a:lnTo>
                        <a:pt x="1890" y="847"/>
                      </a:lnTo>
                      <a:lnTo>
                        <a:pt x="1868" y="783"/>
                      </a:lnTo>
                      <a:lnTo>
                        <a:pt x="1841" y="721"/>
                      </a:lnTo>
                      <a:lnTo>
                        <a:pt x="1807" y="661"/>
                      </a:lnTo>
                      <a:lnTo>
                        <a:pt x="1769" y="606"/>
                      </a:lnTo>
                      <a:lnTo>
                        <a:pt x="1726" y="553"/>
                      </a:lnTo>
                      <a:lnTo>
                        <a:pt x="1679" y="505"/>
                      </a:lnTo>
                      <a:lnTo>
                        <a:pt x="1628" y="460"/>
                      </a:lnTo>
                      <a:lnTo>
                        <a:pt x="1572" y="418"/>
                      </a:lnTo>
                      <a:lnTo>
                        <a:pt x="1513" y="382"/>
                      </a:lnTo>
                      <a:lnTo>
                        <a:pt x="1451" y="352"/>
                      </a:lnTo>
                      <a:lnTo>
                        <a:pt x="1385" y="324"/>
                      </a:lnTo>
                      <a:lnTo>
                        <a:pt x="1317" y="304"/>
                      </a:lnTo>
                      <a:lnTo>
                        <a:pt x="1246" y="288"/>
                      </a:lnTo>
                      <a:lnTo>
                        <a:pt x="1174" y="279"/>
                      </a:lnTo>
                      <a:lnTo>
                        <a:pt x="1099" y="276"/>
                      </a:lnTo>
                      <a:close/>
                      <a:moveTo>
                        <a:pt x="1099" y="0"/>
                      </a:moveTo>
                      <a:lnTo>
                        <a:pt x="1188" y="3"/>
                      </a:lnTo>
                      <a:lnTo>
                        <a:pt x="1277" y="15"/>
                      </a:lnTo>
                      <a:lnTo>
                        <a:pt x="1362" y="32"/>
                      </a:lnTo>
                      <a:lnTo>
                        <a:pt x="1446" y="54"/>
                      </a:lnTo>
                      <a:lnTo>
                        <a:pt x="1525" y="83"/>
                      </a:lnTo>
                      <a:lnTo>
                        <a:pt x="1603" y="118"/>
                      </a:lnTo>
                      <a:lnTo>
                        <a:pt x="1676" y="159"/>
                      </a:lnTo>
                      <a:lnTo>
                        <a:pt x="1747" y="204"/>
                      </a:lnTo>
                      <a:lnTo>
                        <a:pt x="1813" y="255"/>
                      </a:lnTo>
                      <a:lnTo>
                        <a:pt x="1875" y="310"/>
                      </a:lnTo>
                      <a:lnTo>
                        <a:pt x="1932" y="368"/>
                      </a:lnTo>
                      <a:lnTo>
                        <a:pt x="1985" y="433"/>
                      </a:lnTo>
                      <a:lnTo>
                        <a:pt x="2033" y="499"/>
                      </a:lnTo>
                      <a:lnTo>
                        <a:pt x="2075" y="570"/>
                      </a:lnTo>
                      <a:lnTo>
                        <a:pt x="2111" y="644"/>
                      </a:lnTo>
                      <a:lnTo>
                        <a:pt x="2140" y="722"/>
                      </a:lnTo>
                      <a:lnTo>
                        <a:pt x="2165" y="801"/>
                      </a:lnTo>
                      <a:lnTo>
                        <a:pt x="2182" y="883"/>
                      </a:lnTo>
                      <a:lnTo>
                        <a:pt x="2194" y="968"/>
                      </a:lnTo>
                      <a:lnTo>
                        <a:pt x="2197" y="1054"/>
                      </a:lnTo>
                      <a:lnTo>
                        <a:pt x="2195" y="1128"/>
                      </a:lnTo>
                      <a:lnTo>
                        <a:pt x="2189" y="1197"/>
                      </a:lnTo>
                      <a:lnTo>
                        <a:pt x="2180" y="1263"/>
                      </a:lnTo>
                      <a:lnTo>
                        <a:pt x="2168" y="1326"/>
                      </a:lnTo>
                      <a:lnTo>
                        <a:pt x="2153" y="1384"/>
                      </a:lnTo>
                      <a:lnTo>
                        <a:pt x="2136" y="1440"/>
                      </a:lnTo>
                      <a:lnTo>
                        <a:pt x="2116" y="1493"/>
                      </a:lnTo>
                      <a:lnTo>
                        <a:pt x="2095" y="1542"/>
                      </a:lnTo>
                      <a:lnTo>
                        <a:pt x="2072" y="1588"/>
                      </a:lnTo>
                      <a:lnTo>
                        <a:pt x="2050" y="1632"/>
                      </a:lnTo>
                      <a:lnTo>
                        <a:pt x="2025" y="1675"/>
                      </a:lnTo>
                      <a:lnTo>
                        <a:pt x="2001" y="1714"/>
                      </a:lnTo>
                      <a:lnTo>
                        <a:pt x="1977" y="1752"/>
                      </a:lnTo>
                      <a:lnTo>
                        <a:pt x="1953" y="1787"/>
                      </a:lnTo>
                      <a:lnTo>
                        <a:pt x="1929" y="1820"/>
                      </a:lnTo>
                      <a:lnTo>
                        <a:pt x="1902" y="1862"/>
                      </a:lnTo>
                      <a:lnTo>
                        <a:pt x="1877" y="1899"/>
                      </a:lnTo>
                      <a:lnTo>
                        <a:pt x="1857" y="1933"/>
                      </a:lnTo>
                      <a:lnTo>
                        <a:pt x="1841" y="1963"/>
                      </a:lnTo>
                      <a:lnTo>
                        <a:pt x="1830" y="1991"/>
                      </a:lnTo>
                      <a:lnTo>
                        <a:pt x="1822" y="2019"/>
                      </a:lnTo>
                      <a:lnTo>
                        <a:pt x="1819" y="2044"/>
                      </a:lnTo>
                      <a:lnTo>
                        <a:pt x="1816" y="2095"/>
                      </a:lnTo>
                      <a:lnTo>
                        <a:pt x="1806" y="2145"/>
                      </a:lnTo>
                      <a:lnTo>
                        <a:pt x="1790" y="2193"/>
                      </a:lnTo>
                      <a:lnTo>
                        <a:pt x="1766" y="2240"/>
                      </a:lnTo>
                      <a:lnTo>
                        <a:pt x="1738" y="2285"/>
                      </a:lnTo>
                      <a:lnTo>
                        <a:pt x="1702" y="2328"/>
                      </a:lnTo>
                      <a:lnTo>
                        <a:pt x="1662" y="2369"/>
                      </a:lnTo>
                      <a:lnTo>
                        <a:pt x="1615" y="2406"/>
                      </a:lnTo>
                      <a:lnTo>
                        <a:pt x="1614" y="2429"/>
                      </a:lnTo>
                      <a:lnTo>
                        <a:pt x="1613" y="2456"/>
                      </a:lnTo>
                      <a:lnTo>
                        <a:pt x="1611" y="2485"/>
                      </a:lnTo>
                      <a:lnTo>
                        <a:pt x="1609" y="2515"/>
                      </a:lnTo>
                      <a:lnTo>
                        <a:pt x="1607" y="2546"/>
                      </a:lnTo>
                      <a:lnTo>
                        <a:pt x="1606" y="2576"/>
                      </a:lnTo>
                      <a:lnTo>
                        <a:pt x="1604" y="2605"/>
                      </a:lnTo>
                      <a:lnTo>
                        <a:pt x="1603" y="2631"/>
                      </a:lnTo>
                      <a:lnTo>
                        <a:pt x="1601" y="2653"/>
                      </a:lnTo>
                      <a:lnTo>
                        <a:pt x="1600" y="2671"/>
                      </a:lnTo>
                      <a:lnTo>
                        <a:pt x="1600" y="2682"/>
                      </a:lnTo>
                      <a:lnTo>
                        <a:pt x="1599" y="2685"/>
                      </a:lnTo>
                      <a:lnTo>
                        <a:pt x="1599" y="2699"/>
                      </a:lnTo>
                      <a:lnTo>
                        <a:pt x="1597" y="2715"/>
                      </a:lnTo>
                      <a:lnTo>
                        <a:pt x="1592" y="2732"/>
                      </a:lnTo>
                      <a:lnTo>
                        <a:pt x="1587" y="2750"/>
                      </a:lnTo>
                      <a:lnTo>
                        <a:pt x="1578" y="2770"/>
                      </a:lnTo>
                      <a:lnTo>
                        <a:pt x="1566" y="2789"/>
                      </a:lnTo>
                      <a:lnTo>
                        <a:pt x="1552" y="2809"/>
                      </a:lnTo>
                      <a:lnTo>
                        <a:pt x="1533" y="2831"/>
                      </a:lnTo>
                      <a:lnTo>
                        <a:pt x="1511" y="2850"/>
                      </a:lnTo>
                      <a:lnTo>
                        <a:pt x="1483" y="2870"/>
                      </a:lnTo>
                      <a:lnTo>
                        <a:pt x="1452" y="2888"/>
                      </a:lnTo>
                      <a:lnTo>
                        <a:pt x="1415" y="2906"/>
                      </a:lnTo>
                      <a:lnTo>
                        <a:pt x="1372" y="2922"/>
                      </a:lnTo>
                      <a:lnTo>
                        <a:pt x="1347" y="2953"/>
                      </a:lnTo>
                      <a:lnTo>
                        <a:pt x="1317" y="2983"/>
                      </a:lnTo>
                      <a:lnTo>
                        <a:pt x="1283" y="3010"/>
                      </a:lnTo>
                      <a:lnTo>
                        <a:pt x="1259" y="3022"/>
                      </a:lnTo>
                      <a:lnTo>
                        <a:pt x="1233" y="3030"/>
                      </a:lnTo>
                      <a:lnTo>
                        <a:pt x="1205" y="3032"/>
                      </a:lnTo>
                      <a:lnTo>
                        <a:pt x="992" y="3032"/>
                      </a:lnTo>
                      <a:lnTo>
                        <a:pt x="965" y="3030"/>
                      </a:lnTo>
                      <a:lnTo>
                        <a:pt x="939" y="3022"/>
                      </a:lnTo>
                      <a:lnTo>
                        <a:pt x="915" y="3010"/>
                      </a:lnTo>
                      <a:lnTo>
                        <a:pt x="881" y="2983"/>
                      </a:lnTo>
                      <a:lnTo>
                        <a:pt x="850" y="2953"/>
                      </a:lnTo>
                      <a:lnTo>
                        <a:pt x="825" y="2922"/>
                      </a:lnTo>
                      <a:lnTo>
                        <a:pt x="780" y="2904"/>
                      </a:lnTo>
                      <a:lnTo>
                        <a:pt x="741" y="2886"/>
                      </a:lnTo>
                      <a:lnTo>
                        <a:pt x="707" y="2866"/>
                      </a:lnTo>
                      <a:lnTo>
                        <a:pt x="680" y="2844"/>
                      </a:lnTo>
                      <a:lnTo>
                        <a:pt x="657" y="2823"/>
                      </a:lnTo>
                      <a:lnTo>
                        <a:pt x="639" y="2800"/>
                      </a:lnTo>
                      <a:lnTo>
                        <a:pt x="626" y="2779"/>
                      </a:lnTo>
                      <a:lnTo>
                        <a:pt x="614" y="2757"/>
                      </a:lnTo>
                      <a:lnTo>
                        <a:pt x="607" y="2737"/>
                      </a:lnTo>
                      <a:lnTo>
                        <a:pt x="602" y="2718"/>
                      </a:lnTo>
                      <a:lnTo>
                        <a:pt x="599" y="2701"/>
                      </a:lnTo>
                      <a:lnTo>
                        <a:pt x="598" y="2685"/>
                      </a:lnTo>
                      <a:lnTo>
                        <a:pt x="598" y="2685"/>
                      </a:lnTo>
                      <a:lnTo>
                        <a:pt x="598" y="2682"/>
                      </a:lnTo>
                      <a:lnTo>
                        <a:pt x="597" y="2671"/>
                      </a:lnTo>
                      <a:lnTo>
                        <a:pt x="596" y="2653"/>
                      </a:lnTo>
                      <a:lnTo>
                        <a:pt x="595" y="2631"/>
                      </a:lnTo>
                      <a:lnTo>
                        <a:pt x="594" y="2605"/>
                      </a:lnTo>
                      <a:lnTo>
                        <a:pt x="592" y="2576"/>
                      </a:lnTo>
                      <a:lnTo>
                        <a:pt x="590" y="2546"/>
                      </a:lnTo>
                      <a:lnTo>
                        <a:pt x="588" y="2515"/>
                      </a:lnTo>
                      <a:lnTo>
                        <a:pt x="587" y="2485"/>
                      </a:lnTo>
                      <a:lnTo>
                        <a:pt x="585" y="2456"/>
                      </a:lnTo>
                      <a:lnTo>
                        <a:pt x="584" y="2429"/>
                      </a:lnTo>
                      <a:lnTo>
                        <a:pt x="582" y="2406"/>
                      </a:lnTo>
                      <a:lnTo>
                        <a:pt x="536" y="2369"/>
                      </a:lnTo>
                      <a:lnTo>
                        <a:pt x="495" y="2328"/>
                      </a:lnTo>
                      <a:lnTo>
                        <a:pt x="460" y="2285"/>
                      </a:lnTo>
                      <a:lnTo>
                        <a:pt x="432" y="2240"/>
                      </a:lnTo>
                      <a:lnTo>
                        <a:pt x="408" y="2193"/>
                      </a:lnTo>
                      <a:lnTo>
                        <a:pt x="392" y="2145"/>
                      </a:lnTo>
                      <a:lnTo>
                        <a:pt x="382" y="2095"/>
                      </a:lnTo>
                      <a:lnTo>
                        <a:pt x="378" y="2044"/>
                      </a:lnTo>
                      <a:lnTo>
                        <a:pt x="376" y="2019"/>
                      </a:lnTo>
                      <a:lnTo>
                        <a:pt x="368" y="1991"/>
                      </a:lnTo>
                      <a:lnTo>
                        <a:pt x="357" y="1963"/>
                      </a:lnTo>
                      <a:lnTo>
                        <a:pt x="341" y="1933"/>
                      </a:lnTo>
                      <a:lnTo>
                        <a:pt x="320" y="1899"/>
                      </a:lnTo>
                      <a:lnTo>
                        <a:pt x="297" y="1862"/>
                      </a:lnTo>
                      <a:lnTo>
                        <a:pt x="268" y="1821"/>
                      </a:lnTo>
                      <a:lnTo>
                        <a:pt x="245" y="1788"/>
                      </a:lnTo>
                      <a:lnTo>
                        <a:pt x="222" y="1752"/>
                      </a:lnTo>
                      <a:lnTo>
                        <a:pt x="197" y="1714"/>
                      </a:lnTo>
                      <a:lnTo>
                        <a:pt x="173" y="1675"/>
                      </a:lnTo>
                      <a:lnTo>
                        <a:pt x="149" y="1633"/>
                      </a:lnTo>
                      <a:lnTo>
                        <a:pt x="125" y="1588"/>
                      </a:lnTo>
                      <a:lnTo>
                        <a:pt x="102" y="1542"/>
                      </a:lnTo>
                      <a:lnTo>
                        <a:pt x="82" y="1493"/>
                      </a:lnTo>
                      <a:lnTo>
                        <a:pt x="62" y="1440"/>
                      </a:lnTo>
                      <a:lnTo>
                        <a:pt x="45" y="1384"/>
                      </a:lnTo>
                      <a:lnTo>
                        <a:pt x="30" y="1326"/>
                      </a:lnTo>
                      <a:lnTo>
                        <a:pt x="17" y="1263"/>
                      </a:lnTo>
                      <a:lnTo>
                        <a:pt x="8" y="1197"/>
                      </a:lnTo>
                      <a:lnTo>
                        <a:pt x="3" y="1128"/>
                      </a:lnTo>
                      <a:lnTo>
                        <a:pt x="0" y="1054"/>
                      </a:lnTo>
                      <a:lnTo>
                        <a:pt x="4" y="968"/>
                      </a:lnTo>
                      <a:lnTo>
                        <a:pt x="15" y="883"/>
                      </a:lnTo>
                      <a:lnTo>
                        <a:pt x="32" y="801"/>
                      </a:lnTo>
                      <a:lnTo>
                        <a:pt x="57" y="722"/>
                      </a:lnTo>
                      <a:lnTo>
                        <a:pt x="87" y="644"/>
                      </a:lnTo>
                      <a:lnTo>
                        <a:pt x="123" y="570"/>
                      </a:lnTo>
                      <a:lnTo>
                        <a:pt x="165" y="499"/>
                      </a:lnTo>
                      <a:lnTo>
                        <a:pt x="213" y="433"/>
                      </a:lnTo>
                      <a:lnTo>
                        <a:pt x="266" y="368"/>
                      </a:lnTo>
                      <a:lnTo>
                        <a:pt x="323" y="310"/>
                      </a:lnTo>
                      <a:lnTo>
                        <a:pt x="385" y="255"/>
                      </a:lnTo>
                      <a:lnTo>
                        <a:pt x="451" y="204"/>
                      </a:lnTo>
                      <a:lnTo>
                        <a:pt x="521" y="159"/>
                      </a:lnTo>
                      <a:lnTo>
                        <a:pt x="595" y="118"/>
                      </a:lnTo>
                      <a:lnTo>
                        <a:pt x="672" y="83"/>
                      </a:lnTo>
                      <a:lnTo>
                        <a:pt x="753" y="54"/>
                      </a:lnTo>
                      <a:lnTo>
                        <a:pt x="836" y="32"/>
                      </a:lnTo>
                      <a:lnTo>
                        <a:pt x="921" y="15"/>
                      </a:lnTo>
                      <a:lnTo>
                        <a:pt x="1009" y="3"/>
                      </a:lnTo>
                      <a:lnTo>
                        <a:pt x="1099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55" name="Freeform 34"/>
                <p:cNvSpPr>
                  <a:spLocks/>
                </p:cNvSpPr>
                <p:nvPr/>
              </p:nvSpPr>
              <p:spPr bwMode="auto">
                <a:xfrm>
                  <a:off x="2525713" y="1574800"/>
                  <a:ext cx="31750" cy="79375"/>
                </a:xfrm>
                <a:custGeom>
                  <a:avLst/>
                  <a:gdLst>
                    <a:gd name="T0" fmla="*/ 69 w 138"/>
                    <a:gd name="T1" fmla="*/ 0 h 344"/>
                    <a:gd name="T2" fmla="*/ 69 w 138"/>
                    <a:gd name="T3" fmla="*/ 0 h 344"/>
                    <a:gd name="T4" fmla="*/ 87 w 138"/>
                    <a:gd name="T5" fmla="*/ 3 h 344"/>
                    <a:gd name="T6" fmla="*/ 104 w 138"/>
                    <a:gd name="T7" fmla="*/ 9 h 344"/>
                    <a:gd name="T8" fmla="*/ 118 w 138"/>
                    <a:gd name="T9" fmla="*/ 21 h 344"/>
                    <a:gd name="T10" fmla="*/ 129 w 138"/>
                    <a:gd name="T11" fmla="*/ 34 h 344"/>
                    <a:gd name="T12" fmla="*/ 136 w 138"/>
                    <a:gd name="T13" fmla="*/ 51 h 344"/>
                    <a:gd name="T14" fmla="*/ 138 w 138"/>
                    <a:gd name="T15" fmla="*/ 69 h 344"/>
                    <a:gd name="T16" fmla="*/ 138 w 138"/>
                    <a:gd name="T17" fmla="*/ 275 h 344"/>
                    <a:gd name="T18" fmla="*/ 136 w 138"/>
                    <a:gd name="T19" fmla="*/ 294 h 344"/>
                    <a:gd name="T20" fmla="*/ 129 w 138"/>
                    <a:gd name="T21" fmla="*/ 310 h 344"/>
                    <a:gd name="T22" fmla="*/ 118 w 138"/>
                    <a:gd name="T23" fmla="*/ 325 h 344"/>
                    <a:gd name="T24" fmla="*/ 104 w 138"/>
                    <a:gd name="T25" fmla="*/ 335 h 344"/>
                    <a:gd name="T26" fmla="*/ 87 w 138"/>
                    <a:gd name="T27" fmla="*/ 342 h 344"/>
                    <a:gd name="T28" fmla="*/ 69 w 138"/>
                    <a:gd name="T29" fmla="*/ 344 h 344"/>
                    <a:gd name="T30" fmla="*/ 51 w 138"/>
                    <a:gd name="T31" fmla="*/ 342 h 344"/>
                    <a:gd name="T32" fmla="*/ 34 w 138"/>
                    <a:gd name="T33" fmla="*/ 335 h 344"/>
                    <a:gd name="T34" fmla="*/ 20 w 138"/>
                    <a:gd name="T35" fmla="*/ 325 h 344"/>
                    <a:gd name="T36" fmla="*/ 9 w 138"/>
                    <a:gd name="T37" fmla="*/ 310 h 344"/>
                    <a:gd name="T38" fmla="*/ 2 w 138"/>
                    <a:gd name="T39" fmla="*/ 294 h 344"/>
                    <a:gd name="T40" fmla="*/ 0 w 138"/>
                    <a:gd name="T41" fmla="*/ 275 h 344"/>
                    <a:gd name="T42" fmla="*/ 0 w 138"/>
                    <a:gd name="T43" fmla="*/ 69 h 344"/>
                    <a:gd name="T44" fmla="*/ 2 w 138"/>
                    <a:gd name="T45" fmla="*/ 51 h 344"/>
                    <a:gd name="T46" fmla="*/ 9 w 138"/>
                    <a:gd name="T47" fmla="*/ 34 h 344"/>
                    <a:gd name="T48" fmla="*/ 20 w 138"/>
                    <a:gd name="T49" fmla="*/ 21 h 344"/>
                    <a:gd name="T50" fmla="*/ 34 w 138"/>
                    <a:gd name="T51" fmla="*/ 9 h 344"/>
                    <a:gd name="T52" fmla="*/ 51 w 138"/>
                    <a:gd name="T53" fmla="*/ 3 h 344"/>
                    <a:gd name="T54" fmla="*/ 69 w 138"/>
                    <a:gd name="T55" fmla="*/ 0 h 34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</a:cxnLst>
                  <a:rect l="0" t="0" r="r" b="b"/>
                  <a:pathLst>
                    <a:path w="138" h="344">
                      <a:moveTo>
                        <a:pt x="69" y="0"/>
                      </a:moveTo>
                      <a:lnTo>
                        <a:pt x="69" y="0"/>
                      </a:lnTo>
                      <a:lnTo>
                        <a:pt x="87" y="3"/>
                      </a:lnTo>
                      <a:lnTo>
                        <a:pt x="104" y="9"/>
                      </a:lnTo>
                      <a:lnTo>
                        <a:pt x="118" y="21"/>
                      </a:lnTo>
                      <a:lnTo>
                        <a:pt x="129" y="34"/>
                      </a:lnTo>
                      <a:lnTo>
                        <a:pt x="136" y="51"/>
                      </a:lnTo>
                      <a:lnTo>
                        <a:pt x="138" y="69"/>
                      </a:lnTo>
                      <a:lnTo>
                        <a:pt x="138" y="275"/>
                      </a:lnTo>
                      <a:lnTo>
                        <a:pt x="136" y="294"/>
                      </a:lnTo>
                      <a:lnTo>
                        <a:pt x="129" y="310"/>
                      </a:lnTo>
                      <a:lnTo>
                        <a:pt x="118" y="325"/>
                      </a:lnTo>
                      <a:lnTo>
                        <a:pt x="104" y="335"/>
                      </a:lnTo>
                      <a:lnTo>
                        <a:pt x="87" y="342"/>
                      </a:lnTo>
                      <a:lnTo>
                        <a:pt x="69" y="344"/>
                      </a:lnTo>
                      <a:lnTo>
                        <a:pt x="51" y="342"/>
                      </a:lnTo>
                      <a:lnTo>
                        <a:pt x="34" y="335"/>
                      </a:lnTo>
                      <a:lnTo>
                        <a:pt x="20" y="325"/>
                      </a:lnTo>
                      <a:lnTo>
                        <a:pt x="9" y="310"/>
                      </a:lnTo>
                      <a:lnTo>
                        <a:pt x="2" y="294"/>
                      </a:lnTo>
                      <a:lnTo>
                        <a:pt x="0" y="275"/>
                      </a:lnTo>
                      <a:lnTo>
                        <a:pt x="0" y="69"/>
                      </a:lnTo>
                      <a:lnTo>
                        <a:pt x="2" y="51"/>
                      </a:lnTo>
                      <a:lnTo>
                        <a:pt x="9" y="34"/>
                      </a:lnTo>
                      <a:lnTo>
                        <a:pt x="20" y="21"/>
                      </a:lnTo>
                      <a:lnTo>
                        <a:pt x="34" y="9"/>
                      </a:lnTo>
                      <a:lnTo>
                        <a:pt x="51" y="3"/>
                      </a:lnTo>
                      <a:lnTo>
                        <a:pt x="69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56" name="Freeform 35"/>
                <p:cNvSpPr>
                  <a:spLocks/>
                </p:cNvSpPr>
                <p:nvPr/>
              </p:nvSpPr>
              <p:spPr bwMode="auto">
                <a:xfrm>
                  <a:off x="2349500" y="1622425"/>
                  <a:ext cx="53975" cy="71437"/>
                </a:xfrm>
                <a:custGeom>
                  <a:avLst/>
                  <a:gdLst>
                    <a:gd name="T0" fmla="*/ 69 w 243"/>
                    <a:gd name="T1" fmla="*/ 0 h 317"/>
                    <a:gd name="T2" fmla="*/ 87 w 243"/>
                    <a:gd name="T3" fmla="*/ 2 h 317"/>
                    <a:gd name="T4" fmla="*/ 103 w 243"/>
                    <a:gd name="T5" fmla="*/ 9 h 317"/>
                    <a:gd name="T6" fmla="*/ 118 w 243"/>
                    <a:gd name="T7" fmla="*/ 20 h 317"/>
                    <a:gd name="T8" fmla="*/ 129 w 243"/>
                    <a:gd name="T9" fmla="*/ 34 h 317"/>
                    <a:gd name="T10" fmla="*/ 233 w 243"/>
                    <a:gd name="T11" fmla="*/ 214 h 317"/>
                    <a:gd name="T12" fmla="*/ 240 w 243"/>
                    <a:gd name="T13" fmla="*/ 230 h 317"/>
                    <a:gd name="T14" fmla="*/ 243 w 243"/>
                    <a:gd name="T15" fmla="*/ 248 h 317"/>
                    <a:gd name="T16" fmla="*/ 240 w 243"/>
                    <a:gd name="T17" fmla="*/ 265 h 317"/>
                    <a:gd name="T18" fmla="*/ 233 w 243"/>
                    <a:gd name="T19" fmla="*/ 282 h 317"/>
                    <a:gd name="T20" fmla="*/ 223 w 243"/>
                    <a:gd name="T21" fmla="*/ 297 h 317"/>
                    <a:gd name="T22" fmla="*/ 209 w 243"/>
                    <a:gd name="T23" fmla="*/ 308 h 317"/>
                    <a:gd name="T24" fmla="*/ 191 w 243"/>
                    <a:gd name="T25" fmla="*/ 315 h 317"/>
                    <a:gd name="T26" fmla="*/ 173 w 243"/>
                    <a:gd name="T27" fmla="*/ 317 h 317"/>
                    <a:gd name="T28" fmla="*/ 155 w 243"/>
                    <a:gd name="T29" fmla="*/ 315 h 317"/>
                    <a:gd name="T30" fmla="*/ 139 w 243"/>
                    <a:gd name="T31" fmla="*/ 308 h 317"/>
                    <a:gd name="T32" fmla="*/ 125 w 243"/>
                    <a:gd name="T33" fmla="*/ 297 h 317"/>
                    <a:gd name="T34" fmla="*/ 113 w 243"/>
                    <a:gd name="T35" fmla="*/ 282 h 317"/>
                    <a:gd name="T36" fmla="*/ 9 w 243"/>
                    <a:gd name="T37" fmla="*/ 103 h 317"/>
                    <a:gd name="T38" fmla="*/ 2 w 243"/>
                    <a:gd name="T39" fmla="*/ 86 h 317"/>
                    <a:gd name="T40" fmla="*/ 0 w 243"/>
                    <a:gd name="T41" fmla="*/ 68 h 317"/>
                    <a:gd name="T42" fmla="*/ 2 w 243"/>
                    <a:gd name="T43" fmla="*/ 51 h 317"/>
                    <a:gd name="T44" fmla="*/ 9 w 243"/>
                    <a:gd name="T45" fmla="*/ 34 h 317"/>
                    <a:gd name="T46" fmla="*/ 20 w 243"/>
                    <a:gd name="T47" fmla="*/ 21 h 317"/>
                    <a:gd name="T48" fmla="*/ 34 w 243"/>
                    <a:gd name="T49" fmla="*/ 10 h 317"/>
                    <a:gd name="T50" fmla="*/ 52 w 243"/>
                    <a:gd name="T51" fmla="*/ 2 h 317"/>
                    <a:gd name="T52" fmla="*/ 69 w 243"/>
                    <a:gd name="T53" fmla="*/ 0 h 3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</a:cxnLst>
                  <a:rect l="0" t="0" r="r" b="b"/>
                  <a:pathLst>
                    <a:path w="243" h="317">
                      <a:moveTo>
                        <a:pt x="69" y="0"/>
                      </a:moveTo>
                      <a:lnTo>
                        <a:pt x="87" y="2"/>
                      </a:lnTo>
                      <a:lnTo>
                        <a:pt x="103" y="9"/>
                      </a:lnTo>
                      <a:lnTo>
                        <a:pt x="118" y="20"/>
                      </a:lnTo>
                      <a:lnTo>
                        <a:pt x="129" y="34"/>
                      </a:lnTo>
                      <a:lnTo>
                        <a:pt x="233" y="214"/>
                      </a:lnTo>
                      <a:lnTo>
                        <a:pt x="240" y="230"/>
                      </a:lnTo>
                      <a:lnTo>
                        <a:pt x="243" y="248"/>
                      </a:lnTo>
                      <a:lnTo>
                        <a:pt x="240" y="265"/>
                      </a:lnTo>
                      <a:lnTo>
                        <a:pt x="233" y="282"/>
                      </a:lnTo>
                      <a:lnTo>
                        <a:pt x="223" y="297"/>
                      </a:lnTo>
                      <a:lnTo>
                        <a:pt x="209" y="308"/>
                      </a:lnTo>
                      <a:lnTo>
                        <a:pt x="191" y="315"/>
                      </a:lnTo>
                      <a:lnTo>
                        <a:pt x="173" y="317"/>
                      </a:lnTo>
                      <a:lnTo>
                        <a:pt x="155" y="315"/>
                      </a:lnTo>
                      <a:lnTo>
                        <a:pt x="139" y="308"/>
                      </a:lnTo>
                      <a:lnTo>
                        <a:pt x="125" y="297"/>
                      </a:lnTo>
                      <a:lnTo>
                        <a:pt x="113" y="282"/>
                      </a:lnTo>
                      <a:lnTo>
                        <a:pt x="9" y="103"/>
                      </a:lnTo>
                      <a:lnTo>
                        <a:pt x="2" y="86"/>
                      </a:lnTo>
                      <a:lnTo>
                        <a:pt x="0" y="68"/>
                      </a:lnTo>
                      <a:lnTo>
                        <a:pt x="2" y="51"/>
                      </a:lnTo>
                      <a:lnTo>
                        <a:pt x="9" y="34"/>
                      </a:lnTo>
                      <a:lnTo>
                        <a:pt x="20" y="21"/>
                      </a:lnTo>
                      <a:lnTo>
                        <a:pt x="34" y="10"/>
                      </a:lnTo>
                      <a:lnTo>
                        <a:pt x="52" y="2"/>
                      </a:lnTo>
                      <a:lnTo>
                        <a:pt x="69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57" name="Freeform 36"/>
                <p:cNvSpPr>
                  <a:spLocks/>
                </p:cNvSpPr>
                <p:nvPr/>
              </p:nvSpPr>
              <p:spPr bwMode="auto">
                <a:xfrm>
                  <a:off x="2219325" y="1751013"/>
                  <a:ext cx="71438" cy="55562"/>
                </a:xfrm>
                <a:custGeom>
                  <a:avLst/>
                  <a:gdLst>
                    <a:gd name="T0" fmla="*/ 69 w 319"/>
                    <a:gd name="T1" fmla="*/ 0 h 241"/>
                    <a:gd name="T2" fmla="*/ 86 w 319"/>
                    <a:gd name="T3" fmla="*/ 3 h 241"/>
                    <a:gd name="T4" fmla="*/ 104 w 319"/>
                    <a:gd name="T5" fmla="*/ 9 h 241"/>
                    <a:gd name="T6" fmla="*/ 285 w 319"/>
                    <a:gd name="T7" fmla="*/ 112 h 241"/>
                    <a:gd name="T8" fmla="*/ 299 w 319"/>
                    <a:gd name="T9" fmla="*/ 124 h 241"/>
                    <a:gd name="T10" fmla="*/ 310 w 319"/>
                    <a:gd name="T11" fmla="*/ 138 h 241"/>
                    <a:gd name="T12" fmla="*/ 316 w 319"/>
                    <a:gd name="T13" fmla="*/ 155 h 241"/>
                    <a:gd name="T14" fmla="*/ 319 w 319"/>
                    <a:gd name="T15" fmla="*/ 172 h 241"/>
                    <a:gd name="T16" fmla="*/ 316 w 319"/>
                    <a:gd name="T17" fmla="*/ 190 h 241"/>
                    <a:gd name="T18" fmla="*/ 310 w 319"/>
                    <a:gd name="T19" fmla="*/ 206 h 241"/>
                    <a:gd name="T20" fmla="*/ 298 w 319"/>
                    <a:gd name="T21" fmla="*/ 221 h 241"/>
                    <a:gd name="T22" fmla="*/ 283 w 319"/>
                    <a:gd name="T23" fmla="*/ 232 h 241"/>
                    <a:gd name="T24" fmla="*/ 266 w 319"/>
                    <a:gd name="T25" fmla="*/ 239 h 241"/>
                    <a:gd name="T26" fmla="*/ 249 w 319"/>
                    <a:gd name="T27" fmla="*/ 241 h 241"/>
                    <a:gd name="T28" fmla="*/ 231 w 319"/>
                    <a:gd name="T29" fmla="*/ 239 h 241"/>
                    <a:gd name="T30" fmla="*/ 214 w 319"/>
                    <a:gd name="T31" fmla="*/ 231 h 241"/>
                    <a:gd name="T32" fmla="*/ 34 w 319"/>
                    <a:gd name="T33" fmla="*/ 129 h 241"/>
                    <a:gd name="T34" fmla="*/ 19 w 319"/>
                    <a:gd name="T35" fmla="*/ 118 h 241"/>
                    <a:gd name="T36" fmla="*/ 9 w 319"/>
                    <a:gd name="T37" fmla="*/ 103 h 241"/>
                    <a:gd name="T38" fmla="*/ 2 w 319"/>
                    <a:gd name="T39" fmla="*/ 87 h 241"/>
                    <a:gd name="T40" fmla="*/ 0 w 319"/>
                    <a:gd name="T41" fmla="*/ 69 h 241"/>
                    <a:gd name="T42" fmla="*/ 2 w 319"/>
                    <a:gd name="T43" fmla="*/ 51 h 241"/>
                    <a:gd name="T44" fmla="*/ 9 w 319"/>
                    <a:gd name="T45" fmla="*/ 34 h 241"/>
                    <a:gd name="T46" fmla="*/ 20 w 319"/>
                    <a:gd name="T47" fmla="*/ 20 h 241"/>
                    <a:gd name="T48" fmla="*/ 35 w 319"/>
                    <a:gd name="T49" fmla="*/ 9 h 241"/>
                    <a:gd name="T50" fmla="*/ 51 w 319"/>
                    <a:gd name="T51" fmla="*/ 3 h 241"/>
                    <a:gd name="T52" fmla="*/ 69 w 319"/>
                    <a:gd name="T53" fmla="*/ 0 h 24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</a:cxnLst>
                  <a:rect l="0" t="0" r="r" b="b"/>
                  <a:pathLst>
                    <a:path w="319" h="241">
                      <a:moveTo>
                        <a:pt x="69" y="0"/>
                      </a:moveTo>
                      <a:lnTo>
                        <a:pt x="86" y="3"/>
                      </a:lnTo>
                      <a:lnTo>
                        <a:pt x="104" y="9"/>
                      </a:lnTo>
                      <a:lnTo>
                        <a:pt x="285" y="112"/>
                      </a:lnTo>
                      <a:lnTo>
                        <a:pt x="299" y="124"/>
                      </a:lnTo>
                      <a:lnTo>
                        <a:pt x="310" y="138"/>
                      </a:lnTo>
                      <a:lnTo>
                        <a:pt x="316" y="155"/>
                      </a:lnTo>
                      <a:lnTo>
                        <a:pt x="319" y="172"/>
                      </a:lnTo>
                      <a:lnTo>
                        <a:pt x="316" y="190"/>
                      </a:lnTo>
                      <a:lnTo>
                        <a:pt x="310" y="206"/>
                      </a:lnTo>
                      <a:lnTo>
                        <a:pt x="298" y="221"/>
                      </a:lnTo>
                      <a:lnTo>
                        <a:pt x="283" y="232"/>
                      </a:lnTo>
                      <a:lnTo>
                        <a:pt x="266" y="239"/>
                      </a:lnTo>
                      <a:lnTo>
                        <a:pt x="249" y="241"/>
                      </a:lnTo>
                      <a:lnTo>
                        <a:pt x="231" y="239"/>
                      </a:lnTo>
                      <a:lnTo>
                        <a:pt x="214" y="231"/>
                      </a:lnTo>
                      <a:lnTo>
                        <a:pt x="34" y="129"/>
                      </a:lnTo>
                      <a:lnTo>
                        <a:pt x="19" y="118"/>
                      </a:lnTo>
                      <a:lnTo>
                        <a:pt x="9" y="103"/>
                      </a:lnTo>
                      <a:lnTo>
                        <a:pt x="2" y="87"/>
                      </a:lnTo>
                      <a:lnTo>
                        <a:pt x="0" y="69"/>
                      </a:lnTo>
                      <a:lnTo>
                        <a:pt x="2" y="51"/>
                      </a:lnTo>
                      <a:lnTo>
                        <a:pt x="9" y="34"/>
                      </a:lnTo>
                      <a:lnTo>
                        <a:pt x="20" y="20"/>
                      </a:lnTo>
                      <a:lnTo>
                        <a:pt x="35" y="9"/>
                      </a:lnTo>
                      <a:lnTo>
                        <a:pt x="51" y="3"/>
                      </a:lnTo>
                      <a:lnTo>
                        <a:pt x="69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58" name="Freeform 37"/>
                <p:cNvSpPr>
                  <a:spLocks/>
                </p:cNvSpPr>
                <p:nvPr/>
              </p:nvSpPr>
              <p:spPr bwMode="auto">
                <a:xfrm>
                  <a:off x="2171700" y="1927225"/>
                  <a:ext cx="77788" cy="31750"/>
                </a:xfrm>
                <a:custGeom>
                  <a:avLst/>
                  <a:gdLst>
                    <a:gd name="T0" fmla="*/ 69 w 347"/>
                    <a:gd name="T1" fmla="*/ 0 h 139"/>
                    <a:gd name="T2" fmla="*/ 278 w 347"/>
                    <a:gd name="T3" fmla="*/ 0 h 139"/>
                    <a:gd name="T4" fmla="*/ 296 w 347"/>
                    <a:gd name="T5" fmla="*/ 4 h 139"/>
                    <a:gd name="T6" fmla="*/ 313 w 347"/>
                    <a:gd name="T7" fmla="*/ 10 h 139"/>
                    <a:gd name="T8" fmla="*/ 327 w 347"/>
                    <a:gd name="T9" fmla="*/ 21 h 139"/>
                    <a:gd name="T10" fmla="*/ 338 w 347"/>
                    <a:gd name="T11" fmla="*/ 35 h 139"/>
                    <a:gd name="T12" fmla="*/ 345 w 347"/>
                    <a:gd name="T13" fmla="*/ 51 h 139"/>
                    <a:gd name="T14" fmla="*/ 347 w 347"/>
                    <a:gd name="T15" fmla="*/ 70 h 139"/>
                    <a:gd name="T16" fmla="*/ 345 w 347"/>
                    <a:gd name="T17" fmla="*/ 88 h 139"/>
                    <a:gd name="T18" fmla="*/ 338 w 347"/>
                    <a:gd name="T19" fmla="*/ 104 h 139"/>
                    <a:gd name="T20" fmla="*/ 327 w 347"/>
                    <a:gd name="T21" fmla="*/ 119 h 139"/>
                    <a:gd name="T22" fmla="*/ 313 w 347"/>
                    <a:gd name="T23" fmla="*/ 129 h 139"/>
                    <a:gd name="T24" fmla="*/ 296 w 347"/>
                    <a:gd name="T25" fmla="*/ 137 h 139"/>
                    <a:gd name="T26" fmla="*/ 278 w 347"/>
                    <a:gd name="T27" fmla="*/ 139 h 139"/>
                    <a:gd name="T28" fmla="*/ 69 w 347"/>
                    <a:gd name="T29" fmla="*/ 139 h 139"/>
                    <a:gd name="T30" fmla="*/ 51 w 347"/>
                    <a:gd name="T31" fmla="*/ 137 h 139"/>
                    <a:gd name="T32" fmla="*/ 35 w 347"/>
                    <a:gd name="T33" fmla="*/ 129 h 139"/>
                    <a:gd name="T34" fmla="*/ 20 w 347"/>
                    <a:gd name="T35" fmla="*/ 119 h 139"/>
                    <a:gd name="T36" fmla="*/ 10 w 347"/>
                    <a:gd name="T37" fmla="*/ 104 h 139"/>
                    <a:gd name="T38" fmla="*/ 2 w 347"/>
                    <a:gd name="T39" fmla="*/ 88 h 139"/>
                    <a:gd name="T40" fmla="*/ 0 w 347"/>
                    <a:gd name="T41" fmla="*/ 70 h 139"/>
                    <a:gd name="T42" fmla="*/ 2 w 347"/>
                    <a:gd name="T43" fmla="*/ 51 h 139"/>
                    <a:gd name="T44" fmla="*/ 10 w 347"/>
                    <a:gd name="T45" fmla="*/ 35 h 139"/>
                    <a:gd name="T46" fmla="*/ 20 w 347"/>
                    <a:gd name="T47" fmla="*/ 21 h 139"/>
                    <a:gd name="T48" fmla="*/ 35 w 347"/>
                    <a:gd name="T49" fmla="*/ 10 h 139"/>
                    <a:gd name="T50" fmla="*/ 51 w 347"/>
                    <a:gd name="T51" fmla="*/ 4 h 139"/>
                    <a:gd name="T52" fmla="*/ 69 w 347"/>
                    <a:gd name="T53" fmla="*/ 0 h 13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</a:cxnLst>
                  <a:rect l="0" t="0" r="r" b="b"/>
                  <a:pathLst>
                    <a:path w="347" h="139">
                      <a:moveTo>
                        <a:pt x="69" y="0"/>
                      </a:moveTo>
                      <a:lnTo>
                        <a:pt x="278" y="0"/>
                      </a:lnTo>
                      <a:lnTo>
                        <a:pt x="296" y="4"/>
                      </a:lnTo>
                      <a:lnTo>
                        <a:pt x="313" y="10"/>
                      </a:lnTo>
                      <a:lnTo>
                        <a:pt x="327" y="21"/>
                      </a:lnTo>
                      <a:lnTo>
                        <a:pt x="338" y="35"/>
                      </a:lnTo>
                      <a:lnTo>
                        <a:pt x="345" y="51"/>
                      </a:lnTo>
                      <a:lnTo>
                        <a:pt x="347" y="70"/>
                      </a:lnTo>
                      <a:lnTo>
                        <a:pt x="345" y="88"/>
                      </a:lnTo>
                      <a:lnTo>
                        <a:pt x="338" y="104"/>
                      </a:lnTo>
                      <a:lnTo>
                        <a:pt x="327" y="119"/>
                      </a:lnTo>
                      <a:lnTo>
                        <a:pt x="313" y="129"/>
                      </a:lnTo>
                      <a:lnTo>
                        <a:pt x="296" y="137"/>
                      </a:lnTo>
                      <a:lnTo>
                        <a:pt x="278" y="139"/>
                      </a:lnTo>
                      <a:lnTo>
                        <a:pt x="69" y="139"/>
                      </a:lnTo>
                      <a:lnTo>
                        <a:pt x="51" y="137"/>
                      </a:lnTo>
                      <a:lnTo>
                        <a:pt x="35" y="129"/>
                      </a:lnTo>
                      <a:lnTo>
                        <a:pt x="20" y="119"/>
                      </a:lnTo>
                      <a:lnTo>
                        <a:pt x="10" y="104"/>
                      </a:lnTo>
                      <a:lnTo>
                        <a:pt x="2" y="88"/>
                      </a:lnTo>
                      <a:lnTo>
                        <a:pt x="0" y="70"/>
                      </a:lnTo>
                      <a:lnTo>
                        <a:pt x="2" y="51"/>
                      </a:lnTo>
                      <a:lnTo>
                        <a:pt x="10" y="35"/>
                      </a:lnTo>
                      <a:lnTo>
                        <a:pt x="20" y="21"/>
                      </a:lnTo>
                      <a:lnTo>
                        <a:pt x="35" y="10"/>
                      </a:lnTo>
                      <a:lnTo>
                        <a:pt x="51" y="4"/>
                      </a:lnTo>
                      <a:lnTo>
                        <a:pt x="69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59" name="Freeform 38"/>
                <p:cNvSpPr>
                  <a:spLocks/>
                </p:cNvSpPr>
                <p:nvPr/>
              </p:nvSpPr>
              <p:spPr bwMode="auto">
                <a:xfrm>
                  <a:off x="2219325" y="2079625"/>
                  <a:ext cx="71438" cy="55562"/>
                </a:xfrm>
                <a:custGeom>
                  <a:avLst/>
                  <a:gdLst>
                    <a:gd name="T0" fmla="*/ 249 w 319"/>
                    <a:gd name="T1" fmla="*/ 0 h 242"/>
                    <a:gd name="T2" fmla="*/ 268 w 319"/>
                    <a:gd name="T3" fmla="*/ 3 h 242"/>
                    <a:gd name="T4" fmla="*/ 283 w 319"/>
                    <a:gd name="T5" fmla="*/ 9 h 242"/>
                    <a:gd name="T6" fmla="*/ 298 w 319"/>
                    <a:gd name="T7" fmla="*/ 20 h 242"/>
                    <a:gd name="T8" fmla="*/ 310 w 319"/>
                    <a:gd name="T9" fmla="*/ 35 h 242"/>
                    <a:gd name="T10" fmla="*/ 316 w 319"/>
                    <a:gd name="T11" fmla="*/ 52 h 242"/>
                    <a:gd name="T12" fmla="*/ 319 w 319"/>
                    <a:gd name="T13" fmla="*/ 70 h 242"/>
                    <a:gd name="T14" fmla="*/ 316 w 319"/>
                    <a:gd name="T15" fmla="*/ 86 h 242"/>
                    <a:gd name="T16" fmla="*/ 310 w 319"/>
                    <a:gd name="T17" fmla="*/ 103 h 242"/>
                    <a:gd name="T18" fmla="*/ 298 w 319"/>
                    <a:gd name="T19" fmla="*/ 118 h 242"/>
                    <a:gd name="T20" fmla="*/ 285 w 319"/>
                    <a:gd name="T21" fmla="*/ 129 h 242"/>
                    <a:gd name="T22" fmla="*/ 104 w 319"/>
                    <a:gd name="T23" fmla="*/ 232 h 242"/>
                    <a:gd name="T24" fmla="*/ 87 w 319"/>
                    <a:gd name="T25" fmla="*/ 239 h 242"/>
                    <a:gd name="T26" fmla="*/ 69 w 319"/>
                    <a:gd name="T27" fmla="*/ 242 h 242"/>
                    <a:gd name="T28" fmla="*/ 51 w 319"/>
                    <a:gd name="T29" fmla="*/ 239 h 242"/>
                    <a:gd name="T30" fmla="*/ 35 w 319"/>
                    <a:gd name="T31" fmla="*/ 233 h 242"/>
                    <a:gd name="T32" fmla="*/ 20 w 319"/>
                    <a:gd name="T33" fmla="*/ 222 h 242"/>
                    <a:gd name="T34" fmla="*/ 9 w 319"/>
                    <a:gd name="T35" fmla="*/ 207 h 242"/>
                    <a:gd name="T36" fmla="*/ 2 w 319"/>
                    <a:gd name="T37" fmla="*/ 190 h 242"/>
                    <a:gd name="T38" fmla="*/ 0 w 319"/>
                    <a:gd name="T39" fmla="*/ 172 h 242"/>
                    <a:gd name="T40" fmla="*/ 2 w 319"/>
                    <a:gd name="T41" fmla="*/ 155 h 242"/>
                    <a:gd name="T42" fmla="*/ 9 w 319"/>
                    <a:gd name="T43" fmla="*/ 138 h 242"/>
                    <a:gd name="T44" fmla="*/ 19 w 319"/>
                    <a:gd name="T45" fmla="*/ 125 h 242"/>
                    <a:gd name="T46" fmla="*/ 34 w 319"/>
                    <a:gd name="T47" fmla="*/ 114 h 242"/>
                    <a:gd name="T48" fmla="*/ 214 w 319"/>
                    <a:gd name="T49" fmla="*/ 10 h 242"/>
                    <a:gd name="T50" fmla="*/ 232 w 319"/>
                    <a:gd name="T51" fmla="*/ 2 h 242"/>
                    <a:gd name="T52" fmla="*/ 249 w 319"/>
                    <a:gd name="T53" fmla="*/ 0 h 24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</a:cxnLst>
                  <a:rect l="0" t="0" r="r" b="b"/>
                  <a:pathLst>
                    <a:path w="319" h="242">
                      <a:moveTo>
                        <a:pt x="249" y="0"/>
                      </a:moveTo>
                      <a:lnTo>
                        <a:pt x="268" y="3"/>
                      </a:lnTo>
                      <a:lnTo>
                        <a:pt x="283" y="9"/>
                      </a:lnTo>
                      <a:lnTo>
                        <a:pt x="298" y="20"/>
                      </a:lnTo>
                      <a:lnTo>
                        <a:pt x="310" y="35"/>
                      </a:lnTo>
                      <a:lnTo>
                        <a:pt x="316" y="52"/>
                      </a:lnTo>
                      <a:lnTo>
                        <a:pt x="319" y="70"/>
                      </a:lnTo>
                      <a:lnTo>
                        <a:pt x="316" y="86"/>
                      </a:lnTo>
                      <a:lnTo>
                        <a:pt x="310" y="103"/>
                      </a:lnTo>
                      <a:lnTo>
                        <a:pt x="298" y="118"/>
                      </a:lnTo>
                      <a:lnTo>
                        <a:pt x="285" y="129"/>
                      </a:lnTo>
                      <a:lnTo>
                        <a:pt x="104" y="232"/>
                      </a:lnTo>
                      <a:lnTo>
                        <a:pt x="87" y="239"/>
                      </a:lnTo>
                      <a:lnTo>
                        <a:pt x="69" y="242"/>
                      </a:lnTo>
                      <a:lnTo>
                        <a:pt x="51" y="239"/>
                      </a:lnTo>
                      <a:lnTo>
                        <a:pt x="35" y="233"/>
                      </a:lnTo>
                      <a:lnTo>
                        <a:pt x="20" y="222"/>
                      </a:lnTo>
                      <a:lnTo>
                        <a:pt x="9" y="207"/>
                      </a:lnTo>
                      <a:lnTo>
                        <a:pt x="2" y="190"/>
                      </a:lnTo>
                      <a:lnTo>
                        <a:pt x="0" y="172"/>
                      </a:lnTo>
                      <a:lnTo>
                        <a:pt x="2" y="155"/>
                      </a:lnTo>
                      <a:lnTo>
                        <a:pt x="9" y="138"/>
                      </a:lnTo>
                      <a:lnTo>
                        <a:pt x="19" y="125"/>
                      </a:lnTo>
                      <a:lnTo>
                        <a:pt x="34" y="114"/>
                      </a:lnTo>
                      <a:lnTo>
                        <a:pt x="214" y="10"/>
                      </a:lnTo>
                      <a:lnTo>
                        <a:pt x="232" y="2"/>
                      </a:lnTo>
                      <a:lnTo>
                        <a:pt x="249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60" name="Freeform 39"/>
                <p:cNvSpPr>
                  <a:spLocks/>
                </p:cNvSpPr>
                <p:nvPr/>
              </p:nvSpPr>
              <p:spPr bwMode="auto">
                <a:xfrm>
                  <a:off x="2792413" y="2079625"/>
                  <a:ext cx="71438" cy="55562"/>
                </a:xfrm>
                <a:custGeom>
                  <a:avLst/>
                  <a:gdLst>
                    <a:gd name="T0" fmla="*/ 69 w 319"/>
                    <a:gd name="T1" fmla="*/ 0 h 242"/>
                    <a:gd name="T2" fmla="*/ 87 w 319"/>
                    <a:gd name="T3" fmla="*/ 2 h 242"/>
                    <a:gd name="T4" fmla="*/ 104 w 319"/>
                    <a:gd name="T5" fmla="*/ 10 h 242"/>
                    <a:gd name="T6" fmla="*/ 285 w 319"/>
                    <a:gd name="T7" fmla="*/ 114 h 242"/>
                    <a:gd name="T8" fmla="*/ 299 w 319"/>
                    <a:gd name="T9" fmla="*/ 125 h 242"/>
                    <a:gd name="T10" fmla="*/ 310 w 319"/>
                    <a:gd name="T11" fmla="*/ 138 h 242"/>
                    <a:gd name="T12" fmla="*/ 316 w 319"/>
                    <a:gd name="T13" fmla="*/ 155 h 242"/>
                    <a:gd name="T14" fmla="*/ 319 w 319"/>
                    <a:gd name="T15" fmla="*/ 172 h 242"/>
                    <a:gd name="T16" fmla="*/ 316 w 319"/>
                    <a:gd name="T17" fmla="*/ 190 h 242"/>
                    <a:gd name="T18" fmla="*/ 310 w 319"/>
                    <a:gd name="T19" fmla="*/ 207 h 242"/>
                    <a:gd name="T20" fmla="*/ 298 w 319"/>
                    <a:gd name="T21" fmla="*/ 222 h 242"/>
                    <a:gd name="T22" fmla="*/ 284 w 319"/>
                    <a:gd name="T23" fmla="*/ 233 h 242"/>
                    <a:gd name="T24" fmla="*/ 268 w 319"/>
                    <a:gd name="T25" fmla="*/ 239 h 242"/>
                    <a:gd name="T26" fmla="*/ 250 w 319"/>
                    <a:gd name="T27" fmla="*/ 242 h 242"/>
                    <a:gd name="T28" fmla="*/ 231 w 319"/>
                    <a:gd name="T29" fmla="*/ 239 h 242"/>
                    <a:gd name="T30" fmla="*/ 214 w 319"/>
                    <a:gd name="T31" fmla="*/ 232 h 242"/>
                    <a:gd name="T32" fmla="*/ 34 w 319"/>
                    <a:gd name="T33" fmla="*/ 129 h 242"/>
                    <a:gd name="T34" fmla="*/ 20 w 319"/>
                    <a:gd name="T35" fmla="*/ 118 h 242"/>
                    <a:gd name="T36" fmla="*/ 9 w 319"/>
                    <a:gd name="T37" fmla="*/ 103 h 242"/>
                    <a:gd name="T38" fmla="*/ 2 w 319"/>
                    <a:gd name="T39" fmla="*/ 86 h 242"/>
                    <a:gd name="T40" fmla="*/ 0 w 319"/>
                    <a:gd name="T41" fmla="*/ 70 h 242"/>
                    <a:gd name="T42" fmla="*/ 2 w 319"/>
                    <a:gd name="T43" fmla="*/ 52 h 242"/>
                    <a:gd name="T44" fmla="*/ 9 w 319"/>
                    <a:gd name="T45" fmla="*/ 35 h 242"/>
                    <a:gd name="T46" fmla="*/ 20 w 319"/>
                    <a:gd name="T47" fmla="*/ 20 h 242"/>
                    <a:gd name="T48" fmla="*/ 35 w 319"/>
                    <a:gd name="T49" fmla="*/ 9 h 242"/>
                    <a:gd name="T50" fmla="*/ 51 w 319"/>
                    <a:gd name="T51" fmla="*/ 3 h 242"/>
                    <a:gd name="T52" fmla="*/ 69 w 319"/>
                    <a:gd name="T53" fmla="*/ 0 h 24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</a:cxnLst>
                  <a:rect l="0" t="0" r="r" b="b"/>
                  <a:pathLst>
                    <a:path w="319" h="242">
                      <a:moveTo>
                        <a:pt x="69" y="0"/>
                      </a:moveTo>
                      <a:lnTo>
                        <a:pt x="87" y="2"/>
                      </a:lnTo>
                      <a:lnTo>
                        <a:pt x="104" y="10"/>
                      </a:lnTo>
                      <a:lnTo>
                        <a:pt x="285" y="114"/>
                      </a:lnTo>
                      <a:lnTo>
                        <a:pt x="299" y="125"/>
                      </a:lnTo>
                      <a:lnTo>
                        <a:pt x="310" y="138"/>
                      </a:lnTo>
                      <a:lnTo>
                        <a:pt x="316" y="155"/>
                      </a:lnTo>
                      <a:lnTo>
                        <a:pt x="319" y="172"/>
                      </a:lnTo>
                      <a:lnTo>
                        <a:pt x="316" y="190"/>
                      </a:lnTo>
                      <a:lnTo>
                        <a:pt x="310" y="207"/>
                      </a:lnTo>
                      <a:lnTo>
                        <a:pt x="298" y="222"/>
                      </a:lnTo>
                      <a:lnTo>
                        <a:pt x="284" y="233"/>
                      </a:lnTo>
                      <a:lnTo>
                        <a:pt x="268" y="239"/>
                      </a:lnTo>
                      <a:lnTo>
                        <a:pt x="250" y="242"/>
                      </a:lnTo>
                      <a:lnTo>
                        <a:pt x="231" y="239"/>
                      </a:lnTo>
                      <a:lnTo>
                        <a:pt x="214" y="232"/>
                      </a:lnTo>
                      <a:lnTo>
                        <a:pt x="34" y="129"/>
                      </a:lnTo>
                      <a:lnTo>
                        <a:pt x="20" y="118"/>
                      </a:lnTo>
                      <a:lnTo>
                        <a:pt x="9" y="103"/>
                      </a:lnTo>
                      <a:lnTo>
                        <a:pt x="2" y="86"/>
                      </a:lnTo>
                      <a:lnTo>
                        <a:pt x="0" y="70"/>
                      </a:lnTo>
                      <a:lnTo>
                        <a:pt x="2" y="52"/>
                      </a:lnTo>
                      <a:lnTo>
                        <a:pt x="9" y="35"/>
                      </a:lnTo>
                      <a:lnTo>
                        <a:pt x="20" y="20"/>
                      </a:lnTo>
                      <a:lnTo>
                        <a:pt x="35" y="9"/>
                      </a:lnTo>
                      <a:lnTo>
                        <a:pt x="51" y="3"/>
                      </a:lnTo>
                      <a:lnTo>
                        <a:pt x="69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61" name="Freeform 40"/>
                <p:cNvSpPr>
                  <a:spLocks/>
                </p:cNvSpPr>
                <p:nvPr/>
              </p:nvSpPr>
              <p:spPr bwMode="auto">
                <a:xfrm>
                  <a:off x="2833688" y="1927225"/>
                  <a:ext cx="77788" cy="31750"/>
                </a:xfrm>
                <a:custGeom>
                  <a:avLst/>
                  <a:gdLst>
                    <a:gd name="T0" fmla="*/ 70 w 348"/>
                    <a:gd name="T1" fmla="*/ 0 h 139"/>
                    <a:gd name="T2" fmla="*/ 278 w 348"/>
                    <a:gd name="T3" fmla="*/ 0 h 139"/>
                    <a:gd name="T4" fmla="*/ 297 w 348"/>
                    <a:gd name="T5" fmla="*/ 4 h 139"/>
                    <a:gd name="T6" fmla="*/ 314 w 348"/>
                    <a:gd name="T7" fmla="*/ 10 h 139"/>
                    <a:gd name="T8" fmla="*/ 327 w 348"/>
                    <a:gd name="T9" fmla="*/ 21 h 139"/>
                    <a:gd name="T10" fmla="*/ 337 w 348"/>
                    <a:gd name="T11" fmla="*/ 35 h 139"/>
                    <a:gd name="T12" fmla="*/ 345 w 348"/>
                    <a:gd name="T13" fmla="*/ 51 h 139"/>
                    <a:gd name="T14" fmla="*/ 348 w 348"/>
                    <a:gd name="T15" fmla="*/ 70 h 139"/>
                    <a:gd name="T16" fmla="*/ 345 w 348"/>
                    <a:gd name="T17" fmla="*/ 88 h 139"/>
                    <a:gd name="T18" fmla="*/ 337 w 348"/>
                    <a:gd name="T19" fmla="*/ 104 h 139"/>
                    <a:gd name="T20" fmla="*/ 327 w 348"/>
                    <a:gd name="T21" fmla="*/ 119 h 139"/>
                    <a:gd name="T22" fmla="*/ 314 w 348"/>
                    <a:gd name="T23" fmla="*/ 129 h 139"/>
                    <a:gd name="T24" fmla="*/ 297 w 348"/>
                    <a:gd name="T25" fmla="*/ 137 h 139"/>
                    <a:gd name="T26" fmla="*/ 278 w 348"/>
                    <a:gd name="T27" fmla="*/ 139 h 139"/>
                    <a:gd name="T28" fmla="*/ 70 w 348"/>
                    <a:gd name="T29" fmla="*/ 139 h 139"/>
                    <a:gd name="T30" fmla="*/ 52 w 348"/>
                    <a:gd name="T31" fmla="*/ 137 h 139"/>
                    <a:gd name="T32" fmla="*/ 34 w 348"/>
                    <a:gd name="T33" fmla="*/ 129 h 139"/>
                    <a:gd name="T34" fmla="*/ 21 w 348"/>
                    <a:gd name="T35" fmla="*/ 119 h 139"/>
                    <a:gd name="T36" fmla="*/ 10 w 348"/>
                    <a:gd name="T37" fmla="*/ 104 h 139"/>
                    <a:gd name="T38" fmla="*/ 3 w 348"/>
                    <a:gd name="T39" fmla="*/ 88 h 139"/>
                    <a:gd name="T40" fmla="*/ 0 w 348"/>
                    <a:gd name="T41" fmla="*/ 70 h 139"/>
                    <a:gd name="T42" fmla="*/ 3 w 348"/>
                    <a:gd name="T43" fmla="*/ 51 h 139"/>
                    <a:gd name="T44" fmla="*/ 10 w 348"/>
                    <a:gd name="T45" fmla="*/ 35 h 139"/>
                    <a:gd name="T46" fmla="*/ 21 w 348"/>
                    <a:gd name="T47" fmla="*/ 21 h 139"/>
                    <a:gd name="T48" fmla="*/ 34 w 348"/>
                    <a:gd name="T49" fmla="*/ 10 h 139"/>
                    <a:gd name="T50" fmla="*/ 52 w 348"/>
                    <a:gd name="T51" fmla="*/ 4 h 139"/>
                    <a:gd name="T52" fmla="*/ 70 w 348"/>
                    <a:gd name="T53" fmla="*/ 0 h 13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</a:cxnLst>
                  <a:rect l="0" t="0" r="r" b="b"/>
                  <a:pathLst>
                    <a:path w="348" h="139">
                      <a:moveTo>
                        <a:pt x="70" y="0"/>
                      </a:moveTo>
                      <a:lnTo>
                        <a:pt x="278" y="0"/>
                      </a:lnTo>
                      <a:lnTo>
                        <a:pt x="297" y="4"/>
                      </a:lnTo>
                      <a:lnTo>
                        <a:pt x="314" y="10"/>
                      </a:lnTo>
                      <a:lnTo>
                        <a:pt x="327" y="21"/>
                      </a:lnTo>
                      <a:lnTo>
                        <a:pt x="337" y="35"/>
                      </a:lnTo>
                      <a:lnTo>
                        <a:pt x="345" y="51"/>
                      </a:lnTo>
                      <a:lnTo>
                        <a:pt x="348" y="70"/>
                      </a:lnTo>
                      <a:lnTo>
                        <a:pt x="345" y="88"/>
                      </a:lnTo>
                      <a:lnTo>
                        <a:pt x="337" y="104"/>
                      </a:lnTo>
                      <a:lnTo>
                        <a:pt x="327" y="119"/>
                      </a:lnTo>
                      <a:lnTo>
                        <a:pt x="314" y="129"/>
                      </a:lnTo>
                      <a:lnTo>
                        <a:pt x="297" y="137"/>
                      </a:lnTo>
                      <a:lnTo>
                        <a:pt x="278" y="139"/>
                      </a:lnTo>
                      <a:lnTo>
                        <a:pt x="70" y="139"/>
                      </a:lnTo>
                      <a:lnTo>
                        <a:pt x="52" y="137"/>
                      </a:lnTo>
                      <a:lnTo>
                        <a:pt x="34" y="129"/>
                      </a:lnTo>
                      <a:lnTo>
                        <a:pt x="21" y="119"/>
                      </a:lnTo>
                      <a:lnTo>
                        <a:pt x="10" y="104"/>
                      </a:lnTo>
                      <a:lnTo>
                        <a:pt x="3" y="88"/>
                      </a:lnTo>
                      <a:lnTo>
                        <a:pt x="0" y="70"/>
                      </a:lnTo>
                      <a:lnTo>
                        <a:pt x="3" y="51"/>
                      </a:lnTo>
                      <a:lnTo>
                        <a:pt x="10" y="35"/>
                      </a:lnTo>
                      <a:lnTo>
                        <a:pt x="21" y="21"/>
                      </a:lnTo>
                      <a:lnTo>
                        <a:pt x="34" y="10"/>
                      </a:lnTo>
                      <a:lnTo>
                        <a:pt x="52" y="4"/>
                      </a:lnTo>
                      <a:lnTo>
                        <a:pt x="70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62" name="Freeform 41"/>
                <p:cNvSpPr>
                  <a:spLocks/>
                </p:cNvSpPr>
                <p:nvPr/>
              </p:nvSpPr>
              <p:spPr bwMode="auto">
                <a:xfrm>
                  <a:off x="2792413" y="1751013"/>
                  <a:ext cx="71438" cy="55562"/>
                </a:xfrm>
                <a:custGeom>
                  <a:avLst/>
                  <a:gdLst>
                    <a:gd name="T0" fmla="*/ 250 w 319"/>
                    <a:gd name="T1" fmla="*/ 0 h 241"/>
                    <a:gd name="T2" fmla="*/ 268 w 319"/>
                    <a:gd name="T3" fmla="*/ 3 h 241"/>
                    <a:gd name="T4" fmla="*/ 284 w 319"/>
                    <a:gd name="T5" fmla="*/ 9 h 241"/>
                    <a:gd name="T6" fmla="*/ 298 w 319"/>
                    <a:gd name="T7" fmla="*/ 20 h 241"/>
                    <a:gd name="T8" fmla="*/ 310 w 319"/>
                    <a:gd name="T9" fmla="*/ 34 h 241"/>
                    <a:gd name="T10" fmla="*/ 316 w 319"/>
                    <a:gd name="T11" fmla="*/ 51 h 241"/>
                    <a:gd name="T12" fmla="*/ 319 w 319"/>
                    <a:gd name="T13" fmla="*/ 69 h 241"/>
                    <a:gd name="T14" fmla="*/ 316 w 319"/>
                    <a:gd name="T15" fmla="*/ 87 h 241"/>
                    <a:gd name="T16" fmla="*/ 310 w 319"/>
                    <a:gd name="T17" fmla="*/ 103 h 241"/>
                    <a:gd name="T18" fmla="*/ 299 w 319"/>
                    <a:gd name="T19" fmla="*/ 118 h 241"/>
                    <a:gd name="T20" fmla="*/ 285 w 319"/>
                    <a:gd name="T21" fmla="*/ 129 h 241"/>
                    <a:gd name="T22" fmla="*/ 104 w 319"/>
                    <a:gd name="T23" fmla="*/ 231 h 241"/>
                    <a:gd name="T24" fmla="*/ 87 w 319"/>
                    <a:gd name="T25" fmla="*/ 239 h 241"/>
                    <a:gd name="T26" fmla="*/ 69 w 319"/>
                    <a:gd name="T27" fmla="*/ 241 h 241"/>
                    <a:gd name="T28" fmla="*/ 52 w 319"/>
                    <a:gd name="T29" fmla="*/ 239 h 241"/>
                    <a:gd name="T30" fmla="*/ 35 w 319"/>
                    <a:gd name="T31" fmla="*/ 232 h 241"/>
                    <a:gd name="T32" fmla="*/ 20 w 319"/>
                    <a:gd name="T33" fmla="*/ 221 h 241"/>
                    <a:gd name="T34" fmla="*/ 9 w 319"/>
                    <a:gd name="T35" fmla="*/ 206 h 241"/>
                    <a:gd name="T36" fmla="*/ 2 w 319"/>
                    <a:gd name="T37" fmla="*/ 190 h 241"/>
                    <a:gd name="T38" fmla="*/ 0 w 319"/>
                    <a:gd name="T39" fmla="*/ 172 h 241"/>
                    <a:gd name="T40" fmla="*/ 2 w 319"/>
                    <a:gd name="T41" fmla="*/ 155 h 241"/>
                    <a:gd name="T42" fmla="*/ 9 w 319"/>
                    <a:gd name="T43" fmla="*/ 138 h 241"/>
                    <a:gd name="T44" fmla="*/ 20 w 319"/>
                    <a:gd name="T45" fmla="*/ 124 h 241"/>
                    <a:gd name="T46" fmla="*/ 34 w 319"/>
                    <a:gd name="T47" fmla="*/ 112 h 241"/>
                    <a:gd name="T48" fmla="*/ 214 w 319"/>
                    <a:gd name="T49" fmla="*/ 9 h 241"/>
                    <a:gd name="T50" fmla="*/ 233 w 319"/>
                    <a:gd name="T51" fmla="*/ 3 h 241"/>
                    <a:gd name="T52" fmla="*/ 250 w 319"/>
                    <a:gd name="T53" fmla="*/ 0 h 24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</a:cxnLst>
                  <a:rect l="0" t="0" r="r" b="b"/>
                  <a:pathLst>
                    <a:path w="319" h="241">
                      <a:moveTo>
                        <a:pt x="250" y="0"/>
                      </a:moveTo>
                      <a:lnTo>
                        <a:pt x="268" y="3"/>
                      </a:lnTo>
                      <a:lnTo>
                        <a:pt x="284" y="9"/>
                      </a:lnTo>
                      <a:lnTo>
                        <a:pt x="298" y="20"/>
                      </a:lnTo>
                      <a:lnTo>
                        <a:pt x="310" y="34"/>
                      </a:lnTo>
                      <a:lnTo>
                        <a:pt x="316" y="51"/>
                      </a:lnTo>
                      <a:lnTo>
                        <a:pt x="319" y="69"/>
                      </a:lnTo>
                      <a:lnTo>
                        <a:pt x="316" y="87"/>
                      </a:lnTo>
                      <a:lnTo>
                        <a:pt x="310" y="103"/>
                      </a:lnTo>
                      <a:lnTo>
                        <a:pt x="299" y="118"/>
                      </a:lnTo>
                      <a:lnTo>
                        <a:pt x="285" y="129"/>
                      </a:lnTo>
                      <a:lnTo>
                        <a:pt x="104" y="231"/>
                      </a:lnTo>
                      <a:lnTo>
                        <a:pt x="87" y="239"/>
                      </a:lnTo>
                      <a:lnTo>
                        <a:pt x="69" y="241"/>
                      </a:lnTo>
                      <a:lnTo>
                        <a:pt x="52" y="239"/>
                      </a:lnTo>
                      <a:lnTo>
                        <a:pt x="35" y="232"/>
                      </a:lnTo>
                      <a:lnTo>
                        <a:pt x="20" y="221"/>
                      </a:lnTo>
                      <a:lnTo>
                        <a:pt x="9" y="206"/>
                      </a:lnTo>
                      <a:lnTo>
                        <a:pt x="2" y="190"/>
                      </a:lnTo>
                      <a:lnTo>
                        <a:pt x="0" y="172"/>
                      </a:lnTo>
                      <a:lnTo>
                        <a:pt x="2" y="155"/>
                      </a:lnTo>
                      <a:lnTo>
                        <a:pt x="9" y="138"/>
                      </a:lnTo>
                      <a:lnTo>
                        <a:pt x="20" y="124"/>
                      </a:lnTo>
                      <a:lnTo>
                        <a:pt x="34" y="112"/>
                      </a:lnTo>
                      <a:lnTo>
                        <a:pt x="214" y="9"/>
                      </a:lnTo>
                      <a:lnTo>
                        <a:pt x="233" y="3"/>
                      </a:lnTo>
                      <a:lnTo>
                        <a:pt x="250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63" name="Freeform 42"/>
                <p:cNvSpPr>
                  <a:spLocks/>
                </p:cNvSpPr>
                <p:nvPr/>
              </p:nvSpPr>
              <p:spPr bwMode="auto">
                <a:xfrm>
                  <a:off x="2679700" y="1622425"/>
                  <a:ext cx="55563" cy="71437"/>
                </a:xfrm>
                <a:custGeom>
                  <a:avLst/>
                  <a:gdLst>
                    <a:gd name="T0" fmla="*/ 172 w 243"/>
                    <a:gd name="T1" fmla="*/ 0 h 316"/>
                    <a:gd name="T2" fmla="*/ 191 w 243"/>
                    <a:gd name="T3" fmla="*/ 2 h 316"/>
                    <a:gd name="T4" fmla="*/ 208 w 243"/>
                    <a:gd name="T5" fmla="*/ 10 h 316"/>
                    <a:gd name="T6" fmla="*/ 222 w 243"/>
                    <a:gd name="T7" fmla="*/ 21 h 316"/>
                    <a:gd name="T8" fmla="*/ 234 w 243"/>
                    <a:gd name="T9" fmla="*/ 34 h 316"/>
                    <a:gd name="T10" fmla="*/ 241 w 243"/>
                    <a:gd name="T11" fmla="*/ 51 h 316"/>
                    <a:gd name="T12" fmla="*/ 243 w 243"/>
                    <a:gd name="T13" fmla="*/ 68 h 316"/>
                    <a:gd name="T14" fmla="*/ 241 w 243"/>
                    <a:gd name="T15" fmla="*/ 86 h 316"/>
                    <a:gd name="T16" fmla="*/ 234 w 243"/>
                    <a:gd name="T17" fmla="*/ 103 h 316"/>
                    <a:gd name="T18" fmla="*/ 129 w 243"/>
                    <a:gd name="T19" fmla="*/ 282 h 316"/>
                    <a:gd name="T20" fmla="*/ 118 w 243"/>
                    <a:gd name="T21" fmla="*/ 297 h 316"/>
                    <a:gd name="T22" fmla="*/ 103 w 243"/>
                    <a:gd name="T23" fmla="*/ 308 h 316"/>
                    <a:gd name="T24" fmla="*/ 87 w 243"/>
                    <a:gd name="T25" fmla="*/ 314 h 316"/>
                    <a:gd name="T26" fmla="*/ 69 w 243"/>
                    <a:gd name="T27" fmla="*/ 316 h 316"/>
                    <a:gd name="T28" fmla="*/ 52 w 243"/>
                    <a:gd name="T29" fmla="*/ 314 h 316"/>
                    <a:gd name="T30" fmla="*/ 35 w 243"/>
                    <a:gd name="T31" fmla="*/ 307 h 316"/>
                    <a:gd name="T32" fmla="*/ 19 w 243"/>
                    <a:gd name="T33" fmla="*/ 296 h 316"/>
                    <a:gd name="T34" fmla="*/ 9 w 243"/>
                    <a:gd name="T35" fmla="*/ 282 h 316"/>
                    <a:gd name="T36" fmla="*/ 2 w 243"/>
                    <a:gd name="T37" fmla="*/ 265 h 316"/>
                    <a:gd name="T38" fmla="*/ 0 w 243"/>
                    <a:gd name="T39" fmla="*/ 248 h 316"/>
                    <a:gd name="T40" fmla="*/ 2 w 243"/>
                    <a:gd name="T41" fmla="*/ 230 h 316"/>
                    <a:gd name="T42" fmla="*/ 9 w 243"/>
                    <a:gd name="T43" fmla="*/ 214 h 316"/>
                    <a:gd name="T44" fmla="*/ 113 w 243"/>
                    <a:gd name="T45" fmla="*/ 34 h 316"/>
                    <a:gd name="T46" fmla="*/ 125 w 243"/>
                    <a:gd name="T47" fmla="*/ 20 h 316"/>
                    <a:gd name="T48" fmla="*/ 140 w 243"/>
                    <a:gd name="T49" fmla="*/ 9 h 316"/>
                    <a:gd name="T50" fmla="*/ 155 w 243"/>
                    <a:gd name="T51" fmla="*/ 2 h 316"/>
                    <a:gd name="T52" fmla="*/ 172 w 243"/>
                    <a:gd name="T53" fmla="*/ 0 h 31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</a:cxnLst>
                  <a:rect l="0" t="0" r="r" b="b"/>
                  <a:pathLst>
                    <a:path w="243" h="316">
                      <a:moveTo>
                        <a:pt x="172" y="0"/>
                      </a:moveTo>
                      <a:lnTo>
                        <a:pt x="191" y="2"/>
                      </a:lnTo>
                      <a:lnTo>
                        <a:pt x="208" y="10"/>
                      </a:lnTo>
                      <a:lnTo>
                        <a:pt x="222" y="21"/>
                      </a:lnTo>
                      <a:lnTo>
                        <a:pt x="234" y="34"/>
                      </a:lnTo>
                      <a:lnTo>
                        <a:pt x="241" y="51"/>
                      </a:lnTo>
                      <a:lnTo>
                        <a:pt x="243" y="68"/>
                      </a:lnTo>
                      <a:lnTo>
                        <a:pt x="241" y="86"/>
                      </a:lnTo>
                      <a:lnTo>
                        <a:pt x="234" y="103"/>
                      </a:lnTo>
                      <a:lnTo>
                        <a:pt x="129" y="282"/>
                      </a:lnTo>
                      <a:lnTo>
                        <a:pt x="118" y="297"/>
                      </a:lnTo>
                      <a:lnTo>
                        <a:pt x="103" y="308"/>
                      </a:lnTo>
                      <a:lnTo>
                        <a:pt x="87" y="314"/>
                      </a:lnTo>
                      <a:lnTo>
                        <a:pt x="69" y="316"/>
                      </a:lnTo>
                      <a:lnTo>
                        <a:pt x="52" y="314"/>
                      </a:lnTo>
                      <a:lnTo>
                        <a:pt x="35" y="307"/>
                      </a:lnTo>
                      <a:lnTo>
                        <a:pt x="19" y="296"/>
                      </a:lnTo>
                      <a:lnTo>
                        <a:pt x="9" y="282"/>
                      </a:lnTo>
                      <a:lnTo>
                        <a:pt x="2" y="265"/>
                      </a:lnTo>
                      <a:lnTo>
                        <a:pt x="0" y="248"/>
                      </a:lnTo>
                      <a:lnTo>
                        <a:pt x="2" y="230"/>
                      </a:lnTo>
                      <a:lnTo>
                        <a:pt x="9" y="214"/>
                      </a:lnTo>
                      <a:lnTo>
                        <a:pt x="113" y="34"/>
                      </a:lnTo>
                      <a:lnTo>
                        <a:pt x="125" y="20"/>
                      </a:lnTo>
                      <a:lnTo>
                        <a:pt x="140" y="9"/>
                      </a:lnTo>
                      <a:lnTo>
                        <a:pt x="155" y="2"/>
                      </a:lnTo>
                      <a:lnTo>
                        <a:pt x="172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64" name="Freeform 43"/>
                <p:cNvSpPr>
                  <a:spLocks/>
                </p:cNvSpPr>
                <p:nvPr/>
              </p:nvSpPr>
              <p:spPr bwMode="auto">
                <a:xfrm>
                  <a:off x="2503488" y="1811338"/>
                  <a:ext cx="76200" cy="242887"/>
                </a:xfrm>
                <a:custGeom>
                  <a:avLst/>
                  <a:gdLst>
                    <a:gd name="T0" fmla="*/ 167 w 334"/>
                    <a:gd name="T1" fmla="*/ 0 h 1073"/>
                    <a:gd name="T2" fmla="*/ 201 w 334"/>
                    <a:gd name="T3" fmla="*/ 2 h 1073"/>
                    <a:gd name="T4" fmla="*/ 230 w 334"/>
                    <a:gd name="T5" fmla="*/ 8 h 1073"/>
                    <a:gd name="T6" fmla="*/ 258 w 334"/>
                    <a:gd name="T7" fmla="*/ 18 h 1073"/>
                    <a:gd name="T8" fmla="*/ 280 w 334"/>
                    <a:gd name="T9" fmla="*/ 33 h 1073"/>
                    <a:gd name="T10" fmla="*/ 300 w 334"/>
                    <a:gd name="T11" fmla="*/ 51 h 1073"/>
                    <a:gd name="T12" fmla="*/ 314 w 334"/>
                    <a:gd name="T13" fmla="*/ 72 h 1073"/>
                    <a:gd name="T14" fmla="*/ 326 w 334"/>
                    <a:gd name="T15" fmla="*/ 98 h 1073"/>
                    <a:gd name="T16" fmla="*/ 331 w 334"/>
                    <a:gd name="T17" fmla="*/ 128 h 1073"/>
                    <a:gd name="T18" fmla="*/ 334 w 334"/>
                    <a:gd name="T19" fmla="*/ 162 h 1073"/>
                    <a:gd name="T20" fmla="*/ 334 w 334"/>
                    <a:gd name="T21" fmla="*/ 406 h 1073"/>
                    <a:gd name="T22" fmla="*/ 332 w 334"/>
                    <a:gd name="T23" fmla="*/ 438 h 1073"/>
                    <a:gd name="T24" fmla="*/ 329 w 334"/>
                    <a:gd name="T25" fmla="*/ 471 h 1073"/>
                    <a:gd name="T26" fmla="*/ 326 w 334"/>
                    <a:gd name="T27" fmla="*/ 505 h 1073"/>
                    <a:gd name="T28" fmla="*/ 260 w 334"/>
                    <a:gd name="T29" fmla="*/ 996 h 1073"/>
                    <a:gd name="T30" fmla="*/ 255 w 334"/>
                    <a:gd name="T31" fmla="*/ 1019 h 1073"/>
                    <a:gd name="T32" fmla="*/ 247 w 334"/>
                    <a:gd name="T33" fmla="*/ 1039 h 1073"/>
                    <a:gd name="T34" fmla="*/ 237 w 334"/>
                    <a:gd name="T35" fmla="*/ 1052 h 1073"/>
                    <a:gd name="T36" fmla="*/ 224 w 334"/>
                    <a:gd name="T37" fmla="*/ 1062 h 1073"/>
                    <a:gd name="T38" fmla="*/ 208 w 334"/>
                    <a:gd name="T39" fmla="*/ 1069 h 1073"/>
                    <a:gd name="T40" fmla="*/ 188 w 334"/>
                    <a:gd name="T41" fmla="*/ 1072 h 1073"/>
                    <a:gd name="T42" fmla="*/ 167 w 334"/>
                    <a:gd name="T43" fmla="*/ 1073 h 1073"/>
                    <a:gd name="T44" fmla="*/ 145 w 334"/>
                    <a:gd name="T45" fmla="*/ 1072 h 1073"/>
                    <a:gd name="T46" fmla="*/ 126 w 334"/>
                    <a:gd name="T47" fmla="*/ 1069 h 1073"/>
                    <a:gd name="T48" fmla="*/ 110 w 334"/>
                    <a:gd name="T49" fmla="*/ 1062 h 1073"/>
                    <a:gd name="T50" fmla="*/ 96 w 334"/>
                    <a:gd name="T51" fmla="*/ 1052 h 1073"/>
                    <a:gd name="T52" fmla="*/ 86 w 334"/>
                    <a:gd name="T53" fmla="*/ 1039 h 1073"/>
                    <a:gd name="T54" fmla="*/ 78 w 334"/>
                    <a:gd name="T55" fmla="*/ 1019 h 1073"/>
                    <a:gd name="T56" fmla="*/ 74 w 334"/>
                    <a:gd name="T57" fmla="*/ 996 h 1073"/>
                    <a:gd name="T58" fmla="*/ 8 w 334"/>
                    <a:gd name="T59" fmla="*/ 505 h 1073"/>
                    <a:gd name="T60" fmla="*/ 5 w 334"/>
                    <a:gd name="T61" fmla="*/ 471 h 1073"/>
                    <a:gd name="T62" fmla="*/ 1 w 334"/>
                    <a:gd name="T63" fmla="*/ 438 h 1073"/>
                    <a:gd name="T64" fmla="*/ 0 w 334"/>
                    <a:gd name="T65" fmla="*/ 406 h 1073"/>
                    <a:gd name="T66" fmla="*/ 0 w 334"/>
                    <a:gd name="T67" fmla="*/ 162 h 1073"/>
                    <a:gd name="T68" fmla="*/ 2 w 334"/>
                    <a:gd name="T69" fmla="*/ 128 h 1073"/>
                    <a:gd name="T70" fmla="*/ 8 w 334"/>
                    <a:gd name="T71" fmla="*/ 98 h 1073"/>
                    <a:gd name="T72" fmla="*/ 19 w 334"/>
                    <a:gd name="T73" fmla="*/ 72 h 1073"/>
                    <a:gd name="T74" fmla="*/ 34 w 334"/>
                    <a:gd name="T75" fmla="*/ 51 h 1073"/>
                    <a:gd name="T76" fmla="*/ 53 w 334"/>
                    <a:gd name="T77" fmla="*/ 33 h 1073"/>
                    <a:gd name="T78" fmla="*/ 76 w 334"/>
                    <a:gd name="T79" fmla="*/ 18 h 1073"/>
                    <a:gd name="T80" fmla="*/ 103 w 334"/>
                    <a:gd name="T81" fmla="*/ 8 h 1073"/>
                    <a:gd name="T82" fmla="*/ 133 w 334"/>
                    <a:gd name="T83" fmla="*/ 2 h 1073"/>
                    <a:gd name="T84" fmla="*/ 167 w 334"/>
                    <a:gd name="T85" fmla="*/ 0 h 107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</a:cxnLst>
                  <a:rect l="0" t="0" r="r" b="b"/>
                  <a:pathLst>
                    <a:path w="334" h="1073">
                      <a:moveTo>
                        <a:pt x="167" y="0"/>
                      </a:moveTo>
                      <a:lnTo>
                        <a:pt x="201" y="2"/>
                      </a:lnTo>
                      <a:lnTo>
                        <a:pt x="230" y="8"/>
                      </a:lnTo>
                      <a:lnTo>
                        <a:pt x="258" y="18"/>
                      </a:lnTo>
                      <a:lnTo>
                        <a:pt x="280" y="33"/>
                      </a:lnTo>
                      <a:lnTo>
                        <a:pt x="300" y="51"/>
                      </a:lnTo>
                      <a:lnTo>
                        <a:pt x="314" y="72"/>
                      </a:lnTo>
                      <a:lnTo>
                        <a:pt x="326" y="98"/>
                      </a:lnTo>
                      <a:lnTo>
                        <a:pt x="331" y="128"/>
                      </a:lnTo>
                      <a:lnTo>
                        <a:pt x="334" y="162"/>
                      </a:lnTo>
                      <a:lnTo>
                        <a:pt x="334" y="406"/>
                      </a:lnTo>
                      <a:lnTo>
                        <a:pt x="332" y="438"/>
                      </a:lnTo>
                      <a:lnTo>
                        <a:pt x="329" y="471"/>
                      </a:lnTo>
                      <a:lnTo>
                        <a:pt x="326" y="505"/>
                      </a:lnTo>
                      <a:lnTo>
                        <a:pt x="260" y="996"/>
                      </a:lnTo>
                      <a:lnTo>
                        <a:pt x="255" y="1019"/>
                      </a:lnTo>
                      <a:lnTo>
                        <a:pt x="247" y="1039"/>
                      </a:lnTo>
                      <a:lnTo>
                        <a:pt x="237" y="1052"/>
                      </a:lnTo>
                      <a:lnTo>
                        <a:pt x="224" y="1062"/>
                      </a:lnTo>
                      <a:lnTo>
                        <a:pt x="208" y="1069"/>
                      </a:lnTo>
                      <a:lnTo>
                        <a:pt x="188" y="1072"/>
                      </a:lnTo>
                      <a:lnTo>
                        <a:pt x="167" y="1073"/>
                      </a:lnTo>
                      <a:lnTo>
                        <a:pt x="145" y="1072"/>
                      </a:lnTo>
                      <a:lnTo>
                        <a:pt x="126" y="1069"/>
                      </a:lnTo>
                      <a:lnTo>
                        <a:pt x="110" y="1062"/>
                      </a:lnTo>
                      <a:lnTo>
                        <a:pt x="96" y="1052"/>
                      </a:lnTo>
                      <a:lnTo>
                        <a:pt x="86" y="1039"/>
                      </a:lnTo>
                      <a:lnTo>
                        <a:pt x="78" y="1019"/>
                      </a:lnTo>
                      <a:lnTo>
                        <a:pt x="74" y="996"/>
                      </a:lnTo>
                      <a:lnTo>
                        <a:pt x="8" y="505"/>
                      </a:lnTo>
                      <a:lnTo>
                        <a:pt x="5" y="471"/>
                      </a:lnTo>
                      <a:lnTo>
                        <a:pt x="1" y="438"/>
                      </a:lnTo>
                      <a:lnTo>
                        <a:pt x="0" y="406"/>
                      </a:lnTo>
                      <a:lnTo>
                        <a:pt x="0" y="162"/>
                      </a:lnTo>
                      <a:lnTo>
                        <a:pt x="2" y="128"/>
                      </a:lnTo>
                      <a:lnTo>
                        <a:pt x="8" y="98"/>
                      </a:lnTo>
                      <a:lnTo>
                        <a:pt x="19" y="72"/>
                      </a:lnTo>
                      <a:lnTo>
                        <a:pt x="34" y="51"/>
                      </a:lnTo>
                      <a:lnTo>
                        <a:pt x="53" y="33"/>
                      </a:lnTo>
                      <a:lnTo>
                        <a:pt x="76" y="18"/>
                      </a:lnTo>
                      <a:lnTo>
                        <a:pt x="103" y="8"/>
                      </a:lnTo>
                      <a:lnTo>
                        <a:pt x="133" y="2"/>
                      </a:lnTo>
                      <a:lnTo>
                        <a:pt x="167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65" name="Freeform 44"/>
                <p:cNvSpPr>
                  <a:spLocks/>
                </p:cNvSpPr>
                <p:nvPr/>
              </p:nvSpPr>
              <p:spPr bwMode="auto">
                <a:xfrm>
                  <a:off x="2501900" y="2085975"/>
                  <a:ext cx="79375" cy="77787"/>
                </a:xfrm>
                <a:custGeom>
                  <a:avLst/>
                  <a:gdLst>
                    <a:gd name="T0" fmla="*/ 174 w 347"/>
                    <a:gd name="T1" fmla="*/ 0 h 344"/>
                    <a:gd name="T2" fmla="*/ 209 w 347"/>
                    <a:gd name="T3" fmla="*/ 4 h 344"/>
                    <a:gd name="T4" fmla="*/ 241 w 347"/>
                    <a:gd name="T5" fmla="*/ 14 h 344"/>
                    <a:gd name="T6" fmla="*/ 270 w 347"/>
                    <a:gd name="T7" fmla="*/ 30 h 344"/>
                    <a:gd name="T8" fmla="*/ 296 w 347"/>
                    <a:gd name="T9" fmla="*/ 50 h 344"/>
                    <a:gd name="T10" fmla="*/ 318 w 347"/>
                    <a:gd name="T11" fmla="*/ 76 h 344"/>
                    <a:gd name="T12" fmla="*/ 334 w 347"/>
                    <a:gd name="T13" fmla="*/ 106 h 344"/>
                    <a:gd name="T14" fmla="*/ 344 w 347"/>
                    <a:gd name="T15" fmla="*/ 138 h 344"/>
                    <a:gd name="T16" fmla="*/ 347 w 347"/>
                    <a:gd name="T17" fmla="*/ 172 h 344"/>
                    <a:gd name="T18" fmla="*/ 344 w 347"/>
                    <a:gd name="T19" fmla="*/ 207 h 344"/>
                    <a:gd name="T20" fmla="*/ 334 w 347"/>
                    <a:gd name="T21" fmla="*/ 240 h 344"/>
                    <a:gd name="T22" fmla="*/ 318 w 347"/>
                    <a:gd name="T23" fmla="*/ 269 h 344"/>
                    <a:gd name="T24" fmla="*/ 296 w 347"/>
                    <a:gd name="T25" fmla="*/ 294 h 344"/>
                    <a:gd name="T26" fmla="*/ 270 w 347"/>
                    <a:gd name="T27" fmla="*/ 315 h 344"/>
                    <a:gd name="T28" fmla="*/ 241 w 347"/>
                    <a:gd name="T29" fmla="*/ 331 h 344"/>
                    <a:gd name="T30" fmla="*/ 209 w 347"/>
                    <a:gd name="T31" fmla="*/ 341 h 344"/>
                    <a:gd name="T32" fmla="*/ 174 w 347"/>
                    <a:gd name="T33" fmla="*/ 344 h 344"/>
                    <a:gd name="T34" fmla="*/ 139 w 347"/>
                    <a:gd name="T35" fmla="*/ 341 h 344"/>
                    <a:gd name="T36" fmla="*/ 107 w 347"/>
                    <a:gd name="T37" fmla="*/ 331 h 344"/>
                    <a:gd name="T38" fmla="*/ 77 w 347"/>
                    <a:gd name="T39" fmla="*/ 315 h 344"/>
                    <a:gd name="T40" fmla="*/ 51 w 347"/>
                    <a:gd name="T41" fmla="*/ 294 h 344"/>
                    <a:gd name="T42" fmla="*/ 30 w 347"/>
                    <a:gd name="T43" fmla="*/ 269 h 344"/>
                    <a:gd name="T44" fmla="*/ 14 w 347"/>
                    <a:gd name="T45" fmla="*/ 240 h 344"/>
                    <a:gd name="T46" fmla="*/ 4 w 347"/>
                    <a:gd name="T47" fmla="*/ 207 h 344"/>
                    <a:gd name="T48" fmla="*/ 0 w 347"/>
                    <a:gd name="T49" fmla="*/ 172 h 344"/>
                    <a:gd name="T50" fmla="*/ 4 w 347"/>
                    <a:gd name="T51" fmla="*/ 138 h 344"/>
                    <a:gd name="T52" fmla="*/ 14 w 347"/>
                    <a:gd name="T53" fmla="*/ 106 h 344"/>
                    <a:gd name="T54" fmla="*/ 30 w 347"/>
                    <a:gd name="T55" fmla="*/ 76 h 344"/>
                    <a:gd name="T56" fmla="*/ 51 w 347"/>
                    <a:gd name="T57" fmla="*/ 50 h 344"/>
                    <a:gd name="T58" fmla="*/ 77 w 347"/>
                    <a:gd name="T59" fmla="*/ 30 h 344"/>
                    <a:gd name="T60" fmla="*/ 107 w 347"/>
                    <a:gd name="T61" fmla="*/ 14 h 344"/>
                    <a:gd name="T62" fmla="*/ 139 w 347"/>
                    <a:gd name="T63" fmla="*/ 4 h 344"/>
                    <a:gd name="T64" fmla="*/ 174 w 347"/>
                    <a:gd name="T65" fmla="*/ 0 h 34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</a:cxnLst>
                  <a:rect l="0" t="0" r="r" b="b"/>
                  <a:pathLst>
                    <a:path w="347" h="344">
                      <a:moveTo>
                        <a:pt x="174" y="0"/>
                      </a:moveTo>
                      <a:lnTo>
                        <a:pt x="209" y="4"/>
                      </a:lnTo>
                      <a:lnTo>
                        <a:pt x="241" y="14"/>
                      </a:lnTo>
                      <a:lnTo>
                        <a:pt x="270" y="30"/>
                      </a:lnTo>
                      <a:lnTo>
                        <a:pt x="296" y="50"/>
                      </a:lnTo>
                      <a:lnTo>
                        <a:pt x="318" y="76"/>
                      </a:lnTo>
                      <a:lnTo>
                        <a:pt x="334" y="106"/>
                      </a:lnTo>
                      <a:lnTo>
                        <a:pt x="344" y="138"/>
                      </a:lnTo>
                      <a:lnTo>
                        <a:pt x="347" y="172"/>
                      </a:lnTo>
                      <a:lnTo>
                        <a:pt x="344" y="207"/>
                      </a:lnTo>
                      <a:lnTo>
                        <a:pt x="334" y="240"/>
                      </a:lnTo>
                      <a:lnTo>
                        <a:pt x="318" y="269"/>
                      </a:lnTo>
                      <a:lnTo>
                        <a:pt x="296" y="294"/>
                      </a:lnTo>
                      <a:lnTo>
                        <a:pt x="270" y="315"/>
                      </a:lnTo>
                      <a:lnTo>
                        <a:pt x="241" y="331"/>
                      </a:lnTo>
                      <a:lnTo>
                        <a:pt x="209" y="341"/>
                      </a:lnTo>
                      <a:lnTo>
                        <a:pt x="174" y="344"/>
                      </a:lnTo>
                      <a:lnTo>
                        <a:pt x="139" y="341"/>
                      </a:lnTo>
                      <a:lnTo>
                        <a:pt x="107" y="331"/>
                      </a:lnTo>
                      <a:lnTo>
                        <a:pt x="77" y="315"/>
                      </a:lnTo>
                      <a:lnTo>
                        <a:pt x="51" y="294"/>
                      </a:lnTo>
                      <a:lnTo>
                        <a:pt x="30" y="269"/>
                      </a:lnTo>
                      <a:lnTo>
                        <a:pt x="14" y="240"/>
                      </a:lnTo>
                      <a:lnTo>
                        <a:pt x="4" y="207"/>
                      </a:lnTo>
                      <a:lnTo>
                        <a:pt x="0" y="172"/>
                      </a:lnTo>
                      <a:lnTo>
                        <a:pt x="4" y="138"/>
                      </a:lnTo>
                      <a:lnTo>
                        <a:pt x="14" y="106"/>
                      </a:lnTo>
                      <a:lnTo>
                        <a:pt x="30" y="76"/>
                      </a:lnTo>
                      <a:lnTo>
                        <a:pt x="51" y="50"/>
                      </a:lnTo>
                      <a:lnTo>
                        <a:pt x="77" y="30"/>
                      </a:lnTo>
                      <a:lnTo>
                        <a:pt x="107" y="14"/>
                      </a:lnTo>
                      <a:lnTo>
                        <a:pt x="139" y="4"/>
                      </a:lnTo>
                      <a:lnTo>
                        <a:pt x="174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</p:grpSp>
        </p:grpSp>
        <p:grpSp>
          <p:nvGrpSpPr>
            <p:cNvPr id="26" name="그룹 51"/>
            <p:cNvGrpSpPr/>
            <p:nvPr/>
          </p:nvGrpSpPr>
          <p:grpSpPr>
            <a:xfrm>
              <a:off x="6377507" y="3161645"/>
              <a:ext cx="1887811" cy="1488466"/>
              <a:chOff x="6225107" y="3009245"/>
              <a:chExt cx="1887811" cy="1488466"/>
            </a:xfrm>
          </p:grpSpPr>
          <p:sp>
            <p:nvSpPr>
              <p:cNvPr id="50" name="Freeform 25"/>
              <p:cNvSpPr>
                <a:spLocks noEditPoints="1"/>
              </p:cNvSpPr>
              <p:nvPr/>
            </p:nvSpPr>
            <p:spPr bwMode="auto">
              <a:xfrm>
                <a:off x="6225107" y="3009245"/>
                <a:ext cx="1887811" cy="1488466"/>
              </a:xfrm>
              <a:custGeom>
                <a:avLst/>
                <a:gdLst>
                  <a:gd name="T0" fmla="*/ 1139 w 2079"/>
                  <a:gd name="T1" fmla="*/ 134 h 1640"/>
                  <a:gd name="T2" fmla="*/ 941 w 2079"/>
                  <a:gd name="T3" fmla="*/ 210 h 1640"/>
                  <a:gd name="T4" fmla="*/ 779 w 2079"/>
                  <a:gd name="T5" fmla="*/ 336 h 1640"/>
                  <a:gd name="T6" fmla="*/ 663 w 2079"/>
                  <a:gd name="T7" fmla="*/ 500 h 1640"/>
                  <a:gd name="T8" fmla="*/ 598 w 2079"/>
                  <a:gd name="T9" fmla="*/ 691 h 1640"/>
                  <a:gd name="T10" fmla="*/ 591 w 2079"/>
                  <a:gd name="T11" fmla="*/ 896 h 1640"/>
                  <a:gd name="T12" fmla="*/ 647 w 2079"/>
                  <a:gd name="T13" fmla="*/ 1101 h 1640"/>
                  <a:gd name="T14" fmla="*/ 757 w 2079"/>
                  <a:gd name="T15" fmla="*/ 1275 h 1640"/>
                  <a:gd name="T16" fmla="*/ 911 w 2079"/>
                  <a:gd name="T17" fmla="*/ 1407 h 1640"/>
                  <a:gd name="T18" fmla="*/ 1093 w 2079"/>
                  <a:gd name="T19" fmla="*/ 1489 h 1640"/>
                  <a:gd name="T20" fmla="*/ 1294 w 2079"/>
                  <a:gd name="T21" fmla="*/ 1516 h 1640"/>
                  <a:gd name="T22" fmla="*/ 1502 w 2079"/>
                  <a:gd name="T23" fmla="*/ 1482 h 1640"/>
                  <a:gd name="T24" fmla="*/ 1689 w 2079"/>
                  <a:gd name="T25" fmla="*/ 1388 h 1640"/>
                  <a:gd name="T26" fmla="*/ 1836 w 2079"/>
                  <a:gd name="T27" fmla="*/ 1248 h 1640"/>
                  <a:gd name="T28" fmla="*/ 1936 w 2079"/>
                  <a:gd name="T29" fmla="*/ 1074 h 1640"/>
                  <a:gd name="T30" fmla="*/ 1982 w 2079"/>
                  <a:gd name="T31" fmla="*/ 877 h 1640"/>
                  <a:gd name="T32" fmla="*/ 1970 w 2079"/>
                  <a:gd name="T33" fmla="*/ 670 h 1640"/>
                  <a:gd name="T34" fmla="*/ 1893 w 2079"/>
                  <a:gd name="T35" fmla="*/ 472 h 1640"/>
                  <a:gd name="T36" fmla="*/ 1768 w 2079"/>
                  <a:gd name="T37" fmla="*/ 310 h 1640"/>
                  <a:gd name="T38" fmla="*/ 1603 w 2079"/>
                  <a:gd name="T39" fmla="*/ 194 h 1640"/>
                  <a:gd name="T40" fmla="*/ 1413 w 2079"/>
                  <a:gd name="T41" fmla="*/ 130 h 1640"/>
                  <a:gd name="T42" fmla="*/ 1286 w 2079"/>
                  <a:gd name="T43" fmla="*/ 0 h 1640"/>
                  <a:gd name="T44" fmla="*/ 1496 w 2079"/>
                  <a:gd name="T45" fmla="*/ 36 h 1640"/>
                  <a:gd name="T46" fmla="*/ 1689 w 2079"/>
                  <a:gd name="T47" fmla="*/ 125 h 1640"/>
                  <a:gd name="T48" fmla="*/ 1854 w 2079"/>
                  <a:gd name="T49" fmla="*/ 259 h 1640"/>
                  <a:gd name="T50" fmla="*/ 1981 w 2079"/>
                  <a:gd name="T51" fmla="*/ 436 h 1640"/>
                  <a:gd name="T52" fmla="*/ 2059 w 2079"/>
                  <a:gd name="T53" fmla="*/ 645 h 1640"/>
                  <a:gd name="T54" fmla="*/ 2079 w 2079"/>
                  <a:gd name="T55" fmla="*/ 863 h 1640"/>
                  <a:gd name="T56" fmla="*/ 2043 w 2079"/>
                  <a:gd name="T57" fmla="*/ 1074 h 1640"/>
                  <a:gd name="T58" fmla="*/ 1955 w 2079"/>
                  <a:gd name="T59" fmla="*/ 1267 h 1640"/>
                  <a:gd name="T60" fmla="*/ 1820 w 2079"/>
                  <a:gd name="T61" fmla="*/ 1431 h 1640"/>
                  <a:gd name="T62" fmla="*/ 1645 w 2079"/>
                  <a:gd name="T63" fmla="*/ 1558 h 1640"/>
                  <a:gd name="T64" fmla="*/ 1461 w 2079"/>
                  <a:gd name="T65" fmla="*/ 1629 h 1640"/>
                  <a:gd name="T66" fmla="*/ 1304 w 2079"/>
                  <a:gd name="T67" fmla="*/ 1640 h 1640"/>
                  <a:gd name="T68" fmla="*/ 1120 w 2079"/>
                  <a:gd name="T69" fmla="*/ 1623 h 1640"/>
                  <a:gd name="T70" fmla="*/ 923 w 2079"/>
                  <a:gd name="T71" fmla="*/ 1581 h 1640"/>
                  <a:gd name="T72" fmla="*/ 722 w 2079"/>
                  <a:gd name="T73" fmla="*/ 1523 h 1640"/>
                  <a:gd name="T74" fmla="*/ 526 w 2079"/>
                  <a:gd name="T75" fmla="*/ 1455 h 1640"/>
                  <a:gd name="T76" fmla="*/ 348 w 2079"/>
                  <a:gd name="T77" fmla="*/ 1388 h 1640"/>
                  <a:gd name="T78" fmla="*/ 197 w 2079"/>
                  <a:gd name="T79" fmla="*/ 1324 h 1640"/>
                  <a:gd name="T80" fmla="*/ 83 w 2079"/>
                  <a:gd name="T81" fmla="*/ 1273 h 1640"/>
                  <a:gd name="T82" fmla="*/ 15 w 2079"/>
                  <a:gd name="T83" fmla="*/ 1241 h 1640"/>
                  <a:gd name="T84" fmla="*/ 3 w 2079"/>
                  <a:gd name="T85" fmla="*/ 1231 h 1640"/>
                  <a:gd name="T86" fmla="*/ 29 w 2079"/>
                  <a:gd name="T87" fmla="*/ 1183 h 1640"/>
                  <a:gd name="T88" fmla="*/ 84 w 2079"/>
                  <a:gd name="T89" fmla="*/ 1088 h 1640"/>
                  <a:gd name="T90" fmla="*/ 162 w 2079"/>
                  <a:gd name="T91" fmla="*/ 956 h 1640"/>
                  <a:gd name="T92" fmla="*/ 261 w 2079"/>
                  <a:gd name="T93" fmla="*/ 801 h 1640"/>
                  <a:gd name="T94" fmla="*/ 374 w 2079"/>
                  <a:gd name="T95" fmla="*/ 634 h 1640"/>
                  <a:gd name="T96" fmla="*/ 500 w 2079"/>
                  <a:gd name="T97" fmla="*/ 467 h 1640"/>
                  <a:gd name="T98" fmla="*/ 633 w 2079"/>
                  <a:gd name="T99" fmla="*/ 310 h 1640"/>
                  <a:gd name="T100" fmla="*/ 771 w 2079"/>
                  <a:gd name="T101" fmla="*/ 178 h 1640"/>
                  <a:gd name="T102" fmla="*/ 907 w 2079"/>
                  <a:gd name="T103" fmla="*/ 81 h 1640"/>
                  <a:gd name="T104" fmla="*/ 1067 w 2079"/>
                  <a:gd name="T105" fmla="*/ 20 h 1640"/>
                  <a:gd name="T106" fmla="*/ 1286 w 2079"/>
                  <a:gd name="T107" fmla="*/ 0 h 164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</a:cxnLst>
                <a:rect l="0" t="0" r="r" b="b"/>
                <a:pathLst>
                  <a:path w="2079" h="1640">
                    <a:moveTo>
                      <a:pt x="1278" y="119"/>
                    </a:moveTo>
                    <a:lnTo>
                      <a:pt x="1208" y="123"/>
                    </a:lnTo>
                    <a:lnTo>
                      <a:pt x="1139" y="134"/>
                    </a:lnTo>
                    <a:lnTo>
                      <a:pt x="1070" y="152"/>
                    </a:lnTo>
                    <a:lnTo>
                      <a:pt x="1003" y="178"/>
                    </a:lnTo>
                    <a:lnTo>
                      <a:pt x="941" y="210"/>
                    </a:lnTo>
                    <a:lnTo>
                      <a:pt x="883" y="247"/>
                    </a:lnTo>
                    <a:lnTo>
                      <a:pt x="829" y="289"/>
                    </a:lnTo>
                    <a:lnTo>
                      <a:pt x="779" y="336"/>
                    </a:lnTo>
                    <a:lnTo>
                      <a:pt x="736" y="387"/>
                    </a:lnTo>
                    <a:lnTo>
                      <a:pt x="696" y="442"/>
                    </a:lnTo>
                    <a:lnTo>
                      <a:pt x="663" y="500"/>
                    </a:lnTo>
                    <a:lnTo>
                      <a:pt x="636" y="561"/>
                    </a:lnTo>
                    <a:lnTo>
                      <a:pt x="614" y="625"/>
                    </a:lnTo>
                    <a:lnTo>
                      <a:pt x="598" y="691"/>
                    </a:lnTo>
                    <a:lnTo>
                      <a:pt x="590" y="758"/>
                    </a:lnTo>
                    <a:lnTo>
                      <a:pt x="587" y="825"/>
                    </a:lnTo>
                    <a:lnTo>
                      <a:pt x="591" y="896"/>
                    </a:lnTo>
                    <a:lnTo>
                      <a:pt x="602" y="964"/>
                    </a:lnTo>
                    <a:lnTo>
                      <a:pt x="621" y="1033"/>
                    </a:lnTo>
                    <a:lnTo>
                      <a:pt x="647" y="1101"/>
                    </a:lnTo>
                    <a:lnTo>
                      <a:pt x="679" y="1163"/>
                    </a:lnTo>
                    <a:lnTo>
                      <a:pt x="715" y="1221"/>
                    </a:lnTo>
                    <a:lnTo>
                      <a:pt x="757" y="1275"/>
                    </a:lnTo>
                    <a:lnTo>
                      <a:pt x="804" y="1324"/>
                    </a:lnTo>
                    <a:lnTo>
                      <a:pt x="856" y="1368"/>
                    </a:lnTo>
                    <a:lnTo>
                      <a:pt x="911" y="1407"/>
                    </a:lnTo>
                    <a:lnTo>
                      <a:pt x="969" y="1440"/>
                    </a:lnTo>
                    <a:lnTo>
                      <a:pt x="1030" y="1467"/>
                    </a:lnTo>
                    <a:lnTo>
                      <a:pt x="1093" y="1489"/>
                    </a:lnTo>
                    <a:lnTo>
                      <a:pt x="1159" y="1505"/>
                    </a:lnTo>
                    <a:lnTo>
                      <a:pt x="1227" y="1513"/>
                    </a:lnTo>
                    <a:lnTo>
                      <a:pt x="1294" y="1516"/>
                    </a:lnTo>
                    <a:lnTo>
                      <a:pt x="1364" y="1512"/>
                    </a:lnTo>
                    <a:lnTo>
                      <a:pt x="1433" y="1501"/>
                    </a:lnTo>
                    <a:lnTo>
                      <a:pt x="1502" y="1482"/>
                    </a:lnTo>
                    <a:lnTo>
                      <a:pt x="1569" y="1457"/>
                    </a:lnTo>
                    <a:lnTo>
                      <a:pt x="1631" y="1424"/>
                    </a:lnTo>
                    <a:lnTo>
                      <a:pt x="1689" y="1388"/>
                    </a:lnTo>
                    <a:lnTo>
                      <a:pt x="1743" y="1346"/>
                    </a:lnTo>
                    <a:lnTo>
                      <a:pt x="1793" y="1299"/>
                    </a:lnTo>
                    <a:lnTo>
                      <a:pt x="1836" y="1248"/>
                    </a:lnTo>
                    <a:lnTo>
                      <a:pt x="1876" y="1192"/>
                    </a:lnTo>
                    <a:lnTo>
                      <a:pt x="1909" y="1134"/>
                    </a:lnTo>
                    <a:lnTo>
                      <a:pt x="1936" y="1074"/>
                    </a:lnTo>
                    <a:lnTo>
                      <a:pt x="1958" y="1010"/>
                    </a:lnTo>
                    <a:lnTo>
                      <a:pt x="1974" y="944"/>
                    </a:lnTo>
                    <a:lnTo>
                      <a:pt x="1982" y="877"/>
                    </a:lnTo>
                    <a:lnTo>
                      <a:pt x="1985" y="809"/>
                    </a:lnTo>
                    <a:lnTo>
                      <a:pt x="1981" y="739"/>
                    </a:lnTo>
                    <a:lnTo>
                      <a:pt x="1970" y="670"/>
                    </a:lnTo>
                    <a:lnTo>
                      <a:pt x="1951" y="602"/>
                    </a:lnTo>
                    <a:lnTo>
                      <a:pt x="1926" y="534"/>
                    </a:lnTo>
                    <a:lnTo>
                      <a:pt x="1893" y="472"/>
                    </a:lnTo>
                    <a:lnTo>
                      <a:pt x="1857" y="414"/>
                    </a:lnTo>
                    <a:lnTo>
                      <a:pt x="1815" y="360"/>
                    </a:lnTo>
                    <a:lnTo>
                      <a:pt x="1768" y="310"/>
                    </a:lnTo>
                    <a:lnTo>
                      <a:pt x="1716" y="267"/>
                    </a:lnTo>
                    <a:lnTo>
                      <a:pt x="1661" y="228"/>
                    </a:lnTo>
                    <a:lnTo>
                      <a:pt x="1603" y="194"/>
                    </a:lnTo>
                    <a:lnTo>
                      <a:pt x="1542" y="167"/>
                    </a:lnTo>
                    <a:lnTo>
                      <a:pt x="1479" y="146"/>
                    </a:lnTo>
                    <a:lnTo>
                      <a:pt x="1413" y="130"/>
                    </a:lnTo>
                    <a:lnTo>
                      <a:pt x="1345" y="121"/>
                    </a:lnTo>
                    <a:lnTo>
                      <a:pt x="1278" y="119"/>
                    </a:lnTo>
                    <a:close/>
                    <a:moveTo>
                      <a:pt x="1286" y="0"/>
                    </a:moveTo>
                    <a:lnTo>
                      <a:pt x="1358" y="7"/>
                    </a:lnTo>
                    <a:lnTo>
                      <a:pt x="1428" y="19"/>
                    </a:lnTo>
                    <a:lnTo>
                      <a:pt x="1496" y="36"/>
                    </a:lnTo>
                    <a:lnTo>
                      <a:pt x="1563" y="61"/>
                    </a:lnTo>
                    <a:lnTo>
                      <a:pt x="1627" y="90"/>
                    </a:lnTo>
                    <a:lnTo>
                      <a:pt x="1689" y="125"/>
                    </a:lnTo>
                    <a:lnTo>
                      <a:pt x="1747" y="165"/>
                    </a:lnTo>
                    <a:lnTo>
                      <a:pt x="1803" y="210"/>
                    </a:lnTo>
                    <a:lnTo>
                      <a:pt x="1854" y="259"/>
                    </a:lnTo>
                    <a:lnTo>
                      <a:pt x="1901" y="313"/>
                    </a:lnTo>
                    <a:lnTo>
                      <a:pt x="1943" y="372"/>
                    </a:lnTo>
                    <a:lnTo>
                      <a:pt x="1981" y="436"/>
                    </a:lnTo>
                    <a:lnTo>
                      <a:pt x="2013" y="502"/>
                    </a:lnTo>
                    <a:lnTo>
                      <a:pt x="2040" y="572"/>
                    </a:lnTo>
                    <a:lnTo>
                      <a:pt x="2059" y="645"/>
                    </a:lnTo>
                    <a:lnTo>
                      <a:pt x="2073" y="719"/>
                    </a:lnTo>
                    <a:lnTo>
                      <a:pt x="2079" y="792"/>
                    </a:lnTo>
                    <a:lnTo>
                      <a:pt x="2079" y="863"/>
                    </a:lnTo>
                    <a:lnTo>
                      <a:pt x="2074" y="935"/>
                    </a:lnTo>
                    <a:lnTo>
                      <a:pt x="2062" y="1005"/>
                    </a:lnTo>
                    <a:lnTo>
                      <a:pt x="2043" y="1074"/>
                    </a:lnTo>
                    <a:lnTo>
                      <a:pt x="2019" y="1141"/>
                    </a:lnTo>
                    <a:lnTo>
                      <a:pt x="1990" y="1204"/>
                    </a:lnTo>
                    <a:lnTo>
                      <a:pt x="1955" y="1267"/>
                    </a:lnTo>
                    <a:lnTo>
                      <a:pt x="1915" y="1324"/>
                    </a:lnTo>
                    <a:lnTo>
                      <a:pt x="1870" y="1380"/>
                    </a:lnTo>
                    <a:lnTo>
                      <a:pt x="1820" y="1431"/>
                    </a:lnTo>
                    <a:lnTo>
                      <a:pt x="1766" y="1478"/>
                    </a:lnTo>
                    <a:lnTo>
                      <a:pt x="1708" y="1520"/>
                    </a:lnTo>
                    <a:lnTo>
                      <a:pt x="1645" y="1558"/>
                    </a:lnTo>
                    <a:lnTo>
                      <a:pt x="1579" y="1590"/>
                    </a:lnTo>
                    <a:lnTo>
                      <a:pt x="1507" y="1617"/>
                    </a:lnTo>
                    <a:lnTo>
                      <a:pt x="1461" y="1629"/>
                    </a:lnTo>
                    <a:lnTo>
                      <a:pt x="1413" y="1636"/>
                    </a:lnTo>
                    <a:lnTo>
                      <a:pt x="1359" y="1640"/>
                    </a:lnTo>
                    <a:lnTo>
                      <a:pt x="1304" y="1640"/>
                    </a:lnTo>
                    <a:lnTo>
                      <a:pt x="1244" y="1637"/>
                    </a:lnTo>
                    <a:lnTo>
                      <a:pt x="1184" y="1631"/>
                    </a:lnTo>
                    <a:lnTo>
                      <a:pt x="1120" y="1623"/>
                    </a:lnTo>
                    <a:lnTo>
                      <a:pt x="1055" y="1610"/>
                    </a:lnTo>
                    <a:lnTo>
                      <a:pt x="991" y="1597"/>
                    </a:lnTo>
                    <a:lnTo>
                      <a:pt x="923" y="1581"/>
                    </a:lnTo>
                    <a:lnTo>
                      <a:pt x="856" y="1563"/>
                    </a:lnTo>
                    <a:lnTo>
                      <a:pt x="790" y="1543"/>
                    </a:lnTo>
                    <a:lnTo>
                      <a:pt x="722" y="1523"/>
                    </a:lnTo>
                    <a:lnTo>
                      <a:pt x="656" y="1501"/>
                    </a:lnTo>
                    <a:lnTo>
                      <a:pt x="591" y="1478"/>
                    </a:lnTo>
                    <a:lnTo>
                      <a:pt x="526" y="1455"/>
                    </a:lnTo>
                    <a:lnTo>
                      <a:pt x="466" y="1432"/>
                    </a:lnTo>
                    <a:lnTo>
                      <a:pt x="405" y="1409"/>
                    </a:lnTo>
                    <a:lnTo>
                      <a:pt x="348" y="1388"/>
                    </a:lnTo>
                    <a:lnTo>
                      <a:pt x="294" y="1365"/>
                    </a:lnTo>
                    <a:lnTo>
                      <a:pt x="245" y="1343"/>
                    </a:lnTo>
                    <a:lnTo>
                      <a:pt x="197" y="1324"/>
                    </a:lnTo>
                    <a:lnTo>
                      <a:pt x="154" y="1306"/>
                    </a:lnTo>
                    <a:lnTo>
                      <a:pt x="115" y="1288"/>
                    </a:lnTo>
                    <a:lnTo>
                      <a:pt x="83" y="1273"/>
                    </a:lnTo>
                    <a:lnTo>
                      <a:pt x="54" y="1260"/>
                    </a:lnTo>
                    <a:lnTo>
                      <a:pt x="31" y="1249"/>
                    </a:lnTo>
                    <a:lnTo>
                      <a:pt x="15" y="1241"/>
                    </a:lnTo>
                    <a:lnTo>
                      <a:pt x="4" y="1237"/>
                    </a:lnTo>
                    <a:lnTo>
                      <a:pt x="0" y="1235"/>
                    </a:lnTo>
                    <a:lnTo>
                      <a:pt x="3" y="1231"/>
                    </a:lnTo>
                    <a:lnTo>
                      <a:pt x="8" y="1222"/>
                    </a:lnTo>
                    <a:lnTo>
                      <a:pt x="17" y="1206"/>
                    </a:lnTo>
                    <a:lnTo>
                      <a:pt x="29" y="1183"/>
                    </a:lnTo>
                    <a:lnTo>
                      <a:pt x="45" y="1156"/>
                    </a:lnTo>
                    <a:lnTo>
                      <a:pt x="62" y="1124"/>
                    </a:lnTo>
                    <a:lnTo>
                      <a:pt x="84" y="1088"/>
                    </a:lnTo>
                    <a:lnTo>
                      <a:pt x="107" y="1048"/>
                    </a:lnTo>
                    <a:lnTo>
                      <a:pt x="134" y="1003"/>
                    </a:lnTo>
                    <a:lnTo>
                      <a:pt x="162" y="956"/>
                    </a:lnTo>
                    <a:lnTo>
                      <a:pt x="192" y="906"/>
                    </a:lnTo>
                    <a:lnTo>
                      <a:pt x="226" y="855"/>
                    </a:lnTo>
                    <a:lnTo>
                      <a:pt x="261" y="801"/>
                    </a:lnTo>
                    <a:lnTo>
                      <a:pt x="297" y="747"/>
                    </a:lnTo>
                    <a:lnTo>
                      <a:pt x="335" y="691"/>
                    </a:lnTo>
                    <a:lnTo>
                      <a:pt x="374" y="634"/>
                    </a:lnTo>
                    <a:lnTo>
                      <a:pt x="415" y="579"/>
                    </a:lnTo>
                    <a:lnTo>
                      <a:pt x="458" y="522"/>
                    </a:lnTo>
                    <a:lnTo>
                      <a:pt x="500" y="467"/>
                    </a:lnTo>
                    <a:lnTo>
                      <a:pt x="544" y="413"/>
                    </a:lnTo>
                    <a:lnTo>
                      <a:pt x="589" y="362"/>
                    </a:lnTo>
                    <a:lnTo>
                      <a:pt x="633" y="310"/>
                    </a:lnTo>
                    <a:lnTo>
                      <a:pt x="679" y="263"/>
                    </a:lnTo>
                    <a:lnTo>
                      <a:pt x="725" y="219"/>
                    </a:lnTo>
                    <a:lnTo>
                      <a:pt x="771" y="178"/>
                    </a:lnTo>
                    <a:lnTo>
                      <a:pt x="817" y="142"/>
                    </a:lnTo>
                    <a:lnTo>
                      <a:pt x="861" y="108"/>
                    </a:lnTo>
                    <a:lnTo>
                      <a:pt x="907" y="81"/>
                    </a:lnTo>
                    <a:lnTo>
                      <a:pt x="951" y="58"/>
                    </a:lnTo>
                    <a:lnTo>
                      <a:pt x="995" y="41"/>
                    </a:lnTo>
                    <a:lnTo>
                      <a:pt x="1067" y="20"/>
                    </a:lnTo>
                    <a:lnTo>
                      <a:pt x="1140" y="7"/>
                    </a:lnTo>
                    <a:lnTo>
                      <a:pt x="1213" y="0"/>
                    </a:lnTo>
                    <a:lnTo>
                      <a:pt x="1286" y="0"/>
                    </a:lnTo>
                    <a:close/>
                  </a:path>
                </a:pathLst>
              </a:custGeom>
              <a:solidFill>
                <a:schemeClr val="accent3"/>
              </a:solidFill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51" name="Freeform 49"/>
              <p:cNvSpPr>
                <a:spLocks noEditPoints="1"/>
              </p:cNvSpPr>
              <p:nvPr/>
            </p:nvSpPr>
            <p:spPr bwMode="auto">
              <a:xfrm>
                <a:off x="7130965" y="3464081"/>
                <a:ext cx="615949" cy="615949"/>
              </a:xfrm>
              <a:custGeom>
                <a:avLst/>
                <a:gdLst>
                  <a:gd name="T0" fmla="*/ 2959 w 3962"/>
                  <a:gd name="T1" fmla="*/ 2546 h 3963"/>
                  <a:gd name="T2" fmla="*/ 3397 w 3962"/>
                  <a:gd name="T3" fmla="*/ 2984 h 3963"/>
                  <a:gd name="T4" fmla="*/ 3464 w 3962"/>
                  <a:gd name="T5" fmla="*/ 3124 h 3963"/>
                  <a:gd name="T6" fmla="*/ 3343 w 3962"/>
                  <a:gd name="T7" fmla="*/ 3219 h 3963"/>
                  <a:gd name="T8" fmla="*/ 2736 w 3962"/>
                  <a:gd name="T9" fmla="*/ 3150 h 3963"/>
                  <a:gd name="T10" fmla="*/ 2752 w 3962"/>
                  <a:gd name="T11" fmla="*/ 2523 h 3963"/>
                  <a:gd name="T12" fmla="*/ 2896 w 3962"/>
                  <a:gd name="T13" fmla="*/ 2232 h 3963"/>
                  <a:gd name="T14" fmla="*/ 2500 w 3962"/>
                  <a:gd name="T15" fmla="*/ 2399 h 3963"/>
                  <a:gd name="T16" fmla="*/ 2262 w 3962"/>
                  <a:gd name="T17" fmla="*/ 2752 h 3963"/>
                  <a:gd name="T18" fmla="*/ 2262 w 3962"/>
                  <a:gd name="T19" fmla="*/ 3193 h 3963"/>
                  <a:gd name="T20" fmla="*/ 2500 w 3962"/>
                  <a:gd name="T21" fmla="*/ 3544 h 3963"/>
                  <a:gd name="T22" fmla="*/ 2896 w 3962"/>
                  <a:gd name="T23" fmla="*/ 3711 h 3963"/>
                  <a:gd name="T24" fmla="*/ 3325 w 3962"/>
                  <a:gd name="T25" fmla="*/ 3625 h 3963"/>
                  <a:gd name="T26" fmla="*/ 3625 w 3962"/>
                  <a:gd name="T27" fmla="*/ 3325 h 3963"/>
                  <a:gd name="T28" fmla="*/ 3711 w 3962"/>
                  <a:gd name="T29" fmla="*/ 2896 h 3963"/>
                  <a:gd name="T30" fmla="*/ 3544 w 3962"/>
                  <a:gd name="T31" fmla="*/ 2500 h 3963"/>
                  <a:gd name="T32" fmla="*/ 3193 w 3962"/>
                  <a:gd name="T33" fmla="*/ 2262 h 3963"/>
                  <a:gd name="T34" fmla="*/ 1734 w 3962"/>
                  <a:gd name="T35" fmla="*/ 2724 h 3963"/>
                  <a:gd name="T36" fmla="*/ 495 w 3962"/>
                  <a:gd name="T37" fmla="*/ 2724 h 3963"/>
                  <a:gd name="T38" fmla="*/ 3300 w 3962"/>
                  <a:gd name="T39" fmla="*/ 2037 h 3963"/>
                  <a:gd name="T40" fmla="*/ 3700 w 3962"/>
                  <a:gd name="T41" fmla="*/ 2300 h 3963"/>
                  <a:gd name="T42" fmla="*/ 3930 w 3962"/>
                  <a:gd name="T43" fmla="*/ 2722 h 3963"/>
                  <a:gd name="T44" fmla="*/ 3930 w 3962"/>
                  <a:gd name="T45" fmla="*/ 3222 h 3963"/>
                  <a:gd name="T46" fmla="*/ 3700 w 3962"/>
                  <a:gd name="T47" fmla="*/ 3643 h 3963"/>
                  <a:gd name="T48" fmla="*/ 3300 w 3962"/>
                  <a:gd name="T49" fmla="*/ 3907 h 3963"/>
                  <a:gd name="T50" fmla="*/ 2802 w 3962"/>
                  <a:gd name="T51" fmla="*/ 3948 h 3963"/>
                  <a:gd name="T52" fmla="*/ 2361 w 3962"/>
                  <a:gd name="T53" fmla="*/ 3752 h 3963"/>
                  <a:gd name="T54" fmla="*/ 2067 w 3962"/>
                  <a:gd name="T55" fmla="*/ 3376 h 3963"/>
                  <a:gd name="T56" fmla="*/ 1984 w 3962"/>
                  <a:gd name="T57" fmla="*/ 2887 h 3963"/>
                  <a:gd name="T58" fmla="*/ 2144 w 3962"/>
                  <a:gd name="T59" fmla="*/ 2426 h 3963"/>
                  <a:gd name="T60" fmla="*/ 2495 w 3962"/>
                  <a:gd name="T61" fmla="*/ 2103 h 3963"/>
                  <a:gd name="T62" fmla="*/ 2972 w 3962"/>
                  <a:gd name="T63" fmla="*/ 1982 h 3963"/>
                  <a:gd name="T64" fmla="*/ 1238 w 3962"/>
                  <a:gd name="T65" fmla="*/ 1486 h 3963"/>
                  <a:gd name="T66" fmla="*/ 990 w 3962"/>
                  <a:gd name="T67" fmla="*/ 1486 h 3963"/>
                  <a:gd name="T68" fmla="*/ 371 w 3962"/>
                  <a:gd name="T69" fmla="*/ 619 h 3963"/>
                  <a:gd name="T70" fmla="*/ 473 w 3962"/>
                  <a:gd name="T71" fmla="*/ 819 h 3963"/>
                  <a:gd name="T72" fmla="*/ 697 w 3962"/>
                  <a:gd name="T73" fmla="*/ 854 h 3963"/>
                  <a:gd name="T74" fmla="*/ 854 w 3962"/>
                  <a:gd name="T75" fmla="*/ 697 h 3963"/>
                  <a:gd name="T76" fmla="*/ 2355 w 3962"/>
                  <a:gd name="T77" fmla="*/ 659 h 3963"/>
                  <a:gd name="T78" fmla="*/ 2487 w 3962"/>
                  <a:gd name="T79" fmla="*/ 839 h 3963"/>
                  <a:gd name="T80" fmla="*/ 2714 w 3962"/>
                  <a:gd name="T81" fmla="*/ 839 h 3963"/>
                  <a:gd name="T82" fmla="*/ 2844 w 3962"/>
                  <a:gd name="T83" fmla="*/ 659 h 3963"/>
                  <a:gd name="T84" fmla="*/ 3074 w 3962"/>
                  <a:gd name="T85" fmla="*/ 526 h 3963"/>
                  <a:gd name="T86" fmla="*/ 3215 w 3962"/>
                  <a:gd name="T87" fmla="*/ 724 h 3963"/>
                  <a:gd name="T88" fmla="*/ 248 w 3962"/>
                  <a:gd name="T89" fmla="*/ 2947 h 3963"/>
                  <a:gd name="T90" fmla="*/ 268 w 3962"/>
                  <a:gd name="T91" fmla="*/ 3219 h 3963"/>
                  <a:gd name="T92" fmla="*/ 52 w 3962"/>
                  <a:gd name="T93" fmla="*/ 3108 h 3963"/>
                  <a:gd name="T94" fmla="*/ 3 w 3962"/>
                  <a:gd name="T95" fmla="*/ 724 h 3963"/>
                  <a:gd name="T96" fmla="*/ 144 w 3962"/>
                  <a:gd name="T97" fmla="*/ 526 h 3963"/>
                  <a:gd name="T98" fmla="*/ 2654 w 3962"/>
                  <a:gd name="T99" fmla="*/ 13 h 3963"/>
                  <a:gd name="T100" fmla="*/ 2724 w 3962"/>
                  <a:gd name="T101" fmla="*/ 619 h 3963"/>
                  <a:gd name="T102" fmla="*/ 2629 w 3962"/>
                  <a:gd name="T103" fmla="*/ 739 h 3963"/>
                  <a:gd name="T104" fmla="*/ 2489 w 3962"/>
                  <a:gd name="T105" fmla="*/ 673 h 3963"/>
                  <a:gd name="T106" fmla="*/ 2503 w 3962"/>
                  <a:gd name="T107" fmla="*/ 47 h 3963"/>
                  <a:gd name="T108" fmla="*/ 647 w 3962"/>
                  <a:gd name="T109" fmla="*/ 3 h 3963"/>
                  <a:gd name="T110" fmla="*/ 743 w 3962"/>
                  <a:gd name="T111" fmla="*/ 124 h 3963"/>
                  <a:gd name="T112" fmla="*/ 673 w 3962"/>
                  <a:gd name="T113" fmla="*/ 730 h 3963"/>
                  <a:gd name="T114" fmla="*/ 523 w 3962"/>
                  <a:gd name="T115" fmla="*/ 696 h 3963"/>
                  <a:gd name="T116" fmla="*/ 508 w 3962"/>
                  <a:gd name="T117" fmla="*/ 69 h 396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</a:cxnLst>
                <a:rect l="0" t="0" r="r" b="b"/>
                <a:pathLst>
                  <a:path w="3962" h="3963">
                    <a:moveTo>
                      <a:pt x="2848" y="2477"/>
                    </a:moveTo>
                    <a:lnTo>
                      <a:pt x="2876" y="2479"/>
                    </a:lnTo>
                    <a:lnTo>
                      <a:pt x="2902" y="2489"/>
                    </a:lnTo>
                    <a:lnTo>
                      <a:pt x="2925" y="2503"/>
                    </a:lnTo>
                    <a:lnTo>
                      <a:pt x="2944" y="2523"/>
                    </a:lnTo>
                    <a:lnTo>
                      <a:pt x="2959" y="2546"/>
                    </a:lnTo>
                    <a:lnTo>
                      <a:pt x="2968" y="2572"/>
                    </a:lnTo>
                    <a:lnTo>
                      <a:pt x="2972" y="2600"/>
                    </a:lnTo>
                    <a:lnTo>
                      <a:pt x="2972" y="2972"/>
                    </a:lnTo>
                    <a:lnTo>
                      <a:pt x="3343" y="2972"/>
                    </a:lnTo>
                    <a:lnTo>
                      <a:pt x="3371" y="2975"/>
                    </a:lnTo>
                    <a:lnTo>
                      <a:pt x="3397" y="2984"/>
                    </a:lnTo>
                    <a:lnTo>
                      <a:pt x="3420" y="2999"/>
                    </a:lnTo>
                    <a:lnTo>
                      <a:pt x="3440" y="3018"/>
                    </a:lnTo>
                    <a:lnTo>
                      <a:pt x="3454" y="3041"/>
                    </a:lnTo>
                    <a:lnTo>
                      <a:pt x="3464" y="3067"/>
                    </a:lnTo>
                    <a:lnTo>
                      <a:pt x="3467" y="3096"/>
                    </a:lnTo>
                    <a:lnTo>
                      <a:pt x="3464" y="3124"/>
                    </a:lnTo>
                    <a:lnTo>
                      <a:pt x="3454" y="3150"/>
                    </a:lnTo>
                    <a:lnTo>
                      <a:pt x="3440" y="3173"/>
                    </a:lnTo>
                    <a:lnTo>
                      <a:pt x="3420" y="3193"/>
                    </a:lnTo>
                    <a:lnTo>
                      <a:pt x="3397" y="3207"/>
                    </a:lnTo>
                    <a:lnTo>
                      <a:pt x="3371" y="3217"/>
                    </a:lnTo>
                    <a:lnTo>
                      <a:pt x="3343" y="3219"/>
                    </a:lnTo>
                    <a:lnTo>
                      <a:pt x="2848" y="3219"/>
                    </a:lnTo>
                    <a:lnTo>
                      <a:pt x="2819" y="3217"/>
                    </a:lnTo>
                    <a:lnTo>
                      <a:pt x="2794" y="3207"/>
                    </a:lnTo>
                    <a:lnTo>
                      <a:pt x="2771" y="3193"/>
                    </a:lnTo>
                    <a:lnTo>
                      <a:pt x="2752" y="3173"/>
                    </a:lnTo>
                    <a:lnTo>
                      <a:pt x="2736" y="3150"/>
                    </a:lnTo>
                    <a:lnTo>
                      <a:pt x="2727" y="3124"/>
                    </a:lnTo>
                    <a:lnTo>
                      <a:pt x="2724" y="3096"/>
                    </a:lnTo>
                    <a:lnTo>
                      <a:pt x="2724" y="2600"/>
                    </a:lnTo>
                    <a:lnTo>
                      <a:pt x="2727" y="2572"/>
                    </a:lnTo>
                    <a:lnTo>
                      <a:pt x="2736" y="2546"/>
                    </a:lnTo>
                    <a:lnTo>
                      <a:pt x="2752" y="2523"/>
                    </a:lnTo>
                    <a:lnTo>
                      <a:pt x="2771" y="2503"/>
                    </a:lnTo>
                    <a:lnTo>
                      <a:pt x="2794" y="2489"/>
                    </a:lnTo>
                    <a:lnTo>
                      <a:pt x="2819" y="2479"/>
                    </a:lnTo>
                    <a:lnTo>
                      <a:pt x="2848" y="2477"/>
                    </a:lnTo>
                    <a:close/>
                    <a:moveTo>
                      <a:pt x="2972" y="2229"/>
                    </a:moveTo>
                    <a:lnTo>
                      <a:pt x="2896" y="2232"/>
                    </a:lnTo>
                    <a:lnTo>
                      <a:pt x="2821" y="2244"/>
                    </a:lnTo>
                    <a:lnTo>
                      <a:pt x="2750" y="2262"/>
                    </a:lnTo>
                    <a:lnTo>
                      <a:pt x="2683" y="2288"/>
                    </a:lnTo>
                    <a:lnTo>
                      <a:pt x="2618" y="2319"/>
                    </a:lnTo>
                    <a:lnTo>
                      <a:pt x="2556" y="2356"/>
                    </a:lnTo>
                    <a:lnTo>
                      <a:pt x="2500" y="2399"/>
                    </a:lnTo>
                    <a:lnTo>
                      <a:pt x="2447" y="2447"/>
                    </a:lnTo>
                    <a:lnTo>
                      <a:pt x="2399" y="2500"/>
                    </a:lnTo>
                    <a:lnTo>
                      <a:pt x="2355" y="2556"/>
                    </a:lnTo>
                    <a:lnTo>
                      <a:pt x="2318" y="2618"/>
                    </a:lnTo>
                    <a:lnTo>
                      <a:pt x="2287" y="2683"/>
                    </a:lnTo>
                    <a:lnTo>
                      <a:pt x="2262" y="2752"/>
                    </a:lnTo>
                    <a:lnTo>
                      <a:pt x="2243" y="2823"/>
                    </a:lnTo>
                    <a:lnTo>
                      <a:pt x="2232" y="2896"/>
                    </a:lnTo>
                    <a:lnTo>
                      <a:pt x="2229" y="2972"/>
                    </a:lnTo>
                    <a:lnTo>
                      <a:pt x="2232" y="3048"/>
                    </a:lnTo>
                    <a:lnTo>
                      <a:pt x="2243" y="3122"/>
                    </a:lnTo>
                    <a:lnTo>
                      <a:pt x="2262" y="3193"/>
                    </a:lnTo>
                    <a:lnTo>
                      <a:pt x="2287" y="3261"/>
                    </a:lnTo>
                    <a:lnTo>
                      <a:pt x="2318" y="3325"/>
                    </a:lnTo>
                    <a:lnTo>
                      <a:pt x="2355" y="3387"/>
                    </a:lnTo>
                    <a:lnTo>
                      <a:pt x="2399" y="3444"/>
                    </a:lnTo>
                    <a:lnTo>
                      <a:pt x="2447" y="3497"/>
                    </a:lnTo>
                    <a:lnTo>
                      <a:pt x="2500" y="3544"/>
                    </a:lnTo>
                    <a:lnTo>
                      <a:pt x="2556" y="3588"/>
                    </a:lnTo>
                    <a:lnTo>
                      <a:pt x="2618" y="3625"/>
                    </a:lnTo>
                    <a:lnTo>
                      <a:pt x="2683" y="3657"/>
                    </a:lnTo>
                    <a:lnTo>
                      <a:pt x="2750" y="3682"/>
                    </a:lnTo>
                    <a:lnTo>
                      <a:pt x="2821" y="3700"/>
                    </a:lnTo>
                    <a:lnTo>
                      <a:pt x="2896" y="3711"/>
                    </a:lnTo>
                    <a:lnTo>
                      <a:pt x="2972" y="3714"/>
                    </a:lnTo>
                    <a:lnTo>
                      <a:pt x="3048" y="3711"/>
                    </a:lnTo>
                    <a:lnTo>
                      <a:pt x="3121" y="3700"/>
                    </a:lnTo>
                    <a:lnTo>
                      <a:pt x="3193" y="3682"/>
                    </a:lnTo>
                    <a:lnTo>
                      <a:pt x="3260" y="3657"/>
                    </a:lnTo>
                    <a:lnTo>
                      <a:pt x="3325" y="3625"/>
                    </a:lnTo>
                    <a:lnTo>
                      <a:pt x="3386" y="3588"/>
                    </a:lnTo>
                    <a:lnTo>
                      <a:pt x="3444" y="3544"/>
                    </a:lnTo>
                    <a:lnTo>
                      <a:pt x="3496" y="3497"/>
                    </a:lnTo>
                    <a:lnTo>
                      <a:pt x="3544" y="3444"/>
                    </a:lnTo>
                    <a:lnTo>
                      <a:pt x="3588" y="3387"/>
                    </a:lnTo>
                    <a:lnTo>
                      <a:pt x="3625" y="3325"/>
                    </a:lnTo>
                    <a:lnTo>
                      <a:pt x="3656" y="3261"/>
                    </a:lnTo>
                    <a:lnTo>
                      <a:pt x="3680" y="3193"/>
                    </a:lnTo>
                    <a:lnTo>
                      <a:pt x="3700" y="3122"/>
                    </a:lnTo>
                    <a:lnTo>
                      <a:pt x="3711" y="3048"/>
                    </a:lnTo>
                    <a:lnTo>
                      <a:pt x="3714" y="2972"/>
                    </a:lnTo>
                    <a:lnTo>
                      <a:pt x="3711" y="2896"/>
                    </a:lnTo>
                    <a:lnTo>
                      <a:pt x="3700" y="2823"/>
                    </a:lnTo>
                    <a:lnTo>
                      <a:pt x="3680" y="2752"/>
                    </a:lnTo>
                    <a:lnTo>
                      <a:pt x="3656" y="2683"/>
                    </a:lnTo>
                    <a:lnTo>
                      <a:pt x="3625" y="2618"/>
                    </a:lnTo>
                    <a:lnTo>
                      <a:pt x="3588" y="2556"/>
                    </a:lnTo>
                    <a:lnTo>
                      <a:pt x="3544" y="2500"/>
                    </a:lnTo>
                    <a:lnTo>
                      <a:pt x="3496" y="2447"/>
                    </a:lnTo>
                    <a:lnTo>
                      <a:pt x="3444" y="2399"/>
                    </a:lnTo>
                    <a:lnTo>
                      <a:pt x="3386" y="2356"/>
                    </a:lnTo>
                    <a:lnTo>
                      <a:pt x="3325" y="2319"/>
                    </a:lnTo>
                    <a:lnTo>
                      <a:pt x="3260" y="2288"/>
                    </a:lnTo>
                    <a:lnTo>
                      <a:pt x="3193" y="2262"/>
                    </a:lnTo>
                    <a:lnTo>
                      <a:pt x="3121" y="2244"/>
                    </a:lnTo>
                    <a:lnTo>
                      <a:pt x="3048" y="2232"/>
                    </a:lnTo>
                    <a:lnTo>
                      <a:pt x="2972" y="2229"/>
                    </a:lnTo>
                    <a:close/>
                    <a:moveTo>
                      <a:pt x="1238" y="2229"/>
                    </a:moveTo>
                    <a:lnTo>
                      <a:pt x="1734" y="2229"/>
                    </a:lnTo>
                    <a:lnTo>
                      <a:pt x="1734" y="2724"/>
                    </a:lnTo>
                    <a:lnTo>
                      <a:pt x="1238" y="2724"/>
                    </a:lnTo>
                    <a:lnTo>
                      <a:pt x="1238" y="2229"/>
                    </a:lnTo>
                    <a:close/>
                    <a:moveTo>
                      <a:pt x="495" y="2229"/>
                    </a:moveTo>
                    <a:lnTo>
                      <a:pt x="990" y="2229"/>
                    </a:lnTo>
                    <a:lnTo>
                      <a:pt x="990" y="2724"/>
                    </a:lnTo>
                    <a:lnTo>
                      <a:pt x="495" y="2724"/>
                    </a:lnTo>
                    <a:lnTo>
                      <a:pt x="495" y="2229"/>
                    </a:lnTo>
                    <a:close/>
                    <a:moveTo>
                      <a:pt x="2972" y="1982"/>
                    </a:moveTo>
                    <a:lnTo>
                      <a:pt x="3058" y="1985"/>
                    </a:lnTo>
                    <a:lnTo>
                      <a:pt x="3141" y="1996"/>
                    </a:lnTo>
                    <a:lnTo>
                      <a:pt x="3221" y="2013"/>
                    </a:lnTo>
                    <a:lnTo>
                      <a:pt x="3300" y="2037"/>
                    </a:lnTo>
                    <a:lnTo>
                      <a:pt x="3376" y="2067"/>
                    </a:lnTo>
                    <a:lnTo>
                      <a:pt x="3448" y="2103"/>
                    </a:lnTo>
                    <a:lnTo>
                      <a:pt x="3517" y="2144"/>
                    </a:lnTo>
                    <a:lnTo>
                      <a:pt x="3582" y="2191"/>
                    </a:lnTo>
                    <a:lnTo>
                      <a:pt x="3643" y="2243"/>
                    </a:lnTo>
                    <a:lnTo>
                      <a:pt x="3700" y="2300"/>
                    </a:lnTo>
                    <a:lnTo>
                      <a:pt x="3752" y="2361"/>
                    </a:lnTo>
                    <a:lnTo>
                      <a:pt x="3799" y="2426"/>
                    </a:lnTo>
                    <a:lnTo>
                      <a:pt x="3841" y="2495"/>
                    </a:lnTo>
                    <a:lnTo>
                      <a:pt x="3876" y="2567"/>
                    </a:lnTo>
                    <a:lnTo>
                      <a:pt x="3906" y="2643"/>
                    </a:lnTo>
                    <a:lnTo>
                      <a:pt x="3930" y="2722"/>
                    </a:lnTo>
                    <a:lnTo>
                      <a:pt x="3948" y="2803"/>
                    </a:lnTo>
                    <a:lnTo>
                      <a:pt x="3959" y="2887"/>
                    </a:lnTo>
                    <a:lnTo>
                      <a:pt x="3962" y="2972"/>
                    </a:lnTo>
                    <a:lnTo>
                      <a:pt x="3959" y="3058"/>
                    </a:lnTo>
                    <a:lnTo>
                      <a:pt x="3948" y="3141"/>
                    </a:lnTo>
                    <a:lnTo>
                      <a:pt x="3930" y="3222"/>
                    </a:lnTo>
                    <a:lnTo>
                      <a:pt x="3906" y="3300"/>
                    </a:lnTo>
                    <a:lnTo>
                      <a:pt x="3876" y="3376"/>
                    </a:lnTo>
                    <a:lnTo>
                      <a:pt x="3841" y="3448"/>
                    </a:lnTo>
                    <a:lnTo>
                      <a:pt x="3799" y="3518"/>
                    </a:lnTo>
                    <a:lnTo>
                      <a:pt x="3752" y="3583"/>
                    </a:lnTo>
                    <a:lnTo>
                      <a:pt x="3700" y="3643"/>
                    </a:lnTo>
                    <a:lnTo>
                      <a:pt x="3643" y="3700"/>
                    </a:lnTo>
                    <a:lnTo>
                      <a:pt x="3582" y="3752"/>
                    </a:lnTo>
                    <a:lnTo>
                      <a:pt x="3517" y="3799"/>
                    </a:lnTo>
                    <a:lnTo>
                      <a:pt x="3448" y="3841"/>
                    </a:lnTo>
                    <a:lnTo>
                      <a:pt x="3376" y="3877"/>
                    </a:lnTo>
                    <a:lnTo>
                      <a:pt x="3300" y="3907"/>
                    </a:lnTo>
                    <a:lnTo>
                      <a:pt x="3221" y="3931"/>
                    </a:lnTo>
                    <a:lnTo>
                      <a:pt x="3141" y="3948"/>
                    </a:lnTo>
                    <a:lnTo>
                      <a:pt x="3058" y="3959"/>
                    </a:lnTo>
                    <a:lnTo>
                      <a:pt x="2972" y="3963"/>
                    </a:lnTo>
                    <a:lnTo>
                      <a:pt x="2886" y="3959"/>
                    </a:lnTo>
                    <a:lnTo>
                      <a:pt x="2802" y="3948"/>
                    </a:lnTo>
                    <a:lnTo>
                      <a:pt x="2721" y="3931"/>
                    </a:lnTo>
                    <a:lnTo>
                      <a:pt x="2643" y="3907"/>
                    </a:lnTo>
                    <a:lnTo>
                      <a:pt x="2567" y="3877"/>
                    </a:lnTo>
                    <a:lnTo>
                      <a:pt x="2495" y="3841"/>
                    </a:lnTo>
                    <a:lnTo>
                      <a:pt x="2426" y="3799"/>
                    </a:lnTo>
                    <a:lnTo>
                      <a:pt x="2361" y="3752"/>
                    </a:lnTo>
                    <a:lnTo>
                      <a:pt x="2300" y="3700"/>
                    </a:lnTo>
                    <a:lnTo>
                      <a:pt x="2243" y="3643"/>
                    </a:lnTo>
                    <a:lnTo>
                      <a:pt x="2191" y="3583"/>
                    </a:lnTo>
                    <a:lnTo>
                      <a:pt x="2144" y="3518"/>
                    </a:lnTo>
                    <a:lnTo>
                      <a:pt x="2103" y="3448"/>
                    </a:lnTo>
                    <a:lnTo>
                      <a:pt x="2067" y="3376"/>
                    </a:lnTo>
                    <a:lnTo>
                      <a:pt x="2037" y="3300"/>
                    </a:lnTo>
                    <a:lnTo>
                      <a:pt x="2013" y="3222"/>
                    </a:lnTo>
                    <a:lnTo>
                      <a:pt x="1995" y="3141"/>
                    </a:lnTo>
                    <a:lnTo>
                      <a:pt x="1984" y="3058"/>
                    </a:lnTo>
                    <a:lnTo>
                      <a:pt x="1980" y="2972"/>
                    </a:lnTo>
                    <a:lnTo>
                      <a:pt x="1984" y="2887"/>
                    </a:lnTo>
                    <a:lnTo>
                      <a:pt x="1995" y="2803"/>
                    </a:lnTo>
                    <a:lnTo>
                      <a:pt x="2013" y="2722"/>
                    </a:lnTo>
                    <a:lnTo>
                      <a:pt x="2037" y="2643"/>
                    </a:lnTo>
                    <a:lnTo>
                      <a:pt x="2067" y="2567"/>
                    </a:lnTo>
                    <a:lnTo>
                      <a:pt x="2103" y="2495"/>
                    </a:lnTo>
                    <a:lnTo>
                      <a:pt x="2144" y="2426"/>
                    </a:lnTo>
                    <a:lnTo>
                      <a:pt x="2191" y="2361"/>
                    </a:lnTo>
                    <a:lnTo>
                      <a:pt x="2243" y="2300"/>
                    </a:lnTo>
                    <a:lnTo>
                      <a:pt x="2300" y="2243"/>
                    </a:lnTo>
                    <a:lnTo>
                      <a:pt x="2361" y="2191"/>
                    </a:lnTo>
                    <a:lnTo>
                      <a:pt x="2426" y="2144"/>
                    </a:lnTo>
                    <a:lnTo>
                      <a:pt x="2495" y="2103"/>
                    </a:lnTo>
                    <a:lnTo>
                      <a:pt x="2567" y="2067"/>
                    </a:lnTo>
                    <a:lnTo>
                      <a:pt x="2643" y="2037"/>
                    </a:lnTo>
                    <a:lnTo>
                      <a:pt x="2721" y="2013"/>
                    </a:lnTo>
                    <a:lnTo>
                      <a:pt x="2802" y="1996"/>
                    </a:lnTo>
                    <a:lnTo>
                      <a:pt x="2886" y="1985"/>
                    </a:lnTo>
                    <a:lnTo>
                      <a:pt x="2972" y="1982"/>
                    </a:lnTo>
                    <a:close/>
                    <a:moveTo>
                      <a:pt x="1980" y="1486"/>
                    </a:moveTo>
                    <a:lnTo>
                      <a:pt x="2476" y="1486"/>
                    </a:lnTo>
                    <a:lnTo>
                      <a:pt x="2476" y="1982"/>
                    </a:lnTo>
                    <a:lnTo>
                      <a:pt x="1980" y="1982"/>
                    </a:lnTo>
                    <a:lnTo>
                      <a:pt x="1980" y="1486"/>
                    </a:lnTo>
                    <a:close/>
                    <a:moveTo>
                      <a:pt x="1238" y="1486"/>
                    </a:moveTo>
                    <a:lnTo>
                      <a:pt x="1734" y="1486"/>
                    </a:lnTo>
                    <a:lnTo>
                      <a:pt x="1734" y="1982"/>
                    </a:lnTo>
                    <a:lnTo>
                      <a:pt x="1238" y="1982"/>
                    </a:lnTo>
                    <a:lnTo>
                      <a:pt x="1238" y="1486"/>
                    </a:lnTo>
                    <a:close/>
                    <a:moveTo>
                      <a:pt x="495" y="1486"/>
                    </a:moveTo>
                    <a:lnTo>
                      <a:pt x="990" y="1486"/>
                    </a:lnTo>
                    <a:lnTo>
                      <a:pt x="990" y="1982"/>
                    </a:lnTo>
                    <a:lnTo>
                      <a:pt x="495" y="1982"/>
                    </a:lnTo>
                    <a:lnTo>
                      <a:pt x="495" y="1486"/>
                    </a:lnTo>
                    <a:close/>
                    <a:moveTo>
                      <a:pt x="268" y="495"/>
                    </a:moveTo>
                    <a:lnTo>
                      <a:pt x="371" y="495"/>
                    </a:lnTo>
                    <a:lnTo>
                      <a:pt x="371" y="619"/>
                    </a:lnTo>
                    <a:lnTo>
                      <a:pt x="374" y="659"/>
                    </a:lnTo>
                    <a:lnTo>
                      <a:pt x="384" y="697"/>
                    </a:lnTo>
                    <a:lnTo>
                      <a:pt x="399" y="732"/>
                    </a:lnTo>
                    <a:lnTo>
                      <a:pt x="419" y="765"/>
                    </a:lnTo>
                    <a:lnTo>
                      <a:pt x="444" y="794"/>
                    </a:lnTo>
                    <a:lnTo>
                      <a:pt x="473" y="819"/>
                    </a:lnTo>
                    <a:lnTo>
                      <a:pt x="505" y="839"/>
                    </a:lnTo>
                    <a:lnTo>
                      <a:pt x="541" y="854"/>
                    </a:lnTo>
                    <a:lnTo>
                      <a:pt x="579" y="864"/>
                    </a:lnTo>
                    <a:lnTo>
                      <a:pt x="619" y="867"/>
                    </a:lnTo>
                    <a:lnTo>
                      <a:pt x="659" y="864"/>
                    </a:lnTo>
                    <a:lnTo>
                      <a:pt x="697" y="854"/>
                    </a:lnTo>
                    <a:lnTo>
                      <a:pt x="732" y="839"/>
                    </a:lnTo>
                    <a:lnTo>
                      <a:pt x="765" y="819"/>
                    </a:lnTo>
                    <a:lnTo>
                      <a:pt x="794" y="794"/>
                    </a:lnTo>
                    <a:lnTo>
                      <a:pt x="819" y="765"/>
                    </a:lnTo>
                    <a:lnTo>
                      <a:pt x="838" y="732"/>
                    </a:lnTo>
                    <a:lnTo>
                      <a:pt x="854" y="697"/>
                    </a:lnTo>
                    <a:lnTo>
                      <a:pt x="864" y="659"/>
                    </a:lnTo>
                    <a:lnTo>
                      <a:pt x="866" y="619"/>
                    </a:lnTo>
                    <a:lnTo>
                      <a:pt x="866" y="495"/>
                    </a:lnTo>
                    <a:lnTo>
                      <a:pt x="2353" y="495"/>
                    </a:lnTo>
                    <a:lnTo>
                      <a:pt x="2353" y="619"/>
                    </a:lnTo>
                    <a:lnTo>
                      <a:pt x="2355" y="659"/>
                    </a:lnTo>
                    <a:lnTo>
                      <a:pt x="2365" y="697"/>
                    </a:lnTo>
                    <a:lnTo>
                      <a:pt x="2380" y="732"/>
                    </a:lnTo>
                    <a:lnTo>
                      <a:pt x="2400" y="765"/>
                    </a:lnTo>
                    <a:lnTo>
                      <a:pt x="2425" y="794"/>
                    </a:lnTo>
                    <a:lnTo>
                      <a:pt x="2454" y="819"/>
                    </a:lnTo>
                    <a:lnTo>
                      <a:pt x="2487" y="839"/>
                    </a:lnTo>
                    <a:lnTo>
                      <a:pt x="2521" y="854"/>
                    </a:lnTo>
                    <a:lnTo>
                      <a:pt x="2560" y="864"/>
                    </a:lnTo>
                    <a:lnTo>
                      <a:pt x="2600" y="867"/>
                    </a:lnTo>
                    <a:lnTo>
                      <a:pt x="2641" y="864"/>
                    </a:lnTo>
                    <a:lnTo>
                      <a:pt x="2678" y="854"/>
                    </a:lnTo>
                    <a:lnTo>
                      <a:pt x="2714" y="839"/>
                    </a:lnTo>
                    <a:lnTo>
                      <a:pt x="2747" y="819"/>
                    </a:lnTo>
                    <a:lnTo>
                      <a:pt x="2776" y="794"/>
                    </a:lnTo>
                    <a:lnTo>
                      <a:pt x="2800" y="765"/>
                    </a:lnTo>
                    <a:lnTo>
                      <a:pt x="2820" y="732"/>
                    </a:lnTo>
                    <a:lnTo>
                      <a:pt x="2835" y="697"/>
                    </a:lnTo>
                    <a:lnTo>
                      <a:pt x="2844" y="659"/>
                    </a:lnTo>
                    <a:lnTo>
                      <a:pt x="2848" y="619"/>
                    </a:lnTo>
                    <a:lnTo>
                      <a:pt x="2848" y="495"/>
                    </a:lnTo>
                    <a:lnTo>
                      <a:pt x="2952" y="495"/>
                    </a:lnTo>
                    <a:lnTo>
                      <a:pt x="2995" y="498"/>
                    </a:lnTo>
                    <a:lnTo>
                      <a:pt x="3036" y="509"/>
                    </a:lnTo>
                    <a:lnTo>
                      <a:pt x="3074" y="526"/>
                    </a:lnTo>
                    <a:lnTo>
                      <a:pt x="3109" y="548"/>
                    </a:lnTo>
                    <a:lnTo>
                      <a:pt x="3141" y="574"/>
                    </a:lnTo>
                    <a:lnTo>
                      <a:pt x="3167" y="607"/>
                    </a:lnTo>
                    <a:lnTo>
                      <a:pt x="3189" y="642"/>
                    </a:lnTo>
                    <a:lnTo>
                      <a:pt x="3206" y="682"/>
                    </a:lnTo>
                    <a:lnTo>
                      <a:pt x="3215" y="724"/>
                    </a:lnTo>
                    <a:lnTo>
                      <a:pt x="3219" y="767"/>
                    </a:lnTo>
                    <a:lnTo>
                      <a:pt x="3219" y="1733"/>
                    </a:lnTo>
                    <a:lnTo>
                      <a:pt x="2972" y="1733"/>
                    </a:lnTo>
                    <a:lnTo>
                      <a:pt x="2972" y="1238"/>
                    </a:lnTo>
                    <a:lnTo>
                      <a:pt x="248" y="1238"/>
                    </a:lnTo>
                    <a:lnTo>
                      <a:pt x="248" y="2947"/>
                    </a:lnTo>
                    <a:lnTo>
                      <a:pt x="250" y="2959"/>
                    </a:lnTo>
                    <a:lnTo>
                      <a:pt x="258" y="2969"/>
                    </a:lnTo>
                    <a:lnTo>
                      <a:pt x="268" y="2972"/>
                    </a:lnTo>
                    <a:lnTo>
                      <a:pt x="1734" y="2972"/>
                    </a:lnTo>
                    <a:lnTo>
                      <a:pt x="1734" y="3219"/>
                    </a:lnTo>
                    <a:lnTo>
                      <a:pt x="268" y="3219"/>
                    </a:lnTo>
                    <a:lnTo>
                      <a:pt x="225" y="3216"/>
                    </a:lnTo>
                    <a:lnTo>
                      <a:pt x="183" y="3206"/>
                    </a:lnTo>
                    <a:lnTo>
                      <a:pt x="144" y="3189"/>
                    </a:lnTo>
                    <a:lnTo>
                      <a:pt x="109" y="3167"/>
                    </a:lnTo>
                    <a:lnTo>
                      <a:pt x="78" y="3140"/>
                    </a:lnTo>
                    <a:lnTo>
                      <a:pt x="52" y="3108"/>
                    </a:lnTo>
                    <a:lnTo>
                      <a:pt x="30" y="3072"/>
                    </a:lnTo>
                    <a:lnTo>
                      <a:pt x="13" y="3034"/>
                    </a:lnTo>
                    <a:lnTo>
                      <a:pt x="3" y="2991"/>
                    </a:lnTo>
                    <a:lnTo>
                      <a:pt x="0" y="2947"/>
                    </a:lnTo>
                    <a:lnTo>
                      <a:pt x="0" y="767"/>
                    </a:lnTo>
                    <a:lnTo>
                      <a:pt x="3" y="724"/>
                    </a:lnTo>
                    <a:lnTo>
                      <a:pt x="13" y="682"/>
                    </a:lnTo>
                    <a:lnTo>
                      <a:pt x="30" y="642"/>
                    </a:lnTo>
                    <a:lnTo>
                      <a:pt x="52" y="607"/>
                    </a:lnTo>
                    <a:lnTo>
                      <a:pt x="78" y="574"/>
                    </a:lnTo>
                    <a:lnTo>
                      <a:pt x="109" y="548"/>
                    </a:lnTo>
                    <a:lnTo>
                      <a:pt x="144" y="526"/>
                    </a:lnTo>
                    <a:lnTo>
                      <a:pt x="183" y="509"/>
                    </a:lnTo>
                    <a:lnTo>
                      <a:pt x="225" y="498"/>
                    </a:lnTo>
                    <a:lnTo>
                      <a:pt x="268" y="495"/>
                    </a:lnTo>
                    <a:close/>
                    <a:moveTo>
                      <a:pt x="2600" y="0"/>
                    </a:moveTo>
                    <a:lnTo>
                      <a:pt x="2629" y="3"/>
                    </a:lnTo>
                    <a:lnTo>
                      <a:pt x="2654" y="13"/>
                    </a:lnTo>
                    <a:lnTo>
                      <a:pt x="2678" y="27"/>
                    </a:lnTo>
                    <a:lnTo>
                      <a:pt x="2696" y="47"/>
                    </a:lnTo>
                    <a:lnTo>
                      <a:pt x="2712" y="69"/>
                    </a:lnTo>
                    <a:lnTo>
                      <a:pt x="2720" y="95"/>
                    </a:lnTo>
                    <a:lnTo>
                      <a:pt x="2724" y="124"/>
                    </a:lnTo>
                    <a:lnTo>
                      <a:pt x="2724" y="619"/>
                    </a:lnTo>
                    <a:lnTo>
                      <a:pt x="2720" y="648"/>
                    </a:lnTo>
                    <a:lnTo>
                      <a:pt x="2712" y="673"/>
                    </a:lnTo>
                    <a:lnTo>
                      <a:pt x="2696" y="696"/>
                    </a:lnTo>
                    <a:lnTo>
                      <a:pt x="2678" y="715"/>
                    </a:lnTo>
                    <a:lnTo>
                      <a:pt x="2654" y="730"/>
                    </a:lnTo>
                    <a:lnTo>
                      <a:pt x="2629" y="739"/>
                    </a:lnTo>
                    <a:lnTo>
                      <a:pt x="2600" y="743"/>
                    </a:lnTo>
                    <a:lnTo>
                      <a:pt x="2572" y="739"/>
                    </a:lnTo>
                    <a:lnTo>
                      <a:pt x="2546" y="730"/>
                    </a:lnTo>
                    <a:lnTo>
                      <a:pt x="2523" y="715"/>
                    </a:lnTo>
                    <a:lnTo>
                      <a:pt x="2503" y="696"/>
                    </a:lnTo>
                    <a:lnTo>
                      <a:pt x="2489" y="673"/>
                    </a:lnTo>
                    <a:lnTo>
                      <a:pt x="2479" y="648"/>
                    </a:lnTo>
                    <a:lnTo>
                      <a:pt x="2476" y="619"/>
                    </a:lnTo>
                    <a:lnTo>
                      <a:pt x="2476" y="124"/>
                    </a:lnTo>
                    <a:lnTo>
                      <a:pt x="2479" y="95"/>
                    </a:lnTo>
                    <a:lnTo>
                      <a:pt x="2489" y="69"/>
                    </a:lnTo>
                    <a:lnTo>
                      <a:pt x="2503" y="47"/>
                    </a:lnTo>
                    <a:lnTo>
                      <a:pt x="2523" y="27"/>
                    </a:lnTo>
                    <a:lnTo>
                      <a:pt x="2546" y="13"/>
                    </a:lnTo>
                    <a:lnTo>
                      <a:pt x="2572" y="3"/>
                    </a:lnTo>
                    <a:lnTo>
                      <a:pt x="2600" y="0"/>
                    </a:lnTo>
                    <a:close/>
                    <a:moveTo>
                      <a:pt x="619" y="0"/>
                    </a:moveTo>
                    <a:lnTo>
                      <a:pt x="647" y="3"/>
                    </a:lnTo>
                    <a:lnTo>
                      <a:pt x="673" y="13"/>
                    </a:lnTo>
                    <a:lnTo>
                      <a:pt x="696" y="27"/>
                    </a:lnTo>
                    <a:lnTo>
                      <a:pt x="715" y="47"/>
                    </a:lnTo>
                    <a:lnTo>
                      <a:pt x="730" y="69"/>
                    </a:lnTo>
                    <a:lnTo>
                      <a:pt x="740" y="95"/>
                    </a:lnTo>
                    <a:lnTo>
                      <a:pt x="743" y="124"/>
                    </a:lnTo>
                    <a:lnTo>
                      <a:pt x="743" y="619"/>
                    </a:lnTo>
                    <a:lnTo>
                      <a:pt x="740" y="648"/>
                    </a:lnTo>
                    <a:lnTo>
                      <a:pt x="730" y="673"/>
                    </a:lnTo>
                    <a:lnTo>
                      <a:pt x="715" y="696"/>
                    </a:lnTo>
                    <a:lnTo>
                      <a:pt x="696" y="715"/>
                    </a:lnTo>
                    <a:lnTo>
                      <a:pt x="673" y="730"/>
                    </a:lnTo>
                    <a:lnTo>
                      <a:pt x="647" y="739"/>
                    </a:lnTo>
                    <a:lnTo>
                      <a:pt x="619" y="743"/>
                    </a:lnTo>
                    <a:lnTo>
                      <a:pt x="590" y="739"/>
                    </a:lnTo>
                    <a:lnTo>
                      <a:pt x="565" y="730"/>
                    </a:lnTo>
                    <a:lnTo>
                      <a:pt x="542" y="715"/>
                    </a:lnTo>
                    <a:lnTo>
                      <a:pt x="523" y="696"/>
                    </a:lnTo>
                    <a:lnTo>
                      <a:pt x="508" y="673"/>
                    </a:lnTo>
                    <a:lnTo>
                      <a:pt x="499" y="648"/>
                    </a:lnTo>
                    <a:lnTo>
                      <a:pt x="495" y="619"/>
                    </a:lnTo>
                    <a:lnTo>
                      <a:pt x="495" y="124"/>
                    </a:lnTo>
                    <a:lnTo>
                      <a:pt x="499" y="95"/>
                    </a:lnTo>
                    <a:lnTo>
                      <a:pt x="508" y="69"/>
                    </a:lnTo>
                    <a:lnTo>
                      <a:pt x="523" y="47"/>
                    </a:lnTo>
                    <a:lnTo>
                      <a:pt x="542" y="27"/>
                    </a:lnTo>
                    <a:lnTo>
                      <a:pt x="565" y="13"/>
                    </a:lnTo>
                    <a:lnTo>
                      <a:pt x="590" y="3"/>
                    </a:lnTo>
                    <a:lnTo>
                      <a:pt x="619" y="0"/>
                    </a:lnTo>
                    <a:close/>
                  </a:path>
                </a:pathLst>
              </a:custGeom>
              <a:solidFill>
                <a:schemeClr val="accent3"/>
              </a:solidFill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  <p:grpSp>
          <p:nvGrpSpPr>
            <p:cNvPr id="29" name="그룹 60"/>
            <p:cNvGrpSpPr/>
            <p:nvPr/>
          </p:nvGrpSpPr>
          <p:grpSpPr>
            <a:xfrm>
              <a:off x="4228307" y="3143493"/>
              <a:ext cx="1884180" cy="1488466"/>
              <a:chOff x="4075907" y="2991093"/>
              <a:chExt cx="1884180" cy="1488466"/>
            </a:xfrm>
          </p:grpSpPr>
          <p:sp>
            <p:nvSpPr>
              <p:cNvPr id="42" name="Freeform 26"/>
              <p:cNvSpPr>
                <a:spLocks noEditPoints="1"/>
              </p:cNvSpPr>
              <p:nvPr/>
            </p:nvSpPr>
            <p:spPr bwMode="auto">
              <a:xfrm>
                <a:off x="4075907" y="2991093"/>
                <a:ext cx="1884180" cy="1488466"/>
              </a:xfrm>
              <a:custGeom>
                <a:avLst/>
                <a:gdLst>
                  <a:gd name="T0" fmla="*/ 667 w 2078"/>
                  <a:gd name="T1" fmla="*/ 130 h 1640"/>
                  <a:gd name="T2" fmla="*/ 477 w 2078"/>
                  <a:gd name="T3" fmla="*/ 194 h 1640"/>
                  <a:gd name="T4" fmla="*/ 312 w 2078"/>
                  <a:gd name="T5" fmla="*/ 310 h 1640"/>
                  <a:gd name="T6" fmla="*/ 185 w 2078"/>
                  <a:gd name="T7" fmla="*/ 472 h 1640"/>
                  <a:gd name="T8" fmla="*/ 110 w 2078"/>
                  <a:gd name="T9" fmla="*/ 670 h 1640"/>
                  <a:gd name="T10" fmla="*/ 96 w 2078"/>
                  <a:gd name="T11" fmla="*/ 877 h 1640"/>
                  <a:gd name="T12" fmla="*/ 143 w 2078"/>
                  <a:gd name="T13" fmla="*/ 1074 h 1640"/>
                  <a:gd name="T14" fmla="*/ 242 w 2078"/>
                  <a:gd name="T15" fmla="*/ 1248 h 1640"/>
                  <a:gd name="T16" fmla="*/ 389 w 2078"/>
                  <a:gd name="T17" fmla="*/ 1388 h 1640"/>
                  <a:gd name="T18" fmla="*/ 578 w 2078"/>
                  <a:gd name="T19" fmla="*/ 1482 h 1640"/>
                  <a:gd name="T20" fmla="*/ 784 w 2078"/>
                  <a:gd name="T21" fmla="*/ 1516 h 1640"/>
                  <a:gd name="T22" fmla="*/ 985 w 2078"/>
                  <a:gd name="T23" fmla="*/ 1489 h 1640"/>
                  <a:gd name="T24" fmla="*/ 1169 w 2078"/>
                  <a:gd name="T25" fmla="*/ 1407 h 1640"/>
                  <a:gd name="T26" fmla="*/ 1321 w 2078"/>
                  <a:gd name="T27" fmla="*/ 1275 h 1640"/>
                  <a:gd name="T28" fmla="*/ 1433 w 2078"/>
                  <a:gd name="T29" fmla="*/ 1101 h 1640"/>
                  <a:gd name="T30" fmla="*/ 1488 w 2078"/>
                  <a:gd name="T31" fmla="*/ 894 h 1640"/>
                  <a:gd name="T32" fmla="*/ 1480 w 2078"/>
                  <a:gd name="T33" fmla="*/ 691 h 1640"/>
                  <a:gd name="T34" fmla="*/ 1416 w 2078"/>
                  <a:gd name="T35" fmla="*/ 501 h 1640"/>
                  <a:gd name="T36" fmla="*/ 1300 w 2078"/>
                  <a:gd name="T37" fmla="*/ 336 h 1640"/>
                  <a:gd name="T38" fmla="*/ 1139 w 2078"/>
                  <a:gd name="T39" fmla="*/ 209 h 1640"/>
                  <a:gd name="T40" fmla="*/ 941 w 2078"/>
                  <a:gd name="T41" fmla="*/ 134 h 1640"/>
                  <a:gd name="T42" fmla="*/ 794 w 2078"/>
                  <a:gd name="T43" fmla="*/ 0 h 1640"/>
                  <a:gd name="T44" fmla="*/ 1011 w 2078"/>
                  <a:gd name="T45" fmla="*/ 20 h 1640"/>
                  <a:gd name="T46" fmla="*/ 1173 w 2078"/>
                  <a:gd name="T47" fmla="*/ 81 h 1640"/>
                  <a:gd name="T48" fmla="*/ 1309 w 2078"/>
                  <a:gd name="T49" fmla="*/ 178 h 1640"/>
                  <a:gd name="T50" fmla="*/ 1447 w 2078"/>
                  <a:gd name="T51" fmla="*/ 310 h 1640"/>
                  <a:gd name="T52" fmla="*/ 1579 w 2078"/>
                  <a:gd name="T53" fmla="*/ 467 h 1640"/>
                  <a:gd name="T54" fmla="*/ 1706 w 2078"/>
                  <a:gd name="T55" fmla="*/ 634 h 1640"/>
                  <a:gd name="T56" fmla="*/ 1819 w 2078"/>
                  <a:gd name="T57" fmla="*/ 801 h 1640"/>
                  <a:gd name="T58" fmla="*/ 1917 w 2078"/>
                  <a:gd name="T59" fmla="*/ 956 h 1640"/>
                  <a:gd name="T60" fmla="*/ 1996 w 2078"/>
                  <a:gd name="T61" fmla="*/ 1087 h 1640"/>
                  <a:gd name="T62" fmla="*/ 2051 w 2078"/>
                  <a:gd name="T63" fmla="*/ 1183 h 1640"/>
                  <a:gd name="T64" fmla="*/ 2077 w 2078"/>
                  <a:gd name="T65" fmla="*/ 1232 h 1640"/>
                  <a:gd name="T66" fmla="*/ 2064 w 2078"/>
                  <a:gd name="T67" fmla="*/ 1241 h 1640"/>
                  <a:gd name="T68" fmla="*/ 1997 w 2078"/>
                  <a:gd name="T69" fmla="*/ 1273 h 1640"/>
                  <a:gd name="T70" fmla="*/ 1882 w 2078"/>
                  <a:gd name="T71" fmla="*/ 1323 h 1640"/>
                  <a:gd name="T72" fmla="*/ 1731 w 2078"/>
                  <a:gd name="T73" fmla="*/ 1387 h 1640"/>
                  <a:gd name="T74" fmla="*/ 1552 w 2078"/>
                  <a:gd name="T75" fmla="*/ 1455 h 1640"/>
                  <a:gd name="T76" fmla="*/ 1358 w 2078"/>
                  <a:gd name="T77" fmla="*/ 1523 h 1640"/>
                  <a:gd name="T78" fmla="*/ 1157 w 2078"/>
                  <a:gd name="T79" fmla="*/ 1581 h 1640"/>
                  <a:gd name="T80" fmla="*/ 958 w 2078"/>
                  <a:gd name="T81" fmla="*/ 1623 h 1640"/>
                  <a:gd name="T82" fmla="*/ 776 w 2078"/>
                  <a:gd name="T83" fmla="*/ 1640 h 1640"/>
                  <a:gd name="T84" fmla="*/ 617 w 2078"/>
                  <a:gd name="T85" fmla="*/ 1628 h 1640"/>
                  <a:gd name="T86" fmla="*/ 435 w 2078"/>
                  <a:gd name="T87" fmla="*/ 1558 h 1640"/>
                  <a:gd name="T88" fmla="*/ 258 w 2078"/>
                  <a:gd name="T89" fmla="*/ 1431 h 1640"/>
                  <a:gd name="T90" fmla="*/ 124 w 2078"/>
                  <a:gd name="T91" fmla="*/ 1267 h 1640"/>
                  <a:gd name="T92" fmla="*/ 37 w 2078"/>
                  <a:gd name="T93" fmla="*/ 1074 h 1640"/>
                  <a:gd name="T94" fmla="*/ 0 w 2078"/>
                  <a:gd name="T95" fmla="*/ 863 h 1640"/>
                  <a:gd name="T96" fmla="*/ 19 w 2078"/>
                  <a:gd name="T97" fmla="*/ 645 h 1640"/>
                  <a:gd name="T98" fmla="*/ 99 w 2078"/>
                  <a:gd name="T99" fmla="*/ 434 h 1640"/>
                  <a:gd name="T100" fmla="*/ 226 w 2078"/>
                  <a:gd name="T101" fmla="*/ 259 h 1640"/>
                  <a:gd name="T102" fmla="*/ 390 w 2078"/>
                  <a:gd name="T103" fmla="*/ 126 h 1640"/>
                  <a:gd name="T104" fmla="*/ 583 w 2078"/>
                  <a:gd name="T105" fmla="*/ 37 h 1640"/>
                  <a:gd name="T106" fmla="*/ 794 w 2078"/>
                  <a:gd name="T107" fmla="*/ 0 h 164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</a:cxnLst>
                <a:rect l="0" t="0" r="r" b="b"/>
                <a:pathLst>
                  <a:path w="2078" h="1640">
                    <a:moveTo>
                      <a:pt x="802" y="119"/>
                    </a:moveTo>
                    <a:lnTo>
                      <a:pt x="733" y="122"/>
                    </a:lnTo>
                    <a:lnTo>
                      <a:pt x="667" y="130"/>
                    </a:lnTo>
                    <a:lnTo>
                      <a:pt x="601" y="146"/>
                    </a:lnTo>
                    <a:lnTo>
                      <a:pt x="537" y="167"/>
                    </a:lnTo>
                    <a:lnTo>
                      <a:pt x="477" y="194"/>
                    </a:lnTo>
                    <a:lnTo>
                      <a:pt x="417" y="228"/>
                    </a:lnTo>
                    <a:lnTo>
                      <a:pt x="363" y="267"/>
                    </a:lnTo>
                    <a:lnTo>
                      <a:pt x="312" y="310"/>
                    </a:lnTo>
                    <a:lnTo>
                      <a:pt x="265" y="360"/>
                    </a:lnTo>
                    <a:lnTo>
                      <a:pt x="223" y="413"/>
                    </a:lnTo>
                    <a:lnTo>
                      <a:pt x="185" y="472"/>
                    </a:lnTo>
                    <a:lnTo>
                      <a:pt x="154" y="534"/>
                    </a:lnTo>
                    <a:lnTo>
                      <a:pt x="129" y="602"/>
                    </a:lnTo>
                    <a:lnTo>
                      <a:pt x="110" y="670"/>
                    </a:lnTo>
                    <a:lnTo>
                      <a:pt x="99" y="739"/>
                    </a:lnTo>
                    <a:lnTo>
                      <a:pt x="95" y="808"/>
                    </a:lnTo>
                    <a:lnTo>
                      <a:pt x="96" y="877"/>
                    </a:lnTo>
                    <a:lnTo>
                      <a:pt x="106" y="944"/>
                    </a:lnTo>
                    <a:lnTo>
                      <a:pt x="122" y="1010"/>
                    </a:lnTo>
                    <a:lnTo>
                      <a:pt x="143" y="1074"/>
                    </a:lnTo>
                    <a:lnTo>
                      <a:pt x="170" y="1134"/>
                    </a:lnTo>
                    <a:lnTo>
                      <a:pt x="204" y="1192"/>
                    </a:lnTo>
                    <a:lnTo>
                      <a:pt x="242" y="1248"/>
                    </a:lnTo>
                    <a:lnTo>
                      <a:pt x="286" y="1299"/>
                    </a:lnTo>
                    <a:lnTo>
                      <a:pt x="335" y="1346"/>
                    </a:lnTo>
                    <a:lnTo>
                      <a:pt x="389" y="1388"/>
                    </a:lnTo>
                    <a:lnTo>
                      <a:pt x="448" y="1424"/>
                    </a:lnTo>
                    <a:lnTo>
                      <a:pt x="510" y="1457"/>
                    </a:lnTo>
                    <a:lnTo>
                      <a:pt x="578" y="1482"/>
                    </a:lnTo>
                    <a:lnTo>
                      <a:pt x="647" y="1500"/>
                    </a:lnTo>
                    <a:lnTo>
                      <a:pt x="715" y="1512"/>
                    </a:lnTo>
                    <a:lnTo>
                      <a:pt x="784" y="1516"/>
                    </a:lnTo>
                    <a:lnTo>
                      <a:pt x="853" y="1513"/>
                    </a:lnTo>
                    <a:lnTo>
                      <a:pt x="920" y="1504"/>
                    </a:lnTo>
                    <a:lnTo>
                      <a:pt x="985" y="1489"/>
                    </a:lnTo>
                    <a:lnTo>
                      <a:pt x="1050" y="1468"/>
                    </a:lnTo>
                    <a:lnTo>
                      <a:pt x="1111" y="1439"/>
                    </a:lnTo>
                    <a:lnTo>
                      <a:pt x="1169" y="1407"/>
                    </a:lnTo>
                    <a:lnTo>
                      <a:pt x="1224" y="1368"/>
                    </a:lnTo>
                    <a:lnTo>
                      <a:pt x="1275" y="1325"/>
                    </a:lnTo>
                    <a:lnTo>
                      <a:pt x="1321" y="1275"/>
                    </a:lnTo>
                    <a:lnTo>
                      <a:pt x="1364" y="1221"/>
                    </a:lnTo>
                    <a:lnTo>
                      <a:pt x="1401" y="1163"/>
                    </a:lnTo>
                    <a:lnTo>
                      <a:pt x="1433" y="1101"/>
                    </a:lnTo>
                    <a:lnTo>
                      <a:pt x="1457" y="1033"/>
                    </a:lnTo>
                    <a:lnTo>
                      <a:pt x="1476" y="965"/>
                    </a:lnTo>
                    <a:lnTo>
                      <a:pt x="1488" y="894"/>
                    </a:lnTo>
                    <a:lnTo>
                      <a:pt x="1492" y="826"/>
                    </a:lnTo>
                    <a:lnTo>
                      <a:pt x="1490" y="758"/>
                    </a:lnTo>
                    <a:lnTo>
                      <a:pt x="1480" y="691"/>
                    </a:lnTo>
                    <a:lnTo>
                      <a:pt x="1465" y="625"/>
                    </a:lnTo>
                    <a:lnTo>
                      <a:pt x="1444" y="561"/>
                    </a:lnTo>
                    <a:lnTo>
                      <a:pt x="1416" y="501"/>
                    </a:lnTo>
                    <a:lnTo>
                      <a:pt x="1383" y="441"/>
                    </a:lnTo>
                    <a:lnTo>
                      <a:pt x="1344" y="387"/>
                    </a:lnTo>
                    <a:lnTo>
                      <a:pt x="1300" y="336"/>
                    </a:lnTo>
                    <a:lnTo>
                      <a:pt x="1251" y="289"/>
                    </a:lnTo>
                    <a:lnTo>
                      <a:pt x="1197" y="247"/>
                    </a:lnTo>
                    <a:lnTo>
                      <a:pt x="1139" y="209"/>
                    </a:lnTo>
                    <a:lnTo>
                      <a:pt x="1076" y="178"/>
                    </a:lnTo>
                    <a:lnTo>
                      <a:pt x="1009" y="153"/>
                    </a:lnTo>
                    <a:lnTo>
                      <a:pt x="941" y="134"/>
                    </a:lnTo>
                    <a:lnTo>
                      <a:pt x="871" y="123"/>
                    </a:lnTo>
                    <a:lnTo>
                      <a:pt x="802" y="119"/>
                    </a:lnTo>
                    <a:close/>
                    <a:moveTo>
                      <a:pt x="794" y="0"/>
                    </a:moveTo>
                    <a:lnTo>
                      <a:pt x="865" y="0"/>
                    </a:lnTo>
                    <a:lnTo>
                      <a:pt x="938" y="7"/>
                    </a:lnTo>
                    <a:lnTo>
                      <a:pt x="1011" y="20"/>
                    </a:lnTo>
                    <a:lnTo>
                      <a:pt x="1084" y="41"/>
                    </a:lnTo>
                    <a:lnTo>
                      <a:pt x="1128" y="58"/>
                    </a:lnTo>
                    <a:lnTo>
                      <a:pt x="1173" y="81"/>
                    </a:lnTo>
                    <a:lnTo>
                      <a:pt x="1217" y="108"/>
                    </a:lnTo>
                    <a:lnTo>
                      <a:pt x="1263" y="140"/>
                    </a:lnTo>
                    <a:lnTo>
                      <a:pt x="1309" y="178"/>
                    </a:lnTo>
                    <a:lnTo>
                      <a:pt x="1355" y="219"/>
                    </a:lnTo>
                    <a:lnTo>
                      <a:pt x="1401" y="263"/>
                    </a:lnTo>
                    <a:lnTo>
                      <a:pt x="1447" y="310"/>
                    </a:lnTo>
                    <a:lnTo>
                      <a:pt x="1491" y="360"/>
                    </a:lnTo>
                    <a:lnTo>
                      <a:pt x="1536" y="413"/>
                    </a:lnTo>
                    <a:lnTo>
                      <a:pt x="1579" y="467"/>
                    </a:lnTo>
                    <a:lnTo>
                      <a:pt x="1622" y="522"/>
                    </a:lnTo>
                    <a:lnTo>
                      <a:pt x="1664" y="577"/>
                    </a:lnTo>
                    <a:lnTo>
                      <a:pt x="1706" y="634"/>
                    </a:lnTo>
                    <a:lnTo>
                      <a:pt x="1745" y="691"/>
                    </a:lnTo>
                    <a:lnTo>
                      <a:pt x="1782" y="746"/>
                    </a:lnTo>
                    <a:lnTo>
                      <a:pt x="1819" y="801"/>
                    </a:lnTo>
                    <a:lnTo>
                      <a:pt x="1854" y="855"/>
                    </a:lnTo>
                    <a:lnTo>
                      <a:pt x="1886" y="907"/>
                    </a:lnTo>
                    <a:lnTo>
                      <a:pt x="1917" y="956"/>
                    </a:lnTo>
                    <a:lnTo>
                      <a:pt x="1946" y="1004"/>
                    </a:lnTo>
                    <a:lnTo>
                      <a:pt x="1973" y="1048"/>
                    </a:lnTo>
                    <a:lnTo>
                      <a:pt x="1996" y="1087"/>
                    </a:lnTo>
                    <a:lnTo>
                      <a:pt x="2017" y="1124"/>
                    </a:lnTo>
                    <a:lnTo>
                      <a:pt x="2035" y="1156"/>
                    </a:lnTo>
                    <a:lnTo>
                      <a:pt x="2051" y="1183"/>
                    </a:lnTo>
                    <a:lnTo>
                      <a:pt x="2063" y="1205"/>
                    </a:lnTo>
                    <a:lnTo>
                      <a:pt x="2071" y="1221"/>
                    </a:lnTo>
                    <a:lnTo>
                      <a:pt x="2077" y="1232"/>
                    </a:lnTo>
                    <a:lnTo>
                      <a:pt x="2078" y="1234"/>
                    </a:lnTo>
                    <a:lnTo>
                      <a:pt x="2075" y="1237"/>
                    </a:lnTo>
                    <a:lnTo>
                      <a:pt x="2064" y="1241"/>
                    </a:lnTo>
                    <a:lnTo>
                      <a:pt x="2048" y="1249"/>
                    </a:lnTo>
                    <a:lnTo>
                      <a:pt x="2025" y="1260"/>
                    </a:lnTo>
                    <a:lnTo>
                      <a:pt x="1997" y="1273"/>
                    </a:lnTo>
                    <a:lnTo>
                      <a:pt x="1963" y="1288"/>
                    </a:lnTo>
                    <a:lnTo>
                      <a:pt x="1926" y="1306"/>
                    </a:lnTo>
                    <a:lnTo>
                      <a:pt x="1882" y="1323"/>
                    </a:lnTo>
                    <a:lnTo>
                      <a:pt x="1835" y="1343"/>
                    </a:lnTo>
                    <a:lnTo>
                      <a:pt x="1785" y="1365"/>
                    </a:lnTo>
                    <a:lnTo>
                      <a:pt x="1731" y="1387"/>
                    </a:lnTo>
                    <a:lnTo>
                      <a:pt x="1673" y="1410"/>
                    </a:lnTo>
                    <a:lnTo>
                      <a:pt x="1614" y="1433"/>
                    </a:lnTo>
                    <a:lnTo>
                      <a:pt x="1552" y="1455"/>
                    </a:lnTo>
                    <a:lnTo>
                      <a:pt x="1488" y="1478"/>
                    </a:lnTo>
                    <a:lnTo>
                      <a:pt x="1424" y="1501"/>
                    </a:lnTo>
                    <a:lnTo>
                      <a:pt x="1358" y="1523"/>
                    </a:lnTo>
                    <a:lnTo>
                      <a:pt x="1290" y="1543"/>
                    </a:lnTo>
                    <a:lnTo>
                      <a:pt x="1223" y="1563"/>
                    </a:lnTo>
                    <a:lnTo>
                      <a:pt x="1157" y="1581"/>
                    </a:lnTo>
                    <a:lnTo>
                      <a:pt x="1089" y="1597"/>
                    </a:lnTo>
                    <a:lnTo>
                      <a:pt x="1023" y="1611"/>
                    </a:lnTo>
                    <a:lnTo>
                      <a:pt x="958" y="1623"/>
                    </a:lnTo>
                    <a:lnTo>
                      <a:pt x="896" y="1631"/>
                    </a:lnTo>
                    <a:lnTo>
                      <a:pt x="834" y="1638"/>
                    </a:lnTo>
                    <a:lnTo>
                      <a:pt x="776" y="1640"/>
                    </a:lnTo>
                    <a:lnTo>
                      <a:pt x="719" y="1640"/>
                    </a:lnTo>
                    <a:lnTo>
                      <a:pt x="667" y="1636"/>
                    </a:lnTo>
                    <a:lnTo>
                      <a:pt x="617" y="1628"/>
                    </a:lnTo>
                    <a:lnTo>
                      <a:pt x="572" y="1617"/>
                    </a:lnTo>
                    <a:lnTo>
                      <a:pt x="501" y="1590"/>
                    </a:lnTo>
                    <a:lnTo>
                      <a:pt x="435" y="1558"/>
                    </a:lnTo>
                    <a:lnTo>
                      <a:pt x="371" y="1520"/>
                    </a:lnTo>
                    <a:lnTo>
                      <a:pt x="313" y="1478"/>
                    </a:lnTo>
                    <a:lnTo>
                      <a:pt x="258" y="1431"/>
                    </a:lnTo>
                    <a:lnTo>
                      <a:pt x="209" y="1380"/>
                    </a:lnTo>
                    <a:lnTo>
                      <a:pt x="164" y="1325"/>
                    </a:lnTo>
                    <a:lnTo>
                      <a:pt x="124" y="1267"/>
                    </a:lnTo>
                    <a:lnTo>
                      <a:pt x="89" y="1205"/>
                    </a:lnTo>
                    <a:lnTo>
                      <a:pt x="60" y="1141"/>
                    </a:lnTo>
                    <a:lnTo>
                      <a:pt x="37" y="1074"/>
                    </a:lnTo>
                    <a:lnTo>
                      <a:pt x="18" y="1005"/>
                    </a:lnTo>
                    <a:lnTo>
                      <a:pt x="6" y="935"/>
                    </a:lnTo>
                    <a:lnTo>
                      <a:pt x="0" y="863"/>
                    </a:lnTo>
                    <a:lnTo>
                      <a:pt x="0" y="792"/>
                    </a:lnTo>
                    <a:lnTo>
                      <a:pt x="7" y="718"/>
                    </a:lnTo>
                    <a:lnTo>
                      <a:pt x="19" y="645"/>
                    </a:lnTo>
                    <a:lnTo>
                      <a:pt x="39" y="572"/>
                    </a:lnTo>
                    <a:lnTo>
                      <a:pt x="66" y="502"/>
                    </a:lnTo>
                    <a:lnTo>
                      <a:pt x="99" y="434"/>
                    </a:lnTo>
                    <a:lnTo>
                      <a:pt x="137" y="372"/>
                    </a:lnTo>
                    <a:lnTo>
                      <a:pt x="178" y="313"/>
                    </a:lnTo>
                    <a:lnTo>
                      <a:pt x="226" y="259"/>
                    </a:lnTo>
                    <a:lnTo>
                      <a:pt x="277" y="209"/>
                    </a:lnTo>
                    <a:lnTo>
                      <a:pt x="332" y="165"/>
                    </a:lnTo>
                    <a:lnTo>
                      <a:pt x="390" y="126"/>
                    </a:lnTo>
                    <a:lnTo>
                      <a:pt x="452" y="91"/>
                    </a:lnTo>
                    <a:lnTo>
                      <a:pt x="516" y="61"/>
                    </a:lnTo>
                    <a:lnTo>
                      <a:pt x="583" y="37"/>
                    </a:lnTo>
                    <a:lnTo>
                      <a:pt x="652" y="19"/>
                    </a:lnTo>
                    <a:lnTo>
                      <a:pt x="722" y="7"/>
                    </a:lnTo>
                    <a:lnTo>
                      <a:pt x="794" y="0"/>
                    </a:lnTo>
                    <a:close/>
                  </a:path>
                </a:pathLst>
              </a:custGeom>
              <a:solidFill>
                <a:schemeClr val="accent4"/>
              </a:solidFill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grpSp>
            <p:nvGrpSpPr>
              <p:cNvPr id="43" name="Group 92"/>
              <p:cNvGrpSpPr/>
              <p:nvPr/>
            </p:nvGrpSpPr>
            <p:grpSpPr>
              <a:xfrm>
                <a:off x="4559245" y="3525194"/>
                <a:ext cx="479425" cy="477838"/>
                <a:chOff x="4575175" y="3521076"/>
                <a:chExt cx="479425" cy="477838"/>
              </a:xfrm>
            </p:grpSpPr>
            <p:sp>
              <p:nvSpPr>
                <p:cNvPr id="44" name="Freeform 54"/>
                <p:cNvSpPr>
                  <a:spLocks/>
                </p:cNvSpPr>
                <p:nvPr/>
              </p:nvSpPr>
              <p:spPr bwMode="auto">
                <a:xfrm>
                  <a:off x="4657725" y="3606801"/>
                  <a:ext cx="206375" cy="42863"/>
                </a:xfrm>
                <a:custGeom>
                  <a:avLst/>
                  <a:gdLst>
                    <a:gd name="T0" fmla="*/ 151 w 1438"/>
                    <a:gd name="T1" fmla="*/ 0 h 302"/>
                    <a:gd name="T2" fmla="*/ 1287 w 1438"/>
                    <a:gd name="T3" fmla="*/ 0 h 302"/>
                    <a:gd name="T4" fmla="*/ 1318 w 1438"/>
                    <a:gd name="T5" fmla="*/ 3 h 302"/>
                    <a:gd name="T6" fmla="*/ 1346 w 1438"/>
                    <a:gd name="T7" fmla="*/ 12 h 302"/>
                    <a:gd name="T8" fmla="*/ 1372 w 1438"/>
                    <a:gd name="T9" fmla="*/ 26 h 302"/>
                    <a:gd name="T10" fmla="*/ 1394 w 1438"/>
                    <a:gd name="T11" fmla="*/ 45 h 302"/>
                    <a:gd name="T12" fmla="*/ 1413 w 1438"/>
                    <a:gd name="T13" fmla="*/ 67 h 302"/>
                    <a:gd name="T14" fmla="*/ 1426 w 1438"/>
                    <a:gd name="T15" fmla="*/ 93 h 302"/>
                    <a:gd name="T16" fmla="*/ 1435 w 1438"/>
                    <a:gd name="T17" fmla="*/ 121 h 302"/>
                    <a:gd name="T18" fmla="*/ 1438 w 1438"/>
                    <a:gd name="T19" fmla="*/ 151 h 302"/>
                    <a:gd name="T20" fmla="*/ 1435 w 1438"/>
                    <a:gd name="T21" fmla="*/ 181 h 302"/>
                    <a:gd name="T22" fmla="*/ 1426 w 1438"/>
                    <a:gd name="T23" fmla="*/ 209 h 302"/>
                    <a:gd name="T24" fmla="*/ 1413 w 1438"/>
                    <a:gd name="T25" fmla="*/ 235 h 302"/>
                    <a:gd name="T26" fmla="*/ 1394 w 1438"/>
                    <a:gd name="T27" fmla="*/ 257 h 302"/>
                    <a:gd name="T28" fmla="*/ 1372 w 1438"/>
                    <a:gd name="T29" fmla="*/ 276 h 302"/>
                    <a:gd name="T30" fmla="*/ 1346 w 1438"/>
                    <a:gd name="T31" fmla="*/ 289 h 302"/>
                    <a:gd name="T32" fmla="*/ 1318 w 1438"/>
                    <a:gd name="T33" fmla="*/ 298 h 302"/>
                    <a:gd name="T34" fmla="*/ 1287 w 1438"/>
                    <a:gd name="T35" fmla="*/ 302 h 302"/>
                    <a:gd name="T36" fmla="*/ 151 w 1438"/>
                    <a:gd name="T37" fmla="*/ 302 h 302"/>
                    <a:gd name="T38" fmla="*/ 121 w 1438"/>
                    <a:gd name="T39" fmla="*/ 298 h 302"/>
                    <a:gd name="T40" fmla="*/ 93 w 1438"/>
                    <a:gd name="T41" fmla="*/ 289 h 302"/>
                    <a:gd name="T42" fmla="*/ 66 w 1438"/>
                    <a:gd name="T43" fmla="*/ 276 h 302"/>
                    <a:gd name="T44" fmla="*/ 44 w 1438"/>
                    <a:gd name="T45" fmla="*/ 257 h 302"/>
                    <a:gd name="T46" fmla="*/ 26 w 1438"/>
                    <a:gd name="T47" fmla="*/ 235 h 302"/>
                    <a:gd name="T48" fmla="*/ 12 w 1438"/>
                    <a:gd name="T49" fmla="*/ 209 h 302"/>
                    <a:gd name="T50" fmla="*/ 4 w 1438"/>
                    <a:gd name="T51" fmla="*/ 181 h 302"/>
                    <a:gd name="T52" fmla="*/ 0 w 1438"/>
                    <a:gd name="T53" fmla="*/ 151 h 302"/>
                    <a:gd name="T54" fmla="*/ 4 w 1438"/>
                    <a:gd name="T55" fmla="*/ 121 h 302"/>
                    <a:gd name="T56" fmla="*/ 12 w 1438"/>
                    <a:gd name="T57" fmla="*/ 93 h 302"/>
                    <a:gd name="T58" fmla="*/ 26 w 1438"/>
                    <a:gd name="T59" fmla="*/ 67 h 302"/>
                    <a:gd name="T60" fmla="*/ 44 w 1438"/>
                    <a:gd name="T61" fmla="*/ 45 h 302"/>
                    <a:gd name="T62" fmla="*/ 66 w 1438"/>
                    <a:gd name="T63" fmla="*/ 26 h 302"/>
                    <a:gd name="T64" fmla="*/ 93 w 1438"/>
                    <a:gd name="T65" fmla="*/ 12 h 302"/>
                    <a:gd name="T66" fmla="*/ 121 w 1438"/>
                    <a:gd name="T67" fmla="*/ 3 h 302"/>
                    <a:gd name="T68" fmla="*/ 151 w 1438"/>
                    <a:gd name="T69" fmla="*/ 0 h 30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</a:cxnLst>
                  <a:rect l="0" t="0" r="r" b="b"/>
                  <a:pathLst>
                    <a:path w="1438" h="302">
                      <a:moveTo>
                        <a:pt x="151" y="0"/>
                      </a:moveTo>
                      <a:lnTo>
                        <a:pt x="1287" y="0"/>
                      </a:lnTo>
                      <a:lnTo>
                        <a:pt x="1318" y="3"/>
                      </a:lnTo>
                      <a:lnTo>
                        <a:pt x="1346" y="12"/>
                      </a:lnTo>
                      <a:lnTo>
                        <a:pt x="1372" y="26"/>
                      </a:lnTo>
                      <a:lnTo>
                        <a:pt x="1394" y="45"/>
                      </a:lnTo>
                      <a:lnTo>
                        <a:pt x="1413" y="67"/>
                      </a:lnTo>
                      <a:lnTo>
                        <a:pt x="1426" y="93"/>
                      </a:lnTo>
                      <a:lnTo>
                        <a:pt x="1435" y="121"/>
                      </a:lnTo>
                      <a:lnTo>
                        <a:pt x="1438" y="151"/>
                      </a:lnTo>
                      <a:lnTo>
                        <a:pt x="1435" y="181"/>
                      </a:lnTo>
                      <a:lnTo>
                        <a:pt x="1426" y="209"/>
                      </a:lnTo>
                      <a:lnTo>
                        <a:pt x="1413" y="235"/>
                      </a:lnTo>
                      <a:lnTo>
                        <a:pt x="1394" y="257"/>
                      </a:lnTo>
                      <a:lnTo>
                        <a:pt x="1372" y="276"/>
                      </a:lnTo>
                      <a:lnTo>
                        <a:pt x="1346" y="289"/>
                      </a:lnTo>
                      <a:lnTo>
                        <a:pt x="1318" y="298"/>
                      </a:lnTo>
                      <a:lnTo>
                        <a:pt x="1287" y="302"/>
                      </a:lnTo>
                      <a:lnTo>
                        <a:pt x="151" y="302"/>
                      </a:lnTo>
                      <a:lnTo>
                        <a:pt x="121" y="298"/>
                      </a:lnTo>
                      <a:lnTo>
                        <a:pt x="93" y="289"/>
                      </a:lnTo>
                      <a:lnTo>
                        <a:pt x="66" y="276"/>
                      </a:lnTo>
                      <a:lnTo>
                        <a:pt x="44" y="257"/>
                      </a:lnTo>
                      <a:lnTo>
                        <a:pt x="26" y="235"/>
                      </a:lnTo>
                      <a:lnTo>
                        <a:pt x="12" y="209"/>
                      </a:lnTo>
                      <a:lnTo>
                        <a:pt x="4" y="181"/>
                      </a:lnTo>
                      <a:lnTo>
                        <a:pt x="0" y="151"/>
                      </a:lnTo>
                      <a:lnTo>
                        <a:pt x="4" y="121"/>
                      </a:lnTo>
                      <a:lnTo>
                        <a:pt x="12" y="93"/>
                      </a:lnTo>
                      <a:lnTo>
                        <a:pt x="26" y="67"/>
                      </a:lnTo>
                      <a:lnTo>
                        <a:pt x="44" y="45"/>
                      </a:lnTo>
                      <a:lnTo>
                        <a:pt x="66" y="26"/>
                      </a:lnTo>
                      <a:lnTo>
                        <a:pt x="93" y="12"/>
                      </a:lnTo>
                      <a:lnTo>
                        <a:pt x="121" y="3"/>
                      </a:lnTo>
                      <a:lnTo>
                        <a:pt x="151" y="0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45" name="Freeform 55"/>
                <p:cNvSpPr>
                  <a:spLocks/>
                </p:cNvSpPr>
                <p:nvPr/>
              </p:nvSpPr>
              <p:spPr bwMode="auto">
                <a:xfrm>
                  <a:off x="4657725" y="3687763"/>
                  <a:ext cx="206375" cy="42863"/>
                </a:xfrm>
                <a:custGeom>
                  <a:avLst/>
                  <a:gdLst>
                    <a:gd name="T0" fmla="*/ 151 w 1438"/>
                    <a:gd name="T1" fmla="*/ 0 h 301"/>
                    <a:gd name="T2" fmla="*/ 1287 w 1438"/>
                    <a:gd name="T3" fmla="*/ 0 h 301"/>
                    <a:gd name="T4" fmla="*/ 1318 w 1438"/>
                    <a:gd name="T5" fmla="*/ 3 h 301"/>
                    <a:gd name="T6" fmla="*/ 1346 w 1438"/>
                    <a:gd name="T7" fmla="*/ 12 h 301"/>
                    <a:gd name="T8" fmla="*/ 1372 w 1438"/>
                    <a:gd name="T9" fmla="*/ 26 h 301"/>
                    <a:gd name="T10" fmla="*/ 1394 w 1438"/>
                    <a:gd name="T11" fmla="*/ 44 h 301"/>
                    <a:gd name="T12" fmla="*/ 1413 w 1438"/>
                    <a:gd name="T13" fmla="*/ 66 h 301"/>
                    <a:gd name="T14" fmla="*/ 1426 w 1438"/>
                    <a:gd name="T15" fmla="*/ 92 h 301"/>
                    <a:gd name="T16" fmla="*/ 1435 w 1438"/>
                    <a:gd name="T17" fmla="*/ 120 h 301"/>
                    <a:gd name="T18" fmla="*/ 1438 w 1438"/>
                    <a:gd name="T19" fmla="*/ 150 h 301"/>
                    <a:gd name="T20" fmla="*/ 1435 w 1438"/>
                    <a:gd name="T21" fmla="*/ 181 h 301"/>
                    <a:gd name="T22" fmla="*/ 1426 w 1438"/>
                    <a:gd name="T23" fmla="*/ 210 h 301"/>
                    <a:gd name="T24" fmla="*/ 1413 w 1438"/>
                    <a:gd name="T25" fmla="*/ 235 h 301"/>
                    <a:gd name="T26" fmla="*/ 1394 w 1438"/>
                    <a:gd name="T27" fmla="*/ 258 h 301"/>
                    <a:gd name="T28" fmla="*/ 1372 w 1438"/>
                    <a:gd name="T29" fmla="*/ 275 h 301"/>
                    <a:gd name="T30" fmla="*/ 1346 w 1438"/>
                    <a:gd name="T31" fmla="*/ 290 h 301"/>
                    <a:gd name="T32" fmla="*/ 1318 w 1438"/>
                    <a:gd name="T33" fmla="*/ 298 h 301"/>
                    <a:gd name="T34" fmla="*/ 1287 w 1438"/>
                    <a:gd name="T35" fmla="*/ 301 h 301"/>
                    <a:gd name="T36" fmla="*/ 151 w 1438"/>
                    <a:gd name="T37" fmla="*/ 301 h 301"/>
                    <a:gd name="T38" fmla="*/ 121 w 1438"/>
                    <a:gd name="T39" fmla="*/ 298 h 301"/>
                    <a:gd name="T40" fmla="*/ 93 w 1438"/>
                    <a:gd name="T41" fmla="*/ 290 h 301"/>
                    <a:gd name="T42" fmla="*/ 66 w 1438"/>
                    <a:gd name="T43" fmla="*/ 275 h 301"/>
                    <a:gd name="T44" fmla="*/ 44 w 1438"/>
                    <a:gd name="T45" fmla="*/ 258 h 301"/>
                    <a:gd name="T46" fmla="*/ 26 w 1438"/>
                    <a:gd name="T47" fmla="*/ 235 h 301"/>
                    <a:gd name="T48" fmla="*/ 12 w 1438"/>
                    <a:gd name="T49" fmla="*/ 210 h 301"/>
                    <a:gd name="T50" fmla="*/ 4 w 1438"/>
                    <a:gd name="T51" fmla="*/ 181 h 301"/>
                    <a:gd name="T52" fmla="*/ 0 w 1438"/>
                    <a:gd name="T53" fmla="*/ 150 h 301"/>
                    <a:gd name="T54" fmla="*/ 4 w 1438"/>
                    <a:gd name="T55" fmla="*/ 120 h 301"/>
                    <a:gd name="T56" fmla="*/ 12 w 1438"/>
                    <a:gd name="T57" fmla="*/ 92 h 301"/>
                    <a:gd name="T58" fmla="*/ 26 w 1438"/>
                    <a:gd name="T59" fmla="*/ 66 h 301"/>
                    <a:gd name="T60" fmla="*/ 44 w 1438"/>
                    <a:gd name="T61" fmla="*/ 44 h 301"/>
                    <a:gd name="T62" fmla="*/ 66 w 1438"/>
                    <a:gd name="T63" fmla="*/ 26 h 301"/>
                    <a:gd name="T64" fmla="*/ 93 w 1438"/>
                    <a:gd name="T65" fmla="*/ 12 h 301"/>
                    <a:gd name="T66" fmla="*/ 121 w 1438"/>
                    <a:gd name="T67" fmla="*/ 3 h 301"/>
                    <a:gd name="T68" fmla="*/ 151 w 1438"/>
                    <a:gd name="T69" fmla="*/ 0 h 30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</a:cxnLst>
                  <a:rect l="0" t="0" r="r" b="b"/>
                  <a:pathLst>
                    <a:path w="1438" h="301">
                      <a:moveTo>
                        <a:pt x="151" y="0"/>
                      </a:moveTo>
                      <a:lnTo>
                        <a:pt x="1287" y="0"/>
                      </a:lnTo>
                      <a:lnTo>
                        <a:pt x="1318" y="3"/>
                      </a:lnTo>
                      <a:lnTo>
                        <a:pt x="1346" y="12"/>
                      </a:lnTo>
                      <a:lnTo>
                        <a:pt x="1372" y="26"/>
                      </a:lnTo>
                      <a:lnTo>
                        <a:pt x="1394" y="44"/>
                      </a:lnTo>
                      <a:lnTo>
                        <a:pt x="1413" y="66"/>
                      </a:lnTo>
                      <a:lnTo>
                        <a:pt x="1426" y="92"/>
                      </a:lnTo>
                      <a:lnTo>
                        <a:pt x="1435" y="120"/>
                      </a:lnTo>
                      <a:lnTo>
                        <a:pt x="1438" y="150"/>
                      </a:lnTo>
                      <a:lnTo>
                        <a:pt x="1435" y="181"/>
                      </a:lnTo>
                      <a:lnTo>
                        <a:pt x="1426" y="210"/>
                      </a:lnTo>
                      <a:lnTo>
                        <a:pt x="1413" y="235"/>
                      </a:lnTo>
                      <a:lnTo>
                        <a:pt x="1394" y="258"/>
                      </a:lnTo>
                      <a:lnTo>
                        <a:pt x="1372" y="275"/>
                      </a:lnTo>
                      <a:lnTo>
                        <a:pt x="1346" y="290"/>
                      </a:lnTo>
                      <a:lnTo>
                        <a:pt x="1318" y="298"/>
                      </a:lnTo>
                      <a:lnTo>
                        <a:pt x="1287" y="301"/>
                      </a:lnTo>
                      <a:lnTo>
                        <a:pt x="151" y="301"/>
                      </a:lnTo>
                      <a:lnTo>
                        <a:pt x="121" y="298"/>
                      </a:lnTo>
                      <a:lnTo>
                        <a:pt x="93" y="290"/>
                      </a:lnTo>
                      <a:lnTo>
                        <a:pt x="66" y="275"/>
                      </a:lnTo>
                      <a:lnTo>
                        <a:pt x="44" y="258"/>
                      </a:lnTo>
                      <a:lnTo>
                        <a:pt x="26" y="235"/>
                      </a:lnTo>
                      <a:lnTo>
                        <a:pt x="12" y="210"/>
                      </a:lnTo>
                      <a:lnTo>
                        <a:pt x="4" y="181"/>
                      </a:lnTo>
                      <a:lnTo>
                        <a:pt x="0" y="150"/>
                      </a:lnTo>
                      <a:lnTo>
                        <a:pt x="4" y="120"/>
                      </a:lnTo>
                      <a:lnTo>
                        <a:pt x="12" y="92"/>
                      </a:lnTo>
                      <a:lnTo>
                        <a:pt x="26" y="66"/>
                      </a:lnTo>
                      <a:lnTo>
                        <a:pt x="44" y="44"/>
                      </a:lnTo>
                      <a:lnTo>
                        <a:pt x="66" y="26"/>
                      </a:lnTo>
                      <a:lnTo>
                        <a:pt x="93" y="12"/>
                      </a:lnTo>
                      <a:lnTo>
                        <a:pt x="121" y="3"/>
                      </a:lnTo>
                      <a:lnTo>
                        <a:pt x="151" y="0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46" name="Freeform 56"/>
                <p:cNvSpPr>
                  <a:spLocks/>
                </p:cNvSpPr>
                <p:nvPr/>
              </p:nvSpPr>
              <p:spPr bwMode="auto">
                <a:xfrm>
                  <a:off x="4657725" y="3768726"/>
                  <a:ext cx="125413" cy="44450"/>
                </a:xfrm>
                <a:custGeom>
                  <a:avLst/>
                  <a:gdLst>
                    <a:gd name="T0" fmla="*/ 151 w 870"/>
                    <a:gd name="T1" fmla="*/ 0 h 301"/>
                    <a:gd name="T2" fmla="*/ 720 w 870"/>
                    <a:gd name="T3" fmla="*/ 0 h 301"/>
                    <a:gd name="T4" fmla="*/ 750 w 870"/>
                    <a:gd name="T5" fmla="*/ 4 h 301"/>
                    <a:gd name="T6" fmla="*/ 778 w 870"/>
                    <a:gd name="T7" fmla="*/ 12 h 301"/>
                    <a:gd name="T8" fmla="*/ 805 w 870"/>
                    <a:gd name="T9" fmla="*/ 26 h 301"/>
                    <a:gd name="T10" fmla="*/ 827 w 870"/>
                    <a:gd name="T11" fmla="*/ 44 h 301"/>
                    <a:gd name="T12" fmla="*/ 845 w 870"/>
                    <a:gd name="T13" fmla="*/ 67 h 301"/>
                    <a:gd name="T14" fmla="*/ 859 w 870"/>
                    <a:gd name="T15" fmla="*/ 92 h 301"/>
                    <a:gd name="T16" fmla="*/ 867 w 870"/>
                    <a:gd name="T17" fmla="*/ 120 h 301"/>
                    <a:gd name="T18" fmla="*/ 870 w 870"/>
                    <a:gd name="T19" fmla="*/ 151 h 301"/>
                    <a:gd name="T20" fmla="*/ 867 w 870"/>
                    <a:gd name="T21" fmla="*/ 181 h 301"/>
                    <a:gd name="T22" fmla="*/ 859 w 870"/>
                    <a:gd name="T23" fmla="*/ 209 h 301"/>
                    <a:gd name="T24" fmla="*/ 845 w 870"/>
                    <a:gd name="T25" fmla="*/ 234 h 301"/>
                    <a:gd name="T26" fmla="*/ 827 w 870"/>
                    <a:gd name="T27" fmla="*/ 257 h 301"/>
                    <a:gd name="T28" fmla="*/ 805 w 870"/>
                    <a:gd name="T29" fmla="*/ 275 h 301"/>
                    <a:gd name="T30" fmla="*/ 778 w 870"/>
                    <a:gd name="T31" fmla="*/ 290 h 301"/>
                    <a:gd name="T32" fmla="*/ 750 w 870"/>
                    <a:gd name="T33" fmla="*/ 298 h 301"/>
                    <a:gd name="T34" fmla="*/ 720 w 870"/>
                    <a:gd name="T35" fmla="*/ 301 h 301"/>
                    <a:gd name="T36" fmla="*/ 151 w 870"/>
                    <a:gd name="T37" fmla="*/ 301 h 301"/>
                    <a:gd name="T38" fmla="*/ 121 w 870"/>
                    <a:gd name="T39" fmla="*/ 298 h 301"/>
                    <a:gd name="T40" fmla="*/ 93 w 870"/>
                    <a:gd name="T41" fmla="*/ 290 h 301"/>
                    <a:gd name="T42" fmla="*/ 66 w 870"/>
                    <a:gd name="T43" fmla="*/ 275 h 301"/>
                    <a:gd name="T44" fmla="*/ 44 w 870"/>
                    <a:gd name="T45" fmla="*/ 257 h 301"/>
                    <a:gd name="T46" fmla="*/ 26 w 870"/>
                    <a:gd name="T47" fmla="*/ 234 h 301"/>
                    <a:gd name="T48" fmla="*/ 12 w 870"/>
                    <a:gd name="T49" fmla="*/ 209 h 301"/>
                    <a:gd name="T50" fmla="*/ 4 w 870"/>
                    <a:gd name="T51" fmla="*/ 181 h 301"/>
                    <a:gd name="T52" fmla="*/ 0 w 870"/>
                    <a:gd name="T53" fmla="*/ 151 h 301"/>
                    <a:gd name="T54" fmla="*/ 4 w 870"/>
                    <a:gd name="T55" fmla="*/ 120 h 301"/>
                    <a:gd name="T56" fmla="*/ 12 w 870"/>
                    <a:gd name="T57" fmla="*/ 92 h 301"/>
                    <a:gd name="T58" fmla="*/ 26 w 870"/>
                    <a:gd name="T59" fmla="*/ 67 h 301"/>
                    <a:gd name="T60" fmla="*/ 44 w 870"/>
                    <a:gd name="T61" fmla="*/ 44 h 301"/>
                    <a:gd name="T62" fmla="*/ 66 w 870"/>
                    <a:gd name="T63" fmla="*/ 26 h 301"/>
                    <a:gd name="T64" fmla="*/ 93 w 870"/>
                    <a:gd name="T65" fmla="*/ 12 h 301"/>
                    <a:gd name="T66" fmla="*/ 121 w 870"/>
                    <a:gd name="T67" fmla="*/ 4 h 301"/>
                    <a:gd name="T68" fmla="*/ 151 w 870"/>
                    <a:gd name="T69" fmla="*/ 0 h 30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</a:cxnLst>
                  <a:rect l="0" t="0" r="r" b="b"/>
                  <a:pathLst>
                    <a:path w="870" h="301">
                      <a:moveTo>
                        <a:pt x="151" y="0"/>
                      </a:moveTo>
                      <a:lnTo>
                        <a:pt x="720" y="0"/>
                      </a:lnTo>
                      <a:lnTo>
                        <a:pt x="750" y="4"/>
                      </a:lnTo>
                      <a:lnTo>
                        <a:pt x="778" y="12"/>
                      </a:lnTo>
                      <a:lnTo>
                        <a:pt x="805" y="26"/>
                      </a:lnTo>
                      <a:lnTo>
                        <a:pt x="827" y="44"/>
                      </a:lnTo>
                      <a:lnTo>
                        <a:pt x="845" y="67"/>
                      </a:lnTo>
                      <a:lnTo>
                        <a:pt x="859" y="92"/>
                      </a:lnTo>
                      <a:lnTo>
                        <a:pt x="867" y="120"/>
                      </a:lnTo>
                      <a:lnTo>
                        <a:pt x="870" y="151"/>
                      </a:lnTo>
                      <a:lnTo>
                        <a:pt x="867" y="181"/>
                      </a:lnTo>
                      <a:lnTo>
                        <a:pt x="859" y="209"/>
                      </a:lnTo>
                      <a:lnTo>
                        <a:pt x="845" y="234"/>
                      </a:lnTo>
                      <a:lnTo>
                        <a:pt x="827" y="257"/>
                      </a:lnTo>
                      <a:lnTo>
                        <a:pt x="805" y="275"/>
                      </a:lnTo>
                      <a:lnTo>
                        <a:pt x="778" y="290"/>
                      </a:lnTo>
                      <a:lnTo>
                        <a:pt x="750" y="298"/>
                      </a:lnTo>
                      <a:lnTo>
                        <a:pt x="720" y="301"/>
                      </a:lnTo>
                      <a:lnTo>
                        <a:pt x="151" y="301"/>
                      </a:lnTo>
                      <a:lnTo>
                        <a:pt x="121" y="298"/>
                      </a:lnTo>
                      <a:lnTo>
                        <a:pt x="93" y="290"/>
                      </a:lnTo>
                      <a:lnTo>
                        <a:pt x="66" y="275"/>
                      </a:lnTo>
                      <a:lnTo>
                        <a:pt x="44" y="257"/>
                      </a:lnTo>
                      <a:lnTo>
                        <a:pt x="26" y="234"/>
                      </a:lnTo>
                      <a:lnTo>
                        <a:pt x="12" y="209"/>
                      </a:lnTo>
                      <a:lnTo>
                        <a:pt x="4" y="181"/>
                      </a:lnTo>
                      <a:lnTo>
                        <a:pt x="0" y="151"/>
                      </a:lnTo>
                      <a:lnTo>
                        <a:pt x="4" y="120"/>
                      </a:lnTo>
                      <a:lnTo>
                        <a:pt x="12" y="92"/>
                      </a:lnTo>
                      <a:lnTo>
                        <a:pt x="26" y="67"/>
                      </a:lnTo>
                      <a:lnTo>
                        <a:pt x="44" y="44"/>
                      </a:lnTo>
                      <a:lnTo>
                        <a:pt x="66" y="26"/>
                      </a:lnTo>
                      <a:lnTo>
                        <a:pt x="93" y="12"/>
                      </a:lnTo>
                      <a:lnTo>
                        <a:pt x="121" y="4"/>
                      </a:lnTo>
                      <a:lnTo>
                        <a:pt x="151" y="0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47" name="Freeform 57"/>
                <p:cNvSpPr>
                  <a:spLocks/>
                </p:cNvSpPr>
                <p:nvPr/>
              </p:nvSpPr>
              <p:spPr bwMode="auto">
                <a:xfrm>
                  <a:off x="4575175" y="3521076"/>
                  <a:ext cx="371475" cy="477838"/>
                </a:xfrm>
                <a:custGeom>
                  <a:avLst/>
                  <a:gdLst>
                    <a:gd name="T0" fmla="*/ 152 w 2574"/>
                    <a:gd name="T1" fmla="*/ 0 h 3310"/>
                    <a:gd name="T2" fmla="*/ 2423 w 2574"/>
                    <a:gd name="T3" fmla="*/ 0 h 3310"/>
                    <a:gd name="T4" fmla="*/ 2453 w 2574"/>
                    <a:gd name="T5" fmla="*/ 3 h 3310"/>
                    <a:gd name="T6" fmla="*/ 2481 w 2574"/>
                    <a:gd name="T7" fmla="*/ 12 h 3310"/>
                    <a:gd name="T8" fmla="*/ 2507 w 2574"/>
                    <a:gd name="T9" fmla="*/ 26 h 3310"/>
                    <a:gd name="T10" fmla="*/ 2529 w 2574"/>
                    <a:gd name="T11" fmla="*/ 44 h 3310"/>
                    <a:gd name="T12" fmla="*/ 2548 w 2574"/>
                    <a:gd name="T13" fmla="*/ 67 h 3310"/>
                    <a:gd name="T14" fmla="*/ 2562 w 2574"/>
                    <a:gd name="T15" fmla="*/ 92 h 3310"/>
                    <a:gd name="T16" fmla="*/ 2571 w 2574"/>
                    <a:gd name="T17" fmla="*/ 120 h 3310"/>
                    <a:gd name="T18" fmla="*/ 2574 w 2574"/>
                    <a:gd name="T19" fmla="*/ 150 h 3310"/>
                    <a:gd name="T20" fmla="*/ 2574 w 2574"/>
                    <a:gd name="T21" fmla="*/ 374 h 3310"/>
                    <a:gd name="T22" fmla="*/ 2272 w 2574"/>
                    <a:gd name="T23" fmla="*/ 896 h 3310"/>
                    <a:gd name="T24" fmla="*/ 2272 w 2574"/>
                    <a:gd name="T25" fmla="*/ 301 h 3310"/>
                    <a:gd name="T26" fmla="*/ 304 w 2574"/>
                    <a:gd name="T27" fmla="*/ 301 h 3310"/>
                    <a:gd name="T28" fmla="*/ 304 w 2574"/>
                    <a:gd name="T29" fmla="*/ 3008 h 3310"/>
                    <a:gd name="T30" fmla="*/ 2272 w 2574"/>
                    <a:gd name="T31" fmla="*/ 3008 h 3310"/>
                    <a:gd name="T32" fmla="*/ 2272 w 2574"/>
                    <a:gd name="T33" fmla="*/ 2634 h 3310"/>
                    <a:gd name="T34" fmla="*/ 2430 w 2574"/>
                    <a:gd name="T35" fmla="*/ 2530 h 3310"/>
                    <a:gd name="T36" fmla="*/ 2458 w 2574"/>
                    <a:gd name="T37" fmla="*/ 2508 h 3310"/>
                    <a:gd name="T38" fmla="*/ 2482 w 2574"/>
                    <a:gd name="T39" fmla="*/ 2483 h 3310"/>
                    <a:gd name="T40" fmla="*/ 2502 w 2574"/>
                    <a:gd name="T41" fmla="*/ 2454 h 3310"/>
                    <a:gd name="T42" fmla="*/ 2574 w 2574"/>
                    <a:gd name="T43" fmla="*/ 2330 h 3310"/>
                    <a:gd name="T44" fmla="*/ 2574 w 2574"/>
                    <a:gd name="T45" fmla="*/ 3159 h 3310"/>
                    <a:gd name="T46" fmla="*/ 2571 w 2574"/>
                    <a:gd name="T47" fmla="*/ 3189 h 3310"/>
                    <a:gd name="T48" fmla="*/ 2562 w 2574"/>
                    <a:gd name="T49" fmla="*/ 3217 h 3310"/>
                    <a:gd name="T50" fmla="*/ 2548 w 2574"/>
                    <a:gd name="T51" fmla="*/ 3243 h 3310"/>
                    <a:gd name="T52" fmla="*/ 2529 w 2574"/>
                    <a:gd name="T53" fmla="*/ 3265 h 3310"/>
                    <a:gd name="T54" fmla="*/ 2507 w 2574"/>
                    <a:gd name="T55" fmla="*/ 3284 h 3310"/>
                    <a:gd name="T56" fmla="*/ 2481 w 2574"/>
                    <a:gd name="T57" fmla="*/ 3297 h 3310"/>
                    <a:gd name="T58" fmla="*/ 2453 w 2574"/>
                    <a:gd name="T59" fmla="*/ 3307 h 3310"/>
                    <a:gd name="T60" fmla="*/ 2423 w 2574"/>
                    <a:gd name="T61" fmla="*/ 3310 h 3310"/>
                    <a:gd name="T62" fmla="*/ 152 w 2574"/>
                    <a:gd name="T63" fmla="*/ 3310 h 3310"/>
                    <a:gd name="T64" fmla="*/ 121 w 2574"/>
                    <a:gd name="T65" fmla="*/ 3307 h 3310"/>
                    <a:gd name="T66" fmla="*/ 93 w 2574"/>
                    <a:gd name="T67" fmla="*/ 3297 h 3310"/>
                    <a:gd name="T68" fmla="*/ 67 w 2574"/>
                    <a:gd name="T69" fmla="*/ 3284 h 3310"/>
                    <a:gd name="T70" fmla="*/ 45 w 2574"/>
                    <a:gd name="T71" fmla="*/ 3265 h 3310"/>
                    <a:gd name="T72" fmla="*/ 26 w 2574"/>
                    <a:gd name="T73" fmla="*/ 3243 h 3310"/>
                    <a:gd name="T74" fmla="*/ 13 w 2574"/>
                    <a:gd name="T75" fmla="*/ 3217 h 3310"/>
                    <a:gd name="T76" fmla="*/ 3 w 2574"/>
                    <a:gd name="T77" fmla="*/ 3189 h 3310"/>
                    <a:gd name="T78" fmla="*/ 0 w 2574"/>
                    <a:gd name="T79" fmla="*/ 3159 h 3310"/>
                    <a:gd name="T80" fmla="*/ 0 w 2574"/>
                    <a:gd name="T81" fmla="*/ 150 h 3310"/>
                    <a:gd name="T82" fmla="*/ 3 w 2574"/>
                    <a:gd name="T83" fmla="*/ 120 h 3310"/>
                    <a:gd name="T84" fmla="*/ 13 w 2574"/>
                    <a:gd name="T85" fmla="*/ 92 h 3310"/>
                    <a:gd name="T86" fmla="*/ 26 w 2574"/>
                    <a:gd name="T87" fmla="*/ 67 h 3310"/>
                    <a:gd name="T88" fmla="*/ 45 w 2574"/>
                    <a:gd name="T89" fmla="*/ 44 h 3310"/>
                    <a:gd name="T90" fmla="*/ 67 w 2574"/>
                    <a:gd name="T91" fmla="*/ 26 h 3310"/>
                    <a:gd name="T92" fmla="*/ 93 w 2574"/>
                    <a:gd name="T93" fmla="*/ 12 h 3310"/>
                    <a:gd name="T94" fmla="*/ 121 w 2574"/>
                    <a:gd name="T95" fmla="*/ 3 h 3310"/>
                    <a:gd name="T96" fmla="*/ 152 w 2574"/>
                    <a:gd name="T97" fmla="*/ 0 h 331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</a:cxnLst>
                  <a:rect l="0" t="0" r="r" b="b"/>
                  <a:pathLst>
                    <a:path w="2574" h="3310">
                      <a:moveTo>
                        <a:pt x="152" y="0"/>
                      </a:moveTo>
                      <a:lnTo>
                        <a:pt x="2423" y="0"/>
                      </a:lnTo>
                      <a:lnTo>
                        <a:pt x="2453" y="3"/>
                      </a:lnTo>
                      <a:lnTo>
                        <a:pt x="2481" y="12"/>
                      </a:lnTo>
                      <a:lnTo>
                        <a:pt x="2507" y="26"/>
                      </a:lnTo>
                      <a:lnTo>
                        <a:pt x="2529" y="44"/>
                      </a:lnTo>
                      <a:lnTo>
                        <a:pt x="2548" y="67"/>
                      </a:lnTo>
                      <a:lnTo>
                        <a:pt x="2562" y="92"/>
                      </a:lnTo>
                      <a:lnTo>
                        <a:pt x="2571" y="120"/>
                      </a:lnTo>
                      <a:lnTo>
                        <a:pt x="2574" y="150"/>
                      </a:lnTo>
                      <a:lnTo>
                        <a:pt x="2574" y="374"/>
                      </a:lnTo>
                      <a:lnTo>
                        <a:pt x="2272" y="896"/>
                      </a:lnTo>
                      <a:lnTo>
                        <a:pt x="2272" y="301"/>
                      </a:lnTo>
                      <a:lnTo>
                        <a:pt x="304" y="301"/>
                      </a:lnTo>
                      <a:lnTo>
                        <a:pt x="304" y="3008"/>
                      </a:lnTo>
                      <a:lnTo>
                        <a:pt x="2272" y="3008"/>
                      </a:lnTo>
                      <a:lnTo>
                        <a:pt x="2272" y="2634"/>
                      </a:lnTo>
                      <a:lnTo>
                        <a:pt x="2430" y="2530"/>
                      </a:lnTo>
                      <a:lnTo>
                        <a:pt x="2458" y="2508"/>
                      </a:lnTo>
                      <a:lnTo>
                        <a:pt x="2482" y="2483"/>
                      </a:lnTo>
                      <a:lnTo>
                        <a:pt x="2502" y="2454"/>
                      </a:lnTo>
                      <a:lnTo>
                        <a:pt x="2574" y="2330"/>
                      </a:lnTo>
                      <a:lnTo>
                        <a:pt x="2574" y="3159"/>
                      </a:lnTo>
                      <a:lnTo>
                        <a:pt x="2571" y="3189"/>
                      </a:lnTo>
                      <a:lnTo>
                        <a:pt x="2562" y="3217"/>
                      </a:lnTo>
                      <a:lnTo>
                        <a:pt x="2548" y="3243"/>
                      </a:lnTo>
                      <a:lnTo>
                        <a:pt x="2529" y="3265"/>
                      </a:lnTo>
                      <a:lnTo>
                        <a:pt x="2507" y="3284"/>
                      </a:lnTo>
                      <a:lnTo>
                        <a:pt x="2481" y="3297"/>
                      </a:lnTo>
                      <a:lnTo>
                        <a:pt x="2453" y="3307"/>
                      </a:lnTo>
                      <a:lnTo>
                        <a:pt x="2423" y="3310"/>
                      </a:lnTo>
                      <a:lnTo>
                        <a:pt x="152" y="3310"/>
                      </a:lnTo>
                      <a:lnTo>
                        <a:pt x="121" y="3307"/>
                      </a:lnTo>
                      <a:lnTo>
                        <a:pt x="93" y="3297"/>
                      </a:lnTo>
                      <a:lnTo>
                        <a:pt x="67" y="3284"/>
                      </a:lnTo>
                      <a:lnTo>
                        <a:pt x="45" y="3265"/>
                      </a:lnTo>
                      <a:lnTo>
                        <a:pt x="26" y="3243"/>
                      </a:lnTo>
                      <a:lnTo>
                        <a:pt x="13" y="3217"/>
                      </a:lnTo>
                      <a:lnTo>
                        <a:pt x="3" y="3189"/>
                      </a:lnTo>
                      <a:lnTo>
                        <a:pt x="0" y="3159"/>
                      </a:lnTo>
                      <a:lnTo>
                        <a:pt x="0" y="150"/>
                      </a:lnTo>
                      <a:lnTo>
                        <a:pt x="3" y="120"/>
                      </a:lnTo>
                      <a:lnTo>
                        <a:pt x="13" y="92"/>
                      </a:lnTo>
                      <a:lnTo>
                        <a:pt x="26" y="67"/>
                      </a:lnTo>
                      <a:lnTo>
                        <a:pt x="45" y="44"/>
                      </a:lnTo>
                      <a:lnTo>
                        <a:pt x="67" y="26"/>
                      </a:lnTo>
                      <a:lnTo>
                        <a:pt x="93" y="12"/>
                      </a:lnTo>
                      <a:lnTo>
                        <a:pt x="121" y="3"/>
                      </a:lnTo>
                      <a:lnTo>
                        <a:pt x="152" y="0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48" name="Freeform 58"/>
                <p:cNvSpPr>
                  <a:spLocks noEditPoints="1"/>
                </p:cNvSpPr>
                <p:nvPr/>
              </p:nvSpPr>
              <p:spPr bwMode="auto">
                <a:xfrm>
                  <a:off x="4826000" y="3575051"/>
                  <a:ext cx="228600" cy="341313"/>
                </a:xfrm>
                <a:custGeom>
                  <a:avLst/>
                  <a:gdLst>
                    <a:gd name="T0" fmla="*/ 131 w 1591"/>
                    <a:gd name="T1" fmla="*/ 1996 h 2370"/>
                    <a:gd name="T2" fmla="*/ 223 w 1591"/>
                    <a:gd name="T3" fmla="*/ 2040 h 2370"/>
                    <a:gd name="T4" fmla="*/ 308 w 1591"/>
                    <a:gd name="T5" fmla="*/ 2097 h 2370"/>
                    <a:gd name="T6" fmla="*/ 439 w 1591"/>
                    <a:gd name="T7" fmla="*/ 1980 h 2370"/>
                    <a:gd name="T8" fmla="*/ 389 w 1591"/>
                    <a:gd name="T9" fmla="*/ 1934 h 2370"/>
                    <a:gd name="T10" fmla="*/ 314 w 1591"/>
                    <a:gd name="T11" fmla="*/ 1883 h 2370"/>
                    <a:gd name="T12" fmla="*/ 245 w 1591"/>
                    <a:gd name="T13" fmla="*/ 1849 h 2370"/>
                    <a:gd name="T14" fmla="*/ 187 w 1591"/>
                    <a:gd name="T15" fmla="*/ 1829 h 2370"/>
                    <a:gd name="T16" fmla="*/ 141 w 1591"/>
                    <a:gd name="T17" fmla="*/ 1820 h 2370"/>
                    <a:gd name="T18" fmla="*/ 1118 w 1591"/>
                    <a:gd name="T19" fmla="*/ 0 h 2370"/>
                    <a:gd name="T20" fmla="*/ 1173 w 1591"/>
                    <a:gd name="T21" fmla="*/ 7 h 2370"/>
                    <a:gd name="T22" fmla="*/ 1240 w 1591"/>
                    <a:gd name="T23" fmla="*/ 25 h 2370"/>
                    <a:gd name="T24" fmla="*/ 1319 w 1591"/>
                    <a:gd name="T25" fmla="*/ 57 h 2370"/>
                    <a:gd name="T26" fmla="*/ 1407 w 1591"/>
                    <a:gd name="T27" fmla="*/ 108 h 2370"/>
                    <a:gd name="T28" fmla="*/ 1478 w 1591"/>
                    <a:gd name="T29" fmla="*/ 163 h 2370"/>
                    <a:gd name="T30" fmla="*/ 1528 w 1591"/>
                    <a:gd name="T31" fmla="*/ 215 h 2370"/>
                    <a:gd name="T32" fmla="*/ 1561 w 1591"/>
                    <a:gd name="T33" fmla="*/ 261 h 2370"/>
                    <a:gd name="T34" fmla="*/ 1580 w 1591"/>
                    <a:gd name="T35" fmla="*/ 297 h 2370"/>
                    <a:gd name="T36" fmla="*/ 1588 w 1591"/>
                    <a:gd name="T37" fmla="*/ 320 h 2370"/>
                    <a:gd name="T38" fmla="*/ 1591 w 1591"/>
                    <a:gd name="T39" fmla="*/ 344 h 2370"/>
                    <a:gd name="T40" fmla="*/ 1581 w 1591"/>
                    <a:gd name="T41" fmla="*/ 379 h 2370"/>
                    <a:gd name="T42" fmla="*/ 625 w 1591"/>
                    <a:gd name="T43" fmla="*/ 2021 h 2370"/>
                    <a:gd name="T44" fmla="*/ 116 w 1591"/>
                    <a:gd name="T45" fmla="*/ 2357 h 2370"/>
                    <a:gd name="T46" fmla="*/ 77 w 1591"/>
                    <a:gd name="T47" fmla="*/ 2370 h 2370"/>
                    <a:gd name="T48" fmla="*/ 36 w 1591"/>
                    <a:gd name="T49" fmla="*/ 2359 h 2370"/>
                    <a:gd name="T50" fmla="*/ 12 w 1591"/>
                    <a:gd name="T51" fmla="*/ 2338 h 2370"/>
                    <a:gd name="T52" fmla="*/ 0 w 1591"/>
                    <a:gd name="T53" fmla="*/ 2306 h 2370"/>
                    <a:gd name="T54" fmla="*/ 34 w 1591"/>
                    <a:gd name="T55" fmla="*/ 1702 h 2370"/>
                    <a:gd name="T56" fmla="*/ 45 w 1591"/>
                    <a:gd name="T57" fmla="*/ 1670 h 2370"/>
                    <a:gd name="T58" fmla="*/ 1002 w 1591"/>
                    <a:gd name="T59" fmla="*/ 27 h 2370"/>
                    <a:gd name="T60" fmla="*/ 1034 w 1591"/>
                    <a:gd name="T61" fmla="*/ 7 h 2370"/>
                    <a:gd name="T62" fmla="*/ 1048 w 1591"/>
                    <a:gd name="T63" fmla="*/ 4 h 2370"/>
                    <a:gd name="T64" fmla="*/ 1076 w 1591"/>
                    <a:gd name="T65" fmla="*/ 0 h 237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</a:cxnLst>
                  <a:rect l="0" t="0" r="r" b="b"/>
                  <a:pathLst>
                    <a:path w="1591" h="2370">
                      <a:moveTo>
                        <a:pt x="141" y="1820"/>
                      </a:moveTo>
                      <a:lnTo>
                        <a:pt x="131" y="1996"/>
                      </a:lnTo>
                      <a:lnTo>
                        <a:pt x="177" y="2016"/>
                      </a:lnTo>
                      <a:lnTo>
                        <a:pt x="223" y="2040"/>
                      </a:lnTo>
                      <a:lnTo>
                        <a:pt x="267" y="2067"/>
                      </a:lnTo>
                      <a:lnTo>
                        <a:pt x="308" y="2097"/>
                      </a:lnTo>
                      <a:lnTo>
                        <a:pt x="455" y="2000"/>
                      </a:lnTo>
                      <a:lnTo>
                        <a:pt x="439" y="1980"/>
                      </a:lnTo>
                      <a:lnTo>
                        <a:pt x="417" y="1958"/>
                      </a:lnTo>
                      <a:lnTo>
                        <a:pt x="389" y="1934"/>
                      </a:lnTo>
                      <a:lnTo>
                        <a:pt x="355" y="1909"/>
                      </a:lnTo>
                      <a:lnTo>
                        <a:pt x="314" y="1883"/>
                      </a:lnTo>
                      <a:lnTo>
                        <a:pt x="278" y="1864"/>
                      </a:lnTo>
                      <a:lnTo>
                        <a:pt x="245" y="1849"/>
                      </a:lnTo>
                      <a:lnTo>
                        <a:pt x="214" y="1837"/>
                      </a:lnTo>
                      <a:lnTo>
                        <a:pt x="187" y="1829"/>
                      </a:lnTo>
                      <a:lnTo>
                        <a:pt x="163" y="1824"/>
                      </a:lnTo>
                      <a:lnTo>
                        <a:pt x="141" y="1820"/>
                      </a:lnTo>
                      <a:close/>
                      <a:moveTo>
                        <a:pt x="1095" y="0"/>
                      </a:moveTo>
                      <a:lnTo>
                        <a:pt x="1118" y="0"/>
                      </a:lnTo>
                      <a:lnTo>
                        <a:pt x="1144" y="2"/>
                      </a:lnTo>
                      <a:lnTo>
                        <a:pt x="1173" y="7"/>
                      </a:lnTo>
                      <a:lnTo>
                        <a:pt x="1205" y="14"/>
                      </a:lnTo>
                      <a:lnTo>
                        <a:pt x="1240" y="25"/>
                      </a:lnTo>
                      <a:lnTo>
                        <a:pt x="1278" y="39"/>
                      </a:lnTo>
                      <a:lnTo>
                        <a:pt x="1319" y="57"/>
                      </a:lnTo>
                      <a:lnTo>
                        <a:pt x="1362" y="81"/>
                      </a:lnTo>
                      <a:lnTo>
                        <a:pt x="1407" y="108"/>
                      </a:lnTo>
                      <a:lnTo>
                        <a:pt x="1446" y="136"/>
                      </a:lnTo>
                      <a:lnTo>
                        <a:pt x="1478" y="163"/>
                      </a:lnTo>
                      <a:lnTo>
                        <a:pt x="1505" y="190"/>
                      </a:lnTo>
                      <a:lnTo>
                        <a:pt x="1528" y="215"/>
                      </a:lnTo>
                      <a:lnTo>
                        <a:pt x="1546" y="239"/>
                      </a:lnTo>
                      <a:lnTo>
                        <a:pt x="1561" y="261"/>
                      </a:lnTo>
                      <a:lnTo>
                        <a:pt x="1571" y="280"/>
                      </a:lnTo>
                      <a:lnTo>
                        <a:pt x="1580" y="297"/>
                      </a:lnTo>
                      <a:lnTo>
                        <a:pt x="1585" y="311"/>
                      </a:lnTo>
                      <a:lnTo>
                        <a:pt x="1588" y="320"/>
                      </a:lnTo>
                      <a:lnTo>
                        <a:pt x="1589" y="325"/>
                      </a:lnTo>
                      <a:lnTo>
                        <a:pt x="1591" y="344"/>
                      </a:lnTo>
                      <a:lnTo>
                        <a:pt x="1588" y="363"/>
                      </a:lnTo>
                      <a:lnTo>
                        <a:pt x="1581" y="379"/>
                      </a:lnTo>
                      <a:lnTo>
                        <a:pt x="634" y="2008"/>
                      </a:lnTo>
                      <a:lnTo>
                        <a:pt x="625" y="2021"/>
                      </a:lnTo>
                      <a:lnTo>
                        <a:pt x="611" y="2033"/>
                      </a:lnTo>
                      <a:lnTo>
                        <a:pt x="116" y="2357"/>
                      </a:lnTo>
                      <a:lnTo>
                        <a:pt x="97" y="2367"/>
                      </a:lnTo>
                      <a:lnTo>
                        <a:pt x="77" y="2370"/>
                      </a:lnTo>
                      <a:lnTo>
                        <a:pt x="56" y="2368"/>
                      </a:lnTo>
                      <a:lnTo>
                        <a:pt x="36" y="2359"/>
                      </a:lnTo>
                      <a:lnTo>
                        <a:pt x="23" y="2350"/>
                      </a:lnTo>
                      <a:lnTo>
                        <a:pt x="12" y="2338"/>
                      </a:lnTo>
                      <a:lnTo>
                        <a:pt x="5" y="2323"/>
                      </a:lnTo>
                      <a:lnTo>
                        <a:pt x="0" y="2306"/>
                      </a:lnTo>
                      <a:lnTo>
                        <a:pt x="0" y="2290"/>
                      </a:lnTo>
                      <a:lnTo>
                        <a:pt x="34" y="1702"/>
                      </a:lnTo>
                      <a:lnTo>
                        <a:pt x="38" y="1685"/>
                      </a:lnTo>
                      <a:lnTo>
                        <a:pt x="45" y="1670"/>
                      </a:lnTo>
                      <a:lnTo>
                        <a:pt x="991" y="41"/>
                      </a:lnTo>
                      <a:lnTo>
                        <a:pt x="1002" y="27"/>
                      </a:lnTo>
                      <a:lnTo>
                        <a:pt x="1016" y="15"/>
                      </a:lnTo>
                      <a:lnTo>
                        <a:pt x="1034" y="7"/>
                      </a:lnTo>
                      <a:lnTo>
                        <a:pt x="1038" y="6"/>
                      </a:lnTo>
                      <a:lnTo>
                        <a:pt x="1048" y="4"/>
                      </a:lnTo>
                      <a:lnTo>
                        <a:pt x="1060" y="2"/>
                      </a:lnTo>
                      <a:lnTo>
                        <a:pt x="1076" y="0"/>
                      </a:lnTo>
                      <a:lnTo>
                        <a:pt x="1095" y="0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49" name="Freeform 59"/>
                <p:cNvSpPr>
                  <a:spLocks/>
                </p:cNvSpPr>
                <p:nvPr/>
              </p:nvSpPr>
              <p:spPr bwMode="auto">
                <a:xfrm>
                  <a:off x="4645025" y="3849688"/>
                  <a:ext cx="166688" cy="84138"/>
                </a:xfrm>
                <a:custGeom>
                  <a:avLst/>
                  <a:gdLst>
                    <a:gd name="T0" fmla="*/ 557 w 1155"/>
                    <a:gd name="T1" fmla="*/ 5 h 591"/>
                    <a:gd name="T2" fmla="*/ 583 w 1155"/>
                    <a:gd name="T3" fmla="*/ 28 h 591"/>
                    <a:gd name="T4" fmla="*/ 591 w 1155"/>
                    <a:gd name="T5" fmla="*/ 111 h 591"/>
                    <a:gd name="T6" fmla="*/ 560 w 1155"/>
                    <a:gd name="T7" fmla="*/ 199 h 591"/>
                    <a:gd name="T8" fmla="*/ 569 w 1155"/>
                    <a:gd name="T9" fmla="*/ 242 h 591"/>
                    <a:gd name="T10" fmla="*/ 587 w 1155"/>
                    <a:gd name="T11" fmla="*/ 270 h 591"/>
                    <a:gd name="T12" fmla="*/ 637 w 1155"/>
                    <a:gd name="T13" fmla="*/ 278 h 591"/>
                    <a:gd name="T14" fmla="*/ 681 w 1155"/>
                    <a:gd name="T15" fmla="*/ 323 h 591"/>
                    <a:gd name="T16" fmla="*/ 693 w 1155"/>
                    <a:gd name="T17" fmla="*/ 357 h 591"/>
                    <a:gd name="T18" fmla="*/ 847 w 1155"/>
                    <a:gd name="T19" fmla="*/ 351 h 591"/>
                    <a:gd name="T20" fmla="*/ 996 w 1155"/>
                    <a:gd name="T21" fmla="*/ 366 h 591"/>
                    <a:gd name="T22" fmla="*/ 1118 w 1155"/>
                    <a:gd name="T23" fmla="*/ 373 h 591"/>
                    <a:gd name="T24" fmla="*/ 1149 w 1155"/>
                    <a:gd name="T25" fmla="*/ 400 h 591"/>
                    <a:gd name="T26" fmla="*/ 1154 w 1155"/>
                    <a:gd name="T27" fmla="*/ 441 h 591"/>
                    <a:gd name="T28" fmla="*/ 1131 w 1155"/>
                    <a:gd name="T29" fmla="*/ 475 h 591"/>
                    <a:gd name="T30" fmla="*/ 1066 w 1155"/>
                    <a:gd name="T31" fmla="*/ 482 h 591"/>
                    <a:gd name="T32" fmla="*/ 957 w 1155"/>
                    <a:gd name="T33" fmla="*/ 467 h 591"/>
                    <a:gd name="T34" fmla="*/ 843 w 1155"/>
                    <a:gd name="T35" fmla="*/ 452 h 591"/>
                    <a:gd name="T36" fmla="*/ 738 w 1155"/>
                    <a:gd name="T37" fmla="*/ 461 h 591"/>
                    <a:gd name="T38" fmla="*/ 679 w 1155"/>
                    <a:gd name="T39" fmla="*/ 486 h 591"/>
                    <a:gd name="T40" fmla="*/ 636 w 1155"/>
                    <a:gd name="T41" fmla="*/ 492 h 591"/>
                    <a:gd name="T42" fmla="*/ 603 w 1155"/>
                    <a:gd name="T43" fmla="*/ 477 h 591"/>
                    <a:gd name="T44" fmla="*/ 576 w 1155"/>
                    <a:gd name="T45" fmla="*/ 454 h 591"/>
                    <a:gd name="T46" fmla="*/ 571 w 1155"/>
                    <a:gd name="T47" fmla="*/ 407 h 591"/>
                    <a:gd name="T48" fmla="*/ 537 w 1155"/>
                    <a:gd name="T49" fmla="*/ 457 h 591"/>
                    <a:gd name="T50" fmla="*/ 495 w 1155"/>
                    <a:gd name="T51" fmla="*/ 471 h 591"/>
                    <a:gd name="T52" fmla="*/ 455 w 1155"/>
                    <a:gd name="T53" fmla="*/ 456 h 591"/>
                    <a:gd name="T54" fmla="*/ 439 w 1155"/>
                    <a:gd name="T55" fmla="*/ 419 h 591"/>
                    <a:gd name="T56" fmla="*/ 450 w 1155"/>
                    <a:gd name="T57" fmla="*/ 390 h 591"/>
                    <a:gd name="T58" fmla="*/ 458 w 1155"/>
                    <a:gd name="T59" fmla="*/ 369 h 591"/>
                    <a:gd name="T60" fmla="*/ 422 w 1155"/>
                    <a:gd name="T61" fmla="*/ 404 h 591"/>
                    <a:gd name="T62" fmla="*/ 379 w 1155"/>
                    <a:gd name="T63" fmla="*/ 428 h 591"/>
                    <a:gd name="T64" fmla="*/ 335 w 1155"/>
                    <a:gd name="T65" fmla="*/ 417 h 591"/>
                    <a:gd name="T66" fmla="*/ 314 w 1155"/>
                    <a:gd name="T67" fmla="*/ 379 h 591"/>
                    <a:gd name="T68" fmla="*/ 364 w 1155"/>
                    <a:gd name="T69" fmla="*/ 288 h 591"/>
                    <a:gd name="T70" fmla="*/ 252 w 1155"/>
                    <a:gd name="T71" fmla="*/ 393 h 591"/>
                    <a:gd name="T72" fmla="*/ 96 w 1155"/>
                    <a:gd name="T73" fmla="*/ 581 h 591"/>
                    <a:gd name="T74" fmla="*/ 49 w 1155"/>
                    <a:gd name="T75" fmla="*/ 590 h 591"/>
                    <a:gd name="T76" fmla="*/ 9 w 1155"/>
                    <a:gd name="T77" fmla="*/ 569 h 591"/>
                    <a:gd name="T78" fmla="*/ 2 w 1155"/>
                    <a:gd name="T79" fmla="*/ 527 h 591"/>
                    <a:gd name="T80" fmla="*/ 138 w 1155"/>
                    <a:gd name="T81" fmla="*/ 351 h 591"/>
                    <a:gd name="T82" fmla="*/ 344 w 1155"/>
                    <a:gd name="T83" fmla="*/ 123 h 591"/>
                    <a:gd name="T84" fmla="*/ 398 w 1155"/>
                    <a:gd name="T85" fmla="*/ 70 h 591"/>
                    <a:gd name="T86" fmla="*/ 462 w 1155"/>
                    <a:gd name="T87" fmla="*/ 20 h 591"/>
                    <a:gd name="T88" fmla="*/ 534 w 1155"/>
                    <a:gd name="T89" fmla="*/ 0 h 59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</a:cxnLst>
                  <a:rect l="0" t="0" r="r" b="b"/>
                  <a:pathLst>
                    <a:path w="1155" h="591">
                      <a:moveTo>
                        <a:pt x="534" y="0"/>
                      </a:moveTo>
                      <a:lnTo>
                        <a:pt x="545" y="2"/>
                      </a:lnTo>
                      <a:lnTo>
                        <a:pt x="557" y="5"/>
                      </a:lnTo>
                      <a:lnTo>
                        <a:pt x="567" y="10"/>
                      </a:lnTo>
                      <a:lnTo>
                        <a:pt x="576" y="18"/>
                      </a:lnTo>
                      <a:lnTo>
                        <a:pt x="583" y="28"/>
                      </a:lnTo>
                      <a:lnTo>
                        <a:pt x="591" y="54"/>
                      </a:lnTo>
                      <a:lnTo>
                        <a:pt x="593" y="82"/>
                      </a:lnTo>
                      <a:lnTo>
                        <a:pt x="591" y="111"/>
                      </a:lnTo>
                      <a:lnTo>
                        <a:pt x="584" y="140"/>
                      </a:lnTo>
                      <a:lnTo>
                        <a:pt x="573" y="170"/>
                      </a:lnTo>
                      <a:lnTo>
                        <a:pt x="560" y="199"/>
                      </a:lnTo>
                      <a:lnTo>
                        <a:pt x="543" y="230"/>
                      </a:lnTo>
                      <a:lnTo>
                        <a:pt x="557" y="235"/>
                      </a:lnTo>
                      <a:lnTo>
                        <a:pt x="569" y="242"/>
                      </a:lnTo>
                      <a:lnTo>
                        <a:pt x="579" y="254"/>
                      </a:lnTo>
                      <a:lnTo>
                        <a:pt x="583" y="263"/>
                      </a:lnTo>
                      <a:lnTo>
                        <a:pt x="587" y="270"/>
                      </a:lnTo>
                      <a:lnTo>
                        <a:pt x="604" y="269"/>
                      </a:lnTo>
                      <a:lnTo>
                        <a:pt x="620" y="272"/>
                      </a:lnTo>
                      <a:lnTo>
                        <a:pt x="637" y="278"/>
                      </a:lnTo>
                      <a:lnTo>
                        <a:pt x="653" y="289"/>
                      </a:lnTo>
                      <a:lnTo>
                        <a:pt x="668" y="303"/>
                      </a:lnTo>
                      <a:lnTo>
                        <a:pt x="681" y="323"/>
                      </a:lnTo>
                      <a:lnTo>
                        <a:pt x="689" y="338"/>
                      </a:lnTo>
                      <a:lnTo>
                        <a:pt x="692" y="349"/>
                      </a:lnTo>
                      <a:lnTo>
                        <a:pt x="693" y="357"/>
                      </a:lnTo>
                      <a:lnTo>
                        <a:pt x="746" y="351"/>
                      </a:lnTo>
                      <a:lnTo>
                        <a:pt x="797" y="350"/>
                      </a:lnTo>
                      <a:lnTo>
                        <a:pt x="847" y="351"/>
                      </a:lnTo>
                      <a:lnTo>
                        <a:pt x="897" y="355"/>
                      </a:lnTo>
                      <a:lnTo>
                        <a:pt x="946" y="361"/>
                      </a:lnTo>
                      <a:lnTo>
                        <a:pt x="996" y="366"/>
                      </a:lnTo>
                      <a:lnTo>
                        <a:pt x="1048" y="369"/>
                      </a:lnTo>
                      <a:lnTo>
                        <a:pt x="1101" y="371"/>
                      </a:lnTo>
                      <a:lnTo>
                        <a:pt x="1118" y="373"/>
                      </a:lnTo>
                      <a:lnTo>
                        <a:pt x="1131" y="379"/>
                      </a:lnTo>
                      <a:lnTo>
                        <a:pt x="1142" y="389"/>
                      </a:lnTo>
                      <a:lnTo>
                        <a:pt x="1149" y="400"/>
                      </a:lnTo>
                      <a:lnTo>
                        <a:pt x="1154" y="413"/>
                      </a:lnTo>
                      <a:lnTo>
                        <a:pt x="1155" y="427"/>
                      </a:lnTo>
                      <a:lnTo>
                        <a:pt x="1154" y="441"/>
                      </a:lnTo>
                      <a:lnTo>
                        <a:pt x="1149" y="454"/>
                      </a:lnTo>
                      <a:lnTo>
                        <a:pt x="1142" y="466"/>
                      </a:lnTo>
                      <a:lnTo>
                        <a:pt x="1131" y="475"/>
                      </a:lnTo>
                      <a:lnTo>
                        <a:pt x="1118" y="481"/>
                      </a:lnTo>
                      <a:lnTo>
                        <a:pt x="1101" y="483"/>
                      </a:lnTo>
                      <a:lnTo>
                        <a:pt x="1066" y="482"/>
                      </a:lnTo>
                      <a:lnTo>
                        <a:pt x="1031" y="478"/>
                      </a:lnTo>
                      <a:lnTo>
                        <a:pt x="993" y="473"/>
                      </a:lnTo>
                      <a:lnTo>
                        <a:pt x="957" y="467"/>
                      </a:lnTo>
                      <a:lnTo>
                        <a:pt x="919" y="460"/>
                      </a:lnTo>
                      <a:lnTo>
                        <a:pt x="881" y="455"/>
                      </a:lnTo>
                      <a:lnTo>
                        <a:pt x="843" y="452"/>
                      </a:lnTo>
                      <a:lnTo>
                        <a:pt x="807" y="451"/>
                      </a:lnTo>
                      <a:lnTo>
                        <a:pt x="771" y="454"/>
                      </a:lnTo>
                      <a:lnTo>
                        <a:pt x="738" y="461"/>
                      </a:lnTo>
                      <a:lnTo>
                        <a:pt x="705" y="474"/>
                      </a:lnTo>
                      <a:lnTo>
                        <a:pt x="693" y="480"/>
                      </a:lnTo>
                      <a:lnTo>
                        <a:pt x="679" y="486"/>
                      </a:lnTo>
                      <a:lnTo>
                        <a:pt x="664" y="492"/>
                      </a:lnTo>
                      <a:lnTo>
                        <a:pt x="651" y="494"/>
                      </a:lnTo>
                      <a:lnTo>
                        <a:pt x="636" y="492"/>
                      </a:lnTo>
                      <a:lnTo>
                        <a:pt x="626" y="487"/>
                      </a:lnTo>
                      <a:lnTo>
                        <a:pt x="614" y="482"/>
                      </a:lnTo>
                      <a:lnTo>
                        <a:pt x="603" y="477"/>
                      </a:lnTo>
                      <a:lnTo>
                        <a:pt x="592" y="471"/>
                      </a:lnTo>
                      <a:lnTo>
                        <a:pt x="584" y="464"/>
                      </a:lnTo>
                      <a:lnTo>
                        <a:pt x="576" y="454"/>
                      </a:lnTo>
                      <a:lnTo>
                        <a:pt x="572" y="442"/>
                      </a:lnTo>
                      <a:lnTo>
                        <a:pt x="571" y="423"/>
                      </a:lnTo>
                      <a:lnTo>
                        <a:pt x="571" y="407"/>
                      </a:lnTo>
                      <a:lnTo>
                        <a:pt x="560" y="427"/>
                      </a:lnTo>
                      <a:lnTo>
                        <a:pt x="547" y="446"/>
                      </a:lnTo>
                      <a:lnTo>
                        <a:pt x="537" y="457"/>
                      </a:lnTo>
                      <a:lnTo>
                        <a:pt x="524" y="466"/>
                      </a:lnTo>
                      <a:lnTo>
                        <a:pt x="509" y="470"/>
                      </a:lnTo>
                      <a:lnTo>
                        <a:pt x="495" y="471"/>
                      </a:lnTo>
                      <a:lnTo>
                        <a:pt x="480" y="469"/>
                      </a:lnTo>
                      <a:lnTo>
                        <a:pt x="467" y="464"/>
                      </a:lnTo>
                      <a:lnTo>
                        <a:pt x="455" y="456"/>
                      </a:lnTo>
                      <a:lnTo>
                        <a:pt x="446" y="446"/>
                      </a:lnTo>
                      <a:lnTo>
                        <a:pt x="440" y="433"/>
                      </a:lnTo>
                      <a:lnTo>
                        <a:pt x="439" y="419"/>
                      </a:lnTo>
                      <a:lnTo>
                        <a:pt x="444" y="402"/>
                      </a:lnTo>
                      <a:lnTo>
                        <a:pt x="447" y="396"/>
                      </a:lnTo>
                      <a:lnTo>
                        <a:pt x="450" y="390"/>
                      </a:lnTo>
                      <a:lnTo>
                        <a:pt x="450" y="390"/>
                      </a:lnTo>
                      <a:lnTo>
                        <a:pt x="449" y="390"/>
                      </a:lnTo>
                      <a:lnTo>
                        <a:pt x="458" y="369"/>
                      </a:lnTo>
                      <a:lnTo>
                        <a:pt x="445" y="378"/>
                      </a:lnTo>
                      <a:lnTo>
                        <a:pt x="432" y="390"/>
                      </a:lnTo>
                      <a:lnTo>
                        <a:pt x="422" y="404"/>
                      </a:lnTo>
                      <a:lnTo>
                        <a:pt x="409" y="417"/>
                      </a:lnTo>
                      <a:lnTo>
                        <a:pt x="394" y="425"/>
                      </a:lnTo>
                      <a:lnTo>
                        <a:pt x="379" y="428"/>
                      </a:lnTo>
                      <a:lnTo>
                        <a:pt x="363" y="428"/>
                      </a:lnTo>
                      <a:lnTo>
                        <a:pt x="348" y="424"/>
                      </a:lnTo>
                      <a:lnTo>
                        <a:pt x="335" y="417"/>
                      </a:lnTo>
                      <a:lnTo>
                        <a:pt x="324" y="406"/>
                      </a:lnTo>
                      <a:lnTo>
                        <a:pt x="317" y="394"/>
                      </a:lnTo>
                      <a:lnTo>
                        <a:pt x="314" y="379"/>
                      </a:lnTo>
                      <a:lnTo>
                        <a:pt x="316" y="364"/>
                      </a:lnTo>
                      <a:lnTo>
                        <a:pt x="323" y="347"/>
                      </a:lnTo>
                      <a:lnTo>
                        <a:pt x="364" y="288"/>
                      </a:lnTo>
                      <a:lnTo>
                        <a:pt x="404" y="226"/>
                      </a:lnTo>
                      <a:lnTo>
                        <a:pt x="326" y="309"/>
                      </a:lnTo>
                      <a:lnTo>
                        <a:pt x="252" y="393"/>
                      </a:lnTo>
                      <a:lnTo>
                        <a:pt x="179" y="480"/>
                      </a:lnTo>
                      <a:lnTo>
                        <a:pt x="108" y="569"/>
                      </a:lnTo>
                      <a:lnTo>
                        <a:pt x="96" y="581"/>
                      </a:lnTo>
                      <a:lnTo>
                        <a:pt x="80" y="588"/>
                      </a:lnTo>
                      <a:lnTo>
                        <a:pt x="65" y="591"/>
                      </a:lnTo>
                      <a:lnTo>
                        <a:pt x="49" y="590"/>
                      </a:lnTo>
                      <a:lnTo>
                        <a:pt x="33" y="586"/>
                      </a:lnTo>
                      <a:lnTo>
                        <a:pt x="21" y="579"/>
                      </a:lnTo>
                      <a:lnTo>
                        <a:pt x="9" y="569"/>
                      </a:lnTo>
                      <a:lnTo>
                        <a:pt x="2" y="556"/>
                      </a:lnTo>
                      <a:lnTo>
                        <a:pt x="0" y="542"/>
                      </a:lnTo>
                      <a:lnTo>
                        <a:pt x="2" y="527"/>
                      </a:lnTo>
                      <a:lnTo>
                        <a:pt x="11" y="511"/>
                      </a:lnTo>
                      <a:lnTo>
                        <a:pt x="74" y="431"/>
                      </a:lnTo>
                      <a:lnTo>
                        <a:pt x="138" y="351"/>
                      </a:lnTo>
                      <a:lnTo>
                        <a:pt x="204" y="273"/>
                      </a:lnTo>
                      <a:lnTo>
                        <a:pt x="273" y="196"/>
                      </a:lnTo>
                      <a:lnTo>
                        <a:pt x="344" y="123"/>
                      </a:lnTo>
                      <a:lnTo>
                        <a:pt x="361" y="107"/>
                      </a:lnTo>
                      <a:lnTo>
                        <a:pt x="380" y="89"/>
                      </a:lnTo>
                      <a:lnTo>
                        <a:pt x="398" y="70"/>
                      </a:lnTo>
                      <a:lnTo>
                        <a:pt x="418" y="52"/>
                      </a:lnTo>
                      <a:lnTo>
                        <a:pt x="439" y="35"/>
                      </a:lnTo>
                      <a:lnTo>
                        <a:pt x="462" y="20"/>
                      </a:lnTo>
                      <a:lnTo>
                        <a:pt x="485" y="9"/>
                      </a:lnTo>
                      <a:lnTo>
                        <a:pt x="509" y="2"/>
                      </a:lnTo>
                      <a:lnTo>
                        <a:pt x="534" y="0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</p:grpSp>
        </p:grpSp>
        <p:grpSp>
          <p:nvGrpSpPr>
            <p:cNvPr id="30" name="그룹 54"/>
            <p:cNvGrpSpPr/>
            <p:nvPr/>
          </p:nvGrpSpPr>
          <p:grpSpPr>
            <a:xfrm>
              <a:off x="4700260" y="4423210"/>
              <a:ext cx="1499358" cy="1717182"/>
              <a:chOff x="4547860" y="4270810"/>
              <a:chExt cx="1499358" cy="1717182"/>
            </a:xfrm>
          </p:grpSpPr>
          <p:sp>
            <p:nvSpPr>
              <p:cNvPr id="34" name="Freeform 27"/>
              <p:cNvSpPr>
                <a:spLocks noEditPoints="1"/>
              </p:cNvSpPr>
              <p:nvPr/>
            </p:nvSpPr>
            <p:spPr bwMode="auto">
              <a:xfrm>
                <a:off x="4547860" y="4270810"/>
                <a:ext cx="1499358" cy="1717182"/>
              </a:xfrm>
              <a:custGeom>
                <a:avLst/>
                <a:gdLst>
                  <a:gd name="T0" fmla="*/ 699 w 1653"/>
                  <a:gd name="T1" fmla="*/ 403 h 1892"/>
                  <a:gd name="T2" fmla="*/ 506 w 1653"/>
                  <a:gd name="T3" fmla="*/ 462 h 1892"/>
                  <a:gd name="T4" fmla="*/ 336 w 1653"/>
                  <a:gd name="T5" fmla="*/ 577 h 1892"/>
                  <a:gd name="T6" fmla="*/ 202 w 1653"/>
                  <a:gd name="T7" fmla="*/ 741 h 1892"/>
                  <a:gd name="T8" fmla="*/ 127 w 1653"/>
                  <a:gd name="T9" fmla="*/ 934 h 1892"/>
                  <a:gd name="T10" fmla="*/ 109 w 1653"/>
                  <a:gd name="T11" fmla="*/ 1135 h 1892"/>
                  <a:gd name="T12" fmla="*/ 151 w 1653"/>
                  <a:gd name="T13" fmla="*/ 1332 h 1892"/>
                  <a:gd name="T14" fmla="*/ 247 w 1653"/>
                  <a:gd name="T15" fmla="*/ 1510 h 1892"/>
                  <a:gd name="T16" fmla="*/ 397 w 1653"/>
                  <a:gd name="T17" fmla="*/ 1659 h 1892"/>
                  <a:gd name="T18" fmla="*/ 583 w 1653"/>
                  <a:gd name="T19" fmla="*/ 1754 h 1892"/>
                  <a:gd name="T20" fmla="*/ 783 w 1653"/>
                  <a:gd name="T21" fmla="*/ 1791 h 1892"/>
                  <a:gd name="T22" fmla="*/ 982 w 1653"/>
                  <a:gd name="T23" fmla="*/ 1769 h 1892"/>
                  <a:gd name="T24" fmla="*/ 1168 w 1653"/>
                  <a:gd name="T25" fmla="*/ 1691 h 1892"/>
                  <a:gd name="T26" fmla="*/ 1328 w 1653"/>
                  <a:gd name="T27" fmla="*/ 1559 h 1892"/>
                  <a:gd name="T28" fmla="*/ 1445 w 1653"/>
                  <a:gd name="T29" fmla="*/ 1381 h 1892"/>
                  <a:gd name="T30" fmla="*/ 1500 w 1653"/>
                  <a:gd name="T31" fmla="*/ 1184 h 1892"/>
                  <a:gd name="T32" fmla="*/ 1498 w 1653"/>
                  <a:gd name="T33" fmla="*/ 983 h 1892"/>
                  <a:gd name="T34" fmla="*/ 1438 w 1653"/>
                  <a:gd name="T35" fmla="*/ 791 h 1892"/>
                  <a:gd name="T36" fmla="*/ 1324 w 1653"/>
                  <a:gd name="T37" fmla="*/ 621 h 1892"/>
                  <a:gd name="T38" fmla="*/ 1159 w 1653"/>
                  <a:gd name="T39" fmla="*/ 488 h 1892"/>
                  <a:gd name="T40" fmla="*/ 966 w 1653"/>
                  <a:gd name="T41" fmla="*/ 412 h 1892"/>
                  <a:gd name="T42" fmla="*/ 1601 w 1653"/>
                  <a:gd name="T43" fmla="*/ 0 h 1892"/>
                  <a:gd name="T44" fmla="*/ 1607 w 1653"/>
                  <a:gd name="T45" fmla="*/ 37 h 1892"/>
                  <a:gd name="T46" fmla="*/ 1619 w 1653"/>
                  <a:gd name="T47" fmla="*/ 143 h 1892"/>
                  <a:gd name="T48" fmla="*/ 1634 w 1653"/>
                  <a:gd name="T49" fmla="*/ 299 h 1892"/>
                  <a:gd name="T50" fmla="*/ 1646 w 1653"/>
                  <a:gd name="T51" fmla="*/ 493 h 1892"/>
                  <a:gd name="T52" fmla="*/ 1653 w 1653"/>
                  <a:gd name="T53" fmla="*/ 710 h 1892"/>
                  <a:gd name="T54" fmla="*/ 1649 w 1653"/>
                  <a:gd name="T55" fmla="*/ 934 h 1892"/>
                  <a:gd name="T56" fmla="*/ 1630 w 1653"/>
                  <a:gd name="T57" fmla="*/ 1151 h 1892"/>
                  <a:gd name="T58" fmla="*/ 1591 w 1653"/>
                  <a:gd name="T59" fmla="*/ 1348 h 1892"/>
                  <a:gd name="T60" fmla="*/ 1527 w 1653"/>
                  <a:gd name="T61" fmla="*/ 1507 h 1892"/>
                  <a:gd name="T62" fmla="*/ 1402 w 1653"/>
                  <a:gd name="T63" fmla="*/ 1663 h 1892"/>
                  <a:gd name="T64" fmla="*/ 1226 w 1653"/>
                  <a:gd name="T65" fmla="*/ 1791 h 1892"/>
                  <a:gd name="T66" fmla="*/ 1028 w 1653"/>
                  <a:gd name="T67" fmla="*/ 1868 h 1892"/>
                  <a:gd name="T68" fmla="*/ 818 w 1653"/>
                  <a:gd name="T69" fmla="*/ 1892 h 1892"/>
                  <a:gd name="T70" fmla="*/ 606 w 1653"/>
                  <a:gd name="T71" fmla="*/ 1861 h 1892"/>
                  <a:gd name="T72" fmla="*/ 405 w 1653"/>
                  <a:gd name="T73" fmla="*/ 1775 h 1892"/>
                  <a:gd name="T74" fmla="*/ 229 w 1653"/>
                  <a:gd name="T75" fmla="*/ 1636 h 1892"/>
                  <a:gd name="T76" fmla="*/ 101 w 1653"/>
                  <a:gd name="T77" fmla="*/ 1460 h 1892"/>
                  <a:gd name="T78" fmla="*/ 24 w 1653"/>
                  <a:gd name="T79" fmla="*/ 1262 h 1892"/>
                  <a:gd name="T80" fmla="*/ 0 w 1653"/>
                  <a:gd name="T81" fmla="*/ 1052 h 1892"/>
                  <a:gd name="T82" fmla="*/ 31 w 1653"/>
                  <a:gd name="T83" fmla="*/ 840 h 1892"/>
                  <a:gd name="T84" fmla="*/ 117 w 1653"/>
                  <a:gd name="T85" fmla="*/ 639 h 1892"/>
                  <a:gd name="T86" fmla="*/ 229 w 1653"/>
                  <a:gd name="T87" fmla="*/ 499 h 1892"/>
                  <a:gd name="T88" fmla="*/ 378 w 1653"/>
                  <a:gd name="T89" fmla="*/ 393 h 1892"/>
                  <a:gd name="T90" fmla="*/ 563 w 1653"/>
                  <a:gd name="T91" fmla="*/ 300 h 1892"/>
                  <a:gd name="T92" fmla="*/ 769 w 1653"/>
                  <a:gd name="T93" fmla="*/ 218 h 1892"/>
                  <a:gd name="T94" fmla="*/ 981 w 1653"/>
                  <a:gd name="T95" fmla="*/ 149 h 1892"/>
                  <a:gd name="T96" fmla="*/ 1185 w 1653"/>
                  <a:gd name="T97" fmla="*/ 93 h 1892"/>
                  <a:gd name="T98" fmla="*/ 1363 w 1653"/>
                  <a:gd name="T99" fmla="*/ 49 h 1892"/>
                  <a:gd name="T100" fmla="*/ 1502 w 1653"/>
                  <a:gd name="T101" fmla="*/ 18 h 1892"/>
                  <a:gd name="T102" fmla="*/ 1585 w 1653"/>
                  <a:gd name="T103" fmla="*/ 2 h 189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</a:cxnLst>
                <a:rect l="0" t="0" r="r" b="b"/>
                <a:pathLst>
                  <a:path w="1653" h="1892">
                    <a:moveTo>
                      <a:pt x="832" y="395"/>
                    </a:moveTo>
                    <a:lnTo>
                      <a:pt x="765" y="395"/>
                    </a:lnTo>
                    <a:lnTo>
                      <a:pt x="699" y="403"/>
                    </a:lnTo>
                    <a:lnTo>
                      <a:pt x="633" y="416"/>
                    </a:lnTo>
                    <a:lnTo>
                      <a:pt x="568" y="437"/>
                    </a:lnTo>
                    <a:lnTo>
                      <a:pt x="506" y="462"/>
                    </a:lnTo>
                    <a:lnTo>
                      <a:pt x="447" y="495"/>
                    </a:lnTo>
                    <a:lnTo>
                      <a:pt x="390" y="532"/>
                    </a:lnTo>
                    <a:lnTo>
                      <a:pt x="336" y="577"/>
                    </a:lnTo>
                    <a:lnTo>
                      <a:pt x="287" y="627"/>
                    </a:lnTo>
                    <a:lnTo>
                      <a:pt x="242" y="682"/>
                    </a:lnTo>
                    <a:lnTo>
                      <a:pt x="202" y="741"/>
                    </a:lnTo>
                    <a:lnTo>
                      <a:pt x="171" y="805"/>
                    </a:lnTo>
                    <a:lnTo>
                      <a:pt x="146" y="868"/>
                    </a:lnTo>
                    <a:lnTo>
                      <a:pt x="127" y="934"/>
                    </a:lnTo>
                    <a:lnTo>
                      <a:pt x="115" y="1000"/>
                    </a:lnTo>
                    <a:lnTo>
                      <a:pt x="109" y="1068"/>
                    </a:lnTo>
                    <a:lnTo>
                      <a:pt x="109" y="1135"/>
                    </a:lnTo>
                    <a:lnTo>
                      <a:pt x="117" y="1201"/>
                    </a:lnTo>
                    <a:lnTo>
                      <a:pt x="131" y="1267"/>
                    </a:lnTo>
                    <a:lnTo>
                      <a:pt x="151" y="1332"/>
                    </a:lnTo>
                    <a:lnTo>
                      <a:pt x="177" y="1394"/>
                    </a:lnTo>
                    <a:lnTo>
                      <a:pt x="209" y="1454"/>
                    </a:lnTo>
                    <a:lnTo>
                      <a:pt x="247" y="1510"/>
                    </a:lnTo>
                    <a:lnTo>
                      <a:pt x="292" y="1564"/>
                    </a:lnTo>
                    <a:lnTo>
                      <a:pt x="341" y="1613"/>
                    </a:lnTo>
                    <a:lnTo>
                      <a:pt x="397" y="1659"/>
                    </a:lnTo>
                    <a:lnTo>
                      <a:pt x="456" y="1698"/>
                    </a:lnTo>
                    <a:lnTo>
                      <a:pt x="519" y="1729"/>
                    </a:lnTo>
                    <a:lnTo>
                      <a:pt x="583" y="1754"/>
                    </a:lnTo>
                    <a:lnTo>
                      <a:pt x="649" y="1773"/>
                    </a:lnTo>
                    <a:lnTo>
                      <a:pt x="716" y="1785"/>
                    </a:lnTo>
                    <a:lnTo>
                      <a:pt x="783" y="1791"/>
                    </a:lnTo>
                    <a:lnTo>
                      <a:pt x="850" y="1791"/>
                    </a:lnTo>
                    <a:lnTo>
                      <a:pt x="917" y="1783"/>
                    </a:lnTo>
                    <a:lnTo>
                      <a:pt x="982" y="1769"/>
                    </a:lnTo>
                    <a:lnTo>
                      <a:pt x="1047" y="1749"/>
                    </a:lnTo>
                    <a:lnTo>
                      <a:pt x="1109" y="1723"/>
                    </a:lnTo>
                    <a:lnTo>
                      <a:pt x="1168" y="1691"/>
                    </a:lnTo>
                    <a:lnTo>
                      <a:pt x="1225" y="1653"/>
                    </a:lnTo>
                    <a:lnTo>
                      <a:pt x="1279" y="1609"/>
                    </a:lnTo>
                    <a:lnTo>
                      <a:pt x="1328" y="1559"/>
                    </a:lnTo>
                    <a:lnTo>
                      <a:pt x="1373" y="1503"/>
                    </a:lnTo>
                    <a:lnTo>
                      <a:pt x="1413" y="1444"/>
                    </a:lnTo>
                    <a:lnTo>
                      <a:pt x="1445" y="1381"/>
                    </a:lnTo>
                    <a:lnTo>
                      <a:pt x="1469" y="1317"/>
                    </a:lnTo>
                    <a:lnTo>
                      <a:pt x="1488" y="1251"/>
                    </a:lnTo>
                    <a:lnTo>
                      <a:pt x="1500" y="1184"/>
                    </a:lnTo>
                    <a:lnTo>
                      <a:pt x="1506" y="1118"/>
                    </a:lnTo>
                    <a:lnTo>
                      <a:pt x="1506" y="1050"/>
                    </a:lnTo>
                    <a:lnTo>
                      <a:pt x="1498" y="983"/>
                    </a:lnTo>
                    <a:lnTo>
                      <a:pt x="1484" y="918"/>
                    </a:lnTo>
                    <a:lnTo>
                      <a:pt x="1464" y="853"/>
                    </a:lnTo>
                    <a:lnTo>
                      <a:pt x="1438" y="791"/>
                    </a:lnTo>
                    <a:lnTo>
                      <a:pt x="1406" y="732"/>
                    </a:lnTo>
                    <a:lnTo>
                      <a:pt x="1368" y="675"/>
                    </a:lnTo>
                    <a:lnTo>
                      <a:pt x="1324" y="621"/>
                    </a:lnTo>
                    <a:lnTo>
                      <a:pt x="1274" y="573"/>
                    </a:lnTo>
                    <a:lnTo>
                      <a:pt x="1218" y="527"/>
                    </a:lnTo>
                    <a:lnTo>
                      <a:pt x="1159" y="488"/>
                    </a:lnTo>
                    <a:lnTo>
                      <a:pt x="1096" y="455"/>
                    </a:lnTo>
                    <a:lnTo>
                      <a:pt x="1032" y="431"/>
                    </a:lnTo>
                    <a:lnTo>
                      <a:pt x="966" y="412"/>
                    </a:lnTo>
                    <a:lnTo>
                      <a:pt x="900" y="400"/>
                    </a:lnTo>
                    <a:lnTo>
                      <a:pt x="832" y="395"/>
                    </a:lnTo>
                    <a:close/>
                    <a:moveTo>
                      <a:pt x="1601" y="0"/>
                    </a:moveTo>
                    <a:lnTo>
                      <a:pt x="1603" y="4"/>
                    </a:lnTo>
                    <a:lnTo>
                      <a:pt x="1604" y="17"/>
                    </a:lnTo>
                    <a:lnTo>
                      <a:pt x="1607" y="37"/>
                    </a:lnTo>
                    <a:lnTo>
                      <a:pt x="1611" y="66"/>
                    </a:lnTo>
                    <a:lnTo>
                      <a:pt x="1615" y="101"/>
                    </a:lnTo>
                    <a:lnTo>
                      <a:pt x="1619" y="143"/>
                    </a:lnTo>
                    <a:lnTo>
                      <a:pt x="1624" y="190"/>
                    </a:lnTo>
                    <a:lnTo>
                      <a:pt x="1628" y="242"/>
                    </a:lnTo>
                    <a:lnTo>
                      <a:pt x="1634" y="299"/>
                    </a:lnTo>
                    <a:lnTo>
                      <a:pt x="1638" y="361"/>
                    </a:lnTo>
                    <a:lnTo>
                      <a:pt x="1643" y="426"/>
                    </a:lnTo>
                    <a:lnTo>
                      <a:pt x="1646" y="493"/>
                    </a:lnTo>
                    <a:lnTo>
                      <a:pt x="1650" y="563"/>
                    </a:lnTo>
                    <a:lnTo>
                      <a:pt x="1651" y="636"/>
                    </a:lnTo>
                    <a:lnTo>
                      <a:pt x="1653" y="710"/>
                    </a:lnTo>
                    <a:lnTo>
                      <a:pt x="1653" y="785"/>
                    </a:lnTo>
                    <a:lnTo>
                      <a:pt x="1651" y="859"/>
                    </a:lnTo>
                    <a:lnTo>
                      <a:pt x="1649" y="934"/>
                    </a:lnTo>
                    <a:lnTo>
                      <a:pt x="1645" y="1008"/>
                    </a:lnTo>
                    <a:lnTo>
                      <a:pt x="1638" y="1081"/>
                    </a:lnTo>
                    <a:lnTo>
                      <a:pt x="1630" y="1151"/>
                    </a:lnTo>
                    <a:lnTo>
                      <a:pt x="1619" y="1220"/>
                    </a:lnTo>
                    <a:lnTo>
                      <a:pt x="1606" y="1286"/>
                    </a:lnTo>
                    <a:lnTo>
                      <a:pt x="1591" y="1348"/>
                    </a:lnTo>
                    <a:lnTo>
                      <a:pt x="1572" y="1406"/>
                    </a:lnTo>
                    <a:lnTo>
                      <a:pt x="1552" y="1459"/>
                    </a:lnTo>
                    <a:lnTo>
                      <a:pt x="1527" y="1507"/>
                    </a:lnTo>
                    <a:lnTo>
                      <a:pt x="1500" y="1551"/>
                    </a:lnTo>
                    <a:lnTo>
                      <a:pt x="1453" y="1609"/>
                    </a:lnTo>
                    <a:lnTo>
                      <a:pt x="1402" y="1663"/>
                    </a:lnTo>
                    <a:lnTo>
                      <a:pt x="1346" y="1711"/>
                    </a:lnTo>
                    <a:lnTo>
                      <a:pt x="1287" y="1753"/>
                    </a:lnTo>
                    <a:lnTo>
                      <a:pt x="1226" y="1791"/>
                    </a:lnTo>
                    <a:lnTo>
                      <a:pt x="1162" y="1822"/>
                    </a:lnTo>
                    <a:lnTo>
                      <a:pt x="1096" y="1847"/>
                    </a:lnTo>
                    <a:lnTo>
                      <a:pt x="1028" y="1868"/>
                    </a:lnTo>
                    <a:lnTo>
                      <a:pt x="959" y="1881"/>
                    </a:lnTo>
                    <a:lnTo>
                      <a:pt x="889" y="1889"/>
                    </a:lnTo>
                    <a:lnTo>
                      <a:pt x="818" y="1892"/>
                    </a:lnTo>
                    <a:lnTo>
                      <a:pt x="747" y="1888"/>
                    </a:lnTo>
                    <a:lnTo>
                      <a:pt x="676" y="1877"/>
                    </a:lnTo>
                    <a:lnTo>
                      <a:pt x="606" y="1861"/>
                    </a:lnTo>
                    <a:lnTo>
                      <a:pt x="537" y="1839"/>
                    </a:lnTo>
                    <a:lnTo>
                      <a:pt x="471" y="1810"/>
                    </a:lnTo>
                    <a:lnTo>
                      <a:pt x="405" y="1775"/>
                    </a:lnTo>
                    <a:lnTo>
                      <a:pt x="341" y="1734"/>
                    </a:lnTo>
                    <a:lnTo>
                      <a:pt x="283" y="1687"/>
                    </a:lnTo>
                    <a:lnTo>
                      <a:pt x="229" y="1636"/>
                    </a:lnTo>
                    <a:lnTo>
                      <a:pt x="181" y="1580"/>
                    </a:lnTo>
                    <a:lnTo>
                      <a:pt x="139" y="1521"/>
                    </a:lnTo>
                    <a:lnTo>
                      <a:pt x="101" y="1460"/>
                    </a:lnTo>
                    <a:lnTo>
                      <a:pt x="70" y="1396"/>
                    </a:lnTo>
                    <a:lnTo>
                      <a:pt x="45" y="1329"/>
                    </a:lnTo>
                    <a:lnTo>
                      <a:pt x="24" y="1262"/>
                    </a:lnTo>
                    <a:lnTo>
                      <a:pt x="11" y="1193"/>
                    </a:lnTo>
                    <a:lnTo>
                      <a:pt x="3" y="1123"/>
                    </a:lnTo>
                    <a:lnTo>
                      <a:pt x="0" y="1052"/>
                    </a:lnTo>
                    <a:lnTo>
                      <a:pt x="4" y="981"/>
                    </a:lnTo>
                    <a:lnTo>
                      <a:pt x="15" y="910"/>
                    </a:lnTo>
                    <a:lnTo>
                      <a:pt x="31" y="840"/>
                    </a:lnTo>
                    <a:lnTo>
                      <a:pt x="53" y="771"/>
                    </a:lnTo>
                    <a:lnTo>
                      <a:pt x="82" y="705"/>
                    </a:lnTo>
                    <a:lnTo>
                      <a:pt x="117" y="639"/>
                    </a:lnTo>
                    <a:lnTo>
                      <a:pt x="159" y="575"/>
                    </a:lnTo>
                    <a:lnTo>
                      <a:pt x="190" y="536"/>
                    </a:lnTo>
                    <a:lnTo>
                      <a:pt x="229" y="499"/>
                    </a:lnTo>
                    <a:lnTo>
                      <a:pt x="274" y="462"/>
                    </a:lnTo>
                    <a:lnTo>
                      <a:pt x="324" y="427"/>
                    </a:lnTo>
                    <a:lnTo>
                      <a:pt x="378" y="393"/>
                    </a:lnTo>
                    <a:lnTo>
                      <a:pt x="436" y="361"/>
                    </a:lnTo>
                    <a:lnTo>
                      <a:pt x="498" y="330"/>
                    </a:lnTo>
                    <a:lnTo>
                      <a:pt x="563" y="300"/>
                    </a:lnTo>
                    <a:lnTo>
                      <a:pt x="630" y="271"/>
                    </a:lnTo>
                    <a:lnTo>
                      <a:pt x="699" y="244"/>
                    </a:lnTo>
                    <a:lnTo>
                      <a:pt x="769" y="218"/>
                    </a:lnTo>
                    <a:lnTo>
                      <a:pt x="839" y="194"/>
                    </a:lnTo>
                    <a:lnTo>
                      <a:pt x="911" y="171"/>
                    </a:lnTo>
                    <a:lnTo>
                      <a:pt x="981" y="149"/>
                    </a:lnTo>
                    <a:lnTo>
                      <a:pt x="1051" y="129"/>
                    </a:lnTo>
                    <a:lnTo>
                      <a:pt x="1118" y="110"/>
                    </a:lnTo>
                    <a:lnTo>
                      <a:pt x="1185" y="93"/>
                    </a:lnTo>
                    <a:lnTo>
                      <a:pt x="1248" y="76"/>
                    </a:lnTo>
                    <a:lnTo>
                      <a:pt x="1307" y="62"/>
                    </a:lnTo>
                    <a:lnTo>
                      <a:pt x="1363" y="49"/>
                    </a:lnTo>
                    <a:lnTo>
                      <a:pt x="1414" y="37"/>
                    </a:lnTo>
                    <a:lnTo>
                      <a:pt x="1461" y="28"/>
                    </a:lnTo>
                    <a:lnTo>
                      <a:pt x="1502" y="18"/>
                    </a:lnTo>
                    <a:lnTo>
                      <a:pt x="1537" y="12"/>
                    </a:lnTo>
                    <a:lnTo>
                      <a:pt x="1564" y="6"/>
                    </a:lnTo>
                    <a:lnTo>
                      <a:pt x="1585" y="2"/>
                    </a:lnTo>
                    <a:lnTo>
                      <a:pt x="1597" y="1"/>
                    </a:lnTo>
                    <a:lnTo>
                      <a:pt x="1601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grpSp>
            <p:nvGrpSpPr>
              <p:cNvPr id="35" name="Group 103"/>
              <p:cNvGrpSpPr/>
              <p:nvPr/>
            </p:nvGrpSpPr>
            <p:grpSpPr>
              <a:xfrm>
                <a:off x="4967287" y="4952988"/>
                <a:ext cx="650639" cy="625474"/>
                <a:chOff x="4967288" y="5026025"/>
                <a:chExt cx="574676" cy="552451"/>
              </a:xfrm>
            </p:grpSpPr>
            <p:sp>
              <p:nvSpPr>
                <p:cNvPr id="36" name="Freeform 64"/>
                <p:cNvSpPr>
                  <a:spLocks/>
                </p:cNvSpPr>
                <p:nvPr/>
              </p:nvSpPr>
              <p:spPr bwMode="auto">
                <a:xfrm>
                  <a:off x="5049838" y="5100638"/>
                  <a:ext cx="131763" cy="128588"/>
                </a:xfrm>
                <a:custGeom>
                  <a:avLst/>
                  <a:gdLst>
                    <a:gd name="T0" fmla="*/ 327 w 833"/>
                    <a:gd name="T1" fmla="*/ 0 h 811"/>
                    <a:gd name="T2" fmla="*/ 372 w 833"/>
                    <a:gd name="T3" fmla="*/ 3 h 811"/>
                    <a:gd name="T4" fmla="*/ 414 w 833"/>
                    <a:gd name="T5" fmla="*/ 12 h 811"/>
                    <a:gd name="T6" fmla="*/ 454 w 833"/>
                    <a:gd name="T7" fmla="*/ 25 h 811"/>
                    <a:gd name="T8" fmla="*/ 492 w 833"/>
                    <a:gd name="T9" fmla="*/ 44 h 811"/>
                    <a:gd name="T10" fmla="*/ 527 w 833"/>
                    <a:gd name="T11" fmla="*/ 68 h 811"/>
                    <a:gd name="T12" fmla="*/ 558 w 833"/>
                    <a:gd name="T13" fmla="*/ 95 h 811"/>
                    <a:gd name="T14" fmla="*/ 586 w 833"/>
                    <a:gd name="T15" fmla="*/ 127 h 811"/>
                    <a:gd name="T16" fmla="*/ 609 w 833"/>
                    <a:gd name="T17" fmla="*/ 162 h 811"/>
                    <a:gd name="T18" fmla="*/ 628 w 833"/>
                    <a:gd name="T19" fmla="*/ 200 h 811"/>
                    <a:gd name="T20" fmla="*/ 642 w 833"/>
                    <a:gd name="T21" fmla="*/ 239 h 811"/>
                    <a:gd name="T22" fmla="*/ 651 w 833"/>
                    <a:gd name="T23" fmla="*/ 283 h 811"/>
                    <a:gd name="T24" fmla="*/ 654 w 833"/>
                    <a:gd name="T25" fmla="*/ 327 h 811"/>
                    <a:gd name="T26" fmla="*/ 651 w 833"/>
                    <a:gd name="T27" fmla="*/ 369 h 811"/>
                    <a:gd name="T28" fmla="*/ 642 w 833"/>
                    <a:gd name="T29" fmla="*/ 409 h 811"/>
                    <a:gd name="T30" fmla="*/ 629 w 833"/>
                    <a:gd name="T31" fmla="*/ 447 h 811"/>
                    <a:gd name="T32" fmla="*/ 612 w 833"/>
                    <a:gd name="T33" fmla="*/ 483 h 811"/>
                    <a:gd name="T34" fmla="*/ 833 w 833"/>
                    <a:gd name="T35" fmla="*/ 692 h 811"/>
                    <a:gd name="T36" fmla="*/ 792 w 833"/>
                    <a:gd name="T37" fmla="*/ 729 h 811"/>
                    <a:gd name="T38" fmla="*/ 754 w 833"/>
                    <a:gd name="T39" fmla="*/ 768 h 811"/>
                    <a:gd name="T40" fmla="*/ 720 w 833"/>
                    <a:gd name="T41" fmla="*/ 811 h 811"/>
                    <a:gd name="T42" fmla="*/ 499 w 833"/>
                    <a:gd name="T43" fmla="*/ 603 h 811"/>
                    <a:gd name="T44" fmla="*/ 461 w 833"/>
                    <a:gd name="T45" fmla="*/ 624 h 811"/>
                    <a:gd name="T46" fmla="*/ 418 w 833"/>
                    <a:gd name="T47" fmla="*/ 640 h 811"/>
                    <a:gd name="T48" fmla="*/ 374 w 833"/>
                    <a:gd name="T49" fmla="*/ 650 h 811"/>
                    <a:gd name="T50" fmla="*/ 327 w 833"/>
                    <a:gd name="T51" fmla="*/ 653 h 811"/>
                    <a:gd name="T52" fmla="*/ 283 w 833"/>
                    <a:gd name="T53" fmla="*/ 651 h 811"/>
                    <a:gd name="T54" fmla="*/ 240 w 833"/>
                    <a:gd name="T55" fmla="*/ 642 h 811"/>
                    <a:gd name="T56" fmla="*/ 200 w 833"/>
                    <a:gd name="T57" fmla="*/ 628 h 811"/>
                    <a:gd name="T58" fmla="*/ 162 w 833"/>
                    <a:gd name="T59" fmla="*/ 609 h 811"/>
                    <a:gd name="T60" fmla="*/ 127 w 833"/>
                    <a:gd name="T61" fmla="*/ 585 h 811"/>
                    <a:gd name="T62" fmla="*/ 96 w 833"/>
                    <a:gd name="T63" fmla="*/ 558 h 811"/>
                    <a:gd name="T64" fmla="*/ 68 w 833"/>
                    <a:gd name="T65" fmla="*/ 527 h 811"/>
                    <a:gd name="T66" fmla="*/ 45 w 833"/>
                    <a:gd name="T67" fmla="*/ 491 h 811"/>
                    <a:gd name="T68" fmla="*/ 26 w 833"/>
                    <a:gd name="T69" fmla="*/ 454 h 811"/>
                    <a:gd name="T70" fmla="*/ 11 w 833"/>
                    <a:gd name="T71" fmla="*/ 414 h 811"/>
                    <a:gd name="T72" fmla="*/ 4 w 833"/>
                    <a:gd name="T73" fmla="*/ 371 h 811"/>
                    <a:gd name="T74" fmla="*/ 0 w 833"/>
                    <a:gd name="T75" fmla="*/ 327 h 811"/>
                    <a:gd name="T76" fmla="*/ 4 w 833"/>
                    <a:gd name="T77" fmla="*/ 283 h 811"/>
                    <a:gd name="T78" fmla="*/ 11 w 833"/>
                    <a:gd name="T79" fmla="*/ 239 h 811"/>
                    <a:gd name="T80" fmla="*/ 26 w 833"/>
                    <a:gd name="T81" fmla="*/ 200 h 811"/>
                    <a:gd name="T82" fmla="*/ 45 w 833"/>
                    <a:gd name="T83" fmla="*/ 162 h 811"/>
                    <a:gd name="T84" fmla="*/ 68 w 833"/>
                    <a:gd name="T85" fmla="*/ 127 h 811"/>
                    <a:gd name="T86" fmla="*/ 96 w 833"/>
                    <a:gd name="T87" fmla="*/ 95 h 811"/>
                    <a:gd name="T88" fmla="*/ 127 w 833"/>
                    <a:gd name="T89" fmla="*/ 68 h 811"/>
                    <a:gd name="T90" fmla="*/ 162 w 833"/>
                    <a:gd name="T91" fmla="*/ 44 h 811"/>
                    <a:gd name="T92" fmla="*/ 200 w 833"/>
                    <a:gd name="T93" fmla="*/ 25 h 811"/>
                    <a:gd name="T94" fmla="*/ 240 w 833"/>
                    <a:gd name="T95" fmla="*/ 12 h 811"/>
                    <a:gd name="T96" fmla="*/ 283 w 833"/>
                    <a:gd name="T97" fmla="*/ 3 h 811"/>
                    <a:gd name="T98" fmla="*/ 327 w 833"/>
                    <a:gd name="T99" fmla="*/ 0 h 81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</a:cxnLst>
                  <a:rect l="0" t="0" r="r" b="b"/>
                  <a:pathLst>
                    <a:path w="833" h="811">
                      <a:moveTo>
                        <a:pt x="327" y="0"/>
                      </a:moveTo>
                      <a:lnTo>
                        <a:pt x="372" y="3"/>
                      </a:lnTo>
                      <a:lnTo>
                        <a:pt x="414" y="12"/>
                      </a:lnTo>
                      <a:lnTo>
                        <a:pt x="454" y="25"/>
                      </a:lnTo>
                      <a:lnTo>
                        <a:pt x="492" y="44"/>
                      </a:lnTo>
                      <a:lnTo>
                        <a:pt x="527" y="68"/>
                      </a:lnTo>
                      <a:lnTo>
                        <a:pt x="558" y="95"/>
                      </a:lnTo>
                      <a:lnTo>
                        <a:pt x="586" y="127"/>
                      </a:lnTo>
                      <a:lnTo>
                        <a:pt x="609" y="162"/>
                      </a:lnTo>
                      <a:lnTo>
                        <a:pt x="628" y="200"/>
                      </a:lnTo>
                      <a:lnTo>
                        <a:pt x="642" y="239"/>
                      </a:lnTo>
                      <a:lnTo>
                        <a:pt x="651" y="283"/>
                      </a:lnTo>
                      <a:lnTo>
                        <a:pt x="654" y="327"/>
                      </a:lnTo>
                      <a:lnTo>
                        <a:pt x="651" y="369"/>
                      </a:lnTo>
                      <a:lnTo>
                        <a:pt x="642" y="409"/>
                      </a:lnTo>
                      <a:lnTo>
                        <a:pt x="629" y="447"/>
                      </a:lnTo>
                      <a:lnTo>
                        <a:pt x="612" y="483"/>
                      </a:lnTo>
                      <a:lnTo>
                        <a:pt x="833" y="692"/>
                      </a:lnTo>
                      <a:lnTo>
                        <a:pt x="792" y="729"/>
                      </a:lnTo>
                      <a:lnTo>
                        <a:pt x="754" y="768"/>
                      </a:lnTo>
                      <a:lnTo>
                        <a:pt x="720" y="811"/>
                      </a:lnTo>
                      <a:lnTo>
                        <a:pt x="499" y="603"/>
                      </a:lnTo>
                      <a:lnTo>
                        <a:pt x="461" y="624"/>
                      </a:lnTo>
                      <a:lnTo>
                        <a:pt x="418" y="640"/>
                      </a:lnTo>
                      <a:lnTo>
                        <a:pt x="374" y="650"/>
                      </a:lnTo>
                      <a:lnTo>
                        <a:pt x="327" y="653"/>
                      </a:lnTo>
                      <a:lnTo>
                        <a:pt x="283" y="651"/>
                      </a:lnTo>
                      <a:lnTo>
                        <a:pt x="240" y="642"/>
                      </a:lnTo>
                      <a:lnTo>
                        <a:pt x="200" y="628"/>
                      </a:lnTo>
                      <a:lnTo>
                        <a:pt x="162" y="609"/>
                      </a:lnTo>
                      <a:lnTo>
                        <a:pt x="127" y="585"/>
                      </a:lnTo>
                      <a:lnTo>
                        <a:pt x="96" y="558"/>
                      </a:lnTo>
                      <a:lnTo>
                        <a:pt x="68" y="527"/>
                      </a:lnTo>
                      <a:lnTo>
                        <a:pt x="45" y="491"/>
                      </a:lnTo>
                      <a:lnTo>
                        <a:pt x="26" y="454"/>
                      </a:lnTo>
                      <a:lnTo>
                        <a:pt x="11" y="414"/>
                      </a:lnTo>
                      <a:lnTo>
                        <a:pt x="4" y="371"/>
                      </a:lnTo>
                      <a:lnTo>
                        <a:pt x="0" y="327"/>
                      </a:lnTo>
                      <a:lnTo>
                        <a:pt x="4" y="283"/>
                      </a:lnTo>
                      <a:lnTo>
                        <a:pt x="11" y="239"/>
                      </a:lnTo>
                      <a:lnTo>
                        <a:pt x="26" y="200"/>
                      </a:lnTo>
                      <a:lnTo>
                        <a:pt x="45" y="162"/>
                      </a:lnTo>
                      <a:lnTo>
                        <a:pt x="68" y="127"/>
                      </a:lnTo>
                      <a:lnTo>
                        <a:pt x="96" y="95"/>
                      </a:lnTo>
                      <a:lnTo>
                        <a:pt x="127" y="68"/>
                      </a:lnTo>
                      <a:lnTo>
                        <a:pt x="162" y="44"/>
                      </a:lnTo>
                      <a:lnTo>
                        <a:pt x="200" y="25"/>
                      </a:lnTo>
                      <a:lnTo>
                        <a:pt x="240" y="12"/>
                      </a:lnTo>
                      <a:lnTo>
                        <a:pt x="283" y="3"/>
                      </a:lnTo>
                      <a:lnTo>
                        <a:pt x="327" y="0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37" name="Freeform 65"/>
                <p:cNvSpPr>
                  <a:spLocks/>
                </p:cNvSpPr>
                <p:nvPr/>
              </p:nvSpPr>
              <p:spPr bwMode="auto">
                <a:xfrm>
                  <a:off x="5307013" y="5026025"/>
                  <a:ext cx="136525" cy="179388"/>
                </a:xfrm>
                <a:custGeom>
                  <a:avLst/>
                  <a:gdLst>
                    <a:gd name="T0" fmla="*/ 524 w 852"/>
                    <a:gd name="T1" fmla="*/ 0 h 1132"/>
                    <a:gd name="T2" fmla="*/ 524 w 852"/>
                    <a:gd name="T3" fmla="*/ 0 h 1132"/>
                    <a:gd name="T4" fmla="*/ 569 w 852"/>
                    <a:gd name="T5" fmla="*/ 3 h 1132"/>
                    <a:gd name="T6" fmla="*/ 611 w 852"/>
                    <a:gd name="T7" fmla="*/ 12 h 1132"/>
                    <a:gd name="T8" fmla="*/ 652 w 852"/>
                    <a:gd name="T9" fmla="*/ 27 h 1132"/>
                    <a:gd name="T10" fmla="*/ 690 w 852"/>
                    <a:gd name="T11" fmla="*/ 45 h 1132"/>
                    <a:gd name="T12" fmla="*/ 724 w 852"/>
                    <a:gd name="T13" fmla="*/ 69 h 1132"/>
                    <a:gd name="T14" fmla="*/ 755 w 852"/>
                    <a:gd name="T15" fmla="*/ 96 h 1132"/>
                    <a:gd name="T16" fmla="*/ 783 w 852"/>
                    <a:gd name="T17" fmla="*/ 128 h 1132"/>
                    <a:gd name="T18" fmla="*/ 806 w 852"/>
                    <a:gd name="T19" fmla="*/ 162 h 1132"/>
                    <a:gd name="T20" fmla="*/ 825 w 852"/>
                    <a:gd name="T21" fmla="*/ 200 h 1132"/>
                    <a:gd name="T22" fmla="*/ 839 w 852"/>
                    <a:gd name="T23" fmla="*/ 241 h 1132"/>
                    <a:gd name="T24" fmla="*/ 848 w 852"/>
                    <a:gd name="T25" fmla="*/ 283 h 1132"/>
                    <a:gd name="T26" fmla="*/ 852 w 852"/>
                    <a:gd name="T27" fmla="*/ 327 h 1132"/>
                    <a:gd name="T28" fmla="*/ 848 w 852"/>
                    <a:gd name="T29" fmla="*/ 372 h 1132"/>
                    <a:gd name="T30" fmla="*/ 839 w 852"/>
                    <a:gd name="T31" fmla="*/ 414 h 1132"/>
                    <a:gd name="T32" fmla="*/ 825 w 852"/>
                    <a:gd name="T33" fmla="*/ 455 h 1132"/>
                    <a:gd name="T34" fmla="*/ 806 w 852"/>
                    <a:gd name="T35" fmla="*/ 492 h 1132"/>
                    <a:gd name="T36" fmla="*/ 783 w 852"/>
                    <a:gd name="T37" fmla="*/ 527 h 1132"/>
                    <a:gd name="T38" fmla="*/ 755 w 852"/>
                    <a:gd name="T39" fmla="*/ 558 h 1132"/>
                    <a:gd name="T40" fmla="*/ 724 w 852"/>
                    <a:gd name="T41" fmla="*/ 586 h 1132"/>
                    <a:gd name="T42" fmla="*/ 690 w 852"/>
                    <a:gd name="T43" fmla="*/ 609 h 1132"/>
                    <a:gd name="T44" fmla="*/ 652 w 852"/>
                    <a:gd name="T45" fmla="*/ 628 h 1132"/>
                    <a:gd name="T46" fmla="*/ 611 w 852"/>
                    <a:gd name="T47" fmla="*/ 642 h 1132"/>
                    <a:gd name="T48" fmla="*/ 569 w 852"/>
                    <a:gd name="T49" fmla="*/ 651 h 1132"/>
                    <a:gd name="T50" fmla="*/ 524 w 852"/>
                    <a:gd name="T51" fmla="*/ 654 h 1132"/>
                    <a:gd name="T52" fmla="*/ 493 w 852"/>
                    <a:gd name="T53" fmla="*/ 652 h 1132"/>
                    <a:gd name="T54" fmla="*/ 463 w 852"/>
                    <a:gd name="T55" fmla="*/ 647 h 1132"/>
                    <a:gd name="T56" fmla="*/ 434 w 852"/>
                    <a:gd name="T57" fmla="*/ 640 h 1132"/>
                    <a:gd name="T58" fmla="*/ 142 w 852"/>
                    <a:gd name="T59" fmla="*/ 1132 h 1132"/>
                    <a:gd name="T60" fmla="*/ 96 w 852"/>
                    <a:gd name="T61" fmla="*/ 1100 h 1132"/>
                    <a:gd name="T62" fmla="*/ 50 w 852"/>
                    <a:gd name="T63" fmla="*/ 1072 h 1132"/>
                    <a:gd name="T64" fmla="*/ 0 w 852"/>
                    <a:gd name="T65" fmla="*/ 1048 h 1132"/>
                    <a:gd name="T66" fmla="*/ 292 w 852"/>
                    <a:gd name="T67" fmla="*/ 557 h 1132"/>
                    <a:gd name="T68" fmla="*/ 265 w 852"/>
                    <a:gd name="T69" fmla="*/ 526 h 1132"/>
                    <a:gd name="T70" fmla="*/ 242 w 852"/>
                    <a:gd name="T71" fmla="*/ 491 h 1132"/>
                    <a:gd name="T72" fmla="*/ 223 w 852"/>
                    <a:gd name="T73" fmla="*/ 454 h 1132"/>
                    <a:gd name="T74" fmla="*/ 209 w 852"/>
                    <a:gd name="T75" fmla="*/ 414 h 1132"/>
                    <a:gd name="T76" fmla="*/ 201 w 852"/>
                    <a:gd name="T77" fmla="*/ 372 h 1132"/>
                    <a:gd name="T78" fmla="*/ 197 w 852"/>
                    <a:gd name="T79" fmla="*/ 327 h 1132"/>
                    <a:gd name="T80" fmla="*/ 201 w 852"/>
                    <a:gd name="T81" fmla="*/ 283 h 1132"/>
                    <a:gd name="T82" fmla="*/ 209 w 852"/>
                    <a:gd name="T83" fmla="*/ 240 h 1132"/>
                    <a:gd name="T84" fmla="*/ 223 w 852"/>
                    <a:gd name="T85" fmla="*/ 200 h 1132"/>
                    <a:gd name="T86" fmla="*/ 242 w 852"/>
                    <a:gd name="T87" fmla="*/ 162 h 1132"/>
                    <a:gd name="T88" fmla="*/ 266 w 852"/>
                    <a:gd name="T89" fmla="*/ 128 h 1132"/>
                    <a:gd name="T90" fmla="*/ 293 w 852"/>
                    <a:gd name="T91" fmla="*/ 96 h 1132"/>
                    <a:gd name="T92" fmla="*/ 325 w 852"/>
                    <a:gd name="T93" fmla="*/ 69 h 1132"/>
                    <a:gd name="T94" fmla="*/ 359 w 852"/>
                    <a:gd name="T95" fmla="*/ 45 h 1132"/>
                    <a:gd name="T96" fmla="*/ 397 w 852"/>
                    <a:gd name="T97" fmla="*/ 27 h 1132"/>
                    <a:gd name="T98" fmla="*/ 437 w 852"/>
                    <a:gd name="T99" fmla="*/ 12 h 1132"/>
                    <a:gd name="T100" fmla="*/ 480 w 852"/>
                    <a:gd name="T101" fmla="*/ 3 h 1132"/>
                    <a:gd name="T102" fmla="*/ 524 w 852"/>
                    <a:gd name="T103" fmla="*/ 0 h 113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</a:cxnLst>
                  <a:rect l="0" t="0" r="r" b="b"/>
                  <a:pathLst>
                    <a:path w="852" h="1132">
                      <a:moveTo>
                        <a:pt x="524" y="0"/>
                      </a:moveTo>
                      <a:lnTo>
                        <a:pt x="524" y="0"/>
                      </a:lnTo>
                      <a:lnTo>
                        <a:pt x="569" y="3"/>
                      </a:lnTo>
                      <a:lnTo>
                        <a:pt x="611" y="12"/>
                      </a:lnTo>
                      <a:lnTo>
                        <a:pt x="652" y="27"/>
                      </a:lnTo>
                      <a:lnTo>
                        <a:pt x="690" y="45"/>
                      </a:lnTo>
                      <a:lnTo>
                        <a:pt x="724" y="69"/>
                      </a:lnTo>
                      <a:lnTo>
                        <a:pt x="755" y="96"/>
                      </a:lnTo>
                      <a:lnTo>
                        <a:pt x="783" y="128"/>
                      </a:lnTo>
                      <a:lnTo>
                        <a:pt x="806" y="162"/>
                      </a:lnTo>
                      <a:lnTo>
                        <a:pt x="825" y="200"/>
                      </a:lnTo>
                      <a:lnTo>
                        <a:pt x="839" y="241"/>
                      </a:lnTo>
                      <a:lnTo>
                        <a:pt x="848" y="283"/>
                      </a:lnTo>
                      <a:lnTo>
                        <a:pt x="852" y="327"/>
                      </a:lnTo>
                      <a:lnTo>
                        <a:pt x="848" y="372"/>
                      </a:lnTo>
                      <a:lnTo>
                        <a:pt x="839" y="414"/>
                      </a:lnTo>
                      <a:lnTo>
                        <a:pt x="825" y="455"/>
                      </a:lnTo>
                      <a:lnTo>
                        <a:pt x="806" y="492"/>
                      </a:lnTo>
                      <a:lnTo>
                        <a:pt x="783" y="527"/>
                      </a:lnTo>
                      <a:lnTo>
                        <a:pt x="755" y="558"/>
                      </a:lnTo>
                      <a:lnTo>
                        <a:pt x="724" y="586"/>
                      </a:lnTo>
                      <a:lnTo>
                        <a:pt x="690" y="609"/>
                      </a:lnTo>
                      <a:lnTo>
                        <a:pt x="652" y="628"/>
                      </a:lnTo>
                      <a:lnTo>
                        <a:pt x="611" y="642"/>
                      </a:lnTo>
                      <a:lnTo>
                        <a:pt x="569" y="651"/>
                      </a:lnTo>
                      <a:lnTo>
                        <a:pt x="524" y="654"/>
                      </a:lnTo>
                      <a:lnTo>
                        <a:pt x="493" y="652"/>
                      </a:lnTo>
                      <a:lnTo>
                        <a:pt x="463" y="647"/>
                      </a:lnTo>
                      <a:lnTo>
                        <a:pt x="434" y="640"/>
                      </a:lnTo>
                      <a:lnTo>
                        <a:pt x="142" y="1132"/>
                      </a:lnTo>
                      <a:lnTo>
                        <a:pt x="96" y="1100"/>
                      </a:lnTo>
                      <a:lnTo>
                        <a:pt x="50" y="1072"/>
                      </a:lnTo>
                      <a:lnTo>
                        <a:pt x="0" y="1048"/>
                      </a:lnTo>
                      <a:lnTo>
                        <a:pt x="292" y="557"/>
                      </a:lnTo>
                      <a:lnTo>
                        <a:pt x="265" y="526"/>
                      </a:lnTo>
                      <a:lnTo>
                        <a:pt x="242" y="491"/>
                      </a:lnTo>
                      <a:lnTo>
                        <a:pt x="223" y="454"/>
                      </a:lnTo>
                      <a:lnTo>
                        <a:pt x="209" y="414"/>
                      </a:lnTo>
                      <a:lnTo>
                        <a:pt x="201" y="372"/>
                      </a:lnTo>
                      <a:lnTo>
                        <a:pt x="197" y="327"/>
                      </a:lnTo>
                      <a:lnTo>
                        <a:pt x="201" y="283"/>
                      </a:lnTo>
                      <a:lnTo>
                        <a:pt x="209" y="240"/>
                      </a:lnTo>
                      <a:lnTo>
                        <a:pt x="223" y="200"/>
                      </a:lnTo>
                      <a:lnTo>
                        <a:pt x="242" y="162"/>
                      </a:lnTo>
                      <a:lnTo>
                        <a:pt x="266" y="128"/>
                      </a:lnTo>
                      <a:lnTo>
                        <a:pt x="293" y="96"/>
                      </a:lnTo>
                      <a:lnTo>
                        <a:pt x="325" y="69"/>
                      </a:lnTo>
                      <a:lnTo>
                        <a:pt x="359" y="45"/>
                      </a:lnTo>
                      <a:lnTo>
                        <a:pt x="397" y="27"/>
                      </a:lnTo>
                      <a:lnTo>
                        <a:pt x="437" y="12"/>
                      </a:lnTo>
                      <a:lnTo>
                        <a:pt x="480" y="3"/>
                      </a:lnTo>
                      <a:lnTo>
                        <a:pt x="524" y="0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38" name="Freeform 66"/>
                <p:cNvSpPr>
                  <a:spLocks/>
                </p:cNvSpPr>
                <p:nvPr/>
              </p:nvSpPr>
              <p:spPr bwMode="auto">
                <a:xfrm>
                  <a:off x="5375276" y="5272088"/>
                  <a:ext cx="166688" cy="103188"/>
                </a:xfrm>
                <a:custGeom>
                  <a:avLst/>
                  <a:gdLst>
                    <a:gd name="T0" fmla="*/ 729 w 1055"/>
                    <a:gd name="T1" fmla="*/ 0 h 653"/>
                    <a:gd name="T2" fmla="*/ 773 w 1055"/>
                    <a:gd name="T3" fmla="*/ 2 h 653"/>
                    <a:gd name="T4" fmla="*/ 816 w 1055"/>
                    <a:gd name="T5" fmla="*/ 11 h 653"/>
                    <a:gd name="T6" fmla="*/ 856 w 1055"/>
                    <a:gd name="T7" fmla="*/ 25 h 653"/>
                    <a:gd name="T8" fmla="*/ 893 w 1055"/>
                    <a:gd name="T9" fmla="*/ 44 h 653"/>
                    <a:gd name="T10" fmla="*/ 929 w 1055"/>
                    <a:gd name="T11" fmla="*/ 68 h 653"/>
                    <a:gd name="T12" fmla="*/ 960 w 1055"/>
                    <a:gd name="T13" fmla="*/ 95 h 653"/>
                    <a:gd name="T14" fmla="*/ 988 w 1055"/>
                    <a:gd name="T15" fmla="*/ 126 h 653"/>
                    <a:gd name="T16" fmla="*/ 1011 w 1055"/>
                    <a:gd name="T17" fmla="*/ 162 h 653"/>
                    <a:gd name="T18" fmla="*/ 1030 w 1055"/>
                    <a:gd name="T19" fmla="*/ 200 h 653"/>
                    <a:gd name="T20" fmla="*/ 1044 w 1055"/>
                    <a:gd name="T21" fmla="*/ 239 h 653"/>
                    <a:gd name="T22" fmla="*/ 1053 w 1055"/>
                    <a:gd name="T23" fmla="*/ 282 h 653"/>
                    <a:gd name="T24" fmla="*/ 1055 w 1055"/>
                    <a:gd name="T25" fmla="*/ 326 h 653"/>
                    <a:gd name="T26" fmla="*/ 1053 w 1055"/>
                    <a:gd name="T27" fmla="*/ 370 h 653"/>
                    <a:gd name="T28" fmla="*/ 1044 w 1055"/>
                    <a:gd name="T29" fmla="*/ 414 h 653"/>
                    <a:gd name="T30" fmla="*/ 1030 w 1055"/>
                    <a:gd name="T31" fmla="*/ 454 h 653"/>
                    <a:gd name="T32" fmla="*/ 1011 w 1055"/>
                    <a:gd name="T33" fmla="*/ 491 h 653"/>
                    <a:gd name="T34" fmla="*/ 988 w 1055"/>
                    <a:gd name="T35" fmla="*/ 526 h 653"/>
                    <a:gd name="T36" fmla="*/ 960 w 1055"/>
                    <a:gd name="T37" fmla="*/ 558 h 653"/>
                    <a:gd name="T38" fmla="*/ 929 w 1055"/>
                    <a:gd name="T39" fmla="*/ 584 h 653"/>
                    <a:gd name="T40" fmla="*/ 893 w 1055"/>
                    <a:gd name="T41" fmla="*/ 609 h 653"/>
                    <a:gd name="T42" fmla="*/ 856 w 1055"/>
                    <a:gd name="T43" fmla="*/ 628 h 653"/>
                    <a:gd name="T44" fmla="*/ 816 w 1055"/>
                    <a:gd name="T45" fmla="*/ 641 h 653"/>
                    <a:gd name="T46" fmla="*/ 773 w 1055"/>
                    <a:gd name="T47" fmla="*/ 650 h 653"/>
                    <a:gd name="T48" fmla="*/ 729 w 1055"/>
                    <a:gd name="T49" fmla="*/ 653 h 653"/>
                    <a:gd name="T50" fmla="*/ 685 w 1055"/>
                    <a:gd name="T51" fmla="*/ 650 h 653"/>
                    <a:gd name="T52" fmla="*/ 644 w 1055"/>
                    <a:gd name="T53" fmla="*/ 642 h 653"/>
                    <a:gd name="T54" fmla="*/ 604 w 1055"/>
                    <a:gd name="T55" fmla="*/ 628 h 653"/>
                    <a:gd name="T56" fmla="*/ 566 w 1055"/>
                    <a:gd name="T57" fmla="*/ 610 h 653"/>
                    <a:gd name="T58" fmla="*/ 532 w 1055"/>
                    <a:gd name="T59" fmla="*/ 587 h 653"/>
                    <a:gd name="T60" fmla="*/ 501 w 1055"/>
                    <a:gd name="T61" fmla="*/ 560 h 653"/>
                    <a:gd name="T62" fmla="*/ 474 w 1055"/>
                    <a:gd name="T63" fmla="*/ 529 h 653"/>
                    <a:gd name="T64" fmla="*/ 450 w 1055"/>
                    <a:gd name="T65" fmla="*/ 495 h 653"/>
                    <a:gd name="T66" fmla="*/ 431 w 1055"/>
                    <a:gd name="T67" fmla="*/ 458 h 653"/>
                    <a:gd name="T68" fmla="*/ 416 w 1055"/>
                    <a:gd name="T69" fmla="*/ 419 h 653"/>
                    <a:gd name="T70" fmla="*/ 407 w 1055"/>
                    <a:gd name="T71" fmla="*/ 377 h 653"/>
                    <a:gd name="T72" fmla="*/ 0 w 1055"/>
                    <a:gd name="T73" fmla="*/ 337 h 653"/>
                    <a:gd name="T74" fmla="*/ 9 w 1055"/>
                    <a:gd name="T75" fmla="*/ 287 h 653"/>
                    <a:gd name="T76" fmla="*/ 15 w 1055"/>
                    <a:gd name="T77" fmla="*/ 235 h 653"/>
                    <a:gd name="T78" fmla="*/ 17 w 1055"/>
                    <a:gd name="T79" fmla="*/ 182 h 653"/>
                    <a:gd name="T80" fmla="*/ 16 w 1055"/>
                    <a:gd name="T81" fmla="*/ 173 h 653"/>
                    <a:gd name="T82" fmla="*/ 423 w 1055"/>
                    <a:gd name="T83" fmla="*/ 214 h 653"/>
                    <a:gd name="T84" fmla="*/ 441 w 1055"/>
                    <a:gd name="T85" fmla="*/ 173 h 653"/>
                    <a:gd name="T86" fmla="*/ 464 w 1055"/>
                    <a:gd name="T87" fmla="*/ 136 h 653"/>
                    <a:gd name="T88" fmla="*/ 492 w 1055"/>
                    <a:gd name="T89" fmla="*/ 103 h 653"/>
                    <a:gd name="T90" fmla="*/ 524 w 1055"/>
                    <a:gd name="T91" fmla="*/ 73 h 653"/>
                    <a:gd name="T92" fmla="*/ 558 w 1055"/>
                    <a:gd name="T93" fmla="*/ 48 h 653"/>
                    <a:gd name="T94" fmla="*/ 597 w 1055"/>
                    <a:gd name="T95" fmla="*/ 28 h 653"/>
                    <a:gd name="T96" fmla="*/ 639 w 1055"/>
                    <a:gd name="T97" fmla="*/ 12 h 653"/>
                    <a:gd name="T98" fmla="*/ 683 w 1055"/>
                    <a:gd name="T99" fmla="*/ 3 h 653"/>
                    <a:gd name="T100" fmla="*/ 729 w 1055"/>
                    <a:gd name="T101" fmla="*/ 0 h 65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</a:cxnLst>
                  <a:rect l="0" t="0" r="r" b="b"/>
                  <a:pathLst>
                    <a:path w="1055" h="653">
                      <a:moveTo>
                        <a:pt x="729" y="0"/>
                      </a:moveTo>
                      <a:lnTo>
                        <a:pt x="773" y="2"/>
                      </a:lnTo>
                      <a:lnTo>
                        <a:pt x="816" y="11"/>
                      </a:lnTo>
                      <a:lnTo>
                        <a:pt x="856" y="25"/>
                      </a:lnTo>
                      <a:lnTo>
                        <a:pt x="893" y="44"/>
                      </a:lnTo>
                      <a:lnTo>
                        <a:pt x="929" y="68"/>
                      </a:lnTo>
                      <a:lnTo>
                        <a:pt x="960" y="95"/>
                      </a:lnTo>
                      <a:lnTo>
                        <a:pt x="988" y="126"/>
                      </a:lnTo>
                      <a:lnTo>
                        <a:pt x="1011" y="162"/>
                      </a:lnTo>
                      <a:lnTo>
                        <a:pt x="1030" y="200"/>
                      </a:lnTo>
                      <a:lnTo>
                        <a:pt x="1044" y="239"/>
                      </a:lnTo>
                      <a:lnTo>
                        <a:pt x="1053" y="282"/>
                      </a:lnTo>
                      <a:lnTo>
                        <a:pt x="1055" y="326"/>
                      </a:lnTo>
                      <a:lnTo>
                        <a:pt x="1053" y="370"/>
                      </a:lnTo>
                      <a:lnTo>
                        <a:pt x="1044" y="414"/>
                      </a:lnTo>
                      <a:lnTo>
                        <a:pt x="1030" y="454"/>
                      </a:lnTo>
                      <a:lnTo>
                        <a:pt x="1011" y="491"/>
                      </a:lnTo>
                      <a:lnTo>
                        <a:pt x="988" y="526"/>
                      </a:lnTo>
                      <a:lnTo>
                        <a:pt x="960" y="558"/>
                      </a:lnTo>
                      <a:lnTo>
                        <a:pt x="929" y="584"/>
                      </a:lnTo>
                      <a:lnTo>
                        <a:pt x="893" y="609"/>
                      </a:lnTo>
                      <a:lnTo>
                        <a:pt x="856" y="628"/>
                      </a:lnTo>
                      <a:lnTo>
                        <a:pt x="816" y="641"/>
                      </a:lnTo>
                      <a:lnTo>
                        <a:pt x="773" y="650"/>
                      </a:lnTo>
                      <a:lnTo>
                        <a:pt x="729" y="653"/>
                      </a:lnTo>
                      <a:lnTo>
                        <a:pt x="685" y="650"/>
                      </a:lnTo>
                      <a:lnTo>
                        <a:pt x="644" y="642"/>
                      </a:lnTo>
                      <a:lnTo>
                        <a:pt x="604" y="628"/>
                      </a:lnTo>
                      <a:lnTo>
                        <a:pt x="566" y="610"/>
                      </a:lnTo>
                      <a:lnTo>
                        <a:pt x="532" y="587"/>
                      </a:lnTo>
                      <a:lnTo>
                        <a:pt x="501" y="560"/>
                      </a:lnTo>
                      <a:lnTo>
                        <a:pt x="474" y="529"/>
                      </a:lnTo>
                      <a:lnTo>
                        <a:pt x="450" y="495"/>
                      </a:lnTo>
                      <a:lnTo>
                        <a:pt x="431" y="458"/>
                      </a:lnTo>
                      <a:lnTo>
                        <a:pt x="416" y="419"/>
                      </a:lnTo>
                      <a:lnTo>
                        <a:pt x="407" y="377"/>
                      </a:lnTo>
                      <a:lnTo>
                        <a:pt x="0" y="337"/>
                      </a:lnTo>
                      <a:lnTo>
                        <a:pt x="9" y="287"/>
                      </a:lnTo>
                      <a:lnTo>
                        <a:pt x="15" y="235"/>
                      </a:lnTo>
                      <a:lnTo>
                        <a:pt x="17" y="182"/>
                      </a:lnTo>
                      <a:lnTo>
                        <a:pt x="16" y="173"/>
                      </a:lnTo>
                      <a:lnTo>
                        <a:pt x="423" y="214"/>
                      </a:lnTo>
                      <a:lnTo>
                        <a:pt x="441" y="173"/>
                      </a:lnTo>
                      <a:lnTo>
                        <a:pt x="464" y="136"/>
                      </a:lnTo>
                      <a:lnTo>
                        <a:pt x="492" y="103"/>
                      </a:lnTo>
                      <a:lnTo>
                        <a:pt x="524" y="73"/>
                      </a:lnTo>
                      <a:lnTo>
                        <a:pt x="558" y="48"/>
                      </a:lnTo>
                      <a:lnTo>
                        <a:pt x="597" y="28"/>
                      </a:lnTo>
                      <a:lnTo>
                        <a:pt x="639" y="12"/>
                      </a:lnTo>
                      <a:lnTo>
                        <a:pt x="683" y="3"/>
                      </a:lnTo>
                      <a:lnTo>
                        <a:pt x="729" y="0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39" name="Freeform 67"/>
                <p:cNvSpPr>
                  <a:spLocks/>
                </p:cNvSpPr>
                <p:nvPr/>
              </p:nvSpPr>
              <p:spPr bwMode="auto">
                <a:xfrm>
                  <a:off x="5259388" y="5411788"/>
                  <a:ext cx="103188" cy="166688"/>
                </a:xfrm>
                <a:custGeom>
                  <a:avLst/>
                  <a:gdLst>
                    <a:gd name="T0" fmla="*/ 246 w 654"/>
                    <a:gd name="T1" fmla="*/ 0 h 1049"/>
                    <a:gd name="T2" fmla="*/ 337 w 654"/>
                    <a:gd name="T3" fmla="*/ 397 h 1049"/>
                    <a:gd name="T4" fmla="*/ 383 w 654"/>
                    <a:gd name="T5" fmla="*/ 402 h 1049"/>
                    <a:gd name="T6" fmla="*/ 429 w 654"/>
                    <a:gd name="T7" fmla="*/ 413 h 1049"/>
                    <a:gd name="T8" fmla="*/ 471 w 654"/>
                    <a:gd name="T9" fmla="*/ 431 h 1049"/>
                    <a:gd name="T10" fmla="*/ 510 w 654"/>
                    <a:gd name="T11" fmla="*/ 453 h 1049"/>
                    <a:gd name="T12" fmla="*/ 545 w 654"/>
                    <a:gd name="T13" fmla="*/ 480 h 1049"/>
                    <a:gd name="T14" fmla="*/ 576 w 654"/>
                    <a:gd name="T15" fmla="*/ 513 h 1049"/>
                    <a:gd name="T16" fmla="*/ 603 w 654"/>
                    <a:gd name="T17" fmla="*/ 548 h 1049"/>
                    <a:gd name="T18" fmla="*/ 624 w 654"/>
                    <a:gd name="T19" fmla="*/ 588 h 1049"/>
                    <a:gd name="T20" fmla="*/ 641 w 654"/>
                    <a:gd name="T21" fmla="*/ 630 h 1049"/>
                    <a:gd name="T22" fmla="*/ 651 w 654"/>
                    <a:gd name="T23" fmla="*/ 676 h 1049"/>
                    <a:gd name="T24" fmla="*/ 654 w 654"/>
                    <a:gd name="T25" fmla="*/ 723 h 1049"/>
                    <a:gd name="T26" fmla="*/ 651 w 654"/>
                    <a:gd name="T27" fmla="*/ 768 h 1049"/>
                    <a:gd name="T28" fmla="*/ 642 w 654"/>
                    <a:gd name="T29" fmla="*/ 810 h 1049"/>
                    <a:gd name="T30" fmla="*/ 628 w 654"/>
                    <a:gd name="T31" fmla="*/ 850 h 1049"/>
                    <a:gd name="T32" fmla="*/ 608 w 654"/>
                    <a:gd name="T33" fmla="*/ 887 h 1049"/>
                    <a:gd name="T34" fmla="*/ 585 w 654"/>
                    <a:gd name="T35" fmla="*/ 923 h 1049"/>
                    <a:gd name="T36" fmla="*/ 557 w 654"/>
                    <a:gd name="T37" fmla="*/ 954 h 1049"/>
                    <a:gd name="T38" fmla="*/ 526 w 654"/>
                    <a:gd name="T39" fmla="*/ 982 h 1049"/>
                    <a:gd name="T40" fmla="*/ 492 w 654"/>
                    <a:gd name="T41" fmla="*/ 1005 h 1049"/>
                    <a:gd name="T42" fmla="*/ 454 w 654"/>
                    <a:gd name="T43" fmla="*/ 1024 h 1049"/>
                    <a:gd name="T44" fmla="*/ 413 w 654"/>
                    <a:gd name="T45" fmla="*/ 1038 h 1049"/>
                    <a:gd name="T46" fmla="*/ 371 w 654"/>
                    <a:gd name="T47" fmla="*/ 1047 h 1049"/>
                    <a:gd name="T48" fmla="*/ 327 w 654"/>
                    <a:gd name="T49" fmla="*/ 1049 h 1049"/>
                    <a:gd name="T50" fmla="*/ 282 w 654"/>
                    <a:gd name="T51" fmla="*/ 1047 h 1049"/>
                    <a:gd name="T52" fmla="*/ 240 w 654"/>
                    <a:gd name="T53" fmla="*/ 1038 h 1049"/>
                    <a:gd name="T54" fmla="*/ 199 w 654"/>
                    <a:gd name="T55" fmla="*/ 1024 h 1049"/>
                    <a:gd name="T56" fmla="*/ 161 w 654"/>
                    <a:gd name="T57" fmla="*/ 1005 h 1049"/>
                    <a:gd name="T58" fmla="*/ 127 w 654"/>
                    <a:gd name="T59" fmla="*/ 982 h 1049"/>
                    <a:gd name="T60" fmla="*/ 96 w 654"/>
                    <a:gd name="T61" fmla="*/ 954 h 1049"/>
                    <a:gd name="T62" fmla="*/ 68 w 654"/>
                    <a:gd name="T63" fmla="*/ 923 h 1049"/>
                    <a:gd name="T64" fmla="*/ 45 w 654"/>
                    <a:gd name="T65" fmla="*/ 887 h 1049"/>
                    <a:gd name="T66" fmla="*/ 26 w 654"/>
                    <a:gd name="T67" fmla="*/ 850 h 1049"/>
                    <a:gd name="T68" fmla="*/ 12 w 654"/>
                    <a:gd name="T69" fmla="*/ 810 h 1049"/>
                    <a:gd name="T70" fmla="*/ 3 w 654"/>
                    <a:gd name="T71" fmla="*/ 768 h 1049"/>
                    <a:gd name="T72" fmla="*/ 0 w 654"/>
                    <a:gd name="T73" fmla="*/ 723 h 1049"/>
                    <a:gd name="T74" fmla="*/ 3 w 654"/>
                    <a:gd name="T75" fmla="*/ 677 h 1049"/>
                    <a:gd name="T76" fmla="*/ 13 w 654"/>
                    <a:gd name="T77" fmla="*/ 632 h 1049"/>
                    <a:gd name="T78" fmla="*/ 28 w 654"/>
                    <a:gd name="T79" fmla="*/ 591 h 1049"/>
                    <a:gd name="T80" fmla="*/ 49 w 654"/>
                    <a:gd name="T81" fmla="*/ 553 h 1049"/>
                    <a:gd name="T82" fmla="*/ 75 w 654"/>
                    <a:gd name="T83" fmla="*/ 517 h 1049"/>
                    <a:gd name="T84" fmla="*/ 105 w 654"/>
                    <a:gd name="T85" fmla="*/ 485 h 1049"/>
                    <a:gd name="T86" fmla="*/ 139 w 654"/>
                    <a:gd name="T87" fmla="*/ 457 h 1049"/>
                    <a:gd name="T88" fmla="*/ 177 w 654"/>
                    <a:gd name="T89" fmla="*/ 435 h 1049"/>
                    <a:gd name="T90" fmla="*/ 85 w 654"/>
                    <a:gd name="T91" fmla="*/ 37 h 1049"/>
                    <a:gd name="T92" fmla="*/ 140 w 654"/>
                    <a:gd name="T93" fmla="*/ 28 h 1049"/>
                    <a:gd name="T94" fmla="*/ 194 w 654"/>
                    <a:gd name="T95" fmla="*/ 16 h 1049"/>
                    <a:gd name="T96" fmla="*/ 246 w 654"/>
                    <a:gd name="T97" fmla="*/ 0 h 104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</a:cxnLst>
                  <a:rect l="0" t="0" r="r" b="b"/>
                  <a:pathLst>
                    <a:path w="654" h="1049">
                      <a:moveTo>
                        <a:pt x="246" y="0"/>
                      </a:moveTo>
                      <a:lnTo>
                        <a:pt x="337" y="397"/>
                      </a:lnTo>
                      <a:lnTo>
                        <a:pt x="383" y="402"/>
                      </a:lnTo>
                      <a:lnTo>
                        <a:pt x="429" y="413"/>
                      </a:lnTo>
                      <a:lnTo>
                        <a:pt x="471" y="431"/>
                      </a:lnTo>
                      <a:lnTo>
                        <a:pt x="510" y="453"/>
                      </a:lnTo>
                      <a:lnTo>
                        <a:pt x="545" y="480"/>
                      </a:lnTo>
                      <a:lnTo>
                        <a:pt x="576" y="513"/>
                      </a:lnTo>
                      <a:lnTo>
                        <a:pt x="603" y="548"/>
                      </a:lnTo>
                      <a:lnTo>
                        <a:pt x="624" y="588"/>
                      </a:lnTo>
                      <a:lnTo>
                        <a:pt x="641" y="630"/>
                      </a:lnTo>
                      <a:lnTo>
                        <a:pt x="651" y="676"/>
                      </a:lnTo>
                      <a:lnTo>
                        <a:pt x="654" y="723"/>
                      </a:lnTo>
                      <a:lnTo>
                        <a:pt x="651" y="768"/>
                      </a:lnTo>
                      <a:lnTo>
                        <a:pt x="642" y="810"/>
                      </a:lnTo>
                      <a:lnTo>
                        <a:pt x="628" y="850"/>
                      </a:lnTo>
                      <a:lnTo>
                        <a:pt x="608" y="887"/>
                      </a:lnTo>
                      <a:lnTo>
                        <a:pt x="585" y="923"/>
                      </a:lnTo>
                      <a:lnTo>
                        <a:pt x="557" y="954"/>
                      </a:lnTo>
                      <a:lnTo>
                        <a:pt x="526" y="982"/>
                      </a:lnTo>
                      <a:lnTo>
                        <a:pt x="492" y="1005"/>
                      </a:lnTo>
                      <a:lnTo>
                        <a:pt x="454" y="1024"/>
                      </a:lnTo>
                      <a:lnTo>
                        <a:pt x="413" y="1038"/>
                      </a:lnTo>
                      <a:lnTo>
                        <a:pt x="371" y="1047"/>
                      </a:lnTo>
                      <a:lnTo>
                        <a:pt x="327" y="1049"/>
                      </a:lnTo>
                      <a:lnTo>
                        <a:pt x="282" y="1047"/>
                      </a:lnTo>
                      <a:lnTo>
                        <a:pt x="240" y="1038"/>
                      </a:lnTo>
                      <a:lnTo>
                        <a:pt x="199" y="1024"/>
                      </a:lnTo>
                      <a:lnTo>
                        <a:pt x="161" y="1005"/>
                      </a:lnTo>
                      <a:lnTo>
                        <a:pt x="127" y="982"/>
                      </a:lnTo>
                      <a:lnTo>
                        <a:pt x="96" y="954"/>
                      </a:lnTo>
                      <a:lnTo>
                        <a:pt x="68" y="923"/>
                      </a:lnTo>
                      <a:lnTo>
                        <a:pt x="45" y="887"/>
                      </a:lnTo>
                      <a:lnTo>
                        <a:pt x="26" y="850"/>
                      </a:lnTo>
                      <a:lnTo>
                        <a:pt x="12" y="810"/>
                      </a:lnTo>
                      <a:lnTo>
                        <a:pt x="3" y="768"/>
                      </a:lnTo>
                      <a:lnTo>
                        <a:pt x="0" y="723"/>
                      </a:lnTo>
                      <a:lnTo>
                        <a:pt x="3" y="677"/>
                      </a:lnTo>
                      <a:lnTo>
                        <a:pt x="13" y="632"/>
                      </a:lnTo>
                      <a:lnTo>
                        <a:pt x="28" y="591"/>
                      </a:lnTo>
                      <a:lnTo>
                        <a:pt x="49" y="553"/>
                      </a:lnTo>
                      <a:lnTo>
                        <a:pt x="75" y="517"/>
                      </a:lnTo>
                      <a:lnTo>
                        <a:pt x="105" y="485"/>
                      </a:lnTo>
                      <a:lnTo>
                        <a:pt x="139" y="457"/>
                      </a:lnTo>
                      <a:lnTo>
                        <a:pt x="177" y="435"/>
                      </a:lnTo>
                      <a:lnTo>
                        <a:pt x="85" y="37"/>
                      </a:lnTo>
                      <a:lnTo>
                        <a:pt x="140" y="28"/>
                      </a:lnTo>
                      <a:lnTo>
                        <a:pt x="194" y="16"/>
                      </a:lnTo>
                      <a:lnTo>
                        <a:pt x="246" y="0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40" name="Freeform 68"/>
                <p:cNvSpPr>
                  <a:spLocks/>
                </p:cNvSpPr>
                <p:nvPr/>
              </p:nvSpPr>
              <p:spPr bwMode="auto">
                <a:xfrm>
                  <a:off x="4967288" y="5326063"/>
                  <a:ext cx="184150" cy="106363"/>
                </a:xfrm>
                <a:custGeom>
                  <a:avLst/>
                  <a:gdLst>
                    <a:gd name="T0" fmla="*/ 1106 w 1159"/>
                    <a:gd name="T1" fmla="*/ 0 h 675"/>
                    <a:gd name="T2" fmla="*/ 1120 w 1159"/>
                    <a:gd name="T3" fmla="*/ 54 h 675"/>
                    <a:gd name="T4" fmla="*/ 1138 w 1159"/>
                    <a:gd name="T5" fmla="*/ 106 h 675"/>
                    <a:gd name="T6" fmla="*/ 1159 w 1159"/>
                    <a:gd name="T7" fmla="*/ 156 h 675"/>
                    <a:gd name="T8" fmla="*/ 651 w 1159"/>
                    <a:gd name="T9" fmla="*/ 326 h 675"/>
                    <a:gd name="T10" fmla="*/ 652 w 1159"/>
                    <a:gd name="T11" fmla="*/ 336 h 675"/>
                    <a:gd name="T12" fmla="*/ 653 w 1159"/>
                    <a:gd name="T13" fmla="*/ 348 h 675"/>
                    <a:gd name="T14" fmla="*/ 651 w 1159"/>
                    <a:gd name="T15" fmla="*/ 392 h 675"/>
                    <a:gd name="T16" fmla="*/ 642 w 1159"/>
                    <a:gd name="T17" fmla="*/ 435 h 675"/>
                    <a:gd name="T18" fmla="*/ 628 w 1159"/>
                    <a:gd name="T19" fmla="*/ 475 h 675"/>
                    <a:gd name="T20" fmla="*/ 609 w 1159"/>
                    <a:gd name="T21" fmla="*/ 513 h 675"/>
                    <a:gd name="T22" fmla="*/ 586 w 1159"/>
                    <a:gd name="T23" fmla="*/ 547 h 675"/>
                    <a:gd name="T24" fmla="*/ 558 w 1159"/>
                    <a:gd name="T25" fmla="*/ 579 h 675"/>
                    <a:gd name="T26" fmla="*/ 527 w 1159"/>
                    <a:gd name="T27" fmla="*/ 607 h 675"/>
                    <a:gd name="T28" fmla="*/ 491 w 1159"/>
                    <a:gd name="T29" fmla="*/ 630 h 675"/>
                    <a:gd name="T30" fmla="*/ 454 w 1159"/>
                    <a:gd name="T31" fmla="*/ 649 h 675"/>
                    <a:gd name="T32" fmla="*/ 414 w 1159"/>
                    <a:gd name="T33" fmla="*/ 664 h 675"/>
                    <a:gd name="T34" fmla="*/ 370 w 1159"/>
                    <a:gd name="T35" fmla="*/ 671 h 675"/>
                    <a:gd name="T36" fmla="*/ 326 w 1159"/>
                    <a:gd name="T37" fmla="*/ 675 h 675"/>
                    <a:gd name="T38" fmla="*/ 282 w 1159"/>
                    <a:gd name="T39" fmla="*/ 671 h 675"/>
                    <a:gd name="T40" fmla="*/ 240 w 1159"/>
                    <a:gd name="T41" fmla="*/ 664 h 675"/>
                    <a:gd name="T42" fmla="*/ 200 w 1159"/>
                    <a:gd name="T43" fmla="*/ 649 h 675"/>
                    <a:gd name="T44" fmla="*/ 162 w 1159"/>
                    <a:gd name="T45" fmla="*/ 630 h 675"/>
                    <a:gd name="T46" fmla="*/ 126 w 1159"/>
                    <a:gd name="T47" fmla="*/ 607 h 675"/>
                    <a:gd name="T48" fmla="*/ 95 w 1159"/>
                    <a:gd name="T49" fmla="*/ 579 h 675"/>
                    <a:gd name="T50" fmla="*/ 68 w 1159"/>
                    <a:gd name="T51" fmla="*/ 547 h 675"/>
                    <a:gd name="T52" fmla="*/ 44 w 1159"/>
                    <a:gd name="T53" fmla="*/ 513 h 675"/>
                    <a:gd name="T54" fmla="*/ 26 w 1159"/>
                    <a:gd name="T55" fmla="*/ 475 h 675"/>
                    <a:gd name="T56" fmla="*/ 12 w 1159"/>
                    <a:gd name="T57" fmla="*/ 435 h 675"/>
                    <a:gd name="T58" fmla="*/ 3 w 1159"/>
                    <a:gd name="T59" fmla="*/ 392 h 675"/>
                    <a:gd name="T60" fmla="*/ 0 w 1159"/>
                    <a:gd name="T61" fmla="*/ 348 h 675"/>
                    <a:gd name="T62" fmla="*/ 3 w 1159"/>
                    <a:gd name="T63" fmla="*/ 303 h 675"/>
                    <a:gd name="T64" fmla="*/ 12 w 1159"/>
                    <a:gd name="T65" fmla="*/ 261 h 675"/>
                    <a:gd name="T66" fmla="*/ 26 w 1159"/>
                    <a:gd name="T67" fmla="*/ 221 h 675"/>
                    <a:gd name="T68" fmla="*/ 44 w 1159"/>
                    <a:gd name="T69" fmla="*/ 183 h 675"/>
                    <a:gd name="T70" fmla="*/ 68 w 1159"/>
                    <a:gd name="T71" fmla="*/ 148 h 675"/>
                    <a:gd name="T72" fmla="*/ 95 w 1159"/>
                    <a:gd name="T73" fmla="*/ 117 h 675"/>
                    <a:gd name="T74" fmla="*/ 126 w 1159"/>
                    <a:gd name="T75" fmla="*/ 89 h 675"/>
                    <a:gd name="T76" fmla="*/ 162 w 1159"/>
                    <a:gd name="T77" fmla="*/ 66 h 675"/>
                    <a:gd name="T78" fmla="*/ 200 w 1159"/>
                    <a:gd name="T79" fmla="*/ 47 h 675"/>
                    <a:gd name="T80" fmla="*/ 240 w 1159"/>
                    <a:gd name="T81" fmla="*/ 33 h 675"/>
                    <a:gd name="T82" fmla="*/ 282 w 1159"/>
                    <a:gd name="T83" fmla="*/ 25 h 675"/>
                    <a:gd name="T84" fmla="*/ 326 w 1159"/>
                    <a:gd name="T85" fmla="*/ 21 h 675"/>
                    <a:gd name="T86" fmla="*/ 369 w 1159"/>
                    <a:gd name="T87" fmla="*/ 24 h 675"/>
                    <a:gd name="T88" fmla="*/ 409 w 1159"/>
                    <a:gd name="T89" fmla="*/ 33 h 675"/>
                    <a:gd name="T90" fmla="*/ 448 w 1159"/>
                    <a:gd name="T91" fmla="*/ 45 h 675"/>
                    <a:gd name="T92" fmla="*/ 485 w 1159"/>
                    <a:gd name="T93" fmla="*/ 63 h 675"/>
                    <a:gd name="T94" fmla="*/ 518 w 1159"/>
                    <a:gd name="T95" fmla="*/ 84 h 675"/>
                    <a:gd name="T96" fmla="*/ 549 w 1159"/>
                    <a:gd name="T97" fmla="*/ 109 h 675"/>
                    <a:gd name="T98" fmla="*/ 577 w 1159"/>
                    <a:gd name="T99" fmla="*/ 138 h 675"/>
                    <a:gd name="T100" fmla="*/ 600 w 1159"/>
                    <a:gd name="T101" fmla="*/ 170 h 675"/>
                    <a:gd name="T102" fmla="*/ 1106 w 1159"/>
                    <a:gd name="T103" fmla="*/ 0 h 6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</a:cxnLst>
                  <a:rect l="0" t="0" r="r" b="b"/>
                  <a:pathLst>
                    <a:path w="1159" h="675">
                      <a:moveTo>
                        <a:pt x="1106" y="0"/>
                      </a:moveTo>
                      <a:lnTo>
                        <a:pt x="1120" y="54"/>
                      </a:lnTo>
                      <a:lnTo>
                        <a:pt x="1138" y="106"/>
                      </a:lnTo>
                      <a:lnTo>
                        <a:pt x="1159" y="156"/>
                      </a:lnTo>
                      <a:lnTo>
                        <a:pt x="651" y="326"/>
                      </a:lnTo>
                      <a:lnTo>
                        <a:pt x="652" y="336"/>
                      </a:lnTo>
                      <a:lnTo>
                        <a:pt x="653" y="348"/>
                      </a:lnTo>
                      <a:lnTo>
                        <a:pt x="651" y="392"/>
                      </a:lnTo>
                      <a:lnTo>
                        <a:pt x="642" y="435"/>
                      </a:lnTo>
                      <a:lnTo>
                        <a:pt x="628" y="475"/>
                      </a:lnTo>
                      <a:lnTo>
                        <a:pt x="609" y="513"/>
                      </a:lnTo>
                      <a:lnTo>
                        <a:pt x="586" y="547"/>
                      </a:lnTo>
                      <a:lnTo>
                        <a:pt x="558" y="579"/>
                      </a:lnTo>
                      <a:lnTo>
                        <a:pt x="527" y="607"/>
                      </a:lnTo>
                      <a:lnTo>
                        <a:pt x="491" y="630"/>
                      </a:lnTo>
                      <a:lnTo>
                        <a:pt x="454" y="649"/>
                      </a:lnTo>
                      <a:lnTo>
                        <a:pt x="414" y="664"/>
                      </a:lnTo>
                      <a:lnTo>
                        <a:pt x="370" y="671"/>
                      </a:lnTo>
                      <a:lnTo>
                        <a:pt x="326" y="675"/>
                      </a:lnTo>
                      <a:lnTo>
                        <a:pt x="282" y="671"/>
                      </a:lnTo>
                      <a:lnTo>
                        <a:pt x="240" y="664"/>
                      </a:lnTo>
                      <a:lnTo>
                        <a:pt x="200" y="649"/>
                      </a:lnTo>
                      <a:lnTo>
                        <a:pt x="162" y="630"/>
                      </a:lnTo>
                      <a:lnTo>
                        <a:pt x="126" y="607"/>
                      </a:lnTo>
                      <a:lnTo>
                        <a:pt x="95" y="579"/>
                      </a:lnTo>
                      <a:lnTo>
                        <a:pt x="68" y="547"/>
                      </a:lnTo>
                      <a:lnTo>
                        <a:pt x="44" y="513"/>
                      </a:lnTo>
                      <a:lnTo>
                        <a:pt x="26" y="475"/>
                      </a:lnTo>
                      <a:lnTo>
                        <a:pt x="12" y="435"/>
                      </a:lnTo>
                      <a:lnTo>
                        <a:pt x="3" y="392"/>
                      </a:lnTo>
                      <a:lnTo>
                        <a:pt x="0" y="348"/>
                      </a:lnTo>
                      <a:lnTo>
                        <a:pt x="3" y="303"/>
                      </a:lnTo>
                      <a:lnTo>
                        <a:pt x="12" y="261"/>
                      </a:lnTo>
                      <a:lnTo>
                        <a:pt x="26" y="221"/>
                      </a:lnTo>
                      <a:lnTo>
                        <a:pt x="44" y="183"/>
                      </a:lnTo>
                      <a:lnTo>
                        <a:pt x="68" y="148"/>
                      </a:lnTo>
                      <a:lnTo>
                        <a:pt x="95" y="117"/>
                      </a:lnTo>
                      <a:lnTo>
                        <a:pt x="126" y="89"/>
                      </a:lnTo>
                      <a:lnTo>
                        <a:pt x="162" y="66"/>
                      </a:lnTo>
                      <a:lnTo>
                        <a:pt x="200" y="47"/>
                      </a:lnTo>
                      <a:lnTo>
                        <a:pt x="240" y="33"/>
                      </a:lnTo>
                      <a:lnTo>
                        <a:pt x="282" y="25"/>
                      </a:lnTo>
                      <a:lnTo>
                        <a:pt x="326" y="21"/>
                      </a:lnTo>
                      <a:lnTo>
                        <a:pt x="369" y="24"/>
                      </a:lnTo>
                      <a:lnTo>
                        <a:pt x="409" y="33"/>
                      </a:lnTo>
                      <a:lnTo>
                        <a:pt x="448" y="45"/>
                      </a:lnTo>
                      <a:lnTo>
                        <a:pt x="485" y="63"/>
                      </a:lnTo>
                      <a:lnTo>
                        <a:pt x="518" y="84"/>
                      </a:lnTo>
                      <a:lnTo>
                        <a:pt x="549" y="109"/>
                      </a:lnTo>
                      <a:lnTo>
                        <a:pt x="577" y="138"/>
                      </a:lnTo>
                      <a:lnTo>
                        <a:pt x="600" y="170"/>
                      </a:lnTo>
                      <a:lnTo>
                        <a:pt x="1106" y="0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41" name="Freeform 69"/>
                <p:cNvSpPr>
                  <a:spLocks/>
                </p:cNvSpPr>
                <p:nvPr/>
              </p:nvSpPr>
              <p:spPr bwMode="auto">
                <a:xfrm>
                  <a:off x="5170488" y="5211763"/>
                  <a:ext cx="177800" cy="177800"/>
                </a:xfrm>
                <a:custGeom>
                  <a:avLst/>
                  <a:gdLst>
                    <a:gd name="T0" fmla="*/ 561 w 1122"/>
                    <a:gd name="T1" fmla="*/ 0 h 1121"/>
                    <a:gd name="T2" fmla="*/ 622 w 1122"/>
                    <a:gd name="T3" fmla="*/ 3 h 1121"/>
                    <a:gd name="T4" fmla="*/ 681 w 1122"/>
                    <a:gd name="T5" fmla="*/ 13 h 1121"/>
                    <a:gd name="T6" fmla="*/ 738 w 1122"/>
                    <a:gd name="T7" fmla="*/ 29 h 1121"/>
                    <a:gd name="T8" fmla="*/ 792 w 1122"/>
                    <a:gd name="T9" fmla="*/ 50 h 1121"/>
                    <a:gd name="T10" fmla="*/ 843 w 1122"/>
                    <a:gd name="T11" fmla="*/ 76 h 1121"/>
                    <a:gd name="T12" fmla="*/ 892 w 1122"/>
                    <a:gd name="T13" fmla="*/ 108 h 1121"/>
                    <a:gd name="T14" fmla="*/ 937 w 1122"/>
                    <a:gd name="T15" fmla="*/ 145 h 1121"/>
                    <a:gd name="T16" fmla="*/ 976 w 1122"/>
                    <a:gd name="T17" fmla="*/ 185 h 1121"/>
                    <a:gd name="T18" fmla="*/ 1013 w 1122"/>
                    <a:gd name="T19" fmla="*/ 229 h 1121"/>
                    <a:gd name="T20" fmla="*/ 1045 w 1122"/>
                    <a:gd name="T21" fmla="*/ 278 h 1121"/>
                    <a:gd name="T22" fmla="*/ 1072 w 1122"/>
                    <a:gd name="T23" fmla="*/ 329 h 1121"/>
                    <a:gd name="T24" fmla="*/ 1093 w 1122"/>
                    <a:gd name="T25" fmla="*/ 383 h 1121"/>
                    <a:gd name="T26" fmla="*/ 1108 w 1122"/>
                    <a:gd name="T27" fmla="*/ 440 h 1121"/>
                    <a:gd name="T28" fmla="*/ 1118 w 1122"/>
                    <a:gd name="T29" fmla="*/ 499 h 1121"/>
                    <a:gd name="T30" fmla="*/ 1122 w 1122"/>
                    <a:gd name="T31" fmla="*/ 560 h 1121"/>
                    <a:gd name="T32" fmla="*/ 1118 w 1122"/>
                    <a:gd name="T33" fmla="*/ 621 h 1121"/>
                    <a:gd name="T34" fmla="*/ 1108 w 1122"/>
                    <a:gd name="T35" fmla="*/ 681 h 1121"/>
                    <a:gd name="T36" fmla="*/ 1093 w 1122"/>
                    <a:gd name="T37" fmla="*/ 737 h 1121"/>
                    <a:gd name="T38" fmla="*/ 1072 w 1122"/>
                    <a:gd name="T39" fmla="*/ 792 h 1121"/>
                    <a:gd name="T40" fmla="*/ 1045 w 1122"/>
                    <a:gd name="T41" fmla="*/ 843 h 1121"/>
                    <a:gd name="T42" fmla="*/ 1013 w 1122"/>
                    <a:gd name="T43" fmla="*/ 891 h 1121"/>
                    <a:gd name="T44" fmla="*/ 976 w 1122"/>
                    <a:gd name="T45" fmla="*/ 936 h 1121"/>
                    <a:gd name="T46" fmla="*/ 937 w 1122"/>
                    <a:gd name="T47" fmla="*/ 977 h 1121"/>
                    <a:gd name="T48" fmla="*/ 892 w 1122"/>
                    <a:gd name="T49" fmla="*/ 1012 h 1121"/>
                    <a:gd name="T50" fmla="*/ 843 w 1122"/>
                    <a:gd name="T51" fmla="*/ 1044 h 1121"/>
                    <a:gd name="T52" fmla="*/ 792 w 1122"/>
                    <a:gd name="T53" fmla="*/ 1071 h 1121"/>
                    <a:gd name="T54" fmla="*/ 738 w 1122"/>
                    <a:gd name="T55" fmla="*/ 1092 h 1121"/>
                    <a:gd name="T56" fmla="*/ 681 w 1122"/>
                    <a:gd name="T57" fmla="*/ 1108 h 1121"/>
                    <a:gd name="T58" fmla="*/ 622 w 1122"/>
                    <a:gd name="T59" fmla="*/ 1118 h 1121"/>
                    <a:gd name="T60" fmla="*/ 561 w 1122"/>
                    <a:gd name="T61" fmla="*/ 1121 h 1121"/>
                    <a:gd name="T62" fmla="*/ 500 w 1122"/>
                    <a:gd name="T63" fmla="*/ 1118 h 1121"/>
                    <a:gd name="T64" fmla="*/ 441 w 1122"/>
                    <a:gd name="T65" fmla="*/ 1108 h 1121"/>
                    <a:gd name="T66" fmla="*/ 384 w 1122"/>
                    <a:gd name="T67" fmla="*/ 1092 h 1121"/>
                    <a:gd name="T68" fmla="*/ 330 w 1122"/>
                    <a:gd name="T69" fmla="*/ 1071 h 1121"/>
                    <a:gd name="T70" fmla="*/ 279 w 1122"/>
                    <a:gd name="T71" fmla="*/ 1044 h 1121"/>
                    <a:gd name="T72" fmla="*/ 230 w 1122"/>
                    <a:gd name="T73" fmla="*/ 1012 h 1121"/>
                    <a:gd name="T74" fmla="*/ 186 w 1122"/>
                    <a:gd name="T75" fmla="*/ 977 h 1121"/>
                    <a:gd name="T76" fmla="*/ 145 w 1122"/>
                    <a:gd name="T77" fmla="*/ 936 h 1121"/>
                    <a:gd name="T78" fmla="*/ 109 w 1122"/>
                    <a:gd name="T79" fmla="*/ 891 h 1121"/>
                    <a:gd name="T80" fmla="*/ 77 w 1122"/>
                    <a:gd name="T81" fmla="*/ 843 h 1121"/>
                    <a:gd name="T82" fmla="*/ 50 w 1122"/>
                    <a:gd name="T83" fmla="*/ 792 h 1121"/>
                    <a:gd name="T84" fmla="*/ 29 w 1122"/>
                    <a:gd name="T85" fmla="*/ 737 h 1121"/>
                    <a:gd name="T86" fmla="*/ 14 w 1122"/>
                    <a:gd name="T87" fmla="*/ 681 h 1121"/>
                    <a:gd name="T88" fmla="*/ 4 w 1122"/>
                    <a:gd name="T89" fmla="*/ 621 h 1121"/>
                    <a:gd name="T90" fmla="*/ 0 w 1122"/>
                    <a:gd name="T91" fmla="*/ 560 h 1121"/>
                    <a:gd name="T92" fmla="*/ 4 w 1122"/>
                    <a:gd name="T93" fmla="*/ 499 h 1121"/>
                    <a:gd name="T94" fmla="*/ 14 w 1122"/>
                    <a:gd name="T95" fmla="*/ 440 h 1121"/>
                    <a:gd name="T96" fmla="*/ 29 w 1122"/>
                    <a:gd name="T97" fmla="*/ 383 h 1121"/>
                    <a:gd name="T98" fmla="*/ 50 w 1122"/>
                    <a:gd name="T99" fmla="*/ 329 h 1121"/>
                    <a:gd name="T100" fmla="*/ 77 w 1122"/>
                    <a:gd name="T101" fmla="*/ 278 h 1121"/>
                    <a:gd name="T102" fmla="*/ 109 w 1122"/>
                    <a:gd name="T103" fmla="*/ 229 h 1121"/>
                    <a:gd name="T104" fmla="*/ 145 w 1122"/>
                    <a:gd name="T105" fmla="*/ 185 h 1121"/>
                    <a:gd name="T106" fmla="*/ 186 w 1122"/>
                    <a:gd name="T107" fmla="*/ 145 h 1121"/>
                    <a:gd name="T108" fmla="*/ 230 w 1122"/>
                    <a:gd name="T109" fmla="*/ 108 h 1121"/>
                    <a:gd name="T110" fmla="*/ 279 w 1122"/>
                    <a:gd name="T111" fmla="*/ 76 h 1121"/>
                    <a:gd name="T112" fmla="*/ 330 w 1122"/>
                    <a:gd name="T113" fmla="*/ 50 h 1121"/>
                    <a:gd name="T114" fmla="*/ 384 w 1122"/>
                    <a:gd name="T115" fmla="*/ 29 h 1121"/>
                    <a:gd name="T116" fmla="*/ 441 w 1122"/>
                    <a:gd name="T117" fmla="*/ 13 h 1121"/>
                    <a:gd name="T118" fmla="*/ 500 w 1122"/>
                    <a:gd name="T119" fmla="*/ 3 h 1121"/>
                    <a:gd name="T120" fmla="*/ 561 w 1122"/>
                    <a:gd name="T121" fmla="*/ 0 h 112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  <a:cxn ang="0">
                      <a:pos x="T110" y="T111"/>
                    </a:cxn>
                    <a:cxn ang="0">
                      <a:pos x="T112" y="T113"/>
                    </a:cxn>
                    <a:cxn ang="0">
                      <a:pos x="T114" y="T115"/>
                    </a:cxn>
                    <a:cxn ang="0">
                      <a:pos x="T116" y="T117"/>
                    </a:cxn>
                    <a:cxn ang="0">
                      <a:pos x="T118" y="T119"/>
                    </a:cxn>
                    <a:cxn ang="0">
                      <a:pos x="T120" y="T121"/>
                    </a:cxn>
                  </a:cxnLst>
                  <a:rect l="0" t="0" r="r" b="b"/>
                  <a:pathLst>
                    <a:path w="1122" h="1121">
                      <a:moveTo>
                        <a:pt x="561" y="0"/>
                      </a:moveTo>
                      <a:lnTo>
                        <a:pt x="622" y="3"/>
                      </a:lnTo>
                      <a:lnTo>
                        <a:pt x="681" y="13"/>
                      </a:lnTo>
                      <a:lnTo>
                        <a:pt x="738" y="29"/>
                      </a:lnTo>
                      <a:lnTo>
                        <a:pt x="792" y="50"/>
                      </a:lnTo>
                      <a:lnTo>
                        <a:pt x="843" y="76"/>
                      </a:lnTo>
                      <a:lnTo>
                        <a:pt x="892" y="108"/>
                      </a:lnTo>
                      <a:lnTo>
                        <a:pt x="937" y="145"/>
                      </a:lnTo>
                      <a:lnTo>
                        <a:pt x="976" y="185"/>
                      </a:lnTo>
                      <a:lnTo>
                        <a:pt x="1013" y="229"/>
                      </a:lnTo>
                      <a:lnTo>
                        <a:pt x="1045" y="278"/>
                      </a:lnTo>
                      <a:lnTo>
                        <a:pt x="1072" y="329"/>
                      </a:lnTo>
                      <a:lnTo>
                        <a:pt x="1093" y="383"/>
                      </a:lnTo>
                      <a:lnTo>
                        <a:pt x="1108" y="440"/>
                      </a:lnTo>
                      <a:lnTo>
                        <a:pt x="1118" y="499"/>
                      </a:lnTo>
                      <a:lnTo>
                        <a:pt x="1122" y="560"/>
                      </a:lnTo>
                      <a:lnTo>
                        <a:pt x="1118" y="621"/>
                      </a:lnTo>
                      <a:lnTo>
                        <a:pt x="1108" y="681"/>
                      </a:lnTo>
                      <a:lnTo>
                        <a:pt x="1093" y="737"/>
                      </a:lnTo>
                      <a:lnTo>
                        <a:pt x="1072" y="792"/>
                      </a:lnTo>
                      <a:lnTo>
                        <a:pt x="1045" y="843"/>
                      </a:lnTo>
                      <a:lnTo>
                        <a:pt x="1013" y="891"/>
                      </a:lnTo>
                      <a:lnTo>
                        <a:pt x="976" y="936"/>
                      </a:lnTo>
                      <a:lnTo>
                        <a:pt x="937" y="977"/>
                      </a:lnTo>
                      <a:lnTo>
                        <a:pt x="892" y="1012"/>
                      </a:lnTo>
                      <a:lnTo>
                        <a:pt x="843" y="1044"/>
                      </a:lnTo>
                      <a:lnTo>
                        <a:pt x="792" y="1071"/>
                      </a:lnTo>
                      <a:lnTo>
                        <a:pt x="738" y="1092"/>
                      </a:lnTo>
                      <a:lnTo>
                        <a:pt x="681" y="1108"/>
                      </a:lnTo>
                      <a:lnTo>
                        <a:pt x="622" y="1118"/>
                      </a:lnTo>
                      <a:lnTo>
                        <a:pt x="561" y="1121"/>
                      </a:lnTo>
                      <a:lnTo>
                        <a:pt x="500" y="1118"/>
                      </a:lnTo>
                      <a:lnTo>
                        <a:pt x="441" y="1108"/>
                      </a:lnTo>
                      <a:lnTo>
                        <a:pt x="384" y="1092"/>
                      </a:lnTo>
                      <a:lnTo>
                        <a:pt x="330" y="1071"/>
                      </a:lnTo>
                      <a:lnTo>
                        <a:pt x="279" y="1044"/>
                      </a:lnTo>
                      <a:lnTo>
                        <a:pt x="230" y="1012"/>
                      </a:lnTo>
                      <a:lnTo>
                        <a:pt x="186" y="977"/>
                      </a:lnTo>
                      <a:lnTo>
                        <a:pt x="145" y="936"/>
                      </a:lnTo>
                      <a:lnTo>
                        <a:pt x="109" y="891"/>
                      </a:lnTo>
                      <a:lnTo>
                        <a:pt x="77" y="843"/>
                      </a:lnTo>
                      <a:lnTo>
                        <a:pt x="50" y="792"/>
                      </a:lnTo>
                      <a:lnTo>
                        <a:pt x="29" y="737"/>
                      </a:lnTo>
                      <a:lnTo>
                        <a:pt x="14" y="681"/>
                      </a:lnTo>
                      <a:lnTo>
                        <a:pt x="4" y="621"/>
                      </a:lnTo>
                      <a:lnTo>
                        <a:pt x="0" y="560"/>
                      </a:lnTo>
                      <a:lnTo>
                        <a:pt x="4" y="499"/>
                      </a:lnTo>
                      <a:lnTo>
                        <a:pt x="14" y="440"/>
                      </a:lnTo>
                      <a:lnTo>
                        <a:pt x="29" y="383"/>
                      </a:lnTo>
                      <a:lnTo>
                        <a:pt x="50" y="329"/>
                      </a:lnTo>
                      <a:lnTo>
                        <a:pt x="77" y="278"/>
                      </a:lnTo>
                      <a:lnTo>
                        <a:pt x="109" y="229"/>
                      </a:lnTo>
                      <a:lnTo>
                        <a:pt x="145" y="185"/>
                      </a:lnTo>
                      <a:lnTo>
                        <a:pt x="186" y="145"/>
                      </a:lnTo>
                      <a:lnTo>
                        <a:pt x="230" y="108"/>
                      </a:lnTo>
                      <a:lnTo>
                        <a:pt x="279" y="76"/>
                      </a:lnTo>
                      <a:lnTo>
                        <a:pt x="330" y="50"/>
                      </a:lnTo>
                      <a:lnTo>
                        <a:pt x="384" y="29"/>
                      </a:lnTo>
                      <a:lnTo>
                        <a:pt x="441" y="13"/>
                      </a:lnTo>
                      <a:lnTo>
                        <a:pt x="500" y="3"/>
                      </a:lnTo>
                      <a:lnTo>
                        <a:pt x="561" y="0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</p:grpSp>
        </p:grpSp>
        <p:grpSp>
          <p:nvGrpSpPr>
            <p:cNvPr id="31" name="그룹 53"/>
            <p:cNvGrpSpPr/>
            <p:nvPr/>
          </p:nvGrpSpPr>
          <p:grpSpPr>
            <a:xfrm>
              <a:off x="6270410" y="4434101"/>
              <a:ext cx="1501173" cy="1717182"/>
              <a:chOff x="6118010" y="4281701"/>
              <a:chExt cx="1501173" cy="1717182"/>
            </a:xfrm>
          </p:grpSpPr>
          <p:sp>
            <p:nvSpPr>
              <p:cNvPr id="32" name="Freeform 28"/>
              <p:cNvSpPr>
                <a:spLocks noEditPoints="1"/>
              </p:cNvSpPr>
              <p:nvPr/>
            </p:nvSpPr>
            <p:spPr bwMode="auto">
              <a:xfrm>
                <a:off x="6118010" y="4281701"/>
                <a:ext cx="1501173" cy="1717182"/>
              </a:xfrm>
              <a:custGeom>
                <a:avLst/>
                <a:gdLst>
                  <a:gd name="T0" fmla="*/ 687 w 1653"/>
                  <a:gd name="T1" fmla="*/ 411 h 1892"/>
                  <a:gd name="T2" fmla="*/ 495 w 1653"/>
                  <a:gd name="T3" fmla="*/ 488 h 1892"/>
                  <a:gd name="T4" fmla="*/ 329 w 1653"/>
                  <a:gd name="T5" fmla="*/ 621 h 1892"/>
                  <a:gd name="T6" fmla="*/ 214 w 1653"/>
                  <a:gd name="T7" fmla="*/ 791 h 1892"/>
                  <a:gd name="T8" fmla="*/ 155 w 1653"/>
                  <a:gd name="T9" fmla="*/ 983 h 1892"/>
                  <a:gd name="T10" fmla="*/ 152 w 1653"/>
                  <a:gd name="T11" fmla="*/ 1184 h 1892"/>
                  <a:gd name="T12" fmla="*/ 209 w 1653"/>
                  <a:gd name="T13" fmla="*/ 1381 h 1892"/>
                  <a:gd name="T14" fmla="*/ 325 w 1653"/>
                  <a:gd name="T15" fmla="*/ 1559 h 1892"/>
                  <a:gd name="T16" fmla="*/ 484 w 1653"/>
                  <a:gd name="T17" fmla="*/ 1691 h 1892"/>
                  <a:gd name="T18" fmla="*/ 670 w 1653"/>
                  <a:gd name="T19" fmla="*/ 1769 h 1892"/>
                  <a:gd name="T20" fmla="*/ 870 w 1653"/>
                  <a:gd name="T21" fmla="*/ 1791 h 1892"/>
                  <a:gd name="T22" fmla="*/ 1070 w 1653"/>
                  <a:gd name="T23" fmla="*/ 1754 h 1892"/>
                  <a:gd name="T24" fmla="*/ 1256 w 1653"/>
                  <a:gd name="T25" fmla="*/ 1657 h 1892"/>
                  <a:gd name="T26" fmla="*/ 1406 w 1653"/>
                  <a:gd name="T27" fmla="*/ 1510 h 1892"/>
                  <a:gd name="T28" fmla="*/ 1502 w 1653"/>
                  <a:gd name="T29" fmla="*/ 1331 h 1892"/>
                  <a:gd name="T30" fmla="*/ 1543 w 1653"/>
                  <a:gd name="T31" fmla="*/ 1135 h 1892"/>
                  <a:gd name="T32" fmla="*/ 1526 w 1653"/>
                  <a:gd name="T33" fmla="*/ 934 h 1892"/>
                  <a:gd name="T34" fmla="*/ 1450 w 1653"/>
                  <a:gd name="T35" fmla="*/ 742 h 1892"/>
                  <a:gd name="T36" fmla="*/ 1317 w 1653"/>
                  <a:gd name="T37" fmla="*/ 576 h 1892"/>
                  <a:gd name="T38" fmla="*/ 1147 w 1653"/>
                  <a:gd name="T39" fmla="*/ 462 h 1892"/>
                  <a:gd name="T40" fmla="*/ 955 w 1653"/>
                  <a:gd name="T41" fmla="*/ 402 h 1892"/>
                  <a:gd name="T42" fmla="*/ 51 w 1653"/>
                  <a:gd name="T43" fmla="*/ 0 h 1892"/>
                  <a:gd name="T44" fmla="*/ 89 w 1653"/>
                  <a:gd name="T45" fmla="*/ 6 h 1892"/>
                  <a:gd name="T46" fmla="*/ 193 w 1653"/>
                  <a:gd name="T47" fmla="*/ 27 h 1892"/>
                  <a:gd name="T48" fmla="*/ 345 w 1653"/>
                  <a:gd name="T49" fmla="*/ 62 h 1892"/>
                  <a:gd name="T50" fmla="*/ 534 w 1653"/>
                  <a:gd name="T51" fmla="*/ 109 h 1892"/>
                  <a:gd name="T52" fmla="*/ 742 w 1653"/>
                  <a:gd name="T53" fmla="*/ 171 h 1892"/>
                  <a:gd name="T54" fmla="*/ 954 w 1653"/>
                  <a:gd name="T55" fmla="*/ 244 h 1892"/>
                  <a:gd name="T56" fmla="*/ 1155 w 1653"/>
                  <a:gd name="T57" fmla="*/ 329 h 1892"/>
                  <a:gd name="T58" fmla="*/ 1330 w 1653"/>
                  <a:gd name="T59" fmla="*/ 427 h 1892"/>
                  <a:gd name="T60" fmla="*/ 1462 w 1653"/>
                  <a:gd name="T61" fmla="*/ 537 h 1892"/>
                  <a:gd name="T62" fmla="*/ 1572 w 1653"/>
                  <a:gd name="T63" fmla="*/ 704 h 1892"/>
                  <a:gd name="T64" fmla="*/ 1639 w 1653"/>
                  <a:gd name="T65" fmla="*/ 910 h 1892"/>
                  <a:gd name="T66" fmla="*/ 1650 w 1653"/>
                  <a:gd name="T67" fmla="*/ 1122 h 1892"/>
                  <a:gd name="T68" fmla="*/ 1608 w 1653"/>
                  <a:gd name="T69" fmla="*/ 1330 h 1892"/>
                  <a:gd name="T70" fmla="*/ 1515 w 1653"/>
                  <a:gd name="T71" fmla="*/ 1521 h 1892"/>
                  <a:gd name="T72" fmla="*/ 1371 w 1653"/>
                  <a:gd name="T73" fmla="*/ 1686 h 1892"/>
                  <a:gd name="T74" fmla="*/ 1183 w 1653"/>
                  <a:gd name="T75" fmla="*/ 1810 h 1892"/>
                  <a:gd name="T76" fmla="*/ 977 w 1653"/>
                  <a:gd name="T77" fmla="*/ 1877 h 1892"/>
                  <a:gd name="T78" fmla="*/ 765 w 1653"/>
                  <a:gd name="T79" fmla="*/ 1889 h 1892"/>
                  <a:gd name="T80" fmla="*/ 557 w 1653"/>
                  <a:gd name="T81" fmla="*/ 1847 h 1892"/>
                  <a:gd name="T82" fmla="*/ 366 w 1653"/>
                  <a:gd name="T83" fmla="*/ 1753 h 1892"/>
                  <a:gd name="T84" fmla="*/ 201 w 1653"/>
                  <a:gd name="T85" fmla="*/ 1609 h 1892"/>
                  <a:gd name="T86" fmla="*/ 103 w 1653"/>
                  <a:gd name="T87" fmla="*/ 1459 h 1892"/>
                  <a:gd name="T88" fmla="*/ 47 w 1653"/>
                  <a:gd name="T89" fmla="*/ 1285 h 1892"/>
                  <a:gd name="T90" fmla="*/ 15 w 1653"/>
                  <a:gd name="T91" fmla="*/ 1080 h 1892"/>
                  <a:gd name="T92" fmla="*/ 1 w 1653"/>
                  <a:gd name="T93" fmla="*/ 859 h 1892"/>
                  <a:gd name="T94" fmla="*/ 1 w 1653"/>
                  <a:gd name="T95" fmla="*/ 636 h 1892"/>
                  <a:gd name="T96" fmla="*/ 11 w 1653"/>
                  <a:gd name="T97" fmla="*/ 425 h 1892"/>
                  <a:gd name="T98" fmla="*/ 24 w 1653"/>
                  <a:gd name="T99" fmla="*/ 242 h 1892"/>
                  <a:gd name="T100" fmla="*/ 39 w 1653"/>
                  <a:gd name="T101" fmla="*/ 101 h 1892"/>
                  <a:gd name="T102" fmla="*/ 49 w 1653"/>
                  <a:gd name="T103" fmla="*/ 17 h 189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</a:cxnLst>
                <a:rect l="0" t="0" r="r" b="b"/>
                <a:pathLst>
                  <a:path w="1653" h="1892">
                    <a:moveTo>
                      <a:pt x="820" y="394"/>
                    </a:moveTo>
                    <a:lnTo>
                      <a:pt x="754" y="399"/>
                    </a:lnTo>
                    <a:lnTo>
                      <a:pt x="687" y="411"/>
                    </a:lnTo>
                    <a:lnTo>
                      <a:pt x="621" y="430"/>
                    </a:lnTo>
                    <a:lnTo>
                      <a:pt x="557" y="456"/>
                    </a:lnTo>
                    <a:lnTo>
                      <a:pt x="495" y="488"/>
                    </a:lnTo>
                    <a:lnTo>
                      <a:pt x="434" y="527"/>
                    </a:lnTo>
                    <a:lnTo>
                      <a:pt x="379" y="572"/>
                    </a:lnTo>
                    <a:lnTo>
                      <a:pt x="329" y="621"/>
                    </a:lnTo>
                    <a:lnTo>
                      <a:pt x="285" y="674"/>
                    </a:lnTo>
                    <a:lnTo>
                      <a:pt x="247" y="731"/>
                    </a:lnTo>
                    <a:lnTo>
                      <a:pt x="214" y="791"/>
                    </a:lnTo>
                    <a:lnTo>
                      <a:pt x="189" y="853"/>
                    </a:lnTo>
                    <a:lnTo>
                      <a:pt x="169" y="917"/>
                    </a:lnTo>
                    <a:lnTo>
                      <a:pt x="155" y="983"/>
                    </a:lnTo>
                    <a:lnTo>
                      <a:pt x="147" y="1050"/>
                    </a:lnTo>
                    <a:lnTo>
                      <a:pt x="147" y="1116"/>
                    </a:lnTo>
                    <a:lnTo>
                      <a:pt x="152" y="1184"/>
                    </a:lnTo>
                    <a:lnTo>
                      <a:pt x="165" y="1251"/>
                    </a:lnTo>
                    <a:lnTo>
                      <a:pt x="183" y="1316"/>
                    </a:lnTo>
                    <a:lnTo>
                      <a:pt x="209" y="1381"/>
                    </a:lnTo>
                    <a:lnTo>
                      <a:pt x="241" y="1443"/>
                    </a:lnTo>
                    <a:lnTo>
                      <a:pt x="279" y="1504"/>
                    </a:lnTo>
                    <a:lnTo>
                      <a:pt x="325" y="1559"/>
                    </a:lnTo>
                    <a:lnTo>
                      <a:pt x="374" y="1609"/>
                    </a:lnTo>
                    <a:lnTo>
                      <a:pt x="428" y="1653"/>
                    </a:lnTo>
                    <a:lnTo>
                      <a:pt x="484" y="1691"/>
                    </a:lnTo>
                    <a:lnTo>
                      <a:pt x="544" y="1723"/>
                    </a:lnTo>
                    <a:lnTo>
                      <a:pt x="606" y="1749"/>
                    </a:lnTo>
                    <a:lnTo>
                      <a:pt x="670" y="1769"/>
                    </a:lnTo>
                    <a:lnTo>
                      <a:pt x="737" y="1783"/>
                    </a:lnTo>
                    <a:lnTo>
                      <a:pt x="803" y="1789"/>
                    </a:lnTo>
                    <a:lnTo>
                      <a:pt x="870" y="1791"/>
                    </a:lnTo>
                    <a:lnTo>
                      <a:pt x="938" y="1785"/>
                    </a:lnTo>
                    <a:lnTo>
                      <a:pt x="1004" y="1773"/>
                    </a:lnTo>
                    <a:lnTo>
                      <a:pt x="1070" y="1754"/>
                    </a:lnTo>
                    <a:lnTo>
                      <a:pt x="1133" y="1729"/>
                    </a:lnTo>
                    <a:lnTo>
                      <a:pt x="1197" y="1696"/>
                    </a:lnTo>
                    <a:lnTo>
                      <a:pt x="1256" y="1657"/>
                    </a:lnTo>
                    <a:lnTo>
                      <a:pt x="1311" y="1613"/>
                    </a:lnTo>
                    <a:lnTo>
                      <a:pt x="1361" y="1563"/>
                    </a:lnTo>
                    <a:lnTo>
                      <a:pt x="1406" y="1510"/>
                    </a:lnTo>
                    <a:lnTo>
                      <a:pt x="1444" y="1454"/>
                    </a:lnTo>
                    <a:lnTo>
                      <a:pt x="1476" y="1394"/>
                    </a:lnTo>
                    <a:lnTo>
                      <a:pt x="1502" y="1331"/>
                    </a:lnTo>
                    <a:lnTo>
                      <a:pt x="1522" y="1268"/>
                    </a:lnTo>
                    <a:lnTo>
                      <a:pt x="1535" y="1201"/>
                    </a:lnTo>
                    <a:lnTo>
                      <a:pt x="1543" y="1135"/>
                    </a:lnTo>
                    <a:lnTo>
                      <a:pt x="1543" y="1068"/>
                    </a:lnTo>
                    <a:lnTo>
                      <a:pt x="1538" y="1000"/>
                    </a:lnTo>
                    <a:lnTo>
                      <a:pt x="1526" y="934"/>
                    </a:lnTo>
                    <a:lnTo>
                      <a:pt x="1507" y="868"/>
                    </a:lnTo>
                    <a:lnTo>
                      <a:pt x="1483" y="804"/>
                    </a:lnTo>
                    <a:lnTo>
                      <a:pt x="1450" y="742"/>
                    </a:lnTo>
                    <a:lnTo>
                      <a:pt x="1411" y="682"/>
                    </a:lnTo>
                    <a:lnTo>
                      <a:pt x="1365" y="626"/>
                    </a:lnTo>
                    <a:lnTo>
                      <a:pt x="1317" y="576"/>
                    </a:lnTo>
                    <a:lnTo>
                      <a:pt x="1263" y="532"/>
                    </a:lnTo>
                    <a:lnTo>
                      <a:pt x="1206" y="493"/>
                    </a:lnTo>
                    <a:lnTo>
                      <a:pt x="1147" y="462"/>
                    </a:lnTo>
                    <a:lnTo>
                      <a:pt x="1085" y="435"/>
                    </a:lnTo>
                    <a:lnTo>
                      <a:pt x="1020" y="416"/>
                    </a:lnTo>
                    <a:lnTo>
                      <a:pt x="955" y="402"/>
                    </a:lnTo>
                    <a:lnTo>
                      <a:pt x="888" y="395"/>
                    </a:lnTo>
                    <a:lnTo>
                      <a:pt x="820" y="394"/>
                    </a:lnTo>
                    <a:close/>
                    <a:moveTo>
                      <a:pt x="51" y="0"/>
                    </a:moveTo>
                    <a:lnTo>
                      <a:pt x="55" y="0"/>
                    </a:lnTo>
                    <a:lnTo>
                      <a:pt x="69" y="2"/>
                    </a:lnTo>
                    <a:lnTo>
                      <a:pt x="89" y="6"/>
                    </a:lnTo>
                    <a:lnTo>
                      <a:pt x="117" y="12"/>
                    </a:lnTo>
                    <a:lnTo>
                      <a:pt x="151" y="19"/>
                    </a:lnTo>
                    <a:lnTo>
                      <a:pt x="193" y="27"/>
                    </a:lnTo>
                    <a:lnTo>
                      <a:pt x="239" y="37"/>
                    </a:lnTo>
                    <a:lnTo>
                      <a:pt x="290" y="48"/>
                    </a:lnTo>
                    <a:lnTo>
                      <a:pt x="345" y="62"/>
                    </a:lnTo>
                    <a:lnTo>
                      <a:pt x="406" y="77"/>
                    </a:lnTo>
                    <a:lnTo>
                      <a:pt x="468" y="93"/>
                    </a:lnTo>
                    <a:lnTo>
                      <a:pt x="534" y="109"/>
                    </a:lnTo>
                    <a:lnTo>
                      <a:pt x="602" y="128"/>
                    </a:lnTo>
                    <a:lnTo>
                      <a:pt x="672" y="148"/>
                    </a:lnTo>
                    <a:lnTo>
                      <a:pt x="742" y="171"/>
                    </a:lnTo>
                    <a:lnTo>
                      <a:pt x="813" y="194"/>
                    </a:lnTo>
                    <a:lnTo>
                      <a:pt x="884" y="218"/>
                    </a:lnTo>
                    <a:lnTo>
                      <a:pt x="954" y="244"/>
                    </a:lnTo>
                    <a:lnTo>
                      <a:pt x="1024" y="271"/>
                    </a:lnTo>
                    <a:lnTo>
                      <a:pt x="1090" y="299"/>
                    </a:lnTo>
                    <a:lnTo>
                      <a:pt x="1155" y="329"/>
                    </a:lnTo>
                    <a:lnTo>
                      <a:pt x="1217" y="361"/>
                    </a:lnTo>
                    <a:lnTo>
                      <a:pt x="1275" y="394"/>
                    </a:lnTo>
                    <a:lnTo>
                      <a:pt x="1330" y="427"/>
                    </a:lnTo>
                    <a:lnTo>
                      <a:pt x="1379" y="462"/>
                    </a:lnTo>
                    <a:lnTo>
                      <a:pt x="1423" y="499"/>
                    </a:lnTo>
                    <a:lnTo>
                      <a:pt x="1462" y="537"/>
                    </a:lnTo>
                    <a:lnTo>
                      <a:pt x="1495" y="576"/>
                    </a:lnTo>
                    <a:lnTo>
                      <a:pt x="1537" y="639"/>
                    </a:lnTo>
                    <a:lnTo>
                      <a:pt x="1572" y="704"/>
                    </a:lnTo>
                    <a:lnTo>
                      <a:pt x="1600" y="771"/>
                    </a:lnTo>
                    <a:lnTo>
                      <a:pt x="1623" y="840"/>
                    </a:lnTo>
                    <a:lnTo>
                      <a:pt x="1639" y="910"/>
                    </a:lnTo>
                    <a:lnTo>
                      <a:pt x="1649" y="980"/>
                    </a:lnTo>
                    <a:lnTo>
                      <a:pt x="1653" y="1052"/>
                    </a:lnTo>
                    <a:lnTo>
                      <a:pt x="1650" y="1122"/>
                    </a:lnTo>
                    <a:lnTo>
                      <a:pt x="1642" y="1192"/>
                    </a:lnTo>
                    <a:lnTo>
                      <a:pt x="1628" y="1262"/>
                    </a:lnTo>
                    <a:lnTo>
                      <a:pt x="1608" y="1330"/>
                    </a:lnTo>
                    <a:lnTo>
                      <a:pt x="1582" y="1396"/>
                    </a:lnTo>
                    <a:lnTo>
                      <a:pt x="1551" y="1460"/>
                    </a:lnTo>
                    <a:lnTo>
                      <a:pt x="1515" y="1521"/>
                    </a:lnTo>
                    <a:lnTo>
                      <a:pt x="1472" y="1579"/>
                    </a:lnTo>
                    <a:lnTo>
                      <a:pt x="1423" y="1634"/>
                    </a:lnTo>
                    <a:lnTo>
                      <a:pt x="1371" y="1686"/>
                    </a:lnTo>
                    <a:lnTo>
                      <a:pt x="1311" y="1733"/>
                    </a:lnTo>
                    <a:lnTo>
                      <a:pt x="1248" y="1775"/>
                    </a:lnTo>
                    <a:lnTo>
                      <a:pt x="1183" y="1810"/>
                    </a:lnTo>
                    <a:lnTo>
                      <a:pt x="1116" y="1838"/>
                    </a:lnTo>
                    <a:lnTo>
                      <a:pt x="1047" y="1861"/>
                    </a:lnTo>
                    <a:lnTo>
                      <a:pt x="977" y="1877"/>
                    </a:lnTo>
                    <a:lnTo>
                      <a:pt x="907" y="1888"/>
                    </a:lnTo>
                    <a:lnTo>
                      <a:pt x="835" y="1892"/>
                    </a:lnTo>
                    <a:lnTo>
                      <a:pt x="765" y="1889"/>
                    </a:lnTo>
                    <a:lnTo>
                      <a:pt x="695" y="1881"/>
                    </a:lnTo>
                    <a:lnTo>
                      <a:pt x="625" y="1868"/>
                    </a:lnTo>
                    <a:lnTo>
                      <a:pt x="557" y="1847"/>
                    </a:lnTo>
                    <a:lnTo>
                      <a:pt x="491" y="1822"/>
                    </a:lnTo>
                    <a:lnTo>
                      <a:pt x="426" y="1791"/>
                    </a:lnTo>
                    <a:lnTo>
                      <a:pt x="366" y="1753"/>
                    </a:lnTo>
                    <a:lnTo>
                      <a:pt x="306" y="1711"/>
                    </a:lnTo>
                    <a:lnTo>
                      <a:pt x="252" y="1663"/>
                    </a:lnTo>
                    <a:lnTo>
                      <a:pt x="201" y="1609"/>
                    </a:lnTo>
                    <a:lnTo>
                      <a:pt x="154" y="1549"/>
                    </a:lnTo>
                    <a:lnTo>
                      <a:pt x="125" y="1508"/>
                    </a:lnTo>
                    <a:lnTo>
                      <a:pt x="103" y="1459"/>
                    </a:lnTo>
                    <a:lnTo>
                      <a:pt x="81" y="1405"/>
                    </a:lnTo>
                    <a:lnTo>
                      <a:pt x="63" y="1347"/>
                    </a:lnTo>
                    <a:lnTo>
                      <a:pt x="47" y="1285"/>
                    </a:lnTo>
                    <a:lnTo>
                      <a:pt x="35" y="1220"/>
                    </a:lnTo>
                    <a:lnTo>
                      <a:pt x="24" y="1152"/>
                    </a:lnTo>
                    <a:lnTo>
                      <a:pt x="15" y="1080"/>
                    </a:lnTo>
                    <a:lnTo>
                      <a:pt x="9" y="1007"/>
                    </a:lnTo>
                    <a:lnTo>
                      <a:pt x="4" y="934"/>
                    </a:lnTo>
                    <a:lnTo>
                      <a:pt x="1" y="859"/>
                    </a:lnTo>
                    <a:lnTo>
                      <a:pt x="0" y="785"/>
                    </a:lnTo>
                    <a:lnTo>
                      <a:pt x="0" y="709"/>
                    </a:lnTo>
                    <a:lnTo>
                      <a:pt x="1" y="636"/>
                    </a:lnTo>
                    <a:lnTo>
                      <a:pt x="4" y="563"/>
                    </a:lnTo>
                    <a:lnTo>
                      <a:pt x="7" y="493"/>
                    </a:lnTo>
                    <a:lnTo>
                      <a:pt x="11" y="425"/>
                    </a:lnTo>
                    <a:lnTo>
                      <a:pt x="15" y="360"/>
                    </a:lnTo>
                    <a:lnTo>
                      <a:pt x="19" y="299"/>
                    </a:lnTo>
                    <a:lnTo>
                      <a:pt x="24" y="242"/>
                    </a:lnTo>
                    <a:lnTo>
                      <a:pt x="30" y="190"/>
                    </a:lnTo>
                    <a:lnTo>
                      <a:pt x="34" y="143"/>
                    </a:lnTo>
                    <a:lnTo>
                      <a:pt x="39" y="101"/>
                    </a:lnTo>
                    <a:lnTo>
                      <a:pt x="43" y="66"/>
                    </a:lnTo>
                    <a:lnTo>
                      <a:pt x="46" y="37"/>
                    </a:lnTo>
                    <a:lnTo>
                      <a:pt x="49" y="17"/>
                    </a:lnTo>
                    <a:lnTo>
                      <a:pt x="50" y="4"/>
                    </a:lnTo>
                    <a:lnTo>
                      <a:pt x="51" y="0"/>
                    </a:lnTo>
                    <a:close/>
                  </a:path>
                </a:pathLst>
              </a:custGeom>
              <a:solidFill>
                <a:schemeClr val="accent6"/>
              </a:solidFill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33" name="Freeform 74"/>
              <p:cNvSpPr>
                <a:spLocks noEditPoints="1"/>
              </p:cNvSpPr>
              <p:nvPr/>
            </p:nvSpPr>
            <p:spPr bwMode="auto">
              <a:xfrm>
                <a:off x="6650038" y="4946650"/>
                <a:ext cx="517525" cy="635000"/>
              </a:xfrm>
              <a:custGeom>
                <a:avLst/>
                <a:gdLst>
                  <a:gd name="T0" fmla="*/ 2003 w 2939"/>
                  <a:gd name="T1" fmla="*/ 2890 h 3600"/>
                  <a:gd name="T2" fmla="*/ 1859 w 2939"/>
                  <a:gd name="T3" fmla="*/ 2961 h 3600"/>
                  <a:gd name="T4" fmla="*/ 2195 w 2939"/>
                  <a:gd name="T5" fmla="*/ 3289 h 3600"/>
                  <a:gd name="T6" fmla="*/ 2729 w 2939"/>
                  <a:gd name="T7" fmla="*/ 2753 h 3600"/>
                  <a:gd name="T8" fmla="*/ 2634 w 2939"/>
                  <a:gd name="T9" fmla="*/ 2623 h 3600"/>
                  <a:gd name="T10" fmla="*/ 1495 w 2939"/>
                  <a:gd name="T11" fmla="*/ 2623 h 3600"/>
                  <a:gd name="T12" fmla="*/ 949 w 2939"/>
                  <a:gd name="T13" fmla="*/ 2664 h 3600"/>
                  <a:gd name="T14" fmla="*/ 963 w 2939"/>
                  <a:gd name="T15" fmla="*/ 2522 h 3600"/>
                  <a:gd name="T16" fmla="*/ 838 w 2939"/>
                  <a:gd name="T17" fmla="*/ 2470 h 3600"/>
                  <a:gd name="T18" fmla="*/ 456 w 2939"/>
                  <a:gd name="T19" fmla="*/ 2606 h 3600"/>
                  <a:gd name="T20" fmla="*/ 488 w 2939"/>
                  <a:gd name="T21" fmla="*/ 2522 h 3600"/>
                  <a:gd name="T22" fmla="*/ 2269 w 2939"/>
                  <a:gd name="T23" fmla="*/ 2263 h 3600"/>
                  <a:gd name="T24" fmla="*/ 2743 w 2939"/>
                  <a:gd name="T25" fmla="*/ 2459 h 3600"/>
                  <a:gd name="T26" fmla="*/ 2939 w 2939"/>
                  <a:gd name="T27" fmla="*/ 2931 h 3600"/>
                  <a:gd name="T28" fmla="*/ 2743 w 2939"/>
                  <a:gd name="T29" fmla="*/ 3404 h 3600"/>
                  <a:gd name="T30" fmla="*/ 2269 w 2939"/>
                  <a:gd name="T31" fmla="*/ 3600 h 3600"/>
                  <a:gd name="T32" fmla="*/ 1795 w 2939"/>
                  <a:gd name="T33" fmla="*/ 3404 h 3600"/>
                  <a:gd name="T34" fmla="*/ 1599 w 2939"/>
                  <a:gd name="T35" fmla="*/ 2931 h 3600"/>
                  <a:gd name="T36" fmla="*/ 1795 w 2939"/>
                  <a:gd name="T37" fmla="*/ 2459 h 3600"/>
                  <a:gd name="T38" fmla="*/ 2269 w 2939"/>
                  <a:gd name="T39" fmla="*/ 2263 h 3600"/>
                  <a:gd name="T40" fmla="*/ 1599 w 2939"/>
                  <a:gd name="T41" fmla="*/ 2160 h 3600"/>
                  <a:gd name="T42" fmla="*/ 949 w 2939"/>
                  <a:gd name="T43" fmla="*/ 2201 h 3600"/>
                  <a:gd name="T44" fmla="*/ 963 w 2939"/>
                  <a:gd name="T45" fmla="*/ 2060 h 3600"/>
                  <a:gd name="T46" fmla="*/ 838 w 2939"/>
                  <a:gd name="T47" fmla="*/ 2029 h 3600"/>
                  <a:gd name="T48" fmla="*/ 456 w 2939"/>
                  <a:gd name="T49" fmla="*/ 2165 h 3600"/>
                  <a:gd name="T50" fmla="*/ 488 w 2939"/>
                  <a:gd name="T51" fmla="*/ 2081 h 3600"/>
                  <a:gd name="T52" fmla="*/ 980 w 2939"/>
                  <a:gd name="T53" fmla="*/ 1646 h 3600"/>
                  <a:gd name="T54" fmla="*/ 1854 w 2939"/>
                  <a:gd name="T55" fmla="*/ 1765 h 3600"/>
                  <a:gd name="T56" fmla="*/ 938 w 2939"/>
                  <a:gd name="T57" fmla="*/ 1779 h 3600"/>
                  <a:gd name="T58" fmla="*/ 980 w 2939"/>
                  <a:gd name="T59" fmla="*/ 1646 h 3600"/>
                  <a:gd name="T60" fmla="*/ 830 w 2939"/>
                  <a:gd name="T61" fmla="*/ 1605 h 3600"/>
                  <a:gd name="T62" fmla="*/ 446 w 2939"/>
                  <a:gd name="T63" fmla="*/ 1717 h 3600"/>
                  <a:gd name="T64" fmla="*/ 502 w 2939"/>
                  <a:gd name="T65" fmla="*/ 1647 h 3600"/>
                  <a:gd name="T66" fmla="*/ 1804 w 2939"/>
                  <a:gd name="T67" fmla="*/ 1183 h 3600"/>
                  <a:gd name="T68" fmla="*/ 1846 w 2939"/>
                  <a:gd name="T69" fmla="*/ 1316 h 3600"/>
                  <a:gd name="T70" fmla="*/ 931 w 2939"/>
                  <a:gd name="T71" fmla="*/ 1301 h 3600"/>
                  <a:gd name="T72" fmla="*/ 798 w 2939"/>
                  <a:gd name="T73" fmla="*/ 1068 h 3600"/>
                  <a:gd name="T74" fmla="*/ 640 w 2939"/>
                  <a:gd name="T75" fmla="*/ 1360 h 3600"/>
                  <a:gd name="T76" fmla="*/ 440 w 2939"/>
                  <a:gd name="T77" fmla="*/ 1246 h 3600"/>
                  <a:gd name="T78" fmla="*/ 515 w 2939"/>
                  <a:gd name="T79" fmla="*/ 1197 h 3600"/>
                  <a:gd name="T80" fmla="*/ 569 w 2939"/>
                  <a:gd name="T81" fmla="*/ 386 h 3600"/>
                  <a:gd name="T82" fmla="*/ 706 w 2939"/>
                  <a:gd name="T83" fmla="*/ 640 h 3600"/>
                  <a:gd name="T84" fmla="*/ 1648 w 2939"/>
                  <a:gd name="T85" fmla="*/ 619 h 3600"/>
                  <a:gd name="T86" fmla="*/ 1748 w 2939"/>
                  <a:gd name="T87" fmla="*/ 360 h 3600"/>
                  <a:gd name="T88" fmla="*/ 2285 w 2939"/>
                  <a:gd name="T89" fmla="*/ 454 h 3600"/>
                  <a:gd name="T90" fmla="*/ 2198 w 2939"/>
                  <a:gd name="T91" fmla="*/ 2112 h 3600"/>
                  <a:gd name="T92" fmla="*/ 1465 w 2939"/>
                  <a:gd name="T93" fmla="*/ 3116 h 3600"/>
                  <a:gd name="T94" fmla="*/ 49 w 2939"/>
                  <a:gd name="T95" fmla="*/ 3167 h 3600"/>
                  <a:gd name="T96" fmla="*/ 22 w 2939"/>
                  <a:gd name="T97" fmla="*/ 471 h 3600"/>
                  <a:gd name="T98" fmla="*/ 1160 w 2939"/>
                  <a:gd name="T99" fmla="*/ 103 h 3600"/>
                  <a:gd name="T100" fmla="*/ 1094 w 2939"/>
                  <a:gd name="T101" fmla="*/ 219 h 3600"/>
                  <a:gd name="T102" fmla="*/ 1227 w 2939"/>
                  <a:gd name="T103" fmla="*/ 219 h 3600"/>
                  <a:gd name="T104" fmla="*/ 1160 w 2939"/>
                  <a:gd name="T105" fmla="*/ 103 h 3600"/>
                  <a:gd name="T106" fmla="*/ 1317 w 2939"/>
                  <a:gd name="T107" fmla="*/ 88 h 3600"/>
                  <a:gd name="T108" fmla="*/ 1379 w 2939"/>
                  <a:gd name="T109" fmla="*/ 247 h 3600"/>
                  <a:gd name="T110" fmla="*/ 1624 w 2939"/>
                  <a:gd name="T111" fmla="*/ 324 h 3600"/>
                  <a:gd name="T112" fmla="*/ 1605 w 2939"/>
                  <a:gd name="T113" fmla="*/ 521 h 3600"/>
                  <a:gd name="T114" fmla="*/ 738 w 2939"/>
                  <a:gd name="T115" fmla="*/ 540 h 3600"/>
                  <a:gd name="T116" fmla="*/ 682 w 2939"/>
                  <a:gd name="T117" fmla="*/ 350 h 3600"/>
                  <a:gd name="T118" fmla="*/ 923 w 2939"/>
                  <a:gd name="T119" fmla="*/ 254 h 3600"/>
                  <a:gd name="T120" fmla="*/ 991 w 2939"/>
                  <a:gd name="T121" fmla="*/ 116 h 36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</a:cxnLst>
                <a:rect l="0" t="0" r="r" b="b"/>
                <a:pathLst>
                  <a:path w="2939" h="3600">
                    <a:moveTo>
                      <a:pt x="2634" y="2623"/>
                    </a:moveTo>
                    <a:lnTo>
                      <a:pt x="2613" y="2625"/>
                    </a:lnTo>
                    <a:lnTo>
                      <a:pt x="2591" y="2630"/>
                    </a:lnTo>
                    <a:lnTo>
                      <a:pt x="2570" y="2641"/>
                    </a:lnTo>
                    <a:lnTo>
                      <a:pt x="2552" y="2657"/>
                    </a:lnTo>
                    <a:lnTo>
                      <a:pt x="2205" y="3047"/>
                    </a:lnTo>
                    <a:lnTo>
                      <a:pt x="2024" y="2903"/>
                    </a:lnTo>
                    <a:lnTo>
                      <a:pt x="2003" y="2890"/>
                    </a:lnTo>
                    <a:lnTo>
                      <a:pt x="1982" y="2882"/>
                    </a:lnTo>
                    <a:lnTo>
                      <a:pt x="1960" y="2880"/>
                    </a:lnTo>
                    <a:lnTo>
                      <a:pt x="1937" y="2882"/>
                    </a:lnTo>
                    <a:lnTo>
                      <a:pt x="1915" y="2890"/>
                    </a:lnTo>
                    <a:lnTo>
                      <a:pt x="1895" y="2902"/>
                    </a:lnTo>
                    <a:lnTo>
                      <a:pt x="1879" y="2918"/>
                    </a:lnTo>
                    <a:lnTo>
                      <a:pt x="1866" y="2939"/>
                    </a:lnTo>
                    <a:lnTo>
                      <a:pt x="1859" y="2961"/>
                    </a:lnTo>
                    <a:lnTo>
                      <a:pt x="1856" y="2983"/>
                    </a:lnTo>
                    <a:lnTo>
                      <a:pt x="1859" y="3005"/>
                    </a:lnTo>
                    <a:lnTo>
                      <a:pt x="1866" y="3027"/>
                    </a:lnTo>
                    <a:lnTo>
                      <a:pt x="1878" y="3046"/>
                    </a:lnTo>
                    <a:lnTo>
                      <a:pt x="1895" y="3063"/>
                    </a:lnTo>
                    <a:lnTo>
                      <a:pt x="2152" y="3268"/>
                    </a:lnTo>
                    <a:lnTo>
                      <a:pt x="2173" y="3281"/>
                    </a:lnTo>
                    <a:lnTo>
                      <a:pt x="2195" y="3289"/>
                    </a:lnTo>
                    <a:lnTo>
                      <a:pt x="2217" y="3291"/>
                    </a:lnTo>
                    <a:lnTo>
                      <a:pt x="2239" y="3289"/>
                    </a:lnTo>
                    <a:lnTo>
                      <a:pt x="2258" y="3283"/>
                    </a:lnTo>
                    <a:lnTo>
                      <a:pt x="2278" y="3272"/>
                    </a:lnTo>
                    <a:lnTo>
                      <a:pt x="2294" y="3257"/>
                    </a:lnTo>
                    <a:lnTo>
                      <a:pt x="2707" y="2794"/>
                    </a:lnTo>
                    <a:lnTo>
                      <a:pt x="2720" y="2774"/>
                    </a:lnTo>
                    <a:lnTo>
                      <a:pt x="2729" y="2753"/>
                    </a:lnTo>
                    <a:lnTo>
                      <a:pt x="2733" y="2731"/>
                    </a:lnTo>
                    <a:lnTo>
                      <a:pt x="2731" y="2709"/>
                    </a:lnTo>
                    <a:lnTo>
                      <a:pt x="2725" y="2687"/>
                    </a:lnTo>
                    <a:lnTo>
                      <a:pt x="2714" y="2666"/>
                    </a:lnTo>
                    <a:lnTo>
                      <a:pt x="2698" y="2649"/>
                    </a:lnTo>
                    <a:lnTo>
                      <a:pt x="2678" y="2636"/>
                    </a:lnTo>
                    <a:lnTo>
                      <a:pt x="2657" y="2627"/>
                    </a:lnTo>
                    <a:lnTo>
                      <a:pt x="2634" y="2623"/>
                    </a:lnTo>
                    <a:close/>
                    <a:moveTo>
                      <a:pt x="980" y="2520"/>
                    </a:moveTo>
                    <a:lnTo>
                      <a:pt x="1444" y="2520"/>
                    </a:lnTo>
                    <a:lnTo>
                      <a:pt x="1460" y="2522"/>
                    </a:lnTo>
                    <a:lnTo>
                      <a:pt x="1474" y="2530"/>
                    </a:lnTo>
                    <a:lnTo>
                      <a:pt x="1485" y="2541"/>
                    </a:lnTo>
                    <a:lnTo>
                      <a:pt x="1493" y="2555"/>
                    </a:lnTo>
                    <a:lnTo>
                      <a:pt x="1495" y="2571"/>
                    </a:lnTo>
                    <a:lnTo>
                      <a:pt x="1495" y="2623"/>
                    </a:lnTo>
                    <a:lnTo>
                      <a:pt x="1493" y="2639"/>
                    </a:lnTo>
                    <a:lnTo>
                      <a:pt x="1485" y="2653"/>
                    </a:lnTo>
                    <a:lnTo>
                      <a:pt x="1474" y="2664"/>
                    </a:lnTo>
                    <a:lnTo>
                      <a:pt x="1460" y="2672"/>
                    </a:lnTo>
                    <a:lnTo>
                      <a:pt x="1444" y="2674"/>
                    </a:lnTo>
                    <a:lnTo>
                      <a:pt x="980" y="2674"/>
                    </a:lnTo>
                    <a:lnTo>
                      <a:pt x="963" y="2672"/>
                    </a:lnTo>
                    <a:lnTo>
                      <a:pt x="949" y="2664"/>
                    </a:lnTo>
                    <a:lnTo>
                      <a:pt x="938" y="2653"/>
                    </a:lnTo>
                    <a:lnTo>
                      <a:pt x="931" y="2639"/>
                    </a:lnTo>
                    <a:lnTo>
                      <a:pt x="928" y="2623"/>
                    </a:lnTo>
                    <a:lnTo>
                      <a:pt x="928" y="2571"/>
                    </a:lnTo>
                    <a:lnTo>
                      <a:pt x="931" y="2555"/>
                    </a:lnTo>
                    <a:lnTo>
                      <a:pt x="938" y="2541"/>
                    </a:lnTo>
                    <a:lnTo>
                      <a:pt x="949" y="2530"/>
                    </a:lnTo>
                    <a:lnTo>
                      <a:pt x="963" y="2522"/>
                    </a:lnTo>
                    <a:lnTo>
                      <a:pt x="980" y="2520"/>
                    </a:lnTo>
                    <a:close/>
                    <a:moveTo>
                      <a:pt x="798" y="2404"/>
                    </a:moveTo>
                    <a:lnTo>
                      <a:pt x="812" y="2408"/>
                    </a:lnTo>
                    <a:lnTo>
                      <a:pt x="826" y="2416"/>
                    </a:lnTo>
                    <a:lnTo>
                      <a:pt x="835" y="2427"/>
                    </a:lnTo>
                    <a:lnTo>
                      <a:pt x="841" y="2441"/>
                    </a:lnTo>
                    <a:lnTo>
                      <a:pt x="841" y="2456"/>
                    </a:lnTo>
                    <a:lnTo>
                      <a:pt x="838" y="2470"/>
                    </a:lnTo>
                    <a:lnTo>
                      <a:pt x="830" y="2483"/>
                    </a:lnTo>
                    <a:lnTo>
                      <a:pt x="640" y="2696"/>
                    </a:lnTo>
                    <a:lnTo>
                      <a:pt x="629" y="2704"/>
                    </a:lnTo>
                    <a:lnTo>
                      <a:pt x="617" y="2710"/>
                    </a:lnTo>
                    <a:lnTo>
                      <a:pt x="604" y="2712"/>
                    </a:lnTo>
                    <a:lnTo>
                      <a:pt x="588" y="2709"/>
                    </a:lnTo>
                    <a:lnTo>
                      <a:pt x="574" y="2701"/>
                    </a:lnTo>
                    <a:lnTo>
                      <a:pt x="456" y="2606"/>
                    </a:lnTo>
                    <a:lnTo>
                      <a:pt x="446" y="2595"/>
                    </a:lnTo>
                    <a:lnTo>
                      <a:pt x="440" y="2582"/>
                    </a:lnTo>
                    <a:lnTo>
                      <a:pt x="438" y="2568"/>
                    </a:lnTo>
                    <a:lnTo>
                      <a:pt x="441" y="2554"/>
                    </a:lnTo>
                    <a:lnTo>
                      <a:pt x="448" y="2540"/>
                    </a:lnTo>
                    <a:lnTo>
                      <a:pt x="459" y="2530"/>
                    </a:lnTo>
                    <a:lnTo>
                      <a:pt x="473" y="2524"/>
                    </a:lnTo>
                    <a:lnTo>
                      <a:pt x="488" y="2522"/>
                    </a:lnTo>
                    <a:lnTo>
                      <a:pt x="502" y="2525"/>
                    </a:lnTo>
                    <a:lnTo>
                      <a:pt x="515" y="2533"/>
                    </a:lnTo>
                    <a:lnTo>
                      <a:pt x="598" y="2600"/>
                    </a:lnTo>
                    <a:lnTo>
                      <a:pt x="759" y="2420"/>
                    </a:lnTo>
                    <a:lnTo>
                      <a:pt x="770" y="2410"/>
                    </a:lnTo>
                    <a:lnTo>
                      <a:pt x="784" y="2405"/>
                    </a:lnTo>
                    <a:lnTo>
                      <a:pt x="798" y="2404"/>
                    </a:lnTo>
                    <a:close/>
                    <a:moveTo>
                      <a:pt x="2269" y="2263"/>
                    </a:moveTo>
                    <a:lnTo>
                      <a:pt x="2337" y="2266"/>
                    </a:lnTo>
                    <a:lnTo>
                      <a:pt x="2404" y="2277"/>
                    </a:lnTo>
                    <a:lnTo>
                      <a:pt x="2468" y="2293"/>
                    </a:lnTo>
                    <a:lnTo>
                      <a:pt x="2530" y="2315"/>
                    </a:lnTo>
                    <a:lnTo>
                      <a:pt x="2589" y="2343"/>
                    </a:lnTo>
                    <a:lnTo>
                      <a:pt x="2643" y="2377"/>
                    </a:lnTo>
                    <a:lnTo>
                      <a:pt x="2695" y="2415"/>
                    </a:lnTo>
                    <a:lnTo>
                      <a:pt x="2743" y="2459"/>
                    </a:lnTo>
                    <a:lnTo>
                      <a:pt x="2785" y="2506"/>
                    </a:lnTo>
                    <a:lnTo>
                      <a:pt x="2825" y="2557"/>
                    </a:lnTo>
                    <a:lnTo>
                      <a:pt x="2858" y="2613"/>
                    </a:lnTo>
                    <a:lnTo>
                      <a:pt x="2886" y="2672"/>
                    </a:lnTo>
                    <a:lnTo>
                      <a:pt x="2909" y="2733"/>
                    </a:lnTo>
                    <a:lnTo>
                      <a:pt x="2925" y="2797"/>
                    </a:lnTo>
                    <a:lnTo>
                      <a:pt x="2935" y="2863"/>
                    </a:lnTo>
                    <a:lnTo>
                      <a:pt x="2939" y="2931"/>
                    </a:lnTo>
                    <a:lnTo>
                      <a:pt x="2935" y="3000"/>
                    </a:lnTo>
                    <a:lnTo>
                      <a:pt x="2925" y="3067"/>
                    </a:lnTo>
                    <a:lnTo>
                      <a:pt x="2909" y="3130"/>
                    </a:lnTo>
                    <a:lnTo>
                      <a:pt x="2886" y="3192"/>
                    </a:lnTo>
                    <a:lnTo>
                      <a:pt x="2858" y="3250"/>
                    </a:lnTo>
                    <a:lnTo>
                      <a:pt x="2825" y="3305"/>
                    </a:lnTo>
                    <a:lnTo>
                      <a:pt x="2785" y="3357"/>
                    </a:lnTo>
                    <a:lnTo>
                      <a:pt x="2743" y="3404"/>
                    </a:lnTo>
                    <a:lnTo>
                      <a:pt x="2695" y="3447"/>
                    </a:lnTo>
                    <a:lnTo>
                      <a:pt x="2643" y="3485"/>
                    </a:lnTo>
                    <a:lnTo>
                      <a:pt x="2589" y="3519"/>
                    </a:lnTo>
                    <a:lnTo>
                      <a:pt x="2530" y="3548"/>
                    </a:lnTo>
                    <a:lnTo>
                      <a:pt x="2468" y="3569"/>
                    </a:lnTo>
                    <a:lnTo>
                      <a:pt x="2404" y="3587"/>
                    </a:lnTo>
                    <a:lnTo>
                      <a:pt x="2337" y="3597"/>
                    </a:lnTo>
                    <a:lnTo>
                      <a:pt x="2269" y="3600"/>
                    </a:lnTo>
                    <a:lnTo>
                      <a:pt x="2200" y="3597"/>
                    </a:lnTo>
                    <a:lnTo>
                      <a:pt x="2134" y="3587"/>
                    </a:lnTo>
                    <a:lnTo>
                      <a:pt x="2069" y="3569"/>
                    </a:lnTo>
                    <a:lnTo>
                      <a:pt x="2008" y="3548"/>
                    </a:lnTo>
                    <a:lnTo>
                      <a:pt x="1949" y="3519"/>
                    </a:lnTo>
                    <a:lnTo>
                      <a:pt x="1894" y="3485"/>
                    </a:lnTo>
                    <a:lnTo>
                      <a:pt x="1843" y="3447"/>
                    </a:lnTo>
                    <a:lnTo>
                      <a:pt x="1795" y="3404"/>
                    </a:lnTo>
                    <a:lnTo>
                      <a:pt x="1752" y="3357"/>
                    </a:lnTo>
                    <a:lnTo>
                      <a:pt x="1713" y="3305"/>
                    </a:lnTo>
                    <a:lnTo>
                      <a:pt x="1680" y="3250"/>
                    </a:lnTo>
                    <a:lnTo>
                      <a:pt x="1651" y="3192"/>
                    </a:lnTo>
                    <a:lnTo>
                      <a:pt x="1628" y="3130"/>
                    </a:lnTo>
                    <a:lnTo>
                      <a:pt x="1612" y="3067"/>
                    </a:lnTo>
                    <a:lnTo>
                      <a:pt x="1602" y="3000"/>
                    </a:lnTo>
                    <a:lnTo>
                      <a:pt x="1599" y="2931"/>
                    </a:lnTo>
                    <a:lnTo>
                      <a:pt x="1602" y="2863"/>
                    </a:lnTo>
                    <a:lnTo>
                      <a:pt x="1612" y="2797"/>
                    </a:lnTo>
                    <a:lnTo>
                      <a:pt x="1628" y="2733"/>
                    </a:lnTo>
                    <a:lnTo>
                      <a:pt x="1651" y="2672"/>
                    </a:lnTo>
                    <a:lnTo>
                      <a:pt x="1680" y="2613"/>
                    </a:lnTo>
                    <a:lnTo>
                      <a:pt x="1713" y="2557"/>
                    </a:lnTo>
                    <a:lnTo>
                      <a:pt x="1752" y="2506"/>
                    </a:lnTo>
                    <a:lnTo>
                      <a:pt x="1795" y="2459"/>
                    </a:lnTo>
                    <a:lnTo>
                      <a:pt x="1843" y="2415"/>
                    </a:lnTo>
                    <a:lnTo>
                      <a:pt x="1894" y="2377"/>
                    </a:lnTo>
                    <a:lnTo>
                      <a:pt x="1949" y="2343"/>
                    </a:lnTo>
                    <a:lnTo>
                      <a:pt x="2008" y="2315"/>
                    </a:lnTo>
                    <a:lnTo>
                      <a:pt x="2069" y="2293"/>
                    </a:lnTo>
                    <a:lnTo>
                      <a:pt x="2134" y="2277"/>
                    </a:lnTo>
                    <a:lnTo>
                      <a:pt x="2200" y="2266"/>
                    </a:lnTo>
                    <a:lnTo>
                      <a:pt x="2269" y="2263"/>
                    </a:lnTo>
                    <a:close/>
                    <a:moveTo>
                      <a:pt x="980" y="2057"/>
                    </a:moveTo>
                    <a:lnTo>
                      <a:pt x="1547" y="2057"/>
                    </a:lnTo>
                    <a:lnTo>
                      <a:pt x="1563" y="2060"/>
                    </a:lnTo>
                    <a:lnTo>
                      <a:pt x="1577" y="2067"/>
                    </a:lnTo>
                    <a:lnTo>
                      <a:pt x="1589" y="2078"/>
                    </a:lnTo>
                    <a:lnTo>
                      <a:pt x="1596" y="2092"/>
                    </a:lnTo>
                    <a:lnTo>
                      <a:pt x="1599" y="2109"/>
                    </a:lnTo>
                    <a:lnTo>
                      <a:pt x="1599" y="2160"/>
                    </a:lnTo>
                    <a:lnTo>
                      <a:pt x="1596" y="2176"/>
                    </a:lnTo>
                    <a:lnTo>
                      <a:pt x="1589" y="2191"/>
                    </a:lnTo>
                    <a:lnTo>
                      <a:pt x="1577" y="2201"/>
                    </a:lnTo>
                    <a:lnTo>
                      <a:pt x="1563" y="2209"/>
                    </a:lnTo>
                    <a:lnTo>
                      <a:pt x="1547" y="2211"/>
                    </a:lnTo>
                    <a:lnTo>
                      <a:pt x="980" y="2211"/>
                    </a:lnTo>
                    <a:lnTo>
                      <a:pt x="963" y="2209"/>
                    </a:lnTo>
                    <a:lnTo>
                      <a:pt x="949" y="2201"/>
                    </a:lnTo>
                    <a:lnTo>
                      <a:pt x="938" y="2191"/>
                    </a:lnTo>
                    <a:lnTo>
                      <a:pt x="931" y="2176"/>
                    </a:lnTo>
                    <a:lnTo>
                      <a:pt x="928" y="2160"/>
                    </a:lnTo>
                    <a:lnTo>
                      <a:pt x="928" y="2109"/>
                    </a:lnTo>
                    <a:lnTo>
                      <a:pt x="931" y="2092"/>
                    </a:lnTo>
                    <a:lnTo>
                      <a:pt x="938" y="2078"/>
                    </a:lnTo>
                    <a:lnTo>
                      <a:pt x="949" y="2067"/>
                    </a:lnTo>
                    <a:lnTo>
                      <a:pt x="963" y="2060"/>
                    </a:lnTo>
                    <a:lnTo>
                      <a:pt x="980" y="2057"/>
                    </a:lnTo>
                    <a:close/>
                    <a:moveTo>
                      <a:pt x="798" y="1964"/>
                    </a:moveTo>
                    <a:lnTo>
                      <a:pt x="812" y="1967"/>
                    </a:lnTo>
                    <a:lnTo>
                      <a:pt x="826" y="1976"/>
                    </a:lnTo>
                    <a:lnTo>
                      <a:pt x="835" y="1987"/>
                    </a:lnTo>
                    <a:lnTo>
                      <a:pt x="841" y="2001"/>
                    </a:lnTo>
                    <a:lnTo>
                      <a:pt x="841" y="2015"/>
                    </a:lnTo>
                    <a:lnTo>
                      <a:pt x="838" y="2029"/>
                    </a:lnTo>
                    <a:lnTo>
                      <a:pt x="830" y="2042"/>
                    </a:lnTo>
                    <a:lnTo>
                      <a:pt x="640" y="2255"/>
                    </a:lnTo>
                    <a:lnTo>
                      <a:pt x="629" y="2264"/>
                    </a:lnTo>
                    <a:lnTo>
                      <a:pt x="617" y="2269"/>
                    </a:lnTo>
                    <a:lnTo>
                      <a:pt x="604" y="2271"/>
                    </a:lnTo>
                    <a:lnTo>
                      <a:pt x="588" y="2268"/>
                    </a:lnTo>
                    <a:lnTo>
                      <a:pt x="574" y="2260"/>
                    </a:lnTo>
                    <a:lnTo>
                      <a:pt x="456" y="2165"/>
                    </a:lnTo>
                    <a:lnTo>
                      <a:pt x="446" y="2155"/>
                    </a:lnTo>
                    <a:lnTo>
                      <a:pt x="440" y="2141"/>
                    </a:lnTo>
                    <a:lnTo>
                      <a:pt x="438" y="2127"/>
                    </a:lnTo>
                    <a:lnTo>
                      <a:pt x="441" y="2113"/>
                    </a:lnTo>
                    <a:lnTo>
                      <a:pt x="448" y="2099"/>
                    </a:lnTo>
                    <a:lnTo>
                      <a:pt x="459" y="2089"/>
                    </a:lnTo>
                    <a:lnTo>
                      <a:pt x="473" y="2084"/>
                    </a:lnTo>
                    <a:lnTo>
                      <a:pt x="488" y="2081"/>
                    </a:lnTo>
                    <a:lnTo>
                      <a:pt x="502" y="2085"/>
                    </a:lnTo>
                    <a:lnTo>
                      <a:pt x="515" y="2092"/>
                    </a:lnTo>
                    <a:lnTo>
                      <a:pt x="598" y="2159"/>
                    </a:lnTo>
                    <a:lnTo>
                      <a:pt x="759" y="1979"/>
                    </a:lnTo>
                    <a:lnTo>
                      <a:pt x="770" y="1969"/>
                    </a:lnTo>
                    <a:lnTo>
                      <a:pt x="784" y="1965"/>
                    </a:lnTo>
                    <a:lnTo>
                      <a:pt x="798" y="1964"/>
                    </a:lnTo>
                    <a:close/>
                    <a:moveTo>
                      <a:pt x="980" y="1646"/>
                    </a:moveTo>
                    <a:lnTo>
                      <a:pt x="1804" y="1646"/>
                    </a:lnTo>
                    <a:lnTo>
                      <a:pt x="1821" y="1648"/>
                    </a:lnTo>
                    <a:lnTo>
                      <a:pt x="1835" y="1656"/>
                    </a:lnTo>
                    <a:lnTo>
                      <a:pt x="1846" y="1667"/>
                    </a:lnTo>
                    <a:lnTo>
                      <a:pt x="1854" y="1681"/>
                    </a:lnTo>
                    <a:lnTo>
                      <a:pt x="1856" y="1697"/>
                    </a:lnTo>
                    <a:lnTo>
                      <a:pt x="1856" y="1749"/>
                    </a:lnTo>
                    <a:lnTo>
                      <a:pt x="1854" y="1765"/>
                    </a:lnTo>
                    <a:lnTo>
                      <a:pt x="1846" y="1779"/>
                    </a:lnTo>
                    <a:lnTo>
                      <a:pt x="1835" y="1790"/>
                    </a:lnTo>
                    <a:lnTo>
                      <a:pt x="1821" y="1798"/>
                    </a:lnTo>
                    <a:lnTo>
                      <a:pt x="1804" y="1800"/>
                    </a:lnTo>
                    <a:lnTo>
                      <a:pt x="980" y="1800"/>
                    </a:lnTo>
                    <a:lnTo>
                      <a:pt x="963" y="1798"/>
                    </a:lnTo>
                    <a:lnTo>
                      <a:pt x="949" y="1790"/>
                    </a:lnTo>
                    <a:lnTo>
                      <a:pt x="938" y="1779"/>
                    </a:lnTo>
                    <a:lnTo>
                      <a:pt x="931" y="1765"/>
                    </a:lnTo>
                    <a:lnTo>
                      <a:pt x="928" y="1749"/>
                    </a:lnTo>
                    <a:lnTo>
                      <a:pt x="928" y="1697"/>
                    </a:lnTo>
                    <a:lnTo>
                      <a:pt x="931" y="1681"/>
                    </a:lnTo>
                    <a:lnTo>
                      <a:pt x="938" y="1667"/>
                    </a:lnTo>
                    <a:lnTo>
                      <a:pt x="949" y="1656"/>
                    </a:lnTo>
                    <a:lnTo>
                      <a:pt x="963" y="1648"/>
                    </a:lnTo>
                    <a:lnTo>
                      <a:pt x="980" y="1646"/>
                    </a:lnTo>
                    <a:close/>
                    <a:moveTo>
                      <a:pt x="798" y="1526"/>
                    </a:moveTo>
                    <a:lnTo>
                      <a:pt x="812" y="1529"/>
                    </a:lnTo>
                    <a:lnTo>
                      <a:pt x="826" y="1538"/>
                    </a:lnTo>
                    <a:lnTo>
                      <a:pt x="835" y="1549"/>
                    </a:lnTo>
                    <a:lnTo>
                      <a:pt x="841" y="1563"/>
                    </a:lnTo>
                    <a:lnTo>
                      <a:pt x="841" y="1577"/>
                    </a:lnTo>
                    <a:lnTo>
                      <a:pt x="838" y="1592"/>
                    </a:lnTo>
                    <a:lnTo>
                      <a:pt x="830" y="1605"/>
                    </a:lnTo>
                    <a:lnTo>
                      <a:pt x="640" y="1817"/>
                    </a:lnTo>
                    <a:lnTo>
                      <a:pt x="629" y="1826"/>
                    </a:lnTo>
                    <a:lnTo>
                      <a:pt x="617" y="1832"/>
                    </a:lnTo>
                    <a:lnTo>
                      <a:pt x="604" y="1834"/>
                    </a:lnTo>
                    <a:lnTo>
                      <a:pt x="588" y="1831"/>
                    </a:lnTo>
                    <a:lnTo>
                      <a:pt x="574" y="1823"/>
                    </a:lnTo>
                    <a:lnTo>
                      <a:pt x="456" y="1728"/>
                    </a:lnTo>
                    <a:lnTo>
                      <a:pt x="446" y="1717"/>
                    </a:lnTo>
                    <a:lnTo>
                      <a:pt x="440" y="1704"/>
                    </a:lnTo>
                    <a:lnTo>
                      <a:pt x="438" y="1690"/>
                    </a:lnTo>
                    <a:lnTo>
                      <a:pt x="441" y="1675"/>
                    </a:lnTo>
                    <a:lnTo>
                      <a:pt x="448" y="1661"/>
                    </a:lnTo>
                    <a:lnTo>
                      <a:pt x="459" y="1652"/>
                    </a:lnTo>
                    <a:lnTo>
                      <a:pt x="473" y="1646"/>
                    </a:lnTo>
                    <a:lnTo>
                      <a:pt x="488" y="1644"/>
                    </a:lnTo>
                    <a:lnTo>
                      <a:pt x="502" y="1647"/>
                    </a:lnTo>
                    <a:lnTo>
                      <a:pt x="515" y="1655"/>
                    </a:lnTo>
                    <a:lnTo>
                      <a:pt x="598" y="1721"/>
                    </a:lnTo>
                    <a:lnTo>
                      <a:pt x="759" y="1541"/>
                    </a:lnTo>
                    <a:lnTo>
                      <a:pt x="770" y="1532"/>
                    </a:lnTo>
                    <a:lnTo>
                      <a:pt x="784" y="1527"/>
                    </a:lnTo>
                    <a:lnTo>
                      <a:pt x="798" y="1526"/>
                    </a:lnTo>
                    <a:close/>
                    <a:moveTo>
                      <a:pt x="980" y="1183"/>
                    </a:moveTo>
                    <a:lnTo>
                      <a:pt x="1804" y="1183"/>
                    </a:lnTo>
                    <a:lnTo>
                      <a:pt x="1821" y="1186"/>
                    </a:lnTo>
                    <a:lnTo>
                      <a:pt x="1835" y="1192"/>
                    </a:lnTo>
                    <a:lnTo>
                      <a:pt x="1846" y="1204"/>
                    </a:lnTo>
                    <a:lnTo>
                      <a:pt x="1854" y="1219"/>
                    </a:lnTo>
                    <a:lnTo>
                      <a:pt x="1856" y="1234"/>
                    </a:lnTo>
                    <a:lnTo>
                      <a:pt x="1856" y="1286"/>
                    </a:lnTo>
                    <a:lnTo>
                      <a:pt x="1854" y="1301"/>
                    </a:lnTo>
                    <a:lnTo>
                      <a:pt x="1846" y="1316"/>
                    </a:lnTo>
                    <a:lnTo>
                      <a:pt x="1835" y="1328"/>
                    </a:lnTo>
                    <a:lnTo>
                      <a:pt x="1821" y="1334"/>
                    </a:lnTo>
                    <a:lnTo>
                      <a:pt x="1804" y="1337"/>
                    </a:lnTo>
                    <a:lnTo>
                      <a:pt x="980" y="1337"/>
                    </a:lnTo>
                    <a:lnTo>
                      <a:pt x="963" y="1334"/>
                    </a:lnTo>
                    <a:lnTo>
                      <a:pt x="949" y="1328"/>
                    </a:lnTo>
                    <a:lnTo>
                      <a:pt x="938" y="1316"/>
                    </a:lnTo>
                    <a:lnTo>
                      <a:pt x="931" y="1301"/>
                    </a:lnTo>
                    <a:lnTo>
                      <a:pt x="928" y="1286"/>
                    </a:lnTo>
                    <a:lnTo>
                      <a:pt x="928" y="1234"/>
                    </a:lnTo>
                    <a:lnTo>
                      <a:pt x="931" y="1219"/>
                    </a:lnTo>
                    <a:lnTo>
                      <a:pt x="938" y="1204"/>
                    </a:lnTo>
                    <a:lnTo>
                      <a:pt x="949" y="1192"/>
                    </a:lnTo>
                    <a:lnTo>
                      <a:pt x="963" y="1186"/>
                    </a:lnTo>
                    <a:lnTo>
                      <a:pt x="980" y="1183"/>
                    </a:lnTo>
                    <a:close/>
                    <a:moveTo>
                      <a:pt x="798" y="1068"/>
                    </a:moveTo>
                    <a:lnTo>
                      <a:pt x="812" y="1072"/>
                    </a:lnTo>
                    <a:lnTo>
                      <a:pt x="826" y="1080"/>
                    </a:lnTo>
                    <a:lnTo>
                      <a:pt x="835" y="1092"/>
                    </a:lnTo>
                    <a:lnTo>
                      <a:pt x="841" y="1105"/>
                    </a:lnTo>
                    <a:lnTo>
                      <a:pt x="841" y="1120"/>
                    </a:lnTo>
                    <a:lnTo>
                      <a:pt x="838" y="1135"/>
                    </a:lnTo>
                    <a:lnTo>
                      <a:pt x="830" y="1147"/>
                    </a:lnTo>
                    <a:lnTo>
                      <a:pt x="640" y="1360"/>
                    </a:lnTo>
                    <a:lnTo>
                      <a:pt x="629" y="1369"/>
                    </a:lnTo>
                    <a:lnTo>
                      <a:pt x="617" y="1375"/>
                    </a:lnTo>
                    <a:lnTo>
                      <a:pt x="604" y="1376"/>
                    </a:lnTo>
                    <a:lnTo>
                      <a:pt x="588" y="1373"/>
                    </a:lnTo>
                    <a:lnTo>
                      <a:pt x="574" y="1366"/>
                    </a:lnTo>
                    <a:lnTo>
                      <a:pt x="456" y="1271"/>
                    </a:lnTo>
                    <a:lnTo>
                      <a:pt x="446" y="1260"/>
                    </a:lnTo>
                    <a:lnTo>
                      <a:pt x="440" y="1246"/>
                    </a:lnTo>
                    <a:lnTo>
                      <a:pt x="438" y="1232"/>
                    </a:lnTo>
                    <a:lnTo>
                      <a:pt x="441" y="1217"/>
                    </a:lnTo>
                    <a:lnTo>
                      <a:pt x="448" y="1204"/>
                    </a:lnTo>
                    <a:lnTo>
                      <a:pt x="459" y="1195"/>
                    </a:lnTo>
                    <a:lnTo>
                      <a:pt x="473" y="1188"/>
                    </a:lnTo>
                    <a:lnTo>
                      <a:pt x="488" y="1187"/>
                    </a:lnTo>
                    <a:lnTo>
                      <a:pt x="502" y="1189"/>
                    </a:lnTo>
                    <a:lnTo>
                      <a:pt x="515" y="1197"/>
                    </a:lnTo>
                    <a:lnTo>
                      <a:pt x="598" y="1263"/>
                    </a:lnTo>
                    <a:lnTo>
                      <a:pt x="759" y="1084"/>
                    </a:lnTo>
                    <a:lnTo>
                      <a:pt x="770" y="1075"/>
                    </a:lnTo>
                    <a:lnTo>
                      <a:pt x="784" y="1069"/>
                    </a:lnTo>
                    <a:lnTo>
                      <a:pt x="798" y="1068"/>
                    </a:lnTo>
                    <a:close/>
                    <a:moveTo>
                      <a:pt x="155" y="360"/>
                    </a:moveTo>
                    <a:lnTo>
                      <a:pt x="573" y="360"/>
                    </a:lnTo>
                    <a:lnTo>
                      <a:pt x="569" y="386"/>
                    </a:lnTo>
                    <a:lnTo>
                      <a:pt x="568" y="413"/>
                    </a:lnTo>
                    <a:lnTo>
                      <a:pt x="571" y="455"/>
                    </a:lnTo>
                    <a:lnTo>
                      <a:pt x="581" y="494"/>
                    </a:lnTo>
                    <a:lnTo>
                      <a:pt x="596" y="530"/>
                    </a:lnTo>
                    <a:lnTo>
                      <a:pt x="617" y="564"/>
                    </a:lnTo>
                    <a:lnTo>
                      <a:pt x="642" y="593"/>
                    </a:lnTo>
                    <a:lnTo>
                      <a:pt x="672" y="620"/>
                    </a:lnTo>
                    <a:lnTo>
                      <a:pt x="706" y="640"/>
                    </a:lnTo>
                    <a:lnTo>
                      <a:pt x="742" y="656"/>
                    </a:lnTo>
                    <a:lnTo>
                      <a:pt x="782" y="665"/>
                    </a:lnTo>
                    <a:lnTo>
                      <a:pt x="823" y="669"/>
                    </a:lnTo>
                    <a:lnTo>
                      <a:pt x="1497" y="669"/>
                    </a:lnTo>
                    <a:lnTo>
                      <a:pt x="1539" y="665"/>
                    </a:lnTo>
                    <a:lnTo>
                      <a:pt x="1578" y="656"/>
                    </a:lnTo>
                    <a:lnTo>
                      <a:pt x="1614" y="640"/>
                    </a:lnTo>
                    <a:lnTo>
                      <a:pt x="1648" y="619"/>
                    </a:lnTo>
                    <a:lnTo>
                      <a:pt x="1678" y="593"/>
                    </a:lnTo>
                    <a:lnTo>
                      <a:pt x="1704" y="563"/>
                    </a:lnTo>
                    <a:lnTo>
                      <a:pt x="1725" y="529"/>
                    </a:lnTo>
                    <a:lnTo>
                      <a:pt x="1740" y="492"/>
                    </a:lnTo>
                    <a:lnTo>
                      <a:pt x="1750" y="452"/>
                    </a:lnTo>
                    <a:lnTo>
                      <a:pt x="1753" y="410"/>
                    </a:lnTo>
                    <a:lnTo>
                      <a:pt x="1752" y="385"/>
                    </a:lnTo>
                    <a:lnTo>
                      <a:pt x="1748" y="360"/>
                    </a:lnTo>
                    <a:lnTo>
                      <a:pt x="2063" y="360"/>
                    </a:lnTo>
                    <a:lnTo>
                      <a:pt x="2106" y="362"/>
                    </a:lnTo>
                    <a:lnTo>
                      <a:pt x="2146" y="369"/>
                    </a:lnTo>
                    <a:lnTo>
                      <a:pt x="2181" y="380"/>
                    </a:lnTo>
                    <a:lnTo>
                      <a:pt x="2213" y="393"/>
                    </a:lnTo>
                    <a:lnTo>
                      <a:pt x="2241" y="410"/>
                    </a:lnTo>
                    <a:lnTo>
                      <a:pt x="2265" y="431"/>
                    </a:lnTo>
                    <a:lnTo>
                      <a:pt x="2285" y="454"/>
                    </a:lnTo>
                    <a:lnTo>
                      <a:pt x="2300" y="479"/>
                    </a:lnTo>
                    <a:lnTo>
                      <a:pt x="2311" y="506"/>
                    </a:lnTo>
                    <a:lnTo>
                      <a:pt x="2318" y="536"/>
                    </a:lnTo>
                    <a:lnTo>
                      <a:pt x="2321" y="566"/>
                    </a:lnTo>
                    <a:lnTo>
                      <a:pt x="2321" y="2111"/>
                    </a:lnTo>
                    <a:lnTo>
                      <a:pt x="2294" y="2110"/>
                    </a:lnTo>
                    <a:lnTo>
                      <a:pt x="2269" y="2109"/>
                    </a:lnTo>
                    <a:lnTo>
                      <a:pt x="2198" y="2112"/>
                    </a:lnTo>
                    <a:lnTo>
                      <a:pt x="2129" y="2121"/>
                    </a:lnTo>
                    <a:lnTo>
                      <a:pt x="2063" y="2136"/>
                    </a:lnTo>
                    <a:lnTo>
                      <a:pt x="2063" y="926"/>
                    </a:lnTo>
                    <a:lnTo>
                      <a:pt x="258" y="926"/>
                    </a:lnTo>
                    <a:lnTo>
                      <a:pt x="258" y="2983"/>
                    </a:lnTo>
                    <a:lnTo>
                      <a:pt x="1447" y="2983"/>
                    </a:lnTo>
                    <a:lnTo>
                      <a:pt x="1453" y="3050"/>
                    </a:lnTo>
                    <a:lnTo>
                      <a:pt x="1465" y="3116"/>
                    </a:lnTo>
                    <a:lnTo>
                      <a:pt x="1483" y="3179"/>
                    </a:lnTo>
                    <a:lnTo>
                      <a:pt x="1505" y="3240"/>
                    </a:lnTo>
                    <a:lnTo>
                      <a:pt x="207" y="3240"/>
                    </a:lnTo>
                    <a:lnTo>
                      <a:pt x="169" y="3237"/>
                    </a:lnTo>
                    <a:lnTo>
                      <a:pt x="134" y="3227"/>
                    </a:lnTo>
                    <a:lnTo>
                      <a:pt x="103" y="3212"/>
                    </a:lnTo>
                    <a:lnTo>
                      <a:pt x="73" y="3192"/>
                    </a:lnTo>
                    <a:lnTo>
                      <a:pt x="49" y="3167"/>
                    </a:lnTo>
                    <a:lnTo>
                      <a:pt x="28" y="3139"/>
                    </a:lnTo>
                    <a:lnTo>
                      <a:pt x="13" y="3106"/>
                    </a:lnTo>
                    <a:lnTo>
                      <a:pt x="3" y="3071"/>
                    </a:lnTo>
                    <a:lnTo>
                      <a:pt x="0" y="3034"/>
                    </a:lnTo>
                    <a:lnTo>
                      <a:pt x="0" y="566"/>
                    </a:lnTo>
                    <a:lnTo>
                      <a:pt x="3" y="532"/>
                    </a:lnTo>
                    <a:lnTo>
                      <a:pt x="10" y="501"/>
                    </a:lnTo>
                    <a:lnTo>
                      <a:pt x="22" y="471"/>
                    </a:lnTo>
                    <a:lnTo>
                      <a:pt x="37" y="444"/>
                    </a:lnTo>
                    <a:lnTo>
                      <a:pt x="55" y="420"/>
                    </a:lnTo>
                    <a:lnTo>
                      <a:pt x="73" y="399"/>
                    </a:lnTo>
                    <a:lnTo>
                      <a:pt x="94" y="383"/>
                    </a:lnTo>
                    <a:lnTo>
                      <a:pt x="115" y="371"/>
                    </a:lnTo>
                    <a:lnTo>
                      <a:pt x="136" y="362"/>
                    </a:lnTo>
                    <a:lnTo>
                      <a:pt x="155" y="360"/>
                    </a:lnTo>
                    <a:close/>
                    <a:moveTo>
                      <a:pt x="1160" y="103"/>
                    </a:moveTo>
                    <a:lnTo>
                      <a:pt x="1139" y="106"/>
                    </a:lnTo>
                    <a:lnTo>
                      <a:pt x="1121" y="113"/>
                    </a:lnTo>
                    <a:lnTo>
                      <a:pt x="1106" y="125"/>
                    </a:lnTo>
                    <a:lnTo>
                      <a:pt x="1094" y="141"/>
                    </a:lnTo>
                    <a:lnTo>
                      <a:pt x="1086" y="159"/>
                    </a:lnTo>
                    <a:lnTo>
                      <a:pt x="1083" y="180"/>
                    </a:lnTo>
                    <a:lnTo>
                      <a:pt x="1086" y="201"/>
                    </a:lnTo>
                    <a:lnTo>
                      <a:pt x="1094" y="219"/>
                    </a:lnTo>
                    <a:lnTo>
                      <a:pt x="1106" y="235"/>
                    </a:lnTo>
                    <a:lnTo>
                      <a:pt x="1121" y="247"/>
                    </a:lnTo>
                    <a:lnTo>
                      <a:pt x="1139" y="254"/>
                    </a:lnTo>
                    <a:lnTo>
                      <a:pt x="1160" y="257"/>
                    </a:lnTo>
                    <a:lnTo>
                      <a:pt x="1181" y="254"/>
                    </a:lnTo>
                    <a:lnTo>
                      <a:pt x="1200" y="247"/>
                    </a:lnTo>
                    <a:lnTo>
                      <a:pt x="1215" y="235"/>
                    </a:lnTo>
                    <a:lnTo>
                      <a:pt x="1227" y="219"/>
                    </a:lnTo>
                    <a:lnTo>
                      <a:pt x="1235" y="201"/>
                    </a:lnTo>
                    <a:lnTo>
                      <a:pt x="1238" y="180"/>
                    </a:lnTo>
                    <a:lnTo>
                      <a:pt x="1235" y="159"/>
                    </a:lnTo>
                    <a:lnTo>
                      <a:pt x="1227" y="141"/>
                    </a:lnTo>
                    <a:lnTo>
                      <a:pt x="1215" y="125"/>
                    </a:lnTo>
                    <a:lnTo>
                      <a:pt x="1200" y="113"/>
                    </a:lnTo>
                    <a:lnTo>
                      <a:pt x="1181" y="106"/>
                    </a:lnTo>
                    <a:lnTo>
                      <a:pt x="1160" y="103"/>
                    </a:lnTo>
                    <a:close/>
                    <a:moveTo>
                      <a:pt x="1158" y="0"/>
                    </a:moveTo>
                    <a:lnTo>
                      <a:pt x="1162" y="0"/>
                    </a:lnTo>
                    <a:lnTo>
                      <a:pt x="1194" y="3"/>
                    </a:lnTo>
                    <a:lnTo>
                      <a:pt x="1225" y="11"/>
                    </a:lnTo>
                    <a:lnTo>
                      <a:pt x="1252" y="24"/>
                    </a:lnTo>
                    <a:lnTo>
                      <a:pt x="1277" y="41"/>
                    </a:lnTo>
                    <a:lnTo>
                      <a:pt x="1299" y="63"/>
                    </a:lnTo>
                    <a:lnTo>
                      <a:pt x="1317" y="88"/>
                    </a:lnTo>
                    <a:lnTo>
                      <a:pt x="1330" y="116"/>
                    </a:lnTo>
                    <a:lnTo>
                      <a:pt x="1337" y="146"/>
                    </a:lnTo>
                    <a:lnTo>
                      <a:pt x="1341" y="178"/>
                    </a:lnTo>
                    <a:lnTo>
                      <a:pt x="1341" y="180"/>
                    </a:lnTo>
                    <a:lnTo>
                      <a:pt x="1343" y="201"/>
                    </a:lnTo>
                    <a:lnTo>
                      <a:pt x="1352" y="219"/>
                    </a:lnTo>
                    <a:lnTo>
                      <a:pt x="1364" y="235"/>
                    </a:lnTo>
                    <a:lnTo>
                      <a:pt x="1379" y="247"/>
                    </a:lnTo>
                    <a:lnTo>
                      <a:pt x="1396" y="254"/>
                    </a:lnTo>
                    <a:lnTo>
                      <a:pt x="1417" y="257"/>
                    </a:lnTo>
                    <a:lnTo>
                      <a:pt x="1497" y="257"/>
                    </a:lnTo>
                    <a:lnTo>
                      <a:pt x="1528" y="261"/>
                    </a:lnTo>
                    <a:lnTo>
                      <a:pt x="1556" y="269"/>
                    </a:lnTo>
                    <a:lnTo>
                      <a:pt x="1582" y="284"/>
                    </a:lnTo>
                    <a:lnTo>
                      <a:pt x="1605" y="302"/>
                    </a:lnTo>
                    <a:lnTo>
                      <a:pt x="1624" y="324"/>
                    </a:lnTo>
                    <a:lnTo>
                      <a:pt x="1638" y="350"/>
                    </a:lnTo>
                    <a:lnTo>
                      <a:pt x="1647" y="380"/>
                    </a:lnTo>
                    <a:lnTo>
                      <a:pt x="1650" y="410"/>
                    </a:lnTo>
                    <a:lnTo>
                      <a:pt x="1650" y="413"/>
                    </a:lnTo>
                    <a:lnTo>
                      <a:pt x="1647" y="444"/>
                    </a:lnTo>
                    <a:lnTo>
                      <a:pt x="1638" y="472"/>
                    </a:lnTo>
                    <a:lnTo>
                      <a:pt x="1624" y="499"/>
                    </a:lnTo>
                    <a:lnTo>
                      <a:pt x="1605" y="521"/>
                    </a:lnTo>
                    <a:lnTo>
                      <a:pt x="1582" y="540"/>
                    </a:lnTo>
                    <a:lnTo>
                      <a:pt x="1556" y="554"/>
                    </a:lnTo>
                    <a:lnTo>
                      <a:pt x="1528" y="563"/>
                    </a:lnTo>
                    <a:lnTo>
                      <a:pt x="1497" y="566"/>
                    </a:lnTo>
                    <a:lnTo>
                      <a:pt x="823" y="566"/>
                    </a:lnTo>
                    <a:lnTo>
                      <a:pt x="793" y="563"/>
                    </a:lnTo>
                    <a:lnTo>
                      <a:pt x="764" y="554"/>
                    </a:lnTo>
                    <a:lnTo>
                      <a:pt x="738" y="540"/>
                    </a:lnTo>
                    <a:lnTo>
                      <a:pt x="715" y="521"/>
                    </a:lnTo>
                    <a:lnTo>
                      <a:pt x="697" y="499"/>
                    </a:lnTo>
                    <a:lnTo>
                      <a:pt x="682" y="472"/>
                    </a:lnTo>
                    <a:lnTo>
                      <a:pt x="674" y="444"/>
                    </a:lnTo>
                    <a:lnTo>
                      <a:pt x="670" y="413"/>
                    </a:lnTo>
                    <a:lnTo>
                      <a:pt x="670" y="410"/>
                    </a:lnTo>
                    <a:lnTo>
                      <a:pt x="674" y="380"/>
                    </a:lnTo>
                    <a:lnTo>
                      <a:pt x="682" y="350"/>
                    </a:lnTo>
                    <a:lnTo>
                      <a:pt x="697" y="324"/>
                    </a:lnTo>
                    <a:lnTo>
                      <a:pt x="715" y="302"/>
                    </a:lnTo>
                    <a:lnTo>
                      <a:pt x="738" y="284"/>
                    </a:lnTo>
                    <a:lnTo>
                      <a:pt x="764" y="269"/>
                    </a:lnTo>
                    <a:lnTo>
                      <a:pt x="793" y="261"/>
                    </a:lnTo>
                    <a:lnTo>
                      <a:pt x="823" y="257"/>
                    </a:lnTo>
                    <a:lnTo>
                      <a:pt x="903" y="257"/>
                    </a:lnTo>
                    <a:lnTo>
                      <a:pt x="923" y="254"/>
                    </a:lnTo>
                    <a:lnTo>
                      <a:pt x="942" y="247"/>
                    </a:lnTo>
                    <a:lnTo>
                      <a:pt x="957" y="235"/>
                    </a:lnTo>
                    <a:lnTo>
                      <a:pt x="969" y="219"/>
                    </a:lnTo>
                    <a:lnTo>
                      <a:pt x="977" y="201"/>
                    </a:lnTo>
                    <a:lnTo>
                      <a:pt x="980" y="180"/>
                    </a:lnTo>
                    <a:lnTo>
                      <a:pt x="980" y="178"/>
                    </a:lnTo>
                    <a:lnTo>
                      <a:pt x="983" y="146"/>
                    </a:lnTo>
                    <a:lnTo>
                      <a:pt x="991" y="116"/>
                    </a:lnTo>
                    <a:lnTo>
                      <a:pt x="1004" y="88"/>
                    </a:lnTo>
                    <a:lnTo>
                      <a:pt x="1021" y="63"/>
                    </a:lnTo>
                    <a:lnTo>
                      <a:pt x="1043" y="41"/>
                    </a:lnTo>
                    <a:lnTo>
                      <a:pt x="1068" y="24"/>
                    </a:lnTo>
                    <a:lnTo>
                      <a:pt x="1096" y="11"/>
                    </a:lnTo>
                    <a:lnTo>
                      <a:pt x="1126" y="3"/>
                    </a:lnTo>
                    <a:lnTo>
                      <a:pt x="1158" y="0"/>
                    </a:lnTo>
                    <a:close/>
                  </a:path>
                </a:pathLst>
              </a:custGeom>
              <a:solidFill>
                <a:schemeClr val="accent6"/>
              </a:solidFill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</p:grpSp>
      <p:sp>
        <p:nvSpPr>
          <p:cNvPr id="66" name="직사각형 65"/>
          <p:cNvSpPr/>
          <p:nvPr/>
        </p:nvSpPr>
        <p:spPr>
          <a:xfrm>
            <a:off x="3386912" y="5422121"/>
            <a:ext cx="727888" cy="374443"/>
          </a:xfrm>
          <a:prstGeom prst="rect">
            <a:avLst/>
          </a:prstGeom>
          <a:noFill/>
          <a:ln w="5715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70" name="꺾인 연결선 69"/>
          <p:cNvCxnSpPr>
            <a:stCxn id="66" idx="0"/>
            <a:endCxn id="6" idx="2"/>
          </p:cNvCxnSpPr>
          <p:nvPr/>
        </p:nvCxnSpPr>
        <p:spPr>
          <a:xfrm rot="5400000" flipH="1" flipV="1">
            <a:off x="4084670" y="2638849"/>
            <a:ext cx="2449459" cy="3117087"/>
          </a:xfrm>
          <a:prstGeom prst="bentConnector3">
            <a:avLst>
              <a:gd name="adj1" fmla="val 71776"/>
            </a:avLst>
          </a:prstGeom>
          <a:ln w="12700">
            <a:prstDash val="sysDash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xmlns="" val="1935223717"/>
      </p:ext>
    </p:extLst>
  </p:cSld>
  <p:clrMapOvr>
    <a:masterClrMapping/>
  </p:clrMapOvr>
  <p:transition spd="med">
    <p:fade/>
  </p:transition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02" name="Picture 6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8380428" y="2500306"/>
            <a:ext cx="3452806" cy="270219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2" name="Picture 4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4379900" y="1500174"/>
            <a:ext cx="3755032" cy="50720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68" name="직사각형 67"/>
          <p:cNvSpPr/>
          <p:nvPr/>
        </p:nvSpPr>
        <p:spPr>
          <a:xfrm>
            <a:off x="379372" y="428604"/>
            <a:ext cx="2286016" cy="78581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000" b="1" dirty="0" err="1" smtClean="0"/>
              <a:t>AdminDepartment</a:t>
            </a:r>
            <a:endParaRPr lang="en-US" altLang="ko-KR" sz="2000" b="1" dirty="0" smtClean="0"/>
          </a:p>
          <a:p>
            <a:pPr algn="ctr"/>
            <a:r>
              <a:rPr lang="en-US" altLang="ko-KR" sz="2000" b="1" dirty="0" smtClean="0"/>
              <a:t>&amp; </a:t>
            </a:r>
            <a:r>
              <a:rPr lang="en-US" altLang="ko-KR" sz="2000" b="1" dirty="0" err="1" smtClean="0"/>
              <a:t>StudentInfo</a:t>
            </a:r>
            <a:endParaRPr lang="ko-KR" altLang="en-US" sz="2000" b="1" dirty="0"/>
          </a:p>
        </p:txBody>
      </p:sp>
      <p:sp>
        <p:nvSpPr>
          <p:cNvPr id="69" name="직사각형 68"/>
          <p:cNvSpPr/>
          <p:nvPr/>
        </p:nvSpPr>
        <p:spPr>
          <a:xfrm>
            <a:off x="307934" y="357166"/>
            <a:ext cx="2428892" cy="928694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b="1" dirty="0"/>
          </a:p>
        </p:txBody>
      </p:sp>
      <p:sp>
        <p:nvSpPr>
          <p:cNvPr id="9" name="직사각형 8"/>
          <p:cNvSpPr/>
          <p:nvPr/>
        </p:nvSpPr>
        <p:spPr>
          <a:xfrm>
            <a:off x="4869048" y="1989502"/>
            <a:ext cx="2797000" cy="323478"/>
          </a:xfrm>
          <a:prstGeom prst="rect">
            <a:avLst/>
          </a:prstGeom>
          <a:noFill/>
          <a:ln w="5715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직사각형 11"/>
          <p:cNvSpPr/>
          <p:nvPr/>
        </p:nvSpPr>
        <p:spPr>
          <a:xfrm>
            <a:off x="4510083" y="2418910"/>
            <a:ext cx="3489327" cy="606862"/>
          </a:xfrm>
          <a:prstGeom prst="rect">
            <a:avLst/>
          </a:prstGeom>
          <a:noFill/>
          <a:ln w="19050">
            <a:solidFill>
              <a:schemeClr val="accent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13" name="그룹 12"/>
          <p:cNvGrpSpPr/>
          <p:nvPr/>
        </p:nvGrpSpPr>
        <p:grpSpPr>
          <a:xfrm>
            <a:off x="11452262" y="6142964"/>
            <a:ext cx="736563" cy="715036"/>
            <a:chOff x="4228307" y="2232261"/>
            <a:chExt cx="4037011" cy="3919022"/>
          </a:xfrm>
        </p:grpSpPr>
        <p:grpSp>
          <p:nvGrpSpPr>
            <p:cNvPr id="14" name="그룹 50"/>
            <p:cNvGrpSpPr/>
            <p:nvPr/>
          </p:nvGrpSpPr>
          <p:grpSpPr>
            <a:xfrm>
              <a:off x="5500764" y="2232261"/>
              <a:ext cx="1504804" cy="1944083"/>
              <a:chOff x="5348364" y="2079861"/>
              <a:chExt cx="1504804" cy="1944083"/>
            </a:xfrm>
          </p:grpSpPr>
          <p:sp>
            <p:nvSpPr>
              <p:cNvPr id="40" name="Freeform 24"/>
              <p:cNvSpPr>
                <a:spLocks noEditPoints="1"/>
              </p:cNvSpPr>
              <p:nvPr/>
            </p:nvSpPr>
            <p:spPr bwMode="auto">
              <a:xfrm>
                <a:off x="5348364" y="2079861"/>
                <a:ext cx="1504804" cy="1944083"/>
              </a:xfrm>
              <a:custGeom>
                <a:avLst/>
                <a:gdLst>
                  <a:gd name="T0" fmla="*/ 679 w 1658"/>
                  <a:gd name="T1" fmla="*/ 110 h 2143"/>
                  <a:gd name="T2" fmla="*/ 476 w 1658"/>
                  <a:gd name="T3" fmla="*/ 189 h 2143"/>
                  <a:gd name="T4" fmla="*/ 310 w 1658"/>
                  <a:gd name="T5" fmla="*/ 324 h 2143"/>
                  <a:gd name="T6" fmla="*/ 193 w 1658"/>
                  <a:gd name="T7" fmla="*/ 503 h 2143"/>
                  <a:gd name="T8" fmla="*/ 134 w 1658"/>
                  <a:gd name="T9" fmla="*/ 717 h 2143"/>
                  <a:gd name="T10" fmla="*/ 146 w 1658"/>
                  <a:gd name="T11" fmla="*/ 942 h 2143"/>
                  <a:gd name="T12" fmla="*/ 225 w 1658"/>
                  <a:gd name="T13" fmla="*/ 1145 h 2143"/>
                  <a:gd name="T14" fmla="*/ 360 w 1658"/>
                  <a:gd name="T15" fmla="*/ 1311 h 2143"/>
                  <a:gd name="T16" fmla="*/ 541 w 1658"/>
                  <a:gd name="T17" fmla="*/ 1429 h 2143"/>
                  <a:gd name="T18" fmla="*/ 753 w 1658"/>
                  <a:gd name="T19" fmla="*/ 1487 h 2143"/>
                  <a:gd name="T20" fmla="*/ 979 w 1658"/>
                  <a:gd name="T21" fmla="*/ 1475 h 2143"/>
                  <a:gd name="T22" fmla="*/ 1182 w 1658"/>
                  <a:gd name="T23" fmla="*/ 1396 h 2143"/>
                  <a:gd name="T24" fmla="*/ 1348 w 1658"/>
                  <a:gd name="T25" fmla="*/ 1260 h 2143"/>
                  <a:gd name="T26" fmla="*/ 1465 w 1658"/>
                  <a:gd name="T27" fmla="*/ 1081 h 2143"/>
                  <a:gd name="T28" fmla="*/ 1525 w 1658"/>
                  <a:gd name="T29" fmla="*/ 869 h 2143"/>
                  <a:gd name="T30" fmla="*/ 1512 w 1658"/>
                  <a:gd name="T31" fmla="*/ 642 h 2143"/>
                  <a:gd name="T32" fmla="*/ 1433 w 1658"/>
                  <a:gd name="T33" fmla="*/ 440 h 2143"/>
                  <a:gd name="T34" fmla="*/ 1298 w 1658"/>
                  <a:gd name="T35" fmla="*/ 274 h 2143"/>
                  <a:gd name="T36" fmla="*/ 1117 w 1658"/>
                  <a:gd name="T37" fmla="*/ 155 h 2143"/>
                  <a:gd name="T38" fmla="*/ 905 w 1658"/>
                  <a:gd name="T39" fmla="*/ 97 h 2143"/>
                  <a:gd name="T40" fmla="*/ 913 w 1658"/>
                  <a:gd name="T41" fmla="*/ 4 h 2143"/>
                  <a:gd name="T42" fmla="*/ 1152 w 1658"/>
                  <a:gd name="T43" fmla="*/ 65 h 2143"/>
                  <a:gd name="T44" fmla="*/ 1356 w 1658"/>
                  <a:gd name="T45" fmla="*/ 189 h 2143"/>
                  <a:gd name="T46" fmla="*/ 1516 w 1658"/>
                  <a:gd name="T47" fmla="*/ 366 h 2143"/>
                  <a:gd name="T48" fmla="*/ 1620 w 1658"/>
                  <a:gd name="T49" fmla="*/ 583 h 2143"/>
                  <a:gd name="T50" fmla="*/ 1658 w 1658"/>
                  <a:gd name="T51" fmla="*/ 828 h 2143"/>
                  <a:gd name="T52" fmla="*/ 1637 w 1658"/>
                  <a:gd name="T53" fmla="*/ 971 h 2143"/>
                  <a:gd name="T54" fmla="*/ 1577 w 1658"/>
                  <a:gd name="T55" fmla="*/ 1131 h 2143"/>
                  <a:gd name="T56" fmla="*/ 1489 w 1658"/>
                  <a:gd name="T57" fmla="*/ 1298 h 2143"/>
                  <a:gd name="T58" fmla="*/ 1382 w 1658"/>
                  <a:gd name="T59" fmla="*/ 1468 h 2143"/>
                  <a:gd name="T60" fmla="*/ 1264 w 1658"/>
                  <a:gd name="T61" fmla="*/ 1631 h 2143"/>
                  <a:gd name="T62" fmla="*/ 1144 w 1658"/>
                  <a:gd name="T63" fmla="*/ 1785 h 2143"/>
                  <a:gd name="T64" fmla="*/ 1032 w 1658"/>
                  <a:gd name="T65" fmla="*/ 1918 h 2143"/>
                  <a:gd name="T66" fmla="*/ 936 w 1658"/>
                  <a:gd name="T67" fmla="*/ 2027 h 2143"/>
                  <a:gd name="T68" fmla="*/ 868 w 1658"/>
                  <a:gd name="T69" fmla="*/ 2103 h 2143"/>
                  <a:gd name="T70" fmla="*/ 831 w 1658"/>
                  <a:gd name="T71" fmla="*/ 2141 h 2143"/>
                  <a:gd name="T72" fmla="*/ 819 w 1658"/>
                  <a:gd name="T73" fmla="*/ 2133 h 2143"/>
                  <a:gd name="T74" fmla="*/ 772 w 1658"/>
                  <a:gd name="T75" fmla="*/ 2081 h 2143"/>
                  <a:gd name="T76" fmla="*/ 692 w 1658"/>
                  <a:gd name="T77" fmla="*/ 1994 h 2143"/>
                  <a:gd name="T78" fmla="*/ 590 w 1658"/>
                  <a:gd name="T79" fmla="*/ 1876 h 2143"/>
                  <a:gd name="T80" fmla="*/ 475 w 1658"/>
                  <a:gd name="T81" fmla="*/ 1735 h 2143"/>
                  <a:gd name="T82" fmla="*/ 355 w 1658"/>
                  <a:gd name="T83" fmla="*/ 1577 h 2143"/>
                  <a:gd name="T84" fmla="*/ 239 w 1658"/>
                  <a:gd name="T85" fmla="*/ 1411 h 2143"/>
                  <a:gd name="T86" fmla="*/ 138 w 1658"/>
                  <a:gd name="T87" fmla="*/ 1241 h 2143"/>
                  <a:gd name="T88" fmla="*/ 58 w 1658"/>
                  <a:gd name="T89" fmla="*/ 1077 h 2143"/>
                  <a:gd name="T90" fmla="*/ 9 w 1658"/>
                  <a:gd name="T91" fmla="*/ 923 h 2143"/>
                  <a:gd name="T92" fmla="*/ 4 w 1658"/>
                  <a:gd name="T93" fmla="*/ 745 h 2143"/>
                  <a:gd name="T94" fmla="*/ 65 w 1658"/>
                  <a:gd name="T95" fmla="*/ 506 h 2143"/>
                  <a:gd name="T96" fmla="*/ 189 w 1658"/>
                  <a:gd name="T97" fmla="*/ 302 h 2143"/>
                  <a:gd name="T98" fmla="*/ 366 w 1658"/>
                  <a:gd name="T99" fmla="*/ 142 h 2143"/>
                  <a:gd name="T100" fmla="*/ 583 w 1658"/>
                  <a:gd name="T101" fmla="*/ 38 h 2143"/>
                  <a:gd name="T102" fmla="*/ 828 w 1658"/>
                  <a:gd name="T103" fmla="*/ 0 h 21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</a:cxnLst>
                <a:rect l="0" t="0" r="r" b="b"/>
                <a:pathLst>
                  <a:path w="1658" h="2143">
                    <a:moveTo>
                      <a:pt x="828" y="93"/>
                    </a:moveTo>
                    <a:lnTo>
                      <a:pt x="753" y="97"/>
                    </a:lnTo>
                    <a:lnTo>
                      <a:pt x="679" y="110"/>
                    </a:lnTo>
                    <a:lnTo>
                      <a:pt x="608" y="130"/>
                    </a:lnTo>
                    <a:lnTo>
                      <a:pt x="541" y="155"/>
                    </a:lnTo>
                    <a:lnTo>
                      <a:pt x="476" y="189"/>
                    </a:lnTo>
                    <a:lnTo>
                      <a:pt x="417" y="228"/>
                    </a:lnTo>
                    <a:lnTo>
                      <a:pt x="360" y="274"/>
                    </a:lnTo>
                    <a:lnTo>
                      <a:pt x="310" y="324"/>
                    </a:lnTo>
                    <a:lnTo>
                      <a:pt x="264" y="379"/>
                    </a:lnTo>
                    <a:lnTo>
                      <a:pt x="225" y="440"/>
                    </a:lnTo>
                    <a:lnTo>
                      <a:pt x="193" y="503"/>
                    </a:lnTo>
                    <a:lnTo>
                      <a:pt x="166" y="572"/>
                    </a:lnTo>
                    <a:lnTo>
                      <a:pt x="146" y="642"/>
                    </a:lnTo>
                    <a:lnTo>
                      <a:pt x="134" y="717"/>
                    </a:lnTo>
                    <a:lnTo>
                      <a:pt x="130" y="792"/>
                    </a:lnTo>
                    <a:lnTo>
                      <a:pt x="134" y="869"/>
                    </a:lnTo>
                    <a:lnTo>
                      <a:pt x="146" y="942"/>
                    </a:lnTo>
                    <a:lnTo>
                      <a:pt x="166" y="1013"/>
                    </a:lnTo>
                    <a:lnTo>
                      <a:pt x="193" y="1081"/>
                    </a:lnTo>
                    <a:lnTo>
                      <a:pt x="225" y="1145"/>
                    </a:lnTo>
                    <a:lnTo>
                      <a:pt x="264" y="1205"/>
                    </a:lnTo>
                    <a:lnTo>
                      <a:pt x="310" y="1260"/>
                    </a:lnTo>
                    <a:lnTo>
                      <a:pt x="360" y="1311"/>
                    </a:lnTo>
                    <a:lnTo>
                      <a:pt x="417" y="1356"/>
                    </a:lnTo>
                    <a:lnTo>
                      <a:pt x="476" y="1396"/>
                    </a:lnTo>
                    <a:lnTo>
                      <a:pt x="541" y="1429"/>
                    </a:lnTo>
                    <a:lnTo>
                      <a:pt x="608" y="1456"/>
                    </a:lnTo>
                    <a:lnTo>
                      <a:pt x="679" y="1475"/>
                    </a:lnTo>
                    <a:lnTo>
                      <a:pt x="753" y="1487"/>
                    </a:lnTo>
                    <a:lnTo>
                      <a:pt x="828" y="1491"/>
                    </a:lnTo>
                    <a:lnTo>
                      <a:pt x="905" y="1487"/>
                    </a:lnTo>
                    <a:lnTo>
                      <a:pt x="979" y="1475"/>
                    </a:lnTo>
                    <a:lnTo>
                      <a:pt x="1050" y="1456"/>
                    </a:lnTo>
                    <a:lnTo>
                      <a:pt x="1117" y="1429"/>
                    </a:lnTo>
                    <a:lnTo>
                      <a:pt x="1182" y="1396"/>
                    </a:lnTo>
                    <a:lnTo>
                      <a:pt x="1241" y="1356"/>
                    </a:lnTo>
                    <a:lnTo>
                      <a:pt x="1298" y="1311"/>
                    </a:lnTo>
                    <a:lnTo>
                      <a:pt x="1348" y="1260"/>
                    </a:lnTo>
                    <a:lnTo>
                      <a:pt x="1394" y="1205"/>
                    </a:lnTo>
                    <a:lnTo>
                      <a:pt x="1433" y="1145"/>
                    </a:lnTo>
                    <a:lnTo>
                      <a:pt x="1465" y="1081"/>
                    </a:lnTo>
                    <a:lnTo>
                      <a:pt x="1492" y="1013"/>
                    </a:lnTo>
                    <a:lnTo>
                      <a:pt x="1512" y="942"/>
                    </a:lnTo>
                    <a:lnTo>
                      <a:pt x="1525" y="869"/>
                    </a:lnTo>
                    <a:lnTo>
                      <a:pt x="1529" y="792"/>
                    </a:lnTo>
                    <a:lnTo>
                      <a:pt x="1525" y="717"/>
                    </a:lnTo>
                    <a:lnTo>
                      <a:pt x="1512" y="642"/>
                    </a:lnTo>
                    <a:lnTo>
                      <a:pt x="1492" y="572"/>
                    </a:lnTo>
                    <a:lnTo>
                      <a:pt x="1465" y="503"/>
                    </a:lnTo>
                    <a:lnTo>
                      <a:pt x="1433" y="440"/>
                    </a:lnTo>
                    <a:lnTo>
                      <a:pt x="1394" y="379"/>
                    </a:lnTo>
                    <a:lnTo>
                      <a:pt x="1348" y="324"/>
                    </a:lnTo>
                    <a:lnTo>
                      <a:pt x="1298" y="274"/>
                    </a:lnTo>
                    <a:lnTo>
                      <a:pt x="1241" y="228"/>
                    </a:lnTo>
                    <a:lnTo>
                      <a:pt x="1182" y="189"/>
                    </a:lnTo>
                    <a:lnTo>
                      <a:pt x="1117" y="155"/>
                    </a:lnTo>
                    <a:lnTo>
                      <a:pt x="1050" y="130"/>
                    </a:lnTo>
                    <a:lnTo>
                      <a:pt x="979" y="110"/>
                    </a:lnTo>
                    <a:lnTo>
                      <a:pt x="905" y="97"/>
                    </a:lnTo>
                    <a:lnTo>
                      <a:pt x="828" y="93"/>
                    </a:lnTo>
                    <a:close/>
                    <a:moveTo>
                      <a:pt x="828" y="0"/>
                    </a:moveTo>
                    <a:lnTo>
                      <a:pt x="913" y="4"/>
                    </a:lnTo>
                    <a:lnTo>
                      <a:pt x="996" y="18"/>
                    </a:lnTo>
                    <a:lnTo>
                      <a:pt x="1075" y="38"/>
                    </a:lnTo>
                    <a:lnTo>
                      <a:pt x="1152" y="65"/>
                    </a:lnTo>
                    <a:lnTo>
                      <a:pt x="1224" y="100"/>
                    </a:lnTo>
                    <a:lnTo>
                      <a:pt x="1292" y="142"/>
                    </a:lnTo>
                    <a:lnTo>
                      <a:pt x="1356" y="189"/>
                    </a:lnTo>
                    <a:lnTo>
                      <a:pt x="1415" y="243"/>
                    </a:lnTo>
                    <a:lnTo>
                      <a:pt x="1469" y="302"/>
                    </a:lnTo>
                    <a:lnTo>
                      <a:pt x="1516" y="366"/>
                    </a:lnTo>
                    <a:lnTo>
                      <a:pt x="1558" y="435"/>
                    </a:lnTo>
                    <a:lnTo>
                      <a:pt x="1593" y="506"/>
                    </a:lnTo>
                    <a:lnTo>
                      <a:pt x="1620" y="583"/>
                    </a:lnTo>
                    <a:lnTo>
                      <a:pt x="1641" y="663"/>
                    </a:lnTo>
                    <a:lnTo>
                      <a:pt x="1654" y="745"/>
                    </a:lnTo>
                    <a:lnTo>
                      <a:pt x="1658" y="828"/>
                    </a:lnTo>
                    <a:lnTo>
                      <a:pt x="1655" y="874"/>
                    </a:lnTo>
                    <a:lnTo>
                      <a:pt x="1649" y="923"/>
                    </a:lnTo>
                    <a:lnTo>
                      <a:pt x="1637" y="971"/>
                    </a:lnTo>
                    <a:lnTo>
                      <a:pt x="1620" y="1024"/>
                    </a:lnTo>
                    <a:lnTo>
                      <a:pt x="1600" y="1077"/>
                    </a:lnTo>
                    <a:lnTo>
                      <a:pt x="1577" y="1131"/>
                    </a:lnTo>
                    <a:lnTo>
                      <a:pt x="1550" y="1186"/>
                    </a:lnTo>
                    <a:lnTo>
                      <a:pt x="1520" y="1241"/>
                    </a:lnTo>
                    <a:lnTo>
                      <a:pt x="1489" y="1298"/>
                    </a:lnTo>
                    <a:lnTo>
                      <a:pt x="1454" y="1354"/>
                    </a:lnTo>
                    <a:lnTo>
                      <a:pt x="1419" y="1411"/>
                    </a:lnTo>
                    <a:lnTo>
                      <a:pt x="1382" y="1468"/>
                    </a:lnTo>
                    <a:lnTo>
                      <a:pt x="1342" y="1523"/>
                    </a:lnTo>
                    <a:lnTo>
                      <a:pt x="1303" y="1577"/>
                    </a:lnTo>
                    <a:lnTo>
                      <a:pt x="1264" y="1631"/>
                    </a:lnTo>
                    <a:lnTo>
                      <a:pt x="1224" y="1684"/>
                    </a:lnTo>
                    <a:lnTo>
                      <a:pt x="1183" y="1735"/>
                    </a:lnTo>
                    <a:lnTo>
                      <a:pt x="1144" y="1785"/>
                    </a:lnTo>
                    <a:lnTo>
                      <a:pt x="1105" y="1831"/>
                    </a:lnTo>
                    <a:lnTo>
                      <a:pt x="1069" y="1876"/>
                    </a:lnTo>
                    <a:lnTo>
                      <a:pt x="1032" y="1918"/>
                    </a:lnTo>
                    <a:lnTo>
                      <a:pt x="998" y="1957"/>
                    </a:lnTo>
                    <a:lnTo>
                      <a:pt x="966" y="1994"/>
                    </a:lnTo>
                    <a:lnTo>
                      <a:pt x="936" y="2027"/>
                    </a:lnTo>
                    <a:lnTo>
                      <a:pt x="911" y="2056"/>
                    </a:lnTo>
                    <a:lnTo>
                      <a:pt x="886" y="2081"/>
                    </a:lnTo>
                    <a:lnTo>
                      <a:pt x="868" y="2103"/>
                    </a:lnTo>
                    <a:lnTo>
                      <a:pt x="851" y="2121"/>
                    </a:lnTo>
                    <a:lnTo>
                      <a:pt x="839" y="2133"/>
                    </a:lnTo>
                    <a:lnTo>
                      <a:pt x="831" y="2141"/>
                    </a:lnTo>
                    <a:lnTo>
                      <a:pt x="828" y="2143"/>
                    </a:lnTo>
                    <a:lnTo>
                      <a:pt x="827" y="2141"/>
                    </a:lnTo>
                    <a:lnTo>
                      <a:pt x="819" y="2133"/>
                    </a:lnTo>
                    <a:lnTo>
                      <a:pt x="807" y="2121"/>
                    </a:lnTo>
                    <a:lnTo>
                      <a:pt x="791" y="2103"/>
                    </a:lnTo>
                    <a:lnTo>
                      <a:pt x="772" y="2081"/>
                    </a:lnTo>
                    <a:lnTo>
                      <a:pt x="747" y="2056"/>
                    </a:lnTo>
                    <a:lnTo>
                      <a:pt x="722" y="2027"/>
                    </a:lnTo>
                    <a:lnTo>
                      <a:pt x="692" y="1994"/>
                    </a:lnTo>
                    <a:lnTo>
                      <a:pt x="660" y="1957"/>
                    </a:lnTo>
                    <a:lnTo>
                      <a:pt x="626" y="1918"/>
                    </a:lnTo>
                    <a:lnTo>
                      <a:pt x="590" y="1876"/>
                    </a:lnTo>
                    <a:lnTo>
                      <a:pt x="553" y="1831"/>
                    </a:lnTo>
                    <a:lnTo>
                      <a:pt x="514" y="1785"/>
                    </a:lnTo>
                    <a:lnTo>
                      <a:pt x="475" y="1735"/>
                    </a:lnTo>
                    <a:lnTo>
                      <a:pt x="434" y="1684"/>
                    </a:lnTo>
                    <a:lnTo>
                      <a:pt x="394" y="1631"/>
                    </a:lnTo>
                    <a:lnTo>
                      <a:pt x="355" y="1577"/>
                    </a:lnTo>
                    <a:lnTo>
                      <a:pt x="316" y="1523"/>
                    </a:lnTo>
                    <a:lnTo>
                      <a:pt x="277" y="1468"/>
                    </a:lnTo>
                    <a:lnTo>
                      <a:pt x="239" y="1411"/>
                    </a:lnTo>
                    <a:lnTo>
                      <a:pt x="204" y="1354"/>
                    </a:lnTo>
                    <a:lnTo>
                      <a:pt x="169" y="1298"/>
                    </a:lnTo>
                    <a:lnTo>
                      <a:pt x="138" y="1241"/>
                    </a:lnTo>
                    <a:lnTo>
                      <a:pt x="108" y="1186"/>
                    </a:lnTo>
                    <a:lnTo>
                      <a:pt x="81" y="1131"/>
                    </a:lnTo>
                    <a:lnTo>
                      <a:pt x="58" y="1077"/>
                    </a:lnTo>
                    <a:lnTo>
                      <a:pt x="38" y="1024"/>
                    </a:lnTo>
                    <a:lnTo>
                      <a:pt x="22" y="971"/>
                    </a:lnTo>
                    <a:lnTo>
                      <a:pt x="9" y="923"/>
                    </a:lnTo>
                    <a:lnTo>
                      <a:pt x="3" y="874"/>
                    </a:lnTo>
                    <a:lnTo>
                      <a:pt x="0" y="828"/>
                    </a:lnTo>
                    <a:lnTo>
                      <a:pt x="4" y="745"/>
                    </a:lnTo>
                    <a:lnTo>
                      <a:pt x="18" y="663"/>
                    </a:lnTo>
                    <a:lnTo>
                      <a:pt x="38" y="583"/>
                    </a:lnTo>
                    <a:lnTo>
                      <a:pt x="65" y="506"/>
                    </a:lnTo>
                    <a:lnTo>
                      <a:pt x="100" y="435"/>
                    </a:lnTo>
                    <a:lnTo>
                      <a:pt x="142" y="366"/>
                    </a:lnTo>
                    <a:lnTo>
                      <a:pt x="189" y="302"/>
                    </a:lnTo>
                    <a:lnTo>
                      <a:pt x="243" y="243"/>
                    </a:lnTo>
                    <a:lnTo>
                      <a:pt x="302" y="189"/>
                    </a:lnTo>
                    <a:lnTo>
                      <a:pt x="366" y="142"/>
                    </a:lnTo>
                    <a:lnTo>
                      <a:pt x="434" y="100"/>
                    </a:lnTo>
                    <a:lnTo>
                      <a:pt x="506" y="65"/>
                    </a:lnTo>
                    <a:lnTo>
                      <a:pt x="583" y="38"/>
                    </a:lnTo>
                    <a:lnTo>
                      <a:pt x="662" y="18"/>
                    </a:lnTo>
                    <a:lnTo>
                      <a:pt x="745" y="4"/>
                    </a:lnTo>
                    <a:lnTo>
                      <a:pt x="828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grpSp>
            <p:nvGrpSpPr>
              <p:cNvPr id="41" name="Group 76"/>
              <p:cNvGrpSpPr/>
              <p:nvPr/>
            </p:nvGrpSpPr>
            <p:grpSpPr>
              <a:xfrm>
                <a:off x="5767211" y="2423034"/>
                <a:ext cx="650753" cy="714990"/>
                <a:chOff x="2171700" y="1574800"/>
                <a:chExt cx="739776" cy="812800"/>
              </a:xfrm>
              <a:solidFill>
                <a:schemeClr val="accent1"/>
              </a:solidFill>
            </p:grpSpPr>
            <p:sp>
              <p:nvSpPr>
                <p:cNvPr id="42" name="Freeform 33"/>
                <p:cNvSpPr>
                  <a:spLocks noEditPoints="1"/>
                </p:cNvSpPr>
                <p:nvPr/>
              </p:nvSpPr>
              <p:spPr bwMode="auto">
                <a:xfrm>
                  <a:off x="2292350" y="1700213"/>
                  <a:ext cx="498475" cy="687387"/>
                </a:xfrm>
                <a:custGeom>
                  <a:avLst/>
                  <a:gdLst>
                    <a:gd name="T0" fmla="*/ 813 w 2197"/>
                    <a:gd name="T1" fmla="*/ 324 h 3032"/>
                    <a:gd name="T2" fmla="*/ 519 w 2197"/>
                    <a:gd name="T3" fmla="*/ 505 h 3032"/>
                    <a:gd name="T4" fmla="*/ 329 w 2197"/>
                    <a:gd name="T5" fmla="*/ 783 h 3032"/>
                    <a:gd name="T6" fmla="*/ 281 w 2197"/>
                    <a:gd name="T7" fmla="*/ 1120 h 3032"/>
                    <a:gd name="T8" fmla="*/ 340 w 2197"/>
                    <a:gd name="T9" fmla="*/ 1390 h 3032"/>
                    <a:gd name="T10" fmla="*/ 449 w 2197"/>
                    <a:gd name="T11" fmla="*/ 1594 h 3032"/>
                    <a:gd name="T12" fmla="*/ 575 w 2197"/>
                    <a:gd name="T13" fmla="*/ 1783 h 3032"/>
                    <a:gd name="T14" fmla="*/ 653 w 2197"/>
                    <a:gd name="T15" fmla="*/ 1996 h 3032"/>
                    <a:gd name="T16" fmla="*/ 700 w 2197"/>
                    <a:gd name="T17" fmla="*/ 2142 h 3032"/>
                    <a:gd name="T18" fmla="*/ 1457 w 2197"/>
                    <a:gd name="T19" fmla="*/ 2178 h 3032"/>
                    <a:gd name="T20" fmla="*/ 1539 w 2197"/>
                    <a:gd name="T21" fmla="*/ 2071 h 3032"/>
                    <a:gd name="T22" fmla="*/ 1581 w 2197"/>
                    <a:gd name="T23" fmla="*/ 1864 h 3032"/>
                    <a:gd name="T24" fmla="*/ 1700 w 2197"/>
                    <a:gd name="T25" fmla="*/ 1666 h 3032"/>
                    <a:gd name="T26" fmla="*/ 1817 w 2197"/>
                    <a:gd name="T27" fmla="*/ 1478 h 3032"/>
                    <a:gd name="T28" fmla="*/ 1902 w 2197"/>
                    <a:gd name="T29" fmla="*/ 1238 h 3032"/>
                    <a:gd name="T30" fmla="*/ 1907 w 2197"/>
                    <a:gd name="T31" fmla="*/ 915 h 3032"/>
                    <a:gd name="T32" fmla="*/ 1769 w 2197"/>
                    <a:gd name="T33" fmla="*/ 606 h 3032"/>
                    <a:gd name="T34" fmla="*/ 1513 w 2197"/>
                    <a:gd name="T35" fmla="*/ 382 h 3032"/>
                    <a:gd name="T36" fmla="*/ 1174 w 2197"/>
                    <a:gd name="T37" fmla="*/ 279 h 3032"/>
                    <a:gd name="T38" fmla="*/ 1362 w 2197"/>
                    <a:gd name="T39" fmla="*/ 32 h 3032"/>
                    <a:gd name="T40" fmla="*/ 1747 w 2197"/>
                    <a:gd name="T41" fmla="*/ 204 h 3032"/>
                    <a:gd name="T42" fmla="*/ 2033 w 2197"/>
                    <a:gd name="T43" fmla="*/ 499 h 3032"/>
                    <a:gd name="T44" fmla="*/ 2182 w 2197"/>
                    <a:gd name="T45" fmla="*/ 883 h 3032"/>
                    <a:gd name="T46" fmla="*/ 2180 w 2197"/>
                    <a:gd name="T47" fmla="*/ 1263 h 3032"/>
                    <a:gd name="T48" fmla="*/ 2095 w 2197"/>
                    <a:gd name="T49" fmla="*/ 1542 h 3032"/>
                    <a:gd name="T50" fmla="*/ 1977 w 2197"/>
                    <a:gd name="T51" fmla="*/ 1752 h 3032"/>
                    <a:gd name="T52" fmla="*/ 1857 w 2197"/>
                    <a:gd name="T53" fmla="*/ 1933 h 3032"/>
                    <a:gd name="T54" fmla="*/ 1816 w 2197"/>
                    <a:gd name="T55" fmla="*/ 2095 h 3032"/>
                    <a:gd name="T56" fmla="*/ 1702 w 2197"/>
                    <a:gd name="T57" fmla="*/ 2328 h 3032"/>
                    <a:gd name="T58" fmla="*/ 1611 w 2197"/>
                    <a:gd name="T59" fmla="*/ 2485 h 3032"/>
                    <a:gd name="T60" fmla="*/ 1603 w 2197"/>
                    <a:gd name="T61" fmla="*/ 2631 h 3032"/>
                    <a:gd name="T62" fmla="*/ 1599 w 2197"/>
                    <a:gd name="T63" fmla="*/ 2699 h 3032"/>
                    <a:gd name="T64" fmla="*/ 1566 w 2197"/>
                    <a:gd name="T65" fmla="*/ 2789 h 3032"/>
                    <a:gd name="T66" fmla="*/ 1452 w 2197"/>
                    <a:gd name="T67" fmla="*/ 2888 h 3032"/>
                    <a:gd name="T68" fmla="*/ 1283 w 2197"/>
                    <a:gd name="T69" fmla="*/ 3010 h 3032"/>
                    <a:gd name="T70" fmla="*/ 965 w 2197"/>
                    <a:gd name="T71" fmla="*/ 3030 h 3032"/>
                    <a:gd name="T72" fmla="*/ 825 w 2197"/>
                    <a:gd name="T73" fmla="*/ 2922 h 3032"/>
                    <a:gd name="T74" fmla="*/ 657 w 2197"/>
                    <a:gd name="T75" fmla="*/ 2823 h 3032"/>
                    <a:gd name="T76" fmla="*/ 602 w 2197"/>
                    <a:gd name="T77" fmla="*/ 2718 h 3032"/>
                    <a:gd name="T78" fmla="*/ 597 w 2197"/>
                    <a:gd name="T79" fmla="*/ 2671 h 3032"/>
                    <a:gd name="T80" fmla="*/ 590 w 2197"/>
                    <a:gd name="T81" fmla="*/ 2546 h 3032"/>
                    <a:gd name="T82" fmla="*/ 582 w 2197"/>
                    <a:gd name="T83" fmla="*/ 2406 h 3032"/>
                    <a:gd name="T84" fmla="*/ 408 w 2197"/>
                    <a:gd name="T85" fmla="*/ 2193 h 3032"/>
                    <a:gd name="T86" fmla="*/ 368 w 2197"/>
                    <a:gd name="T87" fmla="*/ 1991 h 3032"/>
                    <a:gd name="T88" fmla="*/ 268 w 2197"/>
                    <a:gd name="T89" fmla="*/ 1821 h 3032"/>
                    <a:gd name="T90" fmla="*/ 149 w 2197"/>
                    <a:gd name="T91" fmla="*/ 1633 h 3032"/>
                    <a:gd name="T92" fmla="*/ 45 w 2197"/>
                    <a:gd name="T93" fmla="*/ 1384 h 3032"/>
                    <a:gd name="T94" fmla="*/ 0 w 2197"/>
                    <a:gd name="T95" fmla="*/ 1054 h 3032"/>
                    <a:gd name="T96" fmla="*/ 87 w 2197"/>
                    <a:gd name="T97" fmla="*/ 644 h 3032"/>
                    <a:gd name="T98" fmla="*/ 323 w 2197"/>
                    <a:gd name="T99" fmla="*/ 310 h 3032"/>
                    <a:gd name="T100" fmla="*/ 672 w 2197"/>
                    <a:gd name="T101" fmla="*/ 83 h 3032"/>
                    <a:gd name="T102" fmla="*/ 1099 w 2197"/>
                    <a:gd name="T103" fmla="*/ 0 h 303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</a:cxnLst>
                  <a:rect l="0" t="0" r="r" b="b"/>
                  <a:pathLst>
                    <a:path w="2197" h="3032">
                      <a:moveTo>
                        <a:pt x="1099" y="276"/>
                      </a:moveTo>
                      <a:lnTo>
                        <a:pt x="1024" y="279"/>
                      </a:lnTo>
                      <a:lnTo>
                        <a:pt x="951" y="288"/>
                      </a:lnTo>
                      <a:lnTo>
                        <a:pt x="881" y="304"/>
                      </a:lnTo>
                      <a:lnTo>
                        <a:pt x="813" y="324"/>
                      </a:lnTo>
                      <a:lnTo>
                        <a:pt x="747" y="352"/>
                      </a:lnTo>
                      <a:lnTo>
                        <a:pt x="685" y="383"/>
                      </a:lnTo>
                      <a:lnTo>
                        <a:pt x="626" y="419"/>
                      </a:lnTo>
                      <a:lnTo>
                        <a:pt x="571" y="460"/>
                      </a:lnTo>
                      <a:lnTo>
                        <a:pt x="519" y="505"/>
                      </a:lnTo>
                      <a:lnTo>
                        <a:pt x="471" y="553"/>
                      </a:lnTo>
                      <a:lnTo>
                        <a:pt x="429" y="606"/>
                      </a:lnTo>
                      <a:lnTo>
                        <a:pt x="391" y="662"/>
                      </a:lnTo>
                      <a:lnTo>
                        <a:pt x="358" y="721"/>
                      </a:lnTo>
                      <a:lnTo>
                        <a:pt x="329" y="783"/>
                      </a:lnTo>
                      <a:lnTo>
                        <a:pt x="308" y="848"/>
                      </a:lnTo>
                      <a:lnTo>
                        <a:pt x="292" y="915"/>
                      </a:lnTo>
                      <a:lnTo>
                        <a:pt x="282" y="983"/>
                      </a:lnTo>
                      <a:lnTo>
                        <a:pt x="278" y="1054"/>
                      </a:lnTo>
                      <a:lnTo>
                        <a:pt x="281" y="1120"/>
                      </a:lnTo>
                      <a:lnTo>
                        <a:pt x="286" y="1181"/>
                      </a:lnTo>
                      <a:lnTo>
                        <a:pt x="295" y="1238"/>
                      </a:lnTo>
                      <a:lnTo>
                        <a:pt x="308" y="1292"/>
                      </a:lnTo>
                      <a:lnTo>
                        <a:pt x="323" y="1343"/>
                      </a:lnTo>
                      <a:lnTo>
                        <a:pt x="340" y="1390"/>
                      </a:lnTo>
                      <a:lnTo>
                        <a:pt x="359" y="1435"/>
                      </a:lnTo>
                      <a:lnTo>
                        <a:pt x="380" y="1478"/>
                      </a:lnTo>
                      <a:lnTo>
                        <a:pt x="402" y="1518"/>
                      </a:lnTo>
                      <a:lnTo>
                        <a:pt x="426" y="1557"/>
                      </a:lnTo>
                      <a:lnTo>
                        <a:pt x="449" y="1594"/>
                      </a:lnTo>
                      <a:lnTo>
                        <a:pt x="474" y="1630"/>
                      </a:lnTo>
                      <a:lnTo>
                        <a:pt x="496" y="1665"/>
                      </a:lnTo>
                      <a:lnTo>
                        <a:pt x="523" y="1704"/>
                      </a:lnTo>
                      <a:lnTo>
                        <a:pt x="550" y="1744"/>
                      </a:lnTo>
                      <a:lnTo>
                        <a:pt x="575" y="1783"/>
                      </a:lnTo>
                      <a:lnTo>
                        <a:pt x="597" y="1823"/>
                      </a:lnTo>
                      <a:lnTo>
                        <a:pt x="617" y="1864"/>
                      </a:lnTo>
                      <a:lnTo>
                        <a:pt x="632" y="1906"/>
                      </a:lnTo>
                      <a:lnTo>
                        <a:pt x="645" y="1950"/>
                      </a:lnTo>
                      <a:lnTo>
                        <a:pt x="653" y="1996"/>
                      </a:lnTo>
                      <a:lnTo>
                        <a:pt x="655" y="2044"/>
                      </a:lnTo>
                      <a:lnTo>
                        <a:pt x="658" y="2071"/>
                      </a:lnTo>
                      <a:lnTo>
                        <a:pt x="669" y="2097"/>
                      </a:lnTo>
                      <a:lnTo>
                        <a:pt x="682" y="2121"/>
                      </a:lnTo>
                      <a:lnTo>
                        <a:pt x="700" y="2142"/>
                      </a:lnTo>
                      <a:lnTo>
                        <a:pt x="720" y="2162"/>
                      </a:lnTo>
                      <a:lnTo>
                        <a:pt x="740" y="2178"/>
                      </a:lnTo>
                      <a:lnTo>
                        <a:pt x="759" y="2193"/>
                      </a:lnTo>
                      <a:lnTo>
                        <a:pt x="1438" y="2193"/>
                      </a:lnTo>
                      <a:lnTo>
                        <a:pt x="1457" y="2178"/>
                      </a:lnTo>
                      <a:lnTo>
                        <a:pt x="1478" y="2162"/>
                      </a:lnTo>
                      <a:lnTo>
                        <a:pt x="1498" y="2142"/>
                      </a:lnTo>
                      <a:lnTo>
                        <a:pt x="1515" y="2121"/>
                      </a:lnTo>
                      <a:lnTo>
                        <a:pt x="1529" y="2097"/>
                      </a:lnTo>
                      <a:lnTo>
                        <a:pt x="1539" y="2071"/>
                      </a:lnTo>
                      <a:lnTo>
                        <a:pt x="1542" y="2044"/>
                      </a:lnTo>
                      <a:lnTo>
                        <a:pt x="1545" y="1996"/>
                      </a:lnTo>
                      <a:lnTo>
                        <a:pt x="1553" y="1950"/>
                      </a:lnTo>
                      <a:lnTo>
                        <a:pt x="1565" y="1906"/>
                      </a:lnTo>
                      <a:lnTo>
                        <a:pt x="1581" y="1864"/>
                      </a:lnTo>
                      <a:lnTo>
                        <a:pt x="1600" y="1824"/>
                      </a:lnTo>
                      <a:lnTo>
                        <a:pt x="1623" y="1783"/>
                      </a:lnTo>
                      <a:lnTo>
                        <a:pt x="1647" y="1744"/>
                      </a:lnTo>
                      <a:lnTo>
                        <a:pt x="1673" y="1705"/>
                      </a:lnTo>
                      <a:lnTo>
                        <a:pt x="1700" y="1666"/>
                      </a:lnTo>
                      <a:lnTo>
                        <a:pt x="1724" y="1631"/>
                      </a:lnTo>
                      <a:lnTo>
                        <a:pt x="1748" y="1595"/>
                      </a:lnTo>
                      <a:lnTo>
                        <a:pt x="1772" y="1558"/>
                      </a:lnTo>
                      <a:lnTo>
                        <a:pt x="1796" y="1518"/>
                      </a:lnTo>
                      <a:lnTo>
                        <a:pt x="1817" y="1478"/>
                      </a:lnTo>
                      <a:lnTo>
                        <a:pt x="1839" y="1435"/>
                      </a:lnTo>
                      <a:lnTo>
                        <a:pt x="1858" y="1390"/>
                      </a:lnTo>
                      <a:lnTo>
                        <a:pt x="1875" y="1343"/>
                      </a:lnTo>
                      <a:lnTo>
                        <a:pt x="1890" y="1292"/>
                      </a:lnTo>
                      <a:lnTo>
                        <a:pt x="1902" y="1238"/>
                      </a:lnTo>
                      <a:lnTo>
                        <a:pt x="1911" y="1181"/>
                      </a:lnTo>
                      <a:lnTo>
                        <a:pt x="1917" y="1120"/>
                      </a:lnTo>
                      <a:lnTo>
                        <a:pt x="1919" y="1054"/>
                      </a:lnTo>
                      <a:lnTo>
                        <a:pt x="1916" y="983"/>
                      </a:lnTo>
                      <a:lnTo>
                        <a:pt x="1907" y="915"/>
                      </a:lnTo>
                      <a:lnTo>
                        <a:pt x="1890" y="847"/>
                      </a:lnTo>
                      <a:lnTo>
                        <a:pt x="1868" y="783"/>
                      </a:lnTo>
                      <a:lnTo>
                        <a:pt x="1841" y="721"/>
                      </a:lnTo>
                      <a:lnTo>
                        <a:pt x="1807" y="661"/>
                      </a:lnTo>
                      <a:lnTo>
                        <a:pt x="1769" y="606"/>
                      </a:lnTo>
                      <a:lnTo>
                        <a:pt x="1726" y="553"/>
                      </a:lnTo>
                      <a:lnTo>
                        <a:pt x="1679" y="505"/>
                      </a:lnTo>
                      <a:lnTo>
                        <a:pt x="1628" y="460"/>
                      </a:lnTo>
                      <a:lnTo>
                        <a:pt x="1572" y="418"/>
                      </a:lnTo>
                      <a:lnTo>
                        <a:pt x="1513" y="382"/>
                      </a:lnTo>
                      <a:lnTo>
                        <a:pt x="1451" y="352"/>
                      </a:lnTo>
                      <a:lnTo>
                        <a:pt x="1385" y="324"/>
                      </a:lnTo>
                      <a:lnTo>
                        <a:pt x="1317" y="304"/>
                      </a:lnTo>
                      <a:lnTo>
                        <a:pt x="1246" y="288"/>
                      </a:lnTo>
                      <a:lnTo>
                        <a:pt x="1174" y="279"/>
                      </a:lnTo>
                      <a:lnTo>
                        <a:pt x="1099" y="276"/>
                      </a:lnTo>
                      <a:close/>
                      <a:moveTo>
                        <a:pt x="1099" y="0"/>
                      </a:moveTo>
                      <a:lnTo>
                        <a:pt x="1188" y="3"/>
                      </a:lnTo>
                      <a:lnTo>
                        <a:pt x="1277" y="15"/>
                      </a:lnTo>
                      <a:lnTo>
                        <a:pt x="1362" y="32"/>
                      </a:lnTo>
                      <a:lnTo>
                        <a:pt x="1446" y="54"/>
                      </a:lnTo>
                      <a:lnTo>
                        <a:pt x="1525" y="83"/>
                      </a:lnTo>
                      <a:lnTo>
                        <a:pt x="1603" y="118"/>
                      </a:lnTo>
                      <a:lnTo>
                        <a:pt x="1676" y="159"/>
                      </a:lnTo>
                      <a:lnTo>
                        <a:pt x="1747" y="204"/>
                      </a:lnTo>
                      <a:lnTo>
                        <a:pt x="1813" y="255"/>
                      </a:lnTo>
                      <a:lnTo>
                        <a:pt x="1875" y="310"/>
                      </a:lnTo>
                      <a:lnTo>
                        <a:pt x="1932" y="368"/>
                      </a:lnTo>
                      <a:lnTo>
                        <a:pt x="1985" y="433"/>
                      </a:lnTo>
                      <a:lnTo>
                        <a:pt x="2033" y="499"/>
                      </a:lnTo>
                      <a:lnTo>
                        <a:pt x="2075" y="570"/>
                      </a:lnTo>
                      <a:lnTo>
                        <a:pt x="2111" y="644"/>
                      </a:lnTo>
                      <a:lnTo>
                        <a:pt x="2140" y="722"/>
                      </a:lnTo>
                      <a:lnTo>
                        <a:pt x="2165" y="801"/>
                      </a:lnTo>
                      <a:lnTo>
                        <a:pt x="2182" y="883"/>
                      </a:lnTo>
                      <a:lnTo>
                        <a:pt x="2194" y="968"/>
                      </a:lnTo>
                      <a:lnTo>
                        <a:pt x="2197" y="1054"/>
                      </a:lnTo>
                      <a:lnTo>
                        <a:pt x="2195" y="1128"/>
                      </a:lnTo>
                      <a:lnTo>
                        <a:pt x="2189" y="1197"/>
                      </a:lnTo>
                      <a:lnTo>
                        <a:pt x="2180" y="1263"/>
                      </a:lnTo>
                      <a:lnTo>
                        <a:pt x="2168" y="1326"/>
                      </a:lnTo>
                      <a:lnTo>
                        <a:pt x="2153" y="1384"/>
                      </a:lnTo>
                      <a:lnTo>
                        <a:pt x="2136" y="1440"/>
                      </a:lnTo>
                      <a:lnTo>
                        <a:pt x="2116" y="1493"/>
                      </a:lnTo>
                      <a:lnTo>
                        <a:pt x="2095" y="1542"/>
                      </a:lnTo>
                      <a:lnTo>
                        <a:pt x="2072" y="1588"/>
                      </a:lnTo>
                      <a:lnTo>
                        <a:pt x="2050" y="1632"/>
                      </a:lnTo>
                      <a:lnTo>
                        <a:pt x="2025" y="1675"/>
                      </a:lnTo>
                      <a:lnTo>
                        <a:pt x="2001" y="1714"/>
                      </a:lnTo>
                      <a:lnTo>
                        <a:pt x="1977" y="1752"/>
                      </a:lnTo>
                      <a:lnTo>
                        <a:pt x="1953" y="1787"/>
                      </a:lnTo>
                      <a:lnTo>
                        <a:pt x="1929" y="1820"/>
                      </a:lnTo>
                      <a:lnTo>
                        <a:pt x="1902" y="1862"/>
                      </a:lnTo>
                      <a:lnTo>
                        <a:pt x="1877" y="1899"/>
                      </a:lnTo>
                      <a:lnTo>
                        <a:pt x="1857" y="1933"/>
                      </a:lnTo>
                      <a:lnTo>
                        <a:pt x="1841" y="1963"/>
                      </a:lnTo>
                      <a:lnTo>
                        <a:pt x="1830" y="1991"/>
                      </a:lnTo>
                      <a:lnTo>
                        <a:pt x="1822" y="2019"/>
                      </a:lnTo>
                      <a:lnTo>
                        <a:pt x="1819" y="2044"/>
                      </a:lnTo>
                      <a:lnTo>
                        <a:pt x="1816" y="2095"/>
                      </a:lnTo>
                      <a:lnTo>
                        <a:pt x="1806" y="2145"/>
                      </a:lnTo>
                      <a:lnTo>
                        <a:pt x="1790" y="2193"/>
                      </a:lnTo>
                      <a:lnTo>
                        <a:pt x="1766" y="2240"/>
                      </a:lnTo>
                      <a:lnTo>
                        <a:pt x="1738" y="2285"/>
                      </a:lnTo>
                      <a:lnTo>
                        <a:pt x="1702" y="2328"/>
                      </a:lnTo>
                      <a:lnTo>
                        <a:pt x="1662" y="2369"/>
                      </a:lnTo>
                      <a:lnTo>
                        <a:pt x="1615" y="2406"/>
                      </a:lnTo>
                      <a:lnTo>
                        <a:pt x="1614" y="2429"/>
                      </a:lnTo>
                      <a:lnTo>
                        <a:pt x="1613" y="2456"/>
                      </a:lnTo>
                      <a:lnTo>
                        <a:pt x="1611" y="2485"/>
                      </a:lnTo>
                      <a:lnTo>
                        <a:pt x="1609" y="2515"/>
                      </a:lnTo>
                      <a:lnTo>
                        <a:pt x="1607" y="2546"/>
                      </a:lnTo>
                      <a:lnTo>
                        <a:pt x="1606" y="2576"/>
                      </a:lnTo>
                      <a:lnTo>
                        <a:pt x="1604" y="2605"/>
                      </a:lnTo>
                      <a:lnTo>
                        <a:pt x="1603" y="2631"/>
                      </a:lnTo>
                      <a:lnTo>
                        <a:pt x="1601" y="2653"/>
                      </a:lnTo>
                      <a:lnTo>
                        <a:pt x="1600" y="2671"/>
                      </a:lnTo>
                      <a:lnTo>
                        <a:pt x="1600" y="2682"/>
                      </a:lnTo>
                      <a:lnTo>
                        <a:pt x="1599" y="2685"/>
                      </a:lnTo>
                      <a:lnTo>
                        <a:pt x="1599" y="2699"/>
                      </a:lnTo>
                      <a:lnTo>
                        <a:pt x="1597" y="2715"/>
                      </a:lnTo>
                      <a:lnTo>
                        <a:pt x="1592" y="2732"/>
                      </a:lnTo>
                      <a:lnTo>
                        <a:pt x="1587" y="2750"/>
                      </a:lnTo>
                      <a:lnTo>
                        <a:pt x="1578" y="2770"/>
                      </a:lnTo>
                      <a:lnTo>
                        <a:pt x="1566" y="2789"/>
                      </a:lnTo>
                      <a:lnTo>
                        <a:pt x="1552" y="2809"/>
                      </a:lnTo>
                      <a:lnTo>
                        <a:pt x="1533" y="2831"/>
                      </a:lnTo>
                      <a:lnTo>
                        <a:pt x="1511" y="2850"/>
                      </a:lnTo>
                      <a:lnTo>
                        <a:pt x="1483" y="2870"/>
                      </a:lnTo>
                      <a:lnTo>
                        <a:pt x="1452" y="2888"/>
                      </a:lnTo>
                      <a:lnTo>
                        <a:pt x="1415" y="2906"/>
                      </a:lnTo>
                      <a:lnTo>
                        <a:pt x="1372" y="2922"/>
                      </a:lnTo>
                      <a:lnTo>
                        <a:pt x="1347" y="2953"/>
                      </a:lnTo>
                      <a:lnTo>
                        <a:pt x="1317" y="2983"/>
                      </a:lnTo>
                      <a:lnTo>
                        <a:pt x="1283" y="3010"/>
                      </a:lnTo>
                      <a:lnTo>
                        <a:pt x="1259" y="3022"/>
                      </a:lnTo>
                      <a:lnTo>
                        <a:pt x="1233" y="3030"/>
                      </a:lnTo>
                      <a:lnTo>
                        <a:pt x="1205" y="3032"/>
                      </a:lnTo>
                      <a:lnTo>
                        <a:pt x="992" y="3032"/>
                      </a:lnTo>
                      <a:lnTo>
                        <a:pt x="965" y="3030"/>
                      </a:lnTo>
                      <a:lnTo>
                        <a:pt x="939" y="3022"/>
                      </a:lnTo>
                      <a:lnTo>
                        <a:pt x="915" y="3010"/>
                      </a:lnTo>
                      <a:lnTo>
                        <a:pt x="881" y="2983"/>
                      </a:lnTo>
                      <a:lnTo>
                        <a:pt x="850" y="2953"/>
                      </a:lnTo>
                      <a:lnTo>
                        <a:pt x="825" y="2922"/>
                      </a:lnTo>
                      <a:lnTo>
                        <a:pt x="780" y="2904"/>
                      </a:lnTo>
                      <a:lnTo>
                        <a:pt x="741" y="2886"/>
                      </a:lnTo>
                      <a:lnTo>
                        <a:pt x="707" y="2866"/>
                      </a:lnTo>
                      <a:lnTo>
                        <a:pt x="680" y="2844"/>
                      </a:lnTo>
                      <a:lnTo>
                        <a:pt x="657" y="2823"/>
                      </a:lnTo>
                      <a:lnTo>
                        <a:pt x="639" y="2800"/>
                      </a:lnTo>
                      <a:lnTo>
                        <a:pt x="626" y="2779"/>
                      </a:lnTo>
                      <a:lnTo>
                        <a:pt x="614" y="2757"/>
                      </a:lnTo>
                      <a:lnTo>
                        <a:pt x="607" y="2737"/>
                      </a:lnTo>
                      <a:lnTo>
                        <a:pt x="602" y="2718"/>
                      </a:lnTo>
                      <a:lnTo>
                        <a:pt x="599" y="2701"/>
                      </a:lnTo>
                      <a:lnTo>
                        <a:pt x="598" y="2685"/>
                      </a:lnTo>
                      <a:lnTo>
                        <a:pt x="598" y="2685"/>
                      </a:lnTo>
                      <a:lnTo>
                        <a:pt x="598" y="2682"/>
                      </a:lnTo>
                      <a:lnTo>
                        <a:pt x="597" y="2671"/>
                      </a:lnTo>
                      <a:lnTo>
                        <a:pt x="596" y="2653"/>
                      </a:lnTo>
                      <a:lnTo>
                        <a:pt x="595" y="2631"/>
                      </a:lnTo>
                      <a:lnTo>
                        <a:pt x="594" y="2605"/>
                      </a:lnTo>
                      <a:lnTo>
                        <a:pt x="592" y="2576"/>
                      </a:lnTo>
                      <a:lnTo>
                        <a:pt x="590" y="2546"/>
                      </a:lnTo>
                      <a:lnTo>
                        <a:pt x="588" y="2515"/>
                      </a:lnTo>
                      <a:lnTo>
                        <a:pt x="587" y="2485"/>
                      </a:lnTo>
                      <a:lnTo>
                        <a:pt x="585" y="2456"/>
                      </a:lnTo>
                      <a:lnTo>
                        <a:pt x="584" y="2429"/>
                      </a:lnTo>
                      <a:lnTo>
                        <a:pt x="582" y="2406"/>
                      </a:lnTo>
                      <a:lnTo>
                        <a:pt x="536" y="2369"/>
                      </a:lnTo>
                      <a:lnTo>
                        <a:pt x="495" y="2328"/>
                      </a:lnTo>
                      <a:lnTo>
                        <a:pt x="460" y="2285"/>
                      </a:lnTo>
                      <a:lnTo>
                        <a:pt x="432" y="2240"/>
                      </a:lnTo>
                      <a:lnTo>
                        <a:pt x="408" y="2193"/>
                      </a:lnTo>
                      <a:lnTo>
                        <a:pt x="392" y="2145"/>
                      </a:lnTo>
                      <a:lnTo>
                        <a:pt x="382" y="2095"/>
                      </a:lnTo>
                      <a:lnTo>
                        <a:pt x="378" y="2044"/>
                      </a:lnTo>
                      <a:lnTo>
                        <a:pt x="376" y="2019"/>
                      </a:lnTo>
                      <a:lnTo>
                        <a:pt x="368" y="1991"/>
                      </a:lnTo>
                      <a:lnTo>
                        <a:pt x="357" y="1963"/>
                      </a:lnTo>
                      <a:lnTo>
                        <a:pt x="341" y="1933"/>
                      </a:lnTo>
                      <a:lnTo>
                        <a:pt x="320" y="1899"/>
                      </a:lnTo>
                      <a:lnTo>
                        <a:pt x="297" y="1862"/>
                      </a:lnTo>
                      <a:lnTo>
                        <a:pt x="268" y="1821"/>
                      </a:lnTo>
                      <a:lnTo>
                        <a:pt x="245" y="1788"/>
                      </a:lnTo>
                      <a:lnTo>
                        <a:pt x="222" y="1752"/>
                      </a:lnTo>
                      <a:lnTo>
                        <a:pt x="197" y="1714"/>
                      </a:lnTo>
                      <a:lnTo>
                        <a:pt x="173" y="1675"/>
                      </a:lnTo>
                      <a:lnTo>
                        <a:pt x="149" y="1633"/>
                      </a:lnTo>
                      <a:lnTo>
                        <a:pt x="125" y="1588"/>
                      </a:lnTo>
                      <a:lnTo>
                        <a:pt x="102" y="1542"/>
                      </a:lnTo>
                      <a:lnTo>
                        <a:pt x="82" y="1493"/>
                      </a:lnTo>
                      <a:lnTo>
                        <a:pt x="62" y="1440"/>
                      </a:lnTo>
                      <a:lnTo>
                        <a:pt x="45" y="1384"/>
                      </a:lnTo>
                      <a:lnTo>
                        <a:pt x="30" y="1326"/>
                      </a:lnTo>
                      <a:lnTo>
                        <a:pt x="17" y="1263"/>
                      </a:lnTo>
                      <a:lnTo>
                        <a:pt x="8" y="1197"/>
                      </a:lnTo>
                      <a:lnTo>
                        <a:pt x="3" y="1128"/>
                      </a:lnTo>
                      <a:lnTo>
                        <a:pt x="0" y="1054"/>
                      </a:lnTo>
                      <a:lnTo>
                        <a:pt x="4" y="968"/>
                      </a:lnTo>
                      <a:lnTo>
                        <a:pt x="15" y="883"/>
                      </a:lnTo>
                      <a:lnTo>
                        <a:pt x="32" y="801"/>
                      </a:lnTo>
                      <a:lnTo>
                        <a:pt x="57" y="722"/>
                      </a:lnTo>
                      <a:lnTo>
                        <a:pt x="87" y="644"/>
                      </a:lnTo>
                      <a:lnTo>
                        <a:pt x="123" y="570"/>
                      </a:lnTo>
                      <a:lnTo>
                        <a:pt x="165" y="499"/>
                      </a:lnTo>
                      <a:lnTo>
                        <a:pt x="213" y="433"/>
                      </a:lnTo>
                      <a:lnTo>
                        <a:pt x="266" y="368"/>
                      </a:lnTo>
                      <a:lnTo>
                        <a:pt x="323" y="310"/>
                      </a:lnTo>
                      <a:lnTo>
                        <a:pt x="385" y="255"/>
                      </a:lnTo>
                      <a:lnTo>
                        <a:pt x="451" y="204"/>
                      </a:lnTo>
                      <a:lnTo>
                        <a:pt x="521" y="159"/>
                      </a:lnTo>
                      <a:lnTo>
                        <a:pt x="595" y="118"/>
                      </a:lnTo>
                      <a:lnTo>
                        <a:pt x="672" y="83"/>
                      </a:lnTo>
                      <a:lnTo>
                        <a:pt x="753" y="54"/>
                      </a:lnTo>
                      <a:lnTo>
                        <a:pt x="836" y="32"/>
                      </a:lnTo>
                      <a:lnTo>
                        <a:pt x="921" y="15"/>
                      </a:lnTo>
                      <a:lnTo>
                        <a:pt x="1009" y="3"/>
                      </a:lnTo>
                      <a:lnTo>
                        <a:pt x="1099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43" name="Freeform 34"/>
                <p:cNvSpPr>
                  <a:spLocks/>
                </p:cNvSpPr>
                <p:nvPr/>
              </p:nvSpPr>
              <p:spPr bwMode="auto">
                <a:xfrm>
                  <a:off x="2525713" y="1574800"/>
                  <a:ext cx="31750" cy="79375"/>
                </a:xfrm>
                <a:custGeom>
                  <a:avLst/>
                  <a:gdLst>
                    <a:gd name="T0" fmla="*/ 69 w 138"/>
                    <a:gd name="T1" fmla="*/ 0 h 344"/>
                    <a:gd name="T2" fmla="*/ 69 w 138"/>
                    <a:gd name="T3" fmla="*/ 0 h 344"/>
                    <a:gd name="T4" fmla="*/ 87 w 138"/>
                    <a:gd name="T5" fmla="*/ 3 h 344"/>
                    <a:gd name="T6" fmla="*/ 104 w 138"/>
                    <a:gd name="T7" fmla="*/ 9 h 344"/>
                    <a:gd name="T8" fmla="*/ 118 w 138"/>
                    <a:gd name="T9" fmla="*/ 21 h 344"/>
                    <a:gd name="T10" fmla="*/ 129 w 138"/>
                    <a:gd name="T11" fmla="*/ 34 h 344"/>
                    <a:gd name="T12" fmla="*/ 136 w 138"/>
                    <a:gd name="T13" fmla="*/ 51 h 344"/>
                    <a:gd name="T14" fmla="*/ 138 w 138"/>
                    <a:gd name="T15" fmla="*/ 69 h 344"/>
                    <a:gd name="T16" fmla="*/ 138 w 138"/>
                    <a:gd name="T17" fmla="*/ 275 h 344"/>
                    <a:gd name="T18" fmla="*/ 136 w 138"/>
                    <a:gd name="T19" fmla="*/ 294 h 344"/>
                    <a:gd name="T20" fmla="*/ 129 w 138"/>
                    <a:gd name="T21" fmla="*/ 310 h 344"/>
                    <a:gd name="T22" fmla="*/ 118 w 138"/>
                    <a:gd name="T23" fmla="*/ 325 h 344"/>
                    <a:gd name="T24" fmla="*/ 104 w 138"/>
                    <a:gd name="T25" fmla="*/ 335 h 344"/>
                    <a:gd name="T26" fmla="*/ 87 w 138"/>
                    <a:gd name="T27" fmla="*/ 342 h 344"/>
                    <a:gd name="T28" fmla="*/ 69 w 138"/>
                    <a:gd name="T29" fmla="*/ 344 h 344"/>
                    <a:gd name="T30" fmla="*/ 51 w 138"/>
                    <a:gd name="T31" fmla="*/ 342 h 344"/>
                    <a:gd name="T32" fmla="*/ 34 w 138"/>
                    <a:gd name="T33" fmla="*/ 335 h 344"/>
                    <a:gd name="T34" fmla="*/ 20 w 138"/>
                    <a:gd name="T35" fmla="*/ 325 h 344"/>
                    <a:gd name="T36" fmla="*/ 9 w 138"/>
                    <a:gd name="T37" fmla="*/ 310 h 344"/>
                    <a:gd name="T38" fmla="*/ 2 w 138"/>
                    <a:gd name="T39" fmla="*/ 294 h 344"/>
                    <a:gd name="T40" fmla="*/ 0 w 138"/>
                    <a:gd name="T41" fmla="*/ 275 h 344"/>
                    <a:gd name="T42" fmla="*/ 0 w 138"/>
                    <a:gd name="T43" fmla="*/ 69 h 344"/>
                    <a:gd name="T44" fmla="*/ 2 w 138"/>
                    <a:gd name="T45" fmla="*/ 51 h 344"/>
                    <a:gd name="T46" fmla="*/ 9 w 138"/>
                    <a:gd name="T47" fmla="*/ 34 h 344"/>
                    <a:gd name="T48" fmla="*/ 20 w 138"/>
                    <a:gd name="T49" fmla="*/ 21 h 344"/>
                    <a:gd name="T50" fmla="*/ 34 w 138"/>
                    <a:gd name="T51" fmla="*/ 9 h 344"/>
                    <a:gd name="T52" fmla="*/ 51 w 138"/>
                    <a:gd name="T53" fmla="*/ 3 h 344"/>
                    <a:gd name="T54" fmla="*/ 69 w 138"/>
                    <a:gd name="T55" fmla="*/ 0 h 34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</a:cxnLst>
                  <a:rect l="0" t="0" r="r" b="b"/>
                  <a:pathLst>
                    <a:path w="138" h="344">
                      <a:moveTo>
                        <a:pt x="69" y="0"/>
                      </a:moveTo>
                      <a:lnTo>
                        <a:pt x="69" y="0"/>
                      </a:lnTo>
                      <a:lnTo>
                        <a:pt x="87" y="3"/>
                      </a:lnTo>
                      <a:lnTo>
                        <a:pt x="104" y="9"/>
                      </a:lnTo>
                      <a:lnTo>
                        <a:pt x="118" y="21"/>
                      </a:lnTo>
                      <a:lnTo>
                        <a:pt x="129" y="34"/>
                      </a:lnTo>
                      <a:lnTo>
                        <a:pt x="136" y="51"/>
                      </a:lnTo>
                      <a:lnTo>
                        <a:pt x="138" y="69"/>
                      </a:lnTo>
                      <a:lnTo>
                        <a:pt x="138" y="275"/>
                      </a:lnTo>
                      <a:lnTo>
                        <a:pt x="136" y="294"/>
                      </a:lnTo>
                      <a:lnTo>
                        <a:pt x="129" y="310"/>
                      </a:lnTo>
                      <a:lnTo>
                        <a:pt x="118" y="325"/>
                      </a:lnTo>
                      <a:lnTo>
                        <a:pt x="104" y="335"/>
                      </a:lnTo>
                      <a:lnTo>
                        <a:pt x="87" y="342"/>
                      </a:lnTo>
                      <a:lnTo>
                        <a:pt x="69" y="344"/>
                      </a:lnTo>
                      <a:lnTo>
                        <a:pt x="51" y="342"/>
                      </a:lnTo>
                      <a:lnTo>
                        <a:pt x="34" y="335"/>
                      </a:lnTo>
                      <a:lnTo>
                        <a:pt x="20" y="325"/>
                      </a:lnTo>
                      <a:lnTo>
                        <a:pt x="9" y="310"/>
                      </a:lnTo>
                      <a:lnTo>
                        <a:pt x="2" y="294"/>
                      </a:lnTo>
                      <a:lnTo>
                        <a:pt x="0" y="275"/>
                      </a:lnTo>
                      <a:lnTo>
                        <a:pt x="0" y="69"/>
                      </a:lnTo>
                      <a:lnTo>
                        <a:pt x="2" y="51"/>
                      </a:lnTo>
                      <a:lnTo>
                        <a:pt x="9" y="34"/>
                      </a:lnTo>
                      <a:lnTo>
                        <a:pt x="20" y="21"/>
                      </a:lnTo>
                      <a:lnTo>
                        <a:pt x="34" y="9"/>
                      </a:lnTo>
                      <a:lnTo>
                        <a:pt x="51" y="3"/>
                      </a:lnTo>
                      <a:lnTo>
                        <a:pt x="69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44" name="Freeform 35"/>
                <p:cNvSpPr>
                  <a:spLocks/>
                </p:cNvSpPr>
                <p:nvPr/>
              </p:nvSpPr>
              <p:spPr bwMode="auto">
                <a:xfrm>
                  <a:off x="2349500" y="1622425"/>
                  <a:ext cx="53975" cy="71437"/>
                </a:xfrm>
                <a:custGeom>
                  <a:avLst/>
                  <a:gdLst>
                    <a:gd name="T0" fmla="*/ 69 w 243"/>
                    <a:gd name="T1" fmla="*/ 0 h 317"/>
                    <a:gd name="T2" fmla="*/ 87 w 243"/>
                    <a:gd name="T3" fmla="*/ 2 h 317"/>
                    <a:gd name="T4" fmla="*/ 103 w 243"/>
                    <a:gd name="T5" fmla="*/ 9 h 317"/>
                    <a:gd name="T6" fmla="*/ 118 w 243"/>
                    <a:gd name="T7" fmla="*/ 20 h 317"/>
                    <a:gd name="T8" fmla="*/ 129 w 243"/>
                    <a:gd name="T9" fmla="*/ 34 h 317"/>
                    <a:gd name="T10" fmla="*/ 233 w 243"/>
                    <a:gd name="T11" fmla="*/ 214 h 317"/>
                    <a:gd name="T12" fmla="*/ 240 w 243"/>
                    <a:gd name="T13" fmla="*/ 230 h 317"/>
                    <a:gd name="T14" fmla="*/ 243 w 243"/>
                    <a:gd name="T15" fmla="*/ 248 h 317"/>
                    <a:gd name="T16" fmla="*/ 240 w 243"/>
                    <a:gd name="T17" fmla="*/ 265 h 317"/>
                    <a:gd name="T18" fmla="*/ 233 w 243"/>
                    <a:gd name="T19" fmla="*/ 282 h 317"/>
                    <a:gd name="T20" fmla="*/ 223 w 243"/>
                    <a:gd name="T21" fmla="*/ 297 h 317"/>
                    <a:gd name="T22" fmla="*/ 209 w 243"/>
                    <a:gd name="T23" fmla="*/ 308 h 317"/>
                    <a:gd name="T24" fmla="*/ 191 w 243"/>
                    <a:gd name="T25" fmla="*/ 315 h 317"/>
                    <a:gd name="T26" fmla="*/ 173 w 243"/>
                    <a:gd name="T27" fmla="*/ 317 h 317"/>
                    <a:gd name="T28" fmla="*/ 155 w 243"/>
                    <a:gd name="T29" fmla="*/ 315 h 317"/>
                    <a:gd name="T30" fmla="*/ 139 w 243"/>
                    <a:gd name="T31" fmla="*/ 308 h 317"/>
                    <a:gd name="T32" fmla="*/ 125 w 243"/>
                    <a:gd name="T33" fmla="*/ 297 h 317"/>
                    <a:gd name="T34" fmla="*/ 113 w 243"/>
                    <a:gd name="T35" fmla="*/ 282 h 317"/>
                    <a:gd name="T36" fmla="*/ 9 w 243"/>
                    <a:gd name="T37" fmla="*/ 103 h 317"/>
                    <a:gd name="T38" fmla="*/ 2 w 243"/>
                    <a:gd name="T39" fmla="*/ 86 h 317"/>
                    <a:gd name="T40" fmla="*/ 0 w 243"/>
                    <a:gd name="T41" fmla="*/ 68 h 317"/>
                    <a:gd name="T42" fmla="*/ 2 w 243"/>
                    <a:gd name="T43" fmla="*/ 51 h 317"/>
                    <a:gd name="T44" fmla="*/ 9 w 243"/>
                    <a:gd name="T45" fmla="*/ 34 h 317"/>
                    <a:gd name="T46" fmla="*/ 20 w 243"/>
                    <a:gd name="T47" fmla="*/ 21 h 317"/>
                    <a:gd name="T48" fmla="*/ 34 w 243"/>
                    <a:gd name="T49" fmla="*/ 10 h 317"/>
                    <a:gd name="T50" fmla="*/ 52 w 243"/>
                    <a:gd name="T51" fmla="*/ 2 h 317"/>
                    <a:gd name="T52" fmla="*/ 69 w 243"/>
                    <a:gd name="T53" fmla="*/ 0 h 3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</a:cxnLst>
                  <a:rect l="0" t="0" r="r" b="b"/>
                  <a:pathLst>
                    <a:path w="243" h="317">
                      <a:moveTo>
                        <a:pt x="69" y="0"/>
                      </a:moveTo>
                      <a:lnTo>
                        <a:pt x="87" y="2"/>
                      </a:lnTo>
                      <a:lnTo>
                        <a:pt x="103" y="9"/>
                      </a:lnTo>
                      <a:lnTo>
                        <a:pt x="118" y="20"/>
                      </a:lnTo>
                      <a:lnTo>
                        <a:pt x="129" y="34"/>
                      </a:lnTo>
                      <a:lnTo>
                        <a:pt x="233" y="214"/>
                      </a:lnTo>
                      <a:lnTo>
                        <a:pt x="240" y="230"/>
                      </a:lnTo>
                      <a:lnTo>
                        <a:pt x="243" y="248"/>
                      </a:lnTo>
                      <a:lnTo>
                        <a:pt x="240" y="265"/>
                      </a:lnTo>
                      <a:lnTo>
                        <a:pt x="233" y="282"/>
                      </a:lnTo>
                      <a:lnTo>
                        <a:pt x="223" y="297"/>
                      </a:lnTo>
                      <a:lnTo>
                        <a:pt x="209" y="308"/>
                      </a:lnTo>
                      <a:lnTo>
                        <a:pt x="191" y="315"/>
                      </a:lnTo>
                      <a:lnTo>
                        <a:pt x="173" y="317"/>
                      </a:lnTo>
                      <a:lnTo>
                        <a:pt x="155" y="315"/>
                      </a:lnTo>
                      <a:lnTo>
                        <a:pt x="139" y="308"/>
                      </a:lnTo>
                      <a:lnTo>
                        <a:pt x="125" y="297"/>
                      </a:lnTo>
                      <a:lnTo>
                        <a:pt x="113" y="282"/>
                      </a:lnTo>
                      <a:lnTo>
                        <a:pt x="9" y="103"/>
                      </a:lnTo>
                      <a:lnTo>
                        <a:pt x="2" y="86"/>
                      </a:lnTo>
                      <a:lnTo>
                        <a:pt x="0" y="68"/>
                      </a:lnTo>
                      <a:lnTo>
                        <a:pt x="2" y="51"/>
                      </a:lnTo>
                      <a:lnTo>
                        <a:pt x="9" y="34"/>
                      </a:lnTo>
                      <a:lnTo>
                        <a:pt x="20" y="21"/>
                      </a:lnTo>
                      <a:lnTo>
                        <a:pt x="34" y="10"/>
                      </a:lnTo>
                      <a:lnTo>
                        <a:pt x="52" y="2"/>
                      </a:lnTo>
                      <a:lnTo>
                        <a:pt x="69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45" name="Freeform 36"/>
                <p:cNvSpPr>
                  <a:spLocks/>
                </p:cNvSpPr>
                <p:nvPr/>
              </p:nvSpPr>
              <p:spPr bwMode="auto">
                <a:xfrm>
                  <a:off x="2219325" y="1751013"/>
                  <a:ext cx="71438" cy="55562"/>
                </a:xfrm>
                <a:custGeom>
                  <a:avLst/>
                  <a:gdLst>
                    <a:gd name="T0" fmla="*/ 69 w 319"/>
                    <a:gd name="T1" fmla="*/ 0 h 241"/>
                    <a:gd name="T2" fmla="*/ 86 w 319"/>
                    <a:gd name="T3" fmla="*/ 3 h 241"/>
                    <a:gd name="T4" fmla="*/ 104 w 319"/>
                    <a:gd name="T5" fmla="*/ 9 h 241"/>
                    <a:gd name="T6" fmla="*/ 285 w 319"/>
                    <a:gd name="T7" fmla="*/ 112 h 241"/>
                    <a:gd name="T8" fmla="*/ 299 w 319"/>
                    <a:gd name="T9" fmla="*/ 124 h 241"/>
                    <a:gd name="T10" fmla="*/ 310 w 319"/>
                    <a:gd name="T11" fmla="*/ 138 h 241"/>
                    <a:gd name="T12" fmla="*/ 316 w 319"/>
                    <a:gd name="T13" fmla="*/ 155 h 241"/>
                    <a:gd name="T14" fmla="*/ 319 w 319"/>
                    <a:gd name="T15" fmla="*/ 172 h 241"/>
                    <a:gd name="T16" fmla="*/ 316 w 319"/>
                    <a:gd name="T17" fmla="*/ 190 h 241"/>
                    <a:gd name="T18" fmla="*/ 310 w 319"/>
                    <a:gd name="T19" fmla="*/ 206 h 241"/>
                    <a:gd name="T20" fmla="*/ 298 w 319"/>
                    <a:gd name="T21" fmla="*/ 221 h 241"/>
                    <a:gd name="T22" fmla="*/ 283 w 319"/>
                    <a:gd name="T23" fmla="*/ 232 h 241"/>
                    <a:gd name="T24" fmla="*/ 266 w 319"/>
                    <a:gd name="T25" fmla="*/ 239 h 241"/>
                    <a:gd name="T26" fmla="*/ 249 w 319"/>
                    <a:gd name="T27" fmla="*/ 241 h 241"/>
                    <a:gd name="T28" fmla="*/ 231 w 319"/>
                    <a:gd name="T29" fmla="*/ 239 h 241"/>
                    <a:gd name="T30" fmla="*/ 214 w 319"/>
                    <a:gd name="T31" fmla="*/ 231 h 241"/>
                    <a:gd name="T32" fmla="*/ 34 w 319"/>
                    <a:gd name="T33" fmla="*/ 129 h 241"/>
                    <a:gd name="T34" fmla="*/ 19 w 319"/>
                    <a:gd name="T35" fmla="*/ 118 h 241"/>
                    <a:gd name="T36" fmla="*/ 9 w 319"/>
                    <a:gd name="T37" fmla="*/ 103 h 241"/>
                    <a:gd name="T38" fmla="*/ 2 w 319"/>
                    <a:gd name="T39" fmla="*/ 87 h 241"/>
                    <a:gd name="T40" fmla="*/ 0 w 319"/>
                    <a:gd name="T41" fmla="*/ 69 h 241"/>
                    <a:gd name="T42" fmla="*/ 2 w 319"/>
                    <a:gd name="T43" fmla="*/ 51 h 241"/>
                    <a:gd name="T44" fmla="*/ 9 w 319"/>
                    <a:gd name="T45" fmla="*/ 34 h 241"/>
                    <a:gd name="T46" fmla="*/ 20 w 319"/>
                    <a:gd name="T47" fmla="*/ 20 h 241"/>
                    <a:gd name="T48" fmla="*/ 35 w 319"/>
                    <a:gd name="T49" fmla="*/ 9 h 241"/>
                    <a:gd name="T50" fmla="*/ 51 w 319"/>
                    <a:gd name="T51" fmla="*/ 3 h 241"/>
                    <a:gd name="T52" fmla="*/ 69 w 319"/>
                    <a:gd name="T53" fmla="*/ 0 h 24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</a:cxnLst>
                  <a:rect l="0" t="0" r="r" b="b"/>
                  <a:pathLst>
                    <a:path w="319" h="241">
                      <a:moveTo>
                        <a:pt x="69" y="0"/>
                      </a:moveTo>
                      <a:lnTo>
                        <a:pt x="86" y="3"/>
                      </a:lnTo>
                      <a:lnTo>
                        <a:pt x="104" y="9"/>
                      </a:lnTo>
                      <a:lnTo>
                        <a:pt x="285" y="112"/>
                      </a:lnTo>
                      <a:lnTo>
                        <a:pt x="299" y="124"/>
                      </a:lnTo>
                      <a:lnTo>
                        <a:pt x="310" y="138"/>
                      </a:lnTo>
                      <a:lnTo>
                        <a:pt x="316" y="155"/>
                      </a:lnTo>
                      <a:lnTo>
                        <a:pt x="319" y="172"/>
                      </a:lnTo>
                      <a:lnTo>
                        <a:pt x="316" y="190"/>
                      </a:lnTo>
                      <a:lnTo>
                        <a:pt x="310" y="206"/>
                      </a:lnTo>
                      <a:lnTo>
                        <a:pt x="298" y="221"/>
                      </a:lnTo>
                      <a:lnTo>
                        <a:pt x="283" y="232"/>
                      </a:lnTo>
                      <a:lnTo>
                        <a:pt x="266" y="239"/>
                      </a:lnTo>
                      <a:lnTo>
                        <a:pt x="249" y="241"/>
                      </a:lnTo>
                      <a:lnTo>
                        <a:pt x="231" y="239"/>
                      </a:lnTo>
                      <a:lnTo>
                        <a:pt x="214" y="231"/>
                      </a:lnTo>
                      <a:lnTo>
                        <a:pt x="34" y="129"/>
                      </a:lnTo>
                      <a:lnTo>
                        <a:pt x="19" y="118"/>
                      </a:lnTo>
                      <a:lnTo>
                        <a:pt x="9" y="103"/>
                      </a:lnTo>
                      <a:lnTo>
                        <a:pt x="2" y="87"/>
                      </a:lnTo>
                      <a:lnTo>
                        <a:pt x="0" y="69"/>
                      </a:lnTo>
                      <a:lnTo>
                        <a:pt x="2" y="51"/>
                      </a:lnTo>
                      <a:lnTo>
                        <a:pt x="9" y="34"/>
                      </a:lnTo>
                      <a:lnTo>
                        <a:pt x="20" y="20"/>
                      </a:lnTo>
                      <a:lnTo>
                        <a:pt x="35" y="9"/>
                      </a:lnTo>
                      <a:lnTo>
                        <a:pt x="51" y="3"/>
                      </a:lnTo>
                      <a:lnTo>
                        <a:pt x="69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46" name="Freeform 37"/>
                <p:cNvSpPr>
                  <a:spLocks/>
                </p:cNvSpPr>
                <p:nvPr/>
              </p:nvSpPr>
              <p:spPr bwMode="auto">
                <a:xfrm>
                  <a:off x="2171700" y="1927225"/>
                  <a:ext cx="77788" cy="31750"/>
                </a:xfrm>
                <a:custGeom>
                  <a:avLst/>
                  <a:gdLst>
                    <a:gd name="T0" fmla="*/ 69 w 347"/>
                    <a:gd name="T1" fmla="*/ 0 h 139"/>
                    <a:gd name="T2" fmla="*/ 278 w 347"/>
                    <a:gd name="T3" fmla="*/ 0 h 139"/>
                    <a:gd name="T4" fmla="*/ 296 w 347"/>
                    <a:gd name="T5" fmla="*/ 4 h 139"/>
                    <a:gd name="T6" fmla="*/ 313 w 347"/>
                    <a:gd name="T7" fmla="*/ 10 h 139"/>
                    <a:gd name="T8" fmla="*/ 327 w 347"/>
                    <a:gd name="T9" fmla="*/ 21 h 139"/>
                    <a:gd name="T10" fmla="*/ 338 w 347"/>
                    <a:gd name="T11" fmla="*/ 35 h 139"/>
                    <a:gd name="T12" fmla="*/ 345 w 347"/>
                    <a:gd name="T13" fmla="*/ 51 h 139"/>
                    <a:gd name="T14" fmla="*/ 347 w 347"/>
                    <a:gd name="T15" fmla="*/ 70 h 139"/>
                    <a:gd name="T16" fmla="*/ 345 w 347"/>
                    <a:gd name="T17" fmla="*/ 88 h 139"/>
                    <a:gd name="T18" fmla="*/ 338 w 347"/>
                    <a:gd name="T19" fmla="*/ 104 h 139"/>
                    <a:gd name="T20" fmla="*/ 327 w 347"/>
                    <a:gd name="T21" fmla="*/ 119 h 139"/>
                    <a:gd name="T22" fmla="*/ 313 w 347"/>
                    <a:gd name="T23" fmla="*/ 129 h 139"/>
                    <a:gd name="T24" fmla="*/ 296 w 347"/>
                    <a:gd name="T25" fmla="*/ 137 h 139"/>
                    <a:gd name="T26" fmla="*/ 278 w 347"/>
                    <a:gd name="T27" fmla="*/ 139 h 139"/>
                    <a:gd name="T28" fmla="*/ 69 w 347"/>
                    <a:gd name="T29" fmla="*/ 139 h 139"/>
                    <a:gd name="T30" fmla="*/ 51 w 347"/>
                    <a:gd name="T31" fmla="*/ 137 h 139"/>
                    <a:gd name="T32" fmla="*/ 35 w 347"/>
                    <a:gd name="T33" fmla="*/ 129 h 139"/>
                    <a:gd name="T34" fmla="*/ 20 w 347"/>
                    <a:gd name="T35" fmla="*/ 119 h 139"/>
                    <a:gd name="T36" fmla="*/ 10 w 347"/>
                    <a:gd name="T37" fmla="*/ 104 h 139"/>
                    <a:gd name="T38" fmla="*/ 2 w 347"/>
                    <a:gd name="T39" fmla="*/ 88 h 139"/>
                    <a:gd name="T40" fmla="*/ 0 w 347"/>
                    <a:gd name="T41" fmla="*/ 70 h 139"/>
                    <a:gd name="T42" fmla="*/ 2 w 347"/>
                    <a:gd name="T43" fmla="*/ 51 h 139"/>
                    <a:gd name="T44" fmla="*/ 10 w 347"/>
                    <a:gd name="T45" fmla="*/ 35 h 139"/>
                    <a:gd name="T46" fmla="*/ 20 w 347"/>
                    <a:gd name="T47" fmla="*/ 21 h 139"/>
                    <a:gd name="T48" fmla="*/ 35 w 347"/>
                    <a:gd name="T49" fmla="*/ 10 h 139"/>
                    <a:gd name="T50" fmla="*/ 51 w 347"/>
                    <a:gd name="T51" fmla="*/ 4 h 139"/>
                    <a:gd name="T52" fmla="*/ 69 w 347"/>
                    <a:gd name="T53" fmla="*/ 0 h 13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</a:cxnLst>
                  <a:rect l="0" t="0" r="r" b="b"/>
                  <a:pathLst>
                    <a:path w="347" h="139">
                      <a:moveTo>
                        <a:pt x="69" y="0"/>
                      </a:moveTo>
                      <a:lnTo>
                        <a:pt x="278" y="0"/>
                      </a:lnTo>
                      <a:lnTo>
                        <a:pt x="296" y="4"/>
                      </a:lnTo>
                      <a:lnTo>
                        <a:pt x="313" y="10"/>
                      </a:lnTo>
                      <a:lnTo>
                        <a:pt x="327" y="21"/>
                      </a:lnTo>
                      <a:lnTo>
                        <a:pt x="338" y="35"/>
                      </a:lnTo>
                      <a:lnTo>
                        <a:pt x="345" y="51"/>
                      </a:lnTo>
                      <a:lnTo>
                        <a:pt x="347" y="70"/>
                      </a:lnTo>
                      <a:lnTo>
                        <a:pt x="345" y="88"/>
                      </a:lnTo>
                      <a:lnTo>
                        <a:pt x="338" y="104"/>
                      </a:lnTo>
                      <a:lnTo>
                        <a:pt x="327" y="119"/>
                      </a:lnTo>
                      <a:lnTo>
                        <a:pt x="313" y="129"/>
                      </a:lnTo>
                      <a:lnTo>
                        <a:pt x="296" y="137"/>
                      </a:lnTo>
                      <a:lnTo>
                        <a:pt x="278" y="139"/>
                      </a:lnTo>
                      <a:lnTo>
                        <a:pt x="69" y="139"/>
                      </a:lnTo>
                      <a:lnTo>
                        <a:pt x="51" y="137"/>
                      </a:lnTo>
                      <a:lnTo>
                        <a:pt x="35" y="129"/>
                      </a:lnTo>
                      <a:lnTo>
                        <a:pt x="20" y="119"/>
                      </a:lnTo>
                      <a:lnTo>
                        <a:pt x="10" y="104"/>
                      </a:lnTo>
                      <a:lnTo>
                        <a:pt x="2" y="88"/>
                      </a:lnTo>
                      <a:lnTo>
                        <a:pt x="0" y="70"/>
                      </a:lnTo>
                      <a:lnTo>
                        <a:pt x="2" y="51"/>
                      </a:lnTo>
                      <a:lnTo>
                        <a:pt x="10" y="35"/>
                      </a:lnTo>
                      <a:lnTo>
                        <a:pt x="20" y="21"/>
                      </a:lnTo>
                      <a:lnTo>
                        <a:pt x="35" y="10"/>
                      </a:lnTo>
                      <a:lnTo>
                        <a:pt x="51" y="4"/>
                      </a:lnTo>
                      <a:lnTo>
                        <a:pt x="69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47" name="Freeform 38"/>
                <p:cNvSpPr>
                  <a:spLocks/>
                </p:cNvSpPr>
                <p:nvPr/>
              </p:nvSpPr>
              <p:spPr bwMode="auto">
                <a:xfrm>
                  <a:off x="2219325" y="2079625"/>
                  <a:ext cx="71438" cy="55562"/>
                </a:xfrm>
                <a:custGeom>
                  <a:avLst/>
                  <a:gdLst>
                    <a:gd name="T0" fmla="*/ 249 w 319"/>
                    <a:gd name="T1" fmla="*/ 0 h 242"/>
                    <a:gd name="T2" fmla="*/ 268 w 319"/>
                    <a:gd name="T3" fmla="*/ 3 h 242"/>
                    <a:gd name="T4" fmla="*/ 283 w 319"/>
                    <a:gd name="T5" fmla="*/ 9 h 242"/>
                    <a:gd name="T6" fmla="*/ 298 w 319"/>
                    <a:gd name="T7" fmla="*/ 20 h 242"/>
                    <a:gd name="T8" fmla="*/ 310 w 319"/>
                    <a:gd name="T9" fmla="*/ 35 h 242"/>
                    <a:gd name="T10" fmla="*/ 316 w 319"/>
                    <a:gd name="T11" fmla="*/ 52 h 242"/>
                    <a:gd name="T12" fmla="*/ 319 w 319"/>
                    <a:gd name="T13" fmla="*/ 70 h 242"/>
                    <a:gd name="T14" fmla="*/ 316 w 319"/>
                    <a:gd name="T15" fmla="*/ 86 h 242"/>
                    <a:gd name="T16" fmla="*/ 310 w 319"/>
                    <a:gd name="T17" fmla="*/ 103 h 242"/>
                    <a:gd name="T18" fmla="*/ 298 w 319"/>
                    <a:gd name="T19" fmla="*/ 118 h 242"/>
                    <a:gd name="T20" fmla="*/ 285 w 319"/>
                    <a:gd name="T21" fmla="*/ 129 h 242"/>
                    <a:gd name="T22" fmla="*/ 104 w 319"/>
                    <a:gd name="T23" fmla="*/ 232 h 242"/>
                    <a:gd name="T24" fmla="*/ 87 w 319"/>
                    <a:gd name="T25" fmla="*/ 239 h 242"/>
                    <a:gd name="T26" fmla="*/ 69 w 319"/>
                    <a:gd name="T27" fmla="*/ 242 h 242"/>
                    <a:gd name="T28" fmla="*/ 51 w 319"/>
                    <a:gd name="T29" fmla="*/ 239 h 242"/>
                    <a:gd name="T30" fmla="*/ 35 w 319"/>
                    <a:gd name="T31" fmla="*/ 233 h 242"/>
                    <a:gd name="T32" fmla="*/ 20 w 319"/>
                    <a:gd name="T33" fmla="*/ 222 h 242"/>
                    <a:gd name="T34" fmla="*/ 9 w 319"/>
                    <a:gd name="T35" fmla="*/ 207 h 242"/>
                    <a:gd name="T36" fmla="*/ 2 w 319"/>
                    <a:gd name="T37" fmla="*/ 190 h 242"/>
                    <a:gd name="T38" fmla="*/ 0 w 319"/>
                    <a:gd name="T39" fmla="*/ 172 h 242"/>
                    <a:gd name="T40" fmla="*/ 2 w 319"/>
                    <a:gd name="T41" fmla="*/ 155 h 242"/>
                    <a:gd name="T42" fmla="*/ 9 w 319"/>
                    <a:gd name="T43" fmla="*/ 138 h 242"/>
                    <a:gd name="T44" fmla="*/ 19 w 319"/>
                    <a:gd name="T45" fmla="*/ 125 h 242"/>
                    <a:gd name="T46" fmla="*/ 34 w 319"/>
                    <a:gd name="T47" fmla="*/ 114 h 242"/>
                    <a:gd name="T48" fmla="*/ 214 w 319"/>
                    <a:gd name="T49" fmla="*/ 10 h 242"/>
                    <a:gd name="T50" fmla="*/ 232 w 319"/>
                    <a:gd name="T51" fmla="*/ 2 h 242"/>
                    <a:gd name="T52" fmla="*/ 249 w 319"/>
                    <a:gd name="T53" fmla="*/ 0 h 24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</a:cxnLst>
                  <a:rect l="0" t="0" r="r" b="b"/>
                  <a:pathLst>
                    <a:path w="319" h="242">
                      <a:moveTo>
                        <a:pt x="249" y="0"/>
                      </a:moveTo>
                      <a:lnTo>
                        <a:pt x="268" y="3"/>
                      </a:lnTo>
                      <a:lnTo>
                        <a:pt x="283" y="9"/>
                      </a:lnTo>
                      <a:lnTo>
                        <a:pt x="298" y="20"/>
                      </a:lnTo>
                      <a:lnTo>
                        <a:pt x="310" y="35"/>
                      </a:lnTo>
                      <a:lnTo>
                        <a:pt x="316" y="52"/>
                      </a:lnTo>
                      <a:lnTo>
                        <a:pt x="319" y="70"/>
                      </a:lnTo>
                      <a:lnTo>
                        <a:pt x="316" y="86"/>
                      </a:lnTo>
                      <a:lnTo>
                        <a:pt x="310" y="103"/>
                      </a:lnTo>
                      <a:lnTo>
                        <a:pt x="298" y="118"/>
                      </a:lnTo>
                      <a:lnTo>
                        <a:pt x="285" y="129"/>
                      </a:lnTo>
                      <a:lnTo>
                        <a:pt x="104" y="232"/>
                      </a:lnTo>
                      <a:lnTo>
                        <a:pt x="87" y="239"/>
                      </a:lnTo>
                      <a:lnTo>
                        <a:pt x="69" y="242"/>
                      </a:lnTo>
                      <a:lnTo>
                        <a:pt x="51" y="239"/>
                      </a:lnTo>
                      <a:lnTo>
                        <a:pt x="35" y="233"/>
                      </a:lnTo>
                      <a:lnTo>
                        <a:pt x="20" y="222"/>
                      </a:lnTo>
                      <a:lnTo>
                        <a:pt x="9" y="207"/>
                      </a:lnTo>
                      <a:lnTo>
                        <a:pt x="2" y="190"/>
                      </a:lnTo>
                      <a:lnTo>
                        <a:pt x="0" y="172"/>
                      </a:lnTo>
                      <a:lnTo>
                        <a:pt x="2" y="155"/>
                      </a:lnTo>
                      <a:lnTo>
                        <a:pt x="9" y="138"/>
                      </a:lnTo>
                      <a:lnTo>
                        <a:pt x="19" y="125"/>
                      </a:lnTo>
                      <a:lnTo>
                        <a:pt x="34" y="114"/>
                      </a:lnTo>
                      <a:lnTo>
                        <a:pt x="214" y="10"/>
                      </a:lnTo>
                      <a:lnTo>
                        <a:pt x="232" y="2"/>
                      </a:lnTo>
                      <a:lnTo>
                        <a:pt x="249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48" name="Freeform 39"/>
                <p:cNvSpPr>
                  <a:spLocks/>
                </p:cNvSpPr>
                <p:nvPr/>
              </p:nvSpPr>
              <p:spPr bwMode="auto">
                <a:xfrm>
                  <a:off x="2792413" y="2079625"/>
                  <a:ext cx="71438" cy="55562"/>
                </a:xfrm>
                <a:custGeom>
                  <a:avLst/>
                  <a:gdLst>
                    <a:gd name="T0" fmla="*/ 69 w 319"/>
                    <a:gd name="T1" fmla="*/ 0 h 242"/>
                    <a:gd name="T2" fmla="*/ 87 w 319"/>
                    <a:gd name="T3" fmla="*/ 2 h 242"/>
                    <a:gd name="T4" fmla="*/ 104 w 319"/>
                    <a:gd name="T5" fmla="*/ 10 h 242"/>
                    <a:gd name="T6" fmla="*/ 285 w 319"/>
                    <a:gd name="T7" fmla="*/ 114 h 242"/>
                    <a:gd name="T8" fmla="*/ 299 w 319"/>
                    <a:gd name="T9" fmla="*/ 125 h 242"/>
                    <a:gd name="T10" fmla="*/ 310 w 319"/>
                    <a:gd name="T11" fmla="*/ 138 h 242"/>
                    <a:gd name="T12" fmla="*/ 316 w 319"/>
                    <a:gd name="T13" fmla="*/ 155 h 242"/>
                    <a:gd name="T14" fmla="*/ 319 w 319"/>
                    <a:gd name="T15" fmla="*/ 172 h 242"/>
                    <a:gd name="T16" fmla="*/ 316 w 319"/>
                    <a:gd name="T17" fmla="*/ 190 h 242"/>
                    <a:gd name="T18" fmla="*/ 310 w 319"/>
                    <a:gd name="T19" fmla="*/ 207 h 242"/>
                    <a:gd name="T20" fmla="*/ 298 w 319"/>
                    <a:gd name="T21" fmla="*/ 222 h 242"/>
                    <a:gd name="T22" fmla="*/ 284 w 319"/>
                    <a:gd name="T23" fmla="*/ 233 h 242"/>
                    <a:gd name="T24" fmla="*/ 268 w 319"/>
                    <a:gd name="T25" fmla="*/ 239 h 242"/>
                    <a:gd name="T26" fmla="*/ 250 w 319"/>
                    <a:gd name="T27" fmla="*/ 242 h 242"/>
                    <a:gd name="T28" fmla="*/ 231 w 319"/>
                    <a:gd name="T29" fmla="*/ 239 h 242"/>
                    <a:gd name="T30" fmla="*/ 214 w 319"/>
                    <a:gd name="T31" fmla="*/ 232 h 242"/>
                    <a:gd name="T32" fmla="*/ 34 w 319"/>
                    <a:gd name="T33" fmla="*/ 129 h 242"/>
                    <a:gd name="T34" fmla="*/ 20 w 319"/>
                    <a:gd name="T35" fmla="*/ 118 h 242"/>
                    <a:gd name="T36" fmla="*/ 9 w 319"/>
                    <a:gd name="T37" fmla="*/ 103 h 242"/>
                    <a:gd name="T38" fmla="*/ 2 w 319"/>
                    <a:gd name="T39" fmla="*/ 86 h 242"/>
                    <a:gd name="T40" fmla="*/ 0 w 319"/>
                    <a:gd name="T41" fmla="*/ 70 h 242"/>
                    <a:gd name="T42" fmla="*/ 2 w 319"/>
                    <a:gd name="T43" fmla="*/ 52 h 242"/>
                    <a:gd name="T44" fmla="*/ 9 w 319"/>
                    <a:gd name="T45" fmla="*/ 35 h 242"/>
                    <a:gd name="T46" fmla="*/ 20 w 319"/>
                    <a:gd name="T47" fmla="*/ 20 h 242"/>
                    <a:gd name="T48" fmla="*/ 35 w 319"/>
                    <a:gd name="T49" fmla="*/ 9 h 242"/>
                    <a:gd name="T50" fmla="*/ 51 w 319"/>
                    <a:gd name="T51" fmla="*/ 3 h 242"/>
                    <a:gd name="T52" fmla="*/ 69 w 319"/>
                    <a:gd name="T53" fmla="*/ 0 h 24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</a:cxnLst>
                  <a:rect l="0" t="0" r="r" b="b"/>
                  <a:pathLst>
                    <a:path w="319" h="242">
                      <a:moveTo>
                        <a:pt x="69" y="0"/>
                      </a:moveTo>
                      <a:lnTo>
                        <a:pt x="87" y="2"/>
                      </a:lnTo>
                      <a:lnTo>
                        <a:pt x="104" y="10"/>
                      </a:lnTo>
                      <a:lnTo>
                        <a:pt x="285" y="114"/>
                      </a:lnTo>
                      <a:lnTo>
                        <a:pt x="299" y="125"/>
                      </a:lnTo>
                      <a:lnTo>
                        <a:pt x="310" y="138"/>
                      </a:lnTo>
                      <a:lnTo>
                        <a:pt x="316" y="155"/>
                      </a:lnTo>
                      <a:lnTo>
                        <a:pt x="319" y="172"/>
                      </a:lnTo>
                      <a:lnTo>
                        <a:pt x="316" y="190"/>
                      </a:lnTo>
                      <a:lnTo>
                        <a:pt x="310" y="207"/>
                      </a:lnTo>
                      <a:lnTo>
                        <a:pt x="298" y="222"/>
                      </a:lnTo>
                      <a:lnTo>
                        <a:pt x="284" y="233"/>
                      </a:lnTo>
                      <a:lnTo>
                        <a:pt x="268" y="239"/>
                      </a:lnTo>
                      <a:lnTo>
                        <a:pt x="250" y="242"/>
                      </a:lnTo>
                      <a:lnTo>
                        <a:pt x="231" y="239"/>
                      </a:lnTo>
                      <a:lnTo>
                        <a:pt x="214" y="232"/>
                      </a:lnTo>
                      <a:lnTo>
                        <a:pt x="34" y="129"/>
                      </a:lnTo>
                      <a:lnTo>
                        <a:pt x="20" y="118"/>
                      </a:lnTo>
                      <a:lnTo>
                        <a:pt x="9" y="103"/>
                      </a:lnTo>
                      <a:lnTo>
                        <a:pt x="2" y="86"/>
                      </a:lnTo>
                      <a:lnTo>
                        <a:pt x="0" y="70"/>
                      </a:lnTo>
                      <a:lnTo>
                        <a:pt x="2" y="52"/>
                      </a:lnTo>
                      <a:lnTo>
                        <a:pt x="9" y="35"/>
                      </a:lnTo>
                      <a:lnTo>
                        <a:pt x="20" y="20"/>
                      </a:lnTo>
                      <a:lnTo>
                        <a:pt x="35" y="9"/>
                      </a:lnTo>
                      <a:lnTo>
                        <a:pt x="51" y="3"/>
                      </a:lnTo>
                      <a:lnTo>
                        <a:pt x="69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49" name="Freeform 40"/>
                <p:cNvSpPr>
                  <a:spLocks/>
                </p:cNvSpPr>
                <p:nvPr/>
              </p:nvSpPr>
              <p:spPr bwMode="auto">
                <a:xfrm>
                  <a:off x="2833688" y="1927225"/>
                  <a:ext cx="77788" cy="31750"/>
                </a:xfrm>
                <a:custGeom>
                  <a:avLst/>
                  <a:gdLst>
                    <a:gd name="T0" fmla="*/ 70 w 348"/>
                    <a:gd name="T1" fmla="*/ 0 h 139"/>
                    <a:gd name="T2" fmla="*/ 278 w 348"/>
                    <a:gd name="T3" fmla="*/ 0 h 139"/>
                    <a:gd name="T4" fmla="*/ 297 w 348"/>
                    <a:gd name="T5" fmla="*/ 4 h 139"/>
                    <a:gd name="T6" fmla="*/ 314 w 348"/>
                    <a:gd name="T7" fmla="*/ 10 h 139"/>
                    <a:gd name="T8" fmla="*/ 327 w 348"/>
                    <a:gd name="T9" fmla="*/ 21 h 139"/>
                    <a:gd name="T10" fmla="*/ 337 w 348"/>
                    <a:gd name="T11" fmla="*/ 35 h 139"/>
                    <a:gd name="T12" fmla="*/ 345 w 348"/>
                    <a:gd name="T13" fmla="*/ 51 h 139"/>
                    <a:gd name="T14" fmla="*/ 348 w 348"/>
                    <a:gd name="T15" fmla="*/ 70 h 139"/>
                    <a:gd name="T16" fmla="*/ 345 w 348"/>
                    <a:gd name="T17" fmla="*/ 88 h 139"/>
                    <a:gd name="T18" fmla="*/ 337 w 348"/>
                    <a:gd name="T19" fmla="*/ 104 h 139"/>
                    <a:gd name="T20" fmla="*/ 327 w 348"/>
                    <a:gd name="T21" fmla="*/ 119 h 139"/>
                    <a:gd name="T22" fmla="*/ 314 w 348"/>
                    <a:gd name="T23" fmla="*/ 129 h 139"/>
                    <a:gd name="T24" fmla="*/ 297 w 348"/>
                    <a:gd name="T25" fmla="*/ 137 h 139"/>
                    <a:gd name="T26" fmla="*/ 278 w 348"/>
                    <a:gd name="T27" fmla="*/ 139 h 139"/>
                    <a:gd name="T28" fmla="*/ 70 w 348"/>
                    <a:gd name="T29" fmla="*/ 139 h 139"/>
                    <a:gd name="T30" fmla="*/ 52 w 348"/>
                    <a:gd name="T31" fmla="*/ 137 h 139"/>
                    <a:gd name="T32" fmla="*/ 34 w 348"/>
                    <a:gd name="T33" fmla="*/ 129 h 139"/>
                    <a:gd name="T34" fmla="*/ 21 w 348"/>
                    <a:gd name="T35" fmla="*/ 119 h 139"/>
                    <a:gd name="T36" fmla="*/ 10 w 348"/>
                    <a:gd name="T37" fmla="*/ 104 h 139"/>
                    <a:gd name="T38" fmla="*/ 3 w 348"/>
                    <a:gd name="T39" fmla="*/ 88 h 139"/>
                    <a:gd name="T40" fmla="*/ 0 w 348"/>
                    <a:gd name="T41" fmla="*/ 70 h 139"/>
                    <a:gd name="T42" fmla="*/ 3 w 348"/>
                    <a:gd name="T43" fmla="*/ 51 h 139"/>
                    <a:gd name="T44" fmla="*/ 10 w 348"/>
                    <a:gd name="T45" fmla="*/ 35 h 139"/>
                    <a:gd name="T46" fmla="*/ 21 w 348"/>
                    <a:gd name="T47" fmla="*/ 21 h 139"/>
                    <a:gd name="T48" fmla="*/ 34 w 348"/>
                    <a:gd name="T49" fmla="*/ 10 h 139"/>
                    <a:gd name="T50" fmla="*/ 52 w 348"/>
                    <a:gd name="T51" fmla="*/ 4 h 139"/>
                    <a:gd name="T52" fmla="*/ 70 w 348"/>
                    <a:gd name="T53" fmla="*/ 0 h 13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</a:cxnLst>
                  <a:rect l="0" t="0" r="r" b="b"/>
                  <a:pathLst>
                    <a:path w="348" h="139">
                      <a:moveTo>
                        <a:pt x="70" y="0"/>
                      </a:moveTo>
                      <a:lnTo>
                        <a:pt x="278" y="0"/>
                      </a:lnTo>
                      <a:lnTo>
                        <a:pt x="297" y="4"/>
                      </a:lnTo>
                      <a:lnTo>
                        <a:pt x="314" y="10"/>
                      </a:lnTo>
                      <a:lnTo>
                        <a:pt x="327" y="21"/>
                      </a:lnTo>
                      <a:lnTo>
                        <a:pt x="337" y="35"/>
                      </a:lnTo>
                      <a:lnTo>
                        <a:pt x="345" y="51"/>
                      </a:lnTo>
                      <a:lnTo>
                        <a:pt x="348" y="70"/>
                      </a:lnTo>
                      <a:lnTo>
                        <a:pt x="345" y="88"/>
                      </a:lnTo>
                      <a:lnTo>
                        <a:pt x="337" y="104"/>
                      </a:lnTo>
                      <a:lnTo>
                        <a:pt x="327" y="119"/>
                      </a:lnTo>
                      <a:lnTo>
                        <a:pt x="314" y="129"/>
                      </a:lnTo>
                      <a:lnTo>
                        <a:pt x="297" y="137"/>
                      </a:lnTo>
                      <a:lnTo>
                        <a:pt x="278" y="139"/>
                      </a:lnTo>
                      <a:lnTo>
                        <a:pt x="70" y="139"/>
                      </a:lnTo>
                      <a:lnTo>
                        <a:pt x="52" y="137"/>
                      </a:lnTo>
                      <a:lnTo>
                        <a:pt x="34" y="129"/>
                      </a:lnTo>
                      <a:lnTo>
                        <a:pt x="21" y="119"/>
                      </a:lnTo>
                      <a:lnTo>
                        <a:pt x="10" y="104"/>
                      </a:lnTo>
                      <a:lnTo>
                        <a:pt x="3" y="88"/>
                      </a:lnTo>
                      <a:lnTo>
                        <a:pt x="0" y="70"/>
                      </a:lnTo>
                      <a:lnTo>
                        <a:pt x="3" y="51"/>
                      </a:lnTo>
                      <a:lnTo>
                        <a:pt x="10" y="35"/>
                      </a:lnTo>
                      <a:lnTo>
                        <a:pt x="21" y="21"/>
                      </a:lnTo>
                      <a:lnTo>
                        <a:pt x="34" y="10"/>
                      </a:lnTo>
                      <a:lnTo>
                        <a:pt x="52" y="4"/>
                      </a:lnTo>
                      <a:lnTo>
                        <a:pt x="70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50" name="Freeform 41"/>
                <p:cNvSpPr>
                  <a:spLocks/>
                </p:cNvSpPr>
                <p:nvPr/>
              </p:nvSpPr>
              <p:spPr bwMode="auto">
                <a:xfrm>
                  <a:off x="2792413" y="1751013"/>
                  <a:ext cx="71438" cy="55562"/>
                </a:xfrm>
                <a:custGeom>
                  <a:avLst/>
                  <a:gdLst>
                    <a:gd name="T0" fmla="*/ 250 w 319"/>
                    <a:gd name="T1" fmla="*/ 0 h 241"/>
                    <a:gd name="T2" fmla="*/ 268 w 319"/>
                    <a:gd name="T3" fmla="*/ 3 h 241"/>
                    <a:gd name="T4" fmla="*/ 284 w 319"/>
                    <a:gd name="T5" fmla="*/ 9 h 241"/>
                    <a:gd name="T6" fmla="*/ 298 w 319"/>
                    <a:gd name="T7" fmla="*/ 20 h 241"/>
                    <a:gd name="T8" fmla="*/ 310 w 319"/>
                    <a:gd name="T9" fmla="*/ 34 h 241"/>
                    <a:gd name="T10" fmla="*/ 316 w 319"/>
                    <a:gd name="T11" fmla="*/ 51 h 241"/>
                    <a:gd name="T12" fmla="*/ 319 w 319"/>
                    <a:gd name="T13" fmla="*/ 69 h 241"/>
                    <a:gd name="T14" fmla="*/ 316 w 319"/>
                    <a:gd name="T15" fmla="*/ 87 h 241"/>
                    <a:gd name="T16" fmla="*/ 310 w 319"/>
                    <a:gd name="T17" fmla="*/ 103 h 241"/>
                    <a:gd name="T18" fmla="*/ 299 w 319"/>
                    <a:gd name="T19" fmla="*/ 118 h 241"/>
                    <a:gd name="T20" fmla="*/ 285 w 319"/>
                    <a:gd name="T21" fmla="*/ 129 h 241"/>
                    <a:gd name="T22" fmla="*/ 104 w 319"/>
                    <a:gd name="T23" fmla="*/ 231 h 241"/>
                    <a:gd name="T24" fmla="*/ 87 w 319"/>
                    <a:gd name="T25" fmla="*/ 239 h 241"/>
                    <a:gd name="T26" fmla="*/ 69 w 319"/>
                    <a:gd name="T27" fmla="*/ 241 h 241"/>
                    <a:gd name="T28" fmla="*/ 52 w 319"/>
                    <a:gd name="T29" fmla="*/ 239 h 241"/>
                    <a:gd name="T30" fmla="*/ 35 w 319"/>
                    <a:gd name="T31" fmla="*/ 232 h 241"/>
                    <a:gd name="T32" fmla="*/ 20 w 319"/>
                    <a:gd name="T33" fmla="*/ 221 h 241"/>
                    <a:gd name="T34" fmla="*/ 9 w 319"/>
                    <a:gd name="T35" fmla="*/ 206 h 241"/>
                    <a:gd name="T36" fmla="*/ 2 w 319"/>
                    <a:gd name="T37" fmla="*/ 190 h 241"/>
                    <a:gd name="T38" fmla="*/ 0 w 319"/>
                    <a:gd name="T39" fmla="*/ 172 h 241"/>
                    <a:gd name="T40" fmla="*/ 2 w 319"/>
                    <a:gd name="T41" fmla="*/ 155 h 241"/>
                    <a:gd name="T42" fmla="*/ 9 w 319"/>
                    <a:gd name="T43" fmla="*/ 138 h 241"/>
                    <a:gd name="T44" fmla="*/ 20 w 319"/>
                    <a:gd name="T45" fmla="*/ 124 h 241"/>
                    <a:gd name="T46" fmla="*/ 34 w 319"/>
                    <a:gd name="T47" fmla="*/ 112 h 241"/>
                    <a:gd name="T48" fmla="*/ 214 w 319"/>
                    <a:gd name="T49" fmla="*/ 9 h 241"/>
                    <a:gd name="T50" fmla="*/ 233 w 319"/>
                    <a:gd name="T51" fmla="*/ 3 h 241"/>
                    <a:gd name="T52" fmla="*/ 250 w 319"/>
                    <a:gd name="T53" fmla="*/ 0 h 24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</a:cxnLst>
                  <a:rect l="0" t="0" r="r" b="b"/>
                  <a:pathLst>
                    <a:path w="319" h="241">
                      <a:moveTo>
                        <a:pt x="250" y="0"/>
                      </a:moveTo>
                      <a:lnTo>
                        <a:pt x="268" y="3"/>
                      </a:lnTo>
                      <a:lnTo>
                        <a:pt x="284" y="9"/>
                      </a:lnTo>
                      <a:lnTo>
                        <a:pt x="298" y="20"/>
                      </a:lnTo>
                      <a:lnTo>
                        <a:pt x="310" y="34"/>
                      </a:lnTo>
                      <a:lnTo>
                        <a:pt x="316" y="51"/>
                      </a:lnTo>
                      <a:lnTo>
                        <a:pt x="319" y="69"/>
                      </a:lnTo>
                      <a:lnTo>
                        <a:pt x="316" y="87"/>
                      </a:lnTo>
                      <a:lnTo>
                        <a:pt x="310" y="103"/>
                      </a:lnTo>
                      <a:lnTo>
                        <a:pt x="299" y="118"/>
                      </a:lnTo>
                      <a:lnTo>
                        <a:pt x="285" y="129"/>
                      </a:lnTo>
                      <a:lnTo>
                        <a:pt x="104" y="231"/>
                      </a:lnTo>
                      <a:lnTo>
                        <a:pt x="87" y="239"/>
                      </a:lnTo>
                      <a:lnTo>
                        <a:pt x="69" y="241"/>
                      </a:lnTo>
                      <a:lnTo>
                        <a:pt x="52" y="239"/>
                      </a:lnTo>
                      <a:lnTo>
                        <a:pt x="35" y="232"/>
                      </a:lnTo>
                      <a:lnTo>
                        <a:pt x="20" y="221"/>
                      </a:lnTo>
                      <a:lnTo>
                        <a:pt x="9" y="206"/>
                      </a:lnTo>
                      <a:lnTo>
                        <a:pt x="2" y="190"/>
                      </a:lnTo>
                      <a:lnTo>
                        <a:pt x="0" y="172"/>
                      </a:lnTo>
                      <a:lnTo>
                        <a:pt x="2" y="155"/>
                      </a:lnTo>
                      <a:lnTo>
                        <a:pt x="9" y="138"/>
                      </a:lnTo>
                      <a:lnTo>
                        <a:pt x="20" y="124"/>
                      </a:lnTo>
                      <a:lnTo>
                        <a:pt x="34" y="112"/>
                      </a:lnTo>
                      <a:lnTo>
                        <a:pt x="214" y="9"/>
                      </a:lnTo>
                      <a:lnTo>
                        <a:pt x="233" y="3"/>
                      </a:lnTo>
                      <a:lnTo>
                        <a:pt x="250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51" name="Freeform 42"/>
                <p:cNvSpPr>
                  <a:spLocks/>
                </p:cNvSpPr>
                <p:nvPr/>
              </p:nvSpPr>
              <p:spPr bwMode="auto">
                <a:xfrm>
                  <a:off x="2679700" y="1622425"/>
                  <a:ext cx="55563" cy="71437"/>
                </a:xfrm>
                <a:custGeom>
                  <a:avLst/>
                  <a:gdLst>
                    <a:gd name="T0" fmla="*/ 172 w 243"/>
                    <a:gd name="T1" fmla="*/ 0 h 316"/>
                    <a:gd name="T2" fmla="*/ 191 w 243"/>
                    <a:gd name="T3" fmla="*/ 2 h 316"/>
                    <a:gd name="T4" fmla="*/ 208 w 243"/>
                    <a:gd name="T5" fmla="*/ 10 h 316"/>
                    <a:gd name="T6" fmla="*/ 222 w 243"/>
                    <a:gd name="T7" fmla="*/ 21 h 316"/>
                    <a:gd name="T8" fmla="*/ 234 w 243"/>
                    <a:gd name="T9" fmla="*/ 34 h 316"/>
                    <a:gd name="T10" fmla="*/ 241 w 243"/>
                    <a:gd name="T11" fmla="*/ 51 h 316"/>
                    <a:gd name="T12" fmla="*/ 243 w 243"/>
                    <a:gd name="T13" fmla="*/ 68 h 316"/>
                    <a:gd name="T14" fmla="*/ 241 w 243"/>
                    <a:gd name="T15" fmla="*/ 86 h 316"/>
                    <a:gd name="T16" fmla="*/ 234 w 243"/>
                    <a:gd name="T17" fmla="*/ 103 h 316"/>
                    <a:gd name="T18" fmla="*/ 129 w 243"/>
                    <a:gd name="T19" fmla="*/ 282 h 316"/>
                    <a:gd name="T20" fmla="*/ 118 w 243"/>
                    <a:gd name="T21" fmla="*/ 297 h 316"/>
                    <a:gd name="T22" fmla="*/ 103 w 243"/>
                    <a:gd name="T23" fmla="*/ 308 h 316"/>
                    <a:gd name="T24" fmla="*/ 87 w 243"/>
                    <a:gd name="T25" fmla="*/ 314 h 316"/>
                    <a:gd name="T26" fmla="*/ 69 w 243"/>
                    <a:gd name="T27" fmla="*/ 316 h 316"/>
                    <a:gd name="T28" fmla="*/ 52 w 243"/>
                    <a:gd name="T29" fmla="*/ 314 h 316"/>
                    <a:gd name="T30" fmla="*/ 35 w 243"/>
                    <a:gd name="T31" fmla="*/ 307 h 316"/>
                    <a:gd name="T32" fmla="*/ 19 w 243"/>
                    <a:gd name="T33" fmla="*/ 296 h 316"/>
                    <a:gd name="T34" fmla="*/ 9 w 243"/>
                    <a:gd name="T35" fmla="*/ 282 h 316"/>
                    <a:gd name="T36" fmla="*/ 2 w 243"/>
                    <a:gd name="T37" fmla="*/ 265 h 316"/>
                    <a:gd name="T38" fmla="*/ 0 w 243"/>
                    <a:gd name="T39" fmla="*/ 248 h 316"/>
                    <a:gd name="T40" fmla="*/ 2 w 243"/>
                    <a:gd name="T41" fmla="*/ 230 h 316"/>
                    <a:gd name="T42" fmla="*/ 9 w 243"/>
                    <a:gd name="T43" fmla="*/ 214 h 316"/>
                    <a:gd name="T44" fmla="*/ 113 w 243"/>
                    <a:gd name="T45" fmla="*/ 34 h 316"/>
                    <a:gd name="T46" fmla="*/ 125 w 243"/>
                    <a:gd name="T47" fmla="*/ 20 h 316"/>
                    <a:gd name="T48" fmla="*/ 140 w 243"/>
                    <a:gd name="T49" fmla="*/ 9 h 316"/>
                    <a:gd name="T50" fmla="*/ 155 w 243"/>
                    <a:gd name="T51" fmla="*/ 2 h 316"/>
                    <a:gd name="T52" fmla="*/ 172 w 243"/>
                    <a:gd name="T53" fmla="*/ 0 h 31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</a:cxnLst>
                  <a:rect l="0" t="0" r="r" b="b"/>
                  <a:pathLst>
                    <a:path w="243" h="316">
                      <a:moveTo>
                        <a:pt x="172" y="0"/>
                      </a:moveTo>
                      <a:lnTo>
                        <a:pt x="191" y="2"/>
                      </a:lnTo>
                      <a:lnTo>
                        <a:pt x="208" y="10"/>
                      </a:lnTo>
                      <a:lnTo>
                        <a:pt x="222" y="21"/>
                      </a:lnTo>
                      <a:lnTo>
                        <a:pt x="234" y="34"/>
                      </a:lnTo>
                      <a:lnTo>
                        <a:pt x="241" y="51"/>
                      </a:lnTo>
                      <a:lnTo>
                        <a:pt x="243" y="68"/>
                      </a:lnTo>
                      <a:lnTo>
                        <a:pt x="241" y="86"/>
                      </a:lnTo>
                      <a:lnTo>
                        <a:pt x="234" y="103"/>
                      </a:lnTo>
                      <a:lnTo>
                        <a:pt x="129" y="282"/>
                      </a:lnTo>
                      <a:lnTo>
                        <a:pt x="118" y="297"/>
                      </a:lnTo>
                      <a:lnTo>
                        <a:pt x="103" y="308"/>
                      </a:lnTo>
                      <a:lnTo>
                        <a:pt x="87" y="314"/>
                      </a:lnTo>
                      <a:lnTo>
                        <a:pt x="69" y="316"/>
                      </a:lnTo>
                      <a:lnTo>
                        <a:pt x="52" y="314"/>
                      </a:lnTo>
                      <a:lnTo>
                        <a:pt x="35" y="307"/>
                      </a:lnTo>
                      <a:lnTo>
                        <a:pt x="19" y="296"/>
                      </a:lnTo>
                      <a:lnTo>
                        <a:pt x="9" y="282"/>
                      </a:lnTo>
                      <a:lnTo>
                        <a:pt x="2" y="265"/>
                      </a:lnTo>
                      <a:lnTo>
                        <a:pt x="0" y="248"/>
                      </a:lnTo>
                      <a:lnTo>
                        <a:pt x="2" y="230"/>
                      </a:lnTo>
                      <a:lnTo>
                        <a:pt x="9" y="214"/>
                      </a:lnTo>
                      <a:lnTo>
                        <a:pt x="113" y="34"/>
                      </a:lnTo>
                      <a:lnTo>
                        <a:pt x="125" y="20"/>
                      </a:lnTo>
                      <a:lnTo>
                        <a:pt x="140" y="9"/>
                      </a:lnTo>
                      <a:lnTo>
                        <a:pt x="155" y="2"/>
                      </a:lnTo>
                      <a:lnTo>
                        <a:pt x="172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52" name="Freeform 43"/>
                <p:cNvSpPr>
                  <a:spLocks/>
                </p:cNvSpPr>
                <p:nvPr/>
              </p:nvSpPr>
              <p:spPr bwMode="auto">
                <a:xfrm>
                  <a:off x="2503488" y="1811338"/>
                  <a:ext cx="76200" cy="242887"/>
                </a:xfrm>
                <a:custGeom>
                  <a:avLst/>
                  <a:gdLst>
                    <a:gd name="T0" fmla="*/ 167 w 334"/>
                    <a:gd name="T1" fmla="*/ 0 h 1073"/>
                    <a:gd name="T2" fmla="*/ 201 w 334"/>
                    <a:gd name="T3" fmla="*/ 2 h 1073"/>
                    <a:gd name="T4" fmla="*/ 230 w 334"/>
                    <a:gd name="T5" fmla="*/ 8 h 1073"/>
                    <a:gd name="T6" fmla="*/ 258 w 334"/>
                    <a:gd name="T7" fmla="*/ 18 h 1073"/>
                    <a:gd name="T8" fmla="*/ 280 w 334"/>
                    <a:gd name="T9" fmla="*/ 33 h 1073"/>
                    <a:gd name="T10" fmla="*/ 300 w 334"/>
                    <a:gd name="T11" fmla="*/ 51 h 1073"/>
                    <a:gd name="T12" fmla="*/ 314 w 334"/>
                    <a:gd name="T13" fmla="*/ 72 h 1073"/>
                    <a:gd name="T14" fmla="*/ 326 w 334"/>
                    <a:gd name="T15" fmla="*/ 98 h 1073"/>
                    <a:gd name="T16" fmla="*/ 331 w 334"/>
                    <a:gd name="T17" fmla="*/ 128 h 1073"/>
                    <a:gd name="T18" fmla="*/ 334 w 334"/>
                    <a:gd name="T19" fmla="*/ 162 h 1073"/>
                    <a:gd name="T20" fmla="*/ 334 w 334"/>
                    <a:gd name="T21" fmla="*/ 406 h 1073"/>
                    <a:gd name="T22" fmla="*/ 332 w 334"/>
                    <a:gd name="T23" fmla="*/ 438 h 1073"/>
                    <a:gd name="T24" fmla="*/ 329 w 334"/>
                    <a:gd name="T25" fmla="*/ 471 h 1073"/>
                    <a:gd name="T26" fmla="*/ 326 w 334"/>
                    <a:gd name="T27" fmla="*/ 505 h 1073"/>
                    <a:gd name="T28" fmla="*/ 260 w 334"/>
                    <a:gd name="T29" fmla="*/ 996 h 1073"/>
                    <a:gd name="T30" fmla="*/ 255 w 334"/>
                    <a:gd name="T31" fmla="*/ 1019 h 1073"/>
                    <a:gd name="T32" fmla="*/ 247 w 334"/>
                    <a:gd name="T33" fmla="*/ 1039 h 1073"/>
                    <a:gd name="T34" fmla="*/ 237 w 334"/>
                    <a:gd name="T35" fmla="*/ 1052 h 1073"/>
                    <a:gd name="T36" fmla="*/ 224 w 334"/>
                    <a:gd name="T37" fmla="*/ 1062 h 1073"/>
                    <a:gd name="T38" fmla="*/ 208 w 334"/>
                    <a:gd name="T39" fmla="*/ 1069 h 1073"/>
                    <a:gd name="T40" fmla="*/ 188 w 334"/>
                    <a:gd name="T41" fmla="*/ 1072 h 1073"/>
                    <a:gd name="T42" fmla="*/ 167 w 334"/>
                    <a:gd name="T43" fmla="*/ 1073 h 1073"/>
                    <a:gd name="T44" fmla="*/ 145 w 334"/>
                    <a:gd name="T45" fmla="*/ 1072 h 1073"/>
                    <a:gd name="T46" fmla="*/ 126 w 334"/>
                    <a:gd name="T47" fmla="*/ 1069 h 1073"/>
                    <a:gd name="T48" fmla="*/ 110 w 334"/>
                    <a:gd name="T49" fmla="*/ 1062 h 1073"/>
                    <a:gd name="T50" fmla="*/ 96 w 334"/>
                    <a:gd name="T51" fmla="*/ 1052 h 1073"/>
                    <a:gd name="T52" fmla="*/ 86 w 334"/>
                    <a:gd name="T53" fmla="*/ 1039 h 1073"/>
                    <a:gd name="T54" fmla="*/ 78 w 334"/>
                    <a:gd name="T55" fmla="*/ 1019 h 1073"/>
                    <a:gd name="T56" fmla="*/ 74 w 334"/>
                    <a:gd name="T57" fmla="*/ 996 h 1073"/>
                    <a:gd name="T58" fmla="*/ 8 w 334"/>
                    <a:gd name="T59" fmla="*/ 505 h 1073"/>
                    <a:gd name="T60" fmla="*/ 5 w 334"/>
                    <a:gd name="T61" fmla="*/ 471 h 1073"/>
                    <a:gd name="T62" fmla="*/ 1 w 334"/>
                    <a:gd name="T63" fmla="*/ 438 h 1073"/>
                    <a:gd name="T64" fmla="*/ 0 w 334"/>
                    <a:gd name="T65" fmla="*/ 406 h 1073"/>
                    <a:gd name="T66" fmla="*/ 0 w 334"/>
                    <a:gd name="T67" fmla="*/ 162 h 1073"/>
                    <a:gd name="T68" fmla="*/ 2 w 334"/>
                    <a:gd name="T69" fmla="*/ 128 h 1073"/>
                    <a:gd name="T70" fmla="*/ 8 w 334"/>
                    <a:gd name="T71" fmla="*/ 98 h 1073"/>
                    <a:gd name="T72" fmla="*/ 19 w 334"/>
                    <a:gd name="T73" fmla="*/ 72 h 1073"/>
                    <a:gd name="T74" fmla="*/ 34 w 334"/>
                    <a:gd name="T75" fmla="*/ 51 h 1073"/>
                    <a:gd name="T76" fmla="*/ 53 w 334"/>
                    <a:gd name="T77" fmla="*/ 33 h 1073"/>
                    <a:gd name="T78" fmla="*/ 76 w 334"/>
                    <a:gd name="T79" fmla="*/ 18 h 1073"/>
                    <a:gd name="T80" fmla="*/ 103 w 334"/>
                    <a:gd name="T81" fmla="*/ 8 h 1073"/>
                    <a:gd name="T82" fmla="*/ 133 w 334"/>
                    <a:gd name="T83" fmla="*/ 2 h 1073"/>
                    <a:gd name="T84" fmla="*/ 167 w 334"/>
                    <a:gd name="T85" fmla="*/ 0 h 107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</a:cxnLst>
                  <a:rect l="0" t="0" r="r" b="b"/>
                  <a:pathLst>
                    <a:path w="334" h="1073">
                      <a:moveTo>
                        <a:pt x="167" y="0"/>
                      </a:moveTo>
                      <a:lnTo>
                        <a:pt x="201" y="2"/>
                      </a:lnTo>
                      <a:lnTo>
                        <a:pt x="230" y="8"/>
                      </a:lnTo>
                      <a:lnTo>
                        <a:pt x="258" y="18"/>
                      </a:lnTo>
                      <a:lnTo>
                        <a:pt x="280" y="33"/>
                      </a:lnTo>
                      <a:lnTo>
                        <a:pt x="300" y="51"/>
                      </a:lnTo>
                      <a:lnTo>
                        <a:pt x="314" y="72"/>
                      </a:lnTo>
                      <a:lnTo>
                        <a:pt x="326" y="98"/>
                      </a:lnTo>
                      <a:lnTo>
                        <a:pt x="331" y="128"/>
                      </a:lnTo>
                      <a:lnTo>
                        <a:pt x="334" y="162"/>
                      </a:lnTo>
                      <a:lnTo>
                        <a:pt x="334" y="406"/>
                      </a:lnTo>
                      <a:lnTo>
                        <a:pt x="332" y="438"/>
                      </a:lnTo>
                      <a:lnTo>
                        <a:pt x="329" y="471"/>
                      </a:lnTo>
                      <a:lnTo>
                        <a:pt x="326" y="505"/>
                      </a:lnTo>
                      <a:lnTo>
                        <a:pt x="260" y="996"/>
                      </a:lnTo>
                      <a:lnTo>
                        <a:pt x="255" y="1019"/>
                      </a:lnTo>
                      <a:lnTo>
                        <a:pt x="247" y="1039"/>
                      </a:lnTo>
                      <a:lnTo>
                        <a:pt x="237" y="1052"/>
                      </a:lnTo>
                      <a:lnTo>
                        <a:pt x="224" y="1062"/>
                      </a:lnTo>
                      <a:lnTo>
                        <a:pt x="208" y="1069"/>
                      </a:lnTo>
                      <a:lnTo>
                        <a:pt x="188" y="1072"/>
                      </a:lnTo>
                      <a:lnTo>
                        <a:pt x="167" y="1073"/>
                      </a:lnTo>
                      <a:lnTo>
                        <a:pt x="145" y="1072"/>
                      </a:lnTo>
                      <a:lnTo>
                        <a:pt x="126" y="1069"/>
                      </a:lnTo>
                      <a:lnTo>
                        <a:pt x="110" y="1062"/>
                      </a:lnTo>
                      <a:lnTo>
                        <a:pt x="96" y="1052"/>
                      </a:lnTo>
                      <a:lnTo>
                        <a:pt x="86" y="1039"/>
                      </a:lnTo>
                      <a:lnTo>
                        <a:pt x="78" y="1019"/>
                      </a:lnTo>
                      <a:lnTo>
                        <a:pt x="74" y="996"/>
                      </a:lnTo>
                      <a:lnTo>
                        <a:pt x="8" y="505"/>
                      </a:lnTo>
                      <a:lnTo>
                        <a:pt x="5" y="471"/>
                      </a:lnTo>
                      <a:lnTo>
                        <a:pt x="1" y="438"/>
                      </a:lnTo>
                      <a:lnTo>
                        <a:pt x="0" y="406"/>
                      </a:lnTo>
                      <a:lnTo>
                        <a:pt x="0" y="162"/>
                      </a:lnTo>
                      <a:lnTo>
                        <a:pt x="2" y="128"/>
                      </a:lnTo>
                      <a:lnTo>
                        <a:pt x="8" y="98"/>
                      </a:lnTo>
                      <a:lnTo>
                        <a:pt x="19" y="72"/>
                      </a:lnTo>
                      <a:lnTo>
                        <a:pt x="34" y="51"/>
                      </a:lnTo>
                      <a:lnTo>
                        <a:pt x="53" y="33"/>
                      </a:lnTo>
                      <a:lnTo>
                        <a:pt x="76" y="18"/>
                      </a:lnTo>
                      <a:lnTo>
                        <a:pt x="103" y="8"/>
                      </a:lnTo>
                      <a:lnTo>
                        <a:pt x="133" y="2"/>
                      </a:lnTo>
                      <a:lnTo>
                        <a:pt x="167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53" name="Freeform 44"/>
                <p:cNvSpPr>
                  <a:spLocks/>
                </p:cNvSpPr>
                <p:nvPr/>
              </p:nvSpPr>
              <p:spPr bwMode="auto">
                <a:xfrm>
                  <a:off x="2501900" y="2085975"/>
                  <a:ext cx="79375" cy="77787"/>
                </a:xfrm>
                <a:custGeom>
                  <a:avLst/>
                  <a:gdLst>
                    <a:gd name="T0" fmla="*/ 174 w 347"/>
                    <a:gd name="T1" fmla="*/ 0 h 344"/>
                    <a:gd name="T2" fmla="*/ 209 w 347"/>
                    <a:gd name="T3" fmla="*/ 4 h 344"/>
                    <a:gd name="T4" fmla="*/ 241 w 347"/>
                    <a:gd name="T5" fmla="*/ 14 h 344"/>
                    <a:gd name="T6" fmla="*/ 270 w 347"/>
                    <a:gd name="T7" fmla="*/ 30 h 344"/>
                    <a:gd name="T8" fmla="*/ 296 w 347"/>
                    <a:gd name="T9" fmla="*/ 50 h 344"/>
                    <a:gd name="T10" fmla="*/ 318 w 347"/>
                    <a:gd name="T11" fmla="*/ 76 h 344"/>
                    <a:gd name="T12" fmla="*/ 334 w 347"/>
                    <a:gd name="T13" fmla="*/ 106 h 344"/>
                    <a:gd name="T14" fmla="*/ 344 w 347"/>
                    <a:gd name="T15" fmla="*/ 138 h 344"/>
                    <a:gd name="T16" fmla="*/ 347 w 347"/>
                    <a:gd name="T17" fmla="*/ 172 h 344"/>
                    <a:gd name="T18" fmla="*/ 344 w 347"/>
                    <a:gd name="T19" fmla="*/ 207 h 344"/>
                    <a:gd name="T20" fmla="*/ 334 w 347"/>
                    <a:gd name="T21" fmla="*/ 240 h 344"/>
                    <a:gd name="T22" fmla="*/ 318 w 347"/>
                    <a:gd name="T23" fmla="*/ 269 h 344"/>
                    <a:gd name="T24" fmla="*/ 296 w 347"/>
                    <a:gd name="T25" fmla="*/ 294 h 344"/>
                    <a:gd name="T26" fmla="*/ 270 w 347"/>
                    <a:gd name="T27" fmla="*/ 315 h 344"/>
                    <a:gd name="T28" fmla="*/ 241 w 347"/>
                    <a:gd name="T29" fmla="*/ 331 h 344"/>
                    <a:gd name="T30" fmla="*/ 209 w 347"/>
                    <a:gd name="T31" fmla="*/ 341 h 344"/>
                    <a:gd name="T32" fmla="*/ 174 w 347"/>
                    <a:gd name="T33" fmla="*/ 344 h 344"/>
                    <a:gd name="T34" fmla="*/ 139 w 347"/>
                    <a:gd name="T35" fmla="*/ 341 h 344"/>
                    <a:gd name="T36" fmla="*/ 107 w 347"/>
                    <a:gd name="T37" fmla="*/ 331 h 344"/>
                    <a:gd name="T38" fmla="*/ 77 w 347"/>
                    <a:gd name="T39" fmla="*/ 315 h 344"/>
                    <a:gd name="T40" fmla="*/ 51 w 347"/>
                    <a:gd name="T41" fmla="*/ 294 h 344"/>
                    <a:gd name="T42" fmla="*/ 30 w 347"/>
                    <a:gd name="T43" fmla="*/ 269 h 344"/>
                    <a:gd name="T44" fmla="*/ 14 w 347"/>
                    <a:gd name="T45" fmla="*/ 240 h 344"/>
                    <a:gd name="T46" fmla="*/ 4 w 347"/>
                    <a:gd name="T47" fmla="*/ 207 h 344"/>
                    <a:gd name="T48" fmla="*/ 0 w 347"/>
                    <a:gd name="T49" fmla="*/ 172 h 344"/>
                    <a:gd name="T50" fmla="*/ 4 w 347"/>
                    <a:gd name="T51" fmla="*/ 138 h 344"/>
                    <a:gd name="T52" fmla="*/ 14 w 347"/>
                    <a:gd name="T53" fmla="*/ 106 h 344"/>
                    <a:gd name="T54" fmla="*/ 30 w 347"/>
                    <a:gd name="T55" fmla="*/ 76 h 344"/>
                    <a:gd name="T56" fmla="*/ 51 w 347"/>
                    <a:gd name="T57" fmla="*/ 50 h 344"/>
                    <a:gd name="T58" fmla="*/ 77 w 347"/>
                    <a:gd name="T59" fmla="*/ 30 h 344"/>
                    <a:gd name="T60" fmla="*/ 107 w 347"/>
                    <a:gd name="T61" fmla="*/ 14 h 344"/>
                    <a:gd name="T62" fmla="*/ 139 w 347"/>
                    <a:gd name="T63" fmla="*/ 4 h 344"/>
                    <a:gd name="T64" fmla="*/ 174 w 347"/>
                    <a:gd name="T65" fmla="*/ 0 h 34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</a:cxnLst>
                  <a:rect l="0" t="0" r="r" b="b"/>
                  <a:pathLst>
                    <a:path w="347" h="344">
                      <a:moveTo>
                        <a:pt x="174" y="0"/>
                      </a:moveTo>
                      <a:lnTo>
                        <a:pt x="209" y="4"/>
                      </a:lnTo>
                      <a:lnTo>
                        <a:pt x="241" y="14"/>
                      </a:lnTo>
                      <a:lnTo>
                        <a:pt x="270" y="30"/>
                      </a:lnTo>
                      <a:lnTo>
                        <a:pt x="296" y="50"/>
                      </a:lnTo>
                      <a:lnTo>
                        <a:pt x="318" y="76"/>
                      </a:lnTo>
                      <a:lnTo>
                        <a:pt x="334" y="106"/>
                      </a:lnTo>
                      <a:lnTo>
                        <a:pt x="344" y="138"/>
                      </a:lnTo>
                      <a:lnTo>
                        <a:pt x="347" y="172"/>
                      </a:lnTo>
                      <a:lnTo>
                        <a:pt x="344" y="207"/>
                      </a:lnTo>
                      <a:lnTo>
                        <a:pt x="334" y="240"/>
                      </a:lnTo>
                      <a:lnTo>
                        <a:pt x="318" y="269"/>
                      </a:lnTo>
                      <a:lnTo>
                        <a:pt x="296" y="294"/>
                      </a:lnTo>
                      <a:lnTo>
                        <a:pt x="270" y="315"/>
                      </a:lnTo>
                      <a:lnTo>
                        <a:pt x="241" y="331"/>
                      </a:lnTo>
                      <a:lnTo>
                        <a:pt x="209" y="341"/>
                      </a:lnTo>
                      <a:lnTo>
                        <a:pt x="174" y="344"/>
                      </a:lnTo>
                      <a:lnTo>
                        <a:pt x="139" y="341"/>
                      </a:lnTo>
                      <a:lnTo>
                        <a:pt x="107" y="331"/>
                      </a:lnTo>
                      <a:lnTo>
                        <a:pt x="77" y="315"/>
                      </a:lnTo>
                      <a:lnTo>
                        <a:pt x="51" y="294"/>
                      </a:lnTo>
                      <a:lnTo>
                        <a:pt x="30" y="269"/>
                      </a:lnTo>
                      <a:lnTo>
                        <a:pt x="14" y="240"/>
                      </a:lnTo>
                      <a:lnTo>
                        <a:pt x="4" y="207"/>
                      </a:lnTo>
                      <a:lnTo>
                        <a:pt x="0" y="172"/>
                      </a:lnTo>
                      <a:lnTo>
                        <a:pt x="4" y="138"/>
                      </a:lnTo>
                      <a:lnTo>
                        <a:pt x="14" y="106"/>
                      </a:lnTo>
                      <a:lnTo>
                        <a:pt x="30" y="76"/>
                      </a:lnTo>
                      <a:lnTo>
                        <a:pt x="51" y="50"/>
                      </a:lnTo>
                      <a:lnTo>
                        <a:pt x="77" y="30"/>
                      </a:lnTo>
                      <a:lnTo>
                        <a:pt x="107" y="14"/>
                      </a:lnTo>
                      <a:lnTo>
                        <a:pt x="139" y="4"/>
                      </a:lnTo>
                      <a:lnTo>
                        <a:pt x="174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</p:grpSp>
        </p:grpSp>
        <p:grpSp>
          <p:nvGrpSpPr>
            <p:cNvPr id="15" name="그룹 51"/>
            <p:cNvGrpSpPr/>
            <p:nvPr/>
          </p:nvGrpSpPr>
          <p:grpSpPr>
            <a:xfrm>
              <a:off x="6377507" y="3161645"/>
              <a:ext cx="1887811" cy="1488466"/>
              <a:chOff x="6225107" y="3009245"/>
              <a:chExt cx="1887811" cy="1488466"/>
            </a:xfrm>
          </p:grpSpPr>
          <p:sp>
            <p:nvSpPr>
              <p:cNvPr id="38" name="Freeform 25"/>
              <p:cNvSpPr>
                <a:spLocks noEditPoints="1"/>
              </p:cNvSpPr>
              <p:nvPr/>
            </p:nvSpPr>
            <p:spPr bwMode="auto">
              <a:xfrm>
                <a:off x="6225107" y="3009245"/>
                <a:ext cx="1887811" cy="1488466"/>
              </a:xfrm>
              <a:custGeom>
                <a:avLst/>
                <a:gdLst>
                  <a:gd name="T0" fmla="*/ 1139 w 2079"/>
                  <a:gd name="T1" fmla="*/ 134 h 1640"/>
                  <a:gd name="T2" fmla="*/ 941 w 2079"/>
                  <a:gd name="T3" fmla="*/ 210 h 1640"/>
                  <a:gd name="T4" fmla="*/ 779 w 2079"/>
                  <a:gd name="T5" fmla="*/ 336 h 1640"/>
                  <a:gd name="T6" fmla="*/ 663 w 2079"/>
                  <a:gd name="T7" fmla="*/ 500 h 1640"/>
                  <a:gd name="T8" fmla="*/ 598 w 2079"/>
                  <a:gd name="T9" fmla="*/ 691 h 1640"/>
                  <a:gd name="T10" fmla="*/ 591 w 2079"/>
                  <a:gd name="T11" fmla="*/ 896 h 1640"/>
                  <a:gd name="T12" fmla="*/ 647 w 2079"/>
                  <a:gd name="T13" fmla="*/ 1101 h 1640"/>
                  <a:gd name="T14" fmla="*/ 757 w 2079"/>
                  <a:gd name="T15" fmla="*/ 1275 h 1640"/>
                  <a:gd name="T16" fmla="*/ 911 w 2079"/>
                  <a:gd name="T17" fmla="*/ 1407 h 1640"/>
                  <a:gd name="T18" fmla="*/ 1093 w 2079"/>
                  <a:gd name="T19" fmla="*/ 1489 h 1640"/>
                  <a:gd name="T20" fmla="*/ 1294 w 2079"/>
                  <a:gd name="T21" fmla="*/ 1516 h 1640"/>
                  <a:gd name="T22" fmla="*/ 1502 w 2079"/>
                  <a:gd name="T23" fmla="*/ 1482 h 1640"/>
                  <a:gd name="T24" fmla="*/ 1689 w 2079"/>
                  <a:gd name="T25" fmla="*/ 1388 h 1640"/>
                  <a:gd name="T26" fmla="*/ 1836 w 2079"/>
                  <a:gd name="T27" fmla="*/ 1248 h 1640"/>
                  <a:gd name="T28" fmla="*/ 1936 w 2079"/>
                  <a:gd name="T29" fmla="*/ 1074 h 1640"/>
                  <a:gd name="T30" fmla="*/ 1982 w 2079"/>
                  <a:gd name="T31" fmla="*/ 877 h 1640"/>
                  <a:gd name="T32" fmla="*/ 1970 w 2079"/>
                  <a:gd name="T33" fmla="*/ 670 h 1640"/>
                  <a:gd name="T34" fmla="*/ 1893 w 2079"/>
                  <a:gd name="T35" fmla="*/ 472 h 1640"/>
                  <a:gd name="T36" fmla="*/ 1768 w 2079"/>
                  <a:gd name="T37" fmla="*/ 310 h 1640"/>
                  <a:gd name="T38" fmla="*/ 1603 w 2079"/>
                  <a:gd name="T39" fmla="*/ 194 h 1640"/>
                  <a:gd name="T40" fmla="*/ 1413 w 2079"/>
                  <a:gd name="T41" fmla="*/ 130 h 1640"/>
                  <a:gd name="T42" fmla="*/ 1286 w 2079"/>
                  <a:gd name="T43" fmla="*/ 0 h 1640"/>
                  <a:gd name="T44" fmla="*/ 1496 w 2079"/>
                  <a:gd name="T45" fmla="*/ 36 h 1640"/>
                  <a:gd name="T46" fmla="*/ 1689 w 2079"/>
                  <a:gd name="T47" fmla="*/ 125 h 1640"/>
                  <a:gd name="T48" fmla="*/ 1854 w 2079"/>
                  <a:gd name="T49" fmla="*/ 259 h 1640"/>
                  <a:gd name="T50" fmla="*/ 1981 w 2079"/>
                  <a:gd name="T51" fmla="*/ 436 h 1640"/>
                  <a:gd name="T52" fmla="*/ 2059 w 2079"/>
                  <a:gd name="T53" fmla="*/ 645 h 1640"/>
                  <a:gd name="T54" fmla="*/ 2079 w 2079"/>
                  <a:gd name="T55" fmla="*/ 863 h 1640"/>
                  <a:gd name="T56" fmla="*/ 2043 w 2079"/>
                  <a:gd name="T57" fmla="*/ 1074 h 1640"/>
                  <a:gd name="T58" fmla="*/ 1955 w 2079"/>
                  <a:gd name="T59" fmla="*/ 1267 h 1640"/>
                  <a:gd name="T60" fmla="*/ 1820 w 2079"/>
                  <a:gd name="T61" fmla="*/ 1431 h 1640"/>
                  <a:gd name="T62" fmla="*/ 1645 w 2079"/>
                  <a:gd name="T63" fmla="*/ 1558 h 1640"/>
                  <a:gd name="T64" fmla="*/ 1461 w 2079"/>
                  <a:gd name="T65" fmla="*/ 1629 h 1640"/>
                  <a:gd name="T66" fmla="*/ 1304 w 2079"/>
                  <a:gd name="T67" fmla="*/ 1640 h 1640"/>
                  <a:gd name="T68" fmla="*/ 1120 w 2079"/>
                  <a:gd name="T69" fmla="*/ 1623 h 1640"/>
                  <a:gd name="T70" fmla="*/ 923 w 2079"/>
                  <a:gd name="T71" fmla="*/ 1581 h 1640"/>
                  <a:gd name="T72" fmla="*/ 722 w 2079"/>
                  <a:gd name="T73" fmla="*/ 1523 h 1640"/>
                  <a:gd name="T74" fmla="*/ 526 w 2079"/>
                  <a:gd name="T75" fmla="*/ 1455 h 1640"/>
                  <a:gd name="T76" fmla="*/ 348 w 2079"/>
                  <a:gd name="T77" fmla="*/ 1388 h 1640"/>
                  <a:gd name="T78" fmla="*/ 197 w 2079"/>
                  <a:gd name="T79" fmla="*/ 1324 h 1640"/>
                  <a:gd name="T80" fmla="*/ 83 w 2079"/>
                  <a:gd name="T81" fmla="*/ 1273 h 1640"/>
                  <a:gd name="T82" fmla="*/ 15 w 2079"/>
                  <a:gd name="T83" fmla="*/ 1241 h 1640"/>
                  <a:gd name="T84" fmla="*/ 3 w 2079"/>
                  <a:gd name="T85" fmla="*/ 1231 h 1640"/>
                  <a:gd name="T86" fmla="*/ 29 w 2079"/>
                  <a:gd name="T87" fmla="*/ 1183 h 1640"/>
                  <a:gd name="T88" fmla="*/ 84 w 2079"/>
                  <a:gd name="T89" fmla="*/ 1088 h 1640"/>
                  <a:gd name="T90" fmla="*/ 162 w 2079"/>
                  <a:gd name="T91" fmla="*/ 956 h 1640"/>
                  <a:gd name="T92" fmla="*/ 261 w 2079"/>
                  <a:gd name="T93" fmla="*/ 801 h 1640"/>
                  <a:gd name="T94" fmla="*/ 374 w 2079"/>
                  <a:gd name="T95" fmla="*/ 634 h 1640"/>
                  <a:gd name="T96" fmla="*/ 500 w 2079"/>
                  <a:gd name="T97" fmla="*/ 467 h 1640"/>
                  <a:gd name="T98" fmla="*/ 633 w 2079"/>
                  <a:gd name="T99" fmla="*/ 310 h 1640"/>
                  <a:gd name="T100" fmla="*/ 771 w 2079"/>
                  <a:gd name="T101" fmla="*/ 178 h 1640"/>
                  <a:gd name="T102" fmla="*/ 907 w 2079"/>
                  <a:gd name="T103" fmla="*/ 81 h 1640"/>
                  <a:gd name="T104" fmla="*/ 1067 w 2079"/>
                  <a:gd name="T105" fmla="*/ 20 h 1640"/>
                  <a:gd name="T106" fmla="*/ 1286 w 2079"/>
                  <a:gd name="T107" fmla="*/ 0 h 164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</a:cxnLst>
                <a:rect l="0" t="0" r="r" b="b"/>
                <a:pathLst>
                  <a:path w="2079" h="1640">
                    <a:moveTo>
                      <a:pt x="1278" y="119"/>
                    </a:moveTo>
                    <a:lnTo>
                      <a:pt x="1208" y="123"/>
                    </a:lnTo>
                    <a:lnTo>
                      <a:pt x="1139" y="134"/>
                    </a:lnTo>
                    <a:lnTo>
                      <a:pt x="1070" y="152"/>
                    </a:lnTo>
                    <a:lnTo>
                      <a:pt x="1003" y="178"/>
                    </a:lnTo>
                    <a:lnTo>
                      <a:pt x="941" y="210"/>
                    </a:lnTo>
                    <a:lnTo>
                      <a:pt x="883" y="247"/>
                    </a:lnTo>
                    <a:lnTo>
                      <a:pt x="829" y="289"/>
                    </a:lnTo>
                    <a:lnTo>
                      <a:pt x="779" y="336"/>
                    </a:lnTo>
                    <a:lnTo>
                      <a:pt x="736" y="387"/>
                    </a:lnTo>
                    <a:lnTo>
                      <a:pt x="696" y="442"/>
                    </a:lnTo>
                    <a:lnTo>
                      <a:pt x="663" y="500"/>
                    </a:lnTo>
                    <a:lnTo>
                      <a:pt x="636" y="561"/>
                    </a:lnTo>
                    <a:lnTo>
                      <a:pt x="614" y="625"/>
                    </a:lnTo>
                    <a:lnTo>
                      <a:pt x="598" y="691"/>
                    </a:lnTo>
                    <a:lnTo>
                      <a:pt x="590" y="758"/>
                    </a:lnTo>
                    <a:lnTo>
                      <a:pt x="587" y="825"/>
                    </a:lnTo>
                    <a:lnTo>
                      <a:pt x="591" y="896"/>
                    </a:lnTo>
                    <a:lnTo>
                      <a:pt x="602" y="964"/>
                    </a:lnTo>
                    <a:lnTo>
                      <a:pt x="621" y="1033"/>
                    </a:lnTo>
                    <a:lnTo>
                      <a:pt x="647" y="1101"/>
                    </a:lnTo>
                    <a:lnTo>
                      <a:pt x="679" y="1163"/>
                    </a:lnTo>
                    <a:lnTo>
                      <a:pt x="715" y="1221"/>
                    </a:lnTo>
                    <a:lnTo>
                      <a:pt x="757" y="1275"/>
                    </a:lnTo>
                    <a:lnTo>
                      <a:pt x="804" y="1324"/>
                    </a:lnTo>
                    <a:lnTo>
                      <a:pt x="856" y="1368"/>
                    </a:lnTo>
                    <a:lnTo>
                      <a:pt x="911" y="1407"/>
                    </a:lnTo>
                    <a:lnTo>
                      <a:pt x="969" y="1440"/>
                    </a:lnTo>
                    <a:lnTo>
                      <a:pt x="1030" y="1467"/>
                    </a:lnTo>
                    <a:lnTo>
                      <a:pt x="1093" y="1489"/>
                    </a:lnTo>
                    <a:lnTo>
                      <a:pt x="1159" y="1505"/>
                    </a:lnTo>
                    <a:lnTo>
                      <a:pt x="1227" y="1513"/>
                    </a:lnTo>
                    <a:lnTo>
                      <a:pt x="1294" y="1516"/>
                    </a:lnTo>
                    <a:lnTo>
                      <a:pt x="1364" y="1512"/>
                    </a:lnTo>
                    <a:lnTo>
                      <a:pt x="1433" y="1501"/>
                    </a:lnTo>
                    <a:lnTo>
                      <a:pt x="1502" y="1482"/>
                    </a:lnTo>
                    <a:lnTo>
                      <a:pt x="1569" y="1457"/>
                    </a:lnTo>
                    <a:lnTo>
                      <a:pt x="1631" y="1424"/>
                    </a:lnTo>
                    <a:lnTo>
                      <a:pt x="1689" y="1388"/>
                    </a:lnTo>
                    <a:lnTo>
                      <a:pt x="1743" y="1346"/>
                    </a:lnTo>
                    <a:lnTo>
                      <a:pt x="1793" y="1299"/>
                    </a:lnTo>
                    <a:lnTo>
                      <a:pt x="1836" y="1248"/>
                    </a:lnTo>
                    <a:lnTo>
                      <a:pt x="1876" y="1192"/>
                    </a:lnTo>
                    <a:lnTo>
                      <a:pt x="1909" y="1134"/>
                    </a:lnTo>
                    <a:lnTo>
                      <a:pt x="1936" y="1074"/>
                    </a:lnTo>
                    <a:lnTo>
                      <a:pt x="1958" y="1010"/>
                    </a:lnTo>
                    <a:lnTo>
                      <a:pt x="1974" y="944"/>
                    </a:lnTo>
                    <a:lnTo>
                      <a:pt x="1982" y="877"/>
                    </a:lnTo>
                    <a:lnTo>
                      <a:pt x="1985" y="809"/>
                    </a:lnTo>
                    <a:lnTo>
                      <a:pt x="1981" y="739"/>
                    </a:lnTo>
                    <a:lnTo>
                      <a:pt x="1970" y="670"/>
                    </a:lnTo>
                    <a:lnTo>
                      <a:pt x="1951" y="602"/>
                    </a:lnTo>
                    <a:lnTo>
                      <a:pt x="1926" y="534"/>
                    </a:lnTo>
                    <a:lnTo>
                      <a:pt x="1893" y="472"/>
                    </a:lnTo>
                    <a:lnTo>
                      <a:pt x="1857" y="414"/>
                    </a:lnTo>
                    <a:lnTo>
                      <a:pt x="1815" y="360"/>
                    </a:lnTo>
                    <a:lnTo>
                      <a:pt x="1768" y="310"/>
                    </a:lnTo>
                    <a:lnTo>
                      <a:pt x="1716" y="267"/>
                    </a:lnTo>
                    <a:lnTo>
                      <a:pt x="1661" y="228"/>
                    </a:lnTo>
                    <a:lnTo>
                      <a:pt x="1603" y="194"/>
                    </a:lnTo>
                    <a:lnTo>
                      <a:pt x="1542" y="167"/>
                    </a:lnTo>
                    <a:lnTo>
                      <a:pt x="1479" y="146"/>
                    </a:lnTo>
                    <a:lnTo>
                      <a:pt x="1413" y="130"/>
                    </a:lnTo>
                    <a:lnTo>
                      <a:pt x="1345" y="121"/>
                    </a:lnTo>
                    <a:lnTo>
                      <a:pt x="1278" y="119"/>
                    </a:lnTo>
                    <a:close/>
                    <a:moveTo>
                      <a:pt x="1286" y="0"/>
                    </a:moveTo>
                    <a:lnTo>
                      <a:pt x="1358" y="7"/>
                    </a:lnTo>
                    <a:lnTo>
                      <a:pt x="1428" y="19"/>
                    </a:lnTo>
                    <a:lnTo>
                      <a:pt x="1496" y="36"/>
                    </a:lnTo>
                    <a:lnTo>
                      <a:pt x="1563" y="61"/>
                    </a:lnTo>
                    <a:lnTo>
                      <a:pt x="1627" y="90"/>
                    </a:lnTo>
                    <a:lnTo>
                      <a:pt x="1689" y="125"/>
                    </a:lnTo>
                    <a:lnTo>
                      <a:pt x="1747" y="165"/>
                    </a:lnTo>
                    <a:lnTo>
                      <a:pt x="1803" y="210"/>
                    </a:lnTo>
                    <a:lnTo>
                      <a:pt x="1854" y="259"/>
                    </a:lnTo>
                    <a:lnTo>
                      <a:pt x="1901" y="313"/>
                    </a:lnTo>
                    <a:lnTo>
                      <a:pt x="1943" y="372"/>
                    </a:lnTo>
                    <a:lnTo>
                      <a:pt x="1981" y="436"/>
                    </a:lnTo>
                    <a:lnTo>
                      <a:pt x="2013" y="502"/>
                    </a:lnTo>
                    <a:lnTo>
                      <a:pt x="2040" y="572"/>
                    </a:lnTo>
                    <a:lnTo>
                      <a:pt x="2059" y="645"/>
                    </a:lnTo>
                    <a:lnTo>
                      <a:pt x="2073" y="719"/>
                    </a:lnTo>
                    <a:lnTo>
                      <a:pt x="2079" y="792"/>
                    </a:lnTo>
                    <a:lnTo>
                      <a:pt x="2079" y="863"/>
                    </a:lnTo>
                    <a:lnTo>
                      <a:pt x="2074" y="935"/>
                    </a:lnTo>
                    <a:lnTo>
                      <a:pt x="2062" y="1005"/>
                    </a:lnTo>
                    <a:lnTo>
                      <a:pt x="2043" y="1074"/>
                    </a:lnTo>
                    <a:lnTo>
                      <a:pt x="2019" y="1141"/>
                    </a:lnTo>
                    <a:lnTo>
                      <a:pt x="1990" y="1204"/>
                    </a:lnTo>
                    <a:lnTo>
                      <a:pt x="1955" y="1267"/>
                    </a:lnTo>
                    <a:lnTo>
                      <a:pt x="1915" y="1324"/>
                    </a:lnTo>
                    <a:lnTo>
                      <a:pt x="1870" y="1380"/>
                    </a:lnTo>
                    <a:lnTo>
                      <a:pt x="1820" y="1431"/>
                    </a:lnTo>
                    <a:lnTo>
                      <a:pt x="1766" y="1478"/>
                    </a:lnTo>
                    <a:lnTo>
                      <a:pt x="1708" y="1520"/>
                    </a:lnTo>
                    <a:lnTo>
                      <a:pt x="1645" y="1558"/>
                    </a:lnTo>
                    <a:lnTo>
                      <a:pt x="1579" y="1590"/>
                    </a:lnTo>
                    <a:lnTo>
                      <a:pt x="1507" y="1617"/>
                    </a:lnTo>
                    <a:lnTo>
                      <a:pt x="1461" y="1629"/>
                    </a:lnTo>
                    <a:lnTo>
                      <a:pt x="1413" y="1636"/>
                    </a:lnTo>
                    <a:lnTo>
                      <a:pt x="1359" y="1640"/>
                    </a:lnTo>
                    <a:lnTo>
                      <a:pt x="1304" y="1640"/>
                    </a:lnTo>
                    <a:lnTo>
                      <a:pt x="1244" y="1637"/>
                    </a:lnTo>
                    <a:lnTo>
                      <a:pt x="1184" y="1631"/>
                    </a:lnTo>
                    <a:lnTo>
                      <a:pt x="1120" y="1623"/>
                    </a:lnTo>
                    <a:lnTo>
                      <a:pt x="1055" y="1610"/>
                    </a:lnTo>
                    <a:lnTo>
                      <a:pt x="991" y="1597"/>
                    </a:lnTo>
                    <a:lnTo>
                      <a:pt x="923" y="1581"/>
                    </a:lnTo>
                    <a:lnTo>
                      <a:pt x="856" y="1563"/>
                    </a:lnTo>
                    <a:lnTo>
                      <a:pt x="790" y="1543"/>
                    </a:lnTo>
                    <a:lnTo>
                      <a:pt x="722" y="1523"/>
                    </a:lnTo>
                    <a:lnTo>
                      <a:pt x="656" y="1501"/>
                    </a:lnTo>
                    <a:lnTo>
                      <a:pt x="591" y="1478"/>
                    </a:lnTo>
                    <a:lnTo>
                      <a:pt x="526" y="1455"/>
                    </a:lnTo>
                    <a:lnTo>
                      <a:pt x="466" y="1432"/>
                    </a:lnTo>
                    <a:lnTo>
                      <a:pt x="405" y="1409"/>
                    </a:lnTo>
                    <a:lnTo>
                      <a:pt x="348" y="1388"/>
                    </a:lnTo>
                    <a:lnTo>
                      <a:pt x="294" y="1365"/>
                    </a:lnTo>
                    <a:lnTo>
                      <a:pt x="245" y="1343"/>
                    </a:lnTo>
                    <a:lnTo>
                      <a:pt x="197" y="1324"/>
                    </a:lnTo>
                    <a:lnTo>
                      <a:pt x="154" y="1306"/>
                    </a:lnTo>
                    <a:lnTo>
                      <a:pt x="115" y="1288"/>
                    </a:lnTo>
                    <a:lnTo>
                      <a:pt x="83" y="1273"/>
                    </a:lnTo>
                    <a:lnTo>
                      <a:pt x="54" y="1260"/>
                    </a:lnTo>
                    <a:lnTo>
                      <a:pt x="31" y="1249"/>
                    </a:lnTo>
                    <a:lnTo>
                      <a:pt x="15" y="1241"/>
                    </a:lnTo>
                    <a:lnTo>
                      <a:pt x="4" y="1237"/>
                    </a:lnTo>
                    <a:lnTo>
                      <a:pt x="0" y="1235"/>
                    </a:lnTo>
                    <a:lnTo>
                      <a:pt x="3" y="1231"/>
                    </a:lnTo>
                    <a:lnTo>
                      <a:pt x="8" y="1222"/>
                    </a:lnTo>
                    <a:lnTo>
                      <a:pt x="17" y="1206"/>
                    </a:lnTo>
                    <a:lnTo>
                      <a:pt x="29" y="1183"/>
                    </a:lnTo>
                    <a:lnTo>
                      <a:pt x="45" y="1156"/>
                    </a:lnTo>
                    <a:lnTo>
                      <a:pt x="62" y="1124"/>
                    </a:lnTo>
                    <a:lnTo>
                      <a:pt x="84" y="1088"/>
                    </a:lnTo>
                    <a:lnTo>
                      <a:pt x="107" y="1048"/>
                    </a:lnTo>
                    <a:lnTo>
                      <a:pt x="134" y="1003"/>
                    </a:lnTo>
                    <a:lnTo>
                      <a:pt x="162" y="956"/>
                    </a:lnTo>
                    <a:lnTo>
                      <a:pt x="192" y="906"/>
                    </a:lnTo>
                    <a:lnTo>
                      <a:pt x="226" y="855"/>
                    </a:lnTo>
                    <a:lnTo>
                      <a:pt x="261" y="801"/>
                    </a:lnTo>
                    <a:lnTo>
                      <a:pt x="297" y="747"/>
                    </a:lnTo>
                    <a:lnTo>
                      <a:pt x="335" y="691"/>
                    </a:lnTo>
                    <a:lnTo>
                      <a:pt x="374" y="634"/>
                    </a:lnTo>
                    <a:lnTo>
                      <a:pt x="415" y="579"/>
                    </a:lnTo>
                    <a:lnTo>
                      <a:pt x="458" y="522"/>
                    </a:lnTo>
                    <a:lnTo>
                      <a:pt x="500" y="467"/>
                    </a:lnTo>
                    <a:lnTo>
                      <a:pt x="544" y="413"/>
                    </a:lnTo>
                    <a:lnTo>
                      <a:pt x="589" y="362"/>
                    </a:lnTo>
                    <a:lnTo>
                      <a:pt x="633" y="310"/>
                    </a:lnTo>
                    <a:lnTo>
                      <a:pt x="679" y="263"/>
                    </a:lnTo>
                    <a:lnTo>
                      <a:pt x="725" y="219"/>
                    </a:lnTo>
                    <a:lnTo>
                      <a:pt x="771" y="178"/>
                    </a:lnTo>
                    <a:lnTo>
                      <a:pt x="817" y="142"/>
                    </a:lnTo>
                    <a:lnTo>
                      <a:pt x="861" y="108"/>
                    </a:lnTo>
                    <a:lnTo>
                      <a:pt x="907" y="81"/>
                    </a:lnTo>
                    <a:lnTo>
                      <a:pt x="951" y="58"/>
                    </a:lnTo>
                    <a:lnTo>
                      <a:pt x="995" y="41"/>
                    </a:lnTo>
                    <a:lnTo>
                      <a:pt x="1067" y="20"/>
                    </a:lnTo>
                    <a:lnTo>
                      <a:pt x="1140" y="7"/>
                    </a:lnTo>
                    <a:lnTo>
                      <a:pt x="1213" y="0"/>
                    </a:lnTo>
                    <a:lnTo>
                      <a:pt x="1286" y="0"/>
                    </a:lnTo>
                    <a:close/>
                  </a:path>
                </a:pathLst>
              </a:custGeom>
              <a:solidFill>
                <a:schemeClr val="accent3"/>
              </a:solidFill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39" name="Freeform 49"/>
              <p:cNvSpPr>
                <a:spLocks noEditPoints="1"/>
              </p:cNvSpPr>
              <p:nvPr/>
            </p:nvSpPr>
            <p:spPr bwMode="auto">
              <a:xfrm>
                <a:off x="7130965" y="3464081"/>
                <a:ext cx="615949" cy="615949"/>
              </a:xfrm>
              <a:custGeom>
                <a:avLst/>
                <a:gdLst>
                  <a:gd name="T0" fmla="*/ 2959 w 3962"/>
                  <a:gd name="T1" fmla="*/ 2546 h 3963"/>
                  <a:gd name="T2" fmla="*/ 3397 w 3962"/>
                  <a:gd name="T3" fmla="*/ 2984 h 3963"/>
                  <a:gd name="T4" fmla="*/ 3464 w 3962"/>
                  <a:gd name="T5" fmla="*/ 3124 h 3963"/>
                  <a:gd name="T6" fmla="*/ 3343 w 3962"/>
                  <a:gd name="T7" fmla="*/ 3219 h 3963"/>
                  <a:gd name="T8" fmla="*/ 2736 w 3962"/>
                  <a:gd name="T9" fmla="*/ 3150 h 3963"/>
                  <a:gd name="T10" fmla="*/ 2752 w 3962"/>
                  <a:gd name="T11" fmla="*/ 2523 h 3963"/>
                  <a:gd name="T12" fmla="*/ 2896 w 3962"/>
                  <a:gd name="T13" fmla="*/ 2232 h 3963"/>
                  <a:gd name="T14" fmla="*/ 2500 w 3962"/>
                  <a:gd name="T15" fmla="*/ 2399 h 3963"/>
                  <a:gd name="T16" fmla="*/ 2262 w 3962"/>
                  <a:gd name="T17" fmla="*/ 2752 h 3963"/>
                  <a:gd name="T18" fmla="*/ 2262 w 3962"/>
                  <a:gd name="T19" fmla="*/ 3193 h 3963"/>
                  <a:gd name="T20" fmla="*/ 2500 w 3962"/>
                  <a:gd name="T21" fmla="*/ 3544 h 3963"/>
                  <a:gd name="T22" fmla="*/ 2896 w 3962"/>
                  <a:gd name="T23" fmla="*/ 3711 h 3963"/>
                  <a:gd name="T24" fmla="*/ 3325 w 3962"/>
                  <a:gd name="T25" fmla="*/ 3625 h 3963"/>
                  <a:gd name="T26" fmla="*/ 3625 w 3962"/>
                  <a:gd name="T27" fmla="*/ 3325 h 3963"/>
                  <a:gd name="T28" fmla="*/ 3711 w 3962"/>
                  <a:gd name="T29" fmla="*/ 2896 h 3963"/>
                  <a:gd name="T30" fmla="*/ 3544 w 3962"/>
                  <a:gd name="T31" fmla="*/ 2500 h 3963"/>
                  <a:gd name="T32" fmla="*/ 3193 w 3962"/>
                  <a:gd name="T33" fmla="*/ 2262 h 3963"/>
                  <a:gd name="T34" fmla="*/ 1734 w 3962"/>
                  <a:gd name="T35" fmla="*/ 2724 h 3963"/>
                  <a:gd name="T36" fmla="*/ 495 w 3962"/>
                  <a:gd name="T37" fmla="*/ 2724 h 3963"/>
                  <a:gd name="T38" fmla="*/ 3300 w 3962"/>
                  <a:gd name="T39" fmla="*/ 2037 h 3963"/>
                  <a:gd name="T40" fmla="*/ 3700 w 3962"/>
                  <a:gd name="T41" fmla="*/ 2300 h 3963"/>
                  <a:gd name="T42" fmla="*/ 3930 w 3962"/>
                  <a:gd name="T43" fmla="*/ 2722 h 3963"/>
                  <a:gd name="T44" fmla="*/ 3930 w 3962"/>
                  <a:gd name="T45" fmla="*/ 3222 h 3963"/>
                  <a:gd name="T46" fmla="*/ 3700 w 3962"/>
                  <a:gd name="T47" fmla="*/ 3643 h 3963"/>
                  <a:gd name="T48" fmla="*/ 3300 w 3962"/>
                  <a:gd name="T49" fmla="*/ 3907 h 3963"/>
                  <a:gd name="T50" fmla="*/ 2802 w 3962"/>
                  <a:gd name="T51" fmla="*/ 3948 h 3963"/>
                  <a:gd name="T52" fmla="*/ 2361 w 3962"/>
                  <a:gd name="T53" fmla="*/ 3752 h 3963"/>
                  <a:gd name="T54" fmla="*/ 2067 w 3962"/>
                  <a:gd name="T55" fmla="*/ 3376 h 3963"/>
                  <a:gd name="T56" fmla="*/ 1984 w 3962"/>
                  <a:gd name="T57" fmla="*/ 2887 h 3963"/>
                  <a:gd name="T58" fmla="*/ 2144 w 3962"/>
                  <a:gd name="T59" fmla="*/ 2426 h 3963"/>
                  <a:gd name="T60" fmla="*/ 2495 w 3962"/>
                  <a:gd name="T61" fmla="*/ 2103 h 3963"/>
                  <a:gd name="T62" fmla="*/ 2972 w 3962"/>
                  <a:gd name="T63" fmla="*/ 1982 h 3963"/>
                  <a:gd name="T64" fmla="*/ 1238 w 3962"/>
                  <a:gd name="T65" fmla="*/ 1486 h 3963"/>
                  <a:gd name="T66" fmla="*/ 990 w 3962"/>
                  <a:gd name="T67" fmla="*/ 1486 h 3963"/>
                  <a:gd name="T68" fmla="*/ 371 w 3962"/>
                  <a:gd name="T69" fmla="*/ 619 h 3963"/>
                  <a:gd name="T70" fmla="*/ 473 w 3962"/>
                  <a:gd name="T71" fmla="*/ 819 h 3963"/>
                  <a:gd name="T72" fmla="*/ 697 w 3962"/>
                  <a:gd name="T73" fmla="*/ 854 h 3963"/>
                  <a:gd name="T74" fmla="*/ 854 w 3962"/>
                  <a:gd name="T75" fmla="*/ 697 h 3963"/>
                  <a:gd name="T76" fmla="*/ 2355 w 3962"/>
                  <a:gd name="T77" fmla="*/ 659 h 3963"/>
                  <a:gd name="T78" fmla="*/ 2487 w 3962"/>
                  <a:gd name="T79" fmla="*/ 839 h 3963"/>
                  <a:gd name="T80" fmla="*/ 2714 w 3962"/>
                  <a:gd name="T81" fmla="*/ 839 h 3963"/>
                  <a:gd name="T82" fmla="*/ 2844 w 3962"/>
                  <a:gd name="T83" fmla="*/ 659 h 3963"/>
                  <a:gd name="T84" fmla="*/ 3074 w 3962"/>
                  <a:gd name="T85" fmla="*/ 526 h 3963"/>
                  <a:gd name="T86" fmla="*/ 3215 w 3962"/>
                  <a:gd name="T87" fmla="*/ 724 h 3963"/>
                  <a:gd name="T88" fmla="*/ 248 w 3962"/>
                  <a:gd name="T89" fmla="*/ 2947 h 3963"/>
                  <a:gd name="T90" fmla="*/ 268 w 3962"/>
                  <a:gd name="T91" fmla="*/ 3219 h 3963"/>
                  <a:gd name="T92" fmla="*/ 52 w 3962"/>
                  <a:gd name="T93" fmla="*/ 3108 h 3963"/>
                  <a:gd name="T94" fmla="*/ 3 w 3962"/>
                  <a:gd name="T95" fmla="*/ 724 h 3963"/>
                  <a:gd name="T96" fmla="*/ 144 w 3962"/>
                  <a:gd name="T97" fmla="*/ 526 h 3963"/>
                  <a:gd name="T98" fmla="*/ 2654 w 3962"/>
                  <a:gd name="T99" fmla="*/ 13 h 3963"/>
                  <a:gd name="T100" fmla="*/ 2724 w 3962"/>
                  <a:gd name="T101" fmla="*/ 619 h 3963"/>
                  <a:gd name="T102" fmla="*/ 2629 w 3962"/>
                  <a:gd name="T103" fmla="*/ 739 h 3963"/>
                  <a:gd name="T104" fmla="*/ 2489 w 3962"/>
                  <a:gd name="T105" fmla="*/ 673 h 3963"/>
                  <a:gd name="T106" fmla="*/ 2503 w 3962"/>
                  <a:gd name="T107" fmla="*/ 47 h 3963"/>
                  <a:gd name="T108" fmla="*/ 647 w 3962"/>
                  <a:gd name="T109" fmla="*/ 3 h 3963"/>
                  <a:gd name="T110" fmla="*/ 743 w 3962"/>
                  <a:gd name="T111" fmla="*/ 124 h 3963"/>
                  <a:gd name="T112" fmla="*/ 673 w 3962"/>
                  <a:gd name="T113" fmla="*/ 730 h 3963"/>
                  <a:gd name="T114" fmla="*/ 523 w 3962"/>
                  <a:gd name="T115" fmla="*/ 696 h 3963"/>
                  <a:gd name="T116" fmla="*/ 508 w 3962"/>
                  <a:gd name="T117" fmla="*/ 69 h 396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</a:cxnLst>
                <a:rect l="0" t="0" r="r" b="b"/>
                <a:pathLst>
                  <a:path w="3962" h="3963">
                    <a:moveTo>
                      <a:pt x="2848" y="2477"/>
                    </a:moveTo>
                    <a:lnTo>
                      <a:pt x="2876" y="2479"/>
                    </a:lnTo>
                    <a:lnTo>
                      <a:pt x="2902" y="2489"/>
                    </a:lnTo>
                    <a:lnTo>
                      <a:pt x="2925" y="2503"/>
                    </a:lnTo>
                    <a:lnTo>
                      <a:pt x="2944" y="2523"/>
                    </a:lnTo>
                    <a:lnTo>
                      <a:pt x="2959" y="2546"/>
                    </a:lnTo>
                    <a:lnTo>
                      <a:pt x="2968" y="2572"/>
                    </a:lnTo>
                    <a:lnTo>
                      <a:pt x="2972" y="2600"/>
                    </a:lnTo>
                    <a:lnTo>
                      <a:pt x="2972" y="2972"/>
                    </a:lnTo>
                    <a:lnTo>
                      <a:pt x="3343" y="2972"/>
                    </a:lnTo>
                    <a:lnTo>
                      <a:pt x="3371" y="2975"/>
                    </a:lnTo>
                    <a:lnTo>
                      <a:pt x="3397" y="2984"/>
                    </a:lnTo>
                    <a:lnTo>
                      <a:pt x="3420" y="2999"/>
                    </a:lnTo>
                    <a:lnTo>
                      <a:pt x="3440" y="3018"/>
                    </a:lnTo>
                    <a:lnTo>
                      <a:pt x="3454" y="3041"/>
                    </a:lnTo>
                    <a:lnTo>
                      <a:pt x="3464" y="3067"/>
                    </a:lnTo>
                    <a:lnTo>
                      <a:pt x="3467" y="3096"/>
                    </a:lnTo>
                    <a:lnTo>
                      <a:pt x="3464" y="3124"/>
                    </a:lnTo>
                    <a:lnTo>
                      <a:pt x="3454" y="3150"/>
                    </a:lnTo>
                    <a:lnTo>
                      <a:pt x="3440" y="3173"/>
                    </a:lnTo>
                    <a:lnTo>
                      <a:pt x="3420" y="3193"/>
                    </a:lnTo>
                    <a:lnTo>
                      <a:pt x="3397" y="3207"/>
                    </a:lnTo>
                    <a:lnTo>
                      <a:pt x="3371" y="3217"/>
                    </a:lnTo>
                    <a:lnTo>
                      <a:pt x="3343" y="3219"/>
                    </a:lnTo>
                    <a:lnTo>
                      <a:pt x="2848" y="3219"/>
                    </a:lnTo>
                    <a:lnTo>
                      <a:pt x="2819" y="3217"/>
                    </a:lnTo>
                    <a:lnTo>
                      <a:pt x="2794" y="3207"/>
                    </a:lnTo>
                    <a:lnTo>
                      <a:pt x="2771" y="3193"/>
                    </a:lnTo>
                    <a:lnTo>
                      <a:pt x="2752" y="3173"/>
                    </a:lnTo>
                    <a:lnTo>
                      <a:pt x="2736" y="3150"/>
                    </a:lnTo>
                    <a:lnTo>
                      <a:pt x="2727" y="3124"/>
                    </a:lnTo>
                    <a:lnTo>
                      <a:pt x="2724" y="3096"/>
                    </a:lnTo>
                    <a:lnTo>
                      <a:pt x="2724" y="2600"/>
                    </a:lnTo>
                    <a:lnTo>
                      <a:pt x="2727" y="2572"/>
                    </a:lnTo>
                    <a:lnTo>
                      <a:pt x="2736" y="2546"/>
                    </a:lnTo>
                    <a:lnTo>
                      <a:pt x="2752" y="2523"/>
                    </a:lnTo>
                    <a:lnTo>
                      <a:pt x="2771" y="2503"/>
                    </a:lnTo>
                    <a:lnTo>
                      <a:pt x="2794" y="2489"/>
                    </a:lnTo>
                    <a:lnTo>
                      <a:pt x="2819" y="2479"/>
                    </a:lnTo>
                    <a:lnTo>
                      <a:pt x="2848" y="2477"/>
                    </a:lnTo>
                    <a:close/>
                    <a:moveTo>
                      <a:pt x="2972" y="2229"/>
                    </a:moveTo>
                    <a:lnTo>
                      <a:pt x="2896" y="2232"/>
                    </a:lnTo>
                    <a:lnTo>
                      <a:pt x="2821" y="2244"/>
                    </a:lnTo>
                    <a:lnTo>
                      <a:pt x="2750" y="2262"/>
                    </a:lnTo>
                    <a:lnTo>
                      <a:pt x="2683" y="2288"/>
                    </a:lnTo>
                    <a:lnTo>
                      <a:pt x="2618" y="2319"/>
                    </a:lnTo>
                    <a:lnTo>
                      <a:pt x="2556" y="2356"/>
                    </a:lnTo>
                    <a:lnTo>
                      <a:pt x="2500" y="2399"/>
                    </a:lnTo>
                    <a:lnTo>
                      <a:pt x="2447" y="2447"/>
                    </a:lnTo>
                    <a:lnTo>
                      <a:pt x="2399" y="2500"/>
                    </a:lnTo>
                    <a:lnTo>
                      <a:pt x="2355" y="2556"/>
                    </a:lnTo>
                    <a:lnTo>
                      <a:pt x="2318" y="2618"/>
                    </a:lnTo>
                    <a:lnTo>
                      <a:pt x="2287" y="2683"/>
                    </a:lnTo>
                    <a:lnTo>
                      <a:pt x="2262" y="2752"/>
                    </a:lnTo>
                    <a:lnTo>
                      <a:pt x="2243" y="2823"/>
                    </a:lnTo>
                    <a:lnTo>
                      <a:pt x="2232" y="2896"/>
                    </a:lnTo>
                    <a:lnTo>
                      <a:pt x="2229" y="2972"/>
                    </a:lnTo>
                    <a:lnTo>
                      <a:pt x="2232" y="3048"/>
                    </a:lnTo>
                    <a:lnTo>
                      <a:pt x="2243" y="3122"/>
                    </a:lnTo>
                    <a:lnTo>
                      <a:pt x="2262" y="3193"/>
                    </a:lnTo>
                    <a:lnTo>
                      <a:pt x="2287" y="3261"/>
                    </a:lnTo>
                    <a:lnTo>
                      <a:pt x="2318" y="3325"/>
                    </a:lnTo>
                    <a:lnTo>
                      <a:pt x="2355" y="3387"/>
                    </a:lnTo>
                    <a:lnTo>
                      <a:pt x="2399" y="3444"/>
                    </a:lnTo>
                    <a:lnTo>
                      <a:pt x="2447" y="3497"/>
                    </a:lnTo>
                    <a:lnTo>
                      <a:pt x="2500" y="3544"/>
                    </a:lnTo>
                    <a:lnTo>
                      <a:pt x="2556" y="3588"/>
                    </a:lnTo>
                    <a:lnTo>
                      <a:pt x="2618" y="3625"/>
                    </a:lnTo>
                    <a:lnTo>
                      <a:pt x="2683" y="3657"/>
                    </a:lnTo>
                    <a:lnTo>
                      <a:pt x="2750" y="3682"/>
                    </a:lnTo>
                    <a:lnTo>
                      <a:pt x="2821" y="3700"/>
                    </a:lnTo>
                    <a:lnTo>
                      <a:pt x="2896" y="3711"/>
                    </a:lnTo>
                    <a:lnTo>
                      <a:pt x="2972" y="3714"/>
                    </a:lnTo>
                    <a:lnTo>
                      <a:pt x="3048" y="3711"/>
                    </a:lnTo>
                    <a:lnTo>
                      <a:pt x="3121" y="3700"/>
                    </a:lnTo>
                    <a:lnTo>
                      <a:pt x="3193" y="3682"/>
                    </a:lnTo>
                    <a:lnTo>
                      <a:pt x="3260" y="3657"/>
                    </a:lnTo>
                    <a:lnTo>
                      <a:pt x="3325" y="3625"/>
                    </a:lnTo>
                    <a:lnTo>
                      <a:pt x="3386" y="3588"/>
                    </a:lnTo>
                    <a:lnTo>
                      <a:pt x="3444" y="3544"/>
                    </a:lnTo>
                    <a:lnTo>
                      <a:pt x="3496" y="3497"/>
                    </a:lnTo>
                    <a:lnTo>
                      <a:pt x="3544" y="3444"/>
                    </a:lnTo>
                    <a:lnTo>
                      <a:pt x="3588" y="3387"/>
                    </a:lnTo>
                    <a:lnTo>
                      <a:pt x="3625" y="3325"/>
                    </a:lnTo>
                    <a:lnTo>
                      <a:pt x="3656" y="3261"/>
                    </a:lnTo>
                    <a:lnTo>
                      <a:pt x="3680" y="3193"/>
                    </a:lnTo>
                    <a:lnTo>
                      <a:pt x="3700" y="3122"/>
                    </a:lnTo>
                    <a:lnTo>
                      <a:pt x="3711" y="3048"/>
                    </a:lnTo>
                    <a:lnTo>
                      <a:pt x="3714" y="2972"/>
                    </a:lnTo>
                    <a:lnTo>
                      <a:pt x="3711" y="2896"/>
                    </a:lnTo>
                    <a:lnTo>
                      <a:pt x="3700" y="2823"/>
                    </a:lnTo>
                    <a:lnTo>
                      <a:pt x="3680" y="2752"/>
                    </a:lnTo>
                    <a:lnTo>
                      <a:pt x="3656" y="2683"/>
                    </a:lnTo>
                    <a:lnTo>
                      <a:pt x="3625" y="2618"/>
                    </a:lnTo>
                    <a:lnTo>
                      <a:pt x="3588" y="2556"/>
                    </a:lnTo>
                    <a:lnTo>
                      <a:pt x="3544" y="2500"/>
                    </a:lnTo>
                    <a:lnTo>
                      <a:pt x="3496" y="2447"/>
                    </a:lnTo>
                    <a:lnTo>
                      <a:pt x="3444" y="2399"/>
                    </a:lnTo>
                    <a:lnTo>
                      <a:pt x="3386" y="2356"/>
                    </a:lnTo>
                    <a:lnTo>
                      <a:pt x="3325" y="2319"/>
                    </a:lnTo>
                    <a:lnTo>
                      <a:pt x="3260" y="2288"/>
                    </a:lnTo>
                    <a:lnTo>
                      <a:pt x="3193" y="2262"/>
                    </a:lnTo>
                    <a:lnTo>
                      <a:pt x="3121" y="2244"/>
                    </a:lnTo>
                    <a:lnTo>
                      <a:pt x="3048" y="2232"/>
                    </a:lnTo>
                    <a:lnTo>
                      <a:pt x="2972" y="2229"/>
                    </a:lnTo>
                    <a:close/>
                    <a:moveTo>
                      <a:pt x="1238" y="2229"/>
                    </a:moveTo>
                    <a:lnTo>
                      <a:pt x="1734" y="2229"/>
                    </a:lnTo>
                    <a:lnTo>
                      <a:pt x="1734" y="2724"/>
                    </a:lnTo>
                    <a:lnTo>
                      <a:pt x="1238" y="2724"/>
                    </a:lnTo>
                    <a:lnTo>
                      <a:pt x="1238" y="2229"/>
                    </a:lnTo>
                    <a:close/>
                    <a:moveTo>
                      <a:pt x="495" y="2229"/>
                    </a:moveTo>
                    <a:lnTo>
                      <a:pt x="990" y="2229"/>
                    </a:lnTo>
                    <a:lnTo>
                      <a:pt x="990" y="2724"/>
                    </a:lnTo>
                    <a:lnTo>
                      <a:pt x="495" y="2724"/>
                    </a:lnTo>
                    <a:lnTo>
                      <a:pt x="495" y="2229"/>
                    </a:lnTo>
                    <a:close/>
                    <a:moveTo>
                      <a:pt x="2972" y="1982"/>
                    </a:moveTo>
                    <a:lnTo>
                      <a:pt x="3058" y="1985"/>
                    </a:lnTo>
                    <a:lnTo>
                      <a:pt x="3141" y="1996"/>
                    </a:lnTo>
                    <a:lnTo>
                      <a:pt x="3221" y="2013"/>
                    </a:lnTo>
                    <a:lnTo>
                      <a:pt x="3300" y="2037"/>
                    </a:lnTo>
                    <a:lnTo>
                      <a:pt x="3376" y="2067"/>
                    </a:lnTo>
                    <a:lnTo>
                      <a:pt x="3448" y="2103"/>
                    </a:lnTo>
                    <a:lnTo>
                      <a:pt x="3517" y="2144"/>
                    </a:lnTo>
                    <a:lnTo>
                      <a:pt x="3582" y="2191"/>
                    </a:lnTo>
                    <a:lnTo>
                      <a:pt x="3643" y="2243"/>
                    </a:lnTo>
                    <a:lnTo>
                      <a:pt x="3700" y="2300"/>
                    </a:lnTo>
                    <a:lnTo>
                      <a:pt x="3752" y="2361"/>
                    </a:lnTo>
                    <a:lnTo>
                      <a:pt x="3799" y="2426"/>
                    </a:lnTo>
                    <a:lnTo>
                      <a:pt x="3841" y="2495"/>
                    </a:lnTo>
                    <a:lnTo>
                      <a:pt x="3876" y="2567"/>
                    </a:lnTo>
                    <a:lnTo>
                      <a:pt x="3906" y="2643"/>
                    </a:lnTo>
                    <a:lnTo>
                      <a:pt x="3930" y="2722"/>
                    </a:lnTo>
                    <a:lnTo>
                      <a:pt x="3948" y="2803"/>
                    </a:lnTo>
                    <a:lnTo>
                      <a:pt x="3959" y="2887"/>
                    </a:lnTo>
                    <a:lnTo>
                      <a:pt x="3962" y="2972"/>
                    </a:lnTo>
                    <a:lnTo>
                      <a:pt x="3959" y="3058"/>
                    </a:lnTo>
                    <a:lnTo>
                      <a:pt x="3948" y="3141"/>
                    </a:lnTo>
                    <a:lnTo>
                      <a:pt x="3930" y="3222"/>
                    </a:lnTo>
                    <a:lnTo>
                      <a:pt x="3906" y="3300"/>
                    </a:lnTo>
                    <a:lnTo>
                      <a:pt x="3876" y="3376"/>
                    </a:lnTo>
                    <a:lnTo>
                      <a:pt x="3841" y="3448"/>
                    </a:lnTo>
                    <a:lnTo>
                      <a:pt x="3799" y="3518"/>
                    </a:lnTo>
                    <a:lnTo>
                      <a:pt x="3752" y="3583"/>
                    </a:lnTo>
                    <a:lnTo>
                      <a:pt x="3700" y="3643"/>
                    </a:lnTo>
                    <a:lnTo>
                      <a:pt x="3643" y="3700"/>
                    </a:lnTo>
                    <a:lnTo>
                      <a:pt x="3582" y="3752"/>
                    </a:lnTo>
                    <a:lnTo>
                      <a:pt x="3517" y="3799"/>
                    </a:lnTo>
                    <a:lnTo>
                      <a:pt x="3448" y="3841"/>
                    </a:lnTo>
                    <a:lnTo>
                      <a:pt x="3376" y="3877"/>
                    </a:lnTo>
                    <a:lnTo>
                      <a:pt x="3300" y="3907"/>
                    </a:lnTo>
                    <a:lnTo>
                      <a:pt x="3221" y="3931"/>
                    </a:lnTo>
                    <a:lnTo>
                      <a:pt x="3141" y="3948"/>
                    </a:lnTo>
                    <a:lnTo>
                      <a:pt x="3058" y="3959"/>
                    </a:lnTo>
                    <a:lnTo>
                      <a:pt x="2972" y="3963"/>
                    </a:lnTo>
                    <a:lnTo>
                      <a:pt x="2886" y="3959"/>
                    </a:lnTo>
                    <a:lnTo>
                      <a:pt x="2802" y="3948"/>
                    </a:lnTo>
                    <a:lnTo>
                      <a:pt x="2721" y="3931"/>
                    </a:lnTo>
                    <a:lnTo>
                      <a:pt x="2643" y="3907"/>
                    </a:lnTo>
                    <a:lnTo>
                      <a:pt x="2567" y="3877"/>
                    </a:lnTo>
                    <a:lnTo>
                      <a:pt x="2495" y="3841"/>
                    </a:lnTo>
                    <a:lnTo>
                      <a:pt x="2426" y="3799"/>
                    </a:lnTo>
                    <a:lnTo>
                      <a:pt x="2361" y="3752"/>
                    </a:lnTo>
                    <a:lnTo>
                      <a:pt x="2300" y="3700"/>
                    </a:lnTo>
                    <a:lnTo>
                      <a:pt x="2243" y="3643"/>
                    </a:lnTo>
                    <a:lnTo>
                      <a:pt x="2191" y="3583"/>
                    </a:lnTo>
                    <a:lnTo>
                      <a:pt x="2144" y="3518"/>
                    </a:lnTo>
                    <a:lnTo>
                      <a:pt x="2103" y="3448"/>
                    </a:lnTo>
                    <a:lnTo>
                      <a:pt x="2067" y="3376"/>
                    </a:lnTo>
                    <a:lnTo>
                      <a:pt x="2037" y="3300"/>
                    </a:lnTo>
                    <a:lnTo>
                      <a:pt x="2013" y="3222"/>
                    </a:lnTo>
                    <a:lnTo>
                      <a:pt x="1995" y="3141"/>
                    </a:lnTo>
                    <a:lnTo>
                      <a:pt x="1984" y="3058"/>
                    </a:lnTo>
                    <a:lnTo>
                      <a:pt x="1980" y="2972"/>
                    </a:lnTo>
                    <a:lnTo>
                      <a:pt x="1984" y="2887"/>
                    </a:lnTo>
                    <a:lnTo>
                      <a:pt x="1995" y="2803"/>
                    </a:lnTo>
                    <a:lnTo>
                      <a:pt x="2013" y="2722"/>
                    </a:lnTo>
                    <a:lnTo>
                      <a:pt x="2037" y="2643"/>
                    </a:lnTo>
                    <a:lnTo>
                      <a:pt x="2067" y="2567"/>
                    </a:lnTo>
                    <a:lnTo>
                      <a:pt x="2103" y="2495"/>
                    </a:lnTo>
                    <a:lnTo>
                      <a:pt x="2144" y="2426"/>
                    </a:lnTo>
                    <a:lnTo>
                      <a:pt x="2191" y="2361"/>
                    </a:lnTo>
                    <a:lnTo>
                      <a:pt x="2243" y="2300"/>
                    </a:lnTo>
                    <a:lnTo>
                      <a:pt x="2300" y="2243"/>
                    </a:lnTo>
                    <a:lnTo>
                      <a:pt x="2361" y="2191"/>
                    </a:lnTo>
                    <a:lnTo>
                      <a:pt x="2426" y="2144"/>
                    </a:lnTo>
                    <a:lnTo>
                      <a:pt x="2495" y="2103"/>
                    </a:lnTo>
                    <a:lnTo>
                      <a:pt x="2567" y="2067"/>
                    </a:lnTo>
                    <a:lnTo>
                      <a:pt x="2643" y="2037"/>
                    </a:lnTo>
                    <a:lnTo>
                      <a:pt x="2721" y="2013"/>
                    </a:lnTo>
                    <a:lnTo>
                      <a:pt x="2802" y="1996"/>
                    </a:lnTo>
                    <a:lnTo>
                      <a:pt x="2886" y="1985"/>
                    </a:lnTo>
                    <a:lnTo>
                      <a:pt x="2972" y="1982"/>
                    </a:lnTo>
                    <a:close/>
                    <a:moveTo>
                      <a:pt x="1980" y="1486"/>
                    </a:moveTo>
                    <a:lnTo>
                      <a:pt x="2476" y="1486"/>
                    </a:lnTo>
                    <a:lnTo>
                      <a:pt x="2476" y="1982"/>
                    </a:lnTo>
                    <a:lnTo>
                      <a:pt x="1980" y="1982"/>
                    </a:lnTo>
                    <a:lnTo>
                      <a:pt x="1980" y="1486"/>
                    </a:lnTo>
                    <a:close/>
                    <a:moveTo>
                      <a:pt x="1238" y="1486"/>
                    </a:moveTo>
                    <a:lnTo>
                      <a:pt x="1734" y="1486"/>
                    </a:lnTo>
                    <a:lnTo>
                      <a:pt x="1734" y="1982"/>
                    </a:lnTo>
                    <a:lnTo>
                      <a:pt x="1238" y="1982"/>
                    </a:lnTo>
                    <a:lnTo>
                      <a:pt x="1238" y="1486"/>
                    </a:lnTo>
                    <a:close/>
                    <a:moveTo>
                      <a:pt x="495" y="1486"/>
                    </a:moveTo>
                    <a:lnTo>
                      <a:pt x="990" y="1486"/>
                    </a:lnTo>
                    <a:lnTo>
                      <a:pt x="990" y="1982"/>
                    </a:lnTo>
                    <a:lnTo>
                      <a:pt x="495" y="1982"/>
                    </a:lnTo>
                    <a:lnTo>
                      <a:pt x="495" y="1486"/>
                    </a:lnTo>
                    <a:close/>
                    <a:moveTo>
                      <a:pt x="268" y="495"/>
                    </a:moveTo>
                    <a:lnTo>
                      <a:pt x="371" y="495"/>
                    </a:lnTo>
                    <a:lnTo>
                      <a:pt x="371" y="619"/>
                    </a:lnTo>
                    <a:lnTo>
                      <a:pt x="374" y="659"/>
                    </a:lnTo>
                    <a:lnTo>
                      <a:pt x="384" y="697"/>
                    </a:lnTo>
                    <a:lnTo>
                      <a:pt x="399" y="732"/>
                    </a:lnTo>
                    <a:lnTo>
                      <a:pt x="419" y="765"/>
                    </a:lnTo>
                    <a:lnTo>
                      <a:pt x="444" y="794"/>
                    </a:lnTo>
                    <a:lnTo>
                      <a:pt x="473" y="819"/>
                    </a:lnTo>
                    <a:lnTo>
                      <a:pt x="505" y="839"/>
                    </a:lnTo>
                    <a:lnTo>
                      <a:pt x="541" y="854"/>
                    </a:lnTo>
                    <a:lnTo>
                      <a:pt x="579" y="864"/>
                    </a:lnTo>
                    <a:lnTo>
                      <a:pt x="619" y="867"/>
                    </a:lnTo>
                    <a:lnTo>
                      <a:pt x="659" y="864"/>
                    </a:lnTo>
                    <a:lnTo>
                      <a:pt x="697" y="854"/>
                    </a:lnTo>
                    <a:lnTo>
                      <a:pt x="732" y="839"/>
                    </a:lnTo>
                    <a:lnTo>
                      <a:pt x="765" y="819"/>
                    </a:lnTo>
                    <a:lnTo>
                      <a:pt x="794" y="794"/>
                    </a:lnTo>
                    <a:lnTo>
                      <a:pt x="819" y="765"/>
                    </a:lnTo>
                    <a:lnTo>
                      <a:pt x="838" y="732"/>
                    </a:lnTo>
                    <a:lnTo>
                      <a:pt x="854" y="697"/>
                    </a:lnTo>
                    <a:lnTo>
                      <a:pt x="864" y="659"/>
                    </a:lnTo>
                    <a:lnTo>
                      <a:pt x="866" y="619"/>
                    </a:lnTo>
                    <a:lnTo>
                      <a:pt x="866" y="495"/>
                    </a:lnTo>
                    <a:lnTo>
                      <a:pt x="2353" y="495"/>
                    </a:lnTo>
                    <a:lnTo>
                      <a:pt x="2353" y="619"/>
                    </a:lnTo>
                    <a:lnTo>
                      <a:pt x="2355" y="659"/>
                    </a:lnTo>
                    <a:lnTo>
                      <a:pt x="2365" y="697"/>
                    </a:lnTo>
                    <a:lnTo>
                      <a:pt x="2380" y="732"/>
                    </a:lnTo>
                    <a:lnTo>
                      <a:pt x="2400" y="765"/>
                    </a:lnTo>
                    <a:lnTo>
                      <a:pt x="2425" y="794"/>
                    </a:lnTo>
                    <a:lnTo>
                      <a:pt x="2454" y="819"/>
                    </a:lnTo>
                    <a:lnTo>
                      <a:pt x="2487" y="839"/>
                    </a:lnTo>
                    <a:lnTo>
                      <a:pt x="2521" y="854"/>
                    </a:lnTo>
                    <a:lnTo>
                      <a:pt x="2560" y="864"/>
                    </a:lnTo>
                    <a:lnTo>
                      <a:pt x="2600" y="867"/>
                    </a:lnTo>
                    <a:lnTo>
                      <a:pt x="2641" y="864"/>
                    </a:lnTo>
                    <a:lnTo>
                      <a:pt x="2678" y="854"/>
                    </a:lnTo>
                    <a:lnTo>
                      <a:pt x="2714" y="839"/>
                    </a:lnTo>
                    <a:lnTo>
                      <a:pt x="2747" y="819"/>
                    </a:lnTo>
                    <a:lnTo>
                      <a:pt x="2776" y="794"/>
                    </a:lnTo>
                    <a:lnTo>
                      <a:pt x="2800" y="765"/>
                    </a:lnTo>
                    <a:lnTo>
                      <a:pt x="2820" y="732"/>
                    </a:lnTo>
                    <a:lnTo>
                      <a:pt x="2835" y="697"/>
                    </a:lnTo>
                    <a:lnTo>
                      <a:pt x="2844" y="659"/>
                    </a:lnTo>
                    <a:lnTo>
                      <a:pt x="2848" y="619"/>
                    </a:lnTo>
                    <a:lnTo>
                      <a:pt x="2848" y="495"/>
                    </a:lnTo>
                    <a:lnTo>
                      <a:pt x="2952" y="495"/>
                    </a:lnTo>
                    <a:lnTo>
                      <a:pt x="2995" y="498"/>
                    </a:lnTo>
                    <a:lnTo>
                      <a:pt x="3036" y="509"/>
                    </a:lnTo>
                    <a:lnTo>
                      <a:pt x="3074" y="526"/>
                    </a:lnTo>
                    <a:lnTo>
                      <a:pt x="3109" y="548"/>
                    </a:lnTo>
                    <a:lnTo>
                      <a:pt x="3141" y="574"/>
                    </a:lnTo>
                    <a:lnTo>
                      <a:pt x="3167" y="607"/>
                    </a:lnTo>
                    <a:lnTo>
                      <a:pt x="3189" y="642"/>
                    </a:lnTo>
                    <a:lnTo>
                      <a:pt x="3206" y="682"/>
                    </a:lnTo>
                    <a:lnTo>
                      <a:pt x="3215" y="724"/>
                    </a:lnTo>
                    <a:lnTo>
                      <a:pt x="3219" y="767"/>
                    </a:lnTo>
                    <a:lnTo>
                      <a:pt x="3219" y="1733"/>
                    </a:lnTo>
                    <a:lnTo>
                      <a:pt x="2972" y="1733"/>
                    </a:lnTo>
                    <a:lnTo>
                      <a:pt x="2972" y="1238"/>
                    </a:lnTo>
                    <a:lnTo>
                      <a:pt x="248" y="1238"/>
                    </a:lnTo>
                    <a:lnTo>
                      <a:pt x="248" y="2947"/>
                    </a:lnTo>
                    <a:lnTo>
                      <a:pt x="250" y="2959"/>
                    </a:lnTo>
                    <a:lnTo>
                      <a:pt x="258" y="2969"/>
                    </a:lnTo>
                    <a:lnTo>
                      <a:pt x="268" y="2972"/>
                    </a:lnTo>
                    <a:lnTo>
                      <a:pt x="1734" y="2972"/>
                    </a:lnTo>
                    <a:lnTo>
                      <a:pt x="1734" y="3219"/>
                    </a:lnTo>
                    <a:lnTo>
                      <a:pt x="268" y="3219"/>
                    </a:lnTo>
                    <a:lnTo>
                      <a:pt x="225" y="3216"/>
                    </a:lnTo>
                    <a:lnTo>
                      <a:pt x="183" y="3206"/>
                    </a:lnTo>
                    <a:lnTo>
                      <a:pt x="144" y="3189"/>
                    </a:lnTo>
                    <a:lnTo>
                      <a:pt x="109" y="3167"/>
                    </a:lnTo>
                    <a:lnTo>
                      <a:pt x="78" y="3140"/>
                    </a:lnTo>
                    <a:lnTo>
                      <a:pt x="52" y="3108"/>
                    </a:lnTo>
                    <a:lnTo>
                      <a:pt x="30" y="3072"/>
                    </a:lnTo>
                    <a:lnTo>
                      <a:pt x="13" y="3034"/>
                    </a:lnTo>
                    <a:lnTo>
                      <a:pt x="3" y="2991"/>
                    </a:lnTo>
                    <a:lnTo>
                      <a:pt x="0" y="2947"/>
                    </a:lnTo>
                    <a:lnTo>
                      <a:pt x="0" y="767"/>
                    </a:lnTo>
                    <a:lnTo>
                      <a:pt x="3" y="724"/>
                    </a:lnTo>
                    <a:lnTo>
                      <a:pt x="13" y="682"/>
                    </a:lnTo>
                    <a:lnTo>
                      <a:pt x="30" y="642"/>
                    </a:lnTo>
                    <a:lnTo>
                      <a:pt x="52" y="607"/>
                    </a:lnTo>
                    <a:lnTo>
                      <a:pt x="78" y="574"/>
                    </a:lnTo>
                    <a:lnTo>
                      <a:pt x="109" y="548"/>
                    </a:lnTo>
                    <a:lnTo>
                      <a:pt x="144" y="526"/>
                    </a:lnTo>
                    <a:lnTo>
                      <a:pt x="183" y="509"/>
                    </a:lnTo>
                    <a:lnTo>
                      <a:pt x="225" y="498"/>
                    </a:lnTo>
                    <a:lnTo>
                      <a:pt x="268" y="495"/>
                    </a:lnTo>
                    <a:close/>
                    <a:moveTo>
                      <a:pt x="2600" y="0"/>
                    </a:moveTo>
                    <a:lnTo>
                      <a:pt x="2629" y="3"/>
                    </a:lnTo>
                    <a:lnTo>
                      <a:pt x="2654" y="13"/>
                    </a:lnTo>
                    <a:lnTo>
                      <a:pt x="2678" y="27"/>
                    </a:lnTo>
                    <a:lnTo>
                      <a:pt x="2696" y="47"/>
                    </a:lnTo>
                    <a:lnTo>
                      <a:pt x="2712" y="69"/>
                    </a:lnTo>
                    <a:lnTo>
                      <a:pt x="2720" y="95"/>
                    </a:lnTo>
                    <a:lnTo>
                      <a:pt x="2724" y="124"/>
                    </a:lnTo>
                    <a:lnTo>
                      <a:pt x="2724" y="619"/>
                    </a:lnTo>
                    <a:lnTo>
                      <a:pt x="2720" y="648"/>
                    </a:lnTo>
                    <a:lnTo>
                      <a:pt x="2712" y="673"/>
                    </a:lnTo>
                    <a:lnTo>
                      <a:pt x="2696" y="696"/>
                    </a:lnTo>
                    <a:lnTo>
                      <a:pt x="2678" y="715"/>
                    </a:lnTo>
                    <a:lnTo>
                      <a:pt x="2654" y="730"/>
                    </a:lnTo>
                    <a:lnTo>
                      <a:pt x="2629" y="739"/>
                    </a:lnTo>
                    <a:lnTo>
                      <a:pt x="2600" y="743"/>
                    </a:lnTo>
                    <a:lnTo>
                      <a:pt x="2572" y="739"/>
                    </a:lnTo>
                    <a:lnTo>
                      <a:pt x="2546" y="730"/>
                    </a:lnTo>
                    <a:lnTo>
                      <a:pt x="2523" y="715"/>
                    </a:lnTo>
                    <a:lnTo>
                      <a:pt x="2503" y="696"/>
                    </a:lnTo>
                    <a:lnTo>
                      <a:pt x="2489" y="673"/>
                    </a:lnTo>
                    <a:lnTo>
                      <a:pt x="2479" y="648"/>
                    </a:lnTo>
                    <a:lnTo>
                      <a:pt x="2476" y="619"/>
                    </a:lnTo>
                    <a:lnTo>
                      <a:pt x="2476" y="124"/>
                    </a:lnTo>
                    <a:lnTo>
                      <a:pt x="2479" y="95"/>
                    </a:lnTo>
                    <a:lnTo>
                      <a:pt x="2489" y="69"/>
                    </a:lnTo>
                    <a:lnTo>
                      <a:pt x="2503" y="47"/>
                    </a:lnTo>
                    <a:lnTo>
                      <a:pt x="2523" y="27"/>
                    </a:lnTo>
                    <a:lnTo>
                      <a:pt x="2546" y="13"/>
                    </a:lnTo>
                    <a:lnTo>
                      <a:pt x="2572" y="3"/>
                    </a:lnTo>
                    <a:lnTo>
                      <a:pt x="2600" y="0"/>
                    </a:lnTo>
                    <a:close/>
                    <a:moveTo>
                      <a:pt x="619" y="0"/>
                    </a:moveTo>
                    <a:lnTo>
                      <a:pt x="647" y="3"/>
                    </a:lnTo>
                    <a:lnTo>
                      <a:pt x="673" y="13"/>
                    </a:lnTo>
                    <a:lnTo>
                      <a:pt x="696" y="27"/>
                    </a:lnTo>
                    <a:lnTo>
                      <a:pt x="715" y="47"/>
                    </a:lnTo>
                    <a:lnTo>
                      <a:pt x="730" y="69"/>
                    </a:lnTo>
                    <a:lnTo>
                      <a:pt x="740" y="95"/>
                    </a:lnTo>
                    <a:lnTo>
                      <a:pt x="743" y="124"/>
                    </a:lnTo>
                    <a:lnTo>
                      <a:pt x="743" y="619"/>
                    </a:lnTo>
                    <a:lnTo>
                      <a:pt x="740" y="648"/>
                    </a:lnTo>
                    <a:lnTo>
                      <a:pt x="730" y="673"/>
                    </a:lnTo>
                    <a:lnTo>
                      <a:pt x="715" y="696"/>
                    </a:lnTo>
                    <a:lnTo>
                      <a:pt x="696" y="715"/>
                    </a:lnTo>
                    <a:lnTo>
                      <a:pt x="673" y="730"/>
                    </a:lnTo>
                    <a:lnTo>
                      <a:pt x="647" y="739"/>
                    </a:lnTo>
                    <a:lnTo>
                      <a:pt x="619" y="743"/>
                    </a:lnTo>
                    <a:lnTo>
                      <a:pt x="590" y="739"/>
                    </a:lnTo>
                    <a:lnTo>
                      <a:pt x="565" y="730"/>
                    </a:lnTo>
                    <a:lnTo>
                      <a:pt x="542" y="715"/>
                    </a:lnTo>
                    <a:lnTo>
                      <a:pt x="523" y="696"/>
                    </a:lnTo>
                    <a:lnTo>
                      <a:pt x="508" y="673"/>
                    </a:lnTo>
                    <a:lnTo>
                      <a:pt x="499" y="648"/>
                    </a:lnTo>
                    <a:lnTo>
                      <a:pt x="495" y="619"/>
                    </a:lnTo>
                    <a:lnTo>
                      <a:pt x="495" y="124"/>
                    </a:lnTo>
                    <a:lnTo>
                      <a:pt x="499" y="95"/>
                    </a:lnTo>
                    <a:lnTo>
                      <a:pt x="508" y="69"/>
                    </a:lnTo>
                    <a:lnTo>
                      <a:pt x="523" y="47"/>
                    </a:lnTo>
                    <a:lnTo>
                      <a:pt x="542" y="27"/>
                    </a:lnTo>
                    <a:lnTo>
                      <a:pt x="565" y="13"/>
                    </a:lnTo>
                    <a:lnTo>
                      <a:pt x="590" y="3"/>
                    </a:lnTo>
                    <a:lnTo>
                      <a:pt x="619" y="0"/>
                    </a:lnTo>
                    <a:close/>
                  </a:path>
                </a:pathLst>
              </a:custGeom>
              <a:solidFill>
                <a:schemeClr val="accent3"/>
              </a:solidFill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  <p:grpSp>
          <p:nvGrpSpPr>
            <p:cNvPr id="16" name="그룹 60"/>
            <p:cNvGrpSpPr/>
            <p:nvPr/>
          </p:nvGrpSpPr>
          <p:grpSpPr>
            <a:xfrm>
              <a:off x="4228307" y="3143493"/>
              <a:ext cx="1884180" cy="1488466"/>
              <a:chOff x="4075907" y="2991093"/>
              <a:chExt cx="1884180" cy="1488466"/>
            </a:xfrm>
          </p:grpSpPr>
          <p:sp>
            <p:nvSpPr>
              <p:cNvPr id="30" name="Freeform 26"/>
              <p:cNvSpPr>
                <a:spLocks noEditPoints="1"/>
              </p:cNvSpPr>
              <p:nvPr/>
            </p:nvSpPr>
            <p:spPr bwMode="auto">
              <a:xfrm>
                <a:off x="4075907" y="2991093"/>
                <a:ext cx="1884180" cy="1488466"/>
              </a:xfrm>
              <a:custGeom>
                <a:avLst/>
                <a:gdLst>
                  <a:gd name="T0" fmla="*/ 667 w 2078"/>
                  <a:gd name="T1" fmla="*/ 130 h 1640"/>
                  <a:gd name="T2" fmla="*/ 477 w 2078"/>
                  <a:gd name="T3" fmla="*/ 194 h 1640"/>
                  <a:gd name="T4" fmla="*/ 312 w 2078"/>
                  <a:gd name="T5" fmla="*/ 310 h 1640"/>
                  <a:gd name="T6" fmla="*/ 185 w 2078"/>
                  <a:gd name="T7" fmla="*/ 472 h 1640"/>
                  <a:gd name="T8" fmla="*/ 110 w 2078"/>
                  <a:gd name="T9" fmla="*/ 670 h 1640"/>
                  <a:gd name="T10" fmla="*/ 96 w 2078"/>
                  <a:gd name="T11" fmla="*/ 877 h 1640"/>
                  <a:gd name="T12" fmla="*/ 143 w 2078"/>
                  <a:gd name="T13" fmla="*/ 1074 h 1640"/>
                  <a:gd name="T14" fmla="*/ 242 w 2078"/>
                  <a:gd name="T15" fmla="*/ 1248 h 1640"/>
                  <a:gd name="T16" fmla="*/ 389 w 2078"/>
                  <a:gd name="T17" fmla="*/ 1388 h 1640"/>
                  <a:gd name="T18" fmla="*/ 578 w 2078"/>
                  <a:gd name="T19" fmla="*/ 1482 h 1640"/>
                  <a:gd name="T20" fmla="*/ 784 w 2078"/>
                  <a:gd name="T21" fmla="*/ 1516 h 1640"/>
                  <a:gd name="T22" fmla="*/ 985 w 2078"/>
                  <a:gd name="T23" fmla="*/ 1489 h 1640"/>
                  <a:gd name="T24" fmla="*/ 1169 w 2078"/>
                  <a:gd name="T25" fmla="*/ 1407 h 1640"/>
                  <a:gd name="T26" fmla="*/ 1321 w 2078"/>
                  <a:gd name="T27" fmla="*/ 1275 h 1640"/>
                  <a:gd name="T28" fmla="*/ 1433 w 2078"/>
                  <a:gd name="T29" fmla="*/ 1101 h 1640"/>
                  <a:gd name="T30" fmla="*/ 1488 w 2078"/>
                  <a:gd name="T31" fmla="*/ 894 h 1640"/>
                  <a:gd name="T32" fmla="*/ 1480 w 2078"/>
                  <a:gd name="T33" fmla="*/ 691 h 1640"/>
                  <a:gd name="T34" fmla="*/ 1416 w 2078"/>
                  <a:gd name="T35" fmla="*/ 501 h 1640"/>
                  <a:gd name="T36" fmla="*/ 1300 w 2078"/>
                  <a:gd name="T37" fmla="*/ 336 h 1640"/>
                  <a:gd name="T38" fmla="*/ 1139 w 2078"/>
                  <a:gd name="T39" fmla="*/ 209 h 1640"/>
                  <a:gd name="T40" fmla="*/ 941 w 2078"/>
                  <a:gd name="T41" fmla="*/ 134 h 1640"/>
                  <a:gd name="T42" fmla="*/ 794 w 2078"/>
                  <a:gd name="T43" fmla="*/ 0 h 1640"/>
                  <a:gd name="T44" fmla="*/ 1011 w 2078"/>
                  <a:gd name="T45" fmla="*/ 20 h 1640"/>
                  <a:gd name="T46" fmla="*/ 1173 w 2078"/>
                  <a:gd name="T47" fmla="*/ 81 h 1640"/>
                  <a:gd name="T48" fmla="*/ 1309 w 2078"/>
                  <a:gd name="T49" fmla="*/ 178 h 1640"/>
                  <a:gd name="T50" fmla="*/ 1447 w 2078"/>
                  <a:gd name="T51" fmla="*/ 310 h 1640"/>
                  <a:gd name="T52" fmla="*/ 1579 w 2078"/>
                  <a:gd name="T53" fmla="*/ 467 h 1640"/>
                  <a:gd name="T54" fmla="*/ 1706 w 2078"/>
                  <a:gd name="T55" fmla="*/ 634 h 1640"/>
                  <a:gd name="T56" fmla="*/ 1819 w 2078"/>
                  <a:gd name="T57" fmla="*/ 801 h 1640"/>
                  <a:gd name="T58" fmla="*/ 1917 w 2078"/>
                  <a:gd name="T59" fmla="*/ 956 h 1640"/>
                  <a:gd name="T60" fmla="*/ 1996 w 2078"/>
                  <a:gd name="T61" fmla="*/ 1087 h 1640"/>
                  <a:gd name="T62" fmla="*/ 2051 w 2078"/>
                  <a:gd name="T63" fmla="*/ 1183 h 1640"/>
                  <a:gd name="T64" fmla="*/ 2077 w 2078"/>
                  <a:gd name="T65" fmla="*/ 1232 h 1640"/>
                  <a:gd name="T66" fmla="*/ 2064 w 2078"/>
                  <a:gd name="T67" fmla="*/ 1241 h 1640"/>
                  <a:gd name="T68" fmla="*/ 1997 w 2078"/>
                  <a:gd name="T69" fmla="*/ 1273 h 1640"/>
                  <a:gd name="T70" fmla="*/ 1882 w 2078"/>
                  <a:gd name="T71" fmla="*/ 1323 h 1640"/>
                  <a:gd name="T72" fmla="*/ 1731 w 2078"/>
                  <a:gd name="T73" fmla="*/ 1387 h 1640"/>
                  <a:gd name="T74" fmla="*/ 1552 w 2078"/>
                  <a:gd name="T75" fmla="*/ 1455 h 1640"/>
                  <a:gd name="T76" fmla="*/ 1358 w 2078"/>
                  <a:gd name="T77" fmla="*/ 1523 h 1640"/>
                  <a:gd name="T78" fmla="*/ 1157 w 2078"/>
                  <a:gd name="T79" fmla="*/ 1581 h 1640"/>
                  <a:gd name="T80" fmla="*/ 958 w 2078"/>
                  <a:gd name="T81" fmla="*/ 1623 h 1640"/>
                  <a:gd name="T82" fmla="*/ 776 w 2078"/>
                  <a:gd name="T83" fmla="*/ 1640 h 1640"/>
                  <a:gd name="T84" fmla="*/ 617 w 2078"/>
                  <a:gd name="T85" fmla="*/ 1628 h 1640"/>
                  <a:gd name="T86" fmla="*/ 435 w 2078"/>
                  <a:gd name="T87" fmla="*/ 1558 h 1640"/>
                  <a:gd name="T88" fmla="*/ 258 w 2078"/>
                  <a:gd name="T89" fmla="*/ 1431 h 1640"/>
                  <a:gd name="T90" fmla="*/ 124 w 2078"/>
                  <a:gd name="T91" fmla="*/ 1267 h 1640"/>
                  <a:gd name="T92" fmla="*/ 37 w 2078"/>
                  <a:gd name="T93" fmla="*/ 1074 h 1640"/>
                  <a:gd name="T94" fmla="*/ 0 w 2078"/>
                  <a:gd name="T95" fmla="*/ 863 h 1640"/>
                  <a:gd name="T96" fmla="*/ 19 w 2078"/>
                  <a:gd name="T97" fmla="*/ 645 h 1640"/>
                  <a:gd name="T98" fmla="*/ 99 w 2078"/>
                  <a:gd name="T99" fmla="*/ 434 h 1640"/>
                  <a:gd name="T100" fmla="*/ 226 w 2078"/>
                  <a:gd name="T101" fmla="*/ 259 h 1640"/>
                  <a:gd name="T102" fmla="*/ 390 w 2078"/>
                  <a:gd name="T103" fmla="*/ 126 h 1640"/>
                  <a:gd name="T104" fmla="*/ 583 w 2078"/>
                  <a:gd name="T105" fmla="*/ 37 h 1640"/>
                  <a:gd name="T106" fmla="*/ 794 w 2078"/>
                  <a:gd name="T107" fmla="*/ 0 h 164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</a:cxnLst>
                <a:rect l="0" t="0" r="r" b="b"/>
                <a:pathLst>
                  <a:path w="2078" h="1640">
                    <a:moveTo>
                      <a:pt x="802" y="119"/>
                    </a:moveTo>
                    <a:lnTo>
                      <a:pt x="733" y="122"/>
                    </a:lnTo>
                    <a:lnTo>
                      <a:pt x="667" y="130"/>
                    </a:lnTo>
                    <a:lnTo>
                      <a:pt x="601" y="146"/>
                    </a:lnTo>
                    <a:lnTo>
                      <a:pt x="537" y="167"/>
                    </a:lnTo>
                    <a:lnTo>
                      <a:pt x="477" y="194"/>
                    </a:lnTo>
                    <a:lnTo>
                      <a:pt x="417" y="228"/>
                    </a:lnTo>
                    <a:lnTo>
                      <a:pt x="363" y="267"/>
                    </a:lnTo>
                    <a:lnTo>
                      <a:pt x="312" y="310"/>
                    </a:lnTo>
                    <a:lnTo>
                      <a:pt x="265" y="360"/>
                    </a:lnTo>
                    <a:lnTo>
                      <a:pt x="223" y="413"/>
                    </a:lnTo>
                    <a:lnTo>
                      <a:pt x="185" y="472"/>
                    </a:lnTo>
                    <a:lnTo>
                      <a:pt x="154" y="534"/>
                    </a:lnTo>
                    <a:lnTo>
                      <a:pt x="129" y="602"/>
                    </a:lnTo>
                    <a:lnTo>
                      <a:pt x="110" y="670"/>
                    </a:lnTo>
                    <a:lnTo>
                      <a:pt x="99" y="739"/>
                    </a:lnTo>
                    <a:lnTo>
                      <a:pt x="95" y="808"/>
                    </a:lnTo>
                    <a:lnTo>
                      <a:pt x="96" y="877"/>
                    </a:lnTo>
                    <a:lnTo>
                      <a:pt x="106" y="944"/>
                    </a:lnTo>
                    <a:lnTo>
                      <a:pt x="122" y="1010"/>
                    </a:lnTo>
                    <a:lnTo>
                      <a:pt x="143" y="1074"/>
                    </a:lnTo>
                    <a:lnTo>
                      <a:pt x="170" y="1134"/>
                    </a:lnTo>
                    <a:lnTo>
                      <a:pt x="204" y="1192"/>
                    </a:lnTo>
                    <a:lnTo>
                      <a:pt x="242" y="1248"/>
                    </a:lnTo>
                    <a:lnTo>
                      <a:pt x="286" y="1299"/>
                    </a:lnTo>
                    <a:lnTo>
                      <a:pt x="335" y="1346"/>
                    </a:lnTo>
                    <a:lnTo>
                      <a:pt x="389" y="1388"/>
                    </a:lnTo>
                    <a:lnTo>
                      <a:pt x="448" y="1424"/>
                    </a:lnTo>
                    <a:lnTo>
                      <a:pt x="510" y="1457"/>
                    </a:lnTo>
                    <a:lnTo>
                      <a:pt x="578" y="1482"/>
                    </a:lnTo>
                    <a:lnTo>
                      <a:pt x="647" y="1500"/>
                    </a:lnTo>
                    <a:lnTo>
                      <a:pt x="715" y="1512"/>
                    </a:lnTo>
                    <a:lnTo>
                      <a:pt x="784" y="1516"/>
                    </a:lnTo>
                    <a:lnTo>
                      <a:pt x="853" y="1513"/>
                    </a:lnTo>
                    <a:lnTo>
                      <a:pt x="920" y="1504"/>
                    </a:lnTo>
                    <a:lnTo>
                      <a:pt x="985" y="1489"/>
                    </a:lnTo>
                    <a:lnTo>
                      <a:pt x="1050" y="1468"/>
                    </a:lnTo>
                    <a:lnTo>
                      <a:pt x="1111" y="1439"/>
                    </a:lnTo>
                    <a:lnTo>
                      <a:pt x="1169" y="1407"/>
                    </a:lnTo>
                    <a:lnTo>
                      <a:pt x="1224" y="1368"/>
                    </a:lnTo>
                    <a:lnTo>
                      <a:pt x="1275" y="1325"/>
                    </a:lnTo>
                    <a:lnTo>
                      <a:pt x="1321" y="1275"/>
                    </a:lnTo>
                    <a:lnTo>
                      <a:pt x="1364" y="1221"/>
                    </a:lnTo>
                    <a:lnTo>
                      <a:pt x="1401" y="1163"/>
                    </a:lnTo>
                    <a:lnTo>
                      <a:pt x="1433" y="1101"/>
                    </a:lnTo>
                    <a:lnTo>
                      <a:pt x="1457" y="1033"/>
                    </a:lnTo>
                    <a:lnTo>
                      <a:pt x="1476" y="965"/>
                    </a:lnTo>
                    <a:lnTo>
                      <a:pt x="1488" y="894"/>
                    </a:lnTo>
                    <a:lnTo>
                      <a:pt x="1492" y="826"/>
                    </a:lnTo>
                    <a:lnTo>
                      <a:pt x="1490" y="758"/>
                    </a:lnTo>
                    <a:lnTo>
                      <a:pt x="1480" y="691"/>
                    </a:lnTo>
                    <a:lnTo>
                      <a:pt x="1465" y="625"/>
                    </a:lnTo>
                    <a:lnTo>
                      <a:pt x="1444" y="561"/>
                    </a:lnTo>
                    <a:lnTo>
                      <a:pt x="1416" y="501"/>
                    </a:lnTo>
                    <a:lnTo>
                      <a:pt x="1383" y="441"/>
                    </a:lnTo>
                    <a:lnTo>
                      <a:pt x="1344" y="387"/>
                    </a:lnTo>
                    <a:lnTo>
                      <a:pt x="1300" y="336"/>
                    </a:lnTo>
                    <a:lnTo>
                      <a:pt x="1251" y="289"/>
                    </a:lnTo>
                    <a:lnTo>
                      <a:pt x="1197" y="247"/>
                    </a:lnTo>
                    <a:lnTo>
                      <a:pt x="1139" y="209"/>
                    </a:lnTo>
                    <a:lnTo>
                      <a:pt x="1076" y="178"/>
                    </a:lnTo>
                    <a:lnTo>
                      <a:pt x="1009" y="153"/>
                    </a:lnTo>
                    <a:lnTo>
                      <a:pt x="941" y="134"/>
                    </a:lnTo>
                    <a:lnTo>
                      <a:pt x="871" y="123"/>
                    </a:lnTo>
                    <a:lnTo>
                      <a:pt x="802" y="119"/>
                    </a:lnTo>
                    <a:close/>
                    <a:moveTo>
                      <a:pt x="794" y="0"/>
                    </a:moveTo>
                    <a:lnTo>
                      <a:pt x="865" y="0"/>
                    </a:lnTo>
                    <a:lnTo>
                      <a:pt x="938" y="7"/>
                    </a:lnTo>
                    <a:lnTo>
                      <a:pt x="1011" y="20"/>
                    </a:lnTo>
                    <a:lnTo>
                      <a:pt x="1084" y="41"/>
                    </a:lnTo>
                    <a:lnTo>
                      <a:pt x="1128" y="58"/>
                    </a:lnTo>
                    <a:lnTo>
                      <a:pt x="1173" y="81"/>
                    </a:lnTo>
                    <a:lnTo>
                      <a:pt x="1217" y="108"/>
                    </a:lnTo>
                    <a:lnTo>
                      <a:pt x="1263" y="140"/>
                    </a:lnTo>
                    <a:lnTo>
                      <a:pt x="1309" y="178"/>
                    </a:lnTo>
                    <a:lnTo>
                      <a:pt x="1355" y="219"/>
                    </a:lnTo>
                    <a:lnTo>
                      <a:pt x="1401" y="263"/>
                    </a:lnTo>
                    <a:lnTo>
                      <a:pt x="1447" y="310"/>
                    </a:lnTo>
                    <a:lnTo>
                      <a:pt x="1491" y="360"/>
                    </a:lnTo>
                    <a:lnTo>
                      <a:pt x="1536" y="413"/>
                    </a:lnTo>
                    <a:lnTo>
                      <a:pt x="1579" y="467"/>
                    </a:lnTo>
                    <a:lnTo>
                      <a:pt x="1622" y="522"/>
                    </a:lnTo>
                    <a:lnTo>
                      <a:pt x="1664" y="577"/>
                    </a:lnTo>
                    <a:lnTo>
                      <a:pt x="1706" y="634"/>
                    </a:lnTo>
                    <a:lnTo>
                      <a:pt x="1745" y="691"/>
                    </a:lnTo>
                    <a:lnTo>
                      <a:pt x="1782" y="746"/>
                    </a:lnTo>
                    <a:lnTo>
                      <a:pt x="1819" y="801"/>
                    </a:lnTo>
                    <a:lnTo>
                      <a:pt x="1854" y="855"/>
                    </a:lnTo>
                    <a:lnTo>
                      <a:pt x="1886" y="907"/>
                    </a:lnTo>
                    <a:lnTo>
                      <a:pt x="1917" y="956"/>
                    </a:lnTo>
                    <a:lnTo>
                      <a:pt x="1946" y="1004"/>
                    </a:lnTo>
                    <a:lnTo>
                      <a:pt x="1973" y="1048"/>
                    </a:lnTo>
                    <a:lnTo>
                      <a:pt x="1996" y="1087"/>
                    </a:lnTo>
                    <a:lnTo>
                      <a:pt x="2017" y="1124"/>
                    </a:lnTo>
                    <a:lnTo>
                      <a:pt x="2035" y="1156"/>
                    </a:lnTo>
                    <a:lnTo>
                      <a:pt x="2051" y="1183"/>
                    </a:lnTo>
                    <a:lnTo>
                      <a:pt x="2063" y="1205"/>
                    </a:lnTo>
                    <a:lnTo>
                      <a:pt x="2071" y="1221"/>
                    </a:lnTo>
                    <a:lnTo>
                      <a:pt x="2077" y="1232"/>
                    </a:lnTo>
                    <a:lnTo>
                      <a:pt x="2078" y="1234"/>
                    </a:lnTo>
                    <a:lnTo>
                      <a:pt x="2075" y="1237"/>
                    </a:lnTo>
                    <a:lnTo>
                      <a:pt x="2064" y="1241"/>
                    </a:lnTo>
                    <a:lnTo>
                      <a:pt x="2048" y="1249"/>
                    </a:lnTo>
                    <a:lnTo>
                      <a:pt x="2025" y="1260"/>
                    </a:lnTo>
                    <a:lnTo>
                      <a:pt x="1997" y="1273"/>
                    </a:lnTo>
                    <a:lnTo>
                      <a:pt x="1963" y="1288"/>
                    </a:lnTo>
                    <a:lnTo>
                      <a:pt x="1926" y="1306"/>
                    </a:lnTo>
                    <a:lnTo>
                      <a:pt x="1882" y="1323"/>
                    </a:lnTo>
                    <a:lnTo>
                      <a:pt x="1835" y="1343"/>
                    </a:lnTo>
                    <a:lnTo>
                      <a:pt x="1785" y="1365"/>
                    </a:lnTo>
                    <a:lnTo>
                      <a:pt x="1731" y="1387"/>
                    </a:lnTo>
                    <a:lnTo>
                      <a:pt x="1673" y="1410"/>
                    </a:lnTo>
                    <a:lnTo>
                      <a:pt x="1614" y="1433"/>
                    </a:lnTo>
                    <a:lnTo>
                      <a:pt x="1552" y="1455"/>
                    </a:lnTo>
                    <a:lnTo>
                      <a:pt x="1488" y="1478"/>
                    </a:lnTo>
                    <a:lnTo>
                      <a:pt x="1424" y="1501"/>
                    </a:lnTo>
                    <a:lnTo>
                      <a:pt x="1358" y="1523"/>
                    </a:lnTo>
                    <a:lnTo>
                      <a:pt x="1290" y="1543"/>
                    </a:lnTo>
                    <a:lnTo>
                      <a:pt x="1223" y="1563"/>
                    </a:lnTo>
                    <a:lnTo>
                      <a:pt x="1157" y="1581"/>
                    </a:lnTo>
                    <a:lnTo>
                      <a:pt x="1089" y="1597"/>
                    </a:lnTo>
                    <a:lnTo>
                      <a:pt x="1023" y="1611"/>
                    </a:lnTo>
                    <a:lnTo>
                      <a:pt x="958" y="1623"/>
                    </a:lnTo>
                    <a:lnTo>
                      <a:pt x="896" y="1631"/>
                    </a:lnTo>
                    <a:lnTo>
                      <a:pt x="834" y="1638"/>
                    </a:lnTo>
                    <a:lnTo>
                      <a:pt x="776" y="1640"/>
                    </a:lnTo>
                    <a:lnTo>
                      <a:pt x="719" y="1640"/>
                    </a:lnTo>
                    <a:lnTo>
                      <a:pt x="667" y="1636"/>
                    </a:lnTo>
                    <a:lnTo>
                      <a:pt x="617" y="1628"/>
                    </a:lnTo>
                    <a:lnTo>
                      <a:pt x="572" y="1617"/>
                    </a:lnTo>
                    <a:lnTo>
                      <a:pt x="501" y="1590"/>
                    </a:lnTo>
                    <a:lnTo>
                      <a:pt x="435" y="1558"/>
                    </a:lnTo>
                    <a:lnTo>
                      <a:pt x="371" y="1520"/>
                    </a:lnTo>
                    <a:lnTo>
                      <a:pt x="313" y="1478"/>
                    </a:lnTo>
                    <a:lnTo>
                      <a:pt x="258" y="1431"/>
                    </a:lnTo>
                    <a:lnTo>
                      <a:pt x="209" y="1380"/>
                    </a:lnTo>
                    <a:lnTo>
                      <a:pt x="164" y="1325"/>
                    </a:lnTo>
                    <a:lnTo>
                      <a:pt x="124" y="1267"/>
                    </a:lnTo>
                    <a:lnTo>
                      <a:pt x="89" y="1205"/>
                    </a:lnTo>
                    <a:lnTo>
                      <a:pt x="60" y="1141"/>
                    </a:lnTo>
                    <a:lnTo>
                      <a:pt x="37" y="1074"/>
                    </a:lnTo>
                    <a:lnTo>
                      <a:pt x="18" y="1005"/>
                    </a:lnTo>
                    <a:lnTo>
                      <a:pt x="6" y="935"/>
                    </a:lnTo>
                    <a:lnTo>
                      <a:pt x="0" y="863"/>
                    </a:lnTo>
                    <a:lnTo>
                      <a:pt x="0" y="792"/>
                    </a:lnTo>
                    <a:lnTo>
                      <a:pt x="7" y="718"/>
                    </a:lnTo>
                    <a:lnTo>
                      <a:pt x="19" y="645"/>
                    </a:lnTo>
                    <a:lnTo>
                      <a:pt x="39" y="572"/>
                    </a:lnTo>
                    <a:lnTo>
                      <a:pt x="66" y="502"/>
                    </a:lnTo>
                    <a:lnTo>
                      <a:pt x="99" y="434"/>
                    </a:lnTo>
                    <a:lnTo>
                      <a:pt x="137" y="372"/>
                    </a:lnTo>
                    <a:lnTo>
                      <a:pt x="178" y="313"/>
                    </a:lnTo>
                    <a:lnTo>
                      <a:pt x="226" y="259"/>
                    </a:lnTo>
                    <a:lnTo>
                      <a:pt x="277" y="209"/>
                    </a:lnTo>
                    <a:lnTo>
                      <a:pt x="332" y="165"/>
                    </a:lnTo>
                    <a:lnTo>
                      <a:pt x="390" y="126"/>
                    </a:lnTo>
                    <a:lnTo>
                      <a:pt x="452" y="91"/>
                    </a:lnTo>
                    <a:lnTo>
                      <a:pt x="516" y="61"/>
                    </a:lnTo>
                    <a:lnTo>
                      <a:pt x="583" y="37"/>
                    </a:lnTo>
                    <a:lnTo>
                      <a:pt x="652" y="19"/>
                    </a:lnTo>
                    <a:lnTo>
                      <a:pt x="722" y="7"/>
                    </a:lnTo>
                    <a:lnTo>
                      <a:pt x="794" y="0"/>
                    </a:lnTo>
                    <a:close/>
                  </a:path>
                </a:pathLst>
              </a:custGeom>
              <a:solidFill>
                <a:schemeClr val="accent4"/>
              </a:solidFill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grpSp>
            <p:nvGrpSpPr>
              <p:cNvPr id="31" name="Group 92"/>
              <p:cNvGrpSpPr/>
              <p:nvPr/>
            </p:nvGrpSpPr>
            <p:grpSpPr>
              <a:xfrm>
                <a:off x="4559245" y="3525194"/>
                <a:ext cx="479425" cy="477838"/>
                <a:chOff x="4575175" y="3521076"/>
                <a:chExt cx="479425" cy="477838"/>
              </a:xfrm>
            </p:grpSpPr>
            <p:sp>
              <p:nvSpPr>
                <p:cNvPr id="32" name="Freeform 54"/>
                <p:cNvSpPr>
                  <a:spLocks/>
                </p:cNvSpPr>
                <p:nvPr/>
              </p:nvSpPr>
              <p:spPr bwMode="auto">
                <a:xfrm>
                  <a:off x="4657725" y="3606801"/>
                  <a:ext cx="206375" cy="42863"/>
                </a:xfrm>
                <a:custGeom>
                  <a:avLst/>
                  <a:gdLst>
                    <a:gd name="T0" fmla="*/ 151 w 1438"/>
                    <a:gd name="T1" fmla="*/ 0 h 302"/>
                    <a:gd name="T2" fmla="*/ 1287 w 1438"/>
                    <a:gd name="T3" fmla="*/ 0 h 302"/>
                    <a:gd name="T4" fmla="*/ 1318 w 1438"/>
                    <a:gd name="T5" fmla="*/ 3 h 302"/>
                    <a:gd name="T6" fmla="*/ 1346 w 1438"/>
                    <a:gd name="T7" fmla="*/ 12 h 302"/>
                    <a:gd name="T8" fmla="*/ 1372 w 1438"/>
                    <a:gd name="T9" fmla="*/ 26 h 302"/>
                    <a:gd name="T10" fmla="*/ 1394 w 1438"/>
                    <a:gd name="T11" fmla="*/ 45 h 302"/>
                    <a:gd name="T12" fmla="*/ 1413 w 1438"/>
                    <a:gd name="T13" fmla="*/ 67 h 302"/>
                    <a:gd name="T14" fmla="*/ 1426 w 1438"/>
                    <a:gd name="T15" fmla="*/ 93 h 302"/>
                    <a:gd name="T16" fmla="*/ 1435 w 1438"/>
                    <a:gd name="T17" fmla="*/ 121 h 302"/>
                    <a:gd name="T18" fmla="*/ 1438 w 1438"/>
                    <a:gd name="T19" fmla="*/ 151 h 302"/>
                    <a:gd name="T20" fmla="*/ 1435 w 1438"/>
                    <a:gd name="T21" fmla="*/ 181 h 302"/>
                    <a:gd name="T22" fmla="*/ 1426 w 1438"/>
                    <a:gd name="T23" fmla="*/ 209 h 302"/>
                    <a:gd name="T24" fmla="*/ 1413 w 1438"/>
                    <a:gd name="T25" fmla="*/ 235 h 302"/>
                    <a:gd name="T26" fmla="*/ 1394 w 1438"/>
                    <a:gd name="T27" fmla="*/ 257 h 302"/>
                    <a:gd name="T28" fmla="*/ 1372 w 1438"/>
                    <a:gd name="T29" fmla="*/ 276 h 302"/>
                    <a:gd name="T30" fmla="*/ 1346 w 1438"/>
                    <a:gd name="T31" fmla="*/ 289 h 302"/>
                    <a:gd name="T32" fmla="*/ 1318 w 1438"/>
                    <a:gd name="T33" fmla="*/ 298 h 302"/>
                    <a:gd name="T34" fmla="*/ 1287 w 1438"/>
                    <a:gd name="T35" fmla="*/ 302 h 302"/>
                    <a:gd name="T36" fmla="*/ 151 w 1438"/>
                    <a:gd name="T37" fmla="*/ 302 h 302"/>
                    <a:gd name="T38" fmla="*/ 121 w 1438"/>
                    <a:gd name="T39" fmla="*/ 298 h 302"/>
                    <a:gd name="T40" fmla="*/ 93 w 1438"/>
                    <a:gd name="T41" fmla="*/ 289 h 302"/>
                    <a:gd name="T42" fmla="*/ 66 w 1438"/>
                    <a:gd name="T43" fmla="*/ 276 h 302"/>
                    <a:gd name="T44" fmla="*/ 44 w 1438"/>
                    <a:gd name="T45" fmla="*/ 257 h 302"/>
                    <a:gd name="T46" fmla="*/ 26 w 1438"/>
                    <a:gd name="T47" fmla="*/ 235 h 302"/>
                    <a:gd name="T48" fmla="*/ 12 w 1438"/>
                    <a:gd name="T49" fmla="*/ 209 h 302"/>
                    <a:gd name="T50" fmla="*/ 4 w 1438"/>
                    <a:gd name="T51" fmla="*/ 181 h 302"/>
                    <a:gd name="T52" fmla="*/ 0 w 1438"/>
                    <a:gd name="T53" fmla="*/ 151 h 302"/>
                    <a:gd name="T54" fmla="*/ 4 w 1438"/>
                    <a:gd name="T55" fmla="*/ 121 h 302"/>
                    <a:gd name="T56" fmla="*/ 12 w 1438"/>
                    <a:gd name="T57" fmla="*/ 93 h 302"/>
                    <a:gd name="T58" fmla="*/ 26 w 1438"/>
                    <a:gd name="T59" fmla="*/ 67 h 302"/>
                    <a:gd name="T60" fmla="*/ 44 w 1438"/>
                    <a:gd name="T61" fmla="*/ 45 h 302"/>
                    <a:gd name="T62" fmla="*/ 66 w 1438"/>
                    <a:gd name="T63" fmla="*/ 26 h 302"/>
                    <a:gd name="T64" fmla="*/ 93 w 1438"/>
                    <a:gd name="T65" fmla="*/ 12 h 302"/>
                    <a:gd name="T66" fmla="*/ 121 w 1438"/>
                    <a:gd name="T67" fmla="*/ 3 h 302"/>
                    <a:gd name="T68" fmla="*/ 151 w 1438"/>
                    <a:gd name="T69" fmla="*/ 0 h 30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</a:cxnLst>
                  <a:rect l="0" t="0" r="r" b="b"/>
                  <a:pathLst>
                    <a:path w="1438" h="302">
                      <a:moveTo>
                        <a:pt x="151" y="0"/>
                      </a:moveTo>
                      <a:lnTo>
                        <a:pt x="1287" y="0"/>
                      </a:lnTo>
                      <a:lnTo>
                        <a:pt x="1318" y="3"/>
                      </a:lnTo>
                      <a:lnTo>
                        <a:pt x="1346" y="12"/>
                      </a:lnTo>
                      <a:lnTo>
                        <a:pt x="1372" y="26"/>
                      </a:lnTo>
                      <a:lnTo>
                        <a:pt x="1394" y="45"/>
                      </a:lnTo>
                      <a:lnTo>
                        <a:pt x="1413" y="67"/>
                      </a:lnTo>
                      <a:lnTo>
                        <a:pt x="1426" y="93"/>
                      </a:lnTo>
                      <a:lnTo>
                        <a:pt x="1435" y="121"/>
                      </a:lnTo>
                      <a:lnTo>
                        <a:pt x="1438" y="151"/>
                      </a:lnTo>
                      <a:lnTo>
                        <a:pt x="1435" y="181"/>
                      </a:lnTo>
                      <a:lnTo>
                        <a:pt x="1426" y="209"/>
                      </a:lnTo>
                      <a:lnTo>
                        <a:pt x="1413" y="235"/>
                      </a:lnTo>
                      <a:lnTo>
                        <a:pt x="1394" y="257"/>
                      </a:lnTo>
                      <a:lnTo>
                        <a:pt x="1372" y="276"/>
                      </a:lnTo>
                      <a:lnTo>
                        <a:pt x="1346" y="289"/>
                      </a:lnTo>
                      <a:lnTo>
                        <a:pt x="1318" y="298"/>
                      </a:lnTo>
                      <a:lnTo>
                        <a:pt x="1287" y="302"/>
                      </a:lnTo>
                      <a:lnTo>
                        <a:pt x="151" y="302"/>
                      </a:lnTo>
                      <a:lnTo>
                        <a:pt x="121" y="298"/>
                      </a:lnTo>
                      <a:lnTo>
                        <a:pt x="93" y="289"/>
                      </a:lnTo>
                      <a:lnTo>
                        <a:pt x="66" y="276"/>
                      </a:lnTo>
                      <a:lnTo>
                        <a:pt x="44" y="257"/>
                      </a:lnTo>
                      <a:lnTo>
                        <a:pt x="26" y="235"/>
                      </a:lnTo>
                      <a:lnTo>
                        <a:pt x="12" y="209"/>
                      </a:lnTo>
                      <a:lnTo>
                        <a:pt x="4" y="181"/>
                      </a:lnTo>
                      <a:lnTo>
                        <a:pt x="0" y="151"/>
                      </a:lnTo>
                      <a:lnTo>
                        <a:pt x="4" y="121"/>
                      </a:lnTo>
                      <a:lnTo>
                        <a:pt x="12" y="93"/>
                      </a:lnTo>
                      <a:lnTo>
                        <a:pt x="26" y="67"/>
                      </a:lnTo>
                      <a:lnTo>
                        <a:pt x="44" y="45"/>
                      </a:lnTo>
                      <a:lnTo>
                        <a:pt x="66" y="26"/>
                      </a:lnTo>
                      <a:lnTo>
                        <a:pt x="93" y="12"/>
                      </a:lnTo>
                      <a:lnTo>
                        <a:pt x="121" y="3"/>
                      </a:lnTo>
                      <a:lnTo>
                        <a:pt x="151" y="0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33" name="Freeform 55"/>
                <p:cNvSpPr>
                  <a:spLocks/>
                </p:cNvSpPr>
                <p:nvPr/>
              </p:nvSpPr>
              <p:spPr bwMode="auto">
                <a:xfrm>
                  <a:off x="4657725" y="3687763"/>
                  <a:ext cx="206375" cy="42863"/>
                </a:xfrm>
                <a:custGeom>
                  <a:avLst/>
                  <a:gdLst>
                    <a:gd name="T0" fmla="*/ 151 w 1438"/>
                    <a:gd name="T1" fmla="*/ 0 h 301"/>
                    <a:gd name="T2" fmla="*/ 1287 w 1438"/>
                    <a:gd name="T3" fmla="*/ 0 h 301"/>
                    <a:gd name="T4" fmla="*/ 1318 w 1438"/>
                    <a:gd name="T5" fmla="*/ 3 h 301"/>
                    <a:gd name="T6" fmla="*/ 1346 w 1438"/>
                    <a:gd name="T7" fmla="*/ 12 h 301"/>
                    <a:gd name="T8" fmla="*/ 1372 w 1438"/>
                    <a:gd name="T9" fmla="*/ 26 h 301"/>
                    <a:gd name="T10" fmla="*/ 1394 w 1438"/>
                    <a:gd name="T11" fmla="*/ 44 h 301"/>
                    <a:gd name="T12" fmla="*/ 1413 w 1438"/>
                    <a:gd name="T13" fmla="*/ 66 h 301"/>
                    <a:gd name="T14" fmla="*/ 1426 w 1438"/>
                    <a:gd name="T15" fmla="*/ 92 h 301"/>
                    <a:gd name="T16" fmla="*/ 1435 w 1438"/>
                    <a:gd name="T17" fmla="*/ 120 h 301"/>
                    <a:gd name="T18" fmla="*/ 1438 w 1438"/>
                    <a:gd name="T19" fmla="*/ 150 h 301"/>
                    <a:gd name="T20" fmla="*/ 1435 w 1438"/>
                    <a:gd name="T21" fmla="*/ 181 h 301"/>
                    <a:gd name="T22" fmla="*/ 1426 w 1438"/>
                    <a:gd name="T23" fmla="*/ 210 h 301"/>
                    <a:gd name="T24" fmla="*/ 1413 w 1438"/>
                    <a:gd name="T25" fmla="*/ 235 h 301"/>
                    <a:gd name="T26" fmla="*/ 1394 w 1438"/>
                    <a:gd name="T27" fmla="*/ 258 h 301"/>
                    <a:gd name="T28" fmla="*/ 1372 w 1438"/>
                    <a:gd name="T29" fmla="*/ 275 h 301"/>
                    <a:gd name="T30" fmla="*/ 1346 w 1438"/>
                    <a:gd name="T31" fmla="*/ 290 h 301"/>
                    <a:gd name="T32" fmla="*/ 1318 w 1438"/>
                    <a:gd name="T33" fmla="*/ 298 h 301"/>
                    <a:gd name="T34" fmla="*/ 1287 w 1438"/>
                    <a:gd name="T35" fmla="*/ 301 h 301"/>
                    <a:gd name="T36" fmla="*/ 151 w 1438"/>
                    <a:gd name="T37" fmla="*/ 301 h 301"/>
                    <a:gd name="T38" fmla="*/ 121 w 1438"/>
                    <a:gd name="T39" fmla="*/ 298 h 301"/>
                    <a:gd name="T40" fmla="*/ 93 w 1438"/>
                    <a:gd name="T41" fmla="*/ 290 h 301"/>
                    <a:gd name="T42" fmla="*/ 66 w 1438"/>
                    <a:gd name="T43" fmla="*/ 275 h 301"/>
                    <a:gd name="T44" fmla="*/ 44 w 1438"/>
                    <a:gd name="T45" fmla="*/ 258 h 301"/>
                    <a:gd name="T46" fmla="*/ 26 w 1438"/>
                    <a:gd name="T47" fmla="*/ 235 h 301"/>
                    <a:gd name="T48" fmla="*/ 12 w 1438"/>
                    <a:gd name="T49" fmla="*/ 210 h 301"/>
                    <a:gd name="T50" fmla="*/ 4 w 1438"/>
                    <a:gd name="T51" fmla="*/ 181 h 301"/>
                    <a:gd name="T52" fmla="*/ 0 w 1438"/>
                    <a:gd name="T53" fmla="*/ 150 h 301"/>
                    <a:gd name="T54" fmla="*/ 4 w 1438"/>
                    <a:gd name="T55" fmla="*/ 120 h 301"/>
                    <a:gd name="T56" fmla="*/ 12 w 1438"/>
                    <a:gd name="T57" fmla="*/ 92 h 301"/>
                    <a:gd name="T58" fmla="*/ 26 w 1438"/>
                    <a:gd name="T59" fmla="*/ 66 h 301"/>
                    <a:gd name="T60" fmla="*/ 44 w 1438"/>
                    <a:gd name="T61" fmla="*/ 44 h 301"/>
                    <a:gd name="T62" fmla="*/ 66 w 1438"/>
                    <a:gd name="T63" fmla="*/ 26 h 301"/>
                    <a:gd name="T64" fmla="*/ 93 w 1438"/>
                    <a:gd name="T65" fmla="*/ 12 h 301"/>
                    <a:gd name="T66" fmla="*/ 121 w 1438"/>
                    <a:gd name="T67" fmla="*/ 3 h 301"/>
                    <a:gd name="T68" fmla="*/ 151 w 1438"/>
                    <a:gd name="T69" fmla="*/ 0 h 30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</a:cxnLst>
                  <a:rect l="0" t="0" r="r" b="b"/>
                  <a:pathLst>
                    <a:path w="1438" h="301">
                      <a:moveTo>
                        <a:pt x="151" y="0"/>
                      </a:moveTo>
                      <a:lnTo>
                        <a:pt x="1287" y="0"/>
                      </a:lnTo>
                      <a:lnTo>
                        <a:pt x="1318" y="3"/>
                      </a:lnTo>
                      <a:lnTo>
                        <a:pt x="1346" y="12"/>
                      </a:lnTo>
                      <a:lnTo>
                        <a:pt x="1372" y="26"/>
                      </a:lnTo>
                      <a:lnTo>
                        <a:pt x="1394" y="44"/>
                      </a:lnTo>
                      <a:lnTo>
                        <a:pt x="1413" y="66"/>
                      </a:lnTo>
                      <a:lnTo>
                        <a:pt x="1426" y="92"/>
                      </a:lnTo>
                      <a:lnTo>
                        <a:pt x="1435" y="120"/>
                      </a:lnTo>
                      <a:lnTo>
                        <a:pt x="1438" y="150"/>
                      </a:lnTo>
                      <a:lnTo>
                        <a:pt x="1435" y="181"/>
                      </a:lnTo>
                      <a:lnTo>
                        <a:pt x="1426" y="210"/>
                      </a:lnTo>
                      <a:lnTo>
                        <a:pt x="1413" y="235"/>
                      </a:lnTo>
                      <a:lnTo>
                        <a:pt x="1394" y="258"/>
                      </a:lnTo>
                      <a:lnTo>
                        <a:pt x="1372" y="275"/>
                      </a:lnTo>
                      <a:lnTo>
                        <a:pt x="1346" y="290"/>
                      </a:lnTo>
                      <a:lnTo>
                        <a:pt x="1318" y="298"/>
                      </a:lnTo>
                      <a:lnTo>
                        <a:pt x="1287" y="301"/>
                      </a:lnTo>
                      <a:lnTo>
                        <a:pt x="151" y="301"/>
                      </a:lnTo>
                      <a:lnTo>
                        <a:pt x="121" y="298"/>
                      </a:lnTo>
                      <a:lnTo>
                        <a:pt x="93" y="290"/>
                      </a:lnTo>
                      <a:lnTo>
                        <a:pt x="66" y="275"/>
                      </a:lnTo>
                      <a:lnTo>
                        <a:pt x="44" y="258"/>
                      </a:lnTo>
                      <a:lnTo>
                        <a:pt x="26" y="235"/>
                      </a:lnTo>
                      <a:lnTo>
                        <a:pt x="12" y="210"/>
                      </a:lnTo>
                      <a:lnTo>
                        <a:pt x="4" y="181"/>
                      </a:lnTo>
                      <a:lnTo>
                        <a:pt x="0" y="150"/>
                      </a:lnTo>
                      <a:lnTo>
                        <a:pt x="4" y="120"/>
                      </a:lnTo>
                      <a:lnTo>
                        <a:pt x="12" y="92"/>
                      </a:lnTo>
                      <a:lnTo>
                        <a:pt x="26" y="66"/>
                      </a:lnTo>
                      <a:lnTo>
                        <a:pt x="44" y="44"/>
                      </a:lnTo>
                      <a:lnTo>
                        <a:pt x="66" y="26"/>
                      </a:lnTo>
                      <a:lnTo>
                        <a:pt x="93" y="12"/>
                      </a:lnTo>
                      <a:lnTo>
                        <a:pt x="121" y="3"/>
                      </a:lnTo>
                      <a:lnTo>
                        <a:pt x="151" y="0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34" name="Freeform 56"/>
                <p:cNvSpPr>
                  <a:spLocks/>
                </p:cNvSpPr>
                <p:nvPr/>
              </p:nvSpPr>
              <p:spPr bwMode="auto">
                <a:xfrm>
                  <a:off x="4657725" y="3768726"/>
                  <a:ext cx="125413" cy="44450"/>
                </a:xfrm>
                <a:custGeom>
                  <a:avLst/>
                  <a:gdLst>
                    <a:gd name="T0" fmla="*/ 151 w 870"/>
                    <a:gd name="T1" fmla="*/ 0 h 301"/>
                    <a:gd name="T2" fmla="*/ 720 w 870"/>
                    <a:gd name="T3" fmla="*/ 0 h 301"/>
                    <a:gd name="T4" fmla="*/ 750 w 870"/>
                    <a:gd name="T5" fmla="*/ 4 h 301"/>
                    <a:gd name="T6" fmla="*/ 778 w 870"/>
                    <a:gd name="T7" fmla="*/ 12 h 301"/>
                    <a:gd name="T8" fmla="*/ 805 w 870"/>
                    <a:gd name="T9" fmla="*/ 26 h 301"/>
                    <a:gd name="T10" fmla="*/ 827 w 870"/>
                    <a:gd name="T11" fmla="*/ 44 h 301"/>
                    <a:gd name="T12" fmla="*/ 845 w 870"/>
                    <a:gd name="T13" fmla="*/ 67 h 301"/>
                    <a:gd name="T14" fmla="*/ 859 w 870"/>
                    <a:gd name="T15" fmla="*/ 92 h 301"/>
                    <a:gd name="T16" fmla="*/ 867 w 870"/>
                    <a:gd name="T17" fmla="*/ 120 h 301"/>
                    <a:gd name="T18" fmla="*/ 870 w 870"/>
                    <a:gd name="T19" fmla="*/ 151 h 301"/>
                    <a:gd name="T20" fmla="*/ 867 w 870"/>
                    <a:gd name="T21" fmla="*/ 181 h 301"/>
                    <a:gd name="T22" fmla="*/ 859 w 870"/>
                    <a:gd name="T23" fmla="*/ 209 h 301"/>
                    <a:gd name="T24" fmla="*/ 845 w 870"/>
                    <a:gd name="T25" fmla="*/ 234 h 301"/>
                    <a:gd name="T26" fmla="*/ 827 w 870"/>
                    <a:gd name="T27" fmla="*/ 257 h 301"/>
                    <a:gd name="T28" fmla="*/ 805 w 870"/>
                    <a:gd name="T29" fmla="*/ 275 h 301"/>
                    <a:gd name="T30" fmla="*/ 778 w 870"/>
                    <a:gd name="T31" fmla="*/ 290 h 301"/>
                    <a:gd name="T32" fmla="*/ 750 w 870"/>
                    <a:gd name="T33" fmla="*/ 298 h 301"/>
                    <a:gd name="T34" fmla="*/ 720 w 870"/>
                    <a:gd name="T35" fmla="*/ 301 h 301"/>
                    <a:gd name="T36" fmla="*/ 151 w 870"/>
                    <a:gd name="T37" fmla="*/ 301 h 301"/>
                    <a:gd name="T38" fmla="*/ 121 w 870"/>
                    <a:gd name="T39" fmla="*/ 298 h 301"/>
                    <a:gd name="T40" fmla="*/ 93 w 870"/>
                    <a:gd name="T41" fmla="*/ 290 h 301"/>
                    <a:gd name="T42" fmla="*/ 66 w 870"/>
                    <a:gd name="T43" fmla="*/ 275 h 301"/>
                    <a:gd name="T44" fmla="*/ 44 w 870"/>
                    <a:gd name="T45" fmla="*/ 257 h 301"/>
                    <a:gd name="T46" fmla="*/ 26 w 870"/>
                    <a:gd name="T47" fmla="*/ 234 h 301"/>
                    <a:gd name="T48" fmla="*/ 12 w 870"/>
                    <a:gd name="T49" fmla="*/ 209 h 301"/>
                    <a:gd name="T50" fmla="*/ 4 w 870"/>
                    <a:gd name="T51" fmla="*/ 181 h 301"/>
                    <a:gd name="T52" fmla="*/ 0 w 870"/>
                    <a:gd name="T53" fmla="*/ 151 h 301"/>
                    <a:gd name="T54" fmla="*/ 4 w 870"/>
                    <a:gd name="T55" fmla="*/ 120 h 301"/>
                    <a:gd name="T56" fmla="*/ 12 w 870"/>
                    <a:gd name="T57" fmla="*/ 92 h 301"/>
                    <a:gd name="T58" fmla="*/ 26 w 870"/>
                    <a:gd name="T59" fmla="*/ 67 h 301"/>
                    <a:gd name="T60" fmla="*/ 44 w 870"/>
                    <a:gd name="T61" fmla="*/ 44 h 301"/>
                    <a:gd name="T62" fmla="*/ 66 w 870"/>
                    <a:gd name="T63" fmla="*/ 26 h 301"/>
                    <a:gd name="T64" fmla="*/ 93 w 870"/>
                    <a:gd name="T65" fmla="*/ 12 h 301"/>
                    <a:gd name="T66" fmla="*/ 121 w 870"/>
                    <a:gd name="T67" fmla="*/ 4 h 301"/>
                    <a:gd name="T68" fmla="*/ 151 w 870"/>
                    <a:gd name="T69" fmla="*/ 0 h 30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</a:cxnLst>
                  <a:rect l="0" t="0" r="r" b="b"/>
                  <a:pathLst>
                    <a:path w="870" h="301">
                      <a:moveTo>
                        <a:pt x="151" y="0"/>
                      </a:moveTo>
                      <a:lnTo>
                        <a:pt x="720" y="0"/>
                      </a:lnTo>
                      <a:lnTo>
                        <a:pt x="750" y="4"/>
                      </a:lnTo>
                      <a:lnTo>
                        <a:pt x="778" y="12"/>
                      </a:lnTo>
                      <a:lnTo>
                        <a:pt x="805" y="26"/>
                      </a:lnTo>
                      <a:lnTo>
                        <a:pt x="827" y="44"/>
                      </a:lnTo>
                      <a:lnTo>
                        <a:pt x="845" y="67"/>
                      </a:lnTo>
                      <a:lnTo>
                        <a:pt x="859" y="92"/>
                      </a:lnTo>
                      <a:lnTo>
                        <a:pt x="867" y="120"/>
                      </a:lnTo>
                      <a:lnTo>
                        <a:pt x="870" y="151"/>
                      </a:lnTo>
                      <a:lnTo>
                        <a:pt x="867" y="181"/>
                      </a:lnTo>
                      <a:lnTo>
                        <a:pt x="859" y="209"/>
                      </a:lnTo>
                      <a:lnTo>
                        <a:pt x="845" y="234"/>
                      </a:lnTo>
                      <a:lnTo>
                        <a:pt x="827" y="257"/>
                      </a:lnTo>
                      <a:lnTo>
                        <a:pt x="805" y="275"/>
                      </a:lnTo>
                      <a:lnTo>
                        <a:pt x="778" y="290"/>
                      </a:lnTo>
                      <a:lnTo>
                        <a:pt x="750" y="298"/>
                      </a:lnTo>
                      <a:lnTo>
                        <a:pt x="720" y="301"/>
                      </a:lnTo>
                      <a:lnTo>
                        <a:pt x="151" y="301"/>
                      </a:lnTo>
                      <a:lnTo>
                        <a:pt x="121" y="298"/>
                      </a:lnTo>
                      <a:lnTo>
                        <a:pt x="93" y="290"/>
                      </a:lnTo>
                      <a:lnTo>
                        <a:pt x="66" y="275"/>
                      </a:lnTo>
                      <a:lnTo>
                        <a:pt x="44" y="257"/>
                      </a:lnTo>
                      <a:lnTo>
                        <a:pt x="26" y="234"/>
                      </a:lnTo>
                      <a:lnTo>
                        <a:pt x="12" y="209"/>
                      </a:lnTo>
                      <a:lnTo>
                        <a:pt x="4" y="181"/>
                      </a:lnTo>
                      <a:lnTo>
                        <a:pt x="0" y="151"/>
                      </a:lnTo>
                      <a:lnTo>
                        <a:pt x="4" y="120"/>
                      </a:lnTo>
                      <a:lnTo>
                        <a:pt x="12" y="92"/>
                      </a:lnTo>
                      <a:lnTo>
                        <a:pt x="26" y="67"/>
                      </a:lnTo>
                      <a:lnTo>
                        <a:pt x="44" y="44"/>
                      </a:lnTo>
                      <a:lnTo>
                        <a:pt x="66" y="26"/>
                      </a:lnTo>
                      <a:lnTo>
                        <a:pt x="93" y="12"/>
                      </a:lnTo>
                      <a:lnTo>
                        <a:pt x="121" y="4"/>
                      </a:lnTo>
                      <a:lnTo>
                        <a:pt x="151" y="0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35" name="Freeform 57"/>
                <p:cNvSpPr>
                  <a:spLocks/>
                </p:cNvSpPr>
                <p:nvPr/>
              </p:nvSpPr>
              <p:spPr bwMode="auto">
                <a:xfrm>
                  <a:off x="4575175" y="3521076"/>
                  <a:ext cx="371475" cy="477838"/>
                </a:xfrm>
                <a:custGeom>
                  <a:avLst/>
                  <a:gdLst>
                    <a:gd name="T0" fmla="*/ 152 w 2574"/>
                    <a:gd name="T1" fmla="*/ 0 h 3310"/>
                    <a:gd name="T2" fmla="*/ 2423 w 2574"/>
                    <a:gd name="T3" fmla="*/ 0 h 3310"/>
                    <a:gd name="T4" fmla="*/ 2453 w 2574"/>
                    <a:gd name="T5" fmla="*/ 3 h 3310"/>
                    <a:gd name="T6" fmla="*/ 2481 w 2574"/>
                    <a:gd name="T7" fmla="*/ 12 h 3310"/>
                    <a:gd name="T8" fmla="*/ 2507 w 2574"/>
                    <a:gd name="T9" fmla="*/ 26 h 3310"/>
                    <a:gd name="T10" fmla="*/ 2529 w 2574"/>
                    <a:gd name="T11" fmla="*/ 44 h 3310"/>
                    <a:gd name="T12" fmla="*/ 2548 w 2574"/>
                    <a:gd name="T13" fmla="*/ 67 h 3310"/>
                    <a:gd name="T14" fmla="*/ 2562 w 2574"/>
                    <a:gd name="T15" fmla="*/ 92 h 3310"/>
                    <a:gd name="T16" fmla="*/ 2571 w 2574"/>
                    <a:gd name="T17" fmla="*/ 120 h 3310"/>
                    <a:gd name="T18" fmla="*/ 2574 w 2574"/>
                    <a:gd name="T19" fmla="*/ 150 h 3310"/>
                    <a:gd name="T20" fmla="*/ 2574 w 2574"/>
                    <a:gd name="T21" fmla="*/ 374 h 3310"/>
                    <a:gd name="T22" fmla="*/ 2272 w 2574"/>
                    <a:gd name="T23" fmla="*/ 896 h 3310"/>
                    <a:gd name="T24" fmla="*/ 2272 w 2574"/>
                    <a:gd name="T25" fmla="*/ 301 h 3310"/>
                    <a:gd name="T26" fmla="*/ 304 w 2574"/>
                    <a:gd name="T27" fmla="*/ 301 h 3310"/>
                    <a:gd name="T28" fmla="*/ 304 w 2574"/>
                    <a:gd name="T29" fmla="*/ 3008 h 3310"/>
                    <a:gd name="T30" fmla="*/ 2272 w 2574"/>
                    <a:gd name="T31" fmla="*/ 3008 h 3310"/>
                    <a:gd name="T32" fmla="*/ 2272 w 2574"/>
                    <a:gd name="T33" fmla="*/ 2634 h 3310"/>
                    <a:gd name="T34" fmla="*/ 2430 w 2574"/>
                    <a:gd name="T35" fmla="*/ 2530 h 3310"/>
                    <a:gd name="T36" fmla="*/ 2458 w 2574"/>
                    <a:gd name="T37" fmla="*/ 2508 h 3310"/>
                    <a:gd name="T38" fmla="*/ 2482 w 2574"/>
                    <a:gd name="T39" fmla="*/ 2483 h 3310"/>
                    <a:gd name="T40" fmla="*/ 2502 w 2574"/>
                    <a:gd name="T41" fmla="*/ 2454 h 3310"/>
                    <a:gd name="T42" fmla="*/ 2574 w 2574"/>
                    <a:gd name="T43" fmla="*/ 2330 h 3310"/>
                    <a:gd name="T44" fmla="*/ 2574 w 2574"/>
                    <a:gd name="T45" fmla="*/ 3159 h 3310"/>
                    <a:gd name="T46" fmla="*/ 2571 w 2574"/>
                    <a:gd name="T47" fmla="*/ 3189 h 3310"/>
                    <a:gd name="T48" fmla="*/ 2562 w 2574"/>
                    <a:gd name="T49" fmla="*/ 3217 h 3310"/>
                    <a:gd name="T50" fmla="*/ 2548 w 2574"/>
                    <a:gd name="T51" fmla="*/ 3243 h 3310"/>
                    <a:gd name="T52" fmla="*/ 2529 w 2574"/>
                    <a:gd name="T53" fmla="*/ 3265 h 3310"/>
                    <a:gd name="T54" fmla="*/ 2507 w 2574"/>
                    <a:gd name="T55" fmla="*/ 3284 h 3310"/>
                    <a:gd name="T56" fmla="*/ 2481 w 2574"/>
                    <a:gd name="T57" fmla="*/ 3297 h 3310"/>
                    <a:gd name="T58" fmla="*/ 2453 w 2574"/>
                    <a:gd name="T59" fmla="*/ 3307 h 3310"/>
                    <a:gd name="T60" fmla="*/ 2423 w 2574"/>
                    <a:gd name="T61" fmla="*/ 3310 h 3310"/>
                    <a:gd name="T62" fmla="*/ 152 w 2574"/>
                    <a:gd name="T63" fmla="*/ 3310 h 3310"/>
                    <a:gd name="T64" fmla="*/ 121 w 2574"/>
                    <a:gd name="T65" fmla="*/ 3307 h 3310"/>
                    <a:gd name="T66" fmla="*/ 93 w 2574"/>
                    <a:gd name="T67" fmla="*/ 3297 h 3310"/>
                    <a:gd name="T68" fmla="*/ 67 w 2574"/>
                    <a:gd name="T69" fmla="*/ 3284 h 3310"/>
                    <a:gd name="T70" fmla="*/ 45 w 2574"/>
                    <a:gd name="T71" fmla="*/ 3265 h 3310"/>
                    <a:gd name="T72" fmla="*/ 26 w 2574"/>
                    <a:gd name="T73" fmla="*/ 3243 h 3310"/>
                    <a:gd name="T74" fmla="*/ 13 w 2574"/>
                    <a:gd name="T75" fmla="*/ 3217 h 3310"/>
                    <a:gd name="T76" fmla="*/ 3 w 2574"/>
                    <a:gd name="T77" fmla="*/ 3189 h 3310"/>
                    <a:gd name="T78" fmla="*/ 0 w 2574"/>
                    <a:gd name="T79" fmla="*/ 3159 h 3310"/>
                    <a:gd name="T80" fmla="*/ 0 w 2574"/>
                    <a:gd name="T81" fmla="*/ 150 h 3310"/>
                    <a:gd name="T82" fmla="*/ 3 w 2574"/>
                    <a:gd name="T83" fmla="*/ 120 h 3310"/>
                    <a:gd name="T84" fmla="*/ 13 w 2574"/>
                    <a:gd name="T85" fmla="*/ 92 h 3310"/>
                    <a:gd name="T86" fmla="*/ 26 w 2574"/>
                    <a:gd name="T87" fmla="*/ 67 h 3310"/>
                    <a:gd name="T88" fmla="*/ 45 w 2574"/>
                    <a:gd name="T89" fmla="*/ 44 h 3310"/>
                    <a:gd name="T90" fmla="*/ 67 w 2574"/>
                    <a:gd name="T91" fmla="*/ 26 h 3310"/>
                    <a:gd name="T92" fmla="*/ 93 w 2574"/>
                    <a:gd name="T93" fmla="*/ 12 h 3310"/>
                    <a:gd name="T94" fmla="*/ 121 w 2574"/>
                    <a:gd name="T95" fmla="*/ 3 h 3310"/>
                    <a:gd name="T96" fmla="*/ 152 w 2574"/>
                    <a:gd name="T97" fmla="*/ 0 h 331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</a:cxnLst>
                  <a:rect l="0" t="0" r="r" b="b"/>
                  <a:pathLst>
                    <a:path w="2574" h="3310">
                      <a:moveTo>
                        <a:pt x="152" y="0"/>
                      </a:moveTo>
                      <a:lnTo>
                        <a:pt x="2423" y="0"/>
                      </a:lnTo>
                      <a:lnTo>
                        <a:pt x="2453" y="3"/>
                      </a:lnTo>
                      <a:lnTo>
                        <a:pt x="2481" y="12"/>
                      </a:lnTo>
                      <a:lnTo>
                        <a:pt x="2507" y="26"/>
                      </a:lnTo>
                      <a:lnTo>
                        <a:pt x="2529" y="44"/>
                      </a:lnTo>
                      <a:lnTo>
                        <a:pt x="2548" y="67"/>
                      </a:lnTo>
                      <a:lnTo>
                        <a:pt x="2562" y="92"/>
                      </a:lnTo>
                      <a:lnTo>
                        <a:pt x="2571" y="120"/>
                      </a:lnTo>
                      <a:lnTo>
                        <a:pt x="2574" y="150"/>
                      </a:lnTo>
                      <a:lnTo>
                        <a:pt x="2574" y="374"/>
                      </a:lnTo>
                      <a:lnTo>
                        <a:pt x="2272" y="896"/>
                      </a:lnTo>
                      <a:lnTo>
                        <a:pt x="2272" y="301"/>
                      </a:lnTo>
                      <a:lnTo>
                        <a:pt x="304" y="301"/>
                      </a:lnTo>
                      <a:lnTo>
                        <a:pt x="304" y="3008"/>
                      </a:lnTo>
                      <a:lnTo>
                        <a:pt x="2272" y="3008"/>
                      </a:lnTo>
                      <a:lnTo>
                        <a:pt x="2272" y="2634"/>
                      </a:lnTo>
                      <a:lnTo>
                        <a:pt x="2430" y="2530"/>
                      </a:lnTo>
                      <a:lnTo>
                        <a:pt x="2458" y="2508"/>
                      </a:lnTo>
                      <a:lnTo>
                        <a:pt x="2482" y="2483"/>
                      </a:lnTo>
                      <a:lnTo>
                        <a:pt x="2502" y="2454"/>
                      </a:lnTo>
                      <a:lnTo>
                        <a:pt x="2574" y="2330"/>
                      </a:lnTo>
                      <a:lnTo>
                        <a:pt x="2574" y="3159"/>
                      </a:lnTo>
                      <a:lnTo>
                        <a:pt x="2571" y="3189"/>
                      </a:lnTo>
                      <a:lnTo>
                        <a:pt x="2562" y="3217"/>
                      </a:lnTo>
                      <a:lnTo>
                        <a:pt x="2548" y="3243"/>
                      </a:lnTo>
                      <a:lnTo>
                        <a:pt x="2529" y="3265"/>
                      </a:lnTo>
                      <a:lnTo>
                        <a:pt x="2507" y="3284"/>
                      </a:lnTo>
                      <a:lnTo>
                        <a:pt x="2481" y="3297"/>
                      </a:lnTo>
                      <a:lnTo>
                        <a:pt x="2453" y="3307"/>
                      </a:lnTo>
                      <a:lnTo>
                        <a:pt x="2423" y="3310"/>
                      </a:lnTo>
                      <a:lnTo>
                        <a:pt x="152" y="3310"/>
                      </a:lnTo>
                      <a:lnTo>
                        <a:pt x="121" y="3307"/>
                      </a:lnTo>
                      <a:lnTo>
                        <a:pt x="93" y="3297"/>
                      </a:lnTo>
                      <a:lnTo>
                        <a:pt x="67" y="3284"/>
                      </a:lnTo>
                      <a:lnTo>
                        <a:pt x="45" y="3265"/>
                      </a:lnTo>
                      <a:lnTo>
                        <a:pt x="26" y="3243"/>
                      </a:lnTo>
                      <a:lnTo>
                        <a:pt x="13" y="3217"/>
                      </a:lnTo>
                      <a:lnTo>
                        <a:pt x="3" y="3189"/>
                      </a:lnTo>
                      <a:lnTo>
                        <a:pt x="0" y="3159"/>
                      </a:lnTo>
                      <a:lnTo>
                        <a:pt x="0" y="150"/>
                      </a:lnTo>
                      <a:lnTo>
                        <a:pt x="3" y="120"/>
                      </a:lnTo>
                      <a:lnTo>
                        <a:pt x="13" y="92"/>
                      </a:lnTo>
                      <a:lnTo>
                        <a:pt x="26" y="67"/>
                      </a:lnTo>
                      <a:lnTo>
                        <a:pt x="45" y="44"/>
                      </a:lnTo>
                      <a:lnTo>
                        <a:pt x="67" y="26"/>
                      </a:lnTo>
                      <a:lnTo>
                        <a:pt x="93" y="12"/>
                      </a:lnTo>
                      <a:lnTo>
                        <a:pt x="121" y="3"/>
                      </a:lnTo>
                      <a:lnTo>
                        <a:pt x="152" y="0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36" name="Freeform 58"/>
                <p:cNvSpPr>
                  <a:spLocks noEditPoints="1"/>
                </p:cNvSpPr>
                <p:nvPr/>
              </p:nvSpPr>
              <p:spPr bwMode="auto">
                <a:xfrm>
                  <a:off x="4826000" y="3575051"/>
                  <a:ext cx="228600" cy="341313"/>
                </a:xfrm>
                <a:custGeom>
                  <a:avLst/>
                  <a:gdLst>
                    <a:gd name="T0" fmla="*/ 131 w 1591"/>
                    <a:gd name="T1" fmla="*/ 1996 h 2370"/>
                    <a:gd name="T2" fmla="*/ 223 w 1591"/>
                    <a:gd name="T3" fmla="*/ 2040 h 2370"/>
                    <a:gd name="T4" fmla="*/ 308 w 1591"/>
                    <a:gd name="T5" fmla="*/ 2097 h 2370"/>
                    <a:gd name="T6" fmla="*/ 439 w 1591"/>
                    <a:gd name="T7" fmla="*/ 1980 h 2370"/>
                    <a:gd name="T8" fmla="*/ 389 w 1591"/>
                    <a:gd name="T9" fmla="*/ 1934 h 2370"/>
                    <a:gd name="T10" fmla="*/ 314 w 1591"/>
                    <a:gd name="T11" fmla="*/ 1883 h 2370"/>
                    <a:gd name="T12" fmla="*/ 245 w 1591"/>
                    <a:gd name="T13" fmla="*/ 1849 h 2370"/>
                    <a:gd name="T14" fmla="*/ 187 w 1591"/>
                    <a:gd name="T15" fmla="*/ 1829 h 2370"/>
                    <a:gd name="T16" fmla="*/ 141 w 1591"/>
                    <a:gd name="T17" fmla="*/ 1820 h 2370"/>
                    <a:gd name="T18" fmla="*/ 1118 w 1591"/>
                    <a:gd name="T19" fmla="*/ 0 h 2370"/>
                    <a:gd name="T20" fmla="*/ 1173 w 1591"/>
                    <a:gd name="T21" fmla="*/ 7 h 2370"/>
                    <a:gd name="T22" fmla="*/ 1240 w 1591"/>
                    <a:gd name="T23" fmla="*/ 25 h 2370"/>
                    <a:gd name="T24" fmla="*/ 1319 w 1591"/>
                    <a:gd name="T25" fmla="*/ 57 h 2370"/>
                    <a:gd name="T26" fmla="*/ 1407 w 1591"/>
                    <a:gd name="T27" fmla="*/ 108 h 2370"/>
                    <a:gd name="T28" fmla="*/ 1478 w 1591"/>
                    <a:gd name="T29" fmla="*/ 163 h 2370"/>
                    <a:gd name="T30" fmla="*/ 1528 w 1591"/>
                    <a:gd name="T31" fmla="*/ 215 h 2370"/>
                    <a:gd name="T32" fmla="*/ 1561 w 1591"/>
                    <a:gd name="T33" fmla="*/ 261 h 2370"/>
                    <a:gd name="T34" fmla="*/ 1580 w 1591"/>
                    <a:gd name="T35" fmla="*/ 297 h 2370"/>
                    <a:gd name="T36" fmla="*/ 1588 w 1591"/>
                    <a:gd name="T37" fmla="*/ 320 h 2370"/>
                    <a:gd name="T38" fmla="*/ 1591 w 1591"/>
                    <a:gd name="T39" fmla="*/ 344 h 2370"/>
                    <a:gd name="T40" fmla="*/ 1581 w 1591"/>
                    <a:gd name="T41" fmla="*/ 379 h 2370"/>
                    <a:gd name="T42" fmla="*/ 625 w 1591"/>
                    <a:gd name="T43" fmla="*/ 2021 h 2370"/>
                    <a:gd name="T44" fmla="*/ 116 w 1591"/>
                    <a:gd name="T45" fmla="*/ 2357 h 2370"/>
                    <a:gd name="T46" fmla="*/ 77 w 1591"/>
                    <a:gd name="T47" fmla="*/ 2370 h 2370"/>
                    <a:gd name="T48" fmla="*/ 36 w 1591"/>
                    <a:gd name="T49" fmla="*/ 2359 h 2370"/>
                    <a:gd name="T50" fmla="*/ 12 w 1591"/>
                    <a:gd name="T51" fmla="*/ 2338 h 2370"/>
                    <a:gd name="T52" fmla="*/ 0 w 1591"/>
                    <a:gd name="T53" fmla="*/ 2306 h 2370"/>
                    <a:gd name="T54" fmla="*/ 34 w 1591"/>
                    <a:gd name="T55" fmla="*/ 1702 h 2370"/>
                    <a:gd name="T56" fmla="*/ 45 w 1591"/>
                    <a:gd name="T57" fmla="*/ 1670 h 2370"/>
                    <a:gd name="T58" fmla="*/ 1002 w 1591"/>
                    <a:gd name="T59" fmla="*/ 27 h 2370"/>
                    <a:gd name="T60" fmla="*/ 1034 w 1591"/>
                    <a:gd name="T61" fmla="*/ 7 h 2370"/>
                    <a:gd name="T62" fmla="*/ 1048 w 1591"/>
                    <a:gd name="T63" fmla="*/ 4 h 2370"/>
                    <a:gd name="T64" fmla="*/ 1076 w 1591"/>
                    <a:gd name="T65" fmla="*/ 0 h 237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</a:cxnLst>
                  <a:rect l="0" t="0" r="r" b="b"/>
                  <a:pathLst>
                    <a:path w="1591" h="2370">
                      <a:moveTo>
                        <a:pt x="141" y="1820"/>
                      </a:moveTo>
                      <a:lnTo>
                        <a:pt x="131" y="1996"/>
                      </a:lnTo>
                      <a:lnTo>
                        <a:pt x="177" y="2016"/>
                      </a:lnTo>
                      <a:lnTo>
                        <a:pt x="223" y="2040"/>
                      </a:lnTo>
                      <a:lnTo>
                        <a:pt x="267" y="2067"/>
                      </a:lnTo>
                      <a:lnTo>
                        <a:pt x="308" y="2097"/>
                      </a:lnTo>
                      <a:lnTo>
                        <a:pt x="455" y="2000"/>
                      </a:lnTo>
                      <a:lnTo>
                        <a:pt x="439" y="1980"/>
                      </a:lnTo>
                      <a:lnTo>
                        <a:pt x="417" y="1958"/>
                      </a:lnTo>
                      <a:lnTo>
                        <a:pt x="389" y="1934"/>
                      </a:lnTo>
                      <a:lnTo>
                        <a:pt x="355" y="1909"/>
                      </a:lnTo>
                      <a:lnTo>
                        <a:pt x="314" y="1883"/>
                      </a:lnTo>
                      <a:lnTo>
                        <a:pt x="278" y="1864"/>
                      </a:lnTo>
                      <a:lnTo>
                        <a:pt x="245" y="1849"/>
                      </a:lnTo>
                      <a:lnTo>
                        <a:pt x="214" y="1837"/>
                      </a:lnTo>
                      <a:lnTo>
                        <a:pt x="187" y="1829"/>
                      </a:lnTo>
                      <a:lnTo>
                        <a:pt x="163" y="1824"/>
                      </a:lnTo>
                      <a:lnTo>
                        <a:pt x="141" y="1820"/>
                      </a:lnTo>
                      <a:close/>
                      <a:moveTo>
                        <a:pt x="1095" y="0"/>
                      </a:moveTo>
                      <a:lnTo>
                        <a:pt x="1118" y="0"/>
                      </a:lnTo>
                      <a:lnTo>
                        <a:pt x="1144" y="2"/>
                      </a:lnTo>
                      <a:lnTo>
                        <a:pt x="1173" y="7"/>
                      </a:lnTo>
                      <a:lnTo>
                        <a:pt x="1205" y="14"/>
                      </a:lnTo>
                      <a:lnTo>
                        <a:pt x="1240" y="25"/>
                      </a:lnTo>
                      <a:lnTo>
                        <a:pt x="1278" y="39"/>
                      </a:lnTo>
                      <a:lnTo>
                        <a:pt x="1319" y="57"/>
                      </a:lnTo>
                      <a:lnTo>
                        <a:pt x="1362" y="81"/>
                      </a:lnTo>
                      <a:lnTo>
                        <a:pt x="1407" y="108"/>
                      </a:lnTo>
                      <a:lnTo>
                        <a:pt x="1446" y="136"/>
                      </a:lnTo>
                      <a:lnTo>
                        <a:pt x="1478" y="163"/>
                      </a:lnTo>
                      <a:lnTo>
                        <a:pt x="1505" y="190"/>
                      </a:lnTo>
                      <a:lnTo>
                        <a:pt x="1528" y="215"/>
                      </a:lnTo>
                      <a:lnTo>
                        <a:pt x="1546" y="239"/>
                      </a:lnTo>
                      <a:lnTo>
                        <a:pt x="1561" y="261"/>
                      </a:lnTo>
                      <a:lnTo>
                        <a:pt x="1571" y="280"/>
                      </a:lnTo>
                      <a:lnTo>
                        <a:pt x="1580" y="297"/>
                      </a:lnTo>
                      <a:lnTo>
                        <a:pt x="1585" y="311"/>
                      </a:lnTo>
                      <a:lnTo>
                        <a:pt x="1588" y="320"/>
                      </a:lnTo>
                      <a:lnTo>
                        <a:pt x="1589" y="325"/>
                      </a:lnTo>
                      <a:lnTo>
                        <a:pt x="1591" y="344"/>
                      </a:lnTo>
                      <a:lnTo>
                        <a:pt x="1588" y="363"/>
                      </a:lnTo>
                      <a:lnTo>
                        <a:pt x="1581" y="379"/>
                      </a:lnTo>
                      <a:lnTo>
                        <a:pt x="634" y="2008"/>
                      </a:lnTo>
                      <a:lnTo>
                        <a:pt x="625" y="2021"/>
                      </a:lnTo>
                      <a:lnTo>
                        <a:pt x="611" y="2033"/>
                      </a:lnTo>
                      <a:lnTo>
                        <a:pt x="116" y="2357"/>
                      </a:lnTo>
                      <a:lnTo>
                        <a:pt x="97" y="2367"/>
                      </a:lnTo>
                      <a:lnTo>
                        <a:pt x="77" y="2370"/>
                      </a:lnTo>
                      <a:lnTo>
                        <a:pt x="56" y="2368"/>
                      </a:lnTo>
                      <a:lnTo>
                        <a:pt x="36" y="2359"/>
                      </a:lnTo>
                      <a:lnTo>
                        <a:pt x="23" y="2350"/>
                      </a:lnTo>
                      <a:lnTo>
                        <a:pt x="12" y="2338"/>
                      </a:lnTo>
                      <a:lnTo>
                        <a:pt x="5" y="2323"/>
                      </a:lnTo>
                      <a:lnTo>
                        <a:pt x="0" y="2306"/>
                      </a:lnTo>
                      <a:lnTo>
                        <a:pt x="0" y="2290"/>
                      </a:lnTo>
                      <a:lnTo>
                        <a:pt x="34" y="1702"/>
                      </a:lnTo>
                      <a:lnTo>
                        <a:pt x="38" y="1685"/>
                      </a:lnTo>
                      <a:lnTo>
                        <a:pt x="45" y="1670"/>
                      </a:lnTo>
                      <a:lnTo>
                        <a:pt x="991" y="41"/>
                      </a:lnTo>
                      <a:lnTo>
                        <a:pt x="1002" y="27"/>
                      </a:lnTo>
                      <a:lnTo>
                        <a:pt x="1016" y="15"/>
                      </a:lnTo>
                      <a:lnTo>
                        <a:pt x="1034" y="7"/>
                      </a:lnTo>
                      <a:lnTo>
                        <a:pt x="1038" y="6"/>
                      </a:lnTo>
                      <a:lnTo>
                        <a:pt x="1048" y="4"/>
                      </a:lnTo>
                      <a:lnTo>
                        <a:pt x="1060" y="2"/>
                      </a:lnTo>
                      <a:lnTo>
                        <a:pt x="1076" y="0"/>
                      </a:lnTo>
                      <a:lnTo>
                        <a:pt x="1095" y="0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37" name="Freeform 59"/>
                <p:cNvSpPr>
                  <a:spLocks/>
                </p:cNvSpPr>
                <p:nvPr/>
              </p:nvSpPr>
              <p:spPr bwMode="auto">
                <a:xfrm>
                  <a:off x="4645025" y="3849688"/>
                  <a:ext cx="166688" cy="84138"/>
                </a:xfrm>
                <a:custGeom>
                  <a:avLst/>
                  <a:gdLst>
                    <a:gd name="T0" fmla="*/ 557 w 1155"/>
                    <a:gd name="T1" fmla="*/ 5 h 591"/>
                    <a:gd name="T2" fmla="*/ 583 w 1155"/>
                    <a:gd name="T3" fmla="*/ 28 h 591"/>
                    <a:gd name="T4" fmla="*/ 591 w 1155"/>
                    <a:gd name="T5" fmla="*/ 111 h 591"/>
                    <a:gd name="T6" fmla="*/ 560 w 1155"/>
                    <a:gd name="T7" fmla="*/ 199 h 591"/>
                    <a:gd name="T8" fmla="*/ 569 w 1155"/>
                    <a:gd name="T9" fmla="*/ 242 h 591"/>
                    <a:gd name="T10" fmla="*/ 587 w 1155"/>
                    <a:gd name="T11" fmla="*/ 270 h 591"/>
                    <a:gd name="T12" fmla="*/ 637 w 1155"/>
                    <a:gd name="T13" fmla="*/ 278 h 591"/>
                    <a:gd name="T14" fmla="*/ 681 w 1155"/>
                    <a:gd name="T15" fmla="*/ 323 h 591"/>
                    <a:gd name="T16" fmla="*/ 693 w 1155"/>
                    <a:gd name="T17" fmla="*/ 357 h 591"/>
                    <a:gd name="T18" fmla="*/ 847 w 1155"/>
                    <a:gd name="T19" fmla="*/ 351 h 591"/>
                    <a:gd name="T20" fmla="*/ 996 w 1155"/>
                    <a:gd name="T21" fmla="*/ 366 h 591"/>
                    <a:gd name="T22" fmla="*/ 1118 w 1155"/>
                    <a:gd name="T23" fmla="*/ 373 h 591"/>
                    <a:gd name="T24" fmla="*/ 1149 w 1155"/>
                    <a:gd name="T25" fmla="*/ 400 h 591"/>
                    <a:gd name="T26" fmla="*/ 1154 w 1155"/>
                    <a:gd name="T27" fmla="*/ 441 h 591"/>
                    <a:gd name="T28" fmla="*/ 1131 w 1155"/>
                    <a:gd name="T29" fmla="*/ 475 h 591"/>
                    <a:gd name="T30" fmla="*/ 1066 w 1155"/>
                    <a:gd name="T31" fmla="*/ 482 h 591"/>
                    <a:gd name="T32" fmla="*/ 957 w 1155"/>
                    <a:gd name="T33" fmla="*/ 467 h 591"/>
                    <a:gd name="T34" fmla="*/ 843 w 1155"/>
                    <a:gd name="T35" fmla="*/ 452 h 591"/>
                    <a:gd name="T36" fmla="*/ 738 w 1155"/>
                    <a:gd name="T37" fmla="*/ 461 h 591"/>
                    <a:gd name="T38" fmla="*/ 679 w 1155"/>
                    <a:gd name="T39" fmla="*/ 486 h 591"/>
                    <a:gd name="T40" fmla="*/ 636 w 1155"/>
                    <a:gd name="T41" fmla="*/ 492 h 591"/>
                    <a:gd name="T42" fmla="*/ 603 w 1155"/>
                    <a:gd name="T43" fmla="*/ 477 h 591"/>
                    <a:gd name="T44" fmla="*/ 576 w 1155"/>
                    <a:gd name="T45" fmla="*/ 454 h 591"/>
                    <a:gd name="T46" fmla="*/ 571 w 1155"/>
                    <a:gd name="T47" fmla="*/ 407 h 591"/>
                    <a:gd name="T48" fmla="*/ 537 w 1155"/>
                    <a:gd name="T49" fmla="*/ 457 h 591"/>
                    <a:gd name="T50" fmla="*/ 495 w 1155"/>
                    <a:gd name="T51" fmla="*/ 471 h 591"/>
                    <a:gd name="T52" fmla="*/ 455 w 1155"/>
                    <a:gd name="T53" fmla="*/ 456 h 591"/>
                    <a:gd name="T54" fmla="*/ 439 w 1155"/>
                    <a:gd name="T55" fmla="*/ 419 h 591"/>
                    <a:gd name="T56" fmla="*/ 450 w 1155"/>
                    <a:gd name="T57" fmla="*/ 390 h 591"/>
                    <a:gd name="T58" fmla="*/ 458 w 1155"/>
                    <a:gd name="T59" fmla="*/ 369 h 591"/>
                    <a:gd name="T60" fmla="*/ 422 w 1155"/>
                    <a:gd name="T61" fmla="*/ 404 h 591"/>
                    <a:gd name="T62" fmla="*/ 379 w 1155"/>
                    <a:gd name="T63" fmla="*/ 428 h 591"/>
                    <a:gd name="T64" fmla="*/ 335 w 1155"/>
                    <a:gd name="T65" fmla="*/ 417 h 591"/>
                    <a:gd name="T66" fmla="*/ 314 w 1155"/>
                    <a:gd name="T67" fmla="*/ 379 h 591"/>
                    <a:gd name="T68" fmla="*/ 364 w 1155"/>
                    <a:gd name="T69" fmla="*/ 288 h 591"/>
                    <a:gd name="T70" fmla="*/ 252 w 1155"/>
                    <a:gd name="T71" fmla="*/ 393 h 591"/>
                    <a:gd name="T72" fmla="*/ 96 w 1155"/>
                    <a:gd name="T73" fmla="*/ 581 h 591"/>
                    <a:gd name="T74" fmla="*/ 49 w 1155"/>
                    <a:gd name="T75" fmla="*/ 590 h 591"/>
                    <a:gd name="T76" fmla="*/ 9 w 1155"/>
                    <a:gd name="T77" fmla="*/ 569 h 591"/>
                    <a:gd name="T78" fmla="*/ 2 w 1155"/>
                    <a:gd name="T79" fmla="*/ 527 h 591"/>
                    <a:gd name="T80" fmla="*/ 138 w 1155"/>
                    <a:gd name="T81" fmla="*/ 351 h 591"/>
                    <a:gd name="T82" fmla="*/ 344 w 1155"/>
                    <a:gd name="T83" fmla="*/ 123 h 591"/>
                    <a:gd name="T84" fmla="*/ 398 w 1155"/>
                    <a:gd name="T85" fmla="*/ 70 h 591"/>
                    <a:gd name="T86" fmla="*/ 462 w 1155"/>
                    <a:gd name="T87" fmla="*/ 20 h 591"/>
                    <a:gd name="T88" fmla="*/ 534 w 1155"/>
                    <a:gd name="T89" fmla="*/ 0 h 59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</a:cxnLst>
                  <a:rect l="0" t="0" r="r" b="b"/>
                  <a:pathLst>
                    <a:path w="1155" h="591">
                      <a:moveTo>
                        <a:pt x="534" y="0"/>
                      </a:moveTo>
                      <a:lnTo>
                        <a:pt x="545" y="2"/>
                      </a:lnTo>
                      <a:lnTo>
                        <a:pt x="557" y="5"/>
                      </a:lnTo>
                      <a:lnTo>
                        <a:pt x="567" y="10"/>
                      </a:lnTo>
                      <a:lnTo>
                        <a:pt x="576" y="18"/>
                      </a:lnTo>
                      <a:lnTo>
                        <a:pt x="583" y="28"/>
                      </a:lnTo>
                      <a:lnTo>
                        <a:pt x="591" y="54"/>
                      </a:lnTo>
                      <a:lnTo>
                        <a:pt x="593" y="82"/>
                      </a:lnTo>
                      <a:lnTo>
                        <a:pt x="591" y="111"/>
                      </a:lnTo>
                      <a:lnTo>
                        <a:pt x="584" y="140"/>
                      </a:lnTo>
                      <a:lnTo>
                        <a:pt x="573" y="170"/>
                      </a:lnTo>
                      <a:lnTo>
                        <a:pt x="560" y="199"/>
                      </a:lnTo>
                      <a:lnTo>
                        <a:pt x="543" y="230"/>
                      </a:lnTo>
                      <a:lnTo>
                        <a:pt x="557" y="235"/>
                      </a:lnTo>
                      <a:lnTo>
                        <a:pt x="569" y="242"/>
                      </a:lnTo>
                      <a:lnTo>
                        <a:pt x="579" y="254"/>
                      </a:lnTo>
                      <a:lnTo>
                        <a:pt x="583" y="263"/>
                      </a:lnTo>
                      <a:lnTo>
                        <a:pt x="587" y="270"/>
                      </a:lnTo>
                      <a:lnTo>
                        <a:pt x="604" y="269"/>
                      </a:lnTo>
                      <a:lnTo>
                        <a:pt x="620" y="272"/>
                      </a:lnTo>
                      <a:lnTo>
                        <a:pt x="637" y="278"/>
                      </a:lnTo>
                      <a:lnTo>
                        <a:pt x="653" y="289"/>
                      </a:lnTo>
                      <a:lnTo>
                        <a:pt x="668" y="303"/>
                      </a:lnTo>
                      <a:lnTo>
                        <a:pt x="681" y="323"/>
                      </a:lnTo>
                      <a:lnTo>
                        <a:pt x="689" y="338"/>
                      </a:lnTo>
                      <a:lnTo>
                        <a:pt x="692" y="349"/>
                      </a:lnTo>
                      <a:lnTo>
                        <a:pt x="693" y="357"/>
                      </a:lnTo>
                      <a:lnTo>
                        <a:pt x="746" y="351"/>
                      </a:lnTo>
                      <a:lnTo>
                        <a:pt x="797" y="350"/>
                      </a:lnTo>
                      <a:lnTo>
                        <a:pt x="847" y="351"/>
                      </a:lnTo>
                      <a:lnTo>
                        <a:pt x="897" y="355"/>
                      </a:lnTo>
                      <a:lnTo>
                        <a:pt x="946" y="361"/>
                      </a:lnTo>
                      <a:lnTo>
                        <a:pt x="996" y="366"/>
                      </a:lnTo>
                      <a:lnTo>
                        <a:pt x="1048" y="369"/>
                      </a:lnTo>
                      <a:lnTo>
                        <a:pt x="1101" y="371"/>
                      </a:lnTo>
                      <a:lnTo>
                        <a:pt x="1118" y="373"/>
                      </a:lnTo>
                      <a:lnTo>
                        <a:pt x="1131" y="379"/>
                      </a:lnTo>
                      <a:lnTo>
                        <a:pt x="1142" y="389"/>
                      </a:lnTo>
                      <a:lnTo>
                        <a:pt x="1149" y="400"/>
                      </a:lnTo>
                      <a:lnTo>
                        <a:pt x="1154" y="413"/>
                      </a:lnTo>
                      <a:lnTo>
                        <a:pt x="1155" y="427"/>
                      </a:lnTo>
                      <a:lnTo>
                        <a:pt x="1154" y="441"/>
                      </a:lnTo>
                      <a:lnTo>
                        <a:pt x="1149" y="454"/>
                      </a:lnTo>
                      <a:lnTo>
                        <a:pt x="1142" y="466"/>
                      </a:lnTo>
                      <a:lnTo>
                        <a:pt x="1131" y="475"/>
                      </a:lnTo>
                      <a:lnTo>
                        <a:pt x="1118" y="481"/>
                      </a:lnTo>
                      <a:lnTo>
                        <a:pt x="1101" y="483"/>
                      </a:lnTo>
                      <a:lnTo>
                        <a:pt x="1066" y="482"/>
                      </a:lnTo>
                      <a:lnTo>
                        <a:pt x="1031" y="478"/>
                      </a:lnTo>
                      <a:lnTo>
                        <a:pt x="993" y="473"/>
                      </a:lnTo>
                      <a:lnTo>
                        <a:pt x="957" y="467"/>
                      </a:lnTo>
                      <a:lnTo>
                        <a:pt x="919" y="460"/>
                      </a:lnTo>
                      <a:lnTo>
                        <a:pt x="881" y="455"/>
                      </a:lnTo>
                      <a:lnTo>
                        <a:pt x="843" y="452"/>
                      </a:lnTo>
                      <a:lnTo>
                        <a:pt x="807" y="451"/>
                      </a:lnTo>
                      <a:lnTo>
                        <a:pt x="771" y="454"/>
                      </a:lnTo>
                      <a:lnTo>
                        <a:pt x="738" y="461"/>
                      </a:lnTo>
                      <a:lnTo>
                        <a:pt x="705" y="474"/>
                      </a:lnTo>
                      <a:lnTo>
                        <a:pt x="693" y="480"/>
                      </a:lnTo>
                      <a:lnTo>
                        <a:pt x="679" y="486"/>
                      </a:lnTo>
                      <a:lnTo>
                        <a:pt x="664" y="492"/>
                      </a:lnTo>
                      <a:lnTo>
                        <a:pt x="651" y="494"/>
                      </a:lnTo>
                      <a:lnTo>
                        <a:pt x="636" y="492"/>
                      </a:lnTo>
                      <a:lnTo>
                        <a:pt x="626" y="487"/>
                      </a:lnTo>
                      <a:lnTo>
                        <a:pt x="614" y="482"/>
                      </a:lnTo>
                      <a:lnTo>
                        <a:pt x="603" y="477"/>
                      </a:lnTo>
                      <a:lnTo>
                        <a:pt x="592" y="471"/>
                      </a:lnTo>
                      <a:lnTo>
                        <a:pt x="584" y="464"/>
                      </a:lnTo>
                      <a:lnTo>
                        <a:pt x="576" y="454"/>
                      </a:lnTo>
                      <a:lnTo>
                        <a:pt x="572" y="442"/>
                      </a:lnTo>
                      <a:lnTo>
                        <a:pt x="571" y="423"/>
                      </a:lnTo>
                      <a:lnTo>
                        <a:pt x="571" y="407"/>
                      </a:lnTo>
                      <a:lnTo>
                        <a:pt x="560" y="427"/>
                      </a:lnTo>
                      <a:lnTo>
                        <a:pt x="547" y="446"/>
                      </a:lnTo>
                      <a:lnTo>
                        <a:pt x="537" y="457"/>
                      </a:lnTo>
                      <a:lnTo>
                        <a:pt x="524" y="466"/>
                      </a:lnTo>
                      <a:lnTo>
                        <a:pt x="509" y="470"/>
                      </a:lnTo>
                      <a:lnTo>
                        <a:pt x="495" y="471"/>
                      </a:lnTo>
                      <a:lnTo>
                        <a:pt x="480" y="469"/>
                      </a:lnTo>
                      <a:lnTo>
                        <a:pt x="467" y="464"/>
                      </a:lnTo>
                      <a:lnTo>
                        <a:pt x="455" y="456"/>
                      </a:lnTo>
                      <a:lnTo>
                        <a:pt x="446" y="446"/>
                      </a:lnTo>
                      <a:lnTo>
                        <a:pt x="440" y="433"/>
                      </a:lnTo>
                      <a:lnTo>
                        <a:pt x="439" y="419"/>
                      </a:lnTo>
                      <a:lnTo>
                        <a:pt x="444" y="402"/>
                      </a:lnTo>
                      <a:lnTo>
                        <a:pt x="447" y="396"/>
                      </a:lnTo>
                      <a:lnTo>
                        <a:pt x="450" y="390"/>
                      </a:lnTo>
                      <a:lnTo>
                        <a:pt x="450" y="390"/>
                      </a:lnTo>
                      <a:lnTo>
                        <a:pt x="449" y="390"/>
                      </a:lnTo>
                      <a:lnTo>
                        <a:pt x="458" y="369"/>
                      </a:lnTo>
                      <a:lnTo>
                        <a:pt x="445" y="378"/>
                      </a:lnTo>
                      <a:lnTo>
                        <a:pt x="432" y="390"/>
                      </a:lnTo>
                      <a:lnTo>
                        <a:pt x="422" y="404"/>
                      </a:lnTo>
                      <a:lnTo>
                        <a:pt x="409" y="417"/>
                      </a:lnTo>
                      <a:lnTo>
                        <a:pt x="394" y="425"/>
                      </a:lnTo>
                      <a:lnTo>
                        <a:pt x="379" y="428"/>
                      </a:lnTo>
                      <a:lnTo>
                        <a:pt x="363" y="428"/>
                      </a:lnTo>
                      <a:lnTo>
                        <a:pt x="348" y="424"/>
                      </a:lnTo>
                      <a:lnTo>
                        <a:pt x="335" y="417"/>
                      </a:lnTo>
                      <a:lnTo>
                        <a:pt x="324" y="406"/>
                      </a:lnTo>
                      <a:lnTo>
                        <a:pt x="317" y="394"/>
                      </a:lnTo>
                      <a:lnTo>
                        <a:pt x="314" y="379"/>
                      </a:lnTo>
                      <a:lnTo>
                        <a:pt x="316" y="364"/>
                      </a:lnTo>
                      <a:lnTo>
                        <a:pt x="323" y="347"/>
                      </a:lnTo>
                      <a:lnTo>
                        <a:pt x="364" y="288"/>
                      </a:lnTo>
                      <a:lnTo>
                        <a:pt x="404" y="226"/>
                      </a:lnTo>
                      <a:lnTo>
                        <a:pt x="326" y="309"/>
                      </a:lnTo>
                      <a:lnTo>
                        <a:pt x="252" y="393"/>
                      </a:lnTo>
                      <a:lnTo>
                        <a:pt x="179" y="480"/>
                      </a:lnTo>
                      <a:lnTo>
                        <a:pt x="108" y="569"/>
                      </a:lnTo>
                      <a:lnTo>
                        <a:pt x="96" y="581"/>
                      </a:lnTo>
                      <a:lnTo>
                        <a:pt x="80" y="588"/>
                      </a:lnTo>
                      <a:lnTo>
                        <a:pt x="65" y="591"/>
                      </a:lnTo>
                      <a:lnTo>
                        <a:pt x="49" y="590"/>
                      </a:lnTo>
                      <a:lnTo>
                        <a:pt x="33" y="586"/>
                      </a:lnTo>
                      <a:lnTo>
                        <a:pt x="21" y="579"/>
                      </a:lnTo>
                      <a:lnTo>
                        <a:pt x="9" y="569"/>
                      </a:lnTo>
                      <a:lnTo>
                        <a:pt x="2" y="556"/>
                      </a:lnTo>
                      <a:lnTo>
                        <a:pt x="0" y="542"/>
                      </a:lnTo>
                      <a:lnTo>
                        <a:pt x="2" y="527"/>
                      </a:lnTo>
                      <a:lnTo>
                        <a:pt x="11" y="511"/>
                      </a:lnTo>
                      <a:lnTo>
                        <a:pt x="74" y="431"/>
                      </a:lnTo>
                      <a:lnTo>
                        <a:pt x="138" y="351"/>
                      </a:lnTo>
                      <a:lnTo>
                        <a:pt x="204" y="273"/>
                      </a:lnTo>
                      <a:lnTo>
                        <a:pt x="273" y="196"/>
                      </a:lnTo>
                      <a:lnTo>
                        <a:pt x="344" y="123"/>
                      </a:lnTo>
                      <a:lnTo>
                        <a:pt x="361" y="107"/>
                      </a:lnTo>
                      <a:lnTo>
                        <a:pt x="380" y="89"/>
                      </a:lnTo>
                      <a:lnTo>
                        <a:pt x="398" y="70"/>
                      </a:lnTo>
                      <a:lnTo>
                        <a:pt x="418" y="52"/>
                      </a:lnTo>
                      <a:lnTo>
                        <a:pt x="439" y="35"/>
                      </a:lnTo>
                      <a:lnTo>
                        <a:pt x="462" y="20"/>
                      </a:lnTo>
                      <a:lnTo>
                        <a:pt x="485" y="9"/>
                      </a:lnTo>
                      <a:lnTo>
                        <a:pt x="509" y="2"/>
                      </a:lnTo>
                      <a:lnTo>
                        <a:pt x="534" y="0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</p:grpSp>
        </p:grpSp>
        <p:grpSp>
          <p:nvGrpSpPr>
            <p:cNvPr id="17" name="그룹 54"/>
            <p:cNvGrpSpPr/>
            <p:nvPr/>
          </p:nvGrpSpPr>
          <p:grpSpPr>
            <a:xfrm>
              <a:off x="4700260" y="4423210"/>
              <a:ext cx="1499358" cy="1717182"/>
              <a:chOff x="4547860" y="4270810"/>
              <a:chExt cx="1499358" cy="1717182"/>
            </a:xfrm>
          </p:grpSpPr>
          <p:sp>
            <p:nvSpPr>
              <p:cNvPr id="22" name="Freeform 27"/>
              <p:cNvSpPr>
                <a:spLocks noEditPoints="1"/>
              </p:cNvSpPr>
              <p:nvPr/>
            </p:nvSpPr>
            <p:spPr bwMode="auto">
              <a:xfrm>
                <a:off x="4547860" y="4270810"/>
                <a:ext cx="1499358" cy="1717182"/>
              </a:xfrm>
              <a:custGeom>
                <a:avLst/>
                <a:gdLst>
                  <a:gd name="T0" fmla="*/ 699 w 1653"/>
                  <a:gd name="T1" fmla="*/ 403 h 1892"/>
                  <a:gd name="T2" fmla="*/ 506 w 1653"/>
                  <a:gd name="T3" fmla="*/ 462 h 1892"/>
                  <a:gd name="T4" fmla="*/ 336 w 1653"/>
                  <a:gd name="T5" fmla="*/ 577 h 1892"/>
                  <a:gd name="T6" fmla="*/ 202 w 1653"/>
                  <a:gd name="T7" fmla="*/ 741 h 1892"/>
                  <a:gd name="T8" fmla="*/ 127 w 1653"/>
                  <a:gd name="T9" fmla="*/ 934 h 1892"/>
                  <a:gd name="T10" fmla="*/ 109 w 1653"/>
                  <a:gd name="T11" fmla="*/ 1135 h 1892"/>
                  <a:gd name="T12" fmla="*/ 151 w 1653"/>
                  <a:gd name="T13" fmla="*/ 1332 h 1892"/>
                  <a:gd name="T14" fmla="*/ 247 w 1653"/>
                  <a:gd name="T15" fmla="*/ 1510 h 1892"/>
                  <a:gd name="T16" fmla="*/ 397 w 1653"/>
                  <a:gd name="T17" fmla="*/ 1659 h 1892"/>
                  <a:gd name="T18" fmla="*/ 583 w 1653"/>
                  <a:gd name="T19" fmla="*/ 1754 h 1892"/>
                  <a:gd name="T20" fmla="*/ 783 w 1653"/>
                  <a:gd name="T21" fmla="*/ 1791 h 1892"/>
                  <a:gd name="T22" fmla="*/ 982 w 1653"/>
                  <a:gd name="T23" fmla="*/ 1769 h 1892"/>
                  <a:gd name="T24" fmla="*/ 1168 w 1653"/>
                  <a:gd name="T25" fmla="*/ 1691 h 1892"/>
                  <a:gd name="T26" fmla="*/ 1328 w 1653"/>
                  <a:gd name="T27" fmla="*/ 1559 h 1892"/>
                  <a:gd name="T28" fmla="*/ 1445 w 1653"/>
                  <a:gd name="T29" fmla="*/ 1381 h 1892"/>
                  <a:gd name="T30" fmla="*/ 1500 w 1653"/>
                  <a:gd name="T31" fmla="*/ 1184 h 1892"/>
                  <a:gd name="T32" fmla="*/ 1498 w 1653"/>
                  <a:gd name="T33" fmla="*/ 983 h 1892"/>
                  <a:gd name="T34" fmla="*/ 1438 w 1653"/>
                  <a:gd name="T35" fmla="*/ 791 h 1892"/>
                  <a:gd name="T36" fmla="*/ 1324 w 1653"/>
                  <a:gd name="T37" fmla="*/ 621 h 1892"/>
                  <a:gd name="T38" fmla="*/ 1159 w 1653"/>
                  <a:gd name="T39" fmla="*/ 488 h 1892"/>
                  <a:gd name="T40" fmla="*/ 966 w 1653"/>
                  <a:gd name="T41" fmla="*/ 412 h 1892"/>
                  <a:gd name="T42" fmla="*/ 1601 w 1653"/>
                  <a:gd name="T43" fmla="*/ 0 h 1892"/>
                  <a:gd name="T44" fmla="*/ 1607 w 1653"/>
                  <a:gd name="T45" fmla="*/ 37 h 1892"/>
                  <a:gd name="T46" fmla="*/ 1619 w 1653"/>
                  <a:gd name="T47" fmla="*/ 143 h 1892"/>
                  <a:gd name="T48" fmla="*/ 1634 w 1653"/>
                  <a:gd name="T49" fmla="*/ 299 h 1892"/>
                  <a:gd name="T50" fmla="*/ 1646 w 1653"/>
                  <a:gd name="T51" fmla="*/ 493 h 1892"/>
                  <a:gd name="T52" fmla="*/ 1653 w 1653"/>
                  <a:gd name="T53" fmla="*/ 710 h 1892"/>
                  <a:gd name="T54" fmla="*/ 1649 w 1653"/>
                  <a:gd name="T55" fmla="*/ 934 h 1892"/>
                  <a:gd name="T56" fmla="*/ 1630 w 1653"/>
                  <a:gd name="T57" fmla="*/ 1151 h 1892"/>
                  <a:gd name="T58" fmla="*/ 1591 w 1653"/>
                  <a:gd name="T59" fmla="*/ 1348 h 1892"/>
                  <a:gd name="T60" fmla="*/ 1527 w 1653"/>
                  <a:gd name="T61" fmla="*/ 1507 h 1892"/>
                  <a:gd name="T62" fmla="*/ 1402 w 1653"/>
                  <a:gd name="T63" fmla="*/ 1663 h 1892"/>
                  <a:gd name="T64" fmla="*/ 1226 w 1653"/>
                  <a:gd name="T65" fmla="*/ 1791 h 1892"/>
                  <a:gd name="T66" fmla="*/ 1028 w 1653"/>
                  <a:gd name="T67" fmla="*/ 1868 h 1892"/>
                  <a:gd name="T68" fmla="*/ 818 w 1653"/>
                  <a:gd name="T69" fmla="*/ 1892 h 1892"/>
                  <a:gd name="T70" fmla="*/ 606 w 1653"/>
                  <a:gd name="T71" fmla="*/ 1861 h 1892"/>
                  <a:gd name="T72" fmla="*/ 405 w 1653"/>
                  <a:gd name="T73" fmla="*/ 1775 h 1892"/>
                  <a:gd name="T74" fmla="*/ 229 w 1653"/>
                  <a:gd name="T75" fmla="*/ 1636 h 1892"/>
                  <a:gd name="T76" fmla="*/ 101 w 1653"/>
                  <a:gd name="T77" fmla="*/ 1460 h 1892"/>
                  <a:gd name="T78" fmla="*/ 24 w 1653"/>
                  <a:gd name="T79" fmla="*/ 1262 h 1892"/>
                  <a:gd name="T80" fmla="*/ 0 w 1653"/>
                  <a:gd name="T81" fmla="*/ 1052 h 1892"/>
                  <a:gd name="T82" fmla="*/ 31 w 1653"/>
                  <a:gd name="T83" fmla="*/ 840 h 1892"/>
                  <a:gd name="T84" fmla="*/ 117 w 1653"/>
                  <a:gd name="T85" fmla="*/ 639 h 1892"/>
                  <a:gd name="T86" fmla="*/ 229 w 1653"/>
                  <a:gd name="T87" fmla="*/ 499 h 1892"/>
                  <a:gd name="T88" fmla="*/ 378 w 1653"/>
                  <a:gd name="T89" fmla="*/ 393 h 1892"/>
                  <a:gd name="T90" fmla="*/ 563 w 1653"/>
                  <a:gd name="T91" fmla="*/ 300 h 1892"/>
                  <a:gd name="T92" fmla="*/ 769 w 1653"/>
                  <a:gd name="T93" fmla="*/ 218 h 1892"/>
                  <a:gd name="T94" fmla="*/ 981 w 1653"/>
                  <a:gd name="T95" fmla="*/ 149 h 1892"/>
                  <a:gd name="T96" fmla="*/ 1185 w 1653"/>
                  <a:gd name="T97" fmla="*/ 93 h 1892"/>
                  <a:gd name="T98" fmla="*/ 1363 w 1653"/>
                  <a:gd name="T99" fmla="*/ 49 h 1892"/>
                  <a:gd name="T100" fmla="*/ 1502 w 1653"/>
                  <a:gd name="T101" fmla="*/ 18 h 1892"/>
                  <a:gd name="T102" fmla="*/ 1585 w 1653"/>
                  <a:gd name="T103" fmla="*/ 2 h 189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</a:cxnLst>
                <a:rect l="0" t="0" r="r" b="b"/>
                <a:pathLst>
                  <a:path w="1653" h="1892">
                    <a:moveTo>
                      <a:pt x="832" y="395"/>
                    </a:moveTo>
                    <a:lnTo>
                      <a:pt x="765" y="395"/>
                    </a:lnTo>
                    <a:lnTo>
                      <a:pt x="699" y="403"/>
                    </a:lnTo>
                    <a:lnTo>
                      <a:pt x="633" y="416"/>
                    </a:lnTo>
                    <a:lnTo>
                      <a:pt x="568" y="437"/>
                    </a:lnTo>
                    <a:lnTo>
                      <a:pt x="506" y="462"/>
                    </a:lnTo>
                    <a:lnTo>
                      <a:pt x="447" y="495"/>
                    </a:lnTo>
                    <a:lnTo>
                      <a:pt x="390" y="532"/>
                    </a:lnTo>
                    <a:lnTo>
                      <a:pt x="336" y="577"/>
                    </a:lnTo>
                    <a:lnTo>
                      <a:pt x="287" y="627"/>
                    </a:lnTo>
                    <a:lnTo>
                      <a:pt x="242" y="682"/>
                    </a:lnTo>
                    <a:lnTo>
                      <a:pt x="202" y="741"/>
                    </a:lnTo>
                    <a:lnTo>
                      <a:pt x="171" y="805"/>
                    </a:lnTo>
                    <a:lnTo>
                      <a:pt x="146" y="868"/>
                    </a:lnTo>
                    <a:lnTo>
                      <a:pt x="127" y="934"/>
                    </a:lnTo>
                    <a:lnTo>
                      <a:pt x="115" y="1000"/>
                    </a:lnTo>
                    <a:lnTo>
                      <a:pt x="109" y="1068"/>
                    </a:lnTo>
                    <a:lnTo>
                      <a:pt x="109" y="1135"/>
                    </a:lnTo>
                    <a:lnTo>
                      <a:pt x="117" y="1201"/>
                    </a:lnTo>
                    <a:lnTo>
                      <a:pt x="131" y="1267"/>
                    </a:lnTo>
                    <a:lnTo>
                      <a:pt x="151" y="1332"/>
                    </a:lnTo>
                    <a:lnTo>
                      <a:pt x="177" y="1394"/>
                    </a:lnTo>
                    <a:lnTo>
                      <a:pt x="209" y="1454"/>
                    </a:lnTo>
                    <a:lnTo>
                      <a:pt x="247" y="1510"/>
                    </a:lnTo>
                    <a:lnTo>
                      <a:pt x="292" y="1564"/>
                    </a:lnTo>
                    <a:lnTo>
                      <a:pt x="341" y="1613"/>
                    </a:lnTo>
                    <a:lnTo>
                      <a:pt x="397" y="1659"/>
                    </a:lnTo>
                    <a:lnTo>
                      <a:pt x="456" y="1698"/>
                    </a:lnTo>
                    <a:lnTo>
                      <a:pt x="519" y="1729"/>
                    </a:lnTo>
                    <a:lnTo>
                      <a:pt x="583" y="1754"/>
                    </a:lnTo>
                    <a:lnTo>
                      <a:pt x="649" y="1773"/>
                    </a:lnTo>
                    <a:lnTo>
                      <a:pt x="716" y="1785"/>
                    </a:lnTo>
                    <a:lnTo>
                      <a:pt x="783" y="1791"/>
                    </a:lnTo>
                    <a:lnTo>
                      <a:pt x="850" y="1791"/>
                    </a:lnTo>
                    <a:lnTo>
                      <a:pt x="917" y="1783"/>
                    </a:lnTo>
                    <a:lnTo>
                      <a:pt x="982" y="1769"/>
                    </a:lnTo>
                    <a:lnTo>
                      <a:pt x="1047" y="1749"/>
                    </a:lnTo>
                    <a:lnTo>
                      <a:pt x="1109" y="1723"/>
                    </a:lnTo>
                    <a:lnTo>
                      <a:pt x="1168" y="1691"/>
                    </a:lnTo>
                    <a:lnTo>
                      <a:pt x="1225" y="1653"/>
                    </a:lnTo>
                    <a:lnTo>
                      <a:pt x="1279" y="1609"/>
                    </a:lnTo>
                    <a:lnTo>
                      <a:pt x="1328" y="1559"/>
                    </a:lnTo>
                    <a:lnTo>
                      <a:pt x="1373" y="1503"/>
                    </a:lnTo>
                    <a:lnTo>
                      <a:pt x="1413" y="1444"/>
                    </a:lnTo>
                    <a:lnTo>
                      <a:pt x="1445" y="1381"/>
                    </a:lnTo>
                    <a:lnTo>
                      <a:pt x="1469" y="1317"/>
                    </a:lnTo>
                    <a:lnTo>
                      <a:pt x="1488" y="1251"/>
                    </a:lnTo>
                    <a:lnTo>
                      <a:pt x="1500" y="1184"/>
                    </a:lnTo>
                    <a:lnTo>
                      <a:pt x="1506" y="1118"/>
                    </a:lnTo>
                    <a:lnTo>
                      <a:pt x="1506" y="1050"/>
                    </a:lnTo>
                    <a:lnTo>
                      <a:pt x="1498" y="983"/>
                    </a:lnTo>
                    <a:lnTo>
                      <a:pt x="1484" y="918"/>
                    </a:lnTo>
                    <a:lnTo>
                      <a:pt x="1464" y="853"/>
                    </a:lnTo>
                    <a:lnTo>
                      <a:pt x="1438" y="791"/>
                    </a:lnTo>
                    <a:lnTo>
                      <a:pt x="1406" y="732"/>
                    </a:lnTo>
                    <a:lnTo>
                      <a:pt x="1368" y="675"/>
                    </a:lnTo>
                    <a:lnTo>
                      <a:pt x="1324" y="621"/>
                    </a:lnTo>
                    <a:lnTo>
                      <a:pt x="1274" y="573"/>
                    </a:lnTo>
                    <a:lnTo>
                      <a:pt x="1218" y="527"/>
                    </a:lnTo>
                    <a:lnTo>
                      <a:pt x="1159" y="488"/>
                    </a:lnTo>
                    <a:lnTo>
                      <a:pt x="1096" y="455"/>
                    </a:lnTo>
                    <a:lnTo>
                      <a:pt x="1032" y="431"/>
                    </a:lnTo>
                    <a:lnTo>
                      <a:pt x="966" y="412"/>
                    </a:lnTo>
                    <a:lnTo>
                      <a:pt x="900" y="400"/>
                    </a:lnTo>
                    <a:lnTo>
                      <a:pt x="832" y="395"/>
                    </a:lnTo>
                    <a:close/>
                    <a:moveTo>
                      <a:pt x="1601" y="0"/>
                    </a:moveTo>
                    <a:lnTo>
                      <a:pt x="1603" y="4"/>
                    </a:lnTo>
                    <a:lnTo>
                      <a:pt x="1604" y="17"/>
                    </a:lnTo>
                    <a:lnTo>
                      <a:pt x="1607" y="37"/>
                    </a:lnTo>
                    <a:lnTo>
                      <a:pt x="1611" y="66"/>
                    </a:lnTo>
                    <a:lnTo>
                      <a:pt x="1615" y="101"/>
                    </a:lnTo>
                    <a:lnTo>
                      <a:pt x="1619" y="143"/>
                    </a:lnTo>
                    <a:lnTo>
                      <a:pt x="1624" y="190"/>
                    </a:lnTo>
                    <a:lnTo>
                      <a:pt x="1628" y="242"/>
                    </a:lnTo>
                    <a:lnTo>
                      <a:pt x="1634" y="299"/>
                    </a:lnTo>
                    <a:lnTo>
                      <a:pt x="1638" y="361"/>
                    </a:lnTo>
                    <a:lnTo>
                      <a:pt x="1643" y="426"/>
                    </a:lnTo>
                    <a:lnTo>
                      <a:pt x="1646" y="493"/>
                    </a:lnTo>
                    <a:lnTo>
                      <a:pt x="1650" y="563"/>
                    </a:lnTo>
                    <a:lnTo>
                      <a:pt x="1651" y="636"/>
                    </a:lnTo>
                    <a:lnTo>
                      <a:pt x="1653" y="710"/>
                    </a:lnTo>
                    <a:lnTo>
                      <a:pt x="1653" y="785"/>
                    </a:lnTo>
                    <a:lnTo>
                      <a:pt x="1651" y="859"/>
                    </a:lnTo>
                    <a:lnTo>
                      <a:pt x="1649" y="934"/>
                    </a:lnTo>
                    <a:lnTo>
                      <a:pt x="1645" y="1008"/>
                    </a:lnTo>
                    <a:lnTo>
                      <a:pt x="1638" y="1081"/>
                    </a:lnTo>
                    <a:lnTo>
                      <a:pt x="1630" y="1151"/>
                    </a:lnTo>
                    <a:lnTo>
                      <a:pt x="1619" y="1220"/>
                    </a:lnTo>
                    <a:lnTo>
                      <a:pt x="1606" y="1286"/>
                    </a:lnTo>
                    <a:lnTo>
                      <a:pt x="1591" y="1348"/>
                    </a:lnTo>
                    <a:lnTo>
                      <a:pt x="1572" y="1406"/>
                    </a:lnTo>
                    <a:lnTo>
                      <a:pt x="1552" y="1459"/>
                    </a:lnTo>
                    <a:lnTo>
                      <a:pt x="1527" y="1507"/>
                    </a:lnTo>
                    <a:lnTo>
                      <a:pt x="1500" y="1551"/>
                    </a:lnTo>
                    <a:lnTo>
                      <a:pt x="1453" y="1609"/>
                    </a:lnTo>
                    <a:lnTo>
                      <a:pt x="1402" y="1663"/>
                    </a:lnTo>
                    <a:lnTo>
                      <a:pt x="1346" y="1711"/>
                    </a:lnTo>
                    <a:lnTo>
                      <a:pt x="1287" y="1753"/>
                    </a:lnTo>
                    <a:lnTo>
                      <a:pt x="1226" y="1791"/>
                    </a:lnTo>
                    <a:lnTo>
                      <a:pt x="1162" y="1822"/>
                    </a:lnTo>
                    <a:lnTo>
                      <a:pt x="1096" y="1847"/>
                    </a:lnTo>
                    <a:lnTo>
                      <a:pt x="1028" y="1868"/>
                    </a:lnTo>
                    <a:lnTo>
                      <a:pt x="959" y="1881"/>
                    </a:lnTo>
                    <a:lnTo>
                      <a:pt x="889" y="1889"/>
                    </a:lnTo>
                    <a:lnTo>
                      <a:pt x="818" y="1892"/>
                    </a:lnTo>
                    <a:lnTo>
                      <a:pt x="747" y="1888"/>
                    </a:lnTo>
                    <a:lnTo>
                      <a:pt x="676" y="1877"/>
                    </a:lnTo>
                    <a:lnTo>
                      <a:pt x="606" y="1861"/>
                    </a:lnTo>
                    <a:lnTo>
                      <a:pt x="537" y="1839"/>
                    </a:lnTo>
                    <a:lnTo>
                      <a:pt x="471" y="1810"/>
                    </a:lnTo>
                    <a:lnTo>
                      <a:pt x="405" y="1775"/>
                    </a:lnTo>
                    <a:lnTo>
                      <a:pt x="341" y="1734"/>
                    </a:lnTo>
                    <a:lnTo>
                      <a:pt x="283" y="1687"/>
                    </a:lnTo>
                    <a:lnTo>
                      <a:pt x="229" y="1636"/>
                    </a:lnTo>
                    <a:lnTo>
                      <a:pt x="181" y="1580"/>
                    </a:lnTo>
                    <a:lnTo>
                      <a:pt x="139" y="1521"/>
                    </a:lnTo>
                    <a:lnTo>
                      <a:pt x="101" y="1460"/>
                    </a:lnTo>
                    <a:lnTo>
                      <a:pt x="70" y="1396"/>
                    </a:lnTo>
                    <a:lnTo>
                      <a:pt x="45" y="1329"/>
                    </a:lnTo>
                    <a:lnTo>
                      <a:pt x="24" y="1262"/>
                    </a:lnTo>
                    <a:lnTo>
                      <a:pt x="11" y="1193"/>
                    </a:lnTo>
                    <a:lnTo>
                      <a:pt x="3" y="1123"/>
                    </a:lnTo>
                    <a:lnTo>
                      <a:pt x="0" y="1052"/>
                    </a:lnTo>
                    <a:lnTo>
                      <a:pt x="4" y="981"/>
                    </a:lnTo>
                    <a:lnTo>
                      <a:pt x="15" y="910"/>
                    </a:lnTo>
                    <a:lnTo>
                      <a:pt x="31" y="840"/>
                    </a:lnTo>
                    <a:lnTo>
                      <a:pt x="53" y="771"/>
                    </a:lnTo>
                    <a:lnTo>
                      <a:pt x="82" y="705"/>
                    </a:lnTo>
                    <a:lnTo>
                      <a:pt x="117" y="639"/>
                    </a:lnTo>
                    <a:lnTo>
                      <a:pt x="159" y="575"/>
                    </a:lnTo>
                    <a:lnTo>
                      <a:pt x="190" y="536"/>
                    </a:lnTo>
                    <a:lnTo>
                      <a:pt x="229" y="499"/>
                    </a:lnTo>
                    <a:lnTo>
                      <a:pt x="274" y="462"/>
                    </a:lnTo>
                    <a:lnTo>
                      <a:pt x="324" y="427"/>
                    </a:lnTo>
                    <a:lnTo>
                      <a:pt x="378" y="393"/>
                    </a:lnTo>
                    <a:lnTo>
                      <a:pt x="436" y="361"/>
                    </a:lnTo>
                    <a:lnTo>
                      <a:pt x="498" y="330"/>
                    </a:lnTo>
                    <a:lnTo>
                      <a:pt x="563" y="300"/>
                    </a:lnTo>
                    <a:lnTo>
                      <a:pt x="630" y="271"/>
                    </a:lnTo>
                    <a:lnTo>
                      <a:pt x="699" y="244"/>
                    </a:lnTo>
                    <a:lnTo>
                      <a:pt x="769" y="218"/>
                    </a:lnTo>
                    <a:lnTo>
                      <a:pt x="839" y="194"/>
                    </a:lnTo>
                    <a:lnTo>
                      <a:pt x="911" y="171"/>
                    </a:lnTo>
                    <a:lnTo>
                      <a:pt x="981" y="149"/>
                    </a:lnTo>
                    <a:lnTo>
                      <a:pt x="1051" y="129"/>
                    </a:lnTo>
                    <a:lnTo>
                      <a:pt x="1118" y="110"/>
                    </a:lnTo>
                    <a:lnTo>
                      <a:pt x="1185" y="93"/>
                    </a:lnTo>
                    <a:lnTo>
                      <a:pt x="1248" y="76"/>
                    </a:lnTo>
                    <a:lnTo>
                      <a:pt x="1307" y="62"/>
                    </a:lnTo>
                    <a:lnTo>
                      <a:pt x="1363" y="49"/>
                    </a:lnTo>
                    <a:lnTo>
                      <a:pt x="1414" y="37"/>
                    </a:lnTo>
                    <a:lnTo>
                      <a:pt x="1461" y="28"/>
                    </a:lnTo>
                    <a:lnTo>
                      <a:pt x="1502" y="18"/>
                    </a:lnTo>
                    <a:lnTo>
                      <a:pt x="1537" y="12"/>
                    </a:lnTo>
                    <a:lnTo>
                      <a:pt x="1564" y="6"/>
                    </a:lnTo>
                    <a:lnTo>
                      <a:pt x="1585" y="2"/>
                    </a:lnTo>
                    <a:lnTo>
                      <a:pt x="1597" y="1"/>
                    </a:lnTo>
                    <a:lnTo>
                      <a:pt x="1601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grpSp>
            <p:nvGrpSpPr>
              <p:cNvPr id="23" name="Group 103"/>
              <p:cNvGrpSpPr/>
              <p:nvPr/>
            </p:nvGrpSpPr>
            <p:grpSpPr>
              <a:xfrm>
                <a:off x="4967287" y="4952988"/>
                <a:ext cx="650639" cy="625474"/>
                <a:chOff x="4967288" y="5026025"/>
                <a:chExt cx="574676" cy="552451"/>
              </a:xfrm>
            </p:grpSpPr>
            <p:sp>
              <p:nvSpPr>
                <p:cNvPr id="24" name="Freeform 64"/>
                <p:cNvSpPr>
                  <a:spLocks/>
                </p:cNvSpPr>
                <p:nvPr/>
              </p:nvSpPr>
              <p:spPr bwMode="auto">
                <a:xfrm>
                  <a:off x="5049838" y="5100638"/>
                  <a:ext cx="131763" cy="128588"/>
                </a:xfrm>
                <a:custGeom>
                  <a:avLst/>
                  <a:gdLst>
                    <a:gd name="T0" fmla="*/ 327 w 833"/>
                    <a:gd name="T1" fmla="*/ 0 h 811"/>
                    <a:gd name="T2" fmla="*/ 372 w 833"/>
                    <a:gd name="T3" fmla="*/ 3 h 811"/>
                    <a:gd name="T4" fmla="*/ 414 w 833"/>
                    <a:gd name="T5" fmla="*/ 12 h 811"/>
                    <a:gd name="T6" fmla="*/ 454 w 833"/>
                    <a:gd name="T7" fmla="*/ 25 h 811"/>
                    <a:gd name="T8" fmla="*/ 492 w 833"/>
                    <a:gd name="T9" fmla="*/ 44 h 811"/>
                    <a:gd name="T10" fmla="*/ 527 w 833"/>
                    <a:gd name="T11" fmla="*/ 68 h 811"/>
                    <a:gd name="T12" fmla="*/ 558 w 833"/>
                    <a:gd name="T13" fmla="*/ 95 h 811"/>
                    <a:gd name="T14" fmla="*/ 586 w 833"/>
                    <a:gd name="T15" fmla="*/ 127 h 811"/>
                    <a:gd name="T16" fmla="*/ 609 w 833"/>
                    <a:gd name="T17" fmla="*/ 162 h 811"/>
                    <a:gd name="T18" fmla="*/ 628 w 833"/>
                    <a:gd name="T19" fmla="*/ 200 h 811"/>
                    <a:gd name="T20" fmla="*/ 642 w 833"/>
                    <a:gd name="T21" fmla="*/ 239 h 811"/>
                    <a:gd name="T22" fmla="*/ 651 w 833"/>
                    <a:gd name="T23" fmla="*/ 283 h 811"/>
                    <a:gd name="T24" fmla="*/ 654 w 833"/>
                    <a:gd name="T25" fmla="*/ 327 h 811"/>
                    <a:gd name="T26" fmla="*/ 651 w 833"/>
                    <a:gd name="T27" fmla="*/ 369 h 811"/>
                    <a:gd name="T28" fmla="*/ 642 w 833"/>
                    <a:gd name="T29" fmla="*/ 409 h 811"/>
                    <a:gd name="T30" fmla="*/ 629 w 833"/>
                    <a:gd name="T31" fmla="*/ 447 h 811"/>
                    <a:gd name="T32" fmla="*/ 612 w 833"/>
                    <a:gd name="T33" fmla="*/ 483 h 811"/>
                    <a:gd name="T34" fmla="*/ 833 w 833"/>
                    <a:gd name="T35" fmla="*/ 692 h 811"/>
                    <a:gd name="T36" fmla="*/ 792 w 833"/>
                    <a:gd name="T37" fmla="*/ 729 h 811"/>
                    <a:gd name="T38" fmla="*/ 754 w 833"/>
                    <a:gd name="T39" fmla="*/ 768 h 811"/>
                    <a:gd name="T40" fmla="*/ 720 w 833"/>
                    <a:gd name="T41" fmla="*/ 811 h 811"/>
                    <a:gd name="T42" fmla="*/ 499 w 833"/>
                    <a:gd name="T43" fmla="*/ 603 h 811"/>
                    <a:gd name="T44" fmla="*/ 461 w 833"/>
                    <a:gd name="T45" fmla="*/ 624 h 811"/>
                    <a:gd name="T46" fmla="*/ 418 w 833"/>
                    <a:gd name="T47" fmla="*/ 640 h 811"/>
                    <a:gd name="T48" fmla="*/ 374 w 833"/>
                    <a:gd name="T49" fmla="*/ 650 h 811"/>
                    <a:gd name="T50" fmla="*/ 327 w 833"/>
                    <a:gd name="T51" fmla="*/ 653 h 811"/>
                    <a:gd name="T52" fmla="*/ 283 w 833"/>
                    <a:gd name="T53" fmla="*/ 651 h 811"/>
                    <a:gd name="T54" fmla="*/ 240 w 833"/>
                    <a:gd name="T55" fmla="*/ 642 h 811"/>
                    <a:gd name="T56" fmla="*/ 200 w 833"/>
                    <a:gd name="T57" fmla="*/ 628 h 811"/>
                    <a:gd name="T58" fmla="*/ 162 w 833"/>
                    <a:gd name="T59" fmla="*/ 609 h 811"/>
                    <a:gd name="T60" fmla="*/ 127 w 833"/>
                    <a:gd name="T61" fmla="*/ 585 h 811"/>
                    <a:gd name="T62" fmla="*/ 96 w 833"/>
                    <a:gd name="T63" fmla="*/ 558 h 811"/>
                    <a:gd name="T64" fmla="*/ 68 w 833"/>
                    <a:gd name="T65" fmla="*/ 527 h 811"/>
                    <a:gd name="T66" fmla="*/ 45 w 833"/>
                    <a:gd name="T67" fmla="*/ 491 h 811"/>
                    <a:gd name="T68" fmla="*/ 26 w 833"/>
                    <a:gd name="T69" fmla="*/ 454 h 811"/>
                    <a:gd name="T70" fmla="*/ 11 w 833"/>
                    <a:gd name="T71" fmla="*/ 414 h 811"/>
                    <a:gd name="T72" fmla="*/ 4 w 833"/>
                    <a:gd name="T73" fmla="*/ 371 h 811"/>
                    <a:gd name="T74" fmla="*/ 0 w 833"/>
                    <a:gd name="T75" fmla="*/ 327 h 811"/>
                    <a:gd name="T76" fmla="*/ 4 w 833"/>
                    <a:gd name="T77" fmla="*/ 283 h 811"/>
                    <a:gd name="T78" fmla="*/ 11 w 833"/>
                    <a:gd name="T79" fmla="*/ 239 h 811"/>
                    <a:gd name="T80" fmla="*/ 26 w 833"/>
                    <a:gd name="T81" fmla="*/ 200 h 811"/>
                    <a:gd name="T82" fmla="*/ 45 w 833"/>
                    <a:gd name="T83" fmla="*/ 162 h 811"/>
                    <a:gd name="T84" fmla="*/ 68 w 833"/>
                    <a:gd name="T85" fmla="*/ 127 h 811"/>
                    <a:gd name="T86" fmla="*/ 96 w 833"/>
                    <a:gd name="T87" fmla="*/ 95 h 811"/>
                    <a:gd name="T88" fmla="*/ 127 w 833"/>
                    <a:gd name="T89" fmla="*/ 68 h 811"/>
                    <a:gd name="T90" fmla="*/ 162 w 833"/>
                    <a:gd name="T91" fmla="*/ 44 h 811"/>
                    <a:gd name="T92" fmla="*/ 200 w 833"/>
                    <a:gd name="T93" fmla="*/ 25 h 811"/>
                    <a:gd name="T94" fmla="*/ 240 w 833"/>
                    <a:gd name="T95" fmla="*/ 12 h 811"/>
                    <a:gd name="T96" fmla="*/ 283 w 833"/>
                    <a:gd name="T97" fmla="*/ 3 h 811"/>
                    <a:gd name="T98" fmla="*/ 327 w 833"/>
                    <a:gd name="T99" fmla="*/ 0 h 81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</a:cxnLst>
                  <a:rect l="0" t="0" r="r" b="b"/>
                  <a:pathLst>
                    <a:path w="833" h="811">
                      <a:moveTo>
                        <a:pt x="327" y="0"/>
                      </a:moveTo>
                      <a:lnTo>
                        <a:pt x="372" y="3"/>
                      </a:lnTo>
                      <a:lnTo>
                        <a:pt x="414" y="12"/>
                      </a:lnTo>
                      <a:lnTo>
                        <a:pt x="454" y="25"/>
                      </a:lnTo>
                      <a:lnTo>
                        <a:pt x="492" y="44"/>
                      </a:lnTo>
                      <a:lnTo>
                        <a:pt x="527" y="68"/>
                      </a:lnTo>
                      <a:lnTo>
                        <a:pt x="558" y="95"/>
                      </a:lnTo>
                      <a:lnTo>
                        <a:pt x="586" y="127"/>
                      </a:lnTo>
                      <a:lnTo>
                        <a:pt x="609" y="162"/>
                      </a:lnTo>
                      <a:lnTo>
                        <a:pt x="628" y="200"/>
                      </a:lnTo>
                      <a:lnTo>
                        <a:pt x="642" y="239"/>
                      </a:lnTo>
                      <a:lnTo>
                        <a:pt x="651" y="283"/>
                      </a:lnTo>
                      <a:lnTo>
                        <a:pt x="654" y="327"/>
                      </a:lnTo>
                      <a:lnTo>
                        <a:pt x="651" y="369"/>
                      </a:lnTo>
                      <a:lnTo>
                        <a:pt x="642" y="409"/>
                      </a:lnTo>
                      <a:lnTo>
                        <a:pt x="629" y="447"/>
                      </a:lnTo>
                      <a:lnTo>
                        <a:pt x="612" y="483"/>
                      </a:lnTo>
                      <a:lnTo>
                        <a:pt x="833" y="692"/>
                      </a:lnTo>
                      <a:lnTo>
                        <a:pt x="792" y="729"/>
                      </a:lnTo>
                      <a:lnTo>
                        <a:pt x="754" y="768"/>
                      </a:lnTo>
                      <a:lnTo>
                        <a:pt x="720" y="811"/>
                      </a:lnTo>
                      <a:lnTo>
                        <a:pt x="499" y="603"/>
                      </a:lnTo>
                      <a:lnTo>
                        <a:pt x="461" y="624"/>
                      </a:lnTo>
                      <a:lnTo>
                        <a:pt x="418" y="640"/>
                      </a:lnTo>
                      <a:lnTo>
                        <a:pt x="374" y="650"/>
                      </a:lnTo>
                      <a:lnTo>
                        <a:pt x="327" y="653"/>
                      </a:lnTo>
                      <a:lnTo>
                        <a:pt x="283" y="651"/>
                      </a:lnTo>
                      <a:lnTo>
                        <a:pt x="240" y="642"/>
                      </a:lnTo>
                      <a:lnTo>
                        <a:pt x="200" y="628"/>
                      </a:lnTo>
                      <a:lnTo>
                        <a:pt x="162" y="609"/>
                      </a:lnTo>
                      <a:lnTo>
                        <a:pt x="127" y="585"/>
                      </a:lnTo>
                      <a:lnTo>
                        <a:pt x="96" y="558"/>
                      </a:lnTo>
                      <a:lnTo>
                        <a:pt x="68" y="527"/>
                      </a:lnTo>
                      <a:lnTo>
                        <a:pt x="45" y="491"/>
                      </a:lnTo>
                      <a:lnTo>
                        <a:pt x="26" y="454"/>
                      </a:lnTo>
                      <a:lnTo>
                        <a:pt x="11" y="414"/>
                      </a:lnTo>
                      <a:lnTo>
                        <a:pt x="4" y="371"/>
                      </a:lnTo>
                      <a:lnTo>
                        <a:pt x="0" y="327"/>
                      </a:lnTo>
                      <a:lnTo>
                        <a:pt x="4" y="283"/>
                      </a:lnTo>
                      <a:lnTo>
                        <a:pt x="11" y="239"/>
                      </a:lnTo>
                      <a:lnTo>
                        <a:pt x="26" y="200"/>
                      </a:lnTo>
                      <a:lnTo>
                        <a:pt x="45" y="162"/>
                      </a:lnTo>
                      <a:lnTo>
                        <a:pt x="68" y="127"/>
                      </a:lnTo>
                      <a:lnTo>
                        <a:pt x="96" y="95"/>
                      </a:lnTo>
                      <a:lnTo>
                        <a:pt x="127" y="68"/>
                      </a:lnTo>
                      <a:lnTo>
                        <a:pt x="162" y="44"/>
                      </a:lnTo>
                      <a:lnTo>
                        <a:pt x="200" y="25"/>
                      </a:lnTo>
                      <a:lnTo>
                        <a:pt x="240" y="12"/>
                      </a:lnTo>
                      <a:lnTo>
                        <a:pt x="283" y="3"/>
                      </a:lnTo>
                      <a:lnTo>
                        <a:pt x="327" y="0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25" name="Freeform 65"/>
                <p:cNvSpPr>
                  <a:spLocks/>
                </p:cNvSpPr>
                <p:nvPr/>
              </p:nvSpPr>
              <p:spPr bwMode="auto">
                <a:xfrm>
                  <a:off x="5307013" y="5026025"/>
                  <a:ext cx="136525" cy="179388"/>
                </a:xfrm>
                <a:custGeom>
                  <a:avLst/>
                  <a:gdLst>
                    <a:gd name="T0" fmla="*/ 524 w 852"/>
                    <a:gd name="T1" fmla="*/ 0 h 1132"/>
                    <a:gd name="T2" fmla="*/ 524 w 852"/>
                    <a:gd name="T3" fmla="*/ 0 h 1132"/>
                    <a:gd name="T4" fmla="*/ 569 w 852"/>
                    <a:gd name="T5" fmla="*/ 3 h 1132"/>
                    <a:gd name="T6" fmla="*/ 611 w 852"/>
                    <a:gd name="T7" fmla="*/ 12 h 1132"/>
                    <a:gd name="T8" fmla="*/ 652 w 852"/>
                    <a:gd name="T9" fmla="*/ 27 h 1132"/>
                    <a:gd name="T10" fmla="*/ 690 w 852"/>
                    <a:gd name="T11" fmla="*/ 45 h 1132"/>
                    <a:gd name="T12" fmla="*/ 724 w 852"/>
                    <a:gd name="T13" fmla="*/ 69 h 1132"/>
                    <a:gd name="T14" fmla="*/ 755 w 852"/>
                    <a:gd name="T15" fmla="*/ 96 h 1132"/>
                    <a:gd name="T16" fmla="*/ 783 w 852"/>
                    <a:gd name="T17" fmla="*/ 128 h 1132"/>
                    <a:gd name="T18" fmla="*/ 806 w 852"/>
                    <a:gd name="T19" fmla="*/ 162 h 1132"/>
                    <a:gd name="T20" fmla="*/ 825 w 852"/>
                    <a:gd name="T21" fmla="*/ 200 h 1132"/>
                    <a:gd name="T22" fmla="*/ 839 w 852"/>
                    <a:gd name="T23" fmla="*/ 241 h 1132"/>
                    <a:gd name="T24" fmla="*/ 848 w 852"/>
                    <a:gd name="T25" fmla="*/ 283 h 1132"/>
                    <a:gd name="T26" fmla="*/ 852 w 852"/>
                    <a:gd name="T27" fmla="*/ 327 h 1132"/>
                    <a:gd name="T28" fmla="*/ 848 w 852"/>
                    <a:gd name="T29" fmla="*/ 372 h 1132"/>
                    <a:gd name="T30" fmla="*/ 839 w 852"/>
                    <a:gd name="T31" fmla="*/ 414 h 1132"/>
                    <a:gd name="T32" fmla="*/ 825 w 852"/>
                    <a:gd name="T33" fmla="*/ 455 h 1132"/>
                    <a:gd name="T34" fmla="*/ 806 w 852"/>
                    <a:gd name="T35" fmla="*/ 492 h 1132"/>
                    <a:gd name="T36" fmla="*/ 783 w 852"/>
                    <a:gd name="T37" fmla="*/ 527 h 1132"/>
                    <a:gd name="T38" fmla="*/ 755 w 852"/>
                    <a:gd name="T39" fmla="*/ 558 h 1132"/>
                    <a:gd name="T40" fmla="*/ 724 w 852"/>
                    <a:gd name="T41" fmla="*/ 586 h 1132"/>
                    <a:gd name="T42" fmla="*/ 690 w 852"/>
                    <a:gd name="T43" fmla="*/ 609 h 1132"/>
                    <a:gd name="T44" fmla="*/ 652 w 852"/>
                    <a:gd name="T45" fmla="*/ 628 h 1132"/>
                    <a:gd name="T46" fmla="*/ 611 w 852"/>
                    <a:gd name="T47" fmla="*/ 642 h 1132"/>
                    <a:gd name="T48" fmla="*/ 569 w 852"/>
                    <a:gd name="T49" fmla="*/ 651 h 1132"/>
                    <a:gd name="T50" fmla="*/ 524 w 852"/>
                    <a:gd name="T51" fmla="*/ 654 h 1132"/>
                    <a:gd name="T52" fmla="*/ 493 w 852"/>
                    <a:gd name="T53" fmla="*/ 652 h 1132"/>
                    <a:gd name="T54" fmla="*/ 463 w 852"/>
                    <a:gd name="T55" fmla="*/ 647 h 1132"/>
                    <a:gd name="T56" fmla="*/ 434 w 852"/>
                    <a:gd name="T57" fmla="*/ 640 h 1132"/>
                    <a:gd name="T58" fmla="*/ 142 w 852"/>
                    <a:gd name="T59" fmla="*/ 1132 h 1132"/>
                    <a:gd name="T60" fmla="*/ 96 w 852"/>
                    <a:gd name="T61" fmla="*/ 1100 h 1132"/>
                    <a:gd name="T62" fmla="*/ 50 w 852"/>
                    <a:gd name="T63" fmla="*/ 1072 h 1132"/>
                    <a:gd name="T64" fmla="*/ 0 w 852"/>
                    <a:gd name="T65" fmla="*/ 1048 h 1132"/>
                    <a:gd name="T66" fmla="*/ 292 w 852"/>
                    <a:gd name="T67" fmla="*/ 557 h 1132"/>
                    <a:gd name="T68" fmla="*/ 265 w 852"/>
                    <a:gd name="T69" fmla="*/ 526 h 1132"/>
                    <a:gd name="T70" fmla="*/ 242 w 852"/>
                    <a:gd name="T71" fmla="*/ 491 h 1132"/>
                    <a:gd name="T72" fmla="*/ 223 w 852"/>
                    <a:gd name="T73" fmla="*/ 454 h 1132"/>
                    <a:gd name="T74" fmla="*/ 209 w 852"/>
                    <a:gd name="T75" fmla="*/ 414 h 1132"/>
                    <a:gd name="T76" fmla="*/ 201 w 852"/>
                    <a:gd name="T77" fmla="*/ 372 h 1132"/>
                    <a:gd name="T78" fmla="*/ 197 w 852"/>
                    <a:gd name="T79" fmla="*/ 327 h 1132"/>
                    <a:gd name="T80" fmla="*/ 201 w 852"/>
                    <a:gd name="T81" fmla="*/ 283 h 1132"/>
                    <a:gd name="T82" fmla="*/ 209 w 852"/>
                    <a:gd name="T83" fmla="*/ 240 h 1132"/>
                    <a:gd name="T84" fmla="*/ 223 w 852"/>
                    <a:gd name="T85" fmla="*/ 200 h 1132"/>
                    <a:gd name="T86" fmla="*/ 242 w 852"/>
                    <a:gd name="T87" fmla="*/ 162 h 1132"/>
                    <a:gd name="T88" fmla="*/ 266 w 852"/>
                    <a:gd name="T89" fmla="*/ 128 h 1132"/>
                    <a:gd name="T90" fmla="*/ 293 w 852"/>
                    <a:gd name="T91" fmla="*/ 96 h 1132"/>
                    <a:gd name="T92" fmla="*/ 325 w 852"/>
                    <a:gd name="T93" fmla="*/ 69 h 1132"/>
                    <a:gd name="T94" fmla="*/ 359 w 852"/>
                    <a:gd name="T95" fmla="*/ 45 h 1132"/>
                    <a:gd name="T96" fmla="*/ 397 w 852"/>
                    <a:gd name="T97" fmla="*/ 27 h 1132"/>
                    <a:gd name="T98" fmla="*/ 437 w 852"/>
                    <a:gd name="T99" fmla="*/ 12 h 1132"/>
                    <a:gd name="T100" fmla="*/ 480 w 852"/>
                    <a:gd name="T101" fmla="*/ 3 h 1132"/>
                    <a:gd name="T102" fmla="*/ 524 w 852"/>
                    <a:gd name="T103" fmla="*/ 0 h 113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</a:cxnLst>
                  <a:rect l="0" t="0" r="r" b="b"/>
                  <a:pathLst>
                    <a:path w="852" h="1132">
                      <a:moveTo>
                        <a:pt x="524" y="0"/>
                      </a:moveTo>
                      <a:lnTo>
                        <a:pt x="524" y="0"/>
                      </a:lnTo>
                      <a:lnTo>
                        <a:pt x="569" y="3"/>
                      </a:lnTo>
                      <a:lnTo>
                        <a:pt x="611" y="12"/>
                      </a:lnTo>
                      <a:lnTo>
                        <a:pt x="652" y="27"/>
                      </a:lnTo>
                      <a:lnTo>
                        <a:pt x="690" y="45"/>
                      </a:lnTo>
                      <a:lnTo>
                        <a:pt x="724" y="69"/>
                      </a:lnTo>
                      <a:lnTo>
                        <a:pt x="755" y="96"/>
                      </a:lnTo>
                      <a:lnTo>
                        <a:pt x="783" y="128"/>
                      </a:lnTo>
                      <a:lnTo>
                        <a:pt x="806" y="162"/>
                      </a:lnTo>
                      <a:lnTo>
                        <a:pt x="825" y="200"/>
                      </a:lnTo>
                      <a:lnTo>
                        <a:pt x="839" y="241"/>
                      </a:lnTo>
                      <a:lnTo>
                        <a:pt x="848" y="283"/>
                      </a:lnTo>
                      <a:lnTo>
                        <a:pt x="852" y="327"/>
                      </a:lnTo>
                      <a:lnTo>
                        <a:pt x="848" y="372"/>
                      </a:lnTo>
                      <a:lnTo>
                        <a:pt x="839" y="414"/>
                      </a:lnTo>
                      <a:lnTo>
                        <a:pt x="825" y="455"/>
                      </a:lnTo>
                      <a:lnTo>
                        <a:pt x="806" y="492"/>
                      </a:lnTo>
                      <a:lnTo>
                        <a:pt x="783" y="527"/>
                      </a:lnTo>
                      <a:lnTo>
                        <a:pt x="755" y="558"/>
                      </a:lnTo>
                      <a:lnTo>
                        <a:pt x="724" y="586"/>
                      </a:lnTo>
                      <a:lnTo>
                        <a:pt x="690" y="609"/>
                      </a:lnTo>
                      <a:lnTo>
                        <a:pt x="652" y="628"/>
                      </a:lnTo>
                      <a:lnTo>
                        <a:pt x="611" y="642"/>
                      </a:lnTo>
                      <a:lnTo>
                        <a:pt x="569" y="651"/>
                      </a:lnTo>
                      <a:lnTo>
                        <a:pt x="524" y="654"/>
                      </a:lnTo>
                      <a:lnTo>
                        <a:pt x="493" y="652"/>
                      </a:lnTo>
                      <a:lnTo>
                        <a:pt x="463" y="647"/>
                      </a:lnTo>
                      <a:lnTo>
                        <a:pt x="434" y="640"/>
                      </a:lnTo>
                      <a:lnTo>
                        <a:pt x="142" y="1132"/>
                      </a:lnTo>
                      <a:lnTo>
                        <a:pt x="96" y="1100"/>
                      </a:lnTo>
                      <a:lnTo>
                        <a:pt x="50" y="1072"/>
                      </a:lnTo>
                      <a:lnTo>
                        <a:pt x="0" y="1048"/>
                      </a:lnTo>
                      <a:lnTo>
                        <a:pt x="292" y="557"/>
                      </a:lnTo>
                      <a:lnTo>
                        <a:pt x="265" y="526"/>
                      </a:lnTo>
                      <a:lnTo>
                        <a:pt x="242" y="491"/>
                      </a:lnTo>
                      <a:lnTo>
                        <a:pt x="223" y="454"/>
                      </a:lnTo>
                      <a:lnTo>
                        <a:pt x="209" y="414"/>
                      </a:lnTo>
                      <a:lnTo>
                        <a:pt x="201" y="372"/>
                      </a:lnTo>
                      <a:lnTo>
                        <a:pt x="197" y="327"/>
                      </a:lnTo>
                      <a:lnTo>
                        <a:pt x="201" y="283"/>
                      </a:lnTo>
                      <a:lnTo>
                        <a:pt x="209" y="240"/>
                      </a:lnTo>
                      <a:lnTo>
                        <a:pt x="223" y="200"/>
                      </a:lnTo>
                      <a:lnTo>
                        <a:pt x="242" y="162"/>
                      </a:lnTo>
                      <a:lnTo>
                        <a:pt x="266" y="128"/>
                      </a:lnTo>
                      <a:lnTo>
                        <a:pt x="293" y="96"/>
                      </a:lnTo>
                      <a:lnTo>
                        <a:pt x="325" y="69"/>
                      </a:lnTo>
                      <a:lnTo>
                        <a:pt x="359" y="45"/>
                      </a:lnTo>
                      <a:lnTo>
                        <a:pt x="397" y="27"/>
                      </a:lnTo>
                      <a:lnTo>
                        <a:pt x="437" y="12"/>
                      </a:lnTo>
                      <a:lnTo>
                        <a:pt x="480" y="3"/>
                      </a:lnTo>
                      <a:lnTo>
                        <a:pt x="524" y="0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26" name="Freeform 66"/>
                <p:cNvSpPr>
                  <a:spLocks/>
                </p:cNvSpPr>
                <p:nvPr/>
              </p:nvSpPr>
              <p:spPr bwMode="auto">
                <a:xfrm>
                  <a:off x="5375276" y="5272088"/>
                  <a:ext cx="166688" cy="103188"/>
                </a:xfrm>
                <a:custGeom>
                  <a:avLst/>
                  <a:gdLst>
                    <a:gd name="T0" fmla="*/ 729 w 1055"/>
                    <a:gd name="T1" fmla="*/ 0 h 653"/>
                    <a:gd name="T2" fmla="*/ 773 w 1055"/>
                    <a:gd name="T3" fmla="*/ 2 h 653"/>
                    <a:gd name="T4" fmla="*/ 816 w 1055"/>
                    <a:gd name="T5" fmla="*/ 11 h 653"/>
                    <a:gd name="T6" fmla="*/ 856 w 1055"/>
                    <a:gd name="T7" fmla="*/ 25 h 653"/>
                    <a:gd name="T8" fmla="*/ 893 w 1055"/>
                    <a:gd name="T9" fmla="*/ 44 h 653"/>
                    <a:gd name="T10" fmla="*/ 929 w 1055"/>
                    <a:gd name="T11" fmla="*/ 68 h 653"/>
                    <a:gd name="T12" fmla="*/ 960 w 1055"/>
                    <a:gd name="T13" fmla="*/ 95 h 653"/>
                    <a:gd name="T14" fmla="*/ 988 w 1055"/>
                    <a:gd name="T15" fmla="*/ 126 h 653"/>
                    <a:gd name="T16" fmla="*/ 1011 w 1055"/>
                    <a:gd name="T17" fmla="*/ 162 h 653"/>
                    <a:gd name="T18" fmla="*/ 1030 w 1055"/>
                    <a:gd name="T19" fmla="*/ 200 h 653"/>
                    <a:gd name="T20" fmla="*/ 1044 w 1055"/>
                    <a:gd name="T21" fmla="*/ 239 h 653"/>
                    <a:gd name="T22" fmla="*/ 1053 w 1055"/>
                    <a:gd name="T23" fmla="*/ 282 h 653"/>
                    <a:gd name="T24" fmla="*/ 1055 w 1055"/>
                    <a:gd name="T25" fmla="*/ 326 h 653"/>
                    <a:gd name="T26" fmla="*/ 1053 w 1055"/>
                    <a:gd name="T27" fmla="*/ 370 h 653"/>
                    <a:gd name="T28" fmla="*/ 1044 w 1055"/>
                    <a:gd name="T29" fmla="*/ 414 h 653"/>
                    <a:gd name="T30" fmla="*/ 1030 w 1055"/>
                    <a:gd name="T31" fmla="*/ 454 h 653"/>
                    <a:gd name="T32" fmla="*/ 1011 w 1055"/>
                    <a:gd name="T33" fmla="*/ 491 h 653"/>
                    <a:gd name="T34" fmla="*/ 988 w 1055"/>
                    <a:gd name="T35" fmla="*/ 526 h 653"/>
                    <a:gd name="T36" fmla="*/ 960 w 1055"/>
                    <a:gd name="T37" fmla="*/ 558 h 653"/>
                    <a:gd name="T38" fmla="*/ 929 w 1055"/>
                    <a:gd name="T39" fmla="*/ 584 h 653"/>
                    <a:gd name="T40" fmla="*/ 893 w 1055"/>
                    <a:gd name="T41" fmla="*/ 609 h 653"/>
                    <a:gd name="T42" fmla="*/ 856 w 1055"/>
                    <a:gd name="T43" fmla="*/ 628 h 653"/>
                    <a:gd name="T44" fmla="*/ 816 w 1055"/>
                    <a:gd name="T45" fmla="*/ 641 h 653"/>
                    <a:gd name="T46" fmla="*/ 773 w 1055"/>
                    <a:gd name="T47" fmla="*/ 650 h 653"/>
                    <a:gd name="T48" fmla="*/ 729 w 1055"/>
                    <a:gd name="T49" fmla="*/ 653 h 653"/>
                    <a:gd name="T50" fmla="*/ 685 w 1055"/>
                    <a:gd name="T51" fmla="*/ 650 h 653"/>
                    <a:gd name="T52" fmla="*/ 644 w 1055"/>
                    <a:gd name="T53" fmla="*/ 642 h 653"/>
                    <a:gd name="T54" fmla="*/ 604 w 1055"/>
                    <a:gd name="T55" fmla="*/ 628 h 653"/>
                    <a:gd name="T56" fmla="*/ 566 w 1055"/>
                    <a:gd name="T57" fmla="*/ 610 h 653"/>
                    <a:gd name="T58" fmla="*/ 532 w 1055"/>
                    <a:gd name="T59" fmla="*/ 587 h 653"/>
                    <a:gd name="T60" fmla="*/ 501 w 1055"/>
                    <a:gd name="T61" fmla="*/ 560 h 653"/>
                    <a:gd name="T62" fmla="*/ 474 w 1055"/>
                    <a:gd name="T63" fmla="*/ 529 h 653"/>
                    <a:gd name="T64" fmla="*/ 450 w 1055"/>
                    <a:gd name="T65" fmla="*/ 495 h 653"/>
                    <a:gd name="T66" fmla="*/ 431 w 1055"/>
                    <a:gd name="T67" fmla="*/ 458 h 653"/>
                    <a:gd name="T68" fmla="*/ 416 w 1055"/>
                    <a:gd name="T69" fmla="*/ 419 h 653"/>
                    <a:gd name="T70" fmla="*/ 407 w 1055"/>
                    <a:gd name="T71" fmla="*/ 377 h 653"/>
                    <a:gd name="T72" fmla="*/ 0 w 1055"/>
                    <a:gd name="T73" fmla="*/ 337 h 653"/>
                    <a:gd name="T74" fmla="*/ 9 w 1055"/>
                    <a:gd name="T75" fmla="*/ 287 h 653"/>
                    <a:gd name="T76" fmla="*/ 15 w 1055"/>
                    <a:gd name="T77" fmla="*/ 235 h 653"/>
                    <a:gd name="T78" fmla="*/ 17 w 1055"/>
                    <a:gd name="T79" fmla="*/ 182 h 653"/>
                    <a:gd name="T80" fmla="*/ 16 w 1055"/>
                    <a:gd name="T81" fmla="*/ 173 h 653"/>
                    <a:gd name="T82" fmla="*/ 423 w 1055"/>
                    <a:gd name="T83" fmla="*/ 214 h 653"/>
                    <a:gd name="T84" fmla="*/ 441 w 1055"/>
                    <a:gd name="T85" fmla="*/ 173 h 653"/>
                    <a:gd name="T86" fmla="*/ 464 w 1055"/>
                    <a:gd name="T87" fmla="*/ 136 h 653"/>
                    <a:gd name="T88" fmla="*/ 492 w 1055"/>
                    <a:gd name="T89" fmla="*/ 103 h 653"/>
                    <a:gd name="T90" fmla="*/ 524 w 1055"/>
                    <a:gd name="T91" fmla="*/ 73 h 653"/>
                    <a:gd name="T92" fmla="*/ 558 w 1055"/>
                    <a:gd name="T93" fmla="*/ 48 h 653"/>
                    <a:gd name="T94" fmla="*/ 597 w 1055"/>
                    <a:gd name="T95" fmla="*/ 28 h 653"/>
                    <a:gd name="T96" fmla="*/ 639 w 1055"/>
                    <a:gd name="T97" fmla="*/ 12 h 653"/>
                    <a:gd name="T98" fmla="*/ 683 w 1055"/>
                    <a:gd name="T99" fmla="*/ 3 h 653"/>
                    <a:gd name="T100" fmla="*/ 729 w 1055"/>
                    <a:gd name="T101" fmla="*/ 0 h 65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</a:cxnLst>
                  <a:rect l="0" t="0" r="r" b="b"/>
                  <a:pathLst>
                    <a:path w="1055" h="653">
                      <a:moveTo>
                        <a:pt x="729" y="0"/>
                      </a:moveTo>
                      <a:lnTo>
                        <a:pt x="773" y="2"/>
                      </a:lnTo>
                      <a:lnTo>
                        <a:pt x="816" y="11"/>
                      </a:lnTo>
                      <a:lnTo>
                        <a:pt x="856" y="25"/>
                      </a:lnTo>
                      <a:lnTo>
                        <a:pt x="893" y="44"/>
                      </a:lnTo>
                      <a:lnTo>
                        <a:pt x="929" y="68"/>
                      </a:lnTo>
                      <a:lnTo>
                        <a:pt x="960" y="95"/>
                      </a:lnTo>
                      <a:lnTo>
                        <a:pt x="988" y="126"/>
                      </a:lnTo>
                      <a:lnTo>
                        <a:pt x="1011" y="162"/>
                      </a:lnTo>
                      <a:lnTo>
                        <a:pt x="1030" y="200"/>
                      </a:lnTo>
                      <a:lnTo>
                        <a:pt x="1044" y="239"/>
                      </a:lnTo>
                      <a:lnTo>
                        <a:pt x="1053" y="282"/>
                      </a:lnTo>
                      <a:lnTo>
                        <a:pt x="1055" y="326"/>
                      </a:lnTo>
                      <a:lnTo>
                        <a:pt x="1053" y="370"/>
                      </a:lnTo>
                      <a:lnTo>
                        <a:pt x="1044" y="414"/>
                      </a:lnTo>
                      <a:lnTo>
                        <a:pt x="1030" y="454"/>
                      </a:lnTo>
                      <a:lnTo>
                        <a:pt x="1011" y="491"/>
                      </a:lnTo>
                      <a:lnTo>
                        <a:pt x="988" y="526"/>
                      </a:lnTo>
                      <a:lnTo>
                        <a:pt x="960" y="558"/>
                      </a:lnTo>
                      <a:lnTo>
                        <a:pt x="929" y="584"/>
                      </a:lnTo>
                      <a:lnTo>
                        <a:pt x="893" y="609"/>
                      </a:lnTo>
                      <a:lnTo>
                        <a:pt x="856" y="628"/>
                      </a:lnTo>
                      <a:lnTo>
                        <a:pt x="816" y="641"/>
                      </a:lnTo>
                      <a:lnTo>
                        <a:pt x="773" y="650"/>
                      </a:lnTo>
                      <a:lnTo>
                        <a:pt x="729" y="653"/>
                      </a:lnTo>
                      <a:lnTo>
                        <a:pt x="685" y="650"/>
                      </a:lnTo>
                      <a:lnTo>
                        <a:pt x="644" y="642"/>
                      </a:lnTo>
                      <a:lnTo>
                        <a:pt x="604" y="628"/>
                      </a:lnTo>
                      <a:lnTo>
                        <a:pt x="566" y="610"/>
                      </a:lnTo>
                      <a:lnTo>
                        <a:pt x="532" y="587"/>
                      </a:lnTo>
                      <a:lnTo>
                        <a:pt x="501" y="560"/>
                      </a:lnTo>
                      <a:lnTo>
                        <a:pt x="474" y="529"/>
                      </a:lnTo>
                      <a:lnTo>
                        <a:pt x="450" y="495"/>
                      </a:lnTo>
                      <a:lnTo>
                        <a:pt x="431" y="458"/>
                      </a:lnTo>
                      <a:lnTo>
                        <a:pt x="416" y="419"/>
                      </a:lnTo>
                      <a:lnTo>
                        <a:pt x="407" y="377"/>
                      </a:lnTo>
                      <a:lnTo>
                        <a:pt x="0" y="337"/>
                      </a:lnTo>
                      <a:lnTo>
                        <a:pt x="9" y="287"/>
                      </a:lnTo>
                      <a:lnTo>
                        <a:pt x="15" y="235"/>
                      </a:lnTo>
                      <a:lnTo>
                        <a:pt x="17" y="182"/>
                      </a:lnTo>
                      <a:lnTo>
                        <a:pt x="16" y="173"/>
                      </a:lnTo>
                      <a:lnTo>
                        <a:pt x="423" y="214"/>
                      </a:lnTo>
                      <a:lnTo>
                        <a:pt x="441" y="173"/>
                      </a:lnTo>
                      <a:lnTo>
                        <a:pt x="464" y="136"/>
                      </a:lnTo>
                      <a:lnTo>
                        <a:pt x="492" y="103"/>
                      </a:lnTo>
                      <a:lnTo>
                        <a:pt x="524" y="73"/>
                      </a:lnTo>
                      <a:lnTo>
                        <a:pt x="558" y="48"/>
                      </a:lnTo>
                      <a:lnTo>
                        <a:pt x="597" y="28"/>
                      </a:lnTo>
                      <a:lnTo>
                        <a:pt x="639" y="12"/>
                      </a:lnTo>
                      <a:lnTo>
                        <a:pt x="683" y="3"/>
                      </a:lnTo>
                      <a:lnTo>
                        <a:pt x="729" y="0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27" name="Freeform 67"/>
                <p:cNvSpPr>
                  <a:spLocks/>
                </p:cNvSpPr>
                <p:nvPr/>
              </p:nvSpPr>
              <p:spPr bwMode="auto">
                <a:xfrm>
                  <a:off x="5259388" y="5411788"/>
                  <a:ext cx="103188" cy="166688"/>
                </a:xfrm>
                <a:custGeom>
                  <a:avLst/>
                  <a:gdLst>
                    <a:gd name="T0" fmla="*/ 246 w 654"/>
                    <a:gd name="T1" fmla="*/ 0 h 1049"/>
                    <a:gd name="T2" fmla="*/ 337 w 654"/>
                    <a:gd name="T3" fmla="*/ 397 h 1049"/>
                    <a:gd name="T4" fmla="*/ 383 w 654"/>
                    <a:gd name="T5" fmla="*/ 402 h 1049"/>
                    <a:gd name="T6" fmla="*/ 429 w 654"/>
                    <a:gd name="T7" fmla="*/ 413 h 1049"/>
                    <a:gd name="T8" fmla="*/ 471 w 654"/>
                    <a:gd name="T9" fmla="*/ 431 h 1049"/>
                    <a:gd name="T10" fmla="*/ 510 w 654"/>
                    <a:gd name="T11" fmla="*/ 453 h 1049"/>
                    <a:gd name="T12" fmla="*/ 545 w 654"/>
                    <a:gd name="T13" fmla="*/ 480 h 1049"/>
                    <a:gd name="T14" fmla="*/ 576 w 654"/>
                    <a:gd name="T15" fmla="*/ 513 h 1049"/>
                    <a:gd name="T16" fmla="*/ 603 w 654"/>
                    <a:gd name="T17" fmla="*/ 548 h 1049"/>
                    <a:gd name="T18" fmla="*/ 624 w 654"/>
                    <a:gd name="T19" fmla="*/ 588 h 1049"/>
                    <a:gd name="T20" fmla="*/ 641 w 654"/>
                    <a:gd name="T21" fmla="*/ 630 h 1049"/>
                    <a:gd name="T22" fmla="*/ 651 w 654"/>
                    <a:gd name="T23" fmla="*/ 676 h 1049"/>
                    <a:gd name="T24" fmla="*/ 654 w 654"/>
                    <a:gd name="T25" fmla="*/ 723 h 1049"/>
                    <a:gd name="T26" fmla="*/ 651 w 654"/>
                    <a:gd name="T27" fmla="*/ 768 h 1049"/>
                    <a:gd name="T28" fmla="*/ 642 w 654"/>
                    <a:gd name="T29" fmla="*/ 810 h 1049"/>
                    <a:gd name="T30" fmla="*/ 628 w 654"/>
                    <a:gd name="T31" fmla="*/ 850 h 1049"/>
                    <a:gd name="T32" fmla="*/ 608 w 654"/>
                    <a:gd name="T33" fmla="*/ 887 h 1049"/>
                    <a:gd name="T34" fmla="*/ 585 w 654"/>
                    <a:gd name="T35" fmla="*/ 923 h 1049"/>
                    <a:gd name="T36" fmla="*/ 557 w 654"/>
                    <a:gd name="T37" fmla="*/ 954 h 1049"/>
                    <a:gd name="T38" fmla="*/ 526 w 654"/>
                    <a:gd name="T39" fmla="*/ 982 h 1049"/>
                    <a:gd name="T40" fmla="*/ 492 w 654"/>
                    <a:gd name="T41" fmla="*/ 1005 h 1049"/>
                    <a:gd name="T42" fmla="*/ 454 w 654"/>
                    <a:gd name="T43" fmla="*/ 1024 h 1049"/>
                    <a:gd name="T44" fmla="*/ 413 w 654"/>
                    <a:gd name="T45" fmla="*/ 1038 h 1049"/>
                    <a:gd name="T46" fmla="*/ 371 w 654"/>
                    <a:gd name="T47" fmla="*/ 1047 h 1049"/>
                    <a:gd name="T48" fmla="*/ 327 w 654"/>
                    <a:gd name="T49" fmla="*/ 1049 h 1049"/>
                    <a:gd name="T50" fmla="*/ 282 w 654"/>
                    <a:gd name="T51" fmla="*/ 1047 h 1049"/>
                    <a:gd name="T52" fmla="*/ 240 w 654"/>
                    <a:gd name="T53" fmla="*/ 1038 h 1049"/>
                    <a:gd name="T54" fmla="*/ 199 w 654"/>
                    <a:gd name="T55" fmla="*/ 1024 h 1049"/>
                    <a:gd name="T56" fmla="*/ 161 w 654"/>
                    <a:gd name="T57" fmla="*/ 1005 h 1049"/>
                    <a:gd name="T58" fmla="*/ 127 w 654"/>
                    <a:gd name="T59" fmla="*/ 982 h 1049"/>
                    <a:gd name="T60" fmla="*/ 96 w 654"/>
                    <a:gd name="T61" fmla="*/ 954 h 1049"/>
                    <a:gd name="T62" fmla="*/ 68 w 654"/>
                    <a:gd name="T63" fmla="*/ 923 h 1049"/>
                    <a:gd name="T64" fmla="*/ 45 w 654"/>
                    <a:gd name="T65" fmla="*/ 887 h 1049"/>
                    <a:gd name="T66" fmla="*/ 26 w 654"/>
                    <a:gd name="T67" fmla="*/ 850 h 1049"/>
                    <a:gd name="T68" fmla="*/ 12 w 654"/>
                    <a:gd name="T69" fmla="*/ 810 h 1049"/>
                    <a:gd name="T70" fmla="*/ 3 w 654"/>
                    <a:gd name="T71" fmla="*/ 768 h 1049"/>
                    <a:gd name="T72" fmla="*/ 0 w 654"/>
                    <a:gd name="T73" fmla="*/ 723 h 1049"/>
                    <a:gd name="T74" fmla="*/ 3 w 654"/>
                    <a:gd name="T75" fmla="*/ 677 h 1049"/>
                    <a:gd name="T76" fmla="*/ 13 w 654"/>
                    <a:gd name="T77" fmla="*/ 632 h 1049"/>
                    <a:gd name="T78" fmla="*/ 28 w 654"/>
                    <a:gd name="T79" fmla="*/ 591 h 1049"/>
                    <a:gd name="T80" fmla="*/ 49 w 654"/>
                    <a:gd name="T81" fmla="*/ 553 h 1049"/>
                    <a:gd name="T82" fmla="*/ 75 w 654"/>
                    <a:gd name="T83" fmla="*/ 517 h 1049"/>
                    <a:gd name="T84" fmla="*/ 105 w 654"/>
                    <a:gd name="T85" fmla="*/ 485 h 1049"/>
                    <a:gd name="T86" fmla="*/ 139 w 654"/>
                    <a:gd name="T87" fmla="*/ 457 h 1049"/>
                    <a:gd name="T88" fmla="*/ 177 w 654"/>
                    <a:gd name="T89" fmla="*/ 435 h 1049"/>
                    <a:gd name="T90" fmla="*/ 85 w 654"/>
                    <a:gd name="T91" fmla="*/ 37 h 1049"/>
                    <a:gd name="T92" fmla="*/ 140 w 654"/>
                    <a:gd name="T93" fmla="*/ 28 h 1049"/>
                    <a:gd name="T94" fmla="*/ 194 w 654"/>
                    <a:gd name="T95" fmla="*/ 16 h 1049"/>
                    <a:gd name="T96" fmla="*/ 246 w 654"/>
                    <a:gd name="T97" fmla="*/ 0 h 104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</a:cxnLst>
                  <a:rect l="0" t="0" r="r" b="b"/>
                  <a:pathLst>
                    <a:path w="654" h="1049">
                      <a:moveTo>
                        <a:pt x="246" y="0"/>
                      </a:moveTo>
                      <a:lnTo>
                        <a:pt x="337" y="397"/>
                      </a:lnTo>
                      <a:lnTo>
                        <a:pt x="383" y="402"/>
                      </a:lnTo>
                      <a:lnTo>
                        <a:pt x="429" y="413"/>
                      </a:lnTo>
                      <a:lnTo>
                        <a:pt x="471" y="431"/>
                      </a:lnTo>
                      <a:lnTo>
                        <a:pt x="510" y="453"/>
                      </a:lnTo>
                      <a:lnTo>
                        <a:pt x="545" y="480"/>
                      </a:lnTo>
                      <a:lnTo>
                        <a:pt x="576" y="513"/>
                      </a:lnTo>
                      <a:lnTo>
                        <a:pt x="603" y="548"/>
                      </a:lnTo>
                      <a:lnTo>
                        <a:pt x="624" y="588"/>
                      </a:lnTo>
                      <a:lnTo>
                        <a:pt x="641" y="630"/>
                      </a:lnTo>
                      <a:lnTo>
                        <a:pt x="651" y="676"/>
                      </a:lnTo>
                      <a:lnTo>
                        <a:pt x="654" y="723"/>
                      </a:lnTo>
                      <a:lnTo>
                        <a:pt x="651" y="768"/>
                      </a:lnTo>
                      <a:lnTo>
                        <a:pt x="642" y="810"/>
                      </a:lnTo>
                      <a:lnTo>
                        <a:pt x="628" y="850"/>
                      </a:lnTo>
                      <a:lnTo>
                        <a:pt x="608" y="887"/>
                      </a:lnTo>
                      <a:lnTo>
                        <a:pt x="585" y="923"/>
                      </a:lnTo>
                      <a:lnTo>
                        <a:pt x="557" y="954"/>
                      </a:lnTo>
                      <a:lnTo>
                        <a:pt x="526" y="982"/>
                      </a:lnTo>
                      <a:lnTo>
                        <a:pt x="492" y="1005"/>
                      </a:lnTo>
                      <a:lnTo>
                        <a:pt x="454" y="1024"/>
                      </a:lnTo>
                      <a:lnTo>
                        <a:pt x="413" y="1038"/>
                      </a:lnTo>
                      <a:lnTo>
                        <a:pt x="371" y="1047"/>
                      </a:lnTo>
                      <a:lnTo>
                        <a:pt x="327" y="1049"/>
                      </a:lnTo>
                      <a:lnTo>
                        <a:pt x="282" y="1047"/>
                      </a:lnTo>
                      <a:lnTo>
                        <a:pt x="240" y="1038"/>
                      </a:lnTo>
                      <a:lnTo>
                        <a:pt x="199" y="1024"/>
                      </a:lnTo>
                      <a:lnTo>
                        <a:pt x="161" y="1005"/>
                      </a:lnTo>
                      <a:lnTo>
                        <a:pt x="127" y="982"/>
                      </a:lnTo>
                      <a:lnTo>
                        <a:pt x="96" y="954"/>
                      </a:lnTo>
                      <a:lnTo>
                        <a:pt x="68" y="923"/>
                      </a:lnTo>
                      <a:lnTo>
                        <a:pt x="45" y="887"/>
                      </a:lnTo>
                      <a:lnTo>
                        <a:pt x="26" y="850"/>
                      </a:lnTo>
                      <a:lnTo>
                        <a:pt x="12" y="810"/>
                      </a:lnTo>
                      <a:lnTo>
                        <a:pt x="3" y="768"/>
                      </a:lnTo>
                      <a:lnTo>
                        <a:pt x="0" y="723"/>
                      </a:lnTo>
                      <a:lnTo>
                        <a:pt x="3" y="677"/>
                      </a:lnTo>
                      <a:lnTo>
                        <a:pt x="13" y="632"/>
                      </a:lnTo>
                      <a:lnTo>
                        <a:pt x="28" y="591"/>
                      </a:lnTo>
                      <a:lnTo>
                        <a:pt x="49" y="553"/>
                      </a:lnTo>
                      <a:lnTo>
                        <a:pt x="75" y="517"/>
                      </a:lnTo>
                      <a:lnTo>
                        <a:pt x="105" y="485"/>
                      </a:lnTo>
                      <a:lnTo>
                        <a:pt x="139" y="457"/>
                      </a:lnTo>
                      <a:lnTo>
                        <a:pt x="177" y="435"/>
                      </a:lnTo>
                      <a:lnTo>
                        <a:pt x="85" y="37"/>
                      </a:lnTo>
                      <a:lnTo>
                        <a:pt x="140" y="28"/>
                      </a:lnTo>
                      <a:lnTo>
                        <a:pt x="194" y="16"/>
                      </a:lnTo>
                      <a:lnTo>
                        <a:pt x="246" y="0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28" name="Freeform 68"/>
                <p:cNvSpPr>
                  <a:spLocks/>
                </p:cNvSpPr>
                <p:nvPr/>
              </p:nvSpPr>
              <p:spPr bwMode="auto">
                <a:xfrm>
                  <a:off x="4967288" y="5326063"/>
                  <a:ext cx="184150" cy="106363"/>
                </a:xfrm>
                <a:custGeom>
                  <a:avLst/>
                  <a:gdLst>
                    <a:gd name="T0" fmla="*/ 1106 w 1159"/>
                    <a:gd name="T1" fmla="*/ 0 h 675"/>
                    <a:gd name="T2" fmla="*/ 1120 w 1159"/>
                    <a:gd name="T3" fmla="*/ 54 h 675"/>
                    <a:gd name="T4" fmla="*/ 1138 w 1159"/>
                    <a:gd name="T5" fmla="*/ 106 h 675"/>
                    <a:gd name="T6" fmla="*/ 1159 w 1159"/>
                    <a:gd name="T7" fmla="*/ 156 h 675"/>
                    <a:gd name="T8" fmla="*/ 651 w 1159"/>
                    <a:gd name="T9" fmla="*/ 326 h 675"/>
                    <a:gd name="T10" fmla="*/ 652 w 1159"/>
                    <a:gd name="T11" fmla="*/ 336 h 675"/>
                    <a:gd name="T12" fmla="*/ 653 w 1159"/>
                    <a:gd name="T13" fmla="*/ 348 h 675"/>
                    <a:gd name="T14" fmla="*/ 651 w 1159"/>
                    <a:gd name="T15" fmla="*/ 392 h 675"/>
                    <a:gd name="T16" fmla="*/ 642 w 1159"/>
                    <a:gd name="T17" fmla="*/ 435 h 675"/>
                    <a:gd name="T18" fmla="*/ 628 w 1159"/>
                    <a:gd name="T19" fmla="*/ 475 h 675"/>
                    <a:gd name="T20" fmla="*/ 609 w 1159"/>
                    <a:gd name="T21" fmla="*/ 513 h 675"/>
                    <a:gd name="T22" fmla="*/ 586 w 1159"/>
                    <a:gd name="T23" fmla="*/ 547 h 675"/>
                    <a:gd name="T24" fmla="*/ 558 w 1159"/>
                    <a:gd name="T25" fmla="*/ 579 h 675"/>
                    <a:gd name="T26" fmla="*/ 527 w 1159"/>
                    <a:gd name="T27" fmla="*/ 607 h 675"/>
                    <a:gd name="T28" fmla="*/ 491 w 1159"/>
                    <a:gd name="T29" fmla="*/ 630 h 675"/>
                    <a:gd name="T30" fmla="*/ 454 w 1159"/>
                    <a:gd name="T31" fmla="*/ 649 h 675"/>
                    <a:gd name="T32" fmla="*/ 414 w 1159"/>
                    <a:gd name="T33" fmla="*/ 664 h 675"/>
                    <a:gd name="T34" fmla="*/ 370 w 1159"/>
                    <a:gd name="T35" fmla="*/ 671 h 675"/>
                    <a:gd name="T36" fmla="*/ 326 w 1159"/>
                    <a:gd name="T37" fmla="*/ 675 h 675"/>
                    <a:gd name="T38" fmla="*/ 282 w 1159"/>
                    <a:gd name="T39" fmla="*/ 671 h 675"/>
                    <a:gd name="T40" fmla="*/ 240 w 1159"/>
                    <a:gd name="T41" fmla="*/ 664 h 675"/>
                    <a:gd name="T42" fmla="*/ 200 w 1159"/>
                    <a:gd name="T43" fmla="*/ 649 h 675"/>
                    <a:gd name="T44" fmla="*/ 162 w 1159"/>
                    <a:gd name="T45" fmla="*/ 630 h 675"/>
                    <a:gd name="T46" fmla="*/ 126 w 1159"/>
                    <a:gd name="T47" fmla="*/ 607 h 675"/>
                    <a:gd name="T48" fmla="*/ 95 w 1159"/>
                    <a:gd name="T49" fmla="*/ 579 h 675"/>
                    <a:gd name="T50" fmla="*/ 68 w 1159"/>
                    <a:gd name="T51" fmla="*/ 547 h 675"/>
                    <a:gd name="T52" fmla="*/ 44 w 1159"/>
                    <a:gd name="T53" fmla="*/ 513 h 675"/>
                    <a:gd name="T54" fmla="*/ 26 w 1159"/>
                    <a:gd name="T55" fmla="*/ 475 h 675"/>
                    <a:gd name="T56" fmla="*/ 12 w 1159"/>
                    <a:gd name="T57" fmla="*/ 435 h 675"/>
                    <a:gd name="T58" fmla="*/ 3 w 1159"/>
                    <a:gd name="T59" fmla="*/ 392 h 675"/>
                    <a:gd name="T60" fmla="*/ 0 w 1159"/>
                    <a:gd name="T61" fmla="*/ 348 h 675"/>
                    <a:gd name="T62" fmla="*/ 3 w 1159"/>
                    <a:gd name="T63" fmla="*/ 303 h 675"/>
                    <a:gd name="T64" fmla="*/ 12 w 1159"/>
                    <a:gd name="T65" fmla="*/ 261 h 675"/>
                    <a:gd name="T66" fmla="*/ 26 w 1159"/>
                    <a:gd name="T67" fmla="*/ 221 h 675"/>
                    <a:gd name="T68" fmla="*/ 44 w 1159"/>
                    <a:gd name="T69" fmla="*/ 183 h 675"/>
                    <a:gd name="T70" fmla="*/ 68 w 1159"/>
                    <a:gd name="T71" fmla="*/ 148 h 675"/>
                    <a:gd name="T72" fmla="*/ 95 w 1159"/>
                    <a:gd name="T73" fmla="*/ 117 h 675"/>
                    <a:gd name="T74" fmla="*/ 126 w 1159"/>
                    <a:gd name="T75" fmla="*/ 89 h 675"/>
                    <a:gd name="T76" fmla="*/ 162 w 1159"/>
                    <a:gd name="T77" fmla="*/ 66 h 675"/>
                    <a:gd name="T78" fmla="*/ 200 w 1159"/>
                    <a:gd name="T79" fmla="*/ 47 h 675"/>
                    <a:gd name="T80" fmla="*/ 240 w 1159"/>
                    <a:gd name="T81" fmla="*/ 33 h 675"/>
                    <a:gd name="T82" fmla="*/ 282 w 1159"/>
                    <a:gd name="T83" fmla="*/ 25 h 675"/>
                    <a:gd name="T84" fmla="*/ 326 w 1159"/>
                    <a:gd name="T85" fmla="*/ 21 h 675"/>
                    <a:gd name="T86" fmla="*/ 369 w 1159"/>
                    <a:gd name="T87" fmla="*/ 24 h 675"/>
                    <a:gd name="T88" fmla="*/ 409 w 1159"/>
                    <a:gd name="T89" fmla="*/ 33 h 675"/>
                    <a:gd name="T90" fmla="*/ 448 w 1159"/>
                    <a:gd name="T91" fmla="*/ 45 h 675"/>
                    <a:gd name="T92" fmla="*/ 485 w 1159"/>
                    <a:gd name="T93" fmla="*/ 63 h 675"/>
                    <a:gd name="T94" fmla="*/ 518 w 1159"/>
                    <a:gd name="T95" fmla="*/ 84 h 675"/>
                    <a:gd name="T96" fmla="*/ 549 w 1159"/>
                    <a:gd name="T97" fmla="*/ 109 h 675"/>
                    <a:gd name="T98" fmla="*/ 577 w 1159"/>
                    <a:gd name="T99" fmla="*/ 138 h 675"/>
                    <a:gd name="T100" fmla="*/ 600 w 1159"/>
                    <a:gd name="T101" fmla="*/ 170 h 675"/>
                    <a:gd name="T102" fmla="*/ 1106 w 1159"/>
                    <a:gd name="T103" fmla="*/ 0 h 6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</a:cxnLst>
                  <a:rect l="0" t="0" r="r" b="b"/>
                  <a:pathLst>
                    <a:path w="1159" h="675">
                      <a:moveTo>
                        <a:pt x="1106" y="0"/>
                      </a:moveTo>
                      <a:lnTo>
                        <a:pt x="1120" y="54"/>
                      </a:lnTo>
                      <a:lnTo>
                        <a:pt x="1138" y="106"/>
                      </a:lnTo>
                      <a:lnTo>
                        <a:pt x="1159" y="156"/>
                      </a:lnTo>
                      <a:lnTo>
                        <a:pt x="651" y="326"/>
                      </a:lnTo>
                      <a:lnTo>
                        <a:pt x="652" y="336"/>
                      </a:lnTo>
                      <a:lnTo>
                        <a:pt x="653" y="348"/>
                      </a:lnTo>
                      <a:lnTo>
                        <a:pt x="651" y="392"/>
                      </a:lnTo>
                      <a:lnTo>
                        <a:pt x="642" y="435"/>
                      </a:lnTo>
                      <a:lnTo>
                        <a:pt x="628" y="475"/>
                      </a:lnTo>
                      <a:lnTo>
                        <a:pt x="609" y="513"/>
                      </a:lnTo>
                      <a:lnTo>
                        <a:pt x="586" y="547"/>
                      </a:lnTo>
                      <a:lnTo>
                        <a:pt x="558" y="579"/>
                      </a:lnTo>
                      <a:lnTo>
                        <a:pt x="527" y="607"/>
                      </a:lnTo>
                      <a:lnTo>
                        <a:pt x="491" y="630"/>
                      </a:lnTo>
                      <a:lnTo>
                        <a:pt x="454" y="649"/>
                      </a:lnTo>
                      <a:lnTo>
                        <a:pt x="414" y="664"/>
                      </a:lnTo>
                      <a:lnTo>
                        <a:pt x="370" y="671"/>
                      </a:lnTo>
                      <a:lnTo>
                        <a:pt x="326" y="675"/>
                      </a:lnTo>
                      <a:lnTo>
                        <a:pt x="282" y="671"/>
                      </a:lnTo>
                      <a:lnTo>
                        <a:pt x="240" y="664"/>
                      </a:lnTo>
                      <a:lnTo>
                        <a:pt x="200" y="649"/>
                      </a:lnTo>
                      <a:lnTo>
                        <a:pt x="162" y="630"/>
                      </a:lnTo>
                      <a:lnTo>
                        <a:pt x="126" y="607"/>
                      </a:lnTo>
                      <a:lnTo>
                        <a:pt x="95" y="579"/>
                      </a:lnTo>
                      <a:lnTo>
                        <a:pt x="68" y="547"/>
                      </a:lnTo>
                      <a:lnTo>
                        <a:pt x="44" y="513"/>
                      </a:lnTo>
                      <a:lnTo>
                        <a:pt x="26" y="475"/>
                      </a:lnTo>
                      <a:lnTo>
                        <a:pt x="12" y="435"/>
                      </a:lnTo>
                      <a:lnTo>
                        <a:pt x="3" y="392"/>
                      </a:lnTo>
                      <a:lnTo>
                        <a:pt x="0" y="348"/>
                      </a:lnTo>
                      <a:lnTo>
                        <a:pt x="3" y="303"/>
                      </a:lnTo>
                      <a:lnTo>
                        <a:pt x="12" y="261"/>
                      </a:lnTo>
                      <a:lnTo>
                        <a:pt x="26" y="221"/>
                      </a:lnTo>
                      <a:lnTo>
                        <a:pt x="44" y="183"/>
                      </a:lnTo>
                      <a:lnTo>
                        <a:pt x="68" y="148"/>
                      </a:lnTo>
                      <a:lnTo>
                        <a:pt x="95" y="117"/>
                      </a:lnTo>
                      <a:lnTo>
                        <a:pt x="126" y="89"/>
                      </a:lnTo>
                      <a:lnTo>
                        <a:pt x="162" y="66"/>
                      </a:lnTo>
                      <a:lnTo>
                        <a:pt x="200" y="47"/>
                      </a:lnTo>
                      <a:lnTo>
                        <a:pt x="240" y="33"/>
                      </a:lnTo>
                      <a:lnTo>
                        <a:pt x="282" y="25"/>
                      </a:lnTo>
                      <a:lnTo>
                        <a:pt x="326" y="21"/>
                      </a:lnTo>
                      <a:lnTo>
                        <a:pt x="369" y="24"/>
                      </a:lnTo>
                      <a:lnTo>
                        <a:pt x="409" y="33"/>
                      </a:lnTo>
                      <a:lnTo>
                        <a:pt x="448" y="45"/>
                      </a:lnTo>
                      <a:lnTo>
                        <a:pt x="485" y="63"/>
                      </a:lnTo>
                      <a:lnTo>
                        <a:pt x="518" y="84"/>
                      </a:lnTo>
                      <a:lnTo>
                        <a:pt x="549" y="109"/>
                      </a:lnTo>
                      <a:lnTo>
                        <a:pt x="577" y="138"/>
                      </a:lnTo>
                      <a:lnTo>
                        <a:pt x="600" y="170"/>
                      </a:lnTo>
                      <a:lnTo>
                        <a:pt x="1106" y="0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29" name="Freeform 69"/>
                <p:cNvSpPr>
                  <a:spLocks/>
                </p:cNvSpPr>
                <p:nvPr/>
              </p:nvSpPr>
              <p:spPr bwMode="auto">
                <a:xfrm>
                  <a:off x="5170488" y="5211763"/>
                  <a:ext cx="177800" cy="177800"/>
                </a:xfrm>
                <a:custGeom>
                  <a:avLst/>
                  <a:gdLst>
                    <a:gd name="T0" fmla="*/ 561 w 1122"/>
                    <a:gd name="T1" fmla="*/ 0 h 1121"/>
                    <a:gd name="T2" fmla="*/ 622 w 1122"/>
                    <a:gd name="T3" fmla="*/ 3 h 1121"/>
                    <a:gd name="T4" fmla="*/ 681 w 1122"/>
                    <a:gd name="T5" fmla="*/ 13 h 1121"/>
                    <a:gd name="T6" fmla="*/ 738 w 1122"/>
                    <a:gd name="T7" fmla="*/ 29 h 1121"/>
                    <a:gd name="T8" fmla="*/ 792 w 1122"/>
                    <a:gd name="T9" fmla="*/ 50 h 1121"/>
                    <a:gd name="T10" fmla="*/ 843 w 1122"/>
                    <a:gd name="T11" fmla="*/ 76 h 1121"/>
                    <a:gd name="T12" fmla="*/ 892 w 1122"/>
                    <a:gd name="T13" fmla="*/ 108 h 1121"/>
                    <a:gd name="T14" fmla="*/ 937 w 1122"/>
                    <a:gd name="T15" fmla="*/ 145 h 1121"/>
                    <a:gd name="T16" fmla="*/ 976 w 1122"/>
                    <a:gd name="T17" fmla="*/ 185 h 1121"/>
                    <a:gd name="T18" fmla="*/ 1013 w 1122"/>
                    <a:gd name="T19" fmla="*/ 229 h 1121"/>
                    <a:gd name="T20" fmla="*/ 1045 w 1122"/>
                    <a:gd name="T21" fmla="*/ 278 h 1121"/>
                    <a:gd name="T22" fmla="*/ 1072 w 1122"/>
                    <a:gd name="T23" fmla="*/ 329 h 1121"/>
                    <a:gd name="T24" fmla="*/ 1093 w 1122"/>
                    <a:gd name="T25" fmla="*/ 383 h 1121"/>
                    <a:gd name="T26" fmla="*/ 1108 w 1122"/>
                    <a:gd name="T27" fmla="*/ 440 h 1121"/>
                    <a:gd name="T28" fmla="*/ 1118 w 1122"/>
                    <a:gd name="T29" fmla="*/ 499 h 1121"/>
                    <a:gd name="T30" fmla="*/ 1122 w 1122"/>
                    <a:gd name="T31" fmla="*/ 560 h 1121"/>
                    <a:gd name="T32" fmla="*/ 1118 w 1122"/>
                    <a:gd name="T33" fmla="*/ 621 h 1121"/>
                    <a:gd name="T34" fmla="*/ 1108 w 1122"/>
                    <a:gd name="T35" fmla="*/ 681 h 1121"/>
                    <a:gd name="T36" fmla="*/ 1093 w 1122"/>
                    <a:gd name="T37" fmla="*/ 737 h 1121"/>
                    <a:gd name="T38" fmla="*/ 1072 w 1122"/>
                    <a:gd name="T39" fmla="*/ 792 h 1121"/>
                    <a:gd name="T40" fmla="*/ 1045 w 1122"/>
                    <a:gd name="T41" fmla="*/ 843 h 1121"/>
                    <a:gd name="T42" fmla="*/ 1013 w 1122"/>
                    <a:gd name="T43" fmla="*/ 891 h 1121"/>
                    <a:gd name="T44" fmla="*/ 976 w 1122"/>
                    <a:gd name="T45" fmla="*/ 936 h 1121"/>
                    <a:gd name="T46" fmla="*/ 937 w 1122"/>
                    <a:gd name="T47" fmla="*/ 977 h 1121"/>
                    <a:gd name="T48" fmla="*/ 892 w 1122"/>
                    <a:gd name="T49" fmla="*/ 1012 h 1121"/>
                    <a:gd name="T50" fmla="*/ 843 w 1122"/>
                    <a:gd name="T51" fmla="*/ 1044 h 1121"/>
                    <a:gd name="T52" fmla="*/ 792 w 1122"/>
                    <a:gd name="T53" fmla="*/ 1071 h 1121"/>
                    <a:gd name="T54" fmla="*/ 738 w 1122"/>
                    <a:gd name="T55" fmla="*/ 1092 h 1121"/>
                    <a:gd name="T56" fmla="*/ 681 w 1122"/>
                    <a:gd name="T57" fmla="*/ 1108 h 1121"/>
                    <a:gd name="T58" fmla="*/ 622 w 1122"/>
                    <a:gd name="T59" fmla="*/ 1118 h 1121"/>
                    <a:gd name="T60" fmla="*/ 561 w 1122"/>
                    <a:gd name="T61" fmla="*/ 1121 h 1121"/>
                    <a:gd name="T62" fmla="*/ 500 w 1122"/>
                    <a:gd name="T63" fmla="*/ 1118 h 1121"/>
                    <a:gd name="T64" fmla="*/ 441 w 1122"/>
                    <a:gd name="T65" fmla="*/ 1108 h 1121"/>
                    <a:gd name="T66" fmla="*/ 384 w 1122"/>
                    <a:gd name="T67" fmla="*/ 1092 h 1121"/>
                    <a:gd name="T68" fmla="*/ 330 w 1122"/>
                    <a:gd name="T69" fmla="*/ 1071 h 1121"/>
                    <a:gd name="T70" fmla="*/ 279 w 1122"/>
                    <a:gd name="T71" fmla="*/ 1044 h 1121"/>
                    <a:gd name="T72" fmla="*/ 230 w 1122"/>
                    <a:gd name="T73" fmla="*/ 1012 h 1121"/>
                    <a:gd name="T74" fmla="*/ 186 w 1122"/>
                    <a:gd name="T75" fmla="*/ 977 h 1121"/>
                    <a:gd name="T76" fmla="*/ 145 w 1122"/>
                    <a:gd name="T77" fmla="*/ 936 h 1121"/>
                    <a:gd name="T78" fmla="*/ 109 w 1122"/>
                    <a:gd name="T79" fmla="*/ 891 h 1121"/>
                    <a:gd name="T80" fmla="*/ 77 w 1122"/>
                    <a:gd name="T81" fmla="*/ 843 h 1121"/>
                    <a:gd name="T82" fmla="*/ 50 w 1122"/>
                    <a:gd name="T83" fmla="*/ 792 h 1121"/>
                    <a:gd name="T84" fmla="*/ 29 w 1122"/>
                    <a:gd name="T85" fmla="*/ 737 h 1121"/>
                    <a:gd name="T86" fmla="*/ 14 w 1122"/>
                    <a:gd name="T87" fmla="*/ 681 h 1121"/>
                    <a:gd name="T88" fmla="*/ 4 w 1122"/>
                    <a:gd name="T89" fmla="*/ 621 h 1121"/>
                    <a:gd name="T90" fmla="*/ 0 w 1122"/>
                    <a:gd name="T91" fmla="*/ 560 h 1121"/>
                    <a:gd name="T92" fmla="*/ 4 w 1122"/>
                    <a:gd name="T93" fmla="*/ 499 h 1121"/>
                    <a:gd name="T94" fmla="*/ 14 w 1122"/>
                    <a:gd name="T95" fmla="*/ 440 h 1121"/>
                    <a:gd name="T96" fmla="*/ 29 w 1122"/>
                    <a:gd name="T97" fmla="*/ 383 h 1121"/>
                    <a:gd name="T98" fmla="*/ 50 w 1122"/>
                    <a:gd name="T99" fmla="*/ 329 h 1121"/>
                    <a:gd name="T100" fmla="*/ 77 w 1122"/>
                    <a:gd name="T101" fmla="*/ 278 h 1121"/>
                    <a:gd name="T102" fmla="*/ 109 w 1122"/>
                    <a:gd name="T103" fmla="*/ 229 h 1121"/>
                    <a:gd name="T104" fmla="*/ 145 w 1122"/>
                    <a:gd name="T105" fmla="*/ 185 h 1121"/>
                    <a:gd name="T106" fmla="*/ 186 w 1122"/>
                    <a:gd name="T107" fmla="*/ 145 h 1121"/>
                    <a:gd name="T108" fmla="*/ 230 w 1122"/>
                    <a:gd name="T109" fmla="*/ 108 h 1121"/>
                    <a:gd name="T110" fmla="*/ 279 w 1122"/>
                    <a:gd name="T111" fmla="*/ 76 h 1121"/>
                    <a:gd name="T112" fmla="*/ 330 w 1122"/>
                    <a:gd name="T113" fmla="*/ 50 h 1121"/>
                    <a:gd name="T114" fmla="*/ 384 w 1122"/>
                    <a:gd name="T115" fmla="*/ 29 h 1121"/>
                    <a:gd name="T116" fmla="*/ 441 w 1122"/>
                    <a:gd name="T117" fmla="*/ 13 h 1121"/>
                    <a:gd name="T118" fmla="*/ 500 w 1122"/>
                    <a:gd name="T119" fmla="*/ 3 h 1121"/>
                    <a:gd name="T120" fmla="*/ 561 w 1122"/>
                    <a:gd name="T121" fmla="*/ 0 h 112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  <a:cxn ang="0">
                      <a:pos x="T110" y="T111"/>
                    </a:cxn>
                    <a:cxn ang="0">
                      <a:pos x="T112" y="T113"/>
                    </a:cxn>
                    <a:cxn ang="0">
                      <a:pos x="T114" y="T115"/>
                    </a:cxn>
                    <a:cxn ang="0">
                      <a:pos x="T116" y="T117"/>
                    </a:cxn>
                    <a:cxn ang="0">
                      <a:pos x="T118" y="T119"/>
                    </a:cxn>
                    <a:cxn ang="0">
                      <a:pos x="T120" y="T121"/>
                    </a:cxn>
                  </a:cxnLst>
                  <a:rect l="0" t="0" r="r" b="b"/>
                  <a:pathLst>
                    <a:path w="1122" h="1121">
                      <a:moveTo>
                        <a:pt x="561" y="0"/>
                      </a:moveTo>
                      <a:lnTo>
                        <a:pt x="622" y="3"/>
                      </a:lnTo>
                      <a:lnTo>
                        <a:pt x="681" y="13"/>
                      </a:lnTo>
                      <a:lnTo>
                        <a:pt x="738" y="29"/>
                      </a:lnTo>
                      <a:lnTo>
                        <a:pt x="792" y="50"/>
                      </a:lnTo>
                      <a:lnTo>
                        <a:pt x="843" y="76"/>
                      </a:lnTo>
                      <a:lnTo>
                        <a:pt x="892" y="108"/>
                      </a:lnTo>
                      <a:lnTo>
                        <a:pt x="937" y="145"/>
                      </a:lnTo>
                      <a:lnTo>
                        <a:pt x="976" y="185"/>
                      </a:lnTo>
                      <a:lnTo>
                        <a:pt x="1013" y="229"/>
                      </a:lnTo>
                      <a:lnTo>
                        <a:pt x="1045" y="278"/>
                      </a:lnTo>
                      <a:lnTo>
                        <a:pt x="1072" y="329"/>
                      </a:lnTo>
                      <a:lnTo>
                        <a:pt x="1093" y="383"/>
                      </a:lnTo>
                      <a:lnTo>
                        <a:pt x="1108" y="440"/>
                      </a:lnTo>
                      <a:lnTo>
                        <a:pt x="1118" y="499"/>
                      </a:lnTo>
                      <a:lnTo>
                        <a:pt x="1122" y="560"/>
                      </a:lnTo>
                      <a:lnTo>
                        <a:pt x="1118" y="621"/>
                      </a:lnTo>
                      <a:lnTo>
                        <a:pt x="1108" y="681"/>
                      </a:lnTo>
                      <a:lnTo>
                        <a:pt x="1093" y="737"/>
                      </a:lnTo>
                      <a:lnTo>
                        <a:pt x="1072" y="792"/>
                      </a:lnTo>
                      <a:lnTo>
                        <a:pt x="1045" y="843"/>
                      </a:lnTo>
                      <a:lnTo>
                        <a:pt x="1013" y="891"/>
                      </a:lnTo>
                      <a:lnTo>
                        <a:pt x="976" y="936"/>
                      </a:lnTo>
                      <a:lnTo>
                        <a:pt x="937" y="977"/>
                      </a:lnTo>
                      <a:lnTo>
                        <a:pt x="892" y="1012"/>
                      </a:lnTo>
                      <a:lnTo>
                        <a:pt x="843" y="1044"/>
                      </a:lnTo>
                      <a:lnTo>
                        <a:pt x="792" y="1071"/>
                      </a:lnTo>
                      <a:lnTo>
                        <a:pt x="738" y="1092"/>
                      </a:lnTo>
                      <a:lnTo>
                        <a:pt x="681" y="1108"/>
                      </a:lnTo>
                      <a:lnTo>
                        <a:pt x="622" y="1118"/>
                      </a:lnTo>
                      <a:lnTo>
                        <a:pt x="561" y="1121"/>
                      </a:lnTo>
                      <a:lnTo>
                        <a:pt x="500" y="1118"/>
                      </a:lnTo>
                      <a:lnTo>
                        <a:pt x="441" y="1108"/>
                      </a:lnTo>
                      <a:lnTo>
                        <a:pt x="384" y="1092"/>
                      </a:lnTo>
                      <a:lnTo>
                        <a:pt x="330" y="1071"/>
                      </a:lnTo>
                      <a:lnTo>
                        <a:pt x="279" y="1044"/>
                      </a:lnTo>
                      <a:lnTo>
                        <a:pt x="230" y="1012"/>
                      </a:lnTo>
                      <a:lnTo>
                        <a:pt x="186" y="977"/>
                      </a:lnTo>
                      <a:lnTo>
                        <a:pt x="145" y="936"/>
                      </a:lnTo>
                      <a:lnTo>
                        <a:pt x="109" y="891"/>
                      </a:lnTo>
                      <a:lnTo>
                        <a:pt x="77" y="843"/>
                      </a:lnTo>
                      <a:lnTo>
                        <a:pt x="50" y="792"/>
                      </a:lnTo>
                      <a:lnTo>
                        <a:pt x="29" y="737"/>
                      </a:lnTo>
                      <a:lnTo>
                        <a:pt x="14" y="681"/>
                      </a:lnTo>
                      <a:lnTo>
                        <a:pt x="4" y="621"/>
                      </a:lnTo>
                      <a:lnTo>
                        <a:pt x="0" y="560"/>
                      </a:lnTo>
                      <a:lnTo>
                        <a:pt x="4" y="499"/>
                      </a:lnTo>
                      <a:lnTo>
                        <a:pt x="14" y="440"/>
                      </a:lnTo>
                      <a:lnTo>
                        <a:pt x="29" y="383"/>
                      </a:lnTo>
                      <a:lnTo>
                        <a:pt x="50" y="329"/>
                      </a:lnTo>
                      <a:lnTo>
                        <a:pt x="77" y="278"/>
                      </a:lnTo>
                      <a:lnTo>
                        <a:pt x="109" y="229"/>
                      </a:lnTo>
                      <a:lnTo>
                        <a:pt x="145" y="185"/>
                      </a:lnTo>
                      <a:lnTo>
                        <a:pt x="186" y="145"/>
                      </a:lnTo>
                      <a:lnTo>
                        <a:pt x="230" y="108"/>
                      </a:lnTo>
                      <a:lnTo>
                        <a:pt x="279" y="76"/>
                      </a:lnTo>
                      <a:lnTo>
                        <a:pt x="330" y="50"/>
                      </a:lnTo>
                      <a:lnTo>
                        <a:pt x="384" y="29"/>
                      </a:lnTo>
                      <a:lnTo>
                        <a:pt x="441" y="13"/>
                      </a:lnTo>
                      <a:lnTo>
                        <a:pt x="500" y="3"/>
                      </a:lnTo>
                      <a:lnTo>
                        <a:pt x="561" y="0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</p:grpSp>
        </p:grpSp>
        <p:grpSp>
          <p:nvGrpSpPr>
            <p:cNvPr id="18" name="그룹 53"/>
            <p:cNvGrpSpPr/>
            <p:nvPr/>
          </p:nvGrpSpPr>
          <p:grpSpPr>
            <a:xfrm>
              <a:off x="6270410" y="4434101"/>
              <a:ext cx="1501173" cy="1717182"/>
              <a:chOff x="6118010" y="4281701"/>
              <a:chExt cx="1501173" cy="1717182"/>
            </a:xfrm>
          </p:grpSpPr>
          <p:sp>
            <p:nvSpPr>
              <p:cNvPr id="19" name="Freeform 28"/>
              <p:cNvSpPr>
                <a:spLocks noEditPoints="1"/>
              </p:cNvSpPr>
              <p:nvPr/>
            </p:nvSpPr>
            <p:spPr bwMode="auto">
              <a:xfrm>
                <a:off x="6118010" y="4281701"/>
                <a:ext cx="1501173" cy="1717182"/>
              </a:xfrm>
              <a:custGeom>
                <a:avLst/>
                <a:gdLst>
                  <a:gd name="T0" fmla="*/ 687 w 1653"/>
                  <a:gd name="T1" fmla="*/ 411 h 1892"/>
                  <a:gd name="T2" fmla="*/ 495 w 1653"/>
                  <a:gd name="T3" fmla="*/ 488 h 1892"/>
                  <a:gd name="T4" fmla="*/ 329 w 1653"/>
                  <a:gd name="T5" fmla="*/ 621 h 1892"/>
                  <a:gd name="T6" fmla="*/ 214 w 1653"/>
                  <a:gd name="T7" fmla="*/ 791 h 1892"/>
                  <a:gd name="T8" fmla="*/ 155 w 1653"/>
                  <a:gd name="T9" fmla="*/ 983 h 1892"/>
                  <a:gd name="T10" fmla="*/ 152 w 1653"/>
                  <a:gd name="T11" fmla="*/ 1184 h 1892"/>
                  <a:gd name="T12" fmla="*/ 209 w 1653"/>
                  <a:gd name="T13" fmla="*/ 1381 h 1892"/>
                  <a:gd name="T14" fmla="*/ 325 w 1653"/>
                  <a:gd name="T15" fmla="*/ 1559 h 1892"/>
                  <a:gd name="T16" fmla="*/ 484 w 1653"/>
                  <a:gd name="T17" fmla="*/ 1691 h 1892"/>
                  <a:gd name="T18" fmla="*/ 670 w 1653"/>
                  <a:gd name="T19" fmla="*/ 1769 h 1892"/>
                  <a:gd name="T20" fmla="*/ 870 w 1653"/>
                  <a:gd name="T21" fmla="*/ 1791 h 1892"/>
                  <a:gd name="T22" fmla="*/ 1070 w 1653"/>
                  <a:gd name="T23" fmla="*/ 1754 h 1892"/>
                  <a:gd name="T24" fmla="*/ 1256 w 1653"/>
                  <a:gd name="T25" fmla="*/ 1657 h 1892"/>
                  <a:gd name="T26" fmla="*/ 1406 w 1653"/>
                  <a:gd name="T27" fmla="*/ 1510 h 1892"/>
                  <a:gd name="T28" fmla="*/ 1502 w 1653"/>
                  <a:gd name="T29" fmla="*/ 1331 h 1892"/>
                  <a:gd name="T30" fmla="*/ 1543 w 1653"/>
                  <a:gd name="T31" fmla="*/ 1135 h 1892"/>
                  <a:gd name="T32" fmla="*/ 1526 w 1653"/>
                  <a:gd name="T33" fmla="*/ 934 h 1892"/>
                  <a:gd name="T34" fmla="*/ 1450 w 1653"/>
                  <a:gd name="T35" fmla="*/ 742 h 1892"/>
                  <a:gd name="T36" fmla="*/ 1317 w 1653"/>
                  <a:gd name="T37" fmla="*/ 576 h 1892"/>
                  <a:gd name="T38" fmla="*/ 1147 w 1653"/>
                  <a:gd name="T39" fmla="*/ 462 h 1892"/>
                  <a:gd name="T40" fmla="*/ 955 w 1653"/>
                  <a:gd name="T41" fmla="*/ 402 h 1892"/>
                  <a:gd name="T42" fmla="*/ 51 w 1653"/>
                  <a:gd name="T43" fmla="*/ 0 h 1892"/>
                  <a:gd name="T44" fmla="*/ 89 w 1653"/>
                  <a:gd name="T45" fmla="*/ 6 h 1892"/>
                  <a:gd name="T46" fmla="*/ 193 w 1653"/>
                  <a:gd name="T47" fmla="*/ 27 h 1892"/>
                  <a:gd name="T48" fmla="*/ 345 w 1653"/>
                  <a:gd name="T49" fmla="*/ 62 h 1892"/>
                  <a:gd name="T50" fmla="*/ 534 w 1653"/>
                  <a:gd name="T51" fmla="*/ 109 h 1892"/>
                  <a:gd name="T52" fmla="*/ 742 w 1653"/>
                  <a:gd name="T53" fmla="*/ 171 h 1892"/>
                  <a:gd name="T54" fmla="*/ 954 w 1653"/>
                  <a:gd name="T55" fmla="*/ 244 h 1892"/>
                  <a:gd name="T56" fmla="*/ 1155 w 1653"/>
                  <a:gd name="T57" fmla="*/ 329 h 1892"/>
                  <a:gd name="T58" fmla="*/ 1330 w 1653"/>
                  <a:gd name="T59" fmla="*/ 427 h 1892"/>
                  <a:gd name="T60" fmla="*/ 1462 w 1653"/>
                  <a:gd name="T61" fmla="*/ 537 h 1892"/>
                  <a:gd name="T62" fmla="*/ 1572 w 1653"/>
                  <a:gd name="T63" fmla="*/ 704 h 1892"/>
                  <a:gd name="T64" fmla="*/ 1639 w 1653"/>
                  <a:gd name="T65" fmla="*/ 910 h 1892"/>
                  <a:gd name="T66" fmla="*/ 1650 w 1653"/>
                  <a:gd name="T67" fmla="*/ 1122 h 1892"/>
                  <a:gd name="T68" fmla="*/ 1608 w 1653"/>
                  <a:gd name="T69" fmla="*/ 1330 h 1892"/>
                  <a:gd name="T70" fmla="*/ 1515 w 1653"/>
                  <a:gd name="T71" fmla="*/ 1521 h 1892"/>
                  <a:gd name="T72" fmla="*/ 1371 w 1653"/>
                  <a:gd name="T73" fmla="*/ 1686 h 1892"/>
                  <a:gd name="T74" fmla="*/ 1183 w 1653"/>
                  <a:gd name="T75" fmla="*/ 1810 h 1892"/>
                  <a:gd name="T76" fmla="*/ 977 w 1653"/>
                  <a:gd name="T77" fmla="*/ 1877 h 1892"/>
                  <a:gd name="T78" fmla="*/ 765 w 1653"/>
                  <a:gd name="T79" fmla="*/ 1889 h 1892"/>
                  <a:gd name="T80" fmla="*/ 557 w 1653"/>
                  <a:gd name="T81" fmla="*/ 1847 h 1892"/>
                  <a:gd name="T82" fmla="*/ 366 w 1653"/>
                  <a:gd name="T83" fmla="*/ 1753 h 1892"/>
                  <a:gd name="T84" fmla="*/ 201 w 1653"/>
                  <a:gd name="T85" fmla="*/ 1609 h 1892"/>
                  <a:gd name="T86" fmla="*/ 103 w 1653"/>
                  <a:gd name="T87" fmla="*/ 1459 h 1892"/>
                  <a:gd name="T88" fmla="*/ 47 w 1653"/>
                  <a:gd name="T89" fmla="*/ 1285 h 1892"/>
                  <a:gd name="T90" fmla="*/ 15 w 1653"/>
                  <a:gd name="T91" fmla="*/ 1080 h 1892"/>
                  <a:gd name="T92" fmla="*/ 1 w 1653"/>
                  <a:gd name="T93" fmla="*/ 859 h 1892"/>
                  <a:gd name="T94" fmla="*/ 1 w 1653"/>
                  <a:gd name="T95" fmla="*/ 636 h 1892"/>
                  <a:gd name="T96" fmla="*/ 11 w 1653"/>
                  <a:gd name="T97" fmla="*/ 425 h 1892"/>
                  <a:gd name="T98" fmla="*/ 24 w 1653"/>
                  <a:gd name="T99" fmla="*/ 242 h 1892"/>
                  <a:gd name="T100" fmla="*/ 39 w 1653"/>
                  <a:gd name="T101" fmla="*/ 101 h 1892"/>
                  <a:gd name="T102" fmla="*/ 49 w 1653"/>
                  <a:gd name="T103" fmla="*/ 17 h 189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</a:cxnLst>
                <a:rect l="0" t="0" r="r" b="b"/>
                <a:pathLst>
                  <a:path w="1653" h="1892">
                    <a:moveTo>
                      <a:pt x="820" y="394"/>
                    </a:moveTo>
                    <a:lnTo>
                      <a:pt x="754" y="399"/>
                    </a:lnTo>
                    <a:lnTo>
                      <a:pt x="687" y="411"/>
                    </a:lnTo>
                    <a:lnTo>
                      <a:pt x="621" y="430"/>
                    </a:lnTo>
                    <a:lnTo>
                      <a:pt x="557" y="456"/>
                    </a:lnTo>
                    <a:lnTo>
                      <a:pt x="495" y="488"/>
                    </a:lnTo>
                    <a:lnTo>
                      <a:pt x="434" y="527"/>
                    </a:lnTo>
                    <a:lnTo>
                      <a:pt x="379" y="572"/>
                    </a:lnTo>
                    <a:lnTo>
                      <a:pt x="329" y="621"/>
                    </a:lnTo>
                    <a:lnTo>
                      <a:pt x="285" y="674"/>
                    </a:lnTo>
                    <a:lnTo>
                      <a:pt x="247" y="731"/>
                    </a:lnTo>
                    <a:lnTo>
                      <a:pt x="214" y="791"/>
                    </a:lnTo>
                    <a:lnTo>
                      <a:pt x="189" y="853"/>
                    </a:lnTo>
                    <a:lnTo>
                      <a:pt x="169" y="917"/>
                    </a:lnTo>
                    <a:lnTo>
                      <a:pt x="155" y="983"/>
                    </a:lnTo>
                    <a:lnTo>
                      <a:pt x="147" y="1050"/>
                    </a:lnTo>
                    <a:lnTo>
                      <a:pt x="147" y="1116"/>
                    </a:lnTo>
                    <a:lnTo>
                      <a:pt x="152" y="1184"/>
                    </a:lnTo>
                    <a:lnTo>
                      <a:pt x="165" y="1251"/>
                    </a:lnTo>
                    <a:lnTo>
                      <a:pt x="183" y="1316"/>
                    </a:lnTo>
                    <a:lnTo>
                      <a:pt x="209" y="1381"/>
                    </a:lnTo>
                    <a:lnTo>
                      <a:pt x="241" y="1443"/>
                    </a:lnTo>
                    <a:lnTo>
                      <a:pt x="279" y="1504"/>
                    </a:lnTo>
                    <a:lnTo>
                      <a:pt x="325" y="1559"/>
                    </a:lnTo>
                    <a:lnTo>
                      <a:pt x="374" y="1609"/>
                    </a:lnTo>
                    <a:lnTo>
                      <a:pt x="428" y="1653"/>
                    </a:lnTo>
                    <a:lnTo>
                      <a:pt x="484" y="1691"/>
                    </a:lnTo>
                    <a:lnTo>
                      <a:pt x="544" y="1723"/>
                    </a:lnTo>
                    <a:lnTo>
                      <a:pt x="606" y="1749"/>
                    </a:lnTo>
                    <a:lnTo>
                      <a:pt x="670" y="1769"/>
                    </a:lnTo>
                    <a:lnTo>
                      <a:pt x="737" y="1783"/>
                    </a:lnTo>
                    <a:lnTo>
                      <a:pt x="803" y="1789"/>
                    </a:lnTo>
                    <a:lnTo>
                      <a:pt x="870" y="1791"/>
                    </a:lnTo>
                    <a:lnTo>
                      <a:pt x="938" y="1785"/>
                    </a:lnTo>
                    <a:lnTo>
                      <a:pt x="1004" y="1773"/>
                    </a:lnTo>
                    <a:lnTo>
                      <a:pt x="1070" y="1754"/>
                    </a:lnTo>
                    <a:lnTo>
                      <a:pt x="1133" y="1729"/>
                    </a:lnTo>
                    <a:lnTo>
                      <a:pt x="1197" y="1696"/>
                    </a:lnTo>
                    <a:lnTo>
                      <a:pt x="1256" y="1657"/>
                    </a:lnTo>
                    <a:lnTo>
                      <a:pt x="1311" y="1613"/>
                    </a:lnTo>
                    <a:lnTo>
                      <a:pt x="1361" y="1563"/>
                    </a:lnTo>
                    <a:lnTo>
                      <a:pt x="1406" y="1510"/>
                    </a:lnTo>
                    <a:lnTo>
                      <a:pt x="1444" y="1454"/>
                    </a:lnTo>
                    <a:lnTo>
                      <a:pt x="1476" y="1394"/>
                    </a:lnTo>
                    <a:lnTo>
                      <a:pt x="1502" y="1331"/>
                    </a:lnTo>
                    <a:lnTo>
                      <a:pt x="1522" y="1268"/>
                    </a:lnTo>
                    <a:lnTo>
                      <a:pt x="1535" y="1201"/>
                    </a:lnTo>
                    <a:lnTo>
                      <a:pt x="1543" y="1135"/>
                    </a:lnTo>
                    <a:lnTo>
                      <a:pt x="1543" y="1068"/>
                    </a:lnTo>
                    <a:lnTo>
                      <a:pt x="1538" y="1000"/>
                    </a:lnTo>
                    <a:lnTo>
                      <a:pt x="1526" y="934"/>
                    </a:lnTo>
                    <a:lnTo>
                      <a:pt x="1507" y="868"/>
                    </a:lnTo>
                    <a:lnTo>
                      <a:pt x="1483" y="804"/>
                    </a:lnTo>
                    <a:lnTo>
                      <a:pt x="1450" y="742"/>
                    </a:lnTo>
                    <a:lnTo>
                      <a:pt x="1411" y="682"/>
                    </a:lnTo>
                    <a:lnTo>
                      <a:pt x="1365" y="626"/>
                    </a:lnTo>
                    <a:lnTo>
                      <a:pt x="1317" y="576"/>
                    </a:lnTo>
                    <a:lnTo>
                      <a:pt x="1263" y="532"/>
                    </a:lnTo>
                    <a:lnTo>
                      <a:pt x="1206" y="493"/>
                    </a:lnTo>
                    <a:lnTo>
                      <a:pt x="1147" y="462"/>
                    </a:lnTo>
                    <a:lnTo>
                      <a:pt x="1085" y="435"/>
                    </a:lnTo>
                    <a:lnTo>
                      <a:pt x="1020" y="416"/>
                    </a:lnTo>
                    <a:lnTo>
                      <a:pt x="955" y="402"/>
                    </a:lnTo>
                    <a:lnTo>
                      <a:pt x="888" y="395"/>
                    </a:lnTo>
                    <a:lnTo>
                      <a:pt x="820" y="394"/>
                    </a:lnTo>
                    <a:close/>
                    <a:moveTo>
                      <a:pt x="51" y="0"/>
                    </a:moveTo>
                    <a:lnTo>
                      <a:pt x="55" y="0"/>
                    </a:lnTo>
                    <a:lnTo>
                      <a:pt x="69" y="2"/>
                    </a:lnTo>
                    <a:lnTo>
                      <a:pt x="89" y="6"/>
                    </a:lnTo>
                    <a:lnTo>
                      <a:pt x="117" y="12"/>
                    </a:lnTo>
                    <a:lnTo>
                      <a:pt x="151" y="19"/>
                    </a:lnTo>
                    <a:lnTo>
                      <a:pt x="193" y="27"/>
                    </a:lnTo>
                    <a:lnTo>
                      <a:pt x="239" y="37"/>
                    </a:lnTo>
                    <a:lnTo>
                      <a:pt x="290" y="48"/>
                    </a:lnTo>
                    <a:lnTo>
                      <a:pt x="345" y="62"/>
                    </a:lnTo>
                    <a:lnTo>
                      <a:pt x="406" y="77"/>
                    </a:lnTo>
                    <a:lnTo>
                      <a:pt x="468" y="93"/>
                    </a:lnTo>
                    <a:lnTo>
                      <a:pt x="534" y="109"/>
                    </a:lnTo>
                    <a:lnTo>
                      <a:pt x="602" y="128"/>
                    </a:lnTo>
                    <a:lnTo>
                      <a:pt x="672" y="148"/>
                    </a:lnTo>
                    <a:lnTo>
                      <a:pt x="742" y="171"/>
                    </a:lnTo>
                    <a:lnTo>
                      <a:pt x="813" y="194"/>
                    </a:lnTo>
                    <a:lnTo>
                      <a:pt x="884" y="218"/>
                    </a:lnTo>
                    <a:lnTo>
                      <a:pt x="954" y="244"/>
                    </a:lnTo>
                    <a:lnTo>
                      <a:pt x="1024" y="271"/>
                    </a:lnTo>
                    <a:lnTo>
                      <a:pt x="1090" y="299"/>
                    </a:lnTo>
                    <a:lnTo>
                      <a:pt x="1155" y="329"/>
                    </a:lnTo>
                    <a:lnTo>
                      <a:pt x="1217" y="361"/>
                    </a:lnTo>
                    <a:lnTo>
                      <a:pt x="1275" y="394"/>
                    </a:lnTo>
                    <a:lnTo>
                      <a:pt x="1330" y="427"/>
                    </a:lnTo>
                    <a:lnTo>
                      <a:pt x="1379" y="462"/>
                    </a:lnTo>
                    <a:lnTo>
                      <a:pt x="1423" y="499"/>
                    </a:lnTo>
                    <a:lnTo>
                      <a:pt x="1462" y="537"/>
                    </a:lnTo>
                    <a:lnTo>
                      <a:pt x="1495" y="576"/>
                    </a:lnTo>
                    <a:lnTo>
                      <a:pt x="1537" y="639"/>
                    </a:lnTo>
                    <a:lnTo>
                      <a:pt x="1572" y="704"/>
                    </a:lnTo>
                    <a:lnTo>
                      <a:pt x="1600" y="771"/>
                    </a:lnTo>
                    <a:lnTo>
                      <a:pt x="1623" y="840"/>
                    </a:lnTo>
                    <a:lnTo>
                      <a:pt x="1639" y="910"/>
                    </a:lnTo>
                    <a:lnTo>
                      <a:pt x="1649" y="980"/>
                    </a:lnTo>
                    <a:lnTo>
                      <a:pt x="1653" y="1052"/>
                    </a:lnTo>
                    <a:lnTo>
                      <a:pt x="1650" y="1122"/>
                    </a:lnTo>
                    <a:lnTo>
                      <a:pt x="1642" y="1192"/>
                    </a:lnTo>
                    <a:lnTo>
                      <a:pt x="1628" y="1262"/>
                    </a:lnTo>
                    <a:lnTo>
                      <a:pt x="1608" y="1330"/>
                    </a:lnTo>
                    <a:lnTo>
                      <a:pt x="1582" y="1396"/>
                    </a:lnTo>
                    <a:lnTo>
                      <a:pt x="1551" y="1460"/>
                    </a:lnTo>
                    <a:lnTo>
                      <a:pt x="1515" y="1521"/>
                    </a:lnTo>
                    <a:lnTo>
                      <a:pt x="1472" y="1579"/>
                    </a:lnTo>
                    <a:lnTo>
                      <a:pt x="1423" y="1634"/>
                    </a:lnTo>
                    <a:lnTo>
                      <a:pt x="1371" y="1686"/>
                    </a:lnTo>
                    <a:lnTo>
                      <a:pt x="1311" y="1733"/>
                    </a:lnTo>
                    <a:lnTo>
                      <a:pt x="1248" y="1775"/>
                    </a:lnTo>
                    <a:lnTo>
                      <a:pt x="1183" y="1810"/>
                    </a:lnTo>
                    <a:lnTo>
                      <a:pt x="1116" y="1838"/>
                    </a:lnTo>
                    <a:lnTo>
                      <a:pt x="1047" y="1861"/>
                    </a:lnTo>
                    <a:lnTo>
                      <a:pt x="977" y="1877"/>
                    </a:lnTo>
                    <a:lnTo>
                      <a:pt x="907" y="1888"/>
                    </a:lnTo>
                    <a:lnTo>
                      <a:pt x="835" y="1892"/>
                    </a:lnTo>
                    <a:lnTo>
                      <a:pt x="765" y="1889"/>
                    </a:lnTo>
                    <a:lnTo>
                      <a:pt x="695" y="1881"/>
                    </a:lnTo>
                    <a:lnTo>
                      <a:pt x="625" y="1868"/>
                    </a:lnTo>
                    <a:lnTo>
                      <a:pt x="557" y="1847"/>
                    </a:lnTo>
                    <a:lnTo>
                      <a:pt x="491" y="1822"/>
                    </a:lnTo>
                    <a:lnTo>
                      <a:pt x="426" y="1791"/>
                    </a:lnTo>
                    <a:lnTo>
                      <a:pt x="366" y="1753"/>
                    </a:lnTo>
                    <a:lnTo>
                      <a:pt x="306" y="1711"/>
                    </a:lnTo>
                    <a:lnTo>
                      <a:pt x="252" y="1663"/>
                    </a:lnTo>
                    <a:lnTo>
                      <a:pt x="201" y="1609"/>
                    </a:lnTo>
                    <a:lnTo>
                      <a:pt x="154" y="1549"/>
                    </a:lnTo>
                    <a:lnTo>
                      <a:pt x="125" y="1508"/>
                    </a:lnTo>
                    <a:lnTo>
                      <a:pt x="103" y="1459"/>
                    </a:lnTo>
                    <a:lnTo>
                      <a:pt x="81" y="1405"/>
                    </a:lnTo>
                    <a:lnTo>
                      <a:pt x="63" y="1347"/>
                    </a:lnTo>
                    <a:lnTo>
                      <a:pt x="47" y="1285"/>
                    </a:lnTo>
                    <a:lnTo>
                      <a:pt x="35" y="1220"/>
                    </a:lnTo>
                    <a:lnTo>
                      <a:pt x="24" y="1152"/>
                    </a:lnTo>
                    <a:lnTo>
                      <a:pt x="15" y="1080"/>
                    </a:lnTo>
                    <a:lnTo>
                      <a:pt x="9" y="1007"/>
                    </a:lnTo>
                    <a:lnTo>
                      <a:pt x="4" y="934"/>
                    </a:lnTo>
                    <a:lnTo>
                      <a:pt x="1" y="859"/>
                    </a:lnTo>
                    <a:lnTo>
                      <a:pt x="0" y="785"/>
                    </a:lnTo>
                    <a:lnTo>
                      <a:pt x="0" y="709"/>
                    </a:lnTo>
                    <a:lnTo>
                      <a:pt x="1" y="636"/>
                    </a:lnTo>
                    <a:lnTo>
                      <a:pt x="4" y="563"/>
                    </a:lnTo>
                    <a:lnTo>
                      <a:pt x="7" y="493"/>
                    </a:lnTo>
                    <a:lnTo>
                      <a:pt x="11" y="425"/>
                    </a:lnTo>
                    <a:lnTo>
                      <a:pt x="15" y="360"/>
                    </a:lnTo>
                    <a:lnTo>
                      <a:pt x="19" y="299"/>
                    </a:lnTo>
                    <a:lnTo>
                      <a:pt x="24" y="242"/>
                    </a:lnTo>
                    <a:lnTo>
                      <a:pt x="30" y="190"/>
                    </a:lnTo>
                    <a:lnTo>
                      <a:pt x="34" y="143"/>
                    </a:lnTo>
                    <a:lnTo>
                      <a:pt x="39" y="101"/>
                    </a:lnTo>
                    <a:lnTo>
                      <a:pt x="43" y="66"/>
                    </a:lnTo>
                    <a:lnTo>
                      <a:pt x="46" y="37"/>
                    </a:lnTo>
                    <a:lnTo>
                      <a:pt x="49" y="17"/>
                    </a:lnTo>
                    <a:lnTo>
                      <a:pt x="50" y="4"/>
                    </a:lnTo>
                    <a:lnTo>
                      <a:pt x="51" y="0"/>
                    </a:lnTo>
                    <a:close/>
                  </a:path>
                </a:pathLst>
              </a:custGeom>
              <a:solidFill>
                <a:schemeClr val="accent6"/>
              </a:solidFill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20" name="Freeform 74"/>
              <p:cNvSpPr>
                <a:spLocks noEditPoints="1"/>
              </p:cNvSpPr>
              <p:nvPr/>
            </p:nvSpPr>
            <p:spPr bwMode="auto">
              <a:xfrm>
                <a:off x="6650038" y="4946650"/>
                <a:ext cx="517525" cy="635000"/>
              </a:xfrm>
              <a:custGeom>
                <a:avLst/>
                <a:gdLst>
                  <a:gd name="T0" fmla="*/ 2003 w 2939"/>
                  <a:gd name="T1" fmla="*/ 2890 h 3600"/>
                  <a:gd name="T2" fmla="*/ 1859 w 2939"/>
                  <a:gd name="T3" fmla="*/ 2961 h 3600"/>
                  <a:gd name="T4" fmla="*/ 2195 w 2939"/>
                  <a:gd name="T5" fmla="*/ 3289 h 3600"/>
                  <a:gd name="T6" fmla="*/ 2729 w 2939"/>
                  <a:gd name="T7" fmla="*/ 2753 h 3600"/>
                  <a:gd name="T8" fmla="*/ 2634 w 2939"/>
                  <a:gd name="T9" fmla="*/ 2623 h 3600"/>
                  <a:gd name="T10" fmla="*/ 1495 w 2939"/>
                  <a:gd name="T11" fmla="*/ 2623 h 3600"/>
                  <a:gd name="T12" fmla="*/ 949 w 2939"/>
                  <a:gd name="T13" fmla="*/ 2664 h 3600"/>
                  <a:gd name="T14" fmla="*/ 963 w 2939"/>
                  <a:gd name="T15" fmla="*/ 2522 h 3600"/>
                  <a:gd name="T16" fmla="*/ 838 w 2939"/>
                  <a:gd name="T17" fmla="*/ 2470 h 3600"/>
                  <a:gd name="T18" fmla="*/ 456 w 2939"/>
                  <a:gd name="T19" fmla="*/ 2606 h 3600"/>
                  <a:gd name="T20" fmla="*/ 488 w 2939"/>
                  <a:gd name="T21" fmla="*/ 2522 h 3600"/>
                  <a:gd name="T22" fmla="*/ 2269 w 2939"/>
                  <a:gd name="T23" fmla="*/ 2263 h 3600"/>
                  <a:gd name="T24" fmla="*/ 2743 w 2939"/>
                  <a:gd name="T25" fmla="*/ 2459 h 3600"/>
                  <a:gd name="T26" fmla="*/ 2939 w 2939"/>
                  <a:gd name="T27" fmla="*/ 2931 h 3600"/>
                  <a:gd name="T28" fmla="*/ 2743 w 2939"/>
                  <a:gd name="T29" fmla="*/ 3404 h 3600"/>
                  <a:gd name="T30" fmla="*/ 2269 w 2939"/>
                  <a:gd name="T31" fmla="*/ 3600 h 3600"/>
                  <a:gd name="T32" fmla="*/ 1795 w 2939"/>
                  <a:gd name="T33" fmla="*/ 3404 h 3600"/>
                  <a:gd name="T34" fmla="*/ 1599 w 2939"/>
                  <a:gd name="T35" fmla="*/ 2931 h 3600"/>
                  <a:gd name="T36" fmla="*/ 1795 w 2939"/>
                  <a:gd name="T37" fmla="*/ 2459 h 3600"/>
                  <a:gd name="T38" fmla="*/ 2269 w 2939"/>
                  <a:gd name="T39" fmla="*/ 2263 h 3600"/>
                  <a:gd name="T40" fmla="*/ 1599 w 2939"/>
                  <a:gd name="T41" fmla="*/ 2160 h 3600"/>
                  <a:gd name="T42" fmla="*/ 949 w 2939"/>
                  <a:gd name="T43" fmla="*/ 2201 h 3600"/>
                  <a:gd name="T44" fmla="*/ 963 w 2939"/>
                  <a:gd name="T45" fmla="*/ 2060 h 3600"/>
                  <a:gd name="T46" fmla="*/ 838 w 2939"/>
                  <a:gd name="T47" fmla="*/ 2029 h 3600"/>
                  <a:gd name="T48" fmla="*/ 456 w 2939"/>
                  <a:gd name="T49" fmla="*/ 2165 h 3600"/>
                  <a:gd name="T50" fmla="*/ 488 w 2939"/>
                  <a:gd name="T51" fmla="*/ 2081 h 3600"/>
                  <a:gd name="T52" fmla="*/ 980 w 2939"/>
                  <a:gd name="T53" fmla="*/ 1646 h 3600"/>
                  <a:gd name="T54" fmla="*/ 1854 w 2939"/>
                  <a:gd name="T55" fmla="*/ 1765 h 3600"/>
                  <a:gd name="T56" fmla="*/ 938 w 2939"/>
                  <a:gd name="T57" fmla="*/ 1779 h 3600"/>
                  <a:gd name="T58" fmla="*/ 980 w 2939"/>
                  <a:gd name="T59" fmla="*/ 1646 h 3600"/>
                  <a:gd name="T60" fmla="*/ 830 w 2939"/>
                  <a:gd name="T61" fmla="*/ 1605 h 3600"/>
                  <a:gd name="T62" fmla="*/ 446 w 2939"/>
                  <a:gd name="T63" fmla="*/ 1717 h 3600"/>
                  <a:gd name="T64" fmla="*/ 502 w 2939"/>
                  <a:gd name="T65" fmla="*/ 1647 h 3600"/>
                  <a:gd name="T66" fmla="*/ 1804 w 2939"/>
                  <a:gd name="T67" fmla="*/ 1183 h 3600"/>
                  <a:gd name="T68" fmla="*/ 1846 w 2939"/>
                  <a:gd name="T69" fmla="*/ 1316 h 3600"/>
                  <a:gd name="T70" fmla="*/ 931 w 2939"/>
                  <a:gd name="T71" fmla="*/ 1301 h 3600"/>
                  <a:gd name="T72" fmla="*/ 798 w 2939"/>
                  <a:gd name="T73" fmla="*/ 1068 h 3600"/>
                  <a:gd name="T74" fmla="*/ 640 w 2939"/>
                  <a:gd name="T75" fmla="*/ 1360 h 3600"/>
                  <a:gd name="T76" fmla="*/ 440 w 2939"/>
                  <a:gd name="T77" fmla="*/ 1246 h 3600"/>
                  <a:gd name="T78" fmla="*/ 515 w 2939"/>
                  <a:gd name="T79" fmla="*/ 1197 h 3600"/>
                  <a:gd name="T80" fmla="*/ 569 w 2939"/>
                  <a:gd name="T81" fmla="*/ 386 h 3600"/>
                  <a:gd name="T82" fmla="*/ 706 w 2939"/>
                  <a:gd name="T83" fmla="*/ 640 h 3600"/>
                  <a:gd name="T84" fmla="*/ 1648 w 2939"/>
                  <a:gd name="T85" fmla="*/ 619 h 3600"/>
                  <a:gd name="T86" fmla="*/ 1748 w 2939"/>
                  <a:gd name="T87" fmla="*/ 360 h 3600"/>
                  <a:gd name="T88" fmla="*/ 2285 w 2939"/>
                  <a:gd name="T89" fmla="*/ 454 h 3600"/>
                  <a:gd name="T90" fmla="*/ 2198 w 2939"/>
                  <a:gd name="T91" fmla="*/ 2112 h 3600"/>
                  <a:gd name="T92" fmla="*/ 1465 w 2939"/>
                  <a:gd name="T93" fmla="*/ 3116 h 3600"/>
                  <a:gd name="T94" fmla="*/ 49 w 2939"/>
                  <a:gd name="T95" fmla="*/ 3167 h 3600"/>
                  <a:gd name="T96" fmla="*/ 22 w 2939"/>
                  <a:gd name="T97" fmla="*/ 471 h 3600"/>
                  <a:gd name="T98" fmla="*/ 1160 w 2939"/>
                  <a:gd name="T99" fmla="*/ 103 h 3600"/>
                  <a:gd name="T100" fmla="*/ 1094 w 2939"/>
                  <a:gd name="T101" fmla="*/ 219 h 3600"/>
                  <a:gd name="T102" fmla="*/ 1227 w 2939"/>
                  <a:gd name="T103" fmla="*/ 219 h 3600"/>
                  <a:gd name="T104" fmla="*/ 1160 w 2939"/>
                  <a:gd name="T105" fmla="*/ 103 h 3600"/>
                  <a:gd name="T106" fmla="*/ 1317 w 2939"/>
                  <a:gd name="T107" fmla="*/ 88 h 3600"/>
                  <a:gd name="T108" fmla="*/ 1379 w 2939"/>
                  <a:gd name="T109" fmla="*/ 247 h 3600"/>
                  <a:gd name="T110" fmla="*/ 1624 w 2939"/>
                  <a:gd name="T111" fmla="*/ 324 h 3600"/>
                  <a:gd name="T112" fmla="*/ 1605 w 2939"/>
                  <a:gd name="T113" fmla="*/ 521 h 3600"/>
                  <a:gd name="T114" fmla="*/ 738 w 2939"/>
                  <a:gd name="T115" fmla="*/ 540 h 3600"/>
                  <a:gd name="T116" fmla="*/ 682 w 2939"/>
                  <a:gd name="T117" fmla="*/ 350 h 3600"/>
                  <a:gd name="T118" fmla="*/ 923 w 2939"/>
                  <a:gd name="T119" fmla="*/ 254 h 3600"/>
                  <a:gd name="T120" fmla="*/ 991 w 2939"/>
                  <a:gd name="T121" fmla="*/ 116 h 36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</a:cxnLst>
                <a:rect l="0" t="0" r="r" b="b"/>
                <a:pathLst>
                  <a:path w="2939" h="3600">
                    <a:moveTo>
                      <a:pt x="2634" y="2623"/>
                    </a:moveTo>
                    <a:lnTo>
                      <a:pt x="2613" y="2625"/>
                    </a:lnTo>
                    <a:lnTo>
                      <a:pt x="2591" y="2630"/>
                    </a:lnTo>
                    <a:lnTo>
                      <a:pt x="2570" y="2641"/>
                    </a:lnTo>
                    <a:lnTo>
                      <a:pt x="2552" y="2657"/>
                    </a:lnTo>
                    <a:lnTo>
                      <a:pt x="2205" y="3047"/>
                    </a:lnTo>
                    <a:lnTo>
                      <a:pt x="2024" y="2903"/>
                    </a:lnTo>
                    <a:lnTo>
                      <a:pt x="2003" y="2890"/>
                    </a:lnTo>
                    <a:lnTo>
                      <a:pt x="1982" y="2882"/>
                    </a:lnTo>
                    <a:lnTo>
                      <a:pt x="1960" y="2880"/>
                    </a:lnTo>
                    <a:lnTo>
                      <a:pt x="1937" y="2882"/>
                    </a:lnTo>
                    <a:lnTo>
                      <a:pt x="1915" y="2890"/>
                    </a:lnTo>
                    <a:lnTo>
                      <a:pt x="1895" y="2902"/>
                    </a:lnTo>
                    <a:lnTo>
                      <a:pt x="1879" y="2918"/>
                    </a:lnTo>
                    <a:lnTo>
                      <a:pt x="1866" y="2939"/>
                    </a:lnTo>
                    <a:lnTo>
                      <a:pt x="1859" y="2961"/>
                    </a:lnTo>
                    <a:lnTo>
                      <a:pt x="1856" y="2983"/>
                    </a:lnTo>
                    <a:lnTo>
                      <a:pt x="1859" y="3005"/>
                    </a:lnTo>
                    <a:lnTo>
                      <a:pt x="1866" y="3027"/>
                    </a:lnTo>
                    <a:lnTo>
                      <a:pt x="1878" y="3046"/>
                    </a:lnTo>
                    <a:lnTo>
                      <a:pt x="1895" y="3063"/>
                    </a:lnTo>
                    <a:lnTo>
                      <a:pt x="2152" y="3268"/>
                    </a:lnTo>
                    <a:lnTo>
                      <a:pt x="2173" y="3281"/>
                    </a:lnTo>
                    <a:lnTo>
                      <a:pt x="2195" y="3289"/>
                    </a:lnTo>
                    <a:lnTo>
                      <a:pt x="2217" y="3291"/>
                    </a:lnTo>
                    <a:lnTo>
                      <a:pt x="2239" y="3289"/>
                    </a:lnTo>
                    <a:lnTo>
                      <a:pt x="2258" y="3283"/>
                    </a:lnTo>
                    <a:lnTo>
                      <a:pt x="2278" y="3272"/>
                    </a:lnTo>
                    <a:lnTo>
                      <a:pt x="2294" y="3257"/>
                    </a:lnTo>
                    <a:lnTo>
                      <a:pt x="2707" y="2794"/>
                    </a:lnTo>
                    <a:lnTo>
                      <a:pt x="2720" y="2774"/>
                    </a:lnTo>
                    <a:lnTo>
                      <a:pt x="2729" y="2753"/>
                    </a:lnTo>
                    <a:lnTo>
                      <a:pt x="2733" y="2731"/>
                    </a:lnTo>
                    <a:lnTo>
                      <a:pt x="2731" y="2709"/>
                    </a:lnTo>
                    <a:lnTo>
                      <a:pt x="2725" y="2687"/>
                    </a:lnTo>
                    <a:lnTo>
                      <a:pt x="2714" y="2666"/>
                    </a:lnTo>
                    <a:lnTo>
                      <a:pt x="2698" y="2649"/>
                    </a:lnTo>
                    <a:lnTo>
                      <a:pt x="2678" y="2636"/>
                    </a:lnTo>
                    <a:lnTo>
                      <a:pt x="2657" y="2627"/>
                    </a:lnTo>
                    <a:lnTo>
                      <a:pt x="2634" y="2623"/>
                    </a:lnTo>
                    <a:close/>
                    <a:moveTo>
                      <a:pt x="980" y="2520"/>
                    </a:moveTo>
                    <a:lnTo>
                      <a:pt x="1444" y="2520"/>
                    </a:lnTo>
                    <a:lnTo>
                      <a:pt x="1460" y="2522"/>
                    </a:lnTo>
                    <a:lnTo>
                      <a:pt x="1474" y="2530"/>
                    </a:lnTo>
                    <a:lnTo>
                      <a:pt x="1485" y="2541"/>
                    </a:lnTo>
                    <a:lnTo>
                      <a:pt x="1493" y="2555"/>
                    </a:lnTo>
                    <a:lnTo>
                      <a:pt x="1495" y="2571"/>
                    </a:lnTo>
                    <a:lnTo>
                      <a:pt x="1495" y="2623"/>
                    </a:lnTo>
                    <a:lnTo>
                      <a:pt x="1493" y="2639"/>
                    </a:lnTo>
                    <a:lnTo>
                      <a:pt x="1485" y="2653"/>
                    </a:lnTo>
                    <a:lnTo>
                      <a:pt x="1474" y="2664"/>
                    </a:lnTo>
                    <a:lnTo>
                      <a:pt x="1460" y="2672"/>
                    </a:lnTo>
                    <a:lnTo>
                      <a:pt x="1444" y="2674"/>
                    </a:lnTo>
                    <a:lnTo>
                      <a:pt x="980" y="2674"/>
                    </a:lnTo>
                    <a:lnTo>
                      <a:pt x="963" y="2672"/>
                    </a:lnTo>
                    <a:lnTo>
                      <a:pt x="949" y="2664"/>
                    </a:lnTo>
                    <a:lnTo>
                      <a:pt x="938" y="2653"/>
                    </a:lnTo>
                    <a:lnTo>
                      <a:pt x="931" y="2639"/>
                    </a:lnTo>
                    <a:lnTo>
                      <a:pt x="928" y="2623"/>
                    </a:lnTo>
                    <a:lnTo>
                      <a:pt x="928" y="2571"/>
                    </a:lnTo>
                    <a:lnTo>
                      <a:pt x="931" y="2555"/>
                    </a:lnTo>
                    <a:lnTo>
                      <a:pt x="938" y="2541"/>
                    </a:lnTo>
                    <a:lnTo>
                      <a:pt x="949" y="2530"/>
                    </a:lnTo>
                    <a:lnTo>
                      <a:pt x="963" y="2522"/>
                    </a:lnTo>
                    <a:lnTo>
                      <a:pt x="980" y="2520"/>
                    </a:lnTo>
                    <a:close/>
                    <a:moveTo>
                      <a:pt x="798" y="2404"/>
                    </a:moveTo>
                    <a:lnTo>
                      <a:pt x="812" y="2408"/>
                    </a:lnTo>
                    <a:lnTo>
                      <a:pt x="826" y="2416"/>
                    </a:lnTo>
                    <a:lnTo>
                      <a:pt x="835" y="2427"/>
                    </a:lnTo>
                    <a:lnTo>
                      <a:pt x="841" y="2441"/>
                    </a:lnTo>
                    <a:lnTo>
                      <a:pt x="841" y="2456"/>
                    </a:lnTo>
                    <a:lnTo>
                      <a:pt x="838" y="2470"/>
                    </a:lnTo>
                    <a:lnTo>
                      <a:pt x="830" y="2483"/>
                    </a:lnTo>
                    <a:lnTo>
                      <a:pt x="640" y="2696"/>
                    </a:lnTo>
                    <a:lnTo>
                      <a:pt x="629" y="2704"/>
                    </a:lnTo>
                    <a:lnTo>
                      <a:pt x="617" y="2710"/>
                    </a:lnTo>
                    <a:lnTo>
                      <a:pt x="604" y="2712"/>
                    </a:lnTo>
                    <a:lnTo>
                      <a:pt x="588" y="2709"/>
                    </a:lnTo>
                    <a:lnTo>
                      <a:pt x="574" y="2701"/>
                    </a:lnTo>
                    <a:lnTo>
                      <a:pt x="456" y="2606"/>
                    </a:lnTo>
                    <a:lnTo>
                      <a:pt x="446" y="2595"/>
                    </a:lnTo>
                    <a:lnTo>
                      <a:pt x="440" y="2582"/>
                    </a:lnTo>
                    <a:lnTo>
                      <a:pt x="438" y="2568"/>
                    </a:lnTo>
                    <a:lnTo>
                      <a:pt x="441" y="2554"/>
                    </a:lnTo>
                    <a:lnTo>
                      <a:pt x="448" y="2540"/>
                    </a:lnTo>
                    <a:lnTo>
                      <a:pt x="459" y="2530"/>
                    </a:lnTo>
                    <a:lnTo>
                      <a:pt x="473" y="2524"/>
                    </a:lnTo>
                    <a:lnTo>
                      <a:pt x="488" y="2522"/>
                    </a:lnTo>
                    <a:lnTo>
                      <a:pt x="502" y="2525"/>
                    </a:lnTo>
                    <a:lnTo>
                      <a:pt x="515" y="2533"/>
                    </a:lnTo>
                    <a:lnTo>
                      <a:pt x="598" y="2600"/>
                    </a:lnTo>
                    <a:lnTo>
                      <a:pt x="759" y="2420"/>
                    </a:lnTo>
                    <a:lnTo>
                      <a:pt x="770" y="2410"/>
                    </a:lnTo>
                    <a:lnTo>
                      <a:pt x="784" y="2405"/>
                    </a:lnTo>
                    <a:lnTo>
                      <a:pt x="798" y="2404"/>
                    </a:lnTo>
                    <a:close/>
                    <a:moveTo>
                      <a:pt x="2269" y="2263"/>
                    </a:moveTo>
                    <a:lnTo>
                      <a:pt x="2337" y="2266"/>
                    </a:lnTo>
                    <a:lnTo>
                      <a:pt x="2404" y="2277"/>
                    </a:lnTo>
                    <a:lnTo>
                      <a:pt x="2468" y="2293"/>
                    </a:lnTo>
                    <a:lnTo>
                      <a:pt x="2530" y="2315"/>
                    </a:lnTo>
                    <a:lnTo>
                      <a:pt x="2589" y="2343"/>
                    </a:lnTo>
                    <a:lnTo>
                      <a:pt x="2643" y="2377"/>
                    </a:lnTo>
                    <a:lnTo>
                      <a:pt x="2695" y="2415"/>
                    </a:lnTo>
                    <a:lnTo>
                      <a:pt x="2743" y="2459"/>
                    </a:lnTo>
                    <a:lnTo>
                      <a:pt x="2785" y="2506"/>
                    </a:lnTo>
                    <a:lnTo>
                      <a:pt x="2825" y="2557"/>
                    </a:lnTo>
                    <a:lnTo>
                      <a:pt x="2858" y="2613"/>
                    </a:lnTo>
                    <a:lnTo>
                      <a:pt x="2886" y="2672"/>
                    </a:lnTo>
                    <a:lnTo>
                      <a:pt x="2909" y="2733"/>
                    </a:lnTo>
                    <a:lnTo>
                      <a:pt x="2925" y="2797"/>
                    </a:lnTo>
                    <a:lnTo>
                      <a:pt x="2935" y="2863"/>
                    </a:lnTo>
                    <a:lnTo>
                      <a:pt x="2939" y="2931"/>
                    </a:lnTo>
                    <a:lnTo>
                      <a:pt x="2935" y="3000"/>
                    </a:lnTo>
                    <a:lnTo>
                      <a:pt x="2925" y="3067"/>
                    </a:lnTo>
                    <a:lnTo>
                      <a:pt x="2909" y="3130"/>
                    </a:lnTo>
                    <a:lnTo>
                      <a:pt x="2886" y="3192"/>
                    </a:lnTo>
                    <a:lnTo>
                      <a:pt x="2858" y="3250"/>
                    </a:lnTo>
                    <a:lnTo>
                      <a:pt x="2825" y="3305"/>
                    </a:lnTo>
                    <a:lnTo>
                      <a:pt x="2785" y="3357"/>
                    </a:lnTo>
                    <a:lnTo>
                      <a:pt x="2743" y="3404"/>
                    </a:lnTo>
                    <a:lnTo>
                      <a:pt x="2695" y="3447"/>
                    </a:lnTo>
                    <a:lnTo>
                      <a:pt x="2643" y="3485"/>
                    </a:lnTo>
                    <a:lnTo>
                      <a:pt x="2589" y="3519"/>
                    </a:lnTo>
                    <a:lnTo>
                      <a:pt x="2530" y="3548"/>
                    </a:lnTo>
                    <a:lnTo>
                      <a:pt x="2468" y="3569"/>
                    </a:lnTo>
                    <a:lnTo>
                      <a:pt x="2404" y="3587"/>
                    </a:lnTo>
                    <a:lnTo>
                      <a:pt x="2337" y="3597"/>
                    </a:lnTo>
                    <a:lnTo>
                      <a:pt x="2269" y="3600"/>
                    </a:lnTo>
                    <a:lnTo>
                      <a:pt x="2200" y="3597"/>
                    </a:lnTo>
                    <a:lnTo>
                      <a:pt x="2134" y="3587"/>
                    </a:lnTo>
                    <a:lnTo>
                      <a:pt x="2069" y="3569"/>
                    </a:lnTo>
                    <a:lnTo>
                      <a:pt x="2008" y="3548"/>
                    </a:lnTo>
                    <a:lnTo>
                      <a:pt x="1949" y="3519"/>
                    </a:lnTo>
                    <a:lnTo>
                      <a:pt x="1894" y="3485"/>
                    </a:lnTo>
                    <a:lnTo>
                      <a:pt x="1843" y="3447"/>
                    </a:lnTo>
                    <a:lnTo>
                      <a:pt x="1795" y="3404"/>
                    </a:lnTo>
                    <a:lnTo>
                      <a:pt x="1752" y="3357"/>
                    </a:lnTo>
                    <a:lnTo>
                      <a:pt x="1713" y="3305"/>
                    </a:lnTo>
                    <a:lnTo>
                      <a:pt x="1680" y="3250"/>
                    </a:lnTo>
                    <a:lnTo>
                      <a:pt x="1651" y="3192"/>
                    </a:lnTo>
                    <a:lnTo>
                      <a:pt x="1628" y="3130"/>
                    </a:lnTo>
                    <a:lnTo>
                      <a:pt x="1612" y="3067"/>
                    </a:lnTo>
                    <a:lnTo>
                      <a:pt x="1602" y="3000"/>
                    </a:lnTo>
                    <a:lnTo>
                      <a:pt x="1599" y="2931"/>
                    </a:lnTo>
                    <a:lnTo>
                      <a:pt x="1602" y="2863"/>
                    </a:lnTo>
                    <a:lnTo>
                      <a:pt x="1612" y="2797"/>
                    </a:lnTo>
                    <a:lnTo>
                      <a:pt x="1628" y="2733"/>
                    </a:lnTo>
                    <a:lnTo>
                      <a:pt x="1651" y="2672"/>
                    </a:lnTo>
                    <a:lnTo>
                      <a:pt x="1680" y="2613"/>
                    </a:lnTo>
                    <a:lnTo>
                      <a:pt x="1713" y="2557"/>
                    </a:lnTo>
                    <a:lnTo>
                      <a:pt x="1752" y="2506"/>
                    </a:lnTo>
                    <a:lnTo>
                      <a:pt x="1795" y="2459"/>
                    </a:lnTo>
                    <a:lnTo>
                      <a:pt x="1843" y="2415"/>
                    </a:lnTo>
                    <a:lnTo>
                      <a:pt x="1894" y="2377"/>
                    </a:lnTo>
                    <a:lnTo>
                      <a:pt x="1949" y="2343"/>
                    </a:lnTo>
                    <a:lnTo>
                      <a:pt x="2008" y="2315"/>
                    </a:lnTo>
                    <a:lnTo>
                      <a:pt x="2069" y="2293"/>
                    </a:lnTo>
                    <a:lnTo>
                      <a:pt x="2134" y="2277"/>
                    </a:lnTo>
                    <a:lnTo>
                      <a:pt x="2200" y="2266"/>
                    </a:lnTo>
                    <a:lnTo>
                      <a:pt x="2269" y="2263"/>
                    </a:lnTo>
                    <a:close/>
                    <a:moveTo>
                      <a:pt x="980" y="2057"/>
                    </a:moveTo>
                    <a:lnTo>
                      <a:pt x="1547" y="2057"/>
                    </a:lnTo>
                    <a:lnTo>
                      <a:pt x="1563" y="2060"/>
                    </a:lnTo>
                    <a:lnTo>
                      <a:pt x="1577" y="2067"/>
                    </a:lnTo>
                    <a:lnTo>
                      <a:pt x="1589" y="2078"/>
                    </a:lnTo>
                    <a:lnTo>
                      <a:pt x="1596" y="2092"/>
                    </a:lnTo>
                    <a:lnTo>
                      <a:pt x="1599" y="2109"/>
                    </a:lnTo>
                    <a:lnTo>
                      <a:pt x="1599" y="2160"/>
                    </a:lnTo>
                    <a:lnTo>
                      <a:pt x="1596" y="2176"/>
                    </a:lnTo>
                    <a:lnTo>
                      <a:pt x="1589" y="2191"/>
                    </a:lnTo>
                    <a:lnTo>
                      <a:pt x="1577" y="2201"/>
                    </a:lnTo>
                    <a:lnTo>
                      <a:pt x="1563" y="2209"/>
                    </a:lnTo>
                    <a:lnTo>
                      <a:pt x="1547" y="2211"/>
                    </a:lnTo>
                    <a:lnTo>
                      <a:pt x="980" y="2211"/>
                    </a:lnTo>
                    <a:lnTo>
                      <a:pt x="963" y="2209"/>
                    </a:lnTo>
                    <a:lnTo>
                      <a:pt x="949" y="2201"/>
                    </a:lnTo>
                    <a:lnTo>
                      <a:pt x="938" y="2191"/>
                    </a:lnTo>
                    <a:lnTo>
                      <a:pt x="931" y="2176"/>
                    </a:lnTo>
                    <a:lnTo>
                      <a:pt x="928" y="2160"/>
                    </a:lnTo>
                    <a:lnTo>
                      <a:pt x="928" y="2109"/>
                    </a:lnTo>
                    <a:lnTo>
                      <a:pt x="931" y="2092"/>
                    </a:lnTo>
                    <a:lnTo>
                      <a:pt x="938" y="2078"/>
                    </a:lnTo>
                    <a:lnTo>
                      <a:pt x="949" y="2067"/>
                    </a:lnTo>
                    <a:lnTo>
                      <a:pt x="963" y="2060"/>
                    </a:lnTo>
                    <a:lnTo>
                      <a:pt x="980" y="2057"/>
                    </a:lnTo>
                    <a:close/>
                    <a:moveTo>
                      <a:pt x="798" y="1964"/>
                    </a:moveTo>
                    <a:lnTo>
                      <a:pt x="812" y="1967"/>
                    </a:lnTo>
                    <a:lnTo>
                      <a:pt x="826" y="1976"/>
                    </a:lnTo>
                    <a:lnTo>
                      <a:pt x="835" y="1987"/>
                    </a:lnTo>
                    <a:lnTo>
                      <a:pt x="841" y="2001"/>
                    </a:lnTo>
                    <a:lnTo>
                      <a:pt x="841" y="2015"/>
                    </a:lnTo>
                    <a:lnTo>
                      <a:pt x="838" y="2029"/>
                    </a:lnTo>
                    <a:lnTo>
                      <a:pt x="830" y="2042"/>
                    </a:lnTo>
                    <a:lnTo>
                      <a:pt x="640" y="2255"/>
                    </a:lnTo>
                    <a:lnTo>
                      <a:pt x="629" y="2264"/>
                    </a:lnTo>
                    <a:lnTo>
                      <a:pt x="617" y="2269"/>
                    </a:lnTo>
                    <a:lnTo>
                      <a:pt x="604" y="2271"/>
                    </a:lnTo>
                    <a:lnTo>
                      <a:pt x="588" y="2268"/>
                    </a:lnTo>
                    <a:lnTo>
                      <a:pt x="574" y="2260"/>
                    </a:lnTo>
                    <a:lnTo>
                      <a:pt x="456" y="2165"/>
                    </a:lnTo>
                    <a:lnTo>
                      <a:pt x="446" y="2155"/>
                    </a:lnTo>
                    <a:lnTo>
                      <a:pt x="440" y="2141"/>
                    </a:lnTo>
                    <a:lnTo>
                      <a:pt x="438" y="2127"/>
                    </a:lnTo>
                    <a:lnTo>
                      <a:pt x="441" y="2113"/>
                    </a:lnTo>
                    <a:lnTo>
                      <a:pt x="448" y="2099"/>
                    </a:lnTo>
                    <a:lnTo>
                      <a:pt x="459" y="2089"/>
                    </a:lnTo>
                    <a:lnTo>
                      <a:pt x="473" y="2084"/>
                    </a:lnTo>
                    <a:lnTo>
                      <a:pt x="488" y="2081"/>
                    </a:lnTo>
                    <a:lnTo>
                      <a:pt x="502" y="2085"/>
                    </a:lnTo>
                    <a:lnTo>
                      <a:pt x="515" y="2092"/>
                    </a:lnTo>
                    <a:lnTo>
                      <a:pt x="598" y="2159"/>
                    </a:lnTo>
                    <a:lnTo>
                      <a:pt x="759" y="1979"/>
                    </a:lnTo>
                    <a:lnTo>
                      <a:pt x="770" y="1969"/>
                    </a:lnTo>
                    <a:lnTo>
                      <a:pt x="784" y="1965"/>
                    </a:lnTo>
                    <a:lnTo>
                      <a:pt x="798" y="1964"/>
                    </a:lnTo>
                    <a:close/>
                    <a:moveTo>
                      <a:pt x="980" y="1646"/>
                    </a:moveTo>
                    <a:lnTo>
                      <a:pt x="1804" y="1646"/>
                    </a:lnTo>
                    <a:lnTo>
                      <a:pt x="1821" y="1648"/>
                    </a:lnTo>
                    <a:lnTo>
                      <a:pt x="1835" y="1656"/>
                    </a:lnTo>
                    <a:lnTo>
                      <a:pt x="1846" y="1667"/>
                    </a:lnTo>
                    <a:lnTo>
                      <a:pt x="1854" y="1681"/>
                    </a:lnTo>
                    <a:lnTo>
                      <a:pt x="1856" y="1697"/>
                    </a:lnTo>
                    <a:lnTo>
                      <a:pt x="1856" y="1749"/>
                    </a:lnTo>
                    <a:lnTo>
                      <a:pt x="1854" y="1765"/>
                    </a:lnTo>
                    <a:lnTo>
                      <a:pt x="1846" y="1779"/>
                    </a:lnTo>
                    <a:lnTo>
                      <a:pt x="1835" y="1790"/>
                    </a:lnTo>
                    <a:lnTo>
                      <a:pt x="1821" y="1798"/>
                    </a:lnTo>
                    <a:lnTo>
                      <a:pt x="1804" y="1800"/>
                    </a:lnTo>
                    <a:lnTo>
                      <a:pt x="980" y="1800"/>
                    </a:lnTo>
                    <a:lnTo>
                      <a:pt x="963" y="1798"/>
                    </a:lnTo>
                    <a:lnTo>
                      <a:pt x="949" y="1790"/>
                    </a:lnTo>
                    <a:lnTo>
                      <a:pt x="938" y="1779"/>
                    </a:lnTo>
                    <a:lnTo>
                      <a:pt x="931" y="1765"/>
                    </a:lnTo>
                    <a:lnTo>
                      <a:pt x="928" y="1749"/>
                    </a:lnTo>
                    <a:lnTo>
                      <a:pt x="928" y="1697"/>
                    </a:lnTo>
                    <a:lnTo>
                      <a:pt x="931" y="1681"/>
                    </a:lnTo>
                    <a:lnTo>
                      <a:pt x="938" y="1667"/>
                    </a:lnTo>
                    <a:lnTo>
                      <a:pt x="949" y="1656"/>
                    </a:lnTo>
                    <a:lnTo>
                      <a:pt x="963" y="1648"/>
                    </a:lnTo>
                    <a:lnTo>
                      <a:pt x="980" y="1646"/>
                    </a:lnTo>
                    <a:close/>
                    <a:moveTo>
                      <a:pt x="798" y="1526"/>
                    </a:moveTo>
                    <a:lnTo>
                      <a:pt x="812" y="1529"/>
                    </a:lnTo>
                    <a:lnTo>
                      <a:pt x="826" y="1538"/>
                    </a:lnTo>
                    <a:lnTo>
                      <a:pt x="835" y="1549"/>
                    </a:lnTo>
                    <a:lnTo>
                      <a:pt x="841" y="1563"/>
                    </a:lnTo>
                    <a:lnTo>
                      <a:pt x="841" y="1577"/>
                    </a:lnTo>
                    <a:lnTo>
                      <a:pt x="838" y="1592"/>
                    </a:lnTo>
                    <a:lnTo>
                      <a:pt x="830" y="1605"/>
                    </a:lnTo>
                    <a:lnTo>
                      <a:pt x="640" y="1817"/>
                    </a:lnTo>
                    <a:lnTo>
                      <a:pt x="629" y="1826"/>
                    </a:lnTo>
                    <a:lnTo>
                      <a:pt x="617" y="1832"/>
                    </a:lnTo>
                    <a:lnTo>
                      <a:pt x="604" y="1834"/>
                    </a:lnTo>
                    <a:lnTo>
                      <a:pt x="588" y="1831"/>
                    </a:lnTo>
                    <a:lnTo>
                      <a:pt x="574" y="1823"/>
                    </a:lnTo>
                    <a:lnTo>
                      <a:pt x="456" y="1728"/>
                    </a:lnTo>
                    <a:lnTo>
                      <a:pt x="446" y="1717"/>
                    </a:lnTo>
                    <a:lnTo>
                      <a:pt x="440" y="1704"/>
                    </a:lnTo>
                    <a:lnTo>
                      <a:pt x="438" y="1690"/>
                    </a:lnTo>
                    <a:lnTo>
                      <a:pt x="441" y="1675"/>
                    </a:lnTo>
                    <a:lnTo>
                      <a:pt x="448" y="1661"/>
                    </a:lnTo>
                    <a:lnTo>
                      <a:pt x="459" y="1652"/>
                    </a:lnTo>
                    <a:lnTo>
                      <a:pt x="473" y="1646"/>
                    </a:lnTo>
                    <a:lnTo>
                      <a:pt x="488" y="1644"/>
                    </a:lnTo>
                    <a:lnTo>
                      <a:pt x="502" y="1647"/>
                    </a:lnTo>
                    <a:lnTo>
                      <a:pt x="515" y="1655"/>
                    </a:lnTo>
                    <a:lnTo>
                      <a:pt x="598" y="1721"/>
                    </a:lnTo>
                    <a:lnTo>
                      <a:pt x="759" y="1541"/>
                    </a:lnTo>
                    <a:lnTo>
                      <a:pt x="770" y="1532"/>
                    </a:lnTo>
                    <a:lnTo>
                      <a:pt x="784" y="1527"/>
                    </a:lnTo>
                    <a:lnTo>
                      <a:pt x="798" y="1526"/>
                    </a:lnTo>
                    <a:close/>
                    <a:moveTo>
                      <a:pt x="980" y="1183"/>
                    </a:moveTo>
                    <a:lnTo>
                      <a:pt x="1804" y="1183"/>
                    </a:lnTo>
                    <a:lnTo>
                      <a:pt x="1821" y="1186"/>
                    </a:lnTo>
                    <a:lnTo>
                      <a:pt x="1835" y="1192"/>
                    </a:lnTo>
                    <a:lnTo>
                      <a:pt x="1846" y="1204"/>
                    </a:lnTo>
                    <a:lnTo>
                      <a:pt x="1854" y="1219"/>
                    </a:lnTo>
                    <a:lnTo>
                      <a:pt x="1856" y="1234"/>
                    </a:lnTo>
                    <a:lnTo>
                      <a:pt x="1856" y="1286"/>
                    </a:lnTo>
                    <a:lnTo>
                      <a:pt x="1854" y="1301"/>
                    </a:lnTo>
                    <a:lnTo>
                      <a:pt x="1846" y="1316"/>
                    </a:lnTo>
                    <a:lnTo>
                      <a:pt x="1835" y="1328"/>
                    </a:lnTo>
                    <a:lnTo>
                      <a:pt x="1821" y="1334"/>
                    </a:lnTo>
                    <a:lnTo>
                      <a:pt x="1804" y="1337"/>
                    </a:lnTo>
                    <a:lnTo>
                      <a:pt x="980" y="1337"/>
                    </a:lnTo>
                    <a:lnTo>
                      <a:pt x="963" y="1334"/>
                    </a:lnTo>
                    <a:lnTo>
                      <a:pt x="949" y="1328"/>
                    </a:lnTo>
                    <a:lnTo>
                      <a:pt x="938" y="1316"/>
                    </a:lnTo>
                    <a:lnTo>
                      <a:pt x="931" y="1301"/>
                    </a:lnTo>
                    <a:lnTo>
                      <a:pt x="928" y="1286"/>
                    </a:lnTo>
                    <a:lnTo>
                      <a:pt x="928" y="1234"/>
                    </a:lnTo>
                    <a:lnTo>
                      <a:pt x="931" y="1219"/>
                    </a:lnTo>
                    <a:lnTo>
                      <a:pt x="938" y="1204"/>
                    </a:lnTo>
                    <a:lnTo>
                      <a:pt x="949" y="1192"/>
                    </a:lnTo>
                    <a:lnTo>
                      <a:pt x="963" y="1186"/>
                    </a:lnTo>
                    <a:lnTo>
                      <a:pt x="980" y="1183"/>
                    </a:lnTo>
                    <a:close/>
                    <a:moveTo>
                      <a:pt x="798" y="1068"/>
                    </a:moveTo>
                    <a:lnTo>
                      <a:pt x="812" y="1072"/>
                    </a:lnTo>
                    <a:lnTo>
                      <a:pt x="826" y="1080"/>
                    </a:lnTo>
                    <a:lnTo>
                      <a:pt x="835" y="1092"/>
                    </a:lnTo>
                    <a:lnTo>
                      <a:pt x="841" y="1105"/>
                    </a:lnTo>
                    <a:lnTo>
                      <a:pt x="841" y="1120"/>
                    </a:lnTo>
                    <a:lnTo>
                      <a:pt x="838" y="1135"/>
                    </a:lnTo>
                    <a:lnTo>
                      <a:pt x="830" y="1147"/>
                    </a:lnTo>
                    <a:lnTo>
                      <a:pt x="640" y="1360"/>
                    </a:lnTo>
                    <a:lnTo>
                      <a:pt x="629" y="1369"/>
                    </a:lnTo>
                    <a:lnTo>
                      <a:pt x="617" y="1375"/>
                    </a:lnTo>
                    <a:lnTo>
                      <a:pt x="604" y="1376"/>
                    </a:lnTo>
                    <a:lnTo>
                      <a:pt x="588" y="1373"/>
                    </a:lnTo>
                    <a:lnTo>
                      <a:pt x="574" y="1366"/>
                    </a:lnTo>
                    <a:lnTo>
                      <a:pt x="456" y="1271"/>
                    </a:lnTo>
                    <a:lnTo>
                      <a:pt x="446" y="1260"/>
                    </a:lnTo>
                    <a:lnTo>
                      <a:pt x="440" y="1246"/>
                    </a:lnTo>
                    <a:lnTo>
                      <a:pt x="438" y="1232"/>
                    </a:lnTo>
                    <a:lnTo>
                      <a:pt x="441" y="1217"/>
                    </a:lnTo>
                    <a:lnTo>
                      <a:pt x="448" y="1204"/>
                    </a:lnTo>
                    <a:lnTo>
                      <a:pt x="459" y="1195"/>
                    </a:lnTo>
                    <a:lnTo>
                      <a:pt x="473" y="1188"/>
                    </a:lnTo>
                    <a:lnTo>
                      <a:pt x="488" y="1187"/>
                    </a:lnTo>
                    <a:lnTo>
                      <a:pt x="502" y="1189"/>
                    </a:lnTo>
                    <a:lnTo>
                      <a:pt x="515" y="1197"/>
                    </a:lnTo>
                    <a:lnTo>
                      <a:pt x="598" y="1263"/>
                    </a:lnTo>
                    <a:lnTo>
                      <a:pt x="759" y="1084"/>
                    </a:lnTo>
                    <a:lnTo>
                      <a:pt x="770" y="1075"/>
                    </a:lnTo>
                    <a:lnTo>
                      <a:pt x="784" y="1069"/>
                    </a:lnTo>
                    <a:lnTo>
                      <a:pt x="798" y="1068"/>
                    </a:lnTo>
                    <a:close/>
                    <a:moveTo>
                      <a:pt x="155" y="360"/>
                    </a:moveTo>
                    <a:lnTo>
                      <a:pt x="573" y="360"/>
                    </a:lnTo>
                    <a:lnTo>
                      <a:pt x="569" y="386"/>
                    </a:lnTo>
                    <a:lnTo>
                      <a:pt x="568" y="413"/>
                    </a:lnTo>
                    <a:lnTo>
                      <a:pt x="571" y="455"/>
                    </a:lnTo>
                    <a:lnTo>
                      <a:pt x="581" y="494"/>
                    </a:lnTo>
                    <a:lnTo>
                      <a:pt x="596" y="530"/>
                    </a:lnTo>
                    <a:lnTo>
                      <a:pt x="617" y="564"/>
                    </a:lnTo>
                    <a:lnTo>
                      <a:pt x="642" y="593"/>
                    </a:lnTo>
                    <a:lnTo>
                      <a:pt x="672" y="620"/>
                    </a:lnTo>
                    <a:lnTo>
                      <a:pt x="706" y="640"/>
                    </a:lnTo>
                    <a:lnTo>
                      <a:pt x="742" y="656"/>
                    </a:lnTo>
                    <a:lnTo>
                      <a:pt x="782" y="665"/>
                    </a:lnTo>
                    <a:lnTo>
                      <a:pt x="823" y="669"/>
                    </a:lnTo>
                    <a:lnTo>
                      <a:pt x="1497" y="669"/>
                    </a:lnTo>
                    <a:lnTo>
                      <a:pt x="1539" y="665"/>
                    </a:lnTo>
                    <a:lnTo>
                      <a:pt x="1578" y="656"/>
                    </a:lnTo>
                    <a:lnTo>
                      <a:pt x="1614" y="640"/>
                    </a:lnTo>
                    <a:lnTo>
                      <a:pt x="1648" y="619"/>
                    </a:lnTo>
                    <a:lnTo>
                      <a:pt x="1678" y="593"/>
                    </a:lnTo>
                    <a:lnTo>
                      <a:pt x="1704" y="563"/>
                    </a:lnTo>
                    <a:lnTo>
                      <a:pt x="1725" y="529"/>
                    </a:lnTo>
                    <a:lnTo>
                      <a:pt x="1740" y="492"/>
                    </a:lnTo>
                    <a:lnTo>
                      <a:pt x="1750" y="452"/>
                    </a:lnTo>
                    <a:lnTo>
                      <a:pt x="1753" y="410"/>
                    </a:lnTo>
                    <a:lnTo>
                      <a:pt x="1752" y="385"/>
                    </a:lnTo>
                    <a:lnTo>
                      <a:pt x="1748" y="360"/>
                    </a:lnTo>
                    <a:lnTo>
                      <a:pt x="2063" y="360"/>
                    </a:lnTo>
                    <a:lnTo>
                      <a:pt x="2106" y="362"/>
                    </a:lnTo>
                    <a:lnTo>
                      <a:pt x="2146" y="369"/>
                    </a:lnTo>
                    <a:lnTo>
                      <a:pt x="2181" y="380"/>
                    </a:lnTo>
                    <a:lnTo>
                      <a:pt x="2213" y="393"/>
                    </a:lnTo>
                    <a:lnTo>
                      <a:pt x="2241" y="410"/>
                    </a:lnTo>
                    <a:lnTo>
                      <a:pt x="2265" y="431"/>
                    </a:lnTo>
                    <a:lnTo>
                      <a:pt x="2285" y="454"/>
                    </a:lnTo>
                    <a:lnTo>
                      <a:pt x="2300" y="479"/>
                    </a:lnTo>
                    <a:lnTo>
                      <a:pt x="2311" y="506"/>
                    </a:lnTo>
                    <a:lnTo>
                      <a:pt x="2318" y="536"/>
                    </a:lnTo>
                    <a:lnTo>
                      <a:pt x="2321" y="566"/>
                    </a:lnTo>
                    <a:lnTo>
                      <a:pt x="2321" y="2111"/>
                    </a:lnTo>
                    <a:lnTo>
                      <a:pt x="2294" y="2110"/>
                    </a:lnTo>
                    <a:lnTo>
                      <a:pt x="2269" y="2109"/>
                    </a:lnTo>
                    <a:lnTo>
                      <a:pt x="2198" y="2112"/>
                    </a:lnTo>
                    <a:lnTo>
                      <a:pt x="2129" y="2121"/>
                    </a:lnTo>
                    <a:lnTo>
                      <a:pt x="2063" y="2136"/>
                    </a:lnTo>
                    <a:lnTo>
                      <a:pt x="2063" y="926"/>
                    </a:lnTo>
                    <a:lnTo>
                      <a:pt x="258" y="926"/>
                    </a:lnTo>
                    <a:lnTo>
                      <a:pt x="258" y="2983"/>
                    </a:lnTo>
                    <a:lnTo>
                      <a:pt x="1447" y="2983"/>
                    </a:lnTo>
                    <a:lnTo>
                      <a:pt x="1453" y="3050"/>
                    </a:lnTo>
                    <a:lnTo>
                      <a:pt x="1465" y="3116"/>
                    </a:lnTo>
                    <a:lnTo>
                      <a:pt x="1483" y="3179"/>
                    </a:lnTo>
                    <a:lnTo>
                      <a:pt x="1505" y="3240"/>
                    </a:lnTo>
                    <a:lnTo>
                      <a:pt x="207" y="3240"/>
                    </a:lnTo>
                    <a:lnTo>
                      <a:pt x="169" y="3237"/>
                    </a:lnTo>
                    <a:lnTo>
                      <a:pt x="134" y="3227"/>
                    </a:lnTo>
                    <a:lnTo>
                      <a:pt x="103" y="3212"/>
                    </a:lnTo>
                    <a:lnTo>
                      <a:pt x="73" y="3192"/>
                    </a:lnTo>
                    <a:lnTo>
                      <a:pt x="49" y="3167"/>
                    </a:lnTo>
                    <a:lnTo>
                      <a:pt x="28" y="3139"/>
                    </a:lnTo>
                    <a:lnTo>
                      <a:pt x="13" y="3106"/>
                    </a:lnTo>
                    <a:lnTo>
                      <a:pt x="3" y="3071"/>
                    </a:lnTo>
                    <a:lnTo>
                      <a:pt x="0" y="3034"/>
                    </a:lnTo>
                    <a:lnTo>
                      <a:pt x="0" y="566"/>
                    </a:lnTo>
                    <a:lnTo>
                      <a:pt x="3" y="532"/>
                    </a:lnTo>
                    <a:lnTo>
                      <a:pt x="10" y="501"/>
                    </a:lnTo>
                    <a:lnTo>
                      <a:pt x="22" y="471"/>
                    </a:lnTo>
                    <a:lnTo>
                      <a:pt x="37" y="444"/>
                    </a:lnTo>
                    <a:lnTo>
                      <a:pt x="55" y="420"/>
                    </a:lnTo>
                    <a:lnTo>
                      <a:pt x="73" y="399"/>
                    </a:lnTo>
                    <a:lnTo>
                      <a:pt x="94" y="383"/>
                    </a:lnTo>
                    <a:lnTo>
                      <a:pt x="115" y="371"/>
                    </a:lnTo>
                    <a:lnTo>
                      <a:pt x="136" y="362"/>
                    </a:lnTo>
                    <a:lnTo>
                      <a:pt x="155" y="360"/>
                    </a:lnTo>
                    <a:close/>
                    <a:moveTo>
                      <a:pt x="1160" y="103"/>
                    </a:moveTo>
                    <a:lnTo>
                      <a:pt x="1139" y="106"/>
                    </a:lnTo>
                    <a:lnTo>
                      <a:pt x="1121" y="113"/>
                    </a:lnTo>
                    <a:lnTo>
                      <a:pt x="1106" y="125"/>
                    </a:lnTo>
                    <a:lnTo>
                      <a:pt x="1094" y="141"/>
                    </a:lnTo>
                    <a:lnTo>
                      <a:pt x="1086" y="159"/>
                    </a:lnTo>
                    <a:lnTo>
                      <a:pt x="1083" y="180"/>
                    </a:lnTo>
                    <a:lnTo>
                      <a:pt x="1086" y="201"/>
                    </a:lnTo>
                    <a:lnTo>
                      <a:pt x="1094" y="219"/>
                    </a:lnTo>
                    <a:lnTo>
                      <a:pt x="1106" y="235"/>
                    </a:lnTo>
                    <a:lnTo>
                      <a:pt x="1121" y="247"/>
                    </a:lnTo>
                    <a:lnTo>
                      <a:pt x="1139" y="254"/>
                    </a:lnTo>
                    <a:lnTo>
                      <a:pt x="1160" y="257"/>
                    </a:lnTo>
                    <a:lnTo>
                      <a:pt x="1181" y="254"/>
                    </a:lnTo>
                    <a:lnTo>
                      <a:pt x="1200" y="247"/>
                    </a:lnTo>
                    <a:lnTo>
                      <a:pt x="1215" y="235"/>
                    </a:lnTo>
                    <a:lnTo>
                      <a:pt x="1227" y="219"/>
                    </a:lnTo>
                    <a:lnTo>
                      <a:pt x="1235" y="201"/>
                    </a:lnTo>
                    <a:lnTo>
                      <a:pt x="1238" y="180"/>
                    </a:lnTo>
                    <a:lnTo>
                      <a:pt x="1235" y="159"/>
                    </a:lnTo>
                    <a:lnTo>
                      <a:pt x="1227" y="141"/>
                    </a:lnTo>
                    <a:lnTo>
                      <a:pt x="1215" y="125"/>
                    </a:lnTo>
                    <a:lnTo>
                      <a:pt x="1200" y="113"/>
                    </a:lnTo>
                    <a:lnTo>
                      <a:pt x="1181" y="106"/>
                    </a:lnTo>
                    <a:lnTo>
                      <a:pt x="1160" y="103"/>
                    </a:lnTo>
                    <a:close/>
                    <a:moveTo>
                      <a:pt x="1158" y="0"/>
                    </a:moveTo>
                    <a:lnTo>
                      <a:pt x="1162" y="0"/>
                    </a:lnTo>
                    <a:lnTo>
                      <a:pt x="1194" y="3"/>
                    </a:lnTo>
                    <a:lnTo>
                      <a:pt x="1225" y="11"/>
                    </a:lnTo>
                    <a:lnTo>
                      <a:pt x="1252" y="24"/>
                    </a:lnTo>
                    <a:lnTo>
                      <a:pt x="1277" y="41"/>
                    </a:lnTo>
                    <a:lnTo>
                      <a:pt x="1299" y="63"/>
                    </a:lnTo>
                    <a:lnTo>
                      <a:pt x="1317" y="88"/>
                    </a:lnTo>
                    <a:lnTo>
                      <a:pt x="1330" y="116"/>
                    </a:lnTo>
                    <a:lnTo>
                      <a:pt x="1337" y="146"/>
                    </a:lnTo>
                    <a:lnTo>
                      <a:pt x="1341" y="178"/>
                    </a:lnTo>
                    <a:lnTo>
                      <a:pt x="1341" y="180"/>
                    </a:lnTo>
                    <a:lnTo>
                      <a:pt x="1343" y="201"/>
                    </a:lnTo>
                    <a:lnTo>
                      <a:pt x="1352" y="219"/>
                    </a:lnTo>
                    <a:lnTo>
                      <a:pt x="1364" y="235"/>
                    </a:lnTo>
                    <a:lnTo>
                      <a:pt x="1379" y="247"/>
                    </a:lnTo>
                    <a:lnTo>
                      <a:pt x="1396" y="254"/>
                    </a:lnTo>
                    <a:lnTo>
                      <a:pt x="1417" y="257"/>
                    </a:lnTo>
                    <a:lnTo>
                      <a:pt x="1497" y="257"/>
                    </a:lnTo>
                    <a:lnTo>
                      <a:pt x="1528" y="261"/>
                    </a:lnTo>
                    <a:lnTo>
                      <a:pt x="1556" y="269"/>
                    </a:lnTo>
                    <a:lnTo>
                      <a:pt x="1582" y="284"/>
                    </a:lnTo>
                    <a:lnTo>
                      <a:pt x="1605" y="302"/>
                    </a:lnTo>
                    <a:lnTo>
                      <a:pt x="1624" y="324"/>
                    </a:lnTo>
                    <a:lnTo>
                      <a:pt x="1638" y="350"/>
                    </a:lnTo>
                    <a:lnTo>
                      <a:pt x="1647" y="380"/>
                    </a:lnTo>
                    <a:lnTo>
                      <a:pt x="1650" y="410"/>
                    </a:lnTo>
                    <a:lnTo>
                      <a:pt x="1650" y="413"/>
                    </a:lnTo>
                    <a:lnTo>
                      <a:pt x="1647" y="444"/>
                    </a:lnTo>
                    <a:lnTo>
                      <a:pt x="1638" y="472"/>
                    </a:lnTo>
                    <a:lnTo>
                      <a:pt x="1624" y="499"/>
                    </a:lnTo>
                    <a:lnTo>
                      <a:pt x="1605" y="521"/>
                    </a:lnTo>
                    <a:lnTo>
                      <a:pt x="1582" y="540"/>
                    </a:lnTo>
                    <a:lnTo>
                      <a:pt x="1556" y="554"/>
                    </a:lnTo>
                    <a:lnTo>
                      <a:pt x="1528" y="563"/>
                    </a:lnTo>
                    <a:lnTo>
                      <a:pt x="1497" y="566"/>
                    </a:lnTo>
                    <a:lnTo>
                      <a:pt x="823" y="566"/>
                    </a:lnTo>
                    <a:lnTo>
                      <a:pt x="793" y="563"/>
                    </a:lnTo>
                    <a:lnTo>
                      <a:pt x="764" y="554"/>
                    </a:lnTo>
                    <a:lnTo>
                      <a:pt x="738" y="540"/>
                    </a:lnTo>
                    <a:lnTo>
                      <a:pt x="715" y="521"/>
                    </a:lnTo>
                    <a:lnTo>
                      <a:pt x="697" y="499"/>
                    </a:lnTo>
                    <a:lnTo>
                      <a:pt x="682" y="472"/>
                    </a:lnTo>
                    <a:lnTo>
                      <a:pt x="674" y="444"/>
                    </a:lnTo>
                    <a:lnTo>
                      <a:pt x="670" y="413"/>
                    </a:lnTo>
                    <a:lnTo>
                      <a:pt x="670" y="410"/>
                    </a:lnTo>
                    <a:lnTo>
                      <a:pt x="674" y="380"/>
                    </a:lnTo>
                    <a:lnTo>
                      <a:pt x="682" y="350"/>
                    </a:lnTo>
                    <a:lnTo>
                      <a:pt x="697" y="324"/>
                    </a:lnTo>
                    <a:lnTo>
                      <a:pt x="715" y="302"/>
                    </a:lnTo>
                    <a:lnTo>
                      <a:pt x="738" y="284"/>
                    </a:lnTo>
                    <a:lnTo>
                      <a:pt x="764" y="269"/>
                    </a:lnTo>
                    <a:lnTo>
                      <a:pt x="793" y="261"/>
                    </a:lnTo>
                    <a:lnTo>
                      <a:pt x="823" y="257"/>
                    </a:lnTo>
                    <a:lnTo>
                      <a:pt x="903" y="257"/>
                    </a:lnTo>
                    <a:lnTo>
                      <a:pt x="923" y="254"/>
                    </a:lnTo>
                    <a:lnTo>
                      <a:pt x="942" y="247"/>
                    </a:lnTo>
                    <a:lnTo>
                      <a:pt x="957" y="235"/>
                    </a:lnTo>
                    <a:lnTo>
                      <a:pt x="969" y="219"/>
                    </a:lnTo>
                    <a:lnTo>
                      <a:pt x="977" y="201"/>
                    </a:lnTo>
                    <a:lnTo>
                      <a:pt x="980" y="180"/>
                    </a:lnTo>
                    <a:lnTo>
                      <a:pt x="980" y="178"/>
                    </a:lnTo>
                    <a:lnTo>
                      <a:pt x="983" y="146"/>
                    </a:lnTo>
                    <a:lnTo>
                      <a:pt x="991" y="116"/>
                    </a:lnTo>
                    <a:lnTo>
                      <a:pt x="1004" y="88"/>
                    </a:lnTo>
                    <a:lnTo>
                      <a:pt x="1021" y="63"/>
                    </a:lnTo>
                    <a:lnTo>
                      <a:pt x="1043" y="41"/>
                    </a:lnTo>
                    <a:lnTo>
                      <a:pt x="1068" y="24"/>
                    </a:lnTo>
                    <a:lnTo>
                      <a:pt x="1096" y="11"/>
                    </a:lnTo>
                    <a:lnTo>
                      <a:pt x="1126" y="3"/>
                    </a:lnTo>
                    <a:lnTo>
                      <a:pt x="1158" y="0"/>
                    </a:lnTo>
                    <a:close/>
                  </a:path>
                </a:pathLst>
              </a:custGeom>
              <a:solidFill>
                <a:schemeClr val="accent6"/>
              </a:solidFill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</p:grp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379372" y="1500174"/>
            <a:ext cx="3780564" cy="5072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4099" name="Picture 3"/>
          <p:cNvPicPr>
            <a:picLocks noChangeAspect="1" noChangeArrowheads="1"/>
          </p:cNvPicPr>
          <p:nvPr/>
        </p:nvPicPr>
        <p:blipFill>
          <a:blip r:embed="rId6"/>
          <a:srcRect/>
          <a:stretch>
            <a:fillRect/>
          </a:stretch>
        </p:blipFill>
        <p:spPr bwMode="auto">
          <a:xfrm>
            <a:off x="379372" y="1500174"/>
            <a:ext cx="3755033" cy="50720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8" name="TextBox 7"/>
          <p:cNvSpPr txBox="1"/>
          <p:nvPr/>
        </p:nvSpPr>
        <p:spPr>
          <a:xfrm>
            <a:off x="4753868" y="3143248"/>
            <a:ext cx="3000396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 smtClean="0"/>
              <a:t>=&gt; </a:t>
            </a:r>
            <a:r>
              <a:rPr lang="ko-KR" altLang="en-US" sz="1400" dirty="0" smtClean="0"/>
              <a:t>학과를 검색하면 해당 학과에</a:t>
            </a:r>
            <a:endParaRPr lang="en-US" altLang="ko-KR" sz="1400" dirty="0" smtClean="0"/>
          </a:p>
          <a:p>
            <a:r>
              <a:rPr lang="en-US" altLang="ko-KR" sz="1400" dirty="0" smtClean="0"/>
              <a:t>     </a:t>
            </a:r>
            <a:r>
              <a:rPr lang="ko-KR" altLang="en-US" sz="1400" dirty="0" smtClean="0"/>
              <a:t>속해있는 학생들의 명단을</a:t>
            </a:r>
            <a:endParaRPr lang="en-US" altLang="ko-KR" sz="1400" dirty="0" smtClean="0"/>
          </a:p>
          <a:p>
            <a:r>
              <a:rPr lang="ko-KR" altLang="en-US" sz="1400" dirty="0" smtClean="0"/>
              <a:t>     테이블에 불러올 수 있습니다</a:t>
            </a:r>
            <a:endParaRPr lang="ko-KR" altLang="en-US" sz="1400" dirty="0"/>
          </a:p>
        </p:txBody>
      </p:sp>
      <p:sp>
        <p:nvSpPr>
          <p:cNvPr id="55" name="TextBox 54"/>
          <p:cNvSpPr txBox="1"/>
          <p:nvPr/>
        </p:nvSpPr>
        <p:spPr>
          <a:xfrm>
            <a:off x="1022314" y="3643314"/>
            <a:ext cx="2286016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Font typeface="Symbol"/>
              <a:buChar char="Þ"/>
            </a:pPr>
            <a:r>
              <a:rPr lang="ko-KR" altLang="en-US" sz="1400" dirty="0" smtClean="0"/>
              <a:t>메인 화면에는</a:t>
            </a:r>
            <a:endParaRPr lang="en-US" altLang="ko-KR" sz="1400" dirty="0" smtClean="0"/>
          </a:p>
          <a:p>
            <a:r>
              <a:rPr lang="en-US" altLang="ko-KR" sz="1400" dirty="0" smtClean="0"/>
              <a:t>     </a:t>
            </a:r>
            <a:r>
              <a:rPr lang="ko-KR" altLang="en-US" sz="1400" dirty="0" smtClean="0"/>
              <a:t>학과에 상관없이 등록된</a:t>
            </a:r>
            <a:endParaRPr lang="en-US" altLang="ko-KR" sz="1400" dirty="0" smtClean="0"/>
          </a:p>
          <a:p>
            <a:r>
              <a:rPr lang="en-US" altLang="ko-KR" sz="1400" dirty="0" smtClean="0"/>
              <a:t>     </a:t>
            </a:r>
            <a:r>
              <a:rPr lang="ko-KR" altLang="en-US" sz="1400" dirty="0" smtClean="0"/>
              <a:t>학생 전체를 보여줍니다</a:t>
            </a:r>
            <a:endParaRPr lang="ko-KR" altLang="en-US" sz="1400" dirty="0"/>
          </a:p>
        </p:txBody>
      </p:sp>
      <p:sp>
        <p:nvSpPr>
          <p:cNvPr id="56" name="직사각형 55"/>
          <p:cNvSpPr/>
          <p:nvPr/>
        </p:nvSpPr>
        <p:spPr>
          <a:xfrm>
            <a:off x="4594215" y="2609844"/>
            <a:ext cx="3279774" cy="131328"/>
          </a:xfrm>
          <a:prstGeom prst="rect">
            <a:avLst/>
          </a:prstGeom>
          <a:noFill/>
          <a:ln w="19050">
            <a:solidFill>
              <a:schemeClr val="accent5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60" name="직선 화살표 연결선 59"/>
          <p:cNvCxnSpPr>
            <a:stCxn id="56" idx="3"/>
          </p:cNvCxnSpPr>
          <p:nvPr/>
        </p:nvCxnSpPr>
        <p:spPr>
          <a:xfrm>
            <a:off x="7873989" y="2675508"/>
            <a:ext cx="508011" cy="1017"/>
          </a:xfrm>
          <a:prstGeom prst="straightConnector1">
            <a:avLst/>
          </a:prstGeom>
          <a:ln w="12700">
            <a:solidFill>
              <a:schemeClr val="accent5"/>
            </a:solidFill>
            <a:prstDash val="sysDash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2" name="TextBox 61"/>
          <p:cNvSpPr txBox="1"/>
          <p:nvPr/>
        </p:nvSpPr>
        <p:spPr>
          <a:xfrm>
            <a:off x="8594742" y="5286388"/>
            <a:ext cx="3000396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 smtClean="0"/>
              <a:t>=&gt; </a:t>
            </a:r>
            <a:r>
              <a:rPr lang="ko-KR" altLang="en-US" sz="1400" dirty="0" smtClean="0"/>
              <a:t>학생을 </a:t>
            </a:r>
            <a:r>
              <a:rPr lang="ko-KR" altLang="en-US" sz="1400" dirty="0" smtClean="0">
                <a:solidFill>
                  <a:srgbClr val="C00000"/>
                </a:solidFill>
              </a:rPr>
              <a:t>더블 클릭</a:t>
            </a:r>
            <a:r>
              <a:rPr lang="ko-KR" altLang="en-US" sz="1400" dirty="0" smtClean="0"/>
              <a:t>하면 그 학생의</a:t>
            </a:r>
            <a:endParaRPr lang="en-US" altLang="ko-KR" sz="1400" dirty="0" smtClean="0"/>
          </a:p>
          <a:p>
            <a:r>
              <a:rPr lang="en-US" altLang="ko-KR" sz="1400" dirty="0" smtClean="0"/>
              <a:t>     </a:t>
            </a:r>
            <a:r>
              <a:rPr lang="ko-KR" altLang="en-US" sz="1400" dirty="0" smtClean="0"/>
              <a:t>간략한 정보와 현재 과목 신청</a:t>
            </a:r>
            <a:endParaRPr lang="en-US" altLang="ko-KR" sz="1400" dirty="0" smtClean="0"/>
          </a:p>
          <a:p>
            <a:r>
              <a:rPr lang="en-US" altLang="ko-KR" sz="1400" dirty="0" smtClean="0"/>
              <a:t>     </a:t>
            </a:r>
            <a:r>
              <a:rPr lang="ko-KR" altLang="en-US" sz="1400" dirty="0" smtClean="0"/>
              <a:t>여부를  확인할 수 있습니다</a:t>
            </a:r>
            <a:endParaRPr lang="ko-KR" altLang="en-US" sz="1400" dirty="0"/>
          </a:p>
        </p:txBody>
      </p:sp>
      <p:grpSp>
        <p:nvGrpSpPr>
          <p:cNvPr id="70" name="그룹 69"/>
          <p:cNvGrpSpPr/>
          <p:nvPr/>
        </p:nvGrpSpPr>
        <p:grpSpPr>
          <a:xfrm>
            <a:off x="8380428" y="428604"/>
            <a:ext cx="3434518" cy="1785950"/>
            <a:chOff x="1808132" y="1785926"/>
            <a:chExt cx="8380228" cy="4357718"/>
          </a:xfrm>
        </p:grpSpPr>
        <p:pic>
          <p:nvPicPr>
            <p:cNvPr id="4103" name="Picture 7"/>
            <p:cNvPicPr>
              <a:picLocks noChangeAspect="1" noChangeArrowheads="1"/>
            </p:cNvPicPr>
            <p:nvPr/>
          </p:nvPicPr>
          <p:blipFill>
            <a:blip r:embed="rId7"/>
            <a:srcRect l="24883" t="26766" r="31308" b="36989"/>
            <a:stretch>
              <a:fillRect/>
            </a:stretch>
          </p:blipFill>
          <p:spPr bwMode="auto">
            <a:xfrm>
              <a:off x="1808132" y="1785926"/>
              <a:ext cx="8380228" cy="435771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>
              <a:innerShdw blurRad="114300">
                <a:prstClr val="black"/>
              </a:innerShdw>
            </a:effectLst>
          </p:spPr>
        </p:pic>
        <p:sp>
          <p:nvSpPr>
            <p:cNvPr id="63" name="오른쪽 화살표 62"/>
            <p:cNvSpPr/>
            <p:nvPr/>
          </p:nvSpPr>
          <p:spPr>
            <a:xfrm>
              <a:off x="5179569" y="3073973"/>
              <a:ext cx="1408425" cy="199429"/>
            </a:xfrm>
            <a:prstGeom prst="rightArrow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5" name="TextBox 64"/>
            <p:cNvSpPr txBox="1"/>
            <p:nvPr/>
          </p:nvSpPr>
          <p:spPr>
            <a:xfrm>
              <a:off x="6477323" y="2657470"/>
              <a:ext cx="3000396" cy="11264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1200" dirty="0" smtClean="0"/>
                <a:t>마우스를 두 번 클릭했다면</a:t>
              </a:r>
              <a:endParaRPr lang="ko-KR" altLang="en-US" sz="1200" dirty="0"/>
            </a:p>
          </p:txBody>
        </p:sp>
        <p:sp>
          <p:nvSpPr>
            <p:cNvPr id="67" name="직사각형 66"/>
            <p:cNvSpPr/>
            <p:nvPr/>
          </p:nvSpPr>
          <p:spPr>
            <a:xfrm>
              <a:off x="2766699" y="4429132"/>
              <a:ext cx="4786346" cy="1500198"/>
            </a:xfrm>
            <a:prstGeom prst="rect">
              <a:avLst/>
            </a:prstGeom>
            <a:solidFill>
              <a:schemeClr val="bg2">
                <a:alpha val="20000"/>
              </a:schemeClr>
            </a:solidFill>
            <a:ln w="12700">
              <a:solidFill>
                <a:schemeClr val="tx2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</p:spTree>
    <p:extLst>
      <p:ext uri="{BB962C8B-B14F-4D97-AF65-F5344CB8AC3E}">
        <p14:creationId xmlns:p14="http://schemas.microsoft.com/office/powerpoint/2010/main" xmlns="" val="1935223717"/>
      </p:ext>
    </p:extLst>
  </p:cSld>
  <p:clrMapOvr>
    <a:masterClrMapping/>
  </p:clrMapOvr>
  <p:transition spd="med">
    <p:fade/>
  </p:transition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4" name="Picture 6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3736957" y="500042"/>
            <a:ext cx="4662606" cy="607223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68" name="직사각형 67"/>
          <p:cNvSpPr/>
          <p:nvPr/>
        </p:nvSpPr>
        <p:spPr>
          <a:xfrm>
            <a:off x="379372" y="428604"/>
            <a:ext cx="2286016" cy="78581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000" b="1" dirty="0" err="1" smtClean="0"/>
              <a:t>AdminCourseFind</a:t>
            </a:r>
            <a:endParaRPr lang="ko-KR" altLang="en-US" b="1" dirty="0"/>
          </a:p>
        </p:txBody>
      </p:sp>
      <p:sp>
        <p:nvSpPr>
          <p:cNvPr id="69" name="직사각형 68"/>
          <p:cNvSpPr/>
          <p:nvPr/>
        </p:nvSpPr>
        <p:spPr>
          <a:xfrm>
            <a:off x="307934" y="357166"/>
            <a:ext cx="2428892" cy="928694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b="1" dirty="0"/>
          </a:p>
        </p:txBody>
      </p:sp>
      <p:grpSp>
        <p:nvGrpSpPr>
          <p:cNvPr id="2" name="그룹 28"/>
          <p:cNvGrpSpPr/>
          <p:nvPr/>
        </p:nvGrpSpPr>
        <p:grpSpPr>
          <a:xfrm>
            <a:off x="11452262" y="6142964"/>
            <a:ext cx="736563" cy="715036"/>
            <a:chOff x="4228307" y="2232261"/>
            <a:chExt cx="4037011" cy="3919022"/>
          </a:xfrm>
        </p:grpSpPr>
        <p:grpSp>
          <p:nvGrpSpPr>
            <p:cNvPr id="3" name="그룹 50"/>
            <p:cNvGrpSpPr/>
            <p:nvPr/>
          </p:nvGrpSpPr>
          <p:grpSpPr>
            <a:xfrm>
              <a:off x="5500764" y="2232261"/>
              <a:ext cx="1504804" cy="1944083"/>
              <a:chOff x="5348364" y="2079861"/>
              <a:chExt cx="1504804" cy="1944083"/>
            </a:xfrm>
          </p:grpSpPr>
          <p:sp>
            <p:nvSpPr>
              <p:cNvPr id="55" name="Freeform 24"/>
              <p:cNvSpPr>
                <a:spLocks noEditPoints="1"/>
              </p:cNvSpPr>
              <p:nvPr/>
            </p:nvSpPr>
            <p:spPr bwMode="auto">
              <a:xfrm>
                <a:off x="5348364" y="2079861"/>
                <a:ext cx="1504804" cy="1944083"/>
              </a:xfrm>
              <a:custGeom>
                <a:avLst/>
                <a:gdLst>
                  <a:gd name="T0" fmla="*/ 679 w 1658"/>
                  <a:gd name="T1" fmla="*/ 110 h 2143"/>
                  <a:gd name="T2" fmla="*/ 476 w 1658"/>
                  <a:gd name="T3" fmla="*/ 189 h 2143"/>
                  <a:gd name="T4" fmla="*/ 310 w 1658"/>
                  <a:gd name="T5" fmla="*/ 324 h 2143"/>
                  <a:gd name="T6" fmla="*/ 193 w 1658"/>
                  <a:gd name="T7" fmla="*/ 503 h 2143"/>
                  <a:gd name="T8" fmla="*/ 134 w 1658"/>
                  <a:gd name="T9" fmla="*/ 717 h 2143"/>
                  <a:gd name="T10" fmla="*/ 146 w 1658"/>
                  <a:gd name="T11" fmla="*/ 942 h 2143"/>
                  <a:gd name="T12" fmla="*/ 225 w 1658"/>
                  <a:gd name="T13" fmla="*/ 1145 h 2143"/>
                  <a:gd name="T14" fmla="*/ 360 w 1658"/>
                  <a:gd name="T15" fmla="*/ 1311 h 2143"/>
                  <a:gd name="T16" fmla="*/ 541 w 1658"/>
                  <a:gd name="T17" fmla="*/ 1429 h 2143"/>
                  <a:gd name="T18" fmla="*/ 753 w 1658"/>
                  <a:gd name="T19" fmla="*/ 1487 h 2143"/>
                  <a:gd name="T20" fmla="*/ 979 w 1658"/>
                  <a:gd name="T21" fmla="*/ 1475 h 2143"/>
                  <a:gd name="T22" fmla="*/ 1182 w 1658"/>
                  <a:gd name="T23" fmla="*/ 1396 h 2143"/>
                  <a:gd name="T24" fmla="*/ 1348 w 1658"/>
                  <a:gd name="T25" fmla="*/ 1260 h 2143"/>
                  <a:gd name="T26" fmla="*/ 1465 w 1658"/>
                  <a:gd name="T27" fmla="*/ 1081 h 2143"/>
                  <a:gd name="T28" fmla="*/ 1525 w 1658"/>
                  <a:gd name="T29" fmla="*/ 869 h 2143"/>
                  <a:gd name="T30" fmla="*/ 1512 w 1658"/>
                  <a:gd name="T31" fmla="*/ 642 h 2143"/>
                  <a:gd name="T32" fmla="*/ 1433 w 1658"/>
                  <a:gd name="T33" fmla="*/ 440 h 2143"/>
                  <a:gd name="T34" fmla="*/ 1298 w 1658"/>
                  <a:gd name="T35" fmla="*/ 274 h 2143"/>
                  <a:gd name="T36" fmla="*/ 1117 w 1658"/>
                  <a:gd name="T37" fmla="*/ 155 h 2143"/>
                  <a:gd name="T38" fmla="*/ 905 w 1658"/>
                  <a:gd name="T39" fmla="*/ 97 h 2143"/>
                  <a:gd name="T40" fmla="*/ 913 w 1658"/>
                  <a:gd name="T41" fmla="*/ 4 h 2143"/>
                  <a:gd name="T42" fmla="*/ 1152 w 1658"/>
                  <a:gd name="T43" fmla="*/ 65 h 2143"/>
                  <a:gd name="T44" fmla="*/ 1356 w 1658"/>
                  <a:gd name="T45" fmla="*/ 189 h 2143"/>
                  <a:gd name="T46" fmla="*/ 1516 w 1658"/>
                  <a:gd name="T47" fmla="*/ 366 h 2143"/>
                  <a:gd name="T48" fmla="*/ 1620 w 1658"/>
                  <a:gd name="T49" fmla="*/ 583 h 2143"/>
                  <a:gd name="T50" fmla="*/ 1658 w 1658"/>
                  <a:gd name="T51" fmla="*/ 828 h 2143"/>
                  <a:gd name="T52" fmla="*/ 1637 w 1658"/>
                  <a:gd name="T53" fmla="*/ 971 h 2143"/>
                  <a:gd name="T54" fmla="*/ 1577 w 1658"/>
                  <a:gd name="T55" fmla="*/ 1131 h 2143"/>
                  <a:gd name="T56" fmla="*/ 1489 w 1658"/>
                  <a:gd name="T57" fmla="*/ 1298 h 2143"/>
                  <a:gd name="T58" fmla="*/ 1382 w 1658"/>
                  <a:gd name="T59" fmla="*/ 1468 h 2143"/>
                  <a:gd name="T60" fmla="*/ 1264 w 1658"/>
                  <a:gd name="T61" fmla="*/ 1631 h 2143"/>
                  <a:gd name="T62" fmla="*/ 1144 w 1658"/>
                  <a:gd name="T63" fmla="*/ 1785 h 2143"/>
                  <a:gd name="T64" fmla="*/ 1032 w 1658"/>
                  <a:gd name="T65" fmla="*/ 1918 h 2143"/>
                  <a:gd name="T66" fmla="*/ 936 w 1658"/>
                  <a:gd name="T67" fmla="*/ 2027 h 2143"/>
                  <a:gd name="T68" fmla="*/ 868 w 1658"/>
                  <a:gd name="T69" fmla="*/ 2103 h 2143"/>
                  <a:gd name="T70" fmla="*/ 831 w 1658"/>
                  <a:gd name="T71" fmla="*/ 2141 h 2143"/>
                  <a:gd name="T72" fmla="*/ 819 w 1658"/>
                  <a:gd name="T73" fmla="*/ 2133 h 2143"/>
                  <a:gd name="T74" fmla="*/ 772 w 1658"/>
                  <a:gd name="T75" fmla="*/ 2081 h 2143"/>
                  <a:gd name="T76" fmla="*/ 692 w 1658"/>
                  <a:gd name="T77" fmla="*/ 1994 h 2143"/>
                  <a:gd name="T78" fmla="*/ 590 w 1658"/>
                  <a:gd name="T79" fmla="*/ 1876 h 2143"/>
                  <a:gd name="T80" fmla="*/ 475 w 1658"/>
                  <a:gd name="T81" fmla="*/ 1735 h 2143"/>
                  <a:gd name="T82" fmla="*/ 355 w 1658"/>
                  <a:gd name="T83" fmla="*/ 1577 h 2143"/>
                  <a:gd name="T84" fmla="*/ 239 w 1658"/>
                  <a:gd name="T85" fmla="*/ 1411 h 2143"/>
                  <a:gd name="T86" fmla="*/ 138 w 1658"/>
                  <a:gd name="T87" fmla="*/ 1241 h 2143"/>
                  <a:gd name="T88" fmla="*/ 58 w 1658"/>
                  <a:gd name="T89" fmla="*/ 1077 h 2143"/>
                  <a:gd name="T90" fmla="*/ 9 w 1658"/>
                  <a:gd name="T91" fmla="*/ 923 h 2143"/>
                  <a:gd name="T92" fmla="*/ 4 w 1658"/>
                  <a:gd name="T93" fmla="*/ 745 h 2143"/>
                  <a:gd name="T94" fmla="*/ 65 w 1658"/>
                  <a:gd name="T95" fmla="*/ 506 h 2143"/>
                  <a:gd name="T96" fmla="*/ 189 w 1658"/>
                  <a:gd name="T97" fmla="*/ 302 h 2143"/>
                  <a:gd name="T98" fmla="*/ 366 w 1658"/>
                  <a:gd name="T99" fmla="*/ 142 h 2143"/>
                  <a:gd name="T100" fmla="*/ 583 w 1658"/>
                  <a:gd name="T101" fmla="*/ 38 h 2143"/>
                  <a:gd name="T102" fmla="*/ 828 w 1658"/>
                  <a:gd name="T103" fmla="*/ 0 h 21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</a:cxnLst>
                <a:rect l="0" t="0" r="r" b="b"/>
                <a:pathLst>
                  <a:path w="1658" h="2143">
                    <a:moveTo>
                      <a:pt x="828" y="93"/>
                    </a:moveTo>
                    <a:lnTo>
                      <a:pt x="753" y="97"/>
                    </a:lnTo>
                    <a:lnTo>
                      <a:pt x="679" y="110"/>
                    </a:lnTo>
                    <a:lnTo>
                      <a:pt x="608" y="130"/>
                    </a:lnTo>
                    <a:lnTo>
                      <a:pt x="541" y="155"/>
                    </a:lnTo>
                    <a:lnTo>
                      <a:pt x="476" y="189"/>
                    </a:lnTo>
                    <a:lnTo>
                      <a:pt x="417" y="228"/>
                    </a:lnTo>
                    <a:lnTo>
                      <a:pt x="360" y="274"/>
                    </a:lnTo>
                    <a:lnTo>
                      <a:pt x="310" y="324"/>
                    </a:lnTo>
                    <a:lnTo>
                      <a:pt x="264" y="379"/>
                    </a:lnTo>
                    <a:lnTo>
                      <a:pt x="225" y="440"/>
                    </a:lnTo>
                    <a:lnTo>
                      <a:pt x="193" y="503"/>
                    </a:lnTo>
                    <a:lnTo>
                      <a:pt x="166" y="572"/>
                    </a:lnTo>
                    <a:lnTo>
                      <a:pt x="146" y="642"/>
                    </a:lnTo>
                    <a:lnTo>
                      <a:pt x="134" y="717"/>
                    </a:lnTo>
                    <a:lnTo>
                      <a:pt x="130" y="792"/>
                    </a:lnTo>
                    <a:lnTo>
                      <a:pt x="134" y="869"/>
                    </a:lnTo>
                    <a:lnTo>
                      <a:pt x="146" y="942"/>
                    </a:lnTo>
                    <a:lnTo>
                      <a:pt x="166" y="1013"/>
                    </a:lnTo>
                    <a:lnTo>
                      <a:pt x="193" y="1081"/>
                    </a:lnTo>
                    <a:lnTo>
                      <a:pt x="225" y="1145"/>
                    </a:lnTo>
                    <a:lnTo>
                      <a:pt x="264" y="1205"/>
                    </a:lnTo>
                    <a:lnTo>
                      <a:pt x="310" y="1260"/>
                    </a:lnTo>
                    <a:lnTo>
                      <a:pt x="360" y="1311"/>
                    </a:lnTo>
                    <a:lnTo>
                      <a:pt x="417" y="1356"/>
                    </a:lnTo>
                    <a:lnTo>
                      <a:pt x="476" y="1396"/>
                    </a:lnTo>
                    <a:lnTo>
                      <a:pt x="541" y="1429"/>
                    </a:lnTo>
                    <a:lnTo>
                      <a:pt x="608" y="1456"/>
                    </a:lnTo>
                    <a:lnTo>
                      <a:pt x="679" y="1475"/>
                    </a:lnTo>
                    <a:lnTo>
                      <a:pt x="753" y="1487"/>
                    </a:lnTo>
                    <a:lnTo>
                      <a:pt x="828" y="1491"/>
                    </a:lnTo>
                    <a:lnTo>
                      <a:pt x="905" y="1487"/>
                    </a:lnTo>
                    <a:lnTo>
                      <a:pt x="979" y="1475"/>
                    </a:lnTo>
                    <a:lnTo>
                      <a:pt x="1050" y="1456"/>
                    </a:lnTo>
                    <a:lnTo>
                      <a:pt x="1117" y="1429"/>
                    </a:lnTo>
                    <a:lnTo>
                      <a:pt x="1182" y="1396"/>
                    </a:lnTo>
                    <a:lnTo>
                      <a:pt x="1241" y="1356"/>
                    </a:lnTo>
                    <a:lnTo>
                      <a:pt x="1298" y="1311"/>
                    </a:lnTo>
                    <a:lnTo>
                      <a:pt x="1348" y="1260"/>
                    </a:lnTo>
                    <a:lnTo>
                      <a:pt x="1394" y="1205"/>
                    </a:lnTo>
                    <a:lnTo>
                      <a:pt x="1433" y="1145"/>
                    </a:lnTo>
                    <a:lnTo>
                      <a:pt x="1465" y="1081"/>
                    </a:lnTo>
                    <a:lnTo>
                      <a:pt x="1492" y="1013"/>
                    </a:lnTo>
                    <a:lnTo>
                      <a:pt x="1512" y="942"/>
                    </a:lnTo>
                    <a:lnTo>
                      <a:pt x="1525" y="869"/>
                    </a:lnTo>
                    <a:lnTo>
                      <a:pt x="1529" y="792"/>
                    </a:lnTo>
                    <a:lnTo>
                      <a:pt x="1525" y="717"/>
                    </a:lnTo>
                    <a:lnTo>
                      <a:pt x="1512" y="642"/>
                    </a:lnTo>
                    <a:lnTo>
                      <a:pt x="1492" y="572"/>
                    </a:lnTo>
                    <a:lnTo>
                      <a:pt x="1465" y="503"/>
                    </a:lnTo>
                    <a:lnTo>
                      <a:pt x="1433" y="440"/>
                    </a:lnTo>
                    <a:lnTo>
                      <a:pt x="1394" y="379"/>
                    </a:lnTo>
                    <a:lnTo>
                      <a:pt x="1348" y="324"/>
                    </a:lnTo>
                    <a:lnTo>
                      <a:pt x="1298" y="274"/>
                    </a:lnTo>
                    <a:lnTo>
                      <a:pt x="1241" y="228"/>
                    </a:lnTo>
                    <a:lnTo>
                      <a:pt x="1182" y="189"/>
                    </a:lnTo>
                    <a:lnTo>
                      <a:pt x="1117" y="155"/>
                    </a:lnTo>
                    <a:lnTo>
                      <a:pt x="1050" y="130"/>
                    </a:lnTo>
                    <a:lnTo>
                      <a:pt x="979" y="110"/>
                    </a:lnTo>
                    <a:lnTo>
                      <a:pt x="905" y="97"/>
                    </a:lnTo>
                    <a:lnTo>
                      <a:pt x="828" y="93"/>
                    </a:lnTo>
                    <a:close/>
                    <a:moveTo>
                      <a:pt x="828" y="0"/>
                    </a:moveTo>
                    <a:lnTo>
                      <a:pt x="913" y="4"/>
                    </a:lnTo>
                    <a:lnTo>
                      <a:pt x="996" y="18"/>
                    </a:lnTo>
                    <a:lnTo>
                      <a:pt x="1075" y="38"/>
                    </a:lnTo>
                    <a:lnTo>
                      <a:pt x="1152" y="65"/>
                    </a:lnTo>
                    <a:lnTo>
                      <a:pt x="1224" y="100"/>
                    </a:lnTo>
                    <a:lnTo>
                      <a:pt x="1292" y="142"/>
                    </a:lnTo>
                    <a:lnTo>
                      <a:pt x="1356" y="189"/>
                    </a:lnTo>
                    <a:lnTo>
                      <a:pt x="1415" y="243"/>
                    </a:lnTo>
                    <a:lnTo>
                      <a:pt x="1469" y="302"/>
                    </a:lnTo>
                    <a:lnTo>
                      <a:pt x="1516" y="366"/>
                    </a:lnTo>
                    <a:lnTo>
                      <a:pt x="1558" y="435"/>
                    </a:lnTo>
                    <a:lnTo>
                      <a:pt x="1593" y="506"/>
                    </a:lnTo>
                    <a:lnTo>
                      <a:pt x="1620" y="583"/>
                    </a:lnTo>
                    <a:lnTo>
                      <a:pt x="1641" y="663"/>
                    </a:lnTo>
                    <a:lnTo>
                      <a:pt x="1654" y="745"/>
                    </a:lnTo>
                    <a:lnTo>
                      <a:pt x="1658" y="828"/>
                    </a:lnTo>
                    <a:lnTo>
                      <a:pt x="1655" y="874"/>
                    </a:lnTo>
                    <a:lnTo>
                      <a:pt x="1649" y="923"/>
                    </a:lnTo>
                    <a:lnTo>
                      <a:pt x="1637" y="971"/>
                    </a:lnTo>
                    <a:lnTo>
                      <a:pt x="1620" y="1024"/>
                    </a:lnTo>
                    <a:lnTo>
                      <a:pt x="1600" y="1077"/>
                    </a:lnTo>
                    <a:lnTo>
                      <a:pt x="1577" y="1131"/>
                    </a:lnTo>
                    <a:lnTo>
                      <a:pt x="1550" y="1186"/>
                    </a:lnTo>
                    <a:lnTo>
                      <a:pt x="1520" y="1241"/>
                    </a:lnTo>
                    <a:lnTo>
                      <a:pt x="1489" y="1298"/>
                    </a:lnTo>
                    <a:lnTo>
                      <a:pt x="1454" y="1354"/>
                    </a:lnTo>
                    <a:lnTo>
                      <a:pt x="1419" y="1411"/>
                    </a:lnTo>
                    <a:lnTo>
                      <a:pt x="1382" y="1468"/>
                    </a:lnTo>
                    <a:lnTo>
                      <a:pt x="1342" y="1523"/>
                    </a:lnTo>
                    <a:lnTo>
                      <a:pt x="1303" y="1577"/>
                    </a:lnTo>
                    <a:lnTo>
                      <a:pt x="1264" y="1631"/>
                    </a:lnTo>
                    <a:lnTo>
                      <a:pt x="1224" y="1684"/>
                    </a:lnTo>
                    <a:lnTo>
                      <a:pt x="1183" y="1735"/>
                    </a:lnTo>
                    <a:lnTo>
                      <a:pt x="1144" y="1785"/>
                    </a:lnTo>
                    <a:lnTo>
                      <a:pt x="1105" y="1831"/>
                    </a:lnTo>
                    <a:lnTo>
                      <a:pt x="1069" y="1876"/>
                    </a:lnTo>
                    <a:lnTo>
                      <a:pt x="1032" y="1918"/>
                    </a:lnTo>
                    <a:lnTo>
                      <a:pt x="998" y="1957"/>
                    </a:lnTo>
                    <a:lnTo>
                      <a:pt x="966" y="1994"/>
                    </a:lnTo>
                    <a:lnTo>
                      <a:pt x="936" y="2027"/>
                    </a:lnTo>
                    <a:lnTo>
                      <a:pt x="911" y="2056"/>
                    </a:lnTo>
                    <a:lnTo>
                      <a:pt x="886" y="2081"/>
                    </a:lnTo>
                    <a:lnTo>
                      <a:pt x="868" y="2103"/>
                    </a:lnTo>
                    <a:lnTo>
                      <a:pt x="851" y="2121"/>
                    </a:lnTo>
                    <a:lnTo>
                      <a:pt x="839" y="2133"/>
                    </a:lnTo>
                    <a:lnTo>
                      <a:pt x="831" y="2141"/>
                    </a:lnTo>
                    <a:lnTo>
                      <a:pt x="828" y="2143"/>
                    </a:lnTo>
                    <a:lnTo>
                      <a:pt x="827" y="2141"/>
                    </a:lnTo>
                    <a:lnTo>
                      <a:pt x="819" y="2133"/>
                    </a:lnTo>
                    <a:lnTo>
                      <a:pt x="807" y="2121"/>
                    </a:lnTo>
                    <a:lnTo>
                      <a:pt x="791" y="2103"/>
                    </a:lnTo>
                    <a:lnTo>
                      <a:pt x="772" y="2081"/>
                    </a:lnTo>
                    <a:lnTo>
                      <a:pt x="747" y="2056"/>
                    </a:lnTo>
                    <a:lnTo>
                      <a:pt x="722" y="2027"/>
                    </a:lnTo>
                    <a:lnTo>
                      <a:pt x="692" y="1994"/>
                    </a:lnTo>
                    <a:lnTo>
                      <a:pt x="660" y="1957"/>
                    </a:lnTo>
                    <a:lnTo>
                      <a:pt x="626" y="1918"/>
                    </a:lnTo>
                    <a:lnTo>
                      <a:pt x="590" y="1876"/>
                    </a:lnTo>
                    <a:lnTo>
                      <a:pt x="553" y="1831"/>
                    </a:lnTo>
                    <a:lnTo>
                      <a:pt x="514" y="1785"/>
                    </a:lnTo>
                    <a:lnTo>
                      <a:pt x="475" y="1735"/>
                    </a:lnTo>
                    <a:lnTo>
                      <a:pt x="434" y="1684"/>
                    </a:lnTo>
                    <a:lnTo>
                      <a:pt x="394" y="1631"/>
                    </a:lnTo>
                    <a:lnTo>
                      <a:pt x="355" y="1577"/>
                    </a:lnTo>
                    <a:lnTo>
                      <a:pt x="316" y="1523"/>
                    </a:lnTo>
                    <a:lnTo>
                      <a:pt x="277" y="1468"/>
                    </a:lnTo>
                    <a:lnTo>
                      <a:pt x="239" y="1411"/>
                    </a:lnTo>
                    <a:lnTo>
                      <a:pt x="204" y="1354"/>
                    </a:lnTo>
                    <a:lnTo>
                      <a:pt x="169" y="1298"/>
                    </a:lnTo>
                    <a:lnTo>
                      <a:pt x="138" y="1241"/>
                    </a:lnTo>
                    <a:lnTo>
                      <a:pt x="108" y="1186"/>
                    </a:lnTo>
                    <a:lnTo>
                      <a:pt x="81" y="1131"/>
                    </a:lnTo>
                    <a:lnTo>
                      <a:pt x="58" y="1077"/>
                    </a:lnTo>
                    <a:lnTo>
                      <a:pt x="38" y="1024"/>
                    </a:lnTo>
                    <a:lnTo>
                      <a:pt x="22" y="971"/>
                    </a:lnTo>
                    <a:lnTo>
                      <a:pt x="9" y="923"/>
                    </a:lnTo>
                    <a:lnTo>
                      <a:pt x="3" y="874"/>
                    </a:lnTo>
                    <a:lnTo>
                      <a:pt x="0" y="828"/>
                    </a:lnTo>
                    <a:lnTo>
                      <a:pt x="4" y="745"/>
                    </a:lnTo>
                    <a:lnTo>
                      <a:pt x="18" y="663"/>
                    </a:lnTo>
                    <a:lnTo>
                      <a:pt x="38" y="583"/>
                    </a:lnTo>
                    <a:lnTo>
                      <a:pt x="65" y="506"/>
                    </a:lnTo>
                    <a:lnTo>
                      <a:pt x="100" y="435"/>
                    </a:lnTo>
                    <a:lnTo>
                      <a:pt x="142" y="366"/>
                    </a:lnTo>
                    <a:lnTo>
                      <a:pt x="189" y="302"/>
                    </a:lnTo>
                    <a:lnTo>
                      <a:pt x="243" y="243"/>
                    </a:lnTo>
                    <a:lnTo>
                      <a:pt x="302" y="189"/>
                    </a:lnTo>
                    <a:lnTo>
                      <a:pt x="366" y="142"/>
                    </a:lnTo>
                    <a:lnTo>
                      <a:pt x="434" y="100"/>
                    </a:lnTo>
                    <a:lnTo>
                      <a:pt x="506" y="65"/>
                    </a:lnTo>
                    <a:lnTo>
                      <a:pt x="583" y="38"/>
                    </a:lnTo>
                    <a:lnTo>
                      <a:pt x="662" y="18"/>
                    </a:lnTo>
                    <a:lnTo>
                      <a:pt x="745" y="4"/>
                    </a:lnTo>
                    <a:lnTo>
                      <a:pt x="828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grpSp>
            <p:nvGrpSpPr>
              <p:cNvPr id="4" name="Group 76"/>
              <p:cNvGrpSpPr/>
              <p:nvPr/>
            </p:nvGrpSpPr>
            <p:grpSpPr>
              <a:xfrm>
                <a:off x="5767211" y="2423034"/>
                <a:ext cx="650753" cy="714990"/>
                <a:chOff x="2171700" y="1574800"/>
                <a:chExt cx="739776" cy="812800"/>
              </a:xfrm>
              <a:solidFill>
                <a:schemeClr val="accent1"/>
              </a:solidFill>
            </p:grpSpPr>
            <p:sp>
              <p:nvSpPr>
                <p:cNvPr id="57" name="Freeform 33"/>
                <p:cNvSpPr>
                  <a:spLocks noEditPoints="1"/>
                </p:cNvSpPr>
                <p:nvPr/>
              </p:nvSpPr>
              <p:spPr bwMode="auto">
                <a:xfrm>
                  <a:off x="2292350" y="1700213"/>
                  <a:ext cx="498475" cy="687387"/>
                </a:xfrm>
                <a:custGeom>
                  <a:avLst/>
                  <a:gdLst>
                    <a:gd name="T0" fmla="*/ 813 w 2197"/>
                    <a:gd name="T1" fmla="*/ 324 h 3032"/>
                    <a:gd name="T2" fmla="*/ 519 w 2197"/>
                    <a:gd name="T3" fmla="*/ 505 h 3032"/>
                    <a:gd name="T4" fmla="*/ 329 w 2197"/>
                    <a:gd name="T5" fmla="*/ 783 h 3032"/>
                    <a:gd name="T6" fmla="*/ 281 w 2197"/>
                    <a:gd name="T7" fmla="*/ 1120 h 3032"/>
                    <a:gd name="T8" fmla="*/ 340 w 2197"/>
                    <a:gd name="T9" fmla="*/ 1390 h 3032"/>
                    <a:gd name="T10" fmla="*/ 449 w 2197"/>
                    <a:gd name="T11" fmla="*/ 1594 h 3032"/>
                    <a:gd name="T12" fmla="*/ 575 w 2197"/>
                    <a:gd name="T13" fmla="*/ 1783 h 3032"/>
                    <a:gd name="T14" fmla="*/ 653 w 2197"/>
                    <a:gd name="T15" fmla="*/ 1996 h 3032"/>
                    <a:gd name="T16" fmla="*/ 700 w 2197"/>
                    <a:gd name="T17" fmla="*/ 2142 h 3032"/>
                    <a:gd name="T18" fmla="*/ 1457 w 2197"/>
                    <a:gd name="T19" fmla="*/ 2178 h 3032"/>
                    <a:gd name="T20" fmla="*/ 1539 w 2197"/>
                    <a:gd name="T21" fmla="*/ 2071 h 3032"/>
                    <a:gd name="T22" fmla="*/ 1581 w 2197"/>
                    <a:gd name="T23" fmla="*/ 1864 h 3032"/>
                    <a:gd name="T24" fmla="*/ 1700 w 2197"/>
                    <a:gd name="T25" fmla="*/ 1666 h 3032"/>
                    <a:gd name="T26" fmla="*/ 1817 w 2197"/>
                    <a:gd name="T27" fmla="*/ 1478 h 3032"/>
                    <a:gd name="T28" fmla="*/ 1902 w 2197"/>
                    <a:gd name="T29" fmla="*/ 1238 h 3032"/>
                    <a:gd name="T30" fmla="*/ 1907 w 2197"/>
                    <a:gd name="T31" fmla="*/ 915 h 3032"/>
                    <a:gd name="T32" fmla="*/ 1769 w 2197"/>
                    <a:gd name="T33" fmla="*/ 606 h 3032"/>
                    <a:gd name="T34" fmla="*/ 1513 w 2197"/>
                    <a:gd name="T35" fmla="*/ 382 h 3032"/>
                    <a:gd name="T36" fmla="*/ 1174 w 2197"/>
                    <a:gd name="T37" fmla="*/ 279 h 3032"/>
                    <a:gd name="T38" fmla="*/ 1362 w 2197"/>
                    <a:gd name="T39" fmla="*/ 32 h 3032"/>
                    <a:gd name="T40" fmla="*/ 1747 w 2197"/>
                    <a:gd name="T41" fmla="*/ 204 h 3032"/>
                    <a:gd name="T42" fmla="*/ 2033 w 2197"/>
                    <a:gd name="T43" fmla="*/ 499 h 3032"/>
                    <a:gd name="T44" fmla="*/ 2182 w 2197"/>
                    <a:gd name="T45" fmla="*/ 883 h 3032"/>
                    <a:gd name="T46" fmla="*/ 2180 w 2197"/>
                    <a:gd name="T47" fmla="*/ 1263 h 3032"/>
                    <a:gd name="T48" fmla="*/ 2095 w 2197"/>
                    <a:gd name="T49" fmla="*/ 1542 h 3032"/>
                    <a:gd name="T50" fmla="*/ 1977 w 2197"/>
                    <a:gd name="T51" fmla="*/ 1752 h 3032"/>
                    <a:gd name="T52" fmla="*/ 1857 w 2197"/>
                    <a:gd name="T53" fmla="*/ 1933 h 3032"/>
                    <a:gd name="T54" fmla="*/ 1816 w 2197"/>
                    <a:gd name="T55" fmla="*/ 2095 h 3032"/>
                    <a:gd name="T56" fmla="*/ 1702 w 2197"/>
                    <a:gd name="T57" fmla="*/ 2328 h 3032"/>
                    <a:gd name="T58" fmla="*/ 1611 w 2197"/>
                    <a:gd name="T59" fmla="*/ 2485 h 3032"/>
                    <a:gd name="T60" fmla="*/ 1603 w 2197"/>
                    <a:gd name="T61" fmla="*/ 2631 h 3032"/>
                    <a:gd name="T62" fmla="*/ 1599 w 2197"/>
                    <a:gd name="T63" fmla="*/ 2699 h 3032"/>
                    <a:gd name="T64" fmla="*/ 1566 w 2197"/>
                    <a:gd name="T65" fmla="*/ 2789 h 3032"/>
                    <a:gd name="T66" fmla="*/ 1452 w 2197"/>
                    <a:gd name="T67" fmla="*/ 2888 h 3032"/>
                    <a:gd name="T68" fmla="*/ 1283 w 2197"/>
                    <a:gd name="T69" fmla="*/ 3010 h 3032"/>
                    <a:gd name="T70" fmla="*/ 965 w 2197"/>
                    <a:gd name="T71" fmla="*/ 3030 h 3032"/>
                    <a:gd name="T72" fmla="*/ 825 w 2197"/>
                    <a:gd name="T73" fmla="*/ 2922 h 3032"/>
                    <a:gd name="T74" fmla="*/ 657 w 2197"/>
                    <a:gd name="T75" fmla="*/ 2823 h 3032"/>
                    <a:gd name="T76" fmla="*/ 602 w 2197"/>
                    <a:gd name="T77" fmla="*/ 2718 h 3032"/>
                    <a:gd name="T78" fmla="*/ 597 w 2197"/>
                    <a:gd name="T79" fmla="*/ 2671 h 3032"/>
                    <a:gd name="T80" fmla="*/ 590 w 2197"/>
                    <a:gd name="T81" fmla="*/ 2546 h 3032"/>
                    <a:gd name="T82" fmla="*/ 582 w 2197"/>
                    <a:gd name="T83" fmla="*/ 2406 h 3032"/>
                    <a:gd name="T84" fmla="*/ 408 w 2197"/>
                    <a:gd name="T85" fmla="*/ 2193 h 3032"/>
                    <a:gd name="T86" fmla="*/ 368 w 2197"/>
                    <a:gd name="T87" fmla="*/ 1991 h 3032"/>
                    <a:gd name="T88" fmla="*/ 268 w 2197"/>
                    <a:gd name="T89" fmla="*/ 1821 h 3032"/>
                    <a:gd name="T90" fmla="*/ 149 w 2197"/>
                    <a:gd name="T91" fmla="*/ 1633 h 3032"/>
                    <a:gd name="T92" fmla="*/ 45 w 2197"/>
                    <a:gd name="T93" fmla="*/ 1384 h 3032"/>
                    <a:gd name="T94" fmla="*/ 0 w 2197"/>
                    <a:gd name="T95" fmla="*/ 1054 h 3032"/>
                    <a:gd name="T96" fmla="*/ 87 w 2197"/>
                    <a:gd name="T97" fmla="*/ 644 h 3032"/>
                    <a:gd name="T98" fmla="*/ 323 w 2197"/>
                    <a:gd name="T99" fmla="*/ 310 h 3032"/>
                    <a:gd name="T100" fmla="*/ 672 w 2197"/>
                    <a:gd name="T101" fmla="*/ 83 h 3032"/>
                    <a:gd name="T102" fmla="*/ 1099 w 2197"/>
                    <a:gd name="T103" fmla="*/ 0 h 303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</a:cxnLst>
                  <a:rect l="0" t="0" r="r" b="b"/>
                  <a:pathLst>
                    <a:path w="2197" h="3032">
                      <a:moveTo>
                        <a:pt x="1099" y="276"/>
                      </a:moveTo>
                      <a:lnTo>
                        <a:pt x="1024" y="279"/>
                      </a:lnTo>
                      <a:lnTo>
                        <a:pt x="951" y="288"/>
                      </a:lnTo>
                      <a:lnTo>
                        <a:pt x="881" y="304"/>
                      </a:lnTo>
                      <a:lnTo>
                        <a:pt x="813" y="324"/>
                      </a:lnTo>
                      <a:lnTo>
                        <a:pt x="747" y="352"/>
                      </a:lnTo>
                      <a:lnTo>
                        <a:pt x="685" y="383"/>
                      </a:lnTo>
                      <a:lnTo>
                        <a:pt x="626" y="419"/>
                      </a:lnTo>
                      <a:lnTo>
                        <a:pt x="571" y="460"/>
                      </a:lnTo>
                      <a:lnTo>
                        <a:pt x="519" y="505"/>
                      </a:lnTo>
                      <a:lnTo>
                        <a:pt x="471" y="553"/>
                      </a:lnTo>
                      <a:lnTo>
                        <a:pt x="429" y="606"/>
                      </a:lnTo>
                      <a:lnTo>
                        <a:pt x="391" y="662"/>
                      </a:lnTo>
                      <a:lnTo>
                        <a:pt x="358" y="721"/>
                      </a:lnTo>
                      <a:lnTo>
                        <a:pt x="329" y="783"/>
                      </a:lnTo>
                      <a:lnTo>
                        <a:pt x="308" y="848"/>
                      </a:lnTo>
                      <a:lnTo>
                        <a:pt x="292" y="915"/>
                      </a:lnTo>
                      <a:lnTo>
                        <a:pt x="282" y="983"/>
                      </a:lnTo>
                      <a:lnTo>
                        <a:pt x="278" y="1054"/>
                      </a:lnTo>
                      <a:lnTo>
                        <a:pt x="281" y="1120"/>
                      </a:lnTo>
                      <a:lnTo>
                        <a:pt x="286" y="1181"/>
                      </a:lnTo>
                      <a:lnTo>
                        <a:pt x="295" y="1238"/>
                      </a:lnTo>
                      <a:lnTo>
                        <a:pt x="308" y="1292"/>
                      </a:lnTo>
                      <a:lnTo>
                        <a:pt x="323" y="1343"/>
                      </a:lnTo>
                      <a:lnTo>
                        <a:pt x="340" y="1390"/>
                      </a:lnTo>
                      <a:lnTo>
                        <a:pt x="359" y="1435"/>
                      </a:lnTo>
                      <a:lnTo>
                        <a:pt x="380" y="1478"/>
                      </a:lnTo>
                      <a:lnTo>
                        <a:pt x="402" y="1518"/>
                      </a:lnTo>
                      <a:lnTo>
                        <a:pt x="426" y="1557"/>
                      </a:lnTo>
                      <a:lnTo>
                        <a:pt x="449" y="1594"/>
                      </a:lnTo>
                      <a:lnTo>
                        <a:pt x="474" y="1630"/>
                      </a:lnTo>
                      <a:lnTo>
                        <a:pt x="496" y="1665"/>
                      </a:lnTo>
                      <a:lnTo>
                        <a:pt x="523" y="1704"/>
                      </a:lnTo>
                      <a:lnTo>
                        <a:pt x="550" y="1744"/>
                      </a:lnTo>
                      <a:lnTo>
                        <a:pt x="575" y="1783"/>
                      </a:lnTo>
                      <a:lnTo>
                        <a:pt x="597" y="1823"/>
                      </a:lnTo>
                      <a:lnTo>
                        <a:pt x="617" y="1864"/>
                      </a:lnTo>
                      <a:lnTo>
                        <a:pt x="632" y="1906"/>
                      </a:lnTo>
                      <a:lnTo>
                        <a:pt x="645" y="1950"/>
                      </a:lnTo>
                      <a:lnTo>
                        <a:pt x="653" y="1996"/>
                      </a:lnTo>
                      <a:lnTo>
                        <a:pt x="655" y="2044"/>
                      </a:lnTo>
                      <a:lnTo>
                        <a:pt x="658" y="2071"/>
                      </a:lnTo>
                      <a:lnTo>
                        <a:pt x="669" y="2097"/>
                      </a:lnTo>
                      <a:lnTo>
                        <a:pt x="682" y="2121"/>
                      </a:lnTo>
                      <a:lnTo>
                        <a:pt x="700" y="2142"/>
                      </a:lnTo>
                      <a:lnTo>
                        <a:pt x="720" y="2162"/>
                      </a:lnTo>
                      <a:lnTo>
                        <a:pt x="740" y="2178"/>
                      </a:lnTo>
                      <a:lnTo>
                        <a:pt x="759" y="2193"/>
                      </a:lnTo>
                      <a:lnTo>
                        <a:pt x="1438" y="2193"/>
                      </a:lnTo>
                      <a:lnTo>
                        <a:pt x="1457" y="2178"/>
                      </a:lnTo>
                      <a:lnTo>
                        <a:pt x="1478" y="2162"/>
                      </a:lnTo>
                      <a:lnTo>
                        <a:pt x="1498" y="2142"/>
                      </a:lnTo>
                      <a:lnTo>
                        <a:pt x="1515" y="2121"/>
                      </a:lnTo>
                      <a:lnTo>
                        <a:pt x="1529" y="2097"/>
                      </a:lnTo>
                      <a:lnTo>
                        <a:pt x="1539" y="2071"/>
                      </a:lnTo>
                      <a:lnTo>
                        <a:pt x="1542" y="2044"/>
                      </a:lnTo>
                      <a:lnTo>
                        <a:pt x="1545" y="1996"/>
                      </a:lnTo>
                      <a:lnTo>
                        <a:pt x="1553" y="1950"/>
                      </a:lnTo>
                      <a:lnTo>
                        <a:pt x="1565" y="1906"/>
                      </a:lnTo>
                      <a:lnTo>
                        <a:pt x="1581" y="1864"/>
                      </a:lnTo>
                      <a:lnTo>
                        <a:pt x="1600" y="1824"/>
                      </a:lnTo>
                      <a:lnTo>
                        <a:pt x="1623" y="1783"/>
                      </a:lnTo>
                      <a:lnTo>
                        <a:pt x="1647" y="1744"/>
                      </a:lnTo>
                      <a:lnTo>
                        <a:pt x="1673" y="1705"/>
                      </a:lnTo>
                      <a:lnTo>
                        <a:pt x="1700" y="1666"/>
                      </a:lnTo>
                      <a:lnTo>
                        <a:pt x="1724" y="1631"/>
                      </a:lnTo>
                      <a:lnTo>
                        <a:pt x="1748" y="1595"/>
                      </a:lnTo>
                      <a:lnTo>
                        <a:pt x="1772" y="1558"/>
                      </a:lnTo>
                      <a:lnTo>
                        <a:pt x="1796" y="1518"/>
                      </a:lnTo>
                      <a:lnTo>
                        <a:pt x="1817" y="1478"/>
                      </a:lnTo>
                      <a:lnTo>
                        <a:pt x="1839" y="1435"/>
                      </a:lnTo>
                      <a:lnTo>
                        <a:pt x="1858" y="1390"/>
                      </a:lnTo>
                      <a:lnTo>
                        <a:pt x="1875" y="1343"/>
                      </a:lnTo>
                      <a:lnTo>
                        <a:pt x="1890" y="1292"/>
                      </a:lnTo>
                      <a:lnTo>
                        <a:pt x="1902" y="1238"/>
                      </a:lnTo>
                      <a:lnTo>
                        <a:pt x="1911" y="1181"/>
                      </a:lnTo>
                      <a:lnTo>
                        <a:pt x="1917" y="1120"/>
                      </a:lnTo>
                      <a:lnTo>
                        <a:pt x="1919" y="1054"/>
                      </a:lnTo>
                      <a:lnTo>
                        <a:pt x="1916" y="983"/>
                      </a:lnTo>
                      <a:lnTo>
                        <a:pt x="1907" y="915"/>
                      </a:lnTo>
                      <a:lnTo>
                        <a:pt x="1890" y="847"/>
                      </a:lnTo>
                      <a:lnTo>
                        <a:pt x="1868" y="783"/>
                      </a:lnTo>
                      <a:lnTo>
                        <a:pt x="1841" y="721"/>
                      </a:lnTo>
                      <a:lnTo>
                        <a:pt x="1807" y="661"/>
                      </a:lnTo>
                      <a:lnTo>
                        <a:pt x="1769" y="606"/>
                      </a:lnTo>
                      <a:lnTo>
                        <a:pt x="1726" y="553"/>
                      </a:lnTo>
                      <a:lnTo>
                        <a:pt x="1679" y="505"/>
                      </a:lnTo>
                      <a:lnTo>
                        <a:pt x="1628" y="460"/>
                      </a:lnTo>
                      <a:lnTo>
                        <a:pt x="1572" y="418"/>
                      </a:lnTo>
                      <a:lnTo>
                        <a:pt x="1513" y="382"/>
                      </a:lnTo>
                      <a:lnTo>
                        <a:pt x="1451" y="352"/>
                      </a:lnTo>
                      <a:lnTo>
                        <a:pt x="1385" y="324"/>
                      </a:lnTo>
                      <a:lnTo>
                        <a:pt x="1317" y="304"/>
                      </a:lnTo>
                      <a:lnTo>
                        <a:pt x="1246" y="288"/>
                      </a:lnTo>
                      <a:lnTo>
                        <a:pt x="1174" y="279"/>
                      </a:lnTo>
                      <a:lnTo>
                        <a:pt x="1099" y="276"/>
                      </a:lnTo>
                      <a:close/>
                      <a:moveTo>
                        <a:pt x="1099" y="0"/>
                      </a:moveTo>
                      <a:lnTo>
                        <a:pt x="1188" y="3"/>
                      </a:lnTo>
                      <a:lnTo>
                        <a:pt x="1277" y="15"/>
                      </a:lnTo>
                      <a:lnTo>
                        <a:pt x="1362" y="32"/>
                      </a:lnTo>
                      <a:lnTo>
                        <a:pt x="1446" y="54"/>
                      </a:lnTo>
                      <a:lnTo>
                        <a:pt x="1525" y="83"/>
                      </a:lnTo>
                      <a:lnTo>
                        <a:pt x="1603" y="118"/>
                      </a:lnTo>
                      <a:lnTo>
                        <a:pt x="1676" y="159"/>
                      </a:lnTo>
                      <a:lnTo>
                        <a:pt x="1747" y="204"/>
                      </a:lnTo>
                      <a:lnTo>
                        <a:pt x="1813" y="255"/>
                      </a:lnTo>
                      <a:lnTo>
                        <a:pt x="1875" y="310"/>
                      </a:lnTo>
                      <a:lnTo>
                        <a:pt x="1932" y="368"/>
                      </a:lnTo>
                      <a:lnTo>
                        <a:pt x="1985" y="433"/>
                      </a:lnTo>
                      <a:lnTo>
                        <a:pt x="2033" y="499"/>
                      </a:lnTo>
                      <a:lnTo>
                        <a:pt x="2075" y="570"/>
                      </a:lnTo>
                      <a:lnTo>
                        <a:pt x="2111" y="644"/>
                      </a:lnTo>
                      <a:lnTo>
                        <a:pt x="2140" y="722"/>
                      </a:lnTo>
                      <a:lnTo>
                        <a:pt x="2165" y="801"/>
                      </a:lnTo>
                      <a:lnTo>
                        <a:pt x="2182" y="883"/>
                      </a:lnTo>
                      <a:lnTo>
                        <a:pt x="2194" y="968"/>
                      </a:lnTo>
                      <a:lnTo>
                        <a:pt x="2197" y="1054"/>
                      </a:lnTo>
                      <a:lnTo>
                        <a:pt x="2195" y="1128"/>
                      </a:lnTo>
                      <a:lnTo>
                        <a:pt x="2189" y="1197"/>
                      </a:lnTo>
                      <a:lnTo>
                        <a:pt x="2180" y="1263"/>
                      </a:lnTo>
                      <a:lnTo>
                        <a:pt x="2168" y="1326"/>
                      </a:lnTo>
                      <a:lnTo>
                        <a:pt x="2153" y="1384"/>
                      </a:lnTo>
                      <a:lnTo>
                        <a:pt x="2136" y="1440"/>
                      </a:lnTo>
                      <a:lnTo>
                        <a:pt x="2116" y="1493"/>
                      </a:lnTo>
                      <a:lnTo>
                        <a:pt x="2095" y="1542"/>
                      </a:lnTo>
                      <a:lnTo>
                        <a:pt x="2072" y="1588"/>
                      </a:lnTo>
                      <a:lnTo>
                        <a:pt x="2050" y="1632"/>
                      </a:lnTo>
                      <a:lnTo>
                        <a:pt x="2025" y="1675"/>
                      </a:lnTo>
                      <a:lnTo>
                        <a:pt x="2001" y="1714"/>
                      </a:lnTo>
                      <a:lnTo>
                        <a:pt x="1977" y="1752"/>
                      </a:lnTo>
                      <a:lnTo>
                        <a:pt x="1953" y="1787"/>
                      </a:lnTo>
                      <a:lnTo>
                        <a:pt x="1929" y="1820"/>
                      </a:lnTo>
                      <a:lnTo>
                        <a:pt x="1902" y="1862"/>
                      </a:lnTo>
                      <a:lnTo>
                        <a:pt x="1877" y="1899"/>
                      </a:lnTo>
                      <a:lnTo>
                        <a:pt x="1857" y="1933"/>
                      </a:lnTo>
                      <a:lnTo>
                        <a:pt x="1841" y="1963"/>
                      </a:lnTo>
                      <a:lnTo>
                        <a:pt x="1830" y="1991"/>
                      </a:lnTo>
                      <a:lnTo>
                        <a:pt x="1822" y="2019"/>
                      </a:lnTo>
                      <a:lnTo>
                        <a:pt x="1819" y="2044"/>
                      </a:lnTo>
                      <a:lnTo>
                        <a:pt x="1816" y="2095"/>
                      </a:lnTo>
                      <a:lnTo>
                        <a:pt x="1806" y="2145"/>
                      </a:lnTo>
                      <a:lnTo>
                        <a:pt x="1790" y="2193"/>
                      </a:lnTo>
                      <a:lnTo>
                        <a:pt x="1766" y="2240"/>
                      </a:lnTo>
                      <a:lnTo>
                        <a:pt x="1738" y="2285"/>
                      </a:lnTo>
                      <a:lnTo>
                        <a:pt x="1702" y="2328"/>
                      </a:lnTo>
                      <a:lnTo>
                        <a:pt x="1662" y="2369"/>
                      </a:lnTo>
                      <a:lnTo>
                        <a:pt x="1615" y="2406"/>
                      </a:lnTo>
                      <a:lnTo>
                        <a:pt x="1614" y="2429"/>
                      </a:lnTo>
                      <a:lnTo>
                        <a:pt x="1613" y="2456"/>
                      </a:lnTo>
                      <a:lnTo>
                        <a:pt x="1611" y="2485"/>
                      </a:lnTo>
                      <a:lnTo>
                        <a:pt x="1609" y="2515"/>
                      </a:lnTo>
                      <a:lnTo>
                        <a:pt x="1607" y="2546"/>
                      </a:lnTo>
                      <a:lnTo>
                        <a:pt x="1606" y="2576"/>
                      </a:lnTo>
                      <a:lnTo>
                        <a:pt x="1604" y="2605"/>
                      </a:lnTo>
                      <a:lnTo>
                        <a:pt x="1603" y="2631"/>
                      </a:lnTo>
                      <a:lnTo>
                        <a:pt x="1601" y="2653"/>
                      </a:lnTo>
                      <a:lnTo>
                        <a:pt x="1600" y="2671"/>
                      </a:lnTo>
                      <a:lnTo>
                        <a:pt x="1600" y="2682"/>
                      </a:lnTo>
                      <a:lnTo>
                        <a:pt x="1599" y="2685"/>
                      </a:lnTo>
                      <a:lnTo>
                        <a:pt x="1599" y="2699"/>
                      </a:lnTo>
                      <a:lnTo>
                        <a:pt x="1597" y="2715"/>
                      </a:lnTo>
                      <a:lnTo>
                        <a:pt x="1592" y="2732"/>
                      </a:lnTo>
                      <a:lnTo>
                        <a:pt x="1587" y="2750"/>
                      </a:lnTo>
                      <a:lnTo>
                        <a:pt x="1578" y="2770"/>
                      </a:lnTo>
                      <a:lnTo>
                        <a:pt x="1566" y="2789"/>
                      </a:lnTo>
                      <a:lnTo>
                        <a:pt x="1552" y="2809"/>
                      </a:lnTo>
                      <a:lnTo>
                        <a:pt x="1533" y="2831"/>
                      </a:lnTo>
                      <a:lnTo>
                        <a:pt x="1511" y="2850"/>
                      </a:lnTo>
                      <a:lnTo>
                        <a:pt x="1483" y="2870"/>
                      </a:lnTo>
                      <a:lnTo>
                        <a:pt x="1452" y="2888"/>
                      </a:lnTo>
                      <a:lnTo>
                        <a:pt x="1415" y="2906"/>
                      </a:lnTo>
                      <a:lnTo>
                        <a:pt x="1372" y="2922"/>
                      </a:lnTo>
                      <a:lnTo>
                        <a:pt x="1347" y="2953"/>
                      </a:lnTo>
                      <a:lnTo>
                        <a:pt x="1317" y="2983"/>
                      </a:lnTo>
                      <a:lnTo>
                        <a:pt x="1283" y="3010"/>
                      </a:lnTo>
                      <a:lnTo>
                        <a:pt x="1259" y="3022"/>
                      </a:lnTo>
                      <a:lnTo>
                        <a:pt x="1233" y="3030"/>
                      </a:lnTo>
                      <a:lnTo>
                        <a:pt x="1205" y="3032"/>
                      </a:lnTo>
                      <a:lnTo>
                        <a:pt x="992" y="3032"/>
                      </a:lnTo>
                      <a:lnTo>
                        <a:pt x="965" y="3030"/>
                      </a:lnTo>
                      <a:lnTo>
                        <a:pt x="939" y="3022"/>
                      </a:lnTo>
                      <a:lnTo>
                        <a:pt x="915" y="3010"/>
                      </a:lnTo>
                      <a:lnTo>
                        <a:pt x="881" y="2983"/>
                      </a:lnTo>
                      <a:lnTo>
                        <a:pt x="850" y="2953"/>
                      </a:lnTo>
                      <a:lnTo>
                        <a:pt x="825" y="2922"/>
                      </a:lnTo>
                      <a:lnTo>
                        <a:pt x="780" y="2904"/>
                      </a:lnTo>
                      <a:lnTo>
                        <a:pt x="741" y="2886"/>
                      </a:lnTo>
                      <a:lnTo>
                        <a:pt x="707" y="2866"/>
                      </a:lnTo>
                      <a:lnTo>
                        <a:pt x="680" y="2844"/>
                      </a:lnTo>
                      <a:lnTo>
                        <a:pt x="657" y="2823"/>
                      </a:lnTo>
                      <a:lnTo>
                        <a:pt x="639" y="2800"/>
                      </a:lnTo>
                      <a:lnTo>
                        <a:pt x="626" y="2779"/>
                      </a:lnTo>
                      <a:lnTo>
                        <a:pt x="614" y="2757"/>
                      </a:lnTo>
                      <a:lnTo>
                        <a:pt x="607" y="2737"/>
                      </a:lnTo>
                      <a:lnTo>
                        <a:pt x="602" y="2718"/>
                      </a:lnTo>
                      <a:lnTo>
                        <a:pt x="599" y="2701"/>
                      </a:lnTo>
                      <a:lnTo>
                        <a:pt x="598" y="2685"/>
                      </a:lnTo>
                      <a:lnTo>
                        <a:pt x="598" y="2685"/>
                      </a:lnTo>
                      <a:lnTo>
                        <a:pt x="598" y="2682"/>
                      </a:lnTo>
                      <a:lnTo>
                        <a:pt x="597" y="2671"/>
                      </a:lnTo>
                      <a:lnTo>
                        <a:pt x="596" y="2653"/>
                      </a:lnTo>
                      <a:lnTo>
                        <a:pt x="595" y="2631"/>
                      </a:lnTo>
                      <a:lnTo>
                        <a:pt x="594" y="2605"/>
                      </a:lnTo>
                      <a:lnTo>
                        <a:pt x="592" y="2576"/>
                      </a:lnTo>
                      <a:lnTo>
                        <a:pt x="590" y="2546"/>
                      </a:lnTo>
                      <a:lnTo>
                        <a:pt x="588" y="2515"/>
                      </a:lnTo>
                      <a:lnTo>
                        <a:pt x="587" y="2485"/>
                      </a:lnTo>
                      <a:lnTo>
                        <a:pt x="585" y="2456"/>
                      </a:lnTo>
                      <a:lnTo>
                        <a:pt x="584" y="2429"/>
                      </a:lnTo>
                      <a:lnTo>
                        <a:pt x="582" y="2406"/>
                      </a:lnTo>
                      <a:lnTo>
                        <a:pt x="536" y="2369"/>
                      </a:lnTo>
                      <a:lnTo>
                        <a:pt x="495" y="2328"/>
                      </a:lnTo>
                      <a:lnTo>
                        <a:pt x="460" y="2285"/>
                      </a:lnTo>
                      <a:lnTo>
                        <a:pt x="432" y="2240"/>
                      </a:lnTo>
                      <a:lnTo>
                        <a:pt x="408" y="2193"/>
                      </a:lnTo>
                      <a:lnTo>
                        <a:pt x="392" y="2145"/>
                      </a:lnTo>
                      <a:lnTo>
                        <a:pt x="382" y="2095"/>
                      </a:lnTo>
                      <a:lnTo>
                        <a:pt x="378" y="2044"/>
                      </a:lnTo>
                      <a:lnTo>
                        <a:pt x="376" y="2019"/>
                      </a:lnTo>
                      <a:lnTo>
                        <a:pt x="368" y="1991"/>
                      </a:lnTo>
                      <a:lnTo>
                        <a:pt x="357" y="1963"/>
                      </a:lnTo>
                      <a:lnTo>
                        <a:pt x="341" y="1933"/>
                      </a:lnTo>
                      <a:lnTo>
                        <a:pt x="320" y="1899"/>
                      </a:lnTo>
                      <a:lnTo>
                        <a:pt x="297" y="1862"/>
                      </a:lnTo>
                      <a:lnTo>
                        <a:pt x="268" y="1821"/>
                      </a:lnTo>
                      <a:lnTo>
                        <a:pt x="245" y="1788"/>
                      </a:lnTo>
                      <a:lnTo>
                        <a:pt x="222" y="1752"/>
                      </a:lnTo>
                      <a:lnTo>
                        <a:pt x="197" y="1714"/>
                      </a:lnTo>
                      <a:lnTo>
                        <a:pt x="173" y="1675"/>
                      </a:lnTo>
                      <a:lnTo>
                        <a:pt x="149" y="1633"/>
                      </a:lnTo>
                      <a:lnTo>
                        <a:pt x="125" y="1588"/>
                      </a:lnTo>
                      <a:lnTo>
                        <a:pt x="102" y="1542"/>
                      </a:lnTo>
                      <a:lnTo>
                        <a:pt x="82" y="1493"/>
                      </a:lnTo>
                      <a:lnTo>
                        <a:pt x="62" y="1440"/>
                      </a:lnTo>
                      <a:lnTo>
                        <a:pt x="45" y="1384"/>
                      </a:lnTo>
                      <a:lnTo>
                        <a:pt x="30" y="1326"/>
                      </a:lnTo>
                      <a:lnTo>
                        <a:pt x="17" y="1263"/>
                      </a:lnTo>
                      <a:lnTo>
                        <a:pt x="8" y="1197"/>
                      </a:lnTo>
                      <a:lnTo>
                        <a:pt x="3" y="1128"/>
                      </a:lnTo>
                      <a:lnTo>
                        <a:pt x="0" y="1054"/>
                      </a:lnTo>
                      <a:lnTo>
                        <a:pt x="4" y="968"/>
                      </a:lnTo>
                      <a:lnTo>
                        <a:pt x="15" y="883"/>
                      </a:lnTo>
                      <a:lnTo>
                        <a:pt x="32" y="801"/>
                      </a:lnTo>
                      <a:lnTo>
                        <a:pt x="57" y="722"/>
                      </a:lnTo>
                      <a:lnTo>
                        <a:pt x="87" y="644"/>
                      </a:lnTo>
                      <a:lnTo>
                        <a:pt x="123" y="570"/>
                      </a:lnTo>
                      <a:lnTo>
                        <a:pt x="165" y="499"/>
                      </a:lnTo>
                      <a:lnTo>
                        <a:pt x="213" y="433"/>
                      </a:lnTo>
                      <a:lnTo>
                        <a:pt x="266" y="368"/>
                      </a:lnTo>
                      <a:lnTo>
                        <a:pt x="323" y="310"/>
                      </a:lnTo>
                      <a:lnTo>
                        <a:pt x="385" y="255"/>
                      </a:lnTo>
                      <a:lnTo>
                        <a:pt x="451" y="204"/>
                      </a:lnTo>
                      <a:lnTo>
                        <a:pt x="521" y="159"/>
                      </a:lnTo>
                      <a:lnTo>
                        <a:pt x="595" y="118"/>
                      </a:lnTo>
                      <a:lnTo>
                        <a:pt x="672" y="83"/>
                      </a:lnTo>
                      <a:lnTo>
                        <a:pt x="753" y="54"/>
                      </a:lnTo>
                      <a:lnTo>
                        <a:pt x="836" y="32"/>
                      </a:lnTo>
                      <a:lnTo>
                        <a:pt x="921" y="15"/>
                      </a:lnTo>
                      <a:lnTo>
                        <a:pt x="1009" y="3"/>
                      </a:lnTo>
                      <a:lnTo>
                        <a:pt x="1099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58" name="Freeform 34"/>
                <p:cNvSpPr>
                  <a:spLocks/>
                </p:cNvSpPr>
                <p:nvPr/>
              </p:nvSpPr>
              <p:spPr bwMode="auto">
                <a:xfrm>
                  <a:off x="2525713" y="1574800"/>
                  <a:ext cx="31750" cy="79375"/>
                </a:xfrm>
                <a:custGeom>
                  <a:avLst/>
                  <a:gdLst>
                    <a:gd name="T0" fmla="*/ 69 w 138"/>
                    <a:gd name="T1" fmla="*/ 0 h 344"/>
                    <a:gd name="T2" fmla="*/ 69 w 138"/>
                    <a:gd name="T3" fmla="*/ 0 h 344"/>
                    <a:gd name="T4" fmla="*/ 87 w 138"/>
                    <a:gd name="T5" fmla="*/ 3 h 344"/>
                    <a:gd name="T6" fmla="*/ 104 w 138"/>
                    <a:gd name="T7" fmla="*/ 9 h 344"/>
                    <a:gd name="T8" fmla="*/ 118 w 138"/>
                    <a:gd name="T9" fmla="*/ 21 h 344"/>
                    <a:gd name="T10" fmla="*/ 129 w 138"/>
                    <a:gd name="T11" fmla="*/ 34 h 344"/>
                    <a:gd name="T12" fmla="*/ 136 w 138"/>
                    <a:gd name="T13" fmla="*/ 51 h 344"/>
                    <a:gd name="T14" fmla="*/ 138 w 138"/>
                    <a:gd name="T15" fmla="*/ 69 h 344"/>
                    <a:gd name="T16" fmla="*/ 138 w 138"/>
                    <a:gd name="T17" fmla="*/ 275 h 344"/>
                    <a:gd name="T18" fmla="*/ 136 w 138"/>
                    <a:gd name="T19" fmla="*/ 294 h 344"/>
                    <a:gd name="T20" fmla="*/ 129 w 138"/>
                    <a:gd name="T21" fmla="*/ 310 h 344"/>
                    <a:gd name="T22" fmla="*/ 118 w 138"/>
                    <a:gd name="T23" fmla="*/ 325 h 344"/>
                    <a:gd name="T24" fmla="*/ 104 w 138"/>
                    <a:gd name="T25" fmla="*/ 335 h 344"/>
                    <a:gd name="T26" fmla="*/ 87 w 138"/>
                    <a:gd name="T27" fmla="*/ 342 h 344"/>
                    <a:gd name="T28" fmla="*/ 69 w 138"/>
                    <a:gd name="T29" fmla="*/ 344 h 344"/>
                    <a:gd name="T30" fmla="*/ 51 w 138"/>
                    <a:gd name="T31" fmla="*/ 342 h 344"/>
                    <a:gd name="T32" fmla="*/ 34 w 138"/>
                    <a:gd name="T33" fmla="*/ 335 h 344"/>
                    <a:gd name="T34" fmla="*/ 20 w 138"/>
                    <a:gd name="T35" fmla="*/ 325 h 344"/>
                    <a:gd name="T36" fmla="*/ 9 w 138"/>
                    <a:gd name="T37" fmla="*/ 310 h 344"/>
                    <a:gd name="T38" fmla="*/ 2 w 138"/>
                    <a:gd name="T39" fmla="*/ 294 h 344"/>
                    <a:gd name="T40" fmla="*/ 0 w 138"/>
                    <a:gd name="T41" fmla="*/ 275 h 344"/>
                    <a:gd name="T42" fmla="*/ 0 w 138"/>
                    <a:gd name="T43" fmla="*/ 69 h 344"/>
                    <a:gd name="T44" fmla="*/ 2 w 138"/>
                    <a:gd name="T45" fmla="*/ 51 h 344"/>
                    <a:gd name="T46" fmla="*/ 9 w 138"/>
                    <a:gd name="T47" fmla="*/ 34 h 344"/>
                    <a:gd name="T48" fmla="*/ 20 w 138"/>
                    <a:gd name="T49" fmla="*/ 21 h 344"/>
                    <a:gd name="T50" fmla="*/ 34 w 138"/>
                    <a:gd name="T51" fmla="*/ 9 h 344"/>
                    <a:gd name="T52" fmla="*/ 51 w 138"/>
                    <a:gd name="T53" fmla="*/ 3 h 344"/>
                    <a:gd name="T54" fmla="*/ 69 w 138"/>
                    <a:gd name="T55" fmla="*/ 0 h 34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</a:cxnLst>
                  <a:rect l="0" t="0" r="r" b="b"/>
                  <a:pathLst>
                    <a:path w="138" h="344">
                      <a:moveTo>
                        <a:pt x="69" y="0"/>
                      </a:moveTo>
                      <a:lnTo>
                        <a:pt x="69" y="0"/>
                      </a:lnTo>
                      <a:lnTo>
                        <a:pt x="87" y="3"/>
                      </a:lnTo>
                      <a:lnTo>
                        <a:pt x="104" y="9"/>
                      </a:lnTo>
                      <a:lnTo>
                        <a:pt x="118" y="21"/>
                      </a:lnTo>
                      <a:lnTo>
                        <a:pt x="129" y="34"/>
                      </a:lnTo>
                      <a:lnTo>
                        <a:pt x="136" y="51"/>
                      </a:lnTo>
                      <a:lnTo>
                        <a:pt x="138" y="69"/>
                      </a:lnTo>
                      <a:lnTo>
                        <a:pt x="138" y="275"/>
                      </a:lnTo>
                      <a:lnTo>
                        <a:pt x="136" y="294"/>
                      </a:lnTo>
                      <a:lnTo>
                        <a:pt x="129" y="310"/>
                      </a:lnTo>
                      <a:lnTo>
                        <a:pt x="118" y="325"/>
                      </a:lnTo>
                      <a:lnTo>
                        <a:pt x="104" y="335"/>
                      </a:lnTo>
                      <a:lnTo>
                        <a:pt x="87" y="342"/>
                      </a:lnTo>
                      <a:lnTo>
                        <a:pt x="69" y="344"/>
                      </a:lnTo>
                      <a:lnTo>
                        <a:pt x="51" y="342"/>
                      </a:lnTo>
                      <a:lnTo>
                        <a:pt x="34" y="335"/>
                      </a:lnTo>
                      <a:lnTo>
                        <a:pt x="20" y="325"/>
                      </a:lnTo>
                      <a:lnTo>
                        <a:pt x="9" y="310"/>
                      </a:lnTo>
                      <a:lnTo>
                        <a:pt x="2" y="294"/>
                      </a:lnTo>
                      <a:lnTo>
                        <a:pt x="0" y="275"/>
                      </a:lnTo>
                      <a:lnTo>
                        <a:pt x="0" y="69"/>
                      </a:lnTo>
                      <a:lnTo>
                        <a:pt x="2" y="51"/>
                      </a:lnTo>
                      <a:lnTo>
                        <a:pt x="9" y="34"/>
                      </a:lnTo>
                      <a:lnTo>
                        <a:pt x="20" y="21"/>
                      </a:lnTo>
                      <a:lnTo>
                        <a:pt x="34" y="9"/>
                      </a:lnTo>
                      <a:lnTo>
                        <a:pt x="51" y="3"/>
                      </a:lnTo>
                      <a:lnTo>
                        <a:pt x="69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59" name="Freeform 35"/>
                <p:cNvSpPr>
                  <a:spLocks/>
                </p:cNvSpPr>
                <p:nvPr/>
              </p:nvSpPr>
              <p:spPr bwMode="auto">
                <a:xfrm>
                  <a:off x="2349500" y="1622425"/>
                  <a:ext cx="53975" cy="71437"/>
                </a:xfrm>
                <a:custGeom>
                  <a:avLst/>
                  <a:gdLst>
                    <a:gd name="T0" fmla="*/ 69 w 243"/>
                    <a:gd name="T1" fmla="*/ 0 h 317"/>
                    <a:gd name="T2" fmla="*/ 87 w 243"/>
                    <a:gd name="T3" fmla="*/ 2 h 317"/>
                    <a:gd name="T4" fmla="*/ 103 w 243"/>
                    <a:gd name="T5" fmla="*/ 9 h 317"/>
                    <a:gd name="T6" fmla="*/ 118 w 243"/>
                    <a:gd name="T7" fmla="*/ 20 h 317"/>
                    <a:gd name="T8" fmla="*/ 129 w 243"/>
                    <a:gd name="T9" fmla="*/ 34 h 317"/>
                    <a:gd name="T10" fmla="*/ 233 w 243"/>
                    <a:gd name="T11" fmla="*/ 214 h 317"/>
                    <a:gd name="T12" fmla="*/ 240 w 243"/>
                    <a:gd name="T13" fmla="*/ 230 h 317"/>
                    <a:gd name="T14" fmla="*/ 243 w 243"/>
                    <a:gd name="T15" fmla="*/ 248 h 317"/>
                    <a:gd name="T16" fmla="*/ 240 w 243"/>
                    <a:gd name="T17" fmla="*/ 265 h 317"/>
                    <a:gd name="T18" fmla="*/ 233 w 243"/>
                    <a:gd name="T19" fmla="*/ 282 h 317"/>
                    <a:gd name="T20" fmla="*/ 223 w 243"/>
                    <a:gd name="T21" fmla="*/ 297 h 317"/>
                    <a:gd name="T22" fmla="*/ 209 w 243"/>
                    <a:gd name="T23" fmla="*/ 308 h 317"/>
                    <a:gd name="T24" fmla="*/ 191 w 243"/>
                    <a:gd name="T25" fmla="*/ 315 h 317"/>
                    <a:gd name="T26" fmla="*/ 173 w 243"/>
                    <a:gd name="T27" fmla="*/ 317 h 317"/>
                    <a:gd name="T28" fmla="*/ 155 w 243"/>
                    <a:gd name="T29" fmla="*/ 315 h 317"/>
                    <a:gd name="T30" fmla="*/ 139 w 243"/>
                    <a:gd name="T31" fmla="*/ 308 h 317"/>
                    <a:gd name="T32" fmla="*/ 125 w 243"/>
                    <a:gd name="T33" fmla="*/ 297 h 317"/>
                    <a:gd name="T34" fmla="*/ 113 w 243"/>
                    <a:gd name="T35" fmla="*/ 282 h 317"/>
                    <a:gd name="T36" fmla="*/ 9 w 243"/>
                    <a:gd name="T37" fmla="*/ 103 h 317"/>
                    <a:gd name="T38" fmla="*/ 2 w 243"/>
                    <a:gd name="T39" fmla="*/ 86 h 317"/>
                    <a:gd name="T40" fmla="*/ 0 w 243"/>
                    <a:gd name="T41" fmla="*/ 68 h 317"/>
                    <a:gd name="T42" fmla="*/ 2 w 243"/>
                    <a:gd name="T43" fmla="*/ 51 h 317"/>
                    <a:gd name="T44" fmla="*/ 9 w 243"/>
                    <a:gd name="T45" fmla="*/ 34 h 317"/>
                    <a:gd name="T46" fmla="*/ 20 w 243"/>
                    <a:gd name="T47" fmla="*/ 21 h 317"/>
                    <a:gd name="T48" fmla="*/ 34 w 243"/>
                    <a:gd name="T49" fmla="*/ 10 h 317"/>
                    <a:gd name="T50" fmla="*/ 52 w 243"/>
                    <a:gd name="T51" fmla="*/ 2 h 317"/>
                    <a:gd name="T52" fmla="*/ 69 w 243"/>
                    <a:gd name="T53" fmla="*/ 0 h 3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</a:cxnLst>
                  <a:rect l="0" t="0" r="r" b="b"/>
                  <a:pathLst>
                    <a:path w="243" h="317">
                      <a:moveTo>
                        <a:pt x="69" y="0"/>
                      </a:moveTo>
                      <a:lnTo>
                        <a:pt x="87" y="2"/>
                      </a:lnTo>
                      <a:lnTo>
                        <a:pt x="103" y="9"/>
                      </a:lnTo>
                      <a:lnTo>
                        <a:pt x="118" y="20"/>
                      </a:lnTo>
                      <a:lnTo>
                        <a:pt x="129" y="34"/>
                      </a:lnTo>
                      <a:lnTo>
                        <a:pt x="233" y="214"/>
                      </a:lnTo>
                      <a:lnTo>
                        <a:pt x="240" y="230"/>
                      </a:lnTo>
                      <a:lnTo>
                        <a:pt x="243" y="248"/>
                      </a:lnTo>
                      <a:lnTo>
                        <a:pt x="240" y="265"/>
                      </a:lnTo>
                      <a:lnTo>
                        <a:pt x="233" y="282"/>
                      </a:lnTo>
                      <a:lnTo>
                        <a:pt x="223" y="297"/>
                      </a:lnTo>
                      <a:lnTo>
                        <a:pt x="209" y="308"/>
                      </a:lnTo>
                      <a:lnTo>
                        <a:pt x="191" y="315"/>
                      </a:lnTo>
                      <a:lnTo>
                        <a:pt x="173" y="317"/>
                      </a:lnTo>
                      <a:lnTo>
                        <a:pt x="155" y="315"/>
                      </a:lnTo>
                      <a:lnTo>
                        <a:pt x="139" y="308"/>
                      </a:lnTo>
                      <a:lnTo>
                        <a:pt x="125" y="297"/>
                      </a:lnTo>
                      <a:lnTo>
                        <a:pt x="113" y="282"/>
                      </a:lnTo>
                      <a:lnTo>
                        <a:pt x="9" y="103"/>
                      </a:lnTo>
                      <a:lnTo>
                        <a:pt x="2" y="86"/>
                      </a:lnTo>
                      <a:lnTo>
                        <a:pt x="0" y="68"/>
                      </a:lnTo>
                      <a:lnTo>
                        <a:pt x="2" y="51"/>
                      </a:lnTo>
                      <a:lnTo>
                        <a:pt x="9" y="34"/>
                      </a:lnTo>
                      <a:lnTo>
                        <a:pt x="20" y="21"/>
                      </a:lnTo>
                      <a:lnTo>
                        <a:pt x="34" y="10"/>
                      </a:lnTo>
                      <a:lnTo>
                        <a:pt x="52" y="2"/>
                      </a:lnTo>
                      <a:lnTo>
                        <a:pt x="69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60" name="Freeform 36"/>
                <p:cNvSpPr>
                  <a:spLocks/>
                </p:cNvSpPr>
                <p:nvPr/>
              </p:nvSpPr>
              <p:spPr bwMode="auto">
                <a:xfrm>
                  <a:off x="2219325" y="1751013"/>
                  <a:ext cx="71438" cy="55562"/>
                </a:xfrm>
                <a:custGeom>
                  <a:avLst/>
                  <a:gdLst>
                    <a:gd name="T0" fmla="*/ 69 w 319"/>
                    <a:gd name="T1" fmla="*/ 0 h 241"/>
                    <a:gd name="T2" fmla="*/ 86 w 319"/>
                    <a:gd name="T3" fmla="*/ 3 h 241"/>
                    <a:gd name="T4" fmla="*/ 104 w 319"/>
                    <a:gd name="T5" fmla="*/ 9 h 241"/>
                    <a:gd name="T6" fmla="*/ 285 w 319"/>
                    <a:gd name="T7" fmla="*/ 112 h 241"/>
                    <a:gd name="T8" fmla="*/ 299 w 319"/>
                    <a:gd name="T9" fmla="*/ 124 h 241"/>
                    <a:gd name="T10" fmla="*/ 310 w 319"/>
                    <a:gd name="T11" fmla="*/ 138 h 241"/>
                    <a:gd name="T12" fmla="*/ 316 w 319"/>
                    <a:gd name="T13" fmla="*/ 155 h 241"/>
                    <a:gd name="T14" fmla="*/ 319 w 319"/>
                    <a:gd name="T15" fmla="*/ 172 h 241"/>
                    <a:gd name="T16" fmla="*/ 316 w 319"/>
                    <a:gd name="T17" fmla="*/ 190 h 241"/>
                    <a:gd name="T18" fmla="*/ 310 w 319"/>
                    <a:gd name="T19" fmla="*/ 206 h 241"/>
                    <a:gd name="T20" fmla="*/ 298 w 319"/>
                    <a:gd name="T21" fmla="*/ 221 h 241"/>
                    <a:gd name="T22" fmla="*/ 283 w 319"/>
                    <a:gd name="T23" fmla="*/ 232 h 241"/>
                    <a:gd name="T24" fmla="*/ 266 w 319"/>
                    <a:gd name="T25" fmla="*/ 239 h 241"/>
                    <a:gd name="T26" fmla="*/ 249 w 319"/>
                    <a:gd name="T27" fmla="*/ 241 h 241"/>
                    <a:gd name="T28" fmla="*/ 231 w 319"/>
                    <a:gd name="T29" fmla="*/ 239 h 241"/>
                    <a:gd name="T30" fmla="*/ 214 w 319"/>
                    <a:gd name="T31" fmla="*/ 231 h 241"/>
                    <a:gd name="T32" fmla="*/ 34 w 319"/>
                    <a:gd name="T33" fmla="*/ 129 h 241"/>
                    <a:gd name="T34" fmla="*/ 19 w 319"/>
                    <a:gd name="T35" fmla="*/ 118 h 241"/>
                    <a:gd name="T36" fmla="*/ 9 w 319"/>
                    <a:gd name="T37" fmla="*/ 103 h 241"/>
                    <a:gd name="T38" fmla="*/ 2 w 319"/>
                    <a:gd name="T39" fmla="*/ 87 h 241"/>
                    <a:gd name="T40" fmla="*/ 0 w 319"/>
                    <a:gd name="T41" fmla="*/ 69 h 241"/>
                    <a:gd name="T42" fmla="*/ 2 w 319"/>
                    <a:gd name="T43" fmla="*/ 51 h 241"/>
                    <a:gd name="T44" fmla="*/ 9 w 319"/>
                    <a:gd name="T45" fmla="*/ 34 h 241"/>
                    <a:gd name="T46" fmla="*/ 20 w 319"/>
                    <a:gd name="T47" fmla="*/ 20 h 241"/>
                    <a:gd name="T48" fmla="*/ 35 w 319"/>
                    <a:gd name="T49" fmla="*/ 9 h 241"/>
                    <a:gd name="T50" fmla="*/ 51 w 319"/>
                    <a:gd name="T51" fmla="*/ 3 h 241"/>
                    <a:gd name="T52" fmla="*/ 69 w 319"/>
                    <a:gd name="T53" fmla="*/ 0 h 24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</a:cxnLst>
                  <a:rect l="0" t="0" r="r" b="b"/>
                  <a:pathLst>
                    <a:path w="319" h="241">
                      <a:moveTo>
                        <a:pt x="69" y="0"/>
                      </a:moveTo>
                      <a:lnTo>
                        <a:pt x="86" y="3"/>
                      </a:lnTo>
                      <a:lnTo>
                        <a:pt x="104" y="9"/>
                      </a:lnTo>
                      <a:lnTo>
                        <a:pt x="285" y="112"/>
                      </a:lnTo>
                      <a:lnTo>
                        <a:pt x="299" y="124"/>
                      </a:lnTo>
                      <a:lnTo>
                        <a:pt x="310" y="138"/>
                      </a:lnTo>
                      <a:lnTo>
                        <a:pt x="316" y="155"/>
                      </a:lnTo>
                      <a:lnTo>
                        <a:pt x="319" y="172"/>
                      </a:lnTo>
                      <a:lnTo>
                        <a:pt x="316" y="190"/>
                      </a:lnTo>
                      <a:lnTo>
                        <a:pt x="310" y="206"/>
                      </a:lnTo>
                      <a:lnTo>
                        <a:pt x="298" y="221"/>
                      </a:lnTo>
                      <a:lnTo>
                        <a:pt x="283" y="232"/>
                      </a:lnTo>
                      <a:lnTo>
                        <a:pt x="266" y="239"/>
                      </a:lnTo>
                      <a:lnTo>
                        <a:pt x="249" y="241"/>
                      </a:lnTo>
                      <a:lnTo>
                        <a:pt x="231" y="239"/>
                      </a:lnTo>
                      <a:lnTo>
                        <a:pt x="214" y="231"/>
                      </a:lnTo>
                      <a:lnTo>
                        <a:pt x="34" y="129"/>
                      </a:lnTo>
                      <a:lnTo>
                        <a:pt x="19" y="118"/>
                      </a:lnTo>
                      <a:lnTo>
                        <a:pt x="9" y="103"/>
                      </a:lnTo>
                      <a:lnTo>
                        <a:pt x="2" y="87"/>
                      </a:lnTo>
                      <a:lnTo>
                        <a:pt x="0" y="69"/>
                      </a:lnTo>
                      <a:lnTo>
                        <a:pt x="2" y="51"/>
                      </a:lnTo>
                      <a:lnTo>
                        <a:pt x="9" y="34"/>
                      </a:lnTo>
                      <a:lnTo>
                        <a:pt x="20" y="20"/>
                      </a:lnTo>
                      <a:lnTo>
                        <a:pt x="35" y="9"/>
                      </a:lnTo>
                      <a:lnTo>
                        <a:pt x="51" y="3"/>
                      </a:lnTo>
                      <a:lnTo>
                        <a:pt x="69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61" name="Freeform 37"/>
                <p:cNvSpPr>
                  <a:spLocks/>
                </p:cNvSpPr>
                <p:nvPr/>
              </p:nvSpPr>
              <p:spPr bwMode="auto">
                <a:xfrm>
                  <a:off x="2171700" y="1927225"/>
                  <a:ext cx="77788" cy="31750"/>
                </a:xfrm>
                <a:custGeom>
                  <a:avLst/>
                  <a:gdLst>
                    <a:gd name="T0" fmla="*/ 69 w 347"/>
                    <a:gd name="T1" fmla="*/ 0 h 139"/>
                    <a:gd name="T2" fmla="*/ 278 w 347"/>
                    <a:gd name="T3" fmla="*/ 0 h 139"/>
                    <a:gd name="T4" fmla="*/ 296 w 347"/>
                    <a:gd name="T5" fmla="*/ 4 h 139"/>
                    <a:gd name="T6" fmla="*/ 313 w 347"/>
                    <a:gd name="T7" fmla="*/ 10 h 139"/>
                    <a:gd name="T8" fmla="*/ 327 w 347"/>
                    <a:gd name="T9" fmla="*/ 21 h 139"/>
                    <a:gd name="T10" fmla="*/ 338 w 347"/>
                    <a:gd name="T11" fmla="*/ 35 h 139"/>
                    <a:gd name="T12" fmla="*/ 345 w 347"/>
                    <a:gd name="T13" fmla="*/ 51 h 139"/>
                    <a:gd name="T14" fmla="*/ 347 w 347"/>
                    <a:gd name="T15" fmla="*/ 70 h 139"/>
                    <a:gd name="T16" fmla="*/ 345 w 347"/>
                    <a:gd name="T17" fmla="*/ 88 h 139"/>
                    <a:gd name="T18" fmla="*/ 338 w 347"/>
                    <a:gd name="T19" fmla="*/ 104 h 139"/>
                    <a:gd name="T20" fmla="*/ 327 w 347"/>
                    <a:gd name="T21" fmla="*/ 119 h 139"/>
                    <a:gd name="T22" fmla="*/ 313 w 347"/>
                    <a:gd name="T23" fmla="*/ 129 h 139"/>
                    <a:gd name="T24" fmla="*/ 296 w 347"/>
                    <a:gd name="T25" fmla="*/ 137 h 139"/>
                    <a:gd name="T26" fmla="*/ 278 w 347"/>
                    <a:gd name="T27" fmla="*/ 139 h 139"/>
                    <a:gd name="T28" fmla="*/ 69 w 347"/>
                    <a:gd name="T29" fmla="*/ 139 h 139"/>
                    <a:gd name="T30" fmla="*/ 51 w 347"/>
                    <a:gd name="T31" fmla="*/ 137 h 139"/>
                    <a:gd name="T32" fmla="*/ 35 w 347"/>
                    <a:gd name="T33" fmla="*/ 129 h 139"/>
                    <a:gd name="T34" fmla="*/ 20 w 347"/>
                    <a:gd name="T35" fmla="*/ 119 h 139"/>
                    <a:gd name="T36" fmla="*/ 10 w 347"/>
                    <a:gd name="T37" fmla="*/ 104 h 139"/>
                    <a:gd name="T38" fmla="*/ 2 w 347"/>
                    <a:gd name="T39" fmla="*/ 88 h 139"/>
                    <a:gd name="T40" fmla="*/ 0 w 347"/>
                    <a:gd name="T41" fmla="*/ 70 h 139"/>
                    <a:gd name="T42" fmla="*/ 2 w 347"/>
                    <a:gd name="T43" fmla="*/ 51 h 139"/>
                    <a:gd name="T44" fmla="*/ 10 w 347"/>
                    <a:gd name="T45" fmla="*/ 35 h 139"/>
                    <a:gd name="T46" fmla="*/ 20 w 347"/>
                    <a:gd name="T47" fmla="*/ 21 h 139"/>
                    <a:gd name="T48" fmla="*/ 35 w 347"/>
                    <a:gd name="T49" fmla="*/ 10 h 139"/>
                    <a:gd name="T50" fmla="*/ 51 w 347"/>
                    <a:gd name="T51" fmla="*/ 4 h 139"/>
                    <a:gd name="T52" fmla="*/ 69 w 347"/>
                    <a:gd name="T53" fmla="*/ 0 h 13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</a:cxnLst>
                  <a:rect l="0" t="0" r="r" b="b"/>
                  <a:pathLst>
                    <a:path w="347" h="139">
                      <a:moveTo>
                        <a:pt x="69" y="0"/>
                      </a:moveTo>
                      <a:lnTo>
                        <a:pt x="278" y="0"/>
                      </a:lnTo>
                      <a:lnTo>
                        <a:pt x="296" y="4"/>
                      </a:lnTo>
                      <a:lnTo>
                        <a:pt x="313" y="10"/>
                      </a:lnTo>
                      <a:lnTo>
                        <a:pt x="327" y="21"/>
                      </a:lnTo>
                      <a:lnTo>
                        <a:pt x="338" y="35"/>
                      </a:lnTo>
                      <a:lnTo>
                        <a:pt x="345" y="51"/>
                      </a:lnTo>
                      <a:lnTo>
                        <a:pt x="347" y="70"/>
                      </a:lnTo>
                      <a:lnTo>
                        <a:pt x="345" y="88"/>
                      </a:lnTo>
                      <a:lnTo>
                        <a:pt x="338" y="104"/>
                      </a:lnTo>
                      <a:lnTo>
                        <a:pt x="327" y="119"/>
                      </a:lnTo>
                      <a:lnTo>
                        <a:pt x="313" y="129"/>
                      </a:lnTo>
                      <a:lnTo>
                        <a:pt x="296" y="137"/>
                      </a:lnTo>
                      <a:lnTo>
                        <a:pt x="278" y="139"/>
                      </a:lnTo>
                      <a:lnTo>
                        <a:pt x="69" y="139"/>
                      </a:lnTo>
                      <a:lnTo>
                        <a:pt x="51" y="137"/>
                      </a:lnTo>
                      <a:lnTo>
                        <a:pt x="35" y="129"/>
                      </a:lnTo>
                      <a:lnTo>
                        <a:pt x="20" y="119"/>
                      </a:lnTo>
                      <a:lnTo>
                        <a:pt x="10" y="104"/>
                      </a:lnTo>
                      <a:lnTo>
                        <a:pt x="2" y="88"/>
                      </a:lnTo>
                      <a:lnTo>
                        <a:pt x="0" y="70"/>
                      </a:lnTo>
                      <a:lnTo>
                        <a:pt x="2" y="51"/>
                      </a:lnTo>
                      <a:lnTo>
                        <a:pt x="10" y="35"/>
                      </a:lnTo>
                      <a:lnTo>
                        <a:pt x="20" y="21"/>
                      </a:lnTo>
                      <a:lnTo>
                        <a:pt x="35" y="10"/>
                      </a:lnTo>
                      <a:lnTo>
                        <a:pt x="51" y="4"/>
                      </a:lnTo>
                      <a:lnTo>
                        <a:pt x="69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62" name="Freeform 38"/>
                <p:cNvSpPr>
                  <a:spLocks/>
                </p:cNvSpPr>
                <p:nvPr/>
              </p:nvSpPr>
              <p:spPr bwMode="auto">
                <a:xfrm>
                  <a:off x="2219325" y="2079625"/>
                  <a:ext cx="71438" cy="55562"/>
                </a:xfrm>
                <a:custGeom>
                  <a:avLst/>
                  <a:gdLst>
                    <a:gd name="T0" fmla="*/ 249 w 319"/>
                    <a:gd name="T1" fmla="*/ 0 h 242"/>
                    <a:gd name="T2" fmla="*/ 268 w 319"/>
                    <a:gd name="T3" fmla="*/ 3 h 242"/>
                    <a:gd name="T4" fmla="*/ 283 w 319"/>
                    <a:gd name="T5" fmla="*/ 9 h 242"/>
                    <a:gd name="T6" fmla="*/ 298 w 319"/>
                    <a:gd name="T7" fmla="*/ 20 h 242"/>
                    <a:gd name="T8" fmla="*/ 310 w 319"/>
                    <a:gd name="T9" fmla="*/ 35 h 242"/>
                    <a:gd name="T10" fmla="*/ 316 w 319"/>
                    <a:gd name="T11" fmla="*/ 52 h 242"/>
                    <a:gd name="T12" fmla="*/ 319 w 319"/>
                    <a:gd name="T13" fmla="*/ 70 h 242"/>
                    <a:gd name="T14" fmla="*/ 316 w 319"/>
                    <a:gd name="T15" fmla="*/ 86 h 242"/>
                    <a:gd name="T16" fmla="*/ 310 w 319"/>
                    <a:gd name="T17" fmla="*/ 103 h 242"/>
                    <a:gd name="T18" fmla="*/ 298 w 319"/>
                    <a:gd name="T19" fmla="*/ 118 h 242"/>
                    <a:gd name="T20" fmla="*/ 285 w 319"/>
                    <a:gd name="T21" fmla="*/ 129 h 242"/>
                    <a:gd name="T22" fmla="*/ 104 w 319"/>
                    <a:gd name="T23" fmla="*/ 232 h 242"/>
                    <a:gd name="T24" fmla="*/ 87 w 319"/>
                    <a:gd name="T25" fmla="*/ 239 h 242"/>
                    <a:gd name="T26" fmla="*/ 69 w 319"/>
                    <a:gd name="T27" fmla="*/ 242 h 242"/>
                    <a:gd name="T28" fmla="*/ 51 w 319"/>
                    <a:gd name="T29" fmla="*/ 239 h 242"/>
                    <a:gd name="T30" fmla="*/ 35 w 319"/>
                    <a:gd name="T31" fmla="*/ 233 h 242"/>
                    <a:gd name="T32" fmla="*/ 20 w 319"/>
                    <a:gd name="T33" fmla="*/ 222 h 242"/>
                    <a:gd name="T34" fmla="*/ 9 w 319"/>
                    <a:gd name="T35" fmla="*/ 207 h 242"/>
                    <a:gd name="T36" fmla="*/ 2 w 319"/>
                    <a:gd name="T37" fmla="*/ 190 h 242"/>
                    <a:gd name="T38" fmla="*/ 0 w 319"/>
                    <a:gd name="T39" fmla="*/ 172 h 242"/>
                    <a:gd name="T40" fmla="*/ 2 w 319"/>
                    <a:gd name="T41" fmla="*/ 155 h 242"/>
                    <a:gd name="T42" fmla="*/ 9 w 319"/>
                    <a:gd name="T43" fmla="*/ 138 h 242"/>
                    <a:gd name="T44" fmla="*/ 19 w 319"/>
                    <a:gd name="T45" fmla="*/ 125 h 242"/>
                    <a:gd name="T46" fmla="*/ 34 w 319"/>
                    <a:gd name="T47" fmla="*/ 114 h 242"/>
                    <a:gd name="T48" fmla="*/ 214 w 319"/>
                    <a:gd name="T49" fmla="*/ 10 h 242"/>
                    <a:gd name="T50" fmla="*/ 232 w 319"/>
                    <a:gd name="T51" fmla="*/ 2 h 242"/>
                    <a:gd name="T52" fmla="*/ 249 w 319"/>
                    <a:gd name="T53" fmla="*/ 0 h 24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</a:cxnLst>
                  <a:rect l="0" t="0" r="r" b="b"/>
                  <a:pathLst>
                    <a:path w="319" h="242">
                      <a:moveTo>
                        <a:pt x="249" y="0"/>
                      </a:moveTo>
                      <a:lnTo>
                        <a:pt x="268" y="3"/>
                      </a:lnTo>
                      <a:lnTo>
                        <a:pt x="283" y="9"/>
                      </a:lnTo>
                      <a:lnTo>
                        <a:pt x="298" y="20"/>
                      </a:lnTo>
                      <a:lnTo>
                        <a:pt x="310" y="35"/>
                      </a:lnTo>
                      <a:lnTo>
                        <a:pt x="316" y="52"/>
                      </a:lnTo>
                      <a:lnTo>
                        <a:pt x="319" y="70"/>
                      </a:lnTo>
                      <a:lnTo>
                        <a:pt x="316" y="86"/>
                      </a:lnTo>
                      <a:lnTo>
                        <a:pt x="310" y="103"/>
                      </a:lnTo>
                      <a:lnTo>
                        <a:pt x="298" y="118"/>
                      </a:lnTo>
                      <a:lnTo>
                        <a:pt x="285" y="129"/>
                      </a:lnTo>
                      <a:lnTo>
                        <a:pt x="104" y="232"/>
                      </a:lnTo>
                      <a:lnTo>
                        <a:pt x="87" y="239"/>
                      </a:lnTo>
                      <a:lnTo>
                        <a:pt x="69" y="242"/>
                      </a:lnTo>
                      <a:lnTo>
                        <a:pt x="51" y="239"/>
                      </a:lnTo>
                      <a:lnTo>
                        <a:pt x="35" y="233"/>
                      </a:lnTo>
                      <a:lnTo>
                        <a:pt x="20" y="222"/>
                      </a:lnTo>
                      <a:lnTo>
                        <a:pt x="9" y="207"/>
                      </a:lnTo>
                      <a:lnTo>
                        <a:pt x="2" y="190"/>
                      </a:lnTo>
                      <a:lnTo>
                        <a:pt x="0" y="172"/>
                      </a:lnTo>
                      <a:lnTo>
                        <a:pt x="2" y="155"/>
                      </a:lnTo>
                      <a:lnTo>
                        <a:pt x="9" y="138"/>
                      </a:lnTo>
                      <a:lnTo>
                        <a:pt x="19" y="125"/>
                      </a:lnTo>
                      <a:lnTo>
                        <a:pt x="34" y="114"/>
                      </a:lnTo>
                      <a:lnTo>
                        <a:pt x="214" y="10"/>
                      </a:lnTo>
                      <a:lnTo>
                        <a:pt x="232" y="2"/>
                      </a:lnTo>
                      <a:lnTo>
                        <a:pt x="249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63" name="Freeform 39"/>
                <p:cNvSpPr>
                  <a:spLocks/>
                </p:cNvSpPr>
                <p:nvPr/>
              </p:nvSpPr>
              <p:spPr bwMode="auto">
                <a:xfrm>
                  <a:off x="2792413" y="2079625"/>
                  <a:ext cx="71438" cy="55562"/>
                </a:xfrm>
                <a:custGeom>
                  <a:avLst/>
                  <a:gdLst>
                    <a:gd name="T0" fmla="*/ 69 w 319"/>
                    <a:gd name="T1" fmla="*/ 0 h 242"/>
                    <a:gd name="T2" fmla="*/ 87 w 319"/>
                    <a:gd name="T3" fmla="*/ 2 h 242"/>
                    <a:gd name="T4" fmla="*/ 104 w 319"/>
                    <a:gd name="T5" fmla="*/ 10 h 242"/>
                    <a:gd name="T6" fmla="*/ 285 w 319"/>
                    <a:gd name="T7" fmla="*/ 114 h 242"/>
                    <a:gd name="T8" fmla="*/ 299 w 319"/>
                    <a:gd name="T9" fmla="*/ 125 h 242"/>
                    <a:gd name="T10" fmla="*/ 310 w 319"/>
                    <a:gd name="T11" fmla="*/ 138 h 242"/>
                    <a:gd name="T12" fmla="*/ 316 w 319"/>
                    <a:gd name="T13" fmla="*/ 155 h 242"/>
                    <a:gd name="T14" fmla="*/ 319 w 319"/>
                    <a:gd name="T15" fmla="*/ 172 h 242"/>
                    <a:gd name="T16" fmla="*/ 316 w 319"/>
                    <a:gd name="T17" fmla="*/ 190 h 242"/>
                    <a:gd name="T18" fmla="*/ 310 w 319"/>
                    <a:gd name="T19" fmla="*/ 207 h 242"/>
                    <a:gd name="T20" fmla="*/ 298 w 319"/>
                    <a:gd name="T21" fmla="*/ 222 h 242"/>
                    <a:gd name="T22" fmla="*/ 284 w 319"/>
                    <a:gd name="T23" fmla="*/ 233 h 242"/>
                    <a:gd name="T24" fmla="*/ 268 w 319"/>
                    <a:gd name="T25" fmla="*/ 239 h 242"/>
                    <a:gd name="T26" fmla="*/ 250 w 319"/>
                    <a:gd name="T27" fmla="*/ 242 h 242"/>
                    <a:gd name="T28" fmla="*/ 231 w 319"/>
                    <a:gd name="T29" fmla="*/ 239 h 242"/>
                    <a:gd name="T30" fmla="*/ 214 w 319"/>
                    <a:gd name="T31" fmla="*/ 232 h 242"/>
                    <a:gd name="T32" fmla="*/ 34 w 319"/>
                    <a:gd name="T33" fmla="*/ 129 h 242"/>
                    <a:gd name="T34" fmla="*/ 20 w 319"/>
                    <a:gd name="T35" fmla="*/ 118 h 242"/>
                    <a:gd name="T36" fmla="*/ 9 w 319"/>
                    <a:gd name="T37" fmla="*/ 103 h 242"/>
                    <a:gd name="T38" fmla="*/ 2 w 319"/>
                    <a:gd name="T39" fmla="*/ 86 h 242"/>
                    <a:gd name="T40" fmla="*/ 0 w 319"/>
                    <a:gd name="T41" fmla="*/ 70 h 242"/>
                    <a:gd name="T42" fmla="*/ 2 w 319"/>
                    <a:gd name="T43" fmla="*/ 52 h 242"/>
                    <a:gd name="T44" fmla="*/ 9 w 319"/>
                    <a:gd name="T45" fmla="*/ 35 h 242"/>
                    <a:gd name="T46" fmla="*/ 20 w 319"/>
                    <a:gd name="T47" fmla="*/ 20 h 242"/>
                    <a:gd name="T48" fmla="*/ 35 w 319"/>
                    <a:gd name="T49" fmla="*/ 9 h 242"/>
                    <a:gd name="T50" fmla="*/ 51 w 319"/>
                    <a:gd name="T51" fmla="*/ 3 h 242"/>
                    <a:gd name="T52" fmla="*/ 69 w 319"/>
                    <a:gd name="T53" fmla="*/ 0 h 24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</a:cxnLst>
                  <a:rect l="0" t="0" r="r" b="b"/>
                  <a:pathLst>
                    <a:path w="319" h="242">
                      <a:moveTo>
                        <a:pt x="69" y="0"/>
                      </a:moveTo>
                      <a:lnTo>
                        <a:pt x="87" y="2"/>
                      </a:lnTo>
                      <a:lnTo>
                        <a:pt x="104" y="10"/>
                      </a:lnTo>
                      <a:lnTo>
                        <a:pt x="285" y="114"/>
                      </a:lnTo>
                      <a:lnTo>
                        <a:pt x="299" y="125"/>
                      </a:lnTo>
                      <a:lnTo>
                        <a:pt x="310" y="138"/>
                      </a:lnTo>
                      <a:lnTo>
                        <a:pt x="316" y="155"/>
                      </a:lnTo>
                      <a:lnTo>
                        <a:pt x="319" y="172"/>
                      </a:lnTo>
                      <a:lnTo>
                        <a:pt x="316" y="190"/>
                      </a:lnTo>
                      <a:lnTo>
                        <a:pt x="310" y="207"/>
                      </a:lnTo>
                      <a:lnTo>
                        <a:pt x="298" y="222"/>
                      </a:lnTo>
                      <a:lnTo>
                        <a:pt x="284" y="233"/>
                      </a:lnTo>
                      <a:lnTo>
                        <a:pt x="268" y="239"/>
                      </a:lnTo>
                      <a:lnTo>
                        <a:pt x="250" y="242"/>
                      </a:lnTo>
                      <a:lnTo>
                        <a:pt x="231" y="239"/>
                      </a:lnTo>
                      <a:lnTo>
                        <a:pt x="214" y="232"/>
                      </a:lnTo>
                      <a:lnTo>
                        <a:pt x="34" y="129"/>
                      </a:lnTo>
                      <a:lnTo>
                        <a:pt x="20" y="118"/>
                      </a:lnTo>
                      <a:lnTo>
                        <a:pt x="9" y="103"/>
                      </a:lnTo>
                      <a:lnTo>
                        <a:pt x="2" y="86"/>
                      </a:lnTo>
                      <a:lnTo>
                        <a:pt x="0" y="70"/>
                      </a:lnTo>
                      <a:lnTo>
                        <a:pt x="2" y="52"/>
                      </a:lnTo>
                      <a:lnTo>
                        <a:pt x="9" y="35"/>
                      </a:lnTo>
                      <a:lnTo>
                        <a:pt x="20" y="20"/>
                      </a:lnTo>
                      <a:lnTo>
                        <a:pt x="35" y="9"/>
                      </a:lnTo>
                      <a:lnTo>
                        <a:pt x="51" y="3"/>
                      </a:lnTo>
                      <a:lnTo>
                        <a:pt x="69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64" name="Freeform 40"/>
                <p:cNvSpPr>
                  <a:spLocks/>
                </p:cNvSpPr>
                <p:nvPr/>
              </p:nvSpPr>
              <p:spPr bwMode="auto">
                <a:xfrm>
                  <a:off x="2833688" y="1927225"/>
                  <a:ext cx="77788" cy="31750"/>
                </a:xfrm>
                <a:custGeom>
                  <a:avLst/>
                  <a:gdLst>
                    <a:gd name="T0" fmla="*/ 70 w 348"/>
                    <a:gd name="T1" fmla="*/ 0 h 139"/>
                    <a:gd name="T2" fmla="*/ 278 w 348"/>
                    <a:gd name="T3" fmla="*/ 0 h 139"/>
                    <a:gd name="T4" fmla="*/ 297 w 348"/>
                    <a:gd name="T5" fmla="*/ 4 h 139"/>
                    <a:gd name="T6" fmla="*/ 314 w 348"/>
                    <a:gd name="T7" fmla="*/ 10 h 139"/>
                    <a:gd name="T8" fmla="*/ 327 w 348"/>
                    <a:gd name="T9" fmla="*/ 21 h 139"/>
                    <a:gd name="T10" fmla="*/ 337 w 348"/>
                    <a:gd name="T11" fmla="*/ 35 h 139"/>
                    <a:gd name="T12" fmla="*/ 345 w 348"/>
                    <a:gd name="T13" fmla="*/ 51 h 139"/>
                    <a:gd name="T14" fmla="*/ 348 w 348"/>
                    <a:gd name="T15" fmla="*/ 70 h 139"/>
                    <a:gd name="T16" fmla="*/ 345 w 348"/>
                    <a:gd name="T17" fmla="*/ 88 h 139"/>
                    <a:gd name="T18" fmla="*/ 337 w 348"/>
                    <a:gd name="T19" fmla="*/ 104 h 139"/>
                    <a:gd name="T20" fmla="*/ 327 w 348"/>
                    <a:gd name="T21" fmla="*/ 119 h 139"/>
                    <a:gd name="T22" fmla="*/ 314 w 348"/>
                    <a:gd name="T23" fmla="*/ 129 h 139"/>
                    <a:gd name="T24" fmla="*/ 297 w 348"/>
                    <a:gd name="T25" fmla="*/ 137 h 139"/>
                    <a:gd name="T26" fmla="*/ 278 w 348"/>
                    <a:gd name="T27" fmla="*/ 139 h 139"/>
                    <a:gd name="T28" fmla="*/ 70 w 348"/>
                    <a:gd name="T29" fmla="*/ 139 h 139"/>
                    <a:gd name="T30" fmla="*/ 52 w 348"/>
                    <a:gd name="T31" fmla="*/ 137 h 139"/>
                    <a:gd name="T32" fmla="*/ 34 w 348"/>
                    <a:gd name="T33" fmla="*/ 129 h 139"/>
                    <a:gd name="T34" fmla="*/ 21 w 348"/>
                    <a:gd name="T35" fmla="*/ 119 h 139"/>
                    <a:gd name="T36" fmla="*/ 10 w 348"/>
                    <a:gd name="T37" fmla="*/ 104 h 139"/>
                    <a:gd name="T38" fmla="*/ 3 w 348"/>
                    <a:gd name="T39" fmla="*/ 88 h 139"/>
                    <a:gd name="T40" fmla="*/ 0 w 348"/>
                    <a:gd name="T41" fmla="*/ 70 h 139"/>
                    <a:gd name="T42" fmla="*/ 3 w 348"/>
                    <a:gd name="T43" fmla="*/ 51 h 139"/>
                    <a:gd name="T44" fmla="*/ 10 w 348"/>
                    <a:gd name="T45" fmla="*/ 35 h 139"/>
                    <a:gd name="T46" fmla="*/ 21 w 348"/>
                    <a:gd name="T47" fmla="*/ 21 h 139"/>
                    <a:gd name="T48" fmla="*/ 34 w 348"/>
                    <a:gd name="T49" fmla="*/ 10 h 139"/>
                    <a:gd name="T50" fmla="*/ 52 w 348"/>
                    <a:gd name="T51" fmla="*/ 4 h 139"/>
                    <a:gd name="T52" fmla="*/ 70 w 348"/>
                    <a:gd name="T53" fmla="*/ 0 h 13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</a:cxnLst>
                  <a:rect l="0" t="0" r="r" b="b"/>
                  <a:pathLst>
                    <a:path w="348" h="139">
                      <a:moveTo>
                        <a:pt x="70" y="0"/>
                      </a:moveTo>
                      <a:lnTo>
                        <a:pt x="278" y="0"/>
                      </a:lnTo>
                      <a:lnTo>
                        <a:pt x="297" y="4"/>
                      </a:lnTo>
                      <a:lnTo>
                        <a:pt x="314" y="10"/>
                      </a:lnTo>
                      <a:lnTo>
                        <a:pt x="327" y="21"/>
                      </a:lnTo>
                      <a:lnTo>
                        <a:pt x="337" y="35"/>
                      </a:lnTo>
                      <a:lnTo>
                        <a:pt x="345" y="51"/>
                      </a:lnTo>
                      <a:lnTo>
                        <a:pt x="348" y="70"/>
                      </a:lnTo>
                      <a:lnTo>
                        <a:pt x="345" y="88"/>
                      </a:lnTo>
                      <a:lnTo>
                        <a:pt x="337" y="104"/>
                      </a:lnTo>
                      <a:lnTo>
                        <a:pt x="327" y="119"/>
                      </a:lnTo>
                      <a:lnTo>
                        <a:pt x="314" y="129"/>
                      </a:lnTo>
                      <a:lnTo>
                        <a:pt x="297" y="137"/>
                      </a:lnTo>
                      <a:lnTo>
                        <a:pt x="278" y="139"/>
                      </a:lnTo>
                      <a:lnTo>
                        <a:pt x="70" y="139"/>
                      </a:lnTo>
                      <a:lnTo>
                        <a:pt x="52" y="137"/>
                      </a:lnTo>
                      <a:lnTo>
                        <a:pt x="34" y="129"/>
                      </a:lnTo>
                      <a:lnTo>
                        <a:pt x="21" y="119"/>
                      </a:lnTo>
                      <a:lnTo>
                        <a:pt x="10" y="104"/>
                      </a:lnTo>
                      <a:lnTo>
                        <a:pt x="3" y="88"/>
                      </a:lnTo>
                      <a:lnTo>
                        <a:pt x="0" y="70"/>
                      </a:lnTo>
                      <a:lnTo>
                        <a:pt x="3" y="51"/>
                      </a:lnTo>
                      <a:lnTo>
                        <a:pt x="10" y="35"/>
                      </a:lnTo>
                      <a:lnTo>
                        <a:pt x="21" y="21"/>
                      </a:lnTo>
                      <a:lnTo>
                        <a:pt x="34" y="10"/>
                      </a:lnTo>
                      <a:lnTo>
                        <a:pt x="52" y="4"/>
                      </a:lnTo>
                      <a:lnTo>
                        <a:pt x="70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65" name="Freeform 41"/>
                <p:cNvSpPr>
                  <a:spLocks/>
                </p:cNvSpPr>
                <p:nvPr/>
              </p:nvSpPr>
              <p:spPr bwMode="auto">
                <a:xfrm>
                  <a:off x="2792413" y="1751013"/>
                  <a:ext cx="71438" cy="55562"/>
                </a:xfrm>
                <a:custGeom>
                  <a:avLst/>
                  <a:gdLst>
                    <a:gd name="T0" fmla="*/ 250 w 319"/>
                    <a:gd name="T1" fmla="*/ 0 h 241"/>
                    <a:gd name="T2" fmla="*/ 268 w 319"/>
                    <a:gd name="T3" fmla="*/ 3 h 241"/>
                    <a:gd name="T4" fmla="*/ 284 w 319"/>
                    <a:gd name="T5" fmla="*/ 9 h 241"/>
                    <a:gd name="T6" fmla="*/ 298 w 319"/>
                    <a:gd name="T7" fmla="*/ 20 h 241"/>
                    <a:gd name="T8" fmla="*/ 310 w 319"/>
                    <a:gd name="T9" fmla="*/ 34 h 241"/>
                    <a:gd name="T10" fmla="*/ 316 w 319"/>
                    <a:gd name="T11" fmla="*/ 51 h 241"/>
                    <a:gd name="T12" fmla="*/ 319 w 319"/>
                    <a:gd name="T13" fmla="*/ 69 h 241"/>
                    <a:gd name="T14" fmla="*/ 316 w 319"/>
                    <a:gd name="T15" fmla="*/ 87 h 241"/>
                    <a:gd name="T16" fmla="*/ 310 w 319"/>
                    <a:gd name="T17" fmla="*/ 103 h 241"/>
                    <a:gd name="T18" fmla="*/ 299 w 319"/>
                    <a:gd name="T19" fmla="*/ 118 h 241"/>
                    <a:gd name="T20" fmla="*/ 285 w 319"/>
                    <a:gd name="T21" fmla="*/ 129 h 241"/>
                    <a:gd name="T22" fmla="*/ 104 w 319"/>
                    <a:gd name="T23" fmla="*/ 231 h 241"/>
                    <a:gd name="T24" fmla="*/ 87 w 319"/>
                    <a:gd name="T25" fmla="*/ 239 h 241"/>
                    <a:gd name="T26" fmla="*/ 69 w 319"/>
                    <a:gd name="T27" fmla="*/ 241 h 241"/>
                    <a:gd name="T28" fmla="*/ 52 w 319"/>
                    <a:gd name="T29" fmla="*/ 239 h 241"/>
                    <a:gd name="T30" fmla="*/ 35 w 319"/>
                    <a:gd name="T31" fmla="*/ 232 h 241"/>
                    <a:gd name="T32" fmla="*/ 20 w 319"/>
                    <a:gd name="T33" fmla="*/ 221 h 241"/>
                    <a:gd name="T34" fmla="*/ 9 w 319"/>
                    <a:gd name="T35" fmla="*/ 206 h 241"/>
                    <a:gd name="T36" fmla="*/ 2 w 319"/>
                    <a:gd name="T37" fmla="*/ 190 h 241"/>
                    <a:gd name="T38" fmla="*/ 0 w 319"/>
                    <a:gd name="T39" fmla="*/ 172 h 241"/>
                    <a:gd name="T40" fmla="*/ 2 w 319"/>
                    <a:gd name="T41" fmla="*/ 155 h 241"/>
                    <a:gd name="T42" fmla="*/ 9 w 319"/>
                    <a:gd name="T43" fmla="*/ 138 h 241"/>
                    <a:gd name="T44" fmla="*/ 20 w 319"/>
                    <a:gd name="T45" fmla="*/ 124 h 241"/>
                    <a:gd name="T46" fmla="*/ 34 w 319"/>
                    <a:gd name="T47" fmla="*/ 112 h 241"/>
                    <a:gd name="T48" fmla="*/ 214 w 319"/>
                    <a:gd name="T49" fmla="*/ 9 h 241"/>
                    <a:gd name="T50" fmla="*/ 233 w 319"/>
                    <a:gd name="T51" fmla="*/ 3 h 241"/>
                    <a:gd name="T52" fmla="*/ 250 w 319"/>
                    <a:gd name="T53" fmla="*/ 0 h 24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</a:cxnLst>
                  <a:rect l="0" t="0" r="r" b="b"/>
                  <a:pathLst>
                    <a:path w="319" h="241">
                      <a:moveTo>
                        <a:pt x="250" y="0"/>
                      </a:moveTo>
                      <a:lnTo>
                        <a:pt x="268" y="3"/>
                      </a:lnTo>
                      <a:lnTo>
                        <a:pt x="284" y="9"/>
                      </a:lnTo>
                      <a:lnTo>
                        <a:pt x="298" y="20"/>
                      </a:lnTo>
                      <a:lnTo>
                        <a:pt x="310" y="34"/>
                      </a:lnTo>
                      <a:lnTo>
                        <a:pt x="316" y="51"/>
                      </a:lnTo>
                      <a:lnTo>
                        <a:pt x="319" y="69"/>
                      </a:lnTo>
                      <a:lnTo>
                        <a:pt x="316" y="87"/>
                      </a:lnTo>
                      <a:lnTo>
                        <a:pt x="310" y="103"/>
                      </a:lnTo>
                      <a:lnTo>
                        <a:pt x="299" y="118"/>
                      </a:lnTo>
                      <a:lnTo>
                        <a:pt x="285" y="129"/>
                      </a:lnTo>
                      <a:lnTo>
                        <a:pt x="104" y="231"/>
                      </a:lnTo>
                      <a:lnTo>
                        <a:pt x="87" y="239"/>
                      </a:lnTo>
                      <a:lnTo>
                        <a:pt x="69" y="241"/>
                      </a:lnTo>
                      <a:lnTo>
                        <a:pt x="52" y="239"/>
                      </a:lnTo>
                      <a:lnTo>
                        <a:pt x="35" y="232"/>
                      </a:lnTo>
                      <a:lnTo>
                        <a:pt x="20" y="221"/>
                      </a:lnTo>
                      <a:lnTo>
                        <a:pt x="9" y="206"/>
                      </a:lnTo>
                      <a:lnTo>
                        <a:pt x="2" y="190"/>
                      </a:lnTo>
                      <a:lnTo>
                        <a:pt x="0" y="172"/>
                      </a:lnTo>
                      <a:lnTo>
                        <a:pt x="2" y="155"/>
                      </a:lnTo>
                      <a:lnTo>
                        <a:pt x="9" y="138"/>
                      </a:lnTo>
                      <a:lnTo>
                        <a:pt x="20" y="124"/>
                      </a:lnTo>
                      <a:lnTo>
                        <a:pt x="34" y="112"/>
                      </a:lnTo>
                      <a:lnTo>
                        <a:pt x="214" y="9"/>
                      </a:lnTo>
                      <a:lnTo>
                        <a:pt x="233" y="3"/>
                      </a:lnTo>
                      <a:lnTo>
                        <a:pt x="250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66" name="Freeform 42"/>
                <p:cNvSpPr>
                  <a:spLocks/>
                </p:cNvSpPr>
                <p:nvPr/>
              </p:nvSpPr>
              <p:spPr bwMode="auto">
                <a:xfrm>
                  <a:off x="2679700" y="1622425"/>
                  <a:ext cx="55563" cy="71437"/>
                </a:xfrm>
                <a:custGeom>
                  <a:avLst/>
                  <a:gdLst>
                    <a:gd name="T0" fmla="*/ 172 w 243"/>
                    <a:gd name="T1" fmla="*/ 0 h 316"/>
                    <a:gd name="T2" fmla="*/ 191 w 243"/>
                    <a:gd name="T3" fmla="*/ 2 h 316"/>
                    <a:gd name="T4" fmla="*/ 208 w 243"/>
                    <a:gd name="T5" fmla="*/ 10 h 316"/>
                    <a:gd name="T6" fmla="*/ 222 w 243"/>
                    <a:gd name="T7" fmla="*/ 21 h 316"/>
                    <a:gd name="T8" fmla="*/ 234 w 243"/>
                    <a:gd name="T9" fmla="*/ 34 h 316"/>
                    <a:gd name="T10" fmla="*/ 241 w 243"/>
                    <a:gd name="T11" fmla="*/ 51 h 316"/>
                    <a:gd name="T12" fmla="*/ 243 w 243"/>
                    <a:gd name="T13" fmla="*/ 68 h 316"/>
                    <a:gd name="T14" fmla="*/ 241 w 243"/>
                    <a:gd name="T15" fmla="*/ 86 h 316"/>
                    <a:gd name="T16" fmla="*/ 234 w 243"/>
                    <a:gd name="T17" fmla="*/ 103 h 316"/>
                    <a:gd name="T18" fmla="*/ 129 w 243"/>
                    <a:gd name="T19" fmla="*/ 282 h 316"/>
                    <a:gd name="T20" fmla="*/ 118 w 243"/>
                    <a:gd name="T21" fmla="*/ 297 h 316"/>
                    <a:gd name="T22" fmla="*/ 103 w 243"/>
                    <a:gd name="T23" fmla="*/ 308 h 316"/>
                    <a:gd name="T24" fmla="*/ 87 w 243"/>
                    <a:gd name="T25" fmla="*/ 314 h 316"/>
                    <a:gd name="T26" fmla="*/ 69 w 243"/>
                    <a:gd name="T27" fmla="*/ 316 h 316"/>
                    <a:gd name="T28" fmla="*/ 52 w 243"/>
                    <a:gd name="T29" fmla="*/ 314 h 316"/>
                    <a:gd name="T30" fmla="*/ 35 w 243"/>
                    <a:gd name="T31" fmla="*/ 307 h 316"/>
                    <a:gd name="T32" fmla="*/ 19 w 243"/>
                    <a:gd name="T33" fmla="*/ 296 h 316"/>
                    <a:gd name="T34" fmla="*/ 9 w 243"/>
                    <a:gd name="T35" fmla="*/ 282 h 316"/>
                    <a:gd name="T36" fmla="*/ 2 w 243"/>
                    <a:gd name="T37" fmla="*/ 265 h 316"/>
                    <a:gd name="T38" fmla="*/ 0 w 243"/>
                    <a:gd name="T39" fmla="*/ 248 h 316"/>
                    <a:gd name="T40" fmla="*/ 2 w 243"/>
                    <a:gd name="T41" fmla="*/ 230 h 316"/>
                    <a:gd name="T42" fmla="*/ 9 w 243"/>
                    <a:gd name="T43" fmla="*/ 214 h 316"/>
                    <a:gd name="T44" fmla="*/ 113 w 243"/>
                    <a:gd name="T45" fmla="*/ 34 h 316"/>
                    <a:gd name="T46" fmla="*/ 125 w 243"/>
                    <a:gd name="T47" fmla="*/ 20 h 316"/>
                    <a:gd name="T48" fmla="*/ 140 w 243"/>
                    <a:gd name="T49" fmla="*/ 9 h 316"/>
                    <a:gd name="T50" fmla="*/ 155 w 243"/>
                    <a:gd name="T51" fmla="*/ 2 h 316"/>
                    <a:gd name="T52" fmla="*/ 172 w 243"/>
                    <a:gd name="T53" fmla="*/ 0 h 31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</a:cxnLst>
                  <a:rect l="0" t="0" r="r" b="b"/>
                  <a:pathLst>
                    <a:path w="243" h="316">
                      <a:moveTo>
                        <a:pt x="172" y="0"/>
                      </a:moveTo>
                      <a:lnTo>
                        <a:pt x="191" y="2"/>
                      </a:lnTo>
                      <a:lnTo>
                        <a:pt x="208" y="10"/>
                      </a:lnTo>
                      <a:lnTo>
                        <a:pt x="222" y="21"/>
                      </a:lnTo>
                      <a:lnTo>
                        <a:pt x="234" y="34"/>
                      </a:lnTo>
                      <a:lnTo>
                        <a:pt x="241" y="51"/>
                      </a:lnTo>
                      <a:lnTo>
                        <a:pt x="243" y="68"/>
                      </a:lnTo>
                      <a:lnTo>
                        <a:pt x="241" y="86"/>
                      </a:lnTo>
                      <a:lnTo>
                        <a:pt x="234" y="103"/>
                      </a:lnTo>
                      <a:lnTo>
                        <a:pt x="129" y="282"/>
                      </a:lnTo>
                      <a:lnTo>
                        <a:pt x="118" y="297"/>
                      </a:lnTo>
                      <a:lnTo>
                        <a:pt x="103" y="308"/>
                      </a:lnTo>
                      <a:lnTo>
                        <a:pt x="87" y="314"/>
                      </a:lnTo>
                      <a:lnTo>
                        <a:pt x="69" y="316"/>
                      </a:lnTo>
                      <a:lnTo>
                        <a:pt x="52" y="314"/>
                      </a:lnTo>
                      <a:lnTo>
                        <a:pt x="35" y="307"/>
                      </a:lnTo>
                      <a:lnTo>
                        <a:pt x="19" y="296"/>
                      </a:lnTo>
                      <a:lnTo>
                        <a:pt x="9" y="282"/>
                      </a:lnTo>
                      <a:lnTo>
                        <a:pt x="2" y="265"/>
                      </a:lnTo>
                      <a:lnTo>
                        <a:pt x="0" y="248"/>
                      </a:lnTo>
                      <a:lnTo>
                        <a:pt x="2" y="230"/>
                      </a:lnTo>
                      <a:lnTo>
                        <a:pt x="9" y="214"/>
                      </a:lnTo>
                      <a:lnTo>
                        <a:pt x="113" y="34"/>
                      </a:lnTo>
                      <a:lnTo>
                        <a:pt x="125" y="20"/>
                      </a:lnTo>
                      <a:lnTo>
                        <a:pt x="140" y="9"/>
                      </a:lnTo>
                      <a:lnTo>
                        <a:pt x="155" y="2"/>
                      </a:lnTo>
                      <a:lnTo>
                        <a:pt x="172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67" name="Freeform 43"/>
                <p:cNvSpPr>
                  <a:spLocks/>
                </p:cNvSpPr>
                <p:nvPr/>
              </p:nvSpPr>
              <p:spPr bwMode="auto">
                <a:xfrm>
                  <a:off x="2503488" y="1811338"/>
                  <a:ext cx="76200" cy="242887"/>
                </a:xfrm>
                <a:custGeom>
                  <a:avLst/>
                  <a:gdLst>
                    <a:gd name="T0" fmla="*/ 167 w 334"/>
                    <a:gd name="T1" fmla="*/ 0 h 1073"/>
                    <a:gd name="T2" fmla="*/ 201 w 334"/>
                    <a:gd name="T3" fmla="*/ 2 h 1073"/>
                    <a:gd name="T4" fmla="*/ 230 w 334"/>
                    <a:gd name="T5" fmla="*/ 8 h 1073"/>
                    <a:gd name="T6" fmla="*/ 258 w 334"/>
                    <a:gd name="T7" fmla="*/ 18 h 1073"/>
                    <a:gd name="T8" fmla="*/ 280 w 334"/>
                    <a:gd name="T9" fmla="*/ 33 h 1073"/>
                    <a:gd name="T10" fmla="*/ 300 w 334"/>
                    <a:gd name="T11" fmla="*/ 51 h 1073"/>
                    <a:gd name="T12" fmla="*/ 314 w 334"/>
                    <a:gd name="T13" fmla="*/ 72 h 1073"/>
                    <a:gd name="T14" fmla="*/ 326 w 334"/>
                    <a:gd name="T15" fmla="*/ 98 h 1073"/>
                    <a:gd name="T16" fmla="*/ 331 w 334"/>
                    <a:gd name="T17" fmla="*/ 128 h 1073"/>
                    <a:gd name="T18" fmla="*/ 334 w 334"/>
                    <a:gd name="T19" fmla="*/ 162 h 1073"/>
                    <a:gd name="T20" fmla="*/ 334 w 334"/>
                    <a:gd name="T21" fmla="*/ 406 h 1073"/>
                    <a:gd name="T22" fmla="*/ 332 w 334"/>
                    <a:gd name="T23" fmla="*/ 438 h 1073"/>
                    <a:gd name="T24" fmla="*/ 329 w 334"/>
                    <a:gd name="T25" fmla="*/ 471 h 1073"/>
                    <a:gd name="T26" fmla="*/ 326 w 334"/>
                    <a:gd name="T27" fmla="*/ 505 h 1073"/>
                    <a:gd name="T28" fmla="*/ 260 w 334"/>
                    <a:gd name="T29" fmla="*/ 996 h 1073"/>
                    <a:gd name="T30" fmla="*/ 255 w 334"/>
                    <a:gd name="T31" fmla="*/ 1019 h 1073"/>
                    <a:gd name="T32" fmla="*/ 247 w 334"/>
                    <a:gd name="T33" fmla="*/ 1039 h 1073"/>
                    <a:gd name="T34" fmla="*/ 237 w 334"/>
                    <a:gd name="T35" fmla="*/ 1052 h 1073"/>
                    <a:gd name="T36" fmla="*/ 224 w 334"/>
                    <a:gd name="T37" fmla="*/ 1062 h 1073"/>
                    <a:gd name="T38" fmla="*/ 208 w 334"/>
                    <a:gd name="T39" fmla="*/ 1069 h 1073"/>
                    <a:gd name="T40" fmla="*/ 188 w 334"/>
                    <a:gd name="T41" fmla="*/ 1072 h 1073"/>
                    <a:gd name="T42" fmla="*/ 167 w 334"/>
                    <a:gd name="T43" fmla="*/ 1073 h 1073"/>
                    <a:gd name="T44" fmla="*/ 145 w 334"/>
                    <a:gd name="T45" fmla="*/ 1072 h 1073"/>
                    <a:gd name="T46" fmla="*/ 126 w 334"/>
                    <a:gd name="T47" fmla="*/ 1069 h 1073"/>
                    <a:gd name="T48" fmla="*/ 110 w 334"/>
                    <a:gd name="T49" fmla="*/ 1062 h 1073"/>
                    <a:gd name="T50" fmla="*/ 96 w 334"/>
                    <a:gd name="T51" fmla="*/ 1052 h 1073"/>
                    <a:gd name="T52" fmla="*/ 86 w 334"/>
                    <a:gd name="T53" fmla="*/ 1039 h 1073"/>
                    <a:gd name="T54" fmla="*/ 78 w 334"/>
                    <a:gd name="T55" fmla="*/ 1019 h 1073"/>
                    <a:gd name="T56" fmla="*/ 74 w 334"/>
                    <a:gd name="T57" fmla="*/ 996 h 1073"/>
                    <a:gd name="T58" fmla="*/ 8 w 334"/>
                    <a:gd name="T59" fmla="*/ 505 h 1073"/>
                    <a:gd name="T60" fmla="*/ 5 w 334"/>
                    <a:gd name="T61" fmla="*/ 471 h 1073"/>
                    <a:gd name="T62" fmla="*/ 1 w 334"/>
                    <a:gd name="T63" fmla="*/ 438 h 1073"/>
                    <a:gd name="T64" fmla="*/ 0 w 334"/>
                    <a:gd name="T65" fmla="*/ 406 h 1073"/>
                    <a:gd name="T66" fmla="*/ 0 w 334"/>
                    <a:gd name="T67" fmla="*/ 162 h 1073"/>
                    <a:gd name="T68" fmla="*/ 2 w 334"/>
                    <a:gd name="T69" fmla="*/ 128 h 1073"/>
                    <a:gd name="T70" fmla="*/ 8 w 334"/>
                    <a:gd name="T71" fmla="*/ 98 h 1073"/>
                    <a:gd name="T72" fmla="*/ 19 w 334"/>
                    <a:gd name="T73" fmla="*/ 72 h 1073"/>
                    <a:gd name="T74" fmla="*/ 34 w 334"/>
                    <a:gd name="T75" fmla="*/ 51 h 1073"/>
                    <a:gd name="T76" fmla="*/ 53 w 334"/>
                    <a:gd name="T77" fmla="*/ 33 h 1073"/>
                    <a:gd name="T78" fmla="*/ 76 w 334"/>
                    <a:gd name="T79" fmla="*/ 18 h 1073"/>
                    <a:gd name="T80" fmla="*/ 103 w 334"/>
                    <a:gd name="T81" fmla="*/ 8 h 1073"/>
                    <a:gd name="T82" fmla="*/ 133 w 334"/>
                    <a:gd name="T83" fmla="*/ 2 h 1073"/>
                    <a:gd name="T84" fmla="*/ 167 w 334"/>
                    <a:gd name="T85" fmla="*/ 0 h 107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</a:cxnLst>
                  <a:rect l="0" t="0" r="r" b="b"/>
                  <a:pathLst>
                    <a:path w="334" h="1073">
                      <a:moveTo>
                        <a:pt x="167" y="0"/>
                      </a:moveTo>
                      <a:lnTo>
                        <a:pt x="201" y="2"/>
                      </a:lnTo>
                      <a:lnTo>
                        <a:pt x="230" y="8"/>
                      </a:lnTo>
                      <a:lnTo>
                        <a:pt x="258" y="18"/>
                      </a:lnTo>
                      <a:lnTo>
                        <a:pt x="280" y="33"/>
                      </a:lnTo>
                      <a:lnTo>
                        <a:pt x="300" y="51"/>
                      </a:lnTo>
                      <a:lnTo>
                        <a:pt x="314" y="72"/>
                      </a:lnTo>
                      <a:lnTo>
                        <a:pt x="326" y="98"/>
                      </a:lnTo>
                      <a:lnTo>
                        <a:pt x="331" y="128"/>
                      </a:lnTo>
                      <a:lnTo>
                        <a:pt x="334" y="162"/>
                      </a:lnTo>
                      <a:lnTo>
                        <a:pt x="334" y="406"/>
                      </a:lnTo>
                      <a:lnTo>
                        <a:pt x="332" y="438"/>
                      </a:lnTo>
                      <a:lnTo>
                        <a:pt x="329" y="471"/>
                      </a:lnTo>
                      <a:lnTo>
                        <a:pt x="326" y="505"/>
                      </a:lnTo>
                      <a:lnTo>
                        <a:pt x="260" y="996"/>
                      </a:lnTo>
                      <a:lnTo>
                        <a:pt x="255" y="1019"/>
                      </a:lnTo>
                      <a:lnTo>
                        <a:pt x="247" y="1039"/>
                      </a:lnTo>
                      <a:lnTo>
                        <a:pt x="237" y="1052"/>
                      </a:lnTo>
                      <a:lnTo>
                        <a:pt x="224" y="1062"/>
                      </a:lnTo>
                      <a:lnTo>
                        <a:pt x="208" y="1069"/>
                      </a:lnTo>
                      <a:lnTo>
                        <a:pt x="188" y="1072"/>
                      </a:lnTo>
                      <a:lnTo>
                        <a:pt x="167" y="1073"/>
                      </a:lnTo>
                      <a:lnTo>
                        <a:pt x="145" y="1072"/>
                      </a:lnTo>
                      <a:lnTo>
                        <a:pt x="126" y="1069"/>
                      </a:lnTo>
                      <a:lnTo>
                        <a:pt x="110" y="1062"/>
                      </a:lnTo>
                      <a:lnTo>
                        <a:pt x="96" y="1052"/>
                      </a:lnTo>
                      <a:lnTo>
                        <a:pt x="86" y="1039"/>
                      </a:lnTo>
                      <a:lnTo>
                        <a:pt x="78" y="1019"/>
                      </a:lnTo>
                      <a:lnTo>
                        <a:pt x="74" y="996"/>
                      </a:lnTo>
                      <a:lnTo>
                        <a:pt x="8" y="505"/>
                      </a:lnTo>
                      <a:lnTo>
                        <a:pt x="5" y="471"/>
                      </a:lnTo>
                      <a:lnTo>
                        <a:pt x="1" y="438"/>
                      </a:lnTo>
                      <a:lnTo>
                        <a:pt x="0" y="406"/>
                      </a:lnTo>
                      <a:lnTo>
                        <a:pt x="0" y="162"/>
                      </a:lnTo>
                      <a:lnTo>
                        <a:pt x="2" y="128"/>
                      </a:lnTo>
                      <a:lnTo>
                        <a:pt x="8" y="98"/>
                      </a:lnTo>
                      <a:lnTo>
                        <a:pt x="19" y="72"/>
                      </a:lnTo>
                      <a:lnTo>
                        <a:pt x="34" y="51"/>
                      </a:lnTo>
                      <a:lnTo>
                        <a:pt x="53" y="33"/>
                      </a:lnTo>
                      <a:lnTo>
                        <a:pt x="76" y="18"/>
                      </a:lnTo>
                      <a:lnTo>
                        <a:pt x="103" y="8"/>
                      </a:lnTo>
                      <a:lnTo>
                        <a:pt x="133" y="2"/>
                      </a:lnTo>
                      <a:lnTo>
                        <a:pt x="167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70" name="Freeform 44"/>
                <p:cNvSpPr>
                  <a:spLocks/>
                </p:cNvSpPr>
                <p:nvPr/>
              </p:nvSpPr>
              <p:spPr bwMode="auto">
                <a:xfrm>
                  <a:off x="2501900" y="2085975"/>
                  <a:ext cx="79375" cy="77787"/>
                </a:xfrm>
                <a:custGeom>
                  <a:avLst/>
                  <a:gdLst>
                    <a:gd name="T0" fmla="*/ 174 w 347"/>
                    <a:gd name="T1" fmla="*/ 0 h 344"/>
                    <a:gd name="T2" fmla="*/ 209 w 347"/>
                    <a:gd name="T3" fmla="*/ 4 h 344"/>
                    <a:gd name="T4" fmla="*/ 241 w 347"/>
                    <a:gd name="T5" fmla="*/ 14 h 344"/>
                    <a:gd name="T6" fmla="*/ 270 w 347"/>
                    <a:gd name="T7" fmla="*/ 30 h 344"/>
                    <a:gd name="T8" fmla="*/ 296 w 347"/>
                    <a:gd name="T9" fmla="*/ 50 h 344"/>
                    <a:gd name="T10" fmla="*/ 318 w 347"/>
                    <a:gd name="T11" fmla="*/ 76 h 344"/>
                    <a:gd name="T12" fmla="*/ 334 w 347"/>
                    <a:gd name="T13" fmla="*/ 106 h 344"/>
                    <a:gd name="T14" fmla="*/ 344 w 347"/>
                    <a:gd name="T15" fmla="*/ 138 h 344"/>
                    <a:gd name="T16" fmla="*/ 347 w 347"/>
                    <a:gd name="T17" fmla="*/ 172 h 344"/>
                    <a:gd name="T18" fmla="*/ 344 w 347"/>
                    <a:gd name="T19" fmla="*/ 207 h 344"/>
                    <a:gd name="T20" fmla="*/ 334 w 347"/>
                    <a:gd name="T21" fmla="*/ 240 h 344"/>
                    <a:gd name="T22" fmla="*/ 318 w 347"/>
                    <a:gd name="T23" fmla="*/ 269 h 344"/>
                    <a:gd name="T24" fmla="*/ 296 w 347"/>
                    <a:gd name="T25" fmla="*/ 294 h 344"/>
                    <a:gd name="T26" fmla="*/ 270 w 347"/>
                    <a:gd name="T27" fmla="*/ 315 h 344"/>
                    <a:gd name="T28" fmla="*/ 241 w 347"/>
                    <a:gd name="T29" fmla="*/ 331 h 344"/>
                    <a:gd name="T30" fmla="*/ 209 w 347"/>
                    <a:gd name="T31" fmla="*/ 341 h 344"/>
                    <a:gd name="T32" fmla="*/ 174 w 347"/>
                    <a:gd name="T33" fmla="*/ 344 h 344"/>
                    <a:gd name="T34" fmla="*/ 139 w 347"/>
                    <a:gd name="T35" fmla="*/ 341 h 344"/>
                    <a:gd name="T36" fmla="*/ 107 w 347"/>
                    <a:gd name="T37" fmla="*/ 331 h 344"/>
                    <a:gd name="T38" fmla="*/ 77 w 347"/>
                    <a:gd name="T39" fmla="*/ 315 h 344"/>
                    <a:gd name="T40" fmla="*/ 51 w 347"/>
                    <a:gd name="T41" fmla="*/ 294 h 344"/>
                    <a:gd name="T42" fmla="*/ 30 w 347"/>
                    <a:gd name="T43" fmla="*/ 269 h 344"/>
                    <a:gd name="T44" fmla="*/ 14 w 347"/>
                    <a:gd name="T45" fmla="*/ 240 h 344"/>
                    <a:gd name="T46" fmla="*/ 4 w 347"/>
                    <a:gd name="T47" fmla="*/ 207 h 344"/>
                    <a:gd name="T48" fmla="*/ 0 w 347"/>
                    <a:gd name="T49" fmla="*/ 172 h 344"/>
                    <a:gd name="T50" fmla="*/ 4 w 347"/>
                    <a:gd name="T51" fmla="*/ 138 h 344"/>
                    <a:gd name="T52" fmla="*/ 14 w 347"/>
                    <a:gd name="T53" fmla="*/ 106 h 344"/>
                    <a:gd name="T54" fmla="*/ 30 w 347"/>
                    <a:gd name="T55" fmla="*/ 76 h 344"/>
                    <a:gd name="T56" fmla="*/ 51 w 347"/>
                    <a:gd name="T57" fmla="*/ 50 h 344"/>
                    <a:gd name="T58" fmla="*/ 77 w 347"/>
                    <a:gd name="T59" fmla="*/ 30 h 344"/>
                    <a:gd name="T60" fmla="*/ 107 w 347"/>
                    <a:gd name="T61" fmla="*/ 14 h 344"/>
                    <a:gd name="T62" fmla="*/ 139 w 347"/>
                    <a:gd name="T63" fmla="*/ 4 h 344"/>
                    <a:gd name="T64" fmla="*/ 174 w 347"/>
                    <a:gd name="T65" fmla="*/ 0 h 34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</a:cxnLst>
                  <a:rect l="0" t="0" r="r" b="b"/>
                  <a:pathLst>
                    <a:path w="347" h="344">
                      <a:moveTo>
                        <a:pt x="174" y="0"/>
                      </a:moveTo>
                      <a:lnTo>
                        <a:pt x="209" y="4"/>
                      </a:lnTo>
                      <a:lnTo>
                        <a:pt x="241" y="14"/>
                      </a:lnTo>
                      <a:lnTo>
                        <a:pt x="270" y="30"/>
                      </a:lnTo>
                      <a:lnTo>
                        <a:pt x="296" y="50"/>
                      </a:lnTo>
                      <a:lnTo>
                        <a:pt x="318" y="76"/>
                      </a:lnTo>
                      <a:lnTo>
                        <a:pt x="334" y="106"/>
                      </a:lnTo>
                      <a:lnTo>
                        <a:pt x="344" y="138"/>
                      </a:lnTo>
                      <a:lnTo>
                        <a:pt x="347" y="172"/>
                      </a:lnTo>
                      <a:lnTo>
                        <a:pt x="344" y="207"/>
                      </a:lnTo>
                      <a:lnTo>
                        <a:pt x="334" y="240"/>
                      </a:lnTo>
                      <a:lnTo>
                        <a:pt x="318" y="269"/>
                      </a:lnTo>
                      <a:lnTo>
                        <a:pt x="296" y="294"/>
                      </a:lnTo>
                      <a:lnTo>
                        <a:pt x="270" y="315"/>
                      </a:lnTo>
                      <a:lnTo>
                        <a:pt x="241" y="331"/>
                      </a:lnTo>
                      <a:lnTo>
                        <a:pt x="209" y="341"/>
                      </a:lnTo>
                      <a:lnTo>
                        <a:pt x="174" y="344"/>
                      </a:lnTo>
                      <a:lnTo>
                        <a:pt x="139" y="341"/>
                      </a:lnTo>
                      <a:lnTo>
                        <a:pt x="107" y="331"/>
                      </a:lnTo>
                      <a:lnTo>
                        <a:pt x="77" y="315"/>
                      </a:lnTo>
                      <a:lnTo>
                        <a:pt x="51" y="294"/>
                      </a:lnTo>
                      <a:lnTo>
                        <a:pt x="30" y="269"/>
                      </a:lnTo>
                      <a:lnTo>
                        <a:pt x="14" y="240"/>
                      </a:lnTo>
                      <a:lnTo>
                        <a:pt x="4" y="207"/>
                      </a:lnTo>
                      <a:lnTo>
                        <a:pt x="0" y="172"/>
                      </a:lnTo>
                      <a:lnTo>
                        <a:pt x="4" y="138"/>
                      </a:lnTo>
                      <a:lnTo>
                        <a:pt x="14" y="106"/>
                      </a:lnTo>
                      <a:lnTo>
                        <a:pt x="30" y="76"/>
                      </a:lnTo>
                      <a:lnTo>
                        <a:pt x="51" y="50"/>
                      </a:lnTo>
                      <a:lnTo>
                        <a:pt x="77" y="30"/>
                      </a:lnTo>
                      <a:lnTo>
                        <a:pt x="107" y="14"/>
                      </a:lnTo>
                      <a:lnTo>
                        <a:pt x="139" y="4"/>
                      </a:lnTo>
                      <a:lnTo>
                        <a:pt x="174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</p:grpSp>
        </p:grpSp>
        <p:grpSp>
          <p:nvGrpSpPr>
            <p:cNvPr id="5" name="그룹 51"/>
            <p:cNvGrpSpPr/>
            <p:nvPr/>
          </p:nvGrpSpPr>
          <p:grpSpPr>
            <a:xfrm>
              <a:off x="6377507" y="3161645"/>
              <a:ext cx="1887811" cy="1488466"/>
              <a:chOff x="6225107" y="3009245"/>
              <a:chExt cx="1887811" cy="1488466"/>
            </a:xfrm>
          </p:grpSpPr>
          <p:sp>
            <p:nvSpPr>
              <p:cNvPr id="53" name="Freeform 25"/>
              <p:cNvSpPr>
                <a:spLocks noEditPoints="1"/>
              </p:cNvSpPr>
              <p:nvPr/>
            </p:nvSpPr>
            <p:spPr bwMode="auto">
              <a:xfrm>
                <a:off x="6225107" y="3009245"/>
                <a:ext cx="1887811" cy="1488466"/>
              </a:xfrm>
              <a:custGeom>
                <a:avLst/>
                <a:gdLst>
                  <a:gd name="T0" fmla="*/ 1139 w 2079"/>
                  <a:gd name="T1" fmla="*/ 134 h 1640"/>
                  <a:gd name="T2" fmla="*/ 941 w 2079"/>
                  <a:gd name="T3" fmla="*/ 210 h 1640"/>
                  <a:gd name="T4" fmla="*/ 779 w 2079"/>
                  <a:gd name="T5" fmla="*/ 336 h 1640"/>
                  <a:gd name="T6" fmla="*/ 663 w 2079"/>
                  <a:gd name="T7" fmla="*/ 500 h 1640"/>
                  <a:gd name="T8" fmla="*/ 598 w 2079"/>
                  <a:gd name="T9" fmla="*/ 691 h 1640"/>
                  <a:gd name="T10" fmla="*/ 591 w 2079"/>
                  <a:gd name="T11" fmla="*/ 896 h 1640"/>
                  <a:gd name="T12" fmla="*/ 647 w 2079"/>
                  <a:gd name="T13" fmla="*/ 1101 h 1640"/>
                  <a:gd name="T14" fmla="*/ 757 w 2079"/>
                  <a:gd name="T15" fmla="*/ 1275 h 1640"/>
                  <a:gd name="T16" fmla="*/ 911 w 2079"/>
                  <a:gd name="T17" fmla="*/ 1407 h 1640"/>
                  <a:gd name="T18" fmla="*/ 1093 w 2079"/>
                  <a:gd name="T19" fmla="*/ 1489 h 1640"/>
                  <a:gd name="T20" fmla="*/ 1294 w 2079"/>
                  <a:gd name="T21" fmla="*/ 1516 h 1640"/>
                  <a:gd name="T22" fmla="*/ 1502 w 2079"/>
                  <a:gd name="T23" fmla="*/ 1482 h 1640"/>
                  <a:gd name="T24" fmla="*/ 1689 w 2079"/>
                  <a:gd name="T25" fmla="*/ 1388 h 1640"/>
                  <a:gd name="T26" fmla="*/ 1836 w 2079"/>
                  <a:gd name="T27" fmla="*/ 1248 h 1640"/>
                  <a:gd name="T28" fmla="*/ 1936 w 2079"/>
                  <a:gd name="T29" fmla="*/ 1074 h 1640"/>
                  <a:gd name="T30" fmla="*/ 1982 w 2079"/>
                  <a:gd name="T31" fmla="*/ 877 h 1640"/>
                  <a:gd name="T32" fmla="*/ 1970 w 2079"/>
                  <a:gd name="T33" fmla="*/ 670 h 1640"/>
                  <a:gd name="T34" fmla="*/ 1893 w 2079"/>
                  <a:gd name="T35" fmla="*/ 472 h 1640"/>
                  <a:gd name="T36" fmla="*/ 1768 w 2079"/>
                  <a:gd name="T37" fmla="*/ 310 h 1640"/>
                  <a:gd name="T38" fmla="*/ 1603 w 2079"/>
                  <a:gd name="T39" fmla="*/ 194 h 1640"/>
                  <a:gd name="T40" fmla="*/ 1413 w 2079"/>
                  <a:gd name="T41" fmla="*/ 130 h 1640"/>
                  <a:gd name="T42" fmla="*/ 1286 w 2079"/>
                  <a:gd name="T43" fmla="*/ 0 h 1640"/>
                  <a:gd name="T44" fmla="*/ 1496 w 2079"/>
                  <a:gd name="T45" fmla="*/ 36 h 1640"/>
                  <a:gd name="T46" fmla="*/ 1689 w 2079"/>
                  <a:gd name="T47" fmla="*/ 125 h 1640"/>
                  <a:gd name="T48" fmla="*/ 1854 w 2079"/>
                  <a:gd name="T49" fmla="*/ 259 h 1640"/>
                  <a:gd name="T50" fmla="*/ 1981 w 2079"/>
                  <a:gd name="T51" fmla="*/ 436 h 1640"/>
                  <a:gd name="T52" fmla="*/ 2059 w 2079"/>
                  <a:gd name="T53" fmla="*/ 645 h 1640"/>
                  <a:gd name="T54" fmla="*/ 2079 w 2079"/>
                  <a:gd name="T55" fmla="*/ 863 h 1640"/>
                  <a:gd name="T56" fmla="*/ 2043 w 2079"/>
                  <a:gd name="T57" fmla="*/ 1074 h 1640"/>
                  <a:gd name="T58" fmla="*/ 1955 w 2079"/>
                  <a:gd name="T59" fmla="*/ 1267 h 1640"/>
                  <a:gd name="T60" fmla="*/ 1820 w 2079"/>
                  <a:gd name="T61" fmla="*/ 1431 h 1640"/>
                  <a:gd name="T62" fmla="*/ 1645 w 2079"/>
                  <a:gd name="T63" fmla="*/ 1558 h 1640"/>
                  <a:gd name="T64" fmla="*/ 1461 w 2079"/>
                  <a:gd name="T65" fmla="*/ 1629 h 1640"/>
                  <a:gd name="T66" fmla="*/ 1304 w 2079"/>
                  <a:gd name="T67" fmla="*/ 1640 h 1640"/>
                  <a:gd name="T68" fmla="*/ 1120 w 2079"/>
                  <a:gd name="T69" fmla="*/ 1623 h 1640"/>
                  <a:gd name="T70" fmla="*/ 923 w 2079"/>
                  <a:gd name="T71" fmla="*/ 1581 h 1640"/>
                  <a:gd name="T72" fmla="*/ 722 w 2079"/>
                  <a:gd name="T73" fmla="*/ 1523 h 1640"/>
                  <a:gd name="T74" fmla="*/ 526 w 2079"/>
                  <a:gd name="T75" fmla="*/ 1455 h 1640"/>
                  <a:gd name="T76" fmla="*/ 348 w 2079"/>
                  <a:gd name="T77" fmla="*/ 1388 h 1640"/>
                  <a:gd name="T78" fmla="*/ 197 w 2079"/>
                  <a:gd name="T79" fmla="*/ 1324 h 1640"/>
                  <a:gd name="T80" fmla="*/ 83 w 2079"/>
                  <a:gd name="T81" fmla="*/ 1273 h 1640"/>
                  <a:gd name="T82" fmla="*/ 15 w 2079"/>
                  <a:gd name="T83" fmla="*/ 1241 h 1640"/>
                  <a:gd name="T84" fmla="*/ 3 w 2079"/>
                  <a:gd name="T85" fmla="*/ 1231 h 1640"/>
                  <a:gd name="T86" fmla="*/ 29 w 2079"/>
                  <a:gd name="T87" fmla="*/ 1183 h 1640"/>
                  <a:gd name="T88" fmla="*/ 84 w 2079"/>
                  <a:gd name="T89" fmla="*/ 1088 h 1640"/>
                  <a:gd name="T90" fmla="*/ 162 w 2079"/>
                  <a:gd name="T91" fmla="*/ 956 h 1640"/>
                  <a:gd name="T92" fmla="*/ 261 w 2079"/>
                  <a:gd name="T93" fmla="*/ 801 h 1640"/>
                  <a:gd name="T94" fmla="*/ 374 w 2079"/>
                  <a:gd name="T95" fmla="*/ 634 h 1640"/>
                  <a:gd name="T96" fmla="*/ 500 w 2079"/>
                  <a:gd name="T97" fmla="*/ 467 h 1640"/>
                  <a:gd name="T98" fmla="*/ 633 w 2079"/>
                  <a:gd name="T99" fmla="*/ 310 h 1640"/>
                  <a:gd name="T100" fmla="*/ 771 w 2079"/>
                  <a:gd name="T101" fmla="*/ 178 h 1640"/>
                  <a:gd name="T102" fmla="*/ 907 w 2079"/>
                  <a:gd name="T103" fmla="*/ 81 h 1640"/>
                  <a:gd name="T104" fmla="*/ 1067 w 2079"/>
                  <a:gd name="T105" fmla="*/ 20 h 1640"/>
                  <a:gd name="T106" fmla="*/ 1286 w 2079"/>
                  <a:gd name="T107" fmla="*/ 0 h 164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</a:cxnLst>
                <a:rect l="0" t="0" r="r" b="b"/>
                <a:pathLst>
                  <a:path w="2079" h="1640">
                    <a:moveTo>
                      <a:pt x="1278" y="119"/>
                    </a:moveTo>
                    <a:lnTo>
                      <a:pt x="1208" y="123"/>
                    </a:lnTo>
                    <a:lnTo>
                      <a:pt x="1139" y="134"/>
                    </a:lnTo>
                    <a:lnTo>
                      <a:pt x="1070" y="152"/>
                    </a:lnTo>
                    <a:lnTo>
                      <a:pt x="1003" y="178"/>
                    </a:lnTo>
                    <a:lnTo>
                      <a:pt x="941" y="210"/>
                    </a:lnTo>
                    <a:lnTo>
                      <a:pt x="883" y="247"/>
                    </a:lnTo>
                    <a:lnTo>
                      <a:pt x="829" y="289"/>
                    </a:lnTo>
                    <a:lnTo>
                      <a:pt x="779" y="336"/>
                    </a:lnTo>
                    <a:lnTo>
                      <a:pt x="736" y="387"/>
                    </a:lnTo>
                    <a:lnTo>
                      <a:pt x="696" y="442"/>
                    </a:lnTo>
                    <a:lnTo>
                      <a:pt x="663" y="500"/>
                    </a:lnTo>
                    <a:lnTo>
                      <a:pt x="636" y="561"/>
                    </a:lnTo>
                    <a:lnTo>
                      <a:pt x="614" y="625"/>
                    </a:lnTo>
                    <a:lnTo>
                      <a:pt x="598" y="691"/>
                    </a:lnTo>
                    <a:lnTo>
                      <a:pt x="590" y="758"/>
                    </a:lnTo>
                    <a:lnTo>
                      <a:pt x="587" y="825"/>
                    </a:lnTo>
                    <a:lnTo>
                      <a:pt x="591" y="896"/>
                    </a:lnTo>
                    <a:lnTo>
                      <a:pt x="602" y="964"/>
                    </a:lnTo>
                    <a:lnTo>
                      <a:pt x="621" y="1033"/>
                    </a:lnTo>
                    <a:lnTo>
                      <a:pt x="647" y="1101"/>
                    </a:lnTo>
                    <a:lnTo>
                      <a:pt x="679" y="1163"/>
                    </a:lnTo>
                    <a:lnTo>
                      <a:pt x="715" y="1221"/>
                    </a:lnTo>
                    <a:lnTo>
                      <a:pt x="757" y="1275"/>
                    </a:lnTo>
                    <a:lnTo>
                      <a:pt x="804" y="1324"/>
                    </a:lnTo>
                    <a:lnTo>
                      <a:pt x="856" y="1368"/>
                    </a:lnTo>
                    <a:lnTo>
                      <a:pt x="911" y="1407"/>
                    </a:lnTo>
                    <a:lnTo>
                      <a:pt x="969" y="1440"/>
                    </a:lnTo>
                    <a:lnTo>
                      <a:pt x="1030" y="1467"/>
                    </a:lnTo>
                    <a:lnTo>
                      <a:pt x="1093" y="1489"/>
                    </a:lnTo>
                    <a:lnTo>
                      <a:pt x="1159" y="1505"/>
                    </a:lnTo>
                    <a:lnTo>
                      <a:pt x="1227" y="1513"/>
                    </a:lnTo>
                    <a:lnTo>
                      <a:pt x="1294" y="1516"/>
                    </a:lnTo>
                    <a:lnTo>
                      <a:pt x="1364" y="1512"/>
                    </a:lnTo>
                    <a:lnTo>
                      <a:pt x="1433" y="1501"/>
                    </a:lnTo>
                    <a:lnTo>
                      <a:pt x="1502" y="1482"/>
                    </a:lnTo>
                    <a:lnTo>
                      <a:pt x="1569" y="1457"/>
                    </a:lnTo>
                    <a:lnTo>
                      <a:pt x="1631" y="1424"/>
                    </a:lnTo>
                    <a:lnTo>
                      <a:pt x="1689" y="1388"/>
                    </a:lnTo>
                    <a:lnTo>
                      <a:pt x="1743" y="1346"/>
                    </a:lnTo>
                    <a:lnTo>
                      <a:pt x="1793" y="1299"/>
                    </a:lnTo>
                    <a:lnTo>
                      <a:pt x="1836" y="1248"/>
                    </a:lnTo>
                    <a:lnTo>
                      <a:pt x="1876" y="1192"/>
                    </a:lnTo>
                    <a:lnTo>
                      <a:pt x="1909" y="1134"/>
                    </a:lnTo>
                    <a:lnTo>
                      <a:pt x="1936" y="1074"/>
                    </a:lnTo>
                    <a:lnTo>
                      <a:pt x="1958" y="1010"/>
                    </a:lnTo>
                    <a:lnTo>
                      <a:pt x="1974" y="944"/>
                    </a:lnTo>
                    <a:lnTo>
                      <a:pt x="1982" y="877"/>
                    </a:lnTo>
                    <a:lnTo>
                      <a:pt x="1985" y="809"/>
                    </a:lnTo>
                    <a:lnTo>
                      <a:pt x="1981" y="739"/>
                    </a:lnTo>
                    <a:lnTo>
                      <a:pt x="1970" y="670"/>
                    </a:lnTo>
                    <a:lnTo>
                      <a:pt x="1951" y="602"/>
                    </a:lnTo>
                    <a:lnTo>
                      <a:pt x="1926" y="534"/>
                    </a:lnTo>
                    <a:lnTo>
                      <a:pt x="1893" y="472"/>
                    </a:lnTo>
                    <a:lnTo>
                      <a:pt x="1857" y="414"/>
                    </a:lnTo>
                    <a:lnTo>
                      <a:pt x="1815" y="360"/>
                    </a:lnTo>
                    <a:lnTo>
                      <a:pt x="1768" y="310"/>
                    </a:lnTo>
                    <a:lnTo>
                      <a:pt x="1716" y="267"/>
                    </a:lnTo>
                    <a:lnTo>
                      <a:pt x="1661" y="228"/>
                    </a:lnTo>
                    <a:lnTo>
                      <a:pt x="1603" y="194"/>
                    </a:lnTo>
                    <a:lnTo>
                      <a:pt x="1542" y="167"/>
                    </a:lnTo>
                    <a:lnTo>
                      <a:pt x="1479" y="146"/>
                    </a:lnTo>
                    <a:lnTo>
                      <a:pt x="1413" y="130"/>
                    </a:lnTo>
                    <a:lnTo>
                      <a:pt x="1345" y="121"/>
                    </a:lnTo>
                    <a:lnTo>
                      <a:pt x="1278" y="119"/>
                    </a:lnTo>
                    <a:close/>
                    <a:moveTo>
                      <a:pt x="1286" y="0"/>
                    </a:moveTo>
                    <a:lnTo>
                      <a:pt x="1358" y="7"/>
                    </a:lnTo>
                    <a:lnTo>
                      <a:pt x="1428" y="19"/>
                    </a:lnTo>
                    <a:lnTo>
                      <a:pt x="1496" y="36"/>
                    </a:lnTo>
                    <a:lnTo>
                      <a:pt x="1563" y="61"/>
                    </a:lnTo>
                    <a:lnTo>
                      <a:pt x="1627" y="90"/>
                    </a:lnTo>
                    <a:lnTo>
                      <a:pt x="1689" y="125"/>
                    </a:lnTo>
                    <a:lnTo>
                      <a:pt x="1747" y="165"/>
                    </a:lnTo>
                    <a:lnTo>
                      <a:pt x="1803" y="210"/>
                    </a:lnTo>
                    <a:lnTo>
                      <a:pt x="1854" y="259"/>
                    </a:lnTo>
                    <a:lnTo>
                      <a:pt x="1901" y="313"/>
                    </a:lnTo>
                    <a:lnTo>
                      <a:pt x="1943" y="372"/>
                    </a:lnTo>
                    <a:lnTo>
                      <a:pt x="1981" y="436"/>
                    </a:lnTo>
                    <a:lnTo>
                      <a:pt x="2013" y="502"/>
                    </a:lnTo>
                    <a:lnTo>
                      <a:pt x="2040" y="572"/>
                    </a:lnTo>
                    <a:lnTo>
                      <a:pt x="2059" y="645"/>
                    </a:lnTo>
                    <a:lnTo>
                      <a:pt x="2073" y="719"/>
                    </a:lnTo>
                    <a:lnTo>
                      <a:pt x="2079" y="792"/>
                    </a:lnTo>
                    <a:lnTo>
                      <a:pt x="2079" y="863"/>
                    </a:lnTo>
                    <a:lnTo>
                      <a:pt x="2074" y="935"/>
                    </a:lnTo>
                    <a:lnTo>
                      <a:pt x="2062" y="1005"/>
                    </a:lnTo>
                    <a:lnTo>
                      <a:pt x="2043" y="1074"/>
                    </a:lnTo>
                    <a:lnTo>
                      <a:pt x="2019" y="1141"/>
                    </a:lnTo>
                    <a:lnTo>
                      <a:pt x="1990" y="1204"/>
                    </a:lnTo>
                    <a:lnTo>
                      <a:pt x="1955" y="1267"/>
                    </a:lnTo>
                    <a:lnTo>
                      <a:pt x="1915" y="1324"/>
                    </a:lnTo>
                    <a:lnTo>
                      <a:pt x="1870" y="1380"/>
                    </a:lnTo>
                    <a:lnTo>
                      <a:pt x="1820" y="1431"/>
                    </a:lnTo>
                    <a:lnTo>
                      <a:pt x="1766" y="1478"/>
                    </a:lnTo>
                    <a:lnTo>
                      <a:pt x="1708" y="1520"/>
                    </a:lnTo>
                    <a:lnTo>
                      <a:pt x="1645" y="1558"/>
                    </a:lnTo>
                    <a:lnTo>
                      <a:pt x="1579" y="1590"/>
                    </a:lnTo>
                    <a:lnTo>
                      <a:pt x="1507" y="1617"/>
                    </a:lnTo>
                    <a:lnTo>
                      <a:pt x="1461" y="1629"/>
                    </a:lnTo>
                    <a:lnTo>
                      <a:pt x="1413" y="1636"/>
                    </a:lnTo>
                    <a:lnTo>
                      <a:pt x="1359" y="1640"/>
                    </a:lnTo>
                    <a:lnTo>
                      <a:pt x="1304" y="1640"/>
                    </a:lnTo>
                    <a:lnTo>
                      <a:pt x="1244" y="1637"/>
                    </a:lnTo>
                    <a:lnTo>
                      <a:pt x="1184" y="1631"/>
                    </a:lnTo>
                    <a:lnTo>
                      <a:pt x="1120" y="1623"/>
                    </a:lnTo>
                    <a:lnTo>
                      <a:pt x="1055" y="1610"/>
                    </a:lnTo>
                    <a:lnTo>
                      <a:pt x="991" y="1597"/>
                    </a:lnTo>
                    <a:lnTo>
                      <a:pt x="923" y="1581"/>
                    </a:lnTo>
                    <a:lnTo>
                      <a:pt x="856" y="1563"/>
                    </a:lnTo>
                    <a:lnTo>
                      <a:pt x="790" y="1543"/>
                    </a:lnTo>
                    <a:lnTo>
                      <a:pt x="722" y="1523"/>
                    </a:lnTo>
                    <a:lnTo>
                      <a:pt x="656" y="1501"/>
                    </a:lnTo>
                    <a:lnTo>
                      <a:pt x="591" y="1478"/>
                    </a:lnTo>
                    <a:lnTo>
                      <a:pt x="526" y="1455"/>
                    </a:lnTo>
                    <a:lnTo>
                      <a:pt x="466" y="1432"/>
                    </a:lnTo>
                    <a:lnTo>
                      <a:pt x="405" y="1409"/>
                    </a:lnTo>
                    <a:lnTo>
                      <a:pt x="348" y="1388"/>
                    </a:lnTo>
                    <a:lnTo>
                      <a:pt x="294" y="1365"/>
                    </a:lnTo>
                    <a:lnTo>
                      <a:pt x="245" y="1343"/>
                    </a:lnTo>
                    <a:lnTo>
                      <a:pt x="197" y="1324"/>
                    </a:lnTo>
                    <a:lnTo>
                      <a:pt x="154" y="1306"/>
                    </a:lnTo>
                    <a:lnTo>
                      <a:pt x="115" y="1288"/>
                    </a:lnTo>
                    <a:lnTo>
                      <a:pt x="83" y="1273"/>
                    </a:lnTo>
                    <a:lnTo>
                      <a:pt x="54" y="1260"/>
                    </a:lnTo>
                    <a:lnTo>
                      <a:pt x="31" y="1249"/>
                    </a:lnTo>
                    <a:lnTo>
                      <a:pt x="15" y="1241"/>
                    </a:lnTo>
                    <a:lnTo>
                      <a:pt x="4" y="1237"/>
                    </a:lnTo>
                    <a:lnTo>
                      <a:pt x="0" y="1235"/>
                    </a:lnTo>
                    <a:lnTo>
                      <a:pt x="3" y="1231"/>
                    </a:lnTo>
                    <a:lnTo>
                      <a:pt x="8" y="1222"/>
                    </a:lnTo>
                    <a:lnTo>
                      <a:pt x="17" y="1206"/>
                    </a:lnTo>
                    <a:lnTo>
                      <a:pt x="29" y="1183"/>
                    </a:lnTo>
                    <a:lnTo>
                      <a:pt x="45" y="1156"/>
                    </a:lnTo>
                    <a:lnTo>
                      <a:pt x="62" y="1124"/>
                    </a:lnTo>
                    <a:lnTo>
                      <a:pt x="84" y="1088"/>
                    </a:lnTo>
                    <a:lnTo>
                      <a:pt x="107" y="1048"/>
                    </a:lnTo>
                    <a:lnTo>
                      <a:pt x="134" y="1003"/>
                    </a:lnTo>
                    <a:lnTo>
                      <a:pt x="162" y="956"/>
                    </a:lnTo>
                    <a:lnTo>
                      <a:pt x="192" y="906"/>
                    </a:lnTo>
                    <a:lnTo>
                      <a:pt x="226" y="855"/>
                    </a:lnTo>
                    <a:lnTo>
                      <a:pt x="261" y="801"/>
                    </a:lnTo>
                    <a:lnTo>
                      <a:pt x="297" y="747"/>
                    </a:lnTo>
                    <a:lnTo>
                      <a:pt x="335" y="691"/>
                    </a:lnTo>
                    <a:lnTo>
                      <a:pt x="374" y="634"/>
                    </a:lnTo>
                    <a:lnTo>
                      <a:pt x="415" y="579"/>
                    </a:lnTo>
                    <a:lnTo>
                      <a:pt x="458" y="522"/>
                    </a:lnTo>
                    <a:lnTo>
                      <a:pt x="500" y="467"/>
                    </a:lnTo>
                    <a:lnTo>
                      <a:pt x="544" y="413"/>
                    </a:lnTo>
                    <a:lnTo>
                      <a:pt x="589" y="362"/>
                    </a:lnTo>
                    <a:lnTo>
                      <a:pt x="633" y="310"/>
                    </a:lnTo>
                    <a:lnTo>
                      <a:pt x="679" y="263"/>
                    </a:lnTo>
                    <a:lnTo>
                      <a:pt x="725" y="219"/>
                    </a:lnTo>
                    <a:lnTo>
                      <a:pt x="771" y="178"/>
                    </a:lnTo>
                    <a:lnTo>
                      <a:pt x="817" y="142"/>
                    </a:lnTo>
                    <a:lnTo>
                      <a:pt x="861" y="108"/>
                    </a:lnTo>
                    <a:lnTo>
                      <a:pt x="907" y="81"/>
                    </a:lnTo>
                    <a:lnTo>
                      <a:pt x="951" y="58"/>
                    </a:lnTo>
                    <a:lnTo>
                      <a:pt x="995" y="41"/>
                    </a:lnTo>
                    <a:lnTo>
                      <a:pt x="1067" y="20"/>
                    </a:lnTo>
                    <a:lnTo>
                      <a:pt x="1140" y="7"/>
                    </a:lnTo>
                    <a:lnTo>
                      <a:pt x="1213" y="0"/>
                    </a:lnTo>
                    <a:lnTo>
                      <a:pt x="1286" y="0"/>
                    </a:lnTo>
                    <a:close/>
                  </a:path>
                </a:pathLst>
              </a:custGeom>
              <a:solidFill>
                <a:schemeClr val="accent3"/>
              </a:solidFill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54" name="Freeform 49"/>
              <p:cNvSpPr>
                <a:spLocks noEditPoints="1"/>
              </p:cNvSpPr>
              <p:nvPr/>
            </p:nvSpPr>
            <p:spPr bwMode="auto">
              <a:xfrm>
                <a:off x="7130965" y="3464081"/>
                <a:ext cx="615949" cy="615949"/>
              </a:xfrm>
              <a:custGeom>
                <a:avLst/>
                <a:gdLst>
                  <a:gd name="T0" fmla="*/ 2959 w 3962"/>
                  <a:gd name="T1" fmla="*/ 2546 h 3963"/>
                  <a:gd name="T2" fmla="*/ 3397 w 3962"/>
                  <a:gd name="T3" fmla="*/ 2984 h 3963"/>
                  <a:gd name="T4" fmla="*/ 3464 w 3962"/>
                  <a:gd name="T5" fmla="*/ 3124 h 3963"/>
                  <a:gd name="T6" fmla="*/ 3343 w 3962"/>
                  <a:gd name="T7" fmla="*/ 3219 h 3963"/>
                  <a:gd name="T8" fmla="*/ 2736 w 3962"/>
                  <a:gd name="T9" fmla="*/ 3150 h 3963"/>
                  <a:gd name="T10" fmla="*/ 2752 w 3962"/>
                  <a:gd name="T11" fmla="*/ 2523 h 3963"/>
                  <a:gd name="T12" fmla="*/ 2896 w 3962"/>
                  <a:gd name="T13" fmla="*/ 2232 h 3963"/>
                  <a:gd name="T14" fmla="*/ 2500 w 3962"/>
                  <a:gd name="T15" fmla="*/ 2399 h 3963"/>
                  <a:gd name="T16" fmla="*/ 2262 w 3962"/>
                  <a:gd name="T17" fmla="*/ 2752 h 3963"/>
                  <a:gd name="T18" fmla="*/ 2262 w 3962"/>
                  <a:gd name="T19" fmla="*/ 3193 h 3963"/>
                  <a:gd name="T20" fmla="*/ 2500 w 3962"/>
                  <a:gd name="T21" fmla="*/ 3544 h 3963"/>
                  <a:gd name="T22" fmla="*/ 2896 w 3962"/>
                  <a:gd name="T23" fmla="*/ 3711 h 3963"/>
                  <a:gd name="T24" fmla="*/ 3325 w 3962"/>
                  <a:gd name="T25" fmla="*/ 3625 h 3963"/>
                  <a:gd name="T26" fmla="*/ 3625 w 3962"/>
                  <a:gd name="T27" fmla="*/ 3325 h 3963"/>
                  <a:gd name="T28" fmla="*/ 3711 w 3962"/>
                  <a:gd name="T29" fmla="*/ 2896 h 3963"/>
                  <a:gd name="T30" fmla="*/ 3544 w 3962"/>
                  <a:gd name="T31" fmla="*/ 2500 h 3963"/>
                  <a:gd name="T32" fmla="*/ 3193 w 3962"/>
                  <a:gd name="T33" fmla="*/ 2262 h 3963"/>
                  <a:gd name="T34" fmla="*/ 1734 w 3962"/>
                  <a:gd name="T35" fmla="*/ 2724 h 3963"/>
                  <a:gd name="T36" fmla="*/ 495 w 3962"/>
                  <a:gd name="T37" fmla="*/ 2724 h 3963"/>
                  <a:gd name="T38" fmla="*/ 3300 w 3962"/>
                  <a:gd name="T39" fmla="*/ 2037 h 3963"/>
                  <a:gd name="T40" fmla="*/ 3700 w 3962"/>
                  <a:gd name="T41" fmla="*/ 2300 h 3963"/>
                  <a:gd name="T42" fmla="*/ 3930 w 3962"/>
                  <a:gd name="T43" fmla="*/ 2722 h 3963"/>
                  <a:gd name="T44" fmla="*/ 3930 w 3962"/>
                  <a:gd name="T45" fmla="*/ 3222 h 3963"/>
                  <a:gd name="T46" fmla="*/ 3700 w 3962"/>
                  <a:gd name="T47" fmla="*/ 3643 h 3963"/>
                  <a:gd name="T48" fmla="*/ 3300 w 3962"/>
                  <a:gd name="T49" fmla="*/ 3907 h 3963"/>
                  <a:gd name="T50" fmla="*/ 2802 w 3962"/>
                  <a:gd name="T51" fmla="*/ 3948 h 3963"/>
                  <a:gd name="T52" fmla="*/ 2361 w 3962"/>
                  <a:gd name="T53" fmla="*/ 3752 h 3963"/>
                  <a:gd name="T54" fmla="*/ 2067 w 3962"/>
                  <a:gd name="T55" fmla="*/ 3376 h 3963"/>
                  <a:gd name="T56" fmla="*/ 1984 w 3962"/>
                  <a:gd name="T57" fmla="*/ 2887 h 3963"/>
                  <a:gd name="T58" fmla="*/ 2144 w 3962"/>
                  <a:gd name="T59" fmla="*/ 2426 h 3963"/>
                  <a:gd name="T60" fmla="*/ 2495 w 3962"/>
                  <a:gd name="T61" fmla="*/ 2103 h 3963"/>
                  <a:gd name="T62" fmla="*/ 2972 w 3962"/>
                  <a:gd name="T63" fmla="*/ 1982 h 3963"/>
                  <a:gd name="T64" fmla="*/ 1238 w 3962"/>
                  <a:gd name="T65" fmla="*/ 1486 h 3963"/>
                  <a:gd name="T66" fmla="*/ 990 w 3962"/>
                  <a:gd name="T67" fmla="*/ 1486 h 3963"/>
                  <a:gd name="T68" fmla="*/ 371 w 3962"/>
                  <a:gd name="T69" fmla="*/ 619 h 3963"/>
                  <a:gd name="T70" fmla="*/ 473 w 3962"/>
                  <a:gd name="T71" fmla="*/ 819 h 3963"/>
                  <a:gd name="T72" fmla="*/ 697 w 3962"/>
                  <a:gd name="T73" fmla="*/ 854 h 3963"/>
                  <a:gd name="T74" fmla="*/ 854 w 3962"/>
                  <a:gd name="T75" fmla="*/ 697 h 3963"/>
                  <a:gd name="T76" fmla="*/ 2355 w 3962"/>
                  <a:gd name="T77" fmla="*/ 659 h 3963"/>
                  <a:gd name="T78" fmla="*/ 2487 w 3962"/>
                  <a:gd name="T79" fmla="*/ 839 h 3963"/>
                  <a:gd name="T80" fmla="*/ 2714 w 3962"/>
                  <a:gd name="T81" fmla="*/ 839 h 3963"/>
                  <a:gd name="T82" fmla="*/ 2844 w 3962"/>
                  <a:gd name="T83" fmla="*/ 659 h 3963"/>
                  <a:gd name="T84" fmla="*/ 3074 w 3962"/>
                  <a:gd name="T85" fmla="*/ 526 h 3963"/>
                  <a:gd name="T86" fmla="*/ 3215 w 3962"/>
                  <a:gd name="T87" fmla="*/ 724 h 3963"/>
                  <a:gd name="T88" fmla="*/ 248 w 3962"/>
                  <a:gd name="T89" fmla="*/ 2947 h 3963"/>
                  <a:gd name="T90" fmla="*/ 268 w 3962"/>
                  <a:gd name="T91" fmla="*/ 3219 h 3963"/>
                  <a:gd name="T92" fmla="*/ 52 w 3962"/>
                  <a:gd name="T93" fmla="*/ 3108 h 3963"/>
                  <a:gd name="T94" fmla="*/ 3 w 3962"/>
                  <a:gd name="T95" fmla="*/ 724 h 3963"/>
                  <a:gd name="T96" fmla="*/ 144 w 3962"/>
                  <a:gd name="T97" fmla="*/ 526 h 3963"/>
                  <a:gd name="T98" fmla="*/ 2654 w 3962"/>
                  <a:gd name="T99" fmla="*/ 13 h 3963"/>
                  <a:gd name="T100" fmla="*/ 2724 w 3962"/>
                  <a:gd name="T101" fmla="*/ 619 h 3963"/>
                  <a:gd name="T102" fmla="*/ 2629 w 3962"/>
                  <a:gd name="T103" fmla="*/ 739 h 3963"/>
                  <a:gd name="T104" fmla="*/ 2489 w 3962"/>
                  <a:gd name="T105" fmla="*/ 673 h 3963"/>
                  <a:gd name="T106" fmla="*/ 2503 w 3962"/>
                  <a:gd name="T107" fmla="*/ 47 h 3963"/>
                  <a:gd name="T108" fmla="*/ 647 w 3962"/>
                  <a:gd name="T109" fmla="*/ 3 h 3963"/>
                  <a:gd name="T110" fmla="*/ 743 w 3962"/>
                  <a:gd name="T111" fmla="*/ 124 h 3963"/>
                  <a:gd name="T112" fmla="*/ 673 w 3962"/>
                  <a:gd name="T113" fmla="*/ 730 h 3963"/>
                  <a:gd name="T114" fmla="*/ 523 w 3962"/>
                  <a:gd name="T115" fmla="*/ 696 h 3963"/>
                  <a:gd name="T116" fmla="*/ 508 w 3962"/>
                  <a:gd name="T117" fmla="*/ 69 h 396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</a:cxnLst>
                <a:rect l="0" t="0" r="r" b="b"/>
                <a:pathLst>
                  <a:path w="3962" h="3963">
                    <a:moveTo>
                      <a:pt x="2848" y="2477"/>
                    </a:moveTo>
                    <a:lnTo>
                      <a:pt x="2876" y="2479"/>
                    </a:lnTo>
                    <a:lnTo>
                      <a:pt x="2902" y="2489"/>
                    </a:lnTo>
                    <a:lnTo>
                      <a:pt x="2925" y="2503"/>
                    </a:lnTo>
                    <a:lnTo>
                      <a:pt x="2944" y="2523"/>
                    </a:lnTo>
                    <a:lnTo>
                      <a:pt x="2959" y="2546"/>
                    </a:lnTo>
                    <a:lnTo>
                      <a:pt x="2968" y="2572"/>
                    </a:lnTo>
                    <a:lnTo>
                      <a:pt x="2972" y="2600"/>
                    </a:lnTo>
                    <a:lnTo>
                      <a:pt x="2972" y="2972"/>
                    </a:lnTo>
                    <a:lnTo>
                      <a:pt x="3343" y="2972"/>
                    </a:lnTo>
                    <a:lnTo>
                      <a:pt x="3371" y="2975"/>
                    </a:lnTo>
                    <a:lnTo>
                      <a:pt x="3397" y="2984"/>
                    </a:lnTo>
                    <a:lnTo>
                      <a:pt x="3420" y="2999"/>
                    </a:lnTo>
                    <a:lnTo>
                      <a:pt x="3440" y="3018"/>
                    </a:lnTo>
                    <a:lnTo>
                      <a:pt x="3454" y="3041"/>
                    </a:lnTo>
                    <a:lnTo>
                      <a:pt x="3464" y="3067"/>
                    </a:lnTo>
                    <a:lnTo>
                      <a:pt x="3467" y="3096"/>
                    </a:lnTo>
                    <a:lnTo>
                      <a:pt x="3464" y="3124"/>
                    </a:lnTo>
                    <a:lnTo>
                      <a:pt x="3454" y="3150"/>
                    </a:lnTo>
                    <a:lnTo>
                      <a:pt x="3440" y="3173"/>
                    </a:lnTo>
                    <a:lnTo>
                      <a:pt x="3420" y="3193"/>
                    </a:lnTo>
                    <a:lnTo>
                      <a:pt x="3397" y="3207"/>
                    </a:lnTo>
                    <a:lnTo>
                      <a:pt x="3371" y="3217"/>
                    </a:lnTo>
                    <a:lnTo>
                      <a:pt x="3343" y="3219"/>
                    </a:lnTo>
                    <a:lnTo>
                      <a:pt x="2848" y="3219"/>
                    </a:lnTo>
                    <a:lnTo>
                      <a:pt x="2819" y="3217"/>
                    </a:lnTo>
                    <a:lnTo>
                      <a:pt x="2794" y="3207"/>
                    </a:lnTo>
                    <a:lnTo>
                      <a:pt x="2771" y="3193"/>
                    </a:lnTo>
                    <a:lnTo>
                      <a:pt x="2752" y="3173"/>
                    </a:lnTo>
                    <a:lnTo>
                      <a:pt x="2736" y="3150"/>
                    </a:lnTo>
                    <a:lnTo>
                      <a:pt x="2727" y="3124"/>
                    </a:lnTo>
                    <a:lnTo>
                      <a:pt x="2724" y="3096"/>
                    </a:lnTo>
                    <a:lnTo>
                      <a:pt x="2724" y="2600"/>
                    </a:lnTo>
                    <a:lnTo>
                      <a:pt x="2727" y="2572"/>
                    </a:lnTo>
                    <a:lnTo>
                      <a:pt x="2736" y="2546"/>
                    </a:lnTo>
                    <a:lnTo>
                      <a:pt x="2752" y="2523"/>
                    </a:lnTo>
                    <a:lnTo>
                      <a:pt x="2771" y="2503"/>
                    </a:lnTo>
                    <a:lnTo>
                      <a:pt x="2794" y="2489"/>
                    </a:lnTo>
                    <a:lnTo>
                      <a:pt x="2819" y="2479"/>
                    </a:lnTo>
                    <a:lnTo>
                      <a:pt x="2848" y="2477"/>
                    </a:lnTo>
                    <a:close/>
                    <a:moveTo>
                      <a:pt x="2972" y="2229"/>
                    </a:moveTo>
                    <a:lnTo>
                      <a:pt x="2896" y="2232"/>
                    </a:lnTo>
                    <a:lnTo>
                      <a:pt x="2821" y="2244"/>
                    </a:lnTo>
                    <a:lnTo>
                      <a:pt x="2750" y="2262"/>
                    </a:lnTo>
                    <a:lnTo>
                      <a:pt x="2683" y="2288"/>
                    </a:lnTo>
                    <a:lnTo>
                      <a:pt x="2618" y="2319"/>
                    </a:lnTo>
                    <a:lnTo>
                      <a:pt x="2556" y="2356"/>
                    </a:lnTo>
                    <a:lnTo>
                      <a:pt x="2500" y="2399"/>
                    </a:lnTo>
                    <a:lnTo>
                      <a:pt x="2447" y="2447"/>
                    </a:lnTo>
                    <a:lnTo>
                      <a:pt x="2399" y="2500"/>
                    </a:lnTo>
                    <a:lnTo>
                      <a:pt x="2355" y="2556"/>
                    </a:lnTo>
                    <a:lnTo>
                      <a:pt x="2318" y="2618"/>
                    </a:lnTo>
                    <a:lnTo>
                      <a:pt x="2287" y="2683"/>
                    </a:lnTo>
                    <a:lnTo>
                      <a:pt x="2262" y="2752"/>
                    </a:lnTo>
                    <a:lnTo>
                      <a:pt x="2243" y="2823"/>
                    </a:lnTo>
                    <a:lnTo>
                      <a:pt x="2232" y="2896"/>
                    </a:lnTo>
                    <a:lnTo>
                      <a:pt x="2229" y="2972"/>
                    </a:lnTo>
                    <a:lnTo>
                      <a:pt x="2232" y="3048"/>
                    </a:lnTo>
                    <a:lnTo>
                      <a:pt x="2243" y="3122"/>
                    </a:lnTo>
                    <a:lnTo>
                      <a:pt x="2262" y="3193"/>
                    </a:lnTo>
                    <a:lnTo>
                      <a:pt x="2287" y="3261"/>
                    </a:lnTo>
                    <a:lnTo>
                      <a:pt x="2318" y="3325"/>
                    </a:lnTo>
                    <a:lnTo>
                      <a:pt x="2355" y="3387"/>
                    </a:lnTo>
                    <a:lnTo>
                      <a:pt x="2399" y="3444"/>
                    </a:lnTo>
                    <a:lnTo>
                      <a:pt x="2447" y="3497"/>
                    </a:lnTo>
                    <a:lnTo>
                      <a:pt x="2500" y="3544"/>
                    </a:lnTo>
                    <a:lnTo>
                      <a:pt x="2556" y="3588"/>
                    </a:lnTo>
                    <a:lnTo>
                      <a:pt x="2618" y="3625"/>
                    </a:lnTo>
                    <a:lnTo>
                      <a:pt x="2683" y="3657"/>
                    </a:lnTo>
                    <a:lnTo>
                      <a:pt x="2750" y="3682"/>
                    </a:lnTo>
                    <a:lnTo>
                      <a:pt x="2821" y="3700"/>
                    </a:lnTo>
                    <a:lnTo>
                      <a:pt x="2896" y="3711"/>
                    </a:lnTo>
                    <a:lnTo>
                      <a:pt x="2972" y="3714"/>
                    </a:lnTo>
                    <a:lnTo>
                      <a:pt x="3048" y="3711"/>
                    </a:lnTo>
                    <a:lnTo>
                      <a:pt x="3121" y="3700"/>
                    </a:lnTo>
                    <a:lnTo>
                      <a:pt x="3193" y="3682"/>
                    </a:lnTo>
                    <a:lnTo>
                      <a:pt x="3260" y="3657"/>
                    </a:lnTo>
                    <a:lnTo>
                      <a:pt x="3325" y="3625"/>
                    </a:lnTo>
                    <a:lnTo>
                      <a:pt x="3386" y="3588"/>
                    </a:lnTo>
                    <a:lnTo>
                      <a:pt x="3444" y="3544"/>
                    </a:lnTo>
                    <a:lnTo>
                      <a:pt x="3496" y="3497"/>
                    </a:lnTo>
                    <a:lnTo>
                      <a:pt x="3544" y="3444"/>
                    </a:lnTo>
                    <a:lnTo>
                      <a:pt x="3588" y="3387"/>
                    </a:lnTo>
                    <a:lnTo>
                      <a:pt x="3625" y="3325"/>
                    </a:lnTo>
                    <a:lnTo>
                      <a:pt x="3656" y="3261"/>
                    </a:lnTo>
                    <a:lnTo>
                      <a:pt x="3680" y="3193"/>
                    </a:lnTo>
                    <a:lnTo>
                      <a:pt x="3700" y="3122"/>
                    </a:lnTo>
                    <a:lnTo>
                      <a:pt x="3711" y="3048"/>
                    </a:lnTo>
                    <a:lnTo>
                      <a:pt x="3714" y="2972"/>
                    </a:lnTo>
                    <a:lnTo>
                      <a:pt x="3711" y="2896"/>
                    </a:lnTo>
                    <a:lnTo>
                      <a:pt x="3700" y="2823"/>
                    </a:lnTo>
                    <a:lnTo>
                      <a:pt x="3680" y="2752"/>
                    </a:lnTo>
                    <a:lnTo>
                      <a:pt x="3656" y="2683"/>
                    </a:lnTo>
                    <a:lnTo>
                      <a:pt x="3625" y="2618"/>
                    </a:lnTo>
                    <a:lnTo>
                      <a:pt x="3588" y="2556"/>
                    </a:lnTo>
                    <a:lnTo>
                      <a:pt x="3544" y="2500"/>
                    </a:lnTo>
                    <a:lnTo>
                      <a:pt x="3496" y="2447"/>
                    </a:lnTo>
                    <a:lnTo>
                      <a:pt x="3444" y="2399"/>
                    </a:lnTo>
                    <a:lnTo>
                      <a:pt x="3386" y="2356"/>
                    </a:lnTo>
                    <a:lnTo>
                      <a:pt x="3325" y="2319"/>
                    </a:lnTo>
                    <a:lnTo>
                      <a:pt x="3260" y="2288"/>
                    </a:lnTo>
                    <a:lnTo>
                      <a:pt x="3193" y="2262"/>
                    </a:lnTo>
                    <a:lnTo>
                      <a:pt x="3121" y="2244"/>
                    </a:lnTo>
                    <a:lnTo>
                      <a:pt x="3048" y="2232"/>
                    </a:lnTo>
                    <a:lnTo>
                      <a:pt x="2972" y="2229"/>
                    </a:lnTo>
                    <a:close/>
                    <a:moveTo>
                      <a:pt x="1238" y="2229"/>
                    </a:moveTo>
                    <a:lnTo>
                      <a:pt x="1734" y="2229"/>
                    </a:lnTo>
                    <a:lnTo>
                      <a:pt x="1734" y="2724"/>
                    </a:lnTo>
                    <a:lnTo>
                      <a:pt x="1238" y="2724"/>
                    </a:lnTo>
                    <a:lnTo>
                      <a:pt x="1238" y="2229"/>
                    </a:lnTo>
                    <a:close/>
                    <a:moveTo>
                      <a:pt x="495" y="2229"/>
                    </a:moveTo>
                    <a:lnTo>
                      <a:pt x="990" y="2229"/>
                    </a:lnTo>
                    <a:lnTo>
                      <a:pt x="990" y="2724"/>
                    </a:lnTo>
                    <a:lnTo>
                      <a:pt x="495" y="2724"/>
                    </a:lnTo>
                    <a:lnTo>
                      <a:pt x="495" y="2229"/>
                    </a:lnTo>
                    <a:close/>
                    <a:moveTo>
                      <a:pt x="2972" y="1982"/>
                    </a:moveTo>
                    <a:lnTo>
                      <a:pt x="3058" y="1985"/>
                    </a:lnTo>
                    <a:lnTo>
                      <a:pt x="3141" y="1996"/>
                    </a:lnTo>
                    <a:lnTo>
                      <a:pt x="3221" y="2013"/>
                    </a:lnTo>
                    <a:lnTo>
                      <a:pt x="3300" y="2037"/>
                    </a:lnTo>
                    <a:lnTo>
                      <a:pt x="3376" y="2067"/>
                    </a:lnTo>
                    <a:lnTo>
                      <a:pt x="3448" y="2103"/>
                    </a:lnTo>
                    <a:lnTo>
                      <a:pt x="3517" y="2144"/>
                    </a:lnTo>
                    <a:lnTo>
                      <a:pt x="3582" y="2191"/>
                    </a:lnTo>
                    <a:lnTo>
                      <a:pt x="3643" y="2243"/>
                    </a:lnTo>
                    <a:lnTo>
                      <a:pt x="3700" y="2300"/>
                    </a:lnTo>
                    <a:lnTo>
                      <a:pt x="3752" y="2361"/>
                    </a:lnTo>
                    <a:lnTo>
                      <a:pt x="3799" y="2426"/>
                    </a:lnTo>
                    <a:lnTo>
                      <a:pt x="3841" y="2495"/>
                    </a:lnTo>
                    <a:lnTo>
                      <a:pt x="3876" y="2567"/>
                    </a:lnTo>
                    <a:lnTo>
                      <a:pt x="3906" y="2643"/>
                    </a:lnTo>
                    <a:lnTo>
                      <a:pt x="3930" y="2722"/>
                    </a:lnTo>
                    <a:lnTo>
                      <a:pt x="3948" y="2803"/>
                    </a:lnTo>
                    <a:lnTo>
                      <a:pt x="3959" y="2887"/>
                    </a:lnTo>
                    <a:lnTo>
                      <a:pt x="3962" y="2972"/>
                    </a:lnTo>
                    <a:lnTo>
                      <a:pt x="3959" y="3058"/>
                    </a:lnTo>
                    <a:lnTo>
                      <a:pt x="3948" y="3141"/>
                    </a:lnTo>
                    <a:lnTo>
                      <a:pt x="3930" y="3222"/>
                    </a:lnTo>
                    <a:lnTo>
                      <a:pt x="3906" y="3300"/>
                    </a:lnTo>
                    <a:lnTo>
                      <a:pt x="3876" y="3376"/>
                    </a:lnTo>
                    <a:lnTo>
                      <a:pt x="3841" y="3448"/>
                    </a:lnTo>
                    <a:lnTo>
                      <a:pt x="3799" y="3518"/>
                    </a:lnTo>
                    <a:lnTo>
                      <a:pt x="3752" y="3583"/>
                    </a:lnTo>
                    <a:lnTo>
                      <a:pt x="3700" y="3643"/>
                    </a:lnTo>
                    <a:lnTo>
                      <a:pt x="3643" y="3700"/>
                    </a:lnTo>
                    <a:lnTo>
                      <a:pt x="3582" y="3752"/>
                    </a:lnTo>
                    <a:lnTo>
                      <a:pt x="3517" y="3799"/>
                    </a:lnTo>
                    <a:lnTo>
                      <a:pt x="3448" y="3841"/>
                    </a:lnTo>
                    <a:lnTo>
                      <a:pt x="3376" y="3877"/>
                    </a:lnTo>
                    <a:lnTo>
                      <a:pt x="3300" y="3907"/>
                    </a:lnTo>
                    <a:lnTo>
                      <a:pt x="3221" y="3931"/>
                    </a:lnTo>
                    <a:lnTo>
                      <a:pt x="3141" y="3948"/>
                    </a:lnTo>
                    <a:lnTo>
                      <a:pt x="3058" y="3959"/>
                    </a:lnTo>
                    <a:lnTo>
                      <a:pt x="2972" y="3963"/>
                    </a:lnTo>
                    <a:lnTo>
                      <a:pt x="2886" y="3959"/>
                    </a:lnTo>
                    <a:lnTo>
                      <a:pt x="2802" y="3948"/>
                    </a:lnTo>
                    <a:lnTo>
                      <a:pt x="2721" y="3931"/>
                    </a:lnTo>
                    <a:lnTo>
                      <a:pt x="2643" y="3907"/>
                    </a:lnTo>
                    <a:lnTo>
                      <a:pt x="2567" y="3877"/>
                    </a:lnTo>
                    <a:lnTo>
                      <a:pt x="2495" y="3841"/>
                    </a:lnTo>
                    <a:lnTo>
                      <a:pt x="2426" y="3799"/>
                    </a:lnTo>
                    <a:lnTo>
                      <a:pt x="2361" y="3752"/>
                    </a:lnTo>
                    <a:lnTo>
                      <a:pt x="2300" y="3700"/>
                    </a:lnTo>
                    <a:lnTo>
                      <a:pt x="2243" y="3643"/>
                    </a:lnTo>
                    <a:lnTo>
                      <a:pt x="2191" y="3583"/>
                    </a:lnTo>
                    <a:lnTo>
                      <a:pt x="2144" y="3518"/>
                    </a:lnTo>
                    <a:lnTo>
                      <a:pt x="2103" y="3448"/>
                    </a:lnTo>
                    <a:lnTo>
                      <a:pt x="2067" y="3376"/>
                    </a:lnTo>
                    <a:lnTo>
                      <a:pt x="2037" y="3300"/>
                    </a:lnTo>
                    <a:lnTo>
                      <a:pt x="2013" y="3222"/>
                    </a:lnTo>
                    <a:lnTo>
                      <a:pt x="1995" y="3141"/>
                    </a:lnTo>
                    <a:lnTo>
                      <a:pt x="1984" y="3058"/>
                    </a:lnTo>
                    <a:lnTo>
                      <a:pt x="1980" y="2972"/>
                    </a:lnTo>
                    <a:lnTo>
                      <a:pt x="1984" y="2887"/>
                    </a:lnTo>
                    <a:lnTo>
                      <a:pt x="1995" y="2803"/>
                    </a:lnTo>
                    <a:lnTo>
                      <a:pt x="2013" y="2722"/>
                    </a:lnTo>
                    <a:lnTo>
                      <a:pt x="2037" y="2643"/>
                    </a:lnTo>
                    <a:lnTo>
                      <a:pt x="2067" y="2567"/>
                    </a:lnTo>
                    <a:lnTo>
                      <a:pt x="2103" y="2495"/>
                    </a:lnTo>
                    <a:lnTo>
                      <a:pt x="2144" y="2426"/>
                    </a:lnTo>
                    <a:lnTo>
                      <a:pt x="2191" y="2361"/>
                    </a:lnTo>
                    <a:lnTo>
                      <a:pt x="2243" y="2300"/>
                    </a:lnTo>
                    <a:lnTo>
                      <a:pt x="2300" y="2243"/>
                    </a:lnTo>
                    <a:lnTo>
                      <a:pt x="2361" y="2191"/>
                    </a:lnTo>
                    <a:lnTo>
                      <a:pt x="2426" y="2144"/>
                    </a:lnTo>
                    <a:lnTo>
                      <a:pt x="2495" y="2103"/>
                    </a:lnTo>
                    <a:lnTo>
                      <a:pt x="2567" y="2067"/>
                    </a:lnTo>
                    <a:lnTo>
                      <a:pt x="2643" y="2037"/>
                    </a:lnTo>
                    <a:lnTo>
                      <a:pt x="2721" y="2013"/>
                    </a:lnTo>
                    <a:lnTo>
                      <a:pt x="2802" y="1996"/>
                    </a:lnTo>
                    <a:lnTo>
                      <a:pt x="2886" y="1985"/>
                    </a:lnTo>
                    <a:lnTo>
                      <a:pt x="2972" y="1982"/>
                    </a:lnTo>
                    <a:close/>
                    <a:moveTo>
                      <a:pt x="1980" y="1486"/>
                    </a:moveTo>
                    <a:lnTo>
                      <a:pt x="2476" y="1486"/>
                    </a:lnTo>
                    <a:lnTo>
                      <a:pt x="2476" y="1982"/>
                    </a:lnTo>
                    <a:lnTo>
                      <a:pt x="1980" y="1982"/>
                    </a:lnTo>
                    <a:lnTo>
                      <a:pt x="1980" y="1486"/>
                    </a:lnTo>
                    <a:close/>
                    <a:moveTo>
                      <a:pt x="1238" y="1486"/>
                    </a:moveTo>
                    <a:lnTo>
                      <a:pt x="1734" y="1486"/>
                    </a:lnTo>
                    <a:lnTo>
                      <a:pt x="1734" y="1982"/>
                    </a:lnTo>
                    <a:lnTo>
                      <a:pt x="1238" y="1982"/>
                    </a:lnTo>
                    <a:lnTo>
                      <a:pt x="1238" y="1486"/>
                    </a:lnTo>
                    <a:close/>
                    <a:moveTo>
                      <a:pt x="495" y="1486"/>
                    </a:moveTo>
                    <a:lnTo>
                      <a:pt x="990" y="1486"/>
                    </a:lnTo>
                    <a:lnTo>
                      <a:pt x="990" y="1982"/>
                    </a:lnTo>
                    <a:lnTo>
                      <a:pt x="495" y="1982"/>
                    </a:lnTo>
                    <a:lnTo>
                      <a:pt x="495" y="1486"/>
                    </a:lnTo>
                    <a:close/>
                    <a:moveTo>
                      <a:pt x="268" y="495"/>
                    </a:moveTo>
                    <a:lnTo>
                      <a:pt x="371" y="495"/>
                    </a:lnTo>
                    <a:lnTo>
                      <a:pt x="371" y="619"/>
                    </a:lnTo>
                    <a:lnTo>
                      <a:pt x="374" y="659"/>
                    </a:lnTo>
                    <a:lnTo>
                      <a:pt x="384" y="697"/>
                    </a:lnTo>
                    <a:lnTo>
                      <a:pt x="399" y="732"/>
                    </a:lnTo>
                    <a:lnTo>
                      <a:pt x="419" y="765"/>
                    </a:lnTo>
                    <a:lnTo>
                      <a:pt x="444" y="794"/>
                    </a:lnTo>
                    <a:lnTo>
                      <a:pt x="473" y="819"/>
                    </a:lnTo>
                    <a:lnTo>
                      <a:pt x="505" y="839"/>
                    </a:lnTo>
                    <a:lnTo>
                      <a:pt x="541" y="854"/>
                    </a:lnTo>
                    <a:lnTo>
                      <a:pt x="579" y="864"/>
                    </a:lnTo>
                    <a:lnTo>
                      <a:pt x="619" y="867"/>
                    </a:lnTo>
                    <a:lnTo>
                      <a:pt x="659" y="864"/>
                    </a:lnTo>
                    <a:lnTo>
                      <a:pt x="697" y="854"/>
                    </a:lnTo>
                    <a:lnTo>
                      <a:pt x="732" y="839"/>
                    </a:lnTo>
                    <a:lnTo>
                      <a:pt x="765" y="819"/>
                    </a:lnTo>
                    <a:lnTo>
                      <a:pt x="794" y="794"/>
                    </a:lnTo>
                    <a:lnTo>
                      <a:pt x="819" y="765"/>
                    </a:lnTo>
                    <a:lnTo>
                      <a:pt x="838" y="732"/>
                    </a:lnTo>
                    <a:lnTo>
                      <a:pt x="854" y="697"/>
                    </a:lnTo>
                    <a:lnTo>
                      <a:pt x="864" y="659"/>
                    </a:lnTo>
                    <a:lnTo>
                      <a:pt x="866" y="619"/>
                    </a:lnTo>
                    <a:lnTo>
                      <a:pt x="866" y="495"/>
                    </a:lnTo>
                    <a:lnTo>
                      <a:pt x="2353" y="495"/>
                    </a:lnTo>
                    <a:lnTo>
                      <a:pt x="2353" y="619"/>
                    </a:lnTo>
                    <a:lnTo>
                      <a:pt x="2355" y="659"/>
                    </a:lnTo>
                    <a:lnTo>
                      <a:pt x="2365" y="697"/>
                    </a:lnTo>
                    <a:lnTo>
                      <a:pt x="2380" y="732"/>
                    </a:lnTo>
                    <a:lnTo>
                      <a:pt x="2400" y="765"/>
                    </a:lnTo>
                    <a:lnTo>
                      <a:pt x="2425" y="794"/>
                    </a:lnTo>
                    <a:lnTo>
                      <a:pt x="2454" y="819"/>
                    </a:lnTo>
                    <a:lnTo>
                      <a:pt x="2487" y="839"/>
                    </a:lnTo>
                    <a:lnTo>
                      <a:pt x="2521" y="854"/>
                    </a:lnTo>
                    <a:lnTo>
                      <a:pt x="2560" y="864"/>
                    </a:lnTo>
                    <a:lnTo>
                      <a:pt x="2600" y="867"/>
                    </a:lnTo>
                    <a:lnTo>
                      <a:pt x="2641" y="864"/>
                    </a:lnTo>
                    <a:lnTo>
                      <a:pt x="2678" y="854"/>
                    </a:lnTo>
                    <a:lnTo>
                      <a:pt x="2714" y="839"/>
                    </a:lnTo>
                    <a:lnTo>
                      <a:pt x="2747" y="819"/>
                    </a:lnTo>
                    <a:lnTo>
                      <a:pt x="2776" y="794"/>
                    </a:lnTo>
                    <a:lnTo>
                      <a:pt x="2800" y="765"/>
                    </a:lnTo>
                    <a:lnTo>
                      <a:pt x="2820" y="732"/>
                    </a:lnTo>
                    <a:lnTo>
                      <a:pt x="2835" y="697"/>
                    </a:lnTo>
                    <a:lnTo>
                      <a:pt x="2844" y="659"/>
                    </a:lnTo>
                    <a:lnTo>
                      <a:pt x="2848" y="619"/>
                    </a:lnTo>
                    <a:lnTo>
                      <a:pt x="2848" y="495"/>
                    </a:lnTo>
                    <a:lnTo>
                      <a:pt x="2952" y="495"/>
                    </a:lnTo>
                    <a:lnTo>
                      <a:pt x="2995" y="498"/>
                    </a:lnTo>
                    <a:lnTo>
                      <a:pt x="3036" y="509"/>
                    </a:lnTo>
                    <a:lnTo>
                      <a:pt x="3074" y="526"/>
                    </a:lnTo>
                    <a:lnTo>
                      <a:pt x="3109" y="548"/>
                    </a:lnTo>
                    <a:lnTo>
                      <a:pt x="3141" y="574"/>
                    </a:lnTo>
                    <a:lnTo>
                      <a:pt x="3167" y="607"/>
                    </a:lnTo>
                    <a:lnTo>
                      <a:pt x="3189" y="642"/>
                    </a:lnTo>
                    <a:lnTo>
                      <a:pt x="3206" y="682"/>
                    </a:lnTo>
                    <a:lnTo>
                      <a:pt x="3215" y="724"/>
                    </a:lnTo>
                    <a:lnTo>
                      <a:pt x="3219" y="767"/>
                    </a:lnTo>
                    <a:lnTo>
                      <a:pt x="3219" y="1733"/>
                    </a:lnTo>
                    <a:lnTo>
                      <a:pt x="2972" y="1733"/>
                    </a:lnTo>
                    <a:lnTo>
                      <a:pt x="2972" y="1238"/>
                    </a:lnTo>
                    <a:lnTo>
                      <a:pt x="248" y="1238"/>
                    </a:lnTo>
                    <a:lnTo>
                      <a:pt x="248" y="2947"/>
                    </a:lnTo>
                    <a:lnTo>
                      <a:pt x="250" y="2959"/>
                    </a:lnTo>
                    <a:lnTo>
                      <a:pt x="258" y="2969"/>
                    </a:lnTo>
                    <a:lnTo>
                      <a:pt x="268" y="2972"/>
                    </a:lnTo>
                    <a:lnTo>
                      <a:pt x="1734" y="2972"/>
                    </a:lnTo>
                    <a:lnTo>
                      <a:pt x="1734" y="3219"/>
                    </a:lnTo>
                    <a:lnTo>
                      <a:pt x="268" y="3219"/>
                    </a:lnTo>
                    <a:lnTo>
                      <a:pt x="225" y="3216"/>
                    </a:lnTo>
                    <a:lnTo>
                      <a:pt x="183" y="3206"/>
                    </a:lnTo>
                    <a:lnTo>
                      <a:pt x="144" y="3189"/>
                    </a:lnTo>
                    <a:lnTo>
                      <a:pt x="109" y="3167"/>
                    </a:lnTo>
                    <a:lnTo>
                      <a:pt x="78" y="3140"/>
                    </a:lnTo>
                    <a:lnTo>
                      <a:pt x="52" y="3108"/>
                    </a:lnTo>
                    <a:lnTo>
                      <a:pt x="30" y="3072"/>
                    </a:lnTo>
                    <a:lnTo>
                      <a:pt x="13" y="3034"/>
                    </a:lnTo>
                    <a:lnTo>
                      <a:pt x="3" y="2991"/>
                    </a:lnTo>
                    <a:lnTo>
                      <a:pt x="0" y="2947"/>
                    </a:lnTo>
                    <a:lnTo>
                      <a:pt x="0" y="767"/>
                    </a:lnTo>
                    <a:lnTo>
                      <a:pt x="3" y="724"/>
                    </a:lnTo>
                    <a:lnTo>
                      <a:pt x="13" y="682"/>
                    </a:lnTo>
                    <a:lnTo>
                      <a:pt x="30" y="642"/>
                    </a:lnTo>
                    <a:lnTo>
                      <a:pt x="52" y="607"/>
                    </a:lnTo>
                    <a:lnTo>
                      <a:pt x="78" y="574"/>
                    </a:lnTo>
                    <a:lnTo>
                      <a:pt x="109" y="548"/>
                    </a:lnTo>
                    <a:lnTo>
                      <a:pt x="144" y="526"/>
                    </a:lnTo>
                    <a:lnTo>
                      <a:pt x="183" y="509"/>
                    </a:lnTo>
                    <a:lnTo>
                      <a:pt x="225" y="498"/>
                    </a:lnTo>
                    <a:lnTo>
                      <a:pt x="268" y="495"/>
                    </a:lnTo>
                    <a:close/>
                    <a:moveTo>
                      <a:pt x="2600" y="0"/>
                    </a:moveTo>
                    <a:lnTo>
                      <a:pt x="2629" y="3"/>
                    </a:lnTo>
                    <a:lnTo>
                      <a:pt x="2654" y="13"/>
                    </a:lnTo>
                    <a:lnTo>
                      <a:pt x="2678" y="27"/>
                    </a:lnTo>
                    <a:lnTo>
                      <a:pt x="2696" y="47"/>
                    </a:lnTo>
                    <a:lnTo>
                      <a:pt x="2712" y="69"/>
                    </a:lnTo>
                    <a:lnTo>
                      <a:pt x="2720" y="95"/>
                    </a:lnTo>
                    <a:lnTo>
                      <a:pt x="2724" y="124"/>
                    </a:lnTo>
                    <a:lnTo>
                      <a:pt x="2724" y="619"/>
                    </a:lnTo>
                    <a:lnTo>
                      <a:pt x="2720" y="648"/>
                    </a:lnTo>
                    <a:lnTo>
                      <a:pt x="2712" y="673"/>
                    </a:lnTo>
                    <a:lnTo>
                      <a:pt x="2696" y="696"/>
                    </a:lnTo>
                    <a:lnTo>
                      <a:pt x="2678" y="715"/>
                    </a:lnTo>
                    <a:lnTo>
                      <a:pt x="2654" y="730"/>
                    </a:lnTo>
                    <a:lnTo>
                      <a:pt x="2629" y="739"/>
                    </a:lnTo>
                    <a:lnTo>
                      <a:pt x="2600" y="743"/>
                    </a:lnTo>
                    <a:lnTo>
                      <a:pt x="2572" y="739"/>
                    </a:lnTo>
                    <a:lnTo>
                      <a:pt x="2546" y="730"/>
                    </a:lnTo>
                    <a:lnTo>
                      <a:pt x="2523" y="715"/>
                    </a:lnTo>
                    <a:lnTo>
                      <a:pt x="2503" y="696"/>
                    </a:lnTo>
                    <a:lnTo>
                      <a:pt x="2489" y="673"/>
                    </a:lnTo>
                    <a:lnTo>
                      <a:pt x="2479" y="648"/>
                    </a:lnTo>
                    <a:lnTo>
                      <a:pt x="2476" y="619"/>
                    </a:lnTo>
                    <a:lnTo>
                      <a:pt x="2476" y="124"/>
                    </a:lnTo>
                    <a:lnTo>
                      <a:pt x="2479" y="95"/>
                    </a:lnTo>
                    <a:lnTo>
                      <a:pt x="2489" y="69"/>
                    </a:lnTo>
                    <a:lnTo>
                      <a:pt x="2503" y="47"/>
                    </a:lnTo>
                    <a:lnTo>
                      <a:pt x="2523" y="27"/>
                    </a:lnTo>
                    <a:lnTo>
                      <a:pt x="2546" y="13"/>
                    </a:lnTo>
                    <a:lnTo>
                      <a:pt x="2572" y="3"/>
                    </a:lnTo>
                    <a:lnTo>
                      <a:pt x="2600" y="0"/>
                    </a:lnTo>
                    <a:close/>
                    <a:moveTo>
                      <a:pt x="619" y="0"/>
                    </a:moveTo>
                    <a:lnTo>
                      <a:pt x="647" y="3"/>
                    </a:lnTo>
                    <a:lnTo>
                      <a:pt x="673" y="13"/>
                    </a:lnTo>
                    <a:lnTo>
                      <a:pt x="696" y="27"/>
                    </a:lnTo>
                    <a:lnTo>
                      <a:pt x="715" y="47"/>
                    </a:lnTo>
                    <a:lnTo>
                      <a:pt x="730" y="69"/>
                    </a:lnTo>
                    <a:lnTo>
                      <a:pt x="740" y="95"/>
                    </a:lnTo>
                    <a:lnTo>
                      <a:pt x="743" y="124"/>
                    </a:lnTo>
                    <a:lnTo>
                      <a:pt x="743" y="619"/>
                    </a:lnTo>
                    <a:lnTo>
                      <a:pt x="740" y="648"/>
                    </a:lnTo>
                    <a:lnTo>
                      <a:pt x="730" y="673"/>
                    </a:lnTo>
                    <a:lnTo>
                      <a:pt x="715" y="696"/>
                    </a:lnTo>
                    <a:lnTo>
                      <a:pt x="696" y="715"/>
                    </a:lnTo>
                    <a:lnTo>
                      <a:pt x="673" y="730"/>
                    </a:lnTo>
                    <a:lnTo>
                      <a:pt x="647" y="739"/>
                    </a:lnTo>
                    <a:lnTo>
                      <a:pt x="619" y="743"/>
                    </a:lnTo>
                    <a:lnTo>
                      <a:pt x="590" y="739"/>
                    </a:lnTo>
                    <a:lnTo>
                      <a:pt x="565" y="730"/>
                    </a:lnTo>
                    <a:lnTo>
                      <a:pt x="542" y="715"/>
                    </a:lnTo>
                    <a:lnTo>
                      <a:pt x="523" y="696"/>
                    </a:lnTo>
                    <a:lnTo>
                      <a:pt x="508" y="673"/>
                    </a:lnTo>
                    <a:lnTo>
                      <a:pt x="499" y="648"/>
                    </a:lnTo>
                    <a:lnTo>
                      <a:pt x="495" y="619"/>
                    </a:lnTo>
                    <a:lnTo>
                      <a:pt x="495" y="124"/>
                    </a:lnTo>
                    <a:lnTo>
                      <a:pt x="499" y="95"/>
                    </a:lnTo>
                    <a:lnTo>
                      <a:pt x="508" y="69"/>
                    </a:lnTo>
                    <a:lnTo>
                      <a:pt x="523" y="47"/>
                    </a:lnTo>
                    <a:lnTo>
                      <a:pt x="542" y="27"/>
                    </a:lnTo>
                    <a:lnTo>
                      <a:pt x="565" y="13"/>
                    </a:lnTo>
                    <a:lnTo>
                      <a:pt x="590" y="3"/>
                    </a:lnTo>
                    <a:lnTo>
                      <a:pt x="619" y="0"/>
                    </a:lnTo>
                    <a:close/>
                  </a:path>
                </a:pathLst>
              </a:custGeom>
              <a:solidFill>
                <a:schemeClr val="accent3"/>
              </a:solidFill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  <p:grpSp>
          <p:nvGrpSpPr>
            <p:cNvPr id="8" name="그룹 60"/>
            <p:cNvGrpSpPr/>
            <p:nvPr/>
          </p:nvGrpSpPr>
          <p:grpSpPr>
            <a:xfrm>
              <a:off x="4228307" y="3143493"/>
              <a:ext cx="1884180" cy="1488466"/>
              <a:chOff x="4075907" y="2991093"/>
              <a:chExt cx="1884180" cy="1488466"/>
            </a:xfrm>
          </p:grpSpPr>
          <p:sp>
            <p:nvSpPr>
              <p:cNvPr id="45" name="Freeform 26"/>
              <p:cNvSpPr>
                <a:spLocks noEditPoints="1"/>
              </p:cNvSpPr>
              <p:nvPr/>
            </p:nvSpPr>
            <p:spPr bwMode="auto">
              <a:xfrm>
                <a:off x="4075907" y="2991093"/>
                <a:ext cx="1884180" cy="1488466"/>
              </a:xfrm>
              <a:custGeom>
                <a:avLst/>
                <a:gdLst>
                  <a:gd name="T0" fmla="*/ 667 w 2078"/>
                  <a:gd name="T1" fmla="*/ 130 h 1640"/>
                  <a:gd name="T2" fmla="*/ 477 w 2078"/>
                  <a:gd name="T3" fmla="*/ 194 h 1640"/>
                  <a:gd name="T4" fmla="*/ 312 w 2078"/>
                  <a:gd name="T5" fmla="*/ 310 h 1640"/>
                  <a:gd name="T6" fmla="*/ 185 w 2078"/>
                  <a:gd name="T7" fmla="*/ 472 h 1640"/>
                  <a:gd name="T8" fmla="*/ 110 w 2078"/>
                  <a:gd name="T9" fmla="*/ 670 h 1640"/>
                  <a:gd name="T10" fmla="*/ 96 w 2078"/>
                  <a:gd name="T11" fmla="*/ 877 h 1640"/>
                  <a:gd name="T12" fmla="*/ 143 w 2078"/>
                  <a:gd name="T13" fmla="*/ 1074 h 1640"/>
                  <a:gd name="T14" fmla="*/ 242 w 2078"/>
                  <a:gd name="T15" fmla="*/ 1248 h 1640"/>
                  <a:gd name="T16" fmla="*/ 389 w 2078"/>
                  <a:gd name="T17" fmla="*/ 1388 h 1640"/>
                  <a:gd name="T18" fmla="*/ 578 w 2078"/>
                  <a:gd name="T19" fmla="*/ 1482 h 1640"/>
                  <a:gd name="T20" fmla="*/ 784 w 2078"/>
                  <a:gd name="T21" fmla="*/ 1516 h 1640"/>
                  <a:gd name="T22" fmla="*/ 985 w 2078"/>
                  <a:gd name="T23" fmla="*/ 1489 h 1640"/>
                  <a:gd name="T24" fmla="*/ 1169 w 2078"/>
                  <a:gd name="T25" fmla="*/ 1407 h 1640"/>
                  <a:gd name="T26" fmla="*/ 1321 w 2078"/>
                  <a:gd name="T27" fmla="*/ 1275 h 1640"/>
                  <a:gd name="T28" fmla="*/ 1433 w 2078"/>
                  <a:gd name="T29" fmla="*/ 1101 h 1640"/>
                  <a:gd name="T30" fmla="*/ 1488 w 2078"/>
                  <a:gd name="T31" fmla="*/ 894 h 1640"/>
                  <a:gd name="T32" fmla="*/ 1480 w 2078"/>
                  <a:gd name="T33" fmla="*/ 691 h 1640"/>
                  <a:gd name="T34" fmla="*/ 1416 w 2078"/>
                  <a:gd name="T35" fmla="*/ 501 h 1640"/>
                  <a:gd name="T36" fmla="*/ 1300 w 2078"/>
                  <a:gd name="T37" fmla="*/ 336 h 1640"/>
                  <a:gd name="T38" fmla="*/ 1139 w 2078"/>
                  <a:gd name="T39" fmla="*/ 209 h 1640"/>
                  <a:gd name="T40" fmla="*/ 941 w 2078"/>
                  <a:gd name="T41" fmla="*/ 134 h 1640"/>
                  <a:gd name="T42" fmla="*/ 794 w 2078"/>
                  <a:gd name="T43" fmla="*/ 0 h 1640"/>
                  <a:gd name="T44" fmla="*/ 1011 w 2078"/>
                  <a:gd name="T45" fmla="*/ 20 h 1640"/>
                  <a:gd name="T46" fmla="*/ 1173 w 2078"/>
                  <a:gd name="T47" fmla="*/ 81 h 1640"/>
                  <a:gd name="T48" fmla="*/ 1309 w 2078"/>
                  <a:gd name="T49" fmla="*/ 178 h 1640"/>
                  <a:gd name="T50" fmla="*/ 1447 w 2078"/>
                  <a:gd name="T51" fmla="*/ 310 h 1640"/>
                  <a:gd name="T52" fmla="*/ 1579 w 2078"/>
                  <a:gd name="T53" fmla="*/ 467 h 1640"/>
                  <a:gd name="T54" fmla="*/ 1706 w 2078"/>
                  <a:gd name="T55" fmla="*/ 634 h 1640"/>
                  <a:gd name="T56" fmla="*/ 1819 w 2078"/>
                  <a:gd name="T57" fmla="*/ 801 h 1640"/>
                  <a:gd name="T58" fmla="*/ 1917 w 2078"/>
                  <a:gd name="T59" fmla="*/ 956 h 1640"/>
                  <a:gd name="T60" fmla="*/ 1996 w 2078"/>
                  <a:gd name="T61" fmla="*/ 1087 h 1640"/>
                  <a:gd name="T62" fmla="*/ 2051 w 2078"/>
                  <a:gd name="T63" fmla="*/ 1183 h 1640"/>
                  <a:gd name="T64" fmla="*/ 2077 w 2078"/>
                  <a:gd name="T65" fmla="*/ 1232 h 1640"/>
                  <a:gd name="T66" fmla="*/ 2064 w 2078"/>
                  <a:gd name="T67" fmla="*/ 1241 h 1640"/>
                  <a:gd name="T68" fmla="*/ 1997 w 2078"/>
                  <a:gd name="T69" fmla="*/ 1273 h 1640"/>
                  <a:gd name="T70" fmla="*/ 1882 w 2078"/>
                  <a:gd name="T71" fmla="*/ 1323 h 1640"/>
                  <a:gd name="T72" fmla="*/ 1731 w 2078"/>
                  <a:gd name="T73" fmla="*/ 1387 h 1640"/>
                  <a:gd name="T74" fmla="*/ 1552 w 2078"/>
                  <a:gd name="T75" fmla="*/ 1455 h 1640"/>
                  <a:gd name="T76" fmla="*/ 1358 w 2078"/>
                  <a:gd name="T77" fmla="*/ 1523 h 1640"/>
                  <a:gd name="T78" fmla="*/ 1157 w 2078"/>
                  <a:gd name="T79" fmla="*/ 1581 h 1640"/>
                  <a:gd name="T80" fmla="*/ 958 w 2078"/>
                  <a:gd name="T81" fmla="*/ 1623 h 1640"/>
                  <a:gd name="T82" fmla="*/ 776 w 2078"/>
                  <a:gd name="T83" fmla="*/ 1640 h 1640"/>
                  <a:gd name="T84" fmla="*/ 617 w 2078"/>
                  <a:gd name="T85" fmla="*/ 1628 h 1640"/>
                  <a:gd name="T86" fmla="*/ 435 w 2078"/>
                  <a:gd name="T87" fmla="*/ 1558 h 1640"/>
                  <a:gd name="T88" fmla="*/ 258 w 2078"/>
                  <a:gd name="T89" fmla="*/ 1431 h 1640"/>
                  <a:gd name="T90" fmla="*/ 124 w 2078"/>
                  <a:gd name="T91" fmla="*/ 1267 h 1640"/>
                  <a:gd name="T92" fmla="*/ 37 w 2078"/>
                  <a:gd name="T93" fmla="*/ 1074 h 1640"/>
                  <a:gd name="T94" fmla="*/ 0 w 2078"/>
                  <a:gd name="T95" fmla="*/ 863 h 1640"/>
                  <a:gd name="T96" fmla="*/ 19 w 2078"/>
                  <a:gd name="T97" fmla="*/ 645 h 1640"/>
                  <a:gd name="T98" fmla="*/ 99 w 2078"/>
                  <a:gd name="T99" fmla="*/ 434 h 1640"/>
                  <a:gd name="T100" fmla="*/ 226 w 2078"/>
                  <a:gd name="T101" fmla="*/ 259 h 1640"/>
                  <a:gd name="T102" fmla="*/ 390 w 2078"/>
                  <a:gd name="T103" fmla="*/ 126 h 1640"/>
                  <a:gd name="T104" fmla="*/ 583 w 2078"/>
                  <a:gd name="T105" fmla="*/ 37 h 1640"/>
                  <a:gd name="T106" fmla="*/ 794 w 2078"/>
                  <a:gd name="T107" fmla="*/ 0 h 164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</a:cxnLst>
                <a:rect l="0" t="0" r="r" b="b"/>
                <a:pathLst>
                  <a:path w="2078" h="1640">
                    <a:moveTo>
                      <a:pt x="802" y="119"/>
                    </a:moveTo>
                    <a:lnTo>
                      <a:pt x="733" y="122"/>
                    </a:lnTo>
                    <a:lnTo>
                      <a:pt x="667" y="130"/>
                    </a:lnTo>
                    <a:lnTo>
                      <a:pt x="601" y="146"/>
                    </a:lnTo>
                    <a:lnTo>
                      <a:pt x="537" y="167"/>
                    </a:lnTo>
                    <a:lnTo>
                      <a:pt x="477" y="194"/>
                    </a:lnTo>
                    <a:lnTo>
                      <a:pt x="417" y="228"/>
                    </a:lnTo>
                    <a:lnTo>
                      <a:pt x="363" y="267"/>
                    </a:lnTo>
                    <a:lnTo>
                      <a:pt x="312" y="310"/>
                    </a:lnTo>
                    <a:lnTo>
                      <a:pt x="265" y="360"/>
                    </a:lnTo>
                    <a:lnTo>
                      <a:pt x="223" y="413"/>
                    </a:lnTo>
                    <a:lnTo>
                      <a:pt x="185" y="472"/>
                    </a:lnTo>
                    <a:lnTo>
                      <a:pt x="154" y="534"/>
                    </a:lnTo>
                    <a:lnTo>
                      <a:pt x="129" y="602"/>
                    </a:lnTo>
                    <a:lnTo>
                      <a:pt x="110" y="670"/>
                    </a:lnTo>
                    <a:lnTo>
                      <a:pt x="99" y="739"/>
                    </a:lnTo>
                    <a:lnTo>
                      <a:pt x="95" y="808"/>
                    </a:lnTo>
                    <a:lnTo>
                      <a:pt x="96" y="877"/>
                    </a:lnTo>
                    <a:lnTo>
                      <a:pt x="106" y="944"/>
                    </a:lnTo>
                    <a:lnTo>
                      <a:pt x="122" y="1010"/>
                    </a:lnTo>
                    <a:lnTo>
                      <a:pt x="143" y="1074"/>
                    </a:lnTo>
                    <a:lnTo>
                      <a:pt x="170" y="1134"/>
                    </a:lnTo>
                    <a:lnTo>
                      <a:pt x="204" y="1192"/>
                    </a:lnTo>
                    <a:lnTo>
                      <a:pt x="242" y="1248"/>
                    </a:lnTo>
                    <a:lnTo>
                      <a:pt x="286" y="1299"/>
                    </a:lnTo>
                    <a:lnTo>
                      <a:pt x="335" y="1346"/>
                    </a:lnTo>
                    <a:lnTo>
                      <a:pt x="389" y="1388"/>
                    </a:lnTo>
                    <a:lnTo>
                      <a:pt x="448" y="1424"/>
                    </a:lnTo>
                    <a:lnTo>
                      <a:pt x="510" y="1457"/>
                    </a:lnTo>
                    <a:lnTo>
                      <a:pt x="578" y="1482"/>
                    </a:lnTo>
                    <a:lnTo>
                      <a:pt x="647" y="1500"/>
                    </a:lnTo>
                    <a:lnTo>
                      <a:pt x="715" y="1512"/>
                    </a:lnTo>
                    <a:lnTo>
                      <a:pt x="784" y="1516"/>
                    </a:lnTo>
                    <a:lnTo>
                      <a:pt x="853" y="1513"/>
                    </a:lnTo>
                    <a:lnTo>
                      <a:pt x="920" y="1504"/>
                    </a:lnTo>
                    <a:lnTo>
                      <a:pt x="985" y="1489"/>
                    </a:lnTo>
                    <a:lnTo>
                      <a:pt x="1050" y="1468"/>
                    </a:lnTo>
                    <a:lnTo>
                      <a:pt x="1111" y="1439"/>
                    </a:lnTo>
                    <a:lnTo>
                      <a:pt x="1169" y="1407"/>
                    </a:lnTo>
                    <a:lnTo>
                      <a:pt x="1224" y="1368"/>
                    </a:lnTo>
                    <a:lnTo>
                      <a:pt x="1275" y="1325"/>
                    </a:lnTo>
                    <a:lnTo>
                      <a:pt x="1321" y="1275"/>
                    </a:lnTo>
                    <a:lnTo>
                      <a:pt x="1364" y="1221"/>
                    </a:lnTo>
                    <a:lnTo>
                      <a:pt x="1401" y="1163"/>
                    </a:lnTo>
                    <a:lnTo>
                      <a:pt x="1433" y="1101"/>
                    </a:lnTo>
                    <a:lnTo>
                      <a:pt x="1457" y="1033"/>
                    </a:lnTo>
                    <a:lnTo>
                      <a:pt x="1476" y="965"/>
                    </a:lnTo>
                    <a:lnTo>
                      <a:pt x="1488" y="894"/>
                    </a:lnTo>
                    <a:lnTo>
                      <a:pt x="1492" y="826"/>
                    </a:lnTo>
                    <a:lnTo>
                      <a:pt x="1490" y="758"/>
                    </a:lnTo>
                    <a:lnTo>
                      <a:pt x="1480" y="691"/>
                    </a:lnTo>
                    <a:lnTo>
                      <a:pt x="1465" y="625"/>
                    </a:lnTo>
                    <a:lnTo>
                      <a:pt x="1444" y="561"/>
                    </a:lnTo>
                    <a:lnTo>
                      <a:pt x="1416" y="501"/>
                    </a:lnTo>
                    <a:lnTo>
                      <a:pt x="1383" y="441"/>
                    </a:lnTo>
                    <a:lnTo>
                      <a:pt x="1344" y="387"/>
                    </a:lnTo>
                    <a:lnTo>
                      <a:pt x="1300" y="336"/>
                    </a:lnTo>
                    <a:lnTo>
                      <a:pt x="1251" y="289"/>
                    </a:lnTo>
                    <a:lnTo>
                      <a:pt x="1197" y="247"/>
                    </a:lnTo>
                    <a:lnTo>
                      <a:pt x="1139" y="209"/>
                    </a:lnTo>
                    <a:lnTo>
                      <a:pt x="1076" y="178"/>
                    </a:lnTo>
                    <a:lnTo>
                      <a:pt x="1009" y="153"/>
                    </a:lnTo>
                    <a:lnTo>
                      <a:pt x="941" y="134"/>
                    </a:lnTo>
                    <a:lnTo>
                      <a:pt x="871" y="123"/>
                    </a:lnTo>
                    <a:lnTo>
                      <a:pt x="802" y="119"/>
                    </a:lnTo>
                    <a:close/>
                    <a:moveTo>
                      <a:pt x="794" y="0"/>
                    </a:moveTo>
                    <a:lnTo>
                      <a:pt x="865" y="0"/>
                    </a:lnTo>
                    <a:lnTo>
                      <a:pt x="938" y="7"/>
                    </a:lnTo>
                    <a:lnTo>
                      <a:pt x="1011" y="20"/>
                    </a:lnTo>
                    <a:lnTo>
                      <a:pt x="1084" y="41"/>
                    </a:lnTo>
                    <a:lnTo>
                      <a:pt x="1128" y="58"/>
                    </a:lnTo>
                    <a:lnTo>
                      <a:pt x="1173" y="81"/>
                    </a:lnTo>
                    <a:lnTo>
                      <a:pt x="1217" y="108"/>
                    </a:lnTo>
                    <a:lnTo>
                      <a:pt x="1263" y="140"/>
                    </a:lnTo>
                    <a:lnTo>
                      <a:pt x="1309" y="178"/>
                    </a:lnTo>
                    <a:lnTo>
                      <a:pt x="1355" y="219"/>
                    </a:lnTo>
                    <a:lnTo>
                      <a:pt x="1401" y="263"/>
                    </a:lnTo>
                    <a:lnTo>
                      <a:pt x="1447" y="310"/>
                    </a:lnTo>
                    <a:lnTo>
                      <a:pt x="1491" y="360"/>
                    </a:lnTo>
                    <a:lnTo>
                      <a:pt x="1536" y="413"/>
                    </a:lnTo>
                    <a:lnTo>
                      <a:pt x="1579" y="467"/>
                    </a:lnTo>
                    <a:lnTo>
                      <a:pt x="1622" y="522"/>
                    </a:lnTo>
                    <a:lnTo>
                      <a:pt x="1664" y="577"/>
                    </a:lnTo>
                    <a:lnTo>
                      <a:pt x="1706" y="634"/>
                    </a:lnTo>
                    <a:lnTo>
                      <a:pt x="1745" y="691"/>
                    </a:lnTo>
                    <a:lnTo>
                      <a:pt x="1782" y="746"/>
                    </a:lnTo>
                    <a:lnTo>
                      <a:pt x="1819" y="801"/>
                    </a:lnTo>
                    <a:lnTo>
                      <a:pt x="1854" y="855"/>
                    </a:lnTo>
                    <a:lnTo>
                      <a:pt x="1886" y="907"/>
                    </a:lnTo>
                    <a:lnTo>
                      <a:pt x="1917" y="956"/>
                    </a:lnTo>
                    <a:lnTo>
                      <a:pt x="1946" y="1004"/>
                    </a:lnTo>
                    <a:lnTo>
                      <a:pt x="1973" y="1048"/>
                    </a:lnTo>
                    <a:lnTo>
                      <a:pt x="1996" y="1087"/>
                    </a:lnTo>
                    <a:lnTo>
                      <a:pt x="2017" y="1124"/>
                    </a:lnTo>
                    <a:lnTo>
                      <a:pt x="2035" y="1156"/>
                    </a:lnTo>
                    <a:lnTo>
                      <a:pt x="2051" y="1183"/>
                    </a:lnTo>
                    <a:lnTo>
                      <a:pt x="2063" y="1205"/>
                    </a:lnTo>
                    <a:lnTo>
                      <a:pt x="2071" y="1221"/>
                    </a:lnTo>
                    <a:lnTo>
                      <a:pt x="2077" y="1232"/>
                    </a:lnTo>
                    <a:lnTo>
                      <a:pt x="2078" y="1234"/>
                    </a:lnTo>
                    <a:lnTo>
                      <a:pt x="2075" y="1237"/>
                    </a:lnTo>
                    <a:lnTo>
                      <a:pt x="2064" y="1241"/>
                    </a:lnTo>
                    <a:lnTo>
                      <a:pt x="2048" y="1249"/>
                    </a:lnTo>
                    <a:lnTo>
                      <a:pt x="2025" y="1260"/>
                    </a:lnTo>
                    <a:lnTo>
                      <a:pt x="1997" y="1273"/>
                    </a:lnTo>
                    <a:lnTo>
                      <a:pt x="1963" y="1288"/>
                    </a:lnTo>
                    <a:lnTo>
                      <a:pt x="1926" y="1306"/>
                    </a:lnTo>
                    <a:lnTo>
                      <a:pt x="1882" y="1323"/>
                    </a:lnTo>
                    <a:lnTo>
                      <a:pt x="1835" y="1343"/>
                    </a:lnTo>
                    <a:lnTo>
                      <a:pt x="1785" y="1365"/>
                    </a:lnTo>
                    <a:lnTo>
                      <a:pt x="1731" y="1387"/>
                    </a:lnTo>
                    <a:lnTo>
                      <a:pt x="1673" y="1410"/>
                    </a:lnTo>
                    <a:lnTo>
                      <a:pt x="1614" y="1433"/>
                    </a:lnTo>
                    <a:lnTo>
                      <a:pt x="1552" y="1455"/>
                    </a:lnTo>
                    <a:lnTo>
                      <a:pt x="1488" y="1478"/>
                    </a:lnTo>
                    <a:lnTo>
                      <a:pt x="1424" y="1501"/>
                    </a:lnTo>
                    <a:lnTo>
                      <a:pt x="1358" y="1523"/>
                    </a:lnTo>
                    <a:lnTo>
                      <a:pt x="1290" y="1543"/>
                    </a:lnTo>
                    <a:lnTo>
                      <a:pt x="1223" y="1563"/>
                    </a:lnTo>
                    <a:lnTo>
                      <a:pt x="1157" y="1581"/>
                    </a:lnTo>
                    <a:lnTo>
                      <a:pt x="1089" y="1597"/>
                    </a:lnTo>
                    <a:lnTo>
                      <a:pt x="1023" y="1611"/>
                    </a:lnTo>
                    <a:lnTo>
                      <a:pt x="958" y="1623"/>
                    </a:lnTo>
                    <a:lnTo>
                      <a:pt x="896" y="1631"/>
                    </a:lnTo>
                    <a:lnTo>
                      <a:pt x="834" y="1638"/>
                    </a:lnTo>
                    <a:lnTo>
                      <a:pt x="776" y="1640"/>
                    </a:lnTo>
                    <a:lnTo>
                      <a:pt x="719" y="1640"/>
                    </a:lnTo>
                    <a:lnTo>
                      <a:pt x="667" y="1636"/>
                    </a:lnTo>
                    <a:lnTo>
                      <a:pt x="617" y="1628"/>
                    </a:lnTo>
                    <a:lnTo>
                      <a:pt x="572" y="1617"/>
                    </a:lnTo>
                    <a:lnTo>
                      <a:pt x="501" y="1590"/>
                    </a:lnTo>
                    <a:lnTo>
                      <a:pt x="435" y="1558"/>
                    </a:lnTo>
                    <a:lnTo>
                      <a:pt x="371" y="1520"/>
                    </a:lnTo>
                    <a:lnTo>
                      <a:pt x="313" y="1478"/>
                    </a:lnTo>
                    <a:lnTo>
                      <a:pt x="258" y="1431"/>
                    </a:lnTo>
                    <a:lnTo>
                      <a:pt x="209" y="1380"/>
                    </a:lnTo>
                    <a:lnTo>
                      <a:pt x="164" y="1325"/>
                    </a:lnTo>
                    <a:lnTo>
                      <a:pt x="124" y="1267"/>
                    </a:lnTo>
                    <a:lnTo>
                      <a:pt x="89" y="1205"/>
                    </a:lnTo>
                    <a:lnTo>
                      <a:pt x="60" y="1141"/>
                    </a:lnTo>
                    <a:lnTo>
                      <a:pt x="37" y="1074"/>
                    </a:lnTo>
                    <a:lnTo>
                      <a:pt x="18" y="1005"/>
                    </a:lnTo>
                    <a:lnTo>
                      <a:pt x="6" y="935"/>
                    </a:lnTo>
                    <a:lnTo>
                      <a:pt x="0" y="863"/>
                    </a:lnTo>
                    <a:lnTo>
                      <a:pt x="0" y="792"/>
                    </a:lnTo>
                    <a:lnTo>
                      <a:pt x="7" y="718"/>
                    </a:lnTo>
                    <a:lnTo>
                      <a:pt x="19" y="645"/>
                    </a:lnTo>
                    <a:lnTo>
                      <a:pt x="39" y="572"/>
                    </a:lnTo>
                    <a:lnTo>
                      <a:pt x="66" y="502"/>
                    </a:lnTo>
                    <a:lnTo>
                      <a:pt x="99" y="434"/>
                    </a:lnTo>
                    <a:lnTo>
                      <a:pt x="137" y="372"/>
                    </a:lnTo>
                    <a:lnTo>
                      <a:pt x="178" y="313"/>
                    </a:lnTo>
                    <a:lnTo>
                      <a:pt x="226" y="259"/>
                    </a:lnTo>
                    <a:lnTo>
                      <a:pt x="277" y="209"/>
                    </a:lnTo>
                    <a:lnTo>
                      <a:pt x="332" y="165"/>
                    </a:lnTo>
                    <a:lnTo>
                      <a:pt x="390" y="126"/>
                    </a:lnTo>
                    <a:lnTo>
                      <a:pt x="452" y="91"/>
                    </a:lnTo>
                    <a:lnTo>
                      <a:pt x="516" y="61"/>
                    </a:lnTo>
                    <a:lnTo>
                      <a:pt x="583" y="37"/>
                    </a:lnTo>
                    <a:lnTo>
                      <a:pt x="652" y="19"/>
                    </a:lnTo>
                    <a:lnTo>
                      <a:pt x="722" y="7"/>
                    </a:lnTo>
                    <a:lnTo>
                      <a:pt x="794" y="0"/>
                    </a:lnTo>
                    <a:close/>
                  </a:path>
                </a:pathLst>
              </a:custGeom>
              <a:solidFill>
                <a:schemeClr val="accent4"/>
              </a:solidFill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grpSp>
            <p:nvGrpSpPr>
              <p:cNvPr id="10" name="Group 92"/>
              <p:cNvGrpSpPr/>
              <p:nvPr/>
            </p:nvGrpSpPr>
            <p:grpSpPr>
              <a:xfrm>
                <a:off x="4559245" y="3525194"/>
                <a:ext cx="479425" cy="477838"/>
                <a:chOff x="4575175" y="3521076"/>
                <a:chExt cx="479425" cy="477838"/>
              </a:xfrm>
            </p:grpSpPr>
            <p:sp>
              <p:nvSpPr>
                <p:cNvPr id="47" name="Freeform 54"/>
                <p:cNvSpPr>
                  <a:spLocks/>
                </p:cNvSpPr>
                <p:nvPr/>
              </p:nvSpPr>
              <p:spPr bwMode="auto">
                <a:xfrm>
                  <a:off x="4657725" y="3606801"/>
                  <a:ext cx="206375" cy="42863"/>
                </a:xfrm>
                <a:custGeom>
                  <a:avLst/>
                  <a:gdLst>
                    <a:gd name="T0" fmla="*/ 151 w 1438"/>
                    <a:gd name="T1" fmla="*/ 0 h 302"/>
                    <a:gd name="T2" fmla="*/ 1287 w 1438"/>
                    <a:gd name="T3" fmla="*/ 0 h 302"/>
                    <a:gd name="T4" fmla="*/ 1318 w 1438"/>
                    <a:gd name="T5" fmla="*/ 3 h 302"/>
                    <a:gd name="T6" fmla="*/ 1346 w 1438"/>
                    <a:gd name="T7" fmla="*/ 12 h 302"/>
                    <a:gd name="T8" fmla="*/ 1372 w 1438"/>
                    <a:gd name="T9" fmla="*/ 26 h 302"/>
                    <a:gd name="T10" fmla="*/ 1394 w 1438"/>
                    <a:gd name="T11" fmla="*/ 45 h 302"/>
                    <a:gd name="T12" fmla="*/ 1413 w 1438"/>
                    <a:gd name="T13" fmla="*/ 67 h 302"/>
                    <a:gd name="T14" fmla="*/ 1426 w 1438"/>
                    <a:gd name="T15" fmla="*/ 93 h 302"/>
                    <a:gd name="T16" fmla="*/ 1435 w 1438"/>
                    <a:gd name="T17" fmla="*/ 121 h 302"/>
                    <a:gd name="T18" fmla="*/ 1438 w 1438"/>
                    <a:gd name="T19" fmla="*/ 151 h 302"/>
                    <a:gd name="T20" fmla="*/ 1435 w 1438"/>
                    <a:gd name="T21" fmla="*/ 181 h 302"/>
                    <a:gd name="T22" fmla="*/ 1426 w 1438"/>
                    <a:gd name="T23" fmla="*/ 209 h 302"/>
                    <a:gd name="T24" fmla="*/ 1413 w 1438"/>
                    <a:gd name="T25" fmla="*/ 235 h 302"/>
                    <a:gd name="T26" fmla="*/ 1394 w 1438"/>
                    <a:gd name="T27" fmla="*/ 257 h 302"/>
                    <a:gd name="T28" fmla="*/ 1372 w 1438"/>
                    <a:gd name="T29" fmla="*/ 276 h 302"/>
                    <a:gd name="T30" fmla="*/ 1346 w 1438"/>
                    <a:gd name="T31" fmla="*/ 289 h 302"/>
                    <a:gd name="T32" fmla="*/ 1318 w 1438"/>
                    <a:gd name="T33" fmla="*/ 298 h 302"/>
                    <a:gd name="T34" fmla="*/ 1287 w 1438"/>
                    <a:gd name="T35" fmla="*/ 302 h 302"/>
                    <a:gd name="T36" fmla="*/ 151 w 1438"/>
                    <a:gd name="T37" fmla="*/ 302 h 302"/>
                    <a:gd name="T38" fmla="*/ 121 w 1438"/>
                    <a:gd name="T39" fmla="*/ 298 h 302"/>
                    <a:gd name="T40" fmla="*/ 93 w 1438"/>
                    <a:gd name="T41" fmla="*/ 289 h 302"/>
                    <a:gd name="T42" fmla="*/ 66 w 1438"/>
                    <a:gd name="T43" fmla="*/ 276 h 302"/>
                    <a:gd name="T44" fmla="*/ 44 w 1438"/>
                    <a:gd name="T45" fmla="*/ 257 h 302"/>
                    <a:gd name="T46" fmla="*/ 26 w 1438"/>
                    <a:gd name="T47" fmla="*/ 235 h 302"/>
                    <a:gd name="T48" fmla="*/ 12 w 1438"/>
                    <a:gd name="T49" fmla="*/ 209 h 302"/>
                    <a:gd name="T50" fmla="*/ 4 w 1438"/>
                    <a:gd name="T51" fmla="*/ 181 h 302"/>
                    <a:gd name="T52" fmla="*/ 0 w 1438"/>
                    <a:gd name="T53" fmla="*/ 151 h 302"/>
                    <a:gd name="T54" fmla="*/ 4 w 1438"/>
                    <a:gd name="T55" fmla="*/ 121 h 302"/>
                    <a:gd name="T56" fmla="*/ 12 w 1438"/>
                    <a:gd name="T57" fmla="*/ 93 h 302"/>
                    <a:gd name="T58" fmla="*/ 26 w 1438"/>
                    <a:gd name="T59" fmla="*/ 67 h 302"/>
                    <a:gd name="T60" fmla="*/ 44 w 1438"/>
                    <a:gd name="T61" fmla="*/ 45 h 302"/>
                    <a:gd name="T62" fmla="*/ 66 w 1438"/>
                    <a:gd name="T63" fmla="*/ 26 h 302"/>
                    <a:gd name="T64" fmla="*/ 93 w 1438"/>
                    <a:gd name="T65" fmla="*/ 12 h 302"/>
                    <a:gd name="T66" fmla="*/ 121 w 1438"/>
                    <a:gd name="T67" fmla="*/ 3 h 302"/>
                    <a:gd name="T68" fmla="*/ 151 w 1438"/>
                    <a:gd name="T69" fmla="*/ 0 h 30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</a:cxnLst>
                  <a:rect l="0" t="0" r="r" b="b"/>
                  <a:pathLst>
                    <a:path w="1438" h="302">
                      <a:moveTo>
                        <a:pt x="151" y="0"/>
                      </a:moveTo>
                      <a:lnTo>
                        <a:pt x="1287" y="0"/>
                      </a:lnTo>
                      <a:lnTo>
                        <a:pt x="1318" y="3"/>
                      </a:lnTo>
                      <a:lnTo>
                        <a:pt x="1346" y="12"/>
                      </a:lnTo>
                      <a:lnTo>
                        <a:pt x="1372" y="26"/>
                      </a:lnTo>
                      <a:lnTo>
                        <a:pt x="1394" y="45"/>
                      </a:lnTo>
                      <a:lnTo>
                        <a:pt x="1413" y="67"/>
                      </a:lnTo>
                      <a:lnTo>
                        <a:pt x="1426" y="93"/>
                      </a:lnTo>
                      <a:lnTo>
                        <a:pt x="1435" y="121"/>
                      </a:lnTo>
                      <a:lnTo>
                        <a:pt x="1438" y="151"/>
                      </a:lnTo>
                      <a:lnTo>
                        <a:pt x="1435" y="181"/>
                      </a:lnTo>
                      <a:lnTo>
                        <a:pt x="1426" y="209"/>
                      </a:lnTo>
                      <a:lnTo>
                        <a:pt x="1413" y="235"/>
                      </a:lnTo>
                      <a:lnTo>
                        <a:pt x="1394" y="257"/>
                      </a:lnTo>
                      <a:lnTo>
                        <a:pt x="1372" y="276"/>
                      </a:lnTo>
                      <a:lnTo>
                        <a:pt x="1346" y="289"/>
                      </a:lnTo>
                      <a:lnTo>
                        <a:pt x="1318" y="298"/>
                      </a:lnTo>
                      <a:lnTo>
                        <a:pt x="1287" y="302"/>
                      </a:lnTo>
                      <a:lnTo>
                        <a:pt x="151" y="302"/>
                      </a:lnTo>
                      <a:lnTo>
                        <a:pt x="121" y="298"/>
                      </a:lnTo>
                      <a:lnTo>
                        <a:pt x="93" y="289"/>
                      </a:lnTo>
                      <a:lnTo>
                        <a:pt x="66" y="276"/>
                      </a:lnTo>
                      <a:lnTo>
                        <a:pt x="44" y="257"/>
                      </a:lnTo>
                      <a:lnTo>
                        <a:pt x="26" y="235"/>
                      </a:lnTo>
                      <a:lnTo>
                        <a:pt x="12" y="209"/>
                      </a:lnTo>
                      <a:lnTo>
                        <a:pt x="4" y="181"/>
                      </a:lnTo>
                      <a:lnTo>
                        <a:pt x="0" y="151"/>
                      </a:lnTo>
                      <a:lnTo>
                        <a:pt x="4" y="121"/>
                      </a:lnTo>
                      <a:lnTo>
                        <a:pt x="12" y="93"/>
                      </a:lnTo>
                      <a:lnTo>
                        <a:pt x="26" y="67"/>
                      </a:lnTo>
                      <a:lnTo>
                        <a:pt x="44" y="45"/>
                      </a:lnTo>
                      <a:lnTo>
                        <a:pt x="66" y="26"/>
                      </a:lnTo>
                      <a:lnTo>
                        <a:pt x="93" y="12"/>
                      </a:lnTo>
                      <a:lnTo>
                        <a:pt x="121" y="3"/>
                      </a:lnTo>
                      <a:lnTo>
                        <a:pt x="151" y="0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48" name="Freeform 55"/>
                <p:cNvSpPr>
                  <a:spLocks/>
                </p:cNvSpPr>
                <p:nvPr/>
              </p:nvSpPr>
              <p:spPr bwMode="auto">
                <a:xfrm>
                  <a:off x="4657725" y="3687763"/>
                  <a:ext cx="206375" cy="42863"/>
                </a:xfrm>
                <a:custGeom>
                  <a:avLst/>
                  <a:gdLst>
                    <a:gd name="T0" fmla="*/ 151 w 1438"/>
                    <a:gd name="T1" fmla="*/ 0 h 301"/>
                    <a:gd name="T2" fmla="*/ 1287 w 1438"/>
                    <a:gd name="T3" fmla="*/ 0 h 301"/>
                    <a:gd name="T4" fmla="*/ 1318 w 1438"/>
                    <a:gd name="T5" fmla="*/ 3 h 301"/>
                    <a:gd name="T6" fmla="*/ 1346 w 1438"/>
                    <a:gd name="T7" fmla="*/ 12 h 301"/>
                    <a:gd name="T8" fmla="*/ 1372 w 1438"/>
                    <a:gd name="T9" fmla="*/ 26 h 301"/>
                    <a:gd name="T10" fmla="*/ 1394 w 1438"/>
                    <a:gd name="T11" fmla="*/ 44 h 301"/>
                    <a:gd name="T12" fmla="*/ 1413 w 1438"/>
                    <a:gd name="T13" fmla="*/ 66 h 301"/>
                    <a:gd name="T14" fmla="*/ 1426 w 1438"/>
                    <a:gd name="T15" fmla="*/ 92 h 301"/>
                    <a:gd name="T16" fmla="*/ 1435 w 1438"/>
                    <a:gd name="T17" fmla="*/ 120 h 301"/>
                    <a:gd name="T18" fmla="*/ 1438 w 1438"/>
                    <a:gd name="T19" fmla="*/ 150 h 301"/>
                    <a:gd name="T20" fmla="*/ 1435 w 1438"/>
                    <a:gd name="T21" fmla="*/ 181 h 301"/>
                    <a:gd name="T22" fmla="*/ 1426 w 1438"/>
                    <a:gd name="T23" fmla="*/ 210 h 301"/>
                    <a:gd name="T24" fmla="*/ 1413 w 1438"/>
                    <a:gd name="T25" fmla="*/ 235 h 301"/>
                    <a:gd name="T26" fmla="*/ 1394 w 1438"/>
                    <a:gd name="T27" fmla="*/ 258 h 301"/>
                    <a:gd name="T28" fmla="*/ 1372 w 1438"/>
                    <a:gd name="T29" fmla="*/ 275 h 301"/>
                    <a:gd name="T30" fmla="*/ 1346 w 1438"/>
                    <a:gd name="T31" fmla="*/ 290 h 301"/>
                    <a:gd name="T32" fmla="*/ 1318 w 1438"/>
                    <a:gd name="T33" fmla="*/ 298 h 301"/>
                    <a:gd name="T34" fmla="*/ 1287 w 1438"/>
                    <a:gd name="T35" fmla="*/ 301 h 301"/>
                    <a:gd name="T36" fmla="*/ 151 w 1438"/>
                    <a:gd name="T37" fmla="*/ 301 h 301"/>
                    <a:gd name="T38" fmla="*/ 121 w 1438"/>
                    <a:gd name="T39" fmla="*/ 298 h 301"/>
                    <a:gd name="T40" fmla="*/ 93 w 1438"/>
                    <a:gd name="T41" fmla="*/ 290 h 301"/>
                    <a:gd name="T42" fmla="*/ 66 w 1438"/>
                    <a:gd name="T43" fmla="*/ 275 h 301"/>
                    <a:gd name="T44" fmla="*/ 44 w 1438"/>
                    <a:gd name="T45" fmla="*/ 258 h 301"/>
                    <a:gd name="T46" fmla="*/ 26 w 1438"/>
                    <a:gd name="T47" fmla="*/ 235 h 301"/>
                    <a:gd name="T48" fmla="*/ 12 w 1438"/>
                    <a:gd name="T49" fmla="*/ 210 h 301"/>
                    <a:gd name="T50" fmla="*/ 4 w 1438"/>
                    <a:gd name="T51" fmla="*/ 181 h 301"/>
                    <a:gd name="T52" fmla="*/ 0 w 1438"/>
                    <a:gd name="T53" fmla="*/ 150 h 301"/>
                    <a:gd name="T54" fmla="*/ 4 w 1438"/>
                    <a:gd name="T55" fmla="*/ 120 h 301"/>
                    <a:gd name="T56" fmla="*/ 12 w 1438"/>
                    <a:gd name="T57" fmla="*/ 92 h 301"/>
                    <a:gd name="T58" fmla="*/ 26 w 1438"/>
                    <a:gd name="T59" fmla="*/ 66 h 301"/>
                    <a:gd name="T60" fmla="*/ 44 w 1438"/>
                    <a:gd name="T61" fmla="*/ 44 h 301"/>
                    <a:gd name="T62" fmla="*/ 66 w 1438"/>
                    <a:gd name="T63" fmla="*/ 26 h 301"/>
                    <a:gd name="T64" fmla="*/ 93 w 1438"/>
                    <a:gd name="T65" fmla="*/ 12 h 301"/>
                    <a:gd name="T66" fmla="*/ 121 w 1438"/>
                    <a:gd name="T67" fmla="*/ 3 h 301"/>
                    <a:gd name="T68" fmla="*/ 151 w 1438"/>
                    <a:gd name="T69" fmla="*/ 0 h 30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</a:cxnLst>
                  <a:rect l="0" t="0" r="r" b="b"/>
                  <a:pathLst>
                    <a:path w="1438" h="301">
                      <a:moveTo>
                        <a:pt x="151" y="0"/>
                      </a:moveTo>
                      <a:lnTo>
                        <a:pt x="1287" y="0"/>
                      </a:lnTo>
                      <a:lnTo>
                        <a:pt x="1318" y="3"/>
                      </a:lnTo>
                      <a:lnTo>
                        <a:pt x="1346" y="12"/>
                      </a:lnTo>
                      <a:lnTo>
                        <a:pt x="1372" y="26"/>
                      </a:lnTo>
                      <a:lnTo>
                        <a:pt x="1394" y="44"/>
                      </a:lnTo>
                      <a:lnTo>
                        <a:pt x="1413" y="66"/>
                      </a:lnTo>
                      <a:lnTo>
                        <a:pt x="1426" y="92"/>
                      </a:lnTo>
                      <a:lnTo>
                        <a:pt x="1435" y="120"/>
                      </a:lnTo>
                      <a:lnTo>
                        <a:pt x="1438" y="150"/>
                      </a:lnTo>
                      <a:lnTo>
                        <a:pt x="1435" y="181"/>
                      </a:lnTo>
                      <a:lnTo>
                        <a:pt x="1426" y="210"/>
                      </a:lnTo>
                      <a:lnTo>
                        <a:pt x="1413" y="235"/>
                      </a:lnTo>
                      <a:lnTo>
                        <a:pt x="1394" y="258"/>
                      </a:lnTo>
                      <a:lnTo>
                        <a:pt x="1372" y="275"/>
                      </a:lnTo>
                      <a:lnTo>
                        <a:pt x="1346" y="290"/>
                      </a:lnTo>
                      <a:lnTo>
                        <a:pt x="1318" y="298"/>
                      </a:lnTo>
                      <a:lnTo>
                        <a:pt x="1287" y="301"/>
                      </a:lnTo>
                      <a:lnTo>
                        <a:pt x="151" y="301"/>
                      </a:lnTo>
                      <a:lnTo>
                        <a:pt x="121" y="298"/>
                      </a:lnTo>
                      <a:lnTo>
                        <a:pt x="93" y="290"/>
                      </a:lnTo>
                      <a:lnTo>
                        <a:pt x="66" y="275"/>
                      </a:lnTo>
                      <a:lnTo>
                        <a:pt x="44" y="258"/>
                      </a:lnTo>
                      <a:lnTo>
                        <a:pt x="26" y="235"/>
                      </a:lnTo>
                      <a:lnTo>
                        <a:pt x="12" y="210"/>
                      </a:lnTo>
                      <a:lnTo>
                        <a:pt x="4" y="181"/>
                      </a:lnTo>
                      <a:lnTo>
                        <a:pt x="0" y="150"/>
                      </a:lnTo>
                      <a:lnTo>
                        <a:pt x="4" y="120"/>
                      </a:lnTo>
                      <a:lnTo>
                        <a:pt x="12" y="92"/>
                      </a:lnTo>
                      <a:lnTo>
                        <a:pt x="26" y="66"/>
                      </a:lnTo>
                      <a:lnTo>
                        <a:pt x="44" y="44"/>
                      </a:lnTo>
                      <a:lnTo>
                        <a:pt x="66" y="26"/>
                      </a:lnTo>
                      <a:lnTo>
                        <a:pt x="93" y="12"/>
                      </a:lnTo>
                      <a:lnTo>
                        <a:pt x="121" y="3"/>
                      </a:lnTo>
                      <a:lnTo>
                        <a:pt x="151" y="0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49" name="Freeform 56"/>
                <p:cNvSpPr>
                  <a:spLocks/>
                </p:cNvSpPr>
                <p:nvPr/>
              </p:nvSpPr>
              <p:spPr bwMode="auto">
                <a:xfrm>
                  <a:off x="4657725" y="3768726"/>
                  <a:ext cx="125413" cy="44450"/>
                </a:xfrm>
                <a:custGeom>
                  <a:avLst/>
                  <a:gdLst>
                    <a:gd name="T0" fmla="*/ 151 w 870"/>
                    <a:gd name="T1" fmla="*/ 0 h 301"/>
                    <a:gd name="T2" fmla="*/ 720 w 870"/>
                    <a:gd name="T3" fmla="*/ 0 h 301"/>
                    <a:gd name="T4" fmla="*/ 750 w 870"/>
                    <a:gd name="T5" fmla="*/ 4 h 301"/>
                    <a:gd name="T6" fmla="*/ 778 w 870"/>
                    <a:gd name="T7" fmla="*/ 12 h 301"/>
                    <a:gd name="T8" fmla="*/ 805 w 870"/>
                    <a:gd name="T9" fmla="*/ 26 h 301"/>
                    <a:gd name="T10" fmla="*/ 827 w 870"/>
                    <a:gd name="T11" fmla="*/ 44 h 301"/>
                    <a:gd name="T12" fmla="*/ 845 w 870"/>
                    <a:gd name="T13" fmla="*/ 67 h 301"/>
                    <a:gd name="T14" fmla="*/ 859 w 870"/>
                    <a:gd name="T15" fmla="*/ 92 h 301"/>
                    <a:gd name="T16" fmla="*/ 867 w 870"/>
                    <a:gd name="T17" fmla="*/ 120 h 301"/>
                    <a:gd name="T18" fmla="*/ 870 w 870"/>
                    <a:gd name="T19" fmla="*/ 151 h 301"/>
                    <a:gd name="T20" fmla="*/ 867 w 870"/>
                    <a:gd name="T21" fmla="*/ 181 h 301"/>
                    <a:gd name="T22" fmla="*/ 859 w 870"/>
                    <a:gd name="T23" fmla="*/ 209 h 301"/>
                    <a:gd name="T24" fmla="*/ 845 w 870"/>
                    <a:gd name="T25" fmla="*/ 234 h 301"/>
                    <a:gd name="T26" fmla="*/ 827 w 870"/>
                    <a:gd name="T27" fmla="*/ 257 h 301"/>
                    <a:gd name="T28" fmla="*/ 805 w 870"/>
                    <a:gd name="T29" fmla="*/ 275 h 301"/>
                    <a:gd name="T30" fmla="*/ 778 w 870"/>
                    <a:gd name="T31" fmla="*/ 290 h 301"/>
                    <a:gd name="T32" fmla="*/ 750 w 870"/>
                    <a:gd name="T33" fmla="*/ 298 h 301"/>
                    <a:gd name="T34" fmla="*/ 720 w 870"/>
                    <a:gd name="T35" fmla="*/ 301 h 301"/>
                    <a:gd name="T36" fmla="*/ 151 w 870"/>
                    <a:gd name="T37" fmla="*/ 301 h 301"/>
                    <a:gd name="T38" fmla="*/ 121 w 870"/>
                    <a:gd name="T39" fmla="*/ 298 h 301"/>
                    <a:gd name="T40" fmla="*/ 93 w 870"/>
                    <a:gd name="T41" fmla="*/ 290 h 301"/>
                    <a:gd name="T42" fmla="*/ 66 w 870"/>
                    <a:gd name="T43" fmla="*/ 275 h 301"/>
                    <a:gd name="T44" fmla="*/ 44 w 870"/>
                    <a:gd name="T45" fmla="*/ 257 h 301"/>
                    <a:gd name="T46" fmla="*/ 26 w 870"/>
                    <a:gd name="T47" fmla="*/ 234 h 301"/>
                    <a:gd name="T48" fmla="*/ 12 w 870"/>
                    <a:gd name="T49" fmla="*/ 209 h 301"/>
                    <a:gd name="T50" fmla="*/ 4 w 870"/>
                    <a:gd name="T51" fmla="*/ 181 h 301"/>
                    <a:gd name="T52" fmla="*/ 0 w 870"/>
                    <a:gd name="T53" fmla="*/ 151 h 301"/>
                    <a:gd name="T54" fmla="*/ 4 w 870"/>
                    <a:gd name="T55" fmla="*/ 120 h 301"/>
                    <a:gd name="T56" fmla="*/ 12 w 870"/>
                    <a:gd name="T57" fmla="*/ 92 h 301"/>
                    <a:gd name="T58" fmla="*/ 26 w 870"/>
                    <a:gd name="T59" fmla="*/ 67 h 301"/>
                    <a:gd name="T60" fmla="*/ 44 w 870"/>
                    <a:gd name="T61" fmla="*/ 44 h 301"/>
                    <a:gd name="T62" fmla="*/ 66 w 870"/>
                    <a:gd name="T63" fmla="*/ 26 h 301"/>
                    <a:gd name="T64" fmla="*/ 93 w 870"/>
                    <a:gd name="T65" fmla="*/ 12 h 301"/>
                    <a:gd name="T66" fmla="*/ 121 w 870"/>
                    <a:gd name="T67" fmla="*/ 4 h 301"/>
                    <a:gd name="T68" fmla="*/ 151 w 870"/>
                    <a:gd name="T69" fmla="*/ 0 h 30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</a:cxnLst>
                  <a:rect l="0" t="0" r="r" b="b"/>
                  <a:pathLst>
                    <a:path w="870" h="301">
                      <a:moveTo>
                        <a:pt x="151" y="0"/>
                      </a:moveTo>
                      <a:lnTo>
                        <a:pt x="720" y="0"/>
                      </a:lnTo>
                      <a:lnTo>
                        <a:pt x="750" y="4"/>
                      </a:lnTo>
                      <a:lnTo>
                        <a:pt x="778" y="12"/>
                      </a:lnTo>
                      <a:lnTo>
                        <a:pt x="805" y="26"/>
                      </a:lnTo>
                      <a:lnTo>
                        <a:pt x="827" y="44"/>
                      </a:lnTo>
                      <a:lnTo>
                        <a:pt x="845" y="67"/>
                      </a:lnTo>
                      <a:lnTo>
                        <a:pt x="859" y="92"/>
                      </a:lnTo>
                      <a:lnTo>
                        <a:pt x="867" y="120"/>
                      </a:lnTo>
                      <a:lnTo>
                        <a:pt x="870" y="151"/>
                      </a:lnTo>
                      <a:lnTo>
                        <a:pt x="867" y="181"/>
                      </a:lnTo>
                      <a:lnTo>
                        <a:pt x="859" y="209"/>
                      </a:lnTo>
                      <a:lnTo>
                        <a:pt x="845" y="234"/>
                      </a:lnTo>
                      <a:lnTo>
                        <a:pt x="827" y="257"/>
                      </a:lnTo>
                      <a:lnTo>
                        <a:pt x="805" y="275"/>
                      </a:lnTo>
                      <a:lnTo>
                        <a:pt x="778" y="290"/>
                      </a:lnTo>
                      <a:lnTo>
                        <a:pt x="750" y="298"/>
                      </a:lnTo>
                      <a:lnTo>
                        <a:pt x="720" y="301"/>
                      </a:lnTo>
                      <a:lnTo>
                        <a:pt x="151" y="301"/>
                      </a:lnTo>
                      <a:lnTo>
                        <a:pt x="121" y="298"/>
                      </a:lnTo>
                      <a:lnTo>
                        <a:pt x="93" y="290"/>
                      </a:lnTo>
                      <a:lnTo>
                        <a:pt x="66" y="275"/>
                      </a:lnTo>
                      <a:lnTo>
                        <a:pt x="44" y="257"/>
                      </a:lnTo>
                      <a:lnTo>
                        <a:pt x="26" y="234"/>
                      </a:lnTo>
                      <a:lnTo>
                        <a:pt x="12" y="209"/>
                      </a:lnTo>
                      <a:lnTo>
                        <a:pt x="4" y="181"/>
                      </a:lnTo>
                      <a:lnTo>
                        <a:pt x="0" y="151"/>
                      </a:lnTo>
                      <a:lnTo>
                        <a:pt x="4" y="120"/>
                      </a:lnTo>
                      <a:lnTo>
                        <a:pt x="12" y="92"/>
                      </a:lnTo>
                      <a:lnTo>
                        <a:pt x="26" y="67"/>
                      </a:lnTo>
                      <a:lnTo>
                        <a:pt x="44" y="44"/>
                      </a:lnTo>
                      <a:lnTo>
                        <a:pt x="66" y="26"/>
                      </a:lnTo>
                      <a:lnTo>
                        <a:pt x="93" y="12"/>
                      </a:lnTo>
                      <a:lnTo>
                        <a:pt x="121" y="4"/>
                      </a:lnTo>
                      <a:lnTo>
                        <a:pt x="151" y="0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50" name="Freeform 57"/>
                <p:cNvSpPr>
                  <a:spLocks/>
                </p:cNvSpPr>
                <p:nvPr/>
              </p:nvSpPr>
              <p:spPr bwMode="auto">
                <a:xfrm>
                  <a:off x="4575175" y="3521076"/>
                  <a:ext cx="371475" cy="477838"/>
                </a:xfrm>
                <a:custGeom>
                  <a:avLst/>
                  <a:gdLst>
                    <a:gd name="T0" fmla="*/ 152 w 2574"/>
                    <a:gd name="T1" fmla="*/ 0 h 3310"/>
                    <a:gd name="T2" fmla="*/ 2423 w 2574"/>
                    <a:gd name="T3" fmla="*/ 0 h 3310"/>
                    <a:gd name="T4" fmla="*/ 2453 w 2574"/>
                    <a:gd name="T5" fmla="*/ 3 h 3310"/>
                    <a:gd name="T6" fmla="*/ 2481 w 2574"/>
                    <a:gd name="T7" fmla="*/ 12 h 3310"/>
                    <a:gd name="T8" fmla="*/ 2507 w 2574"/>
                    <a:gd name="T9" fmla="*/ 26 h 3310"/>
                    <a:gd name="T10" fmla="*/ 2529 w 2574"/>
                    <a:gd name="T11" fmla="*/ 44 h 3310"/>
                    <a:gd name="T12" fmla="*/ 2548 w 2574"/>
                    <a:gd name="T13" fmla="*/ 67 h 3310"/>
                    <a:gd name="T14" fmla="*/ 2562 w 2574"/>
                    <a:gd name="T15" fmla="*/ 92 h 3310"/>
                    <a:gd name="T16" fmla="*/ 2571 w 2574"/>
                    <a:gd name="T17" fmla="*/ 120 h 3310"/>
                    <a:gd name="T18" fmla="*/ 2574 w 2574"/>
                    <a:gd name="T19" fmla="*/ 150 h 3310"/>
                    <a:gd name="T20" fmla="*/ 2574 w 2574"/>
                    <a:gd name="T21" fmla="*/ 374 h 3310"/>
                    <a:gd name="T22" fmla="*/ 2272 w 2574"/>
                    <a:gd name="T23" fmla="*/ 896 h 3310"/>
                    <a:gd name="T24" fmla="*/ 2272 w 2574"/>
                    <a:gd name="T25" fmla="*/ 301 h 3310"/>
                    <a:gd name="T26" fmla="*/ 304 w 2574"/>
                    <a:gd name="T27" fmla="*/ 301 h 3310"/>
                    <a:gd name="T28" fmla="*/ 304 w 2574"/>
                    <a:gd name="T29" fmla="*/ 3008 h 3310"/>
                    <a:gd name="T30" fmla="*/ 2272 w 2574"/>
                    <a:gd name="T31" fmla="*/ 3008 h 3310"/>
                    <a:gd name="T32" fmla="*/ 2272 w 2574"/>
                    <a:gd name="T33" fmla="*/ 2634 h 3310"/>
                    <a:gd name="T34" fmla="*/ 2430 w 2574"/>
                    <a:gd name="T35" fmla="*/ 2530 h 3310"/>
                    <a:gd name="T36" fmla="*/ 2458 w 2574"/>
                    <a:gd name="T37" fmla="*/ 2508 h 3310"/>
                    <a:gd name="T38" fmla="*/ 2482 w 2574"/>
                    <a:gd name="T39" fmla="*/ 2483 h 3310"/>
                    <a:gd name="T40" fmla="*/ 2502 w 2574"/>
                    <a:gd name="T41" fmla="*/ 2454 h 3310"/>
                    <a:gd name="T42" fmla="*/ 2574 w 2574"/>
                    <a:gd name="T43" fmla="*/ 2330 h 3310"/>
                    <a:gd name="T44" fmla="*/ 2574 w 2574"/>
                    <a:gd name="T45" fmla="*/ 3159 h 3310"/>
                    <a:gd name="T46" fmla="*/ 2571 w 2574"/>
                    <a:gd name="T47" fmla="*/ 3189 h 3310"/>
                    <a:gd name="T48" fmla="*/ 2562 w 2574"/>
                    <a:gd name="T49" fmla="*/ 3217 h 3310"/>
                    <a:gd name="T50" fmla="*/ 2548 w 2574"/>
                    <a:gd name="T51" fmla="*/ 3243 h 3310"/>
                    <a:gd name="T52" fmla="*/ 2529 w 2574"/>
                    <a:gd name="T53" fmla="*/ 3265 h 3310"/>
                    <a:gd name="T54" fmla="*/ 2507 w 2574"/>
                    <a:gd name="T55" fmla="*/ 3284 h 3310"/>
                    <a:gd name="T56" fmla="*/ 2481 w 2574"/>
                    <a:gd name="T57" fmla="*/ 3297 h 3310"/>
                    <a:gd name="T58" fmla="*/ 2453 w 2574"/>
                    <a:gd name="T59" fmla="*/ 3307 h 3310"/>
                    <a:gd name="T60" fmla="*/ 2423 w 2574"/>
                    <a:gd name="T61" fmla="*/ 3310 h 3310"/>
                    <a:gd name="T62" fmla="*/ 152 w 2574"/>
                    <a:gd name="T63" fmla="*/ 3310 h 3310"/>
                    <a:gd name="T64" fmla="*/ 121 w 2574"/>
                    <a:gd name="T65" fmla="*/ 3307 h 3310"/>
                    <a:gd name="T66" fmla="*/ 93 w 2574"/>
                    <a:gd name="T67" fmla="*/ 3297 h 3310"/>
                    <a:gd name="T68" fmla="*/ 67 w 2574"/>
                    <a:gd name="T69" fmla="*/ 3284 h 3310"/>
                    <a:gd name="T70" fmla="*/ 45 w 2574"/>
                    <a:gd name="T71" fmla="*/ 3265 h 3310"/>
                    <a:gd name="T72" fmla="*/ 26 w 2574"/>
                    <a:gd name="T73" fmla="*/ 3243 h 3310"/>
                    <a:gd name="T74" fmla="*/ 13 w 2574"/>
                    <a:gd name="T75" fmla="*/ 3217 h 3310"/>
                    <a:gd name="T76" fmla="*/ 3 w 2574"/>
                    <a:gd name="T77" fmla="*/ 3189 h 3310"/>
                    <a:gd name="T78" fmla="*/ 0 w 2574"/>
                    <a:gd name="T79" fmla="*/ 3159 h 3310"/>
                    <a:gd name="T80" fmla="*/ 0 w 2574"/>
                    <a:gd name="T81" fmla="*/ 150 h 3310"/>
                    <a:gd name="T82" fmla="*/ 3 w 2574"/>
                    <a:gd name="T83" fmla="*/ 120 h 3310"/>
                    <a:gd name="T84" fmla="*/ 13 w 2574"/>
                    <a:gd name="T85" fmla="*/ 92 h 3310"/>
                    <a:gd name="T86" fmla="*/ 26 w 2574"/>
                    <a:gd name="T87" fmla="*/ 67 h 3310"/>
                    <a:gd name="T88" fmla="*/ 45 w 2574"/>
                    <a:gd name="T89" fmla="*/ 44 h 3310"/>
                    <a:gd name="T90" fmla="*/ 67 w 2574"/>
                    <a:gd name="T91" fmla="*/ 26 h 3310"/>
                    <a:gd name="T92" fmla="*/ 93 w 2574"/>
                    <a:gd name="T93" fmla="*/ 12 h 3310"/>
                    <a:gd name="T94" fmla="*/ 121 w 2574"/>
                    <a:gd name="T95" fmla="*/ 3 h 3310"/>
                    <a:gd name="T96" fmla="*/ 152 w 2574"/>
                    <a:gd name="T97" fmla="*/ 0 h 331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</a:cxnLst>
                  <a:rect l="0" t="0" r="r" b="b"/>
                  <a:pathLst>
                    <a:path w="2574" h="3310">
                      <a:moveTo>
                        <a:pt x="152" y="0"/>
                      </a:moveTo>
                      <a:lnTo>
                        <a:pt x="2423" y="0"/>
                      </a:lnTo>
                      <a:lnTo>
                        <a:pt x="2453" y="3"/>
                      </a:lnTo>
                      <a:lnTo>
                        <a:pt x="2481" y="12"/>
                      </a:lnTo>
                      <a:lnTo>
                        <a:pt x="2507" y="26"/>
                      </a:lnTo>
                      <a:lnTo>
                        <a:pt x="2529" y="44"/>
                      </a:lnTo>
                      <a:lnTo>
                        <a:pt x="2548" y="67"/>
                      </a:lnTo>
                      <a:lnTo>
                        <a:pt x="2562" y="92"/>
                      </a:lnTo>
                      <a:lnTo>
                        <a:pt x="2571" y="120"/>
                      </a:lnTo>
                      <a:lnTo>
                        <a:pt x="2574" y="150"/>
                      </a:lnTo>
                      <a:lnTo>
                        <a:pt x="2574" y="374"/>
                      </a:lnTo>
                      <a:lnTo>
                        <a:pt x="2272" y="896"/>
                      </a:lnTo>
                      <a:lnTo>
                        <a:pt x="2272" y="301"/>
                      </a:lnTo>
                      <a:lnTo>
                        <a:pt x="304" y="301"/>
                      </a:lnTo>
                      <a:lnTo>
                        <a:pt x="304" y="3008"/>
                      </a:lnTo>
                      <a:lnTo>
                        <a:pt x="2272" y="3008"/>
                      </a:lnTo>
                      <a:lnTo>
                        <a:pt x="2272" y="2634"/>
                      </a:lnTo>
                      <a:lnTo>
                        <a:pt x="2430" y="2530"/>
                      </a:lnTo>
                      <a:lnTo>
                        <a:pt x="2458" y="2508"/>
                      </a:lnTo>
                      <a:lnTo>
                        <a:pt x="2482" y="2483"/>
                      </a:lnTo>
                      <a:lnTo>
                        <a:pt x="2502" y="2454"/>
                      </a:lnTo>
                      <a:lnTo>
                        <a:pt x="2574" y="2330"/>
                      </a:lnTo>
                      <a:lnTo>
                        <a:pt x="2574" y="3159"/>
                      </a:lnTo>
                      <a:lnTo>
                        <a:pt x="2571" y="3189"/>
                      </a:lnTo>
                      <a:lnTo>
                        <a:pt x="2562" y="3217"/>
                      </a:lnTo>
                      <a:lnTo>
                        <a:pt x="2548" y="3243"/>
                      </a:lnTo>
                      <a:lnTo>
                        <a:pt x="2529" y="3265"/>
                      </a:lnTo>
                      <a:lnTo>
                        <a:pt x="2507" y="3284"/>
                      </a:lnTo>
                      <a:lnTo>
                        <a:pt x="2481" y="3297"/>
                      </a:lnTo>
                      <a:lnTo>
                        <a:pt x="2453" y="3307"/>
                      </a:lnTo>
                      <a:lnTo>
                        <a:pt x="2423" y="3310"/>
                      </a:lnTo>
                      <a:lnTo>
                        <a:pt x="152" y="3310"/>
                      </a:lnTo>
                      <a:lnTo>
                        <a:pt x="121" y="3307"/>
                      </a:lnTo>
                      <a:lnTo>
                        <a:pt x="93" y="3297"/>
                      </a:lnTo>
                      <a:lnTo>
                        <a:pt x="67" y="3284"/>
                      </a:lnTo>
                      <a:lnTo>
                        <a:pt x="45" y="3265"/>
                      </a:lnTo>
                      <a:lnTo>
                        <a:pt x="26" y="3243"/>
                      </a:lnTo>
                      <a:lnTo>
                        <a:pt x="13" y="3217"/>
                      </a:lnTo>
                      <a:lnTo>
                        <a:pt x="3" y="3189"/>
                      </a:lnTo>
                      <a:lnTo>
                        <a:pt x="0" y="3159"/>
                      </a:lnTo>
                      <a:lnTo>
                        <a:pt x="0" y="150"/>
                      </a:lnTo>
                      <a:lnTo>
                        <a:pt x="3" y="120"/>
                      </a:lnTo>
                      <a:lnTo>
                        <a:pt x="13" y="92"/>
                      </a:lnTo>
                      <a:lnTo>
                        <a:pt x="26" y="67"/>
                      </a:lnTo>
                      <a:lnTo>
                        <a:pt x="45" y="44"/>
                      </a:lnTo>
                      <a:lnTo>
                        <a:pt x="67" y="26"/>
                      </a:lnTo>
                      <a:lnTo>
                        <a:pt x="93" y="12"/>
                      </a:lnTo>
                      <a:lnTo>
                        <a:pt x="121" y="3"/>
                      </a:lnTo>
                      <a:lnTo>
                        <a:pt x="152" y="0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51" name="Freeform 58"/>
                <p:cNvSpPr>
                  <a:spLocks noEditPoints="1"/>
                </p:cNvSpPr>
                <p:nvPr/>
              </p:nvSpPr>
              <p:spPr bwMode="auto">
                <a:xfrm>
                  <a:off x="4826000" y="3575051"/>
                  <a:ext cx="228600" cy="341313"/>
                </a:xfrm>
                <a:custGeom>
                  <a:avLst/>
                  <a:gdLst>
                    <a:gd name="T0" fmla="*/ 131 w 1591"/>
                    <a:gd name="T1" fmla="*/ 1996 h 2370"/>
                    <a:gd name="T2" fmla="*/ 223 w 1591"/>
                    <a:gd name="T3" fmla="*/ 2040 h 2370"/>
                    <a:gd name="T4" fmla="*/ 308 w 1591"/>
                    <a:gd name="T5" fmla="*/ 2097 h 2370"/>
                    <a:gd name="T6" fmla="*/ 439 w 1591"/>
                    <a:gd name="T7" fmla="*/ 1980 h 2370"/>
                    <a:gd name="T8" fmla="*/ 389 w 1591"/>
                    <a:gd name="T9" fmla="*/ 1934 h 2370"/>
                    <a:gd name="T10" fmla="*/ 314 w 1591"/>
                    <a:gd name="T11" fmla="*/ 1883 h 2370"/>
                    <a:gd name="T12" fmla="*/ 245 w 1591"/>
                    <a:gd name="T13" fmla="*/ 1849 h 2370"/>
                    <a:gd name="T14" fmla="*/ 187 w 1591"/>
                    <a:gd name="T15" fmla="*/ 1829 h 2370"/>
                    <a:gd name="T16" fmla="*/ 141 w 1591"/>
                    <a:gd name="T17" fmla="*/ 1820 h 2370"/>
                    <a:gd name="T18" fmla="*/ 1118 w 1591"/>
                    <a:gd name="T19" fmla="*/ 0 h 2370"/>
                    <a:gd name="T20" fmla="*/ 1173 w 1591"/>
                    <a:gd name="T21" fmla="*/ 7 h 2370"/>
                    <a:gd name="T22" fmla="*/ 1240 w 1591"/>
                    <a:gd name="T23" fmla="*/ 25 h 2370"/>
                    <a:gd name="T24" fmla="*/ 1319 w 1591"/>
                    <a:gd name="T25" fmla="*/ 57 h 2370"/>
                    <a:gd name="T26" fmla="*/ 1407 w 1591"/>
                    <a:gd name="T27" fmla="*/ 108 h 2370"/>
                    <a:gd name="T28" fmla="*/ 1478 w 1591"/>
                    <a:gd name="T29" fmla="*/ 163 h 2370"/>
                    <a:gd name="T30" fmla="*/ 1528 w 1591"/>
                    <a:gd name="T31" fmla="*/ 215 h 2370"/>
                    <a:gd name="T32" fmla="*/ 1561 w 1591"/>
                    <a:gd name="T33" fmla="*/ 261 h 2370"/>
                    <a:gd name="T34" fmla="*/ 1580 w 1591"/>
                    <a:gd name="T35" fmla="*/ 297 h 2370"/>
                    <a:gd name="T36" fmla="*/ 1588 w 1591"/>
                    <a:gd name="T37" fmla="*/ 320 h 2370"/>
                    <a:gd name="T38" fmla="*/ 1591 w 1591"/>
                    <a:gd name="T39" fmla="*/ 344 h 2370"/>
                    <a:gd name="T40" fmla="*/ 1581 w 1591"/>
                    <a:gd name="T41" fmla="*/ 379 h 2370"/>
                    <a:gd name="T42" fmla="*/ 625 w 1591"/>
                    <a:gd name="T43" fmla="*/ 2021 h 2370"/>
                    <a:gd name="T44" fmla="*/ 116 w 1591"/>
                    <a:gd name="T45" fmla="*/ 2357 h 2370"/>
                    <a:gd name="T46" fmla="*/ 77 w 1591"/>
                    <a:gd name="T47" fmla="*/ 2370 h 2370"/>
                    <a:gd name="T48" fmla="*/ 36 w 1591"/>
                    <a:gd name="T49" fmla="*/ 2359 h 2370"/>
                    <a:gd name="T50" fmla="*/ 12 w 1591"/>
                    <a:gd name="T51" fmla="*/ 2338 h 2370"/>
                    <a:gd name="T52" fmla="*/ 0 w 1591"/>
                    <a:gd name="T53" fmla="*/ 2306 h 2370"/>
                    <a:gd name="T54" fmla="*/ 34 w 1591"/>
                    <a:gd name="T55" fmla="*/ 1702 h 2370"/>
                    <a:gd name="T56" fmla="*/ 45 w 1591"/>
                    <a:gd name="T57" fmla="*/ 1670 h 2370"/>
                    <a:gd name="T58" fmla="*/ 1002 w 1591"/>
                    <a:gd name="T59" fmla="*/ 27 h 2370"/>
                    <a:gd name="T60" fmla="*/ 1034 w 1591"/>
                    <a:gd name="T61" fmla="*/ 7 h 2370"/>
                    <a:gd name="T62" fmla="*/ 1048 w 1591"/>
                    <a:gd name="T63" fmla="*/ 4 h 2370"/>
                    <a:gd name="T64" fmla="*/ 1076 w 1591"/>
                    <a:gd name="T65" fmla="*/ 0 h 237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</a:cxnLst>
                  <a:rect l="0" t="0" r="r" b="b"/>
                  <a:pathLst>
                    <a:path w="1591" h="2370">
                      <a:moveTo>
                        <a:pt x="141" y="1820"/>
                      </a:moveTo>
                      <a:lnTo>
                        <a:pt x="131" y="1996"/>
                      </a:lnTo>
                      <a:lnTo>
                        <a:pt x="177" y="2016"/>
                      </a:lnTo>
                      <a:lnTo>
                        <a:pt x="223" y="2040"/>
                      </a:lnTo>
                      <a:lnTo>
                        <a:pt x="267" y="2067"/>
                      </a:lnTo>
                      <a:lnTo>
                        <a:pt x="308" y="2097"/>
                      </a:lnTo>
                      <a:lnTo>
                        <a:pt x="455" y="2000"/>
                      </a:lnTo>
                      <a:lnTo>
                        <a:pt x="439" y="1980"/>
                      </a:lnTo>
                      <a:lnTo>
                        <a:pt x="417" y="1958"/>
                      </a:lnTo>
                      <a:lnTo>
                        <a:pt x="389" y="1934"/>
                      </a:lnTo>
                      <a:lnTo>
                        <a:pt x="355" y="1909"/>
                      </a:lnTo>
                      <a:lnTo>
                        <a:pt x="314" y="1883"/>
                      </a:lnTo>
                      <a:lnTo>
                        <a:pt x="278" y="1864"/>
                      </a:lnTo>
                      <a:lnTo>
                        <a:pt x="245" y="1849"/>
                      </a:lnTo>
                      <a:lnTo>
                        <a:pt x="214" y="1837"/>
                      </a:lnTo>
                      <a:lnTo>
                        <a:pt x="187" y="1829"/>
                      </a:lnTo>
                      <a:lnTo>
                        <a:pt x="163" y="1824"/>
                      </a:lnTo>
                      <a:lnTo>
                        <a:pt x="141" y="1820"/>
                      </a:lnTo>
                      <a:close/>
                      <a:moveTo>
                        <a:pt x="1095" y="0"/>
                      </a:moveTo>
                      <a:lnTo>
                        <a:pt x="1118" y="0"/>
                      </a:lnTo>
                      <a:lnTo>
                        <a:pt x="1144" y="2"/>
                      </a:lnTo>
                      <a:lnTo>
                        <a:pt x="1173" y="7"/>
                      </a:lnTo>
                      <a:lnTo>
                        <a:pt x="1205" y="14"/>
                      </a:lnTo>
                      <a:lnTo>
                        <a:pt x="1240" y="25"/>
                      </a:lnTo>
                      <a:lnTo>
                        <a:pt x="1278" y="39"/>
                      </a:lnTo>
                      <a:lnTo>
                        <a:pt x="1319" y="57"/>
                      </a:lnTo>
                      <a:lnTo>
                        <a:pt x="1362" y="81"/>
                      </a:lnTo>
                      <a:lnTo>
                        <a:pt x="1407" y="108"/>
                      </a:lnTo>
                      <a:lnTo>
                        <a:pt x="1446" y="136"/>
                      </a:lnTo>
                      <a:lnTo>
                        <a:pt x="1478" y="163"/>
                      </a:lnTo>
                      <a:lnTo>
                        <a:pt x="1505" y="190"/>
                      </a:lnTo>
                      <a:lnTo>
                        <a:pt x="1528" y="215"/>
                      </a:lnTo>
                      <a:lnTo>
                        <a:pt x="1546" y="239"/>
                      </a:lnTo>
                      <a:lnTo>
                        <a:pt x="1561" y="261"/>
                      </a:lnTo>
                      <a:lnTo>
                        <a:pt x="1571" y="280"/>
                      </a:lnTo>
                      <a:lnTo>
                        <a:pt x="1580" y="297"/>
                      </a:lnTo>
                      <a:lnTo>
                        <a:pt x="1585" y="311"/>
                      </a:lnTo>
                      <a:lnTo>
                        <a:pt x="1588" y="320"/>
                      </a:lnTo>
                      <a:lnTo>
                        <a:pt x="1589" y="325"/>
                      </a:lnTo>
                      <a:lnTo>
                        <a:pt x="1591" y="344"/>
                      </a:lnTo>
                      <a:lnTo>
                        <a:pt x="1588" y="363"/>
                      </a:lnTo>
                      <a:lnTo>
                        <a:pt x="1581" y="379"/>
                      </a:lnTo>
                      <a:lnTo>
                        <a:pt x="634" y="2008"/>
                      </a:lnTo>
                      <a:lnTo>
                        <a:pt x="625" y="2021"/>
                      </a:lnTo>
                      <a:lnTo>
                        <a:pt x="611" y="2033"/>
                      </a:lnTo>
                      <a:lnTo>
                        <a:pt x="116" y="2357"/>
                      </a:lnTo>
                      <a:lnTo>
                        <a:pt x="97" y="2367"/>
                      </a:lnTo>
                      <a:lnTo>
                        <a:pt x="77" y="2370"/>
                      </a:lnTo>
                      <a:lnTo>
                        <a:pt x="56" y="2368"/>
                      </a:lnTo>
                      <a:lnTo>
                        <a:pt x="36" y="2359"/>
                      </a:lnTo>
                      <a:lnTo>
                        <a:pt x="23" y="2350"/>
                      </a:lnTo>
                      <a:lnTo>
                        <a:pt x="12" y="2338"/>
                      </a:lnTo>
                      <a:lnTo>
                        <a:pt x="5" y="2323"/>
                      </a:lnTo>
                      <a:lnTo>
                        <a:pt x="0" y="2306"/>
                      </a:lnTo>
                      <a:lnTo>
                        <a:pt x="0" y="2290"/>
                      </a:lnTo>
                      <a:lnTo>
                        <a:pt x="34" y="1702"/>
                      </a:lnTo>
                      <a:lnTo>
                        <a:pt x="38" y="1685"/>
                      </a:lnTo>
                      <a:lnTo>
                        <a:pt x="45" y="1670"/>
                      </a:lnTo>
                      <a:lnTo>
                        <a:pt x="991" y="41"/>
                      </a:lnTo>
                      <a:lnTo>
                        <a:pt x="1002" y="27"/>
                      </a:lnTo>
                      <a:lnTo>
                        <a:pt x="1016" y="15"/>
                      </a:lnTo>
                      <a:lnTo>
                        <a:pt x="1034" y="7"/>
                      </a:lnTo>
                      <a:lnTo>
                        <a:pt x="1038" y="6"/>
                      </a:lnTo>
                      <a:lnTo>
                        <a:pt x="1048" y="4"/>
                      </a:lnTo>
                      <a:lnTo>
                        <a:pt x="1060" y="2"/>
                      </a:lnTo>
                      <a:lnTo>
                        <a:pt x="1076" y="0"/>
                      </a:lnTo>
                      <a:lnTo>
                        <a:pt x="1095" y="0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52" name="Freeform 59"/>
                <p:cNvSpPr>
                  <a:spLocks/>
                </p:cNvSpPr>
                <p:nvPr/>
              </p:nvSpPr>
              <p:spPr bwMode="auto">
                <a:xfrm>
                  <a:off x="4645025" y="3849688"/>
                  <a:ext cx="166688" cy="84138"/>
                </a:xfrm>
                <a:custGeom>
                  <a:avLst/>
                  <a:gdLst>
                    <a:gd name="T0" fmla="*/ 557 w 1155"/>
                    <a:gd name="T1" fmla="*/ 5 h 591"/>
                    <a:gd name="T2" fmla="*/ 583 w 1155"/>
                    <a:gd name="T3" fmla="*/ 28 h 591"/>
                    <a:gd name="T4" fmla="*/ 591 w 1155"/>
                    <a:gd name="T5" fmla="*/ 111 h 591"/>
                    <a:gd name="T6" fmla="*/ 560 w 1155"/>
                    <a:gd name="T7" fmla="*/ 199 h 591"/>
                    <a:gd name="T8" fmla="*/ 569 w 1155"/>
                    <a:gd name="T9" fmla="*/ 242 h 591"/>
                    <a:gd name="T10" fmla="*/ 587 w 1155"/>
                    <a:gd name="T11" fmla="*/ 270 h 591"/>
                    <a:gd name="T12" fmla="*/ 637 w 1155"/>
                    <a:gd name="T13" fmla="*/ 278 h 591"/>
                    <a:gd name="T14" fmla="*/ 681 w 1155"/>
                    <a:gd name="T15" fmla="*/ 323 h 591"/>
                    <a:gd name="T16" fmla="*/ 693 w 1155"/>
                    <a:gd name="T17" fmla="*/ 357 h 591"/>
                    <a:gd name="T18" fmla="*/ 847 w 1155"/>
                    <a:gd name="T19" fmla="*/ 351 h 591"/>
                    <a:gd name="T20" fmla="*/ 996 w 1155"/>
                    <a:gd name="T21" fmla="*/ 366 h 591"/>
                    <a:gd name="T22" fmla="*/ 1118 w 1155"/>
                    <a:gd name="T23" fmla="*/ 373 h 591"/>
                    <a:gd name="T24" fmla="*/ 1149 w 1155"/>
                    <a:gd name="T25" fmla="*/ 400 h 591"/>
                    <a:gd name="T26" fmla="*/ 1154 w 1155"/>
                    <a:gd name="T27" fmla="*/ 441 h 591"/>
                    <a:gd name="T28" fmla="*/ 1131 w 1155"/>
                    <a:gd name="T29" fmla="*/ 475 h 591"/>
                    <a:gd name="T30" fmla="*/ 1066 w 1155"/>
                    <a:gd name="T31" fmla="*/ 482 h 591"/>
                    <a:gd name="T32" fmla="*/ 957 w 1155"/>
                    <a:gd name="T33" fmla="*/ 467 h 591"/>
                    <a:gd name="T34" fmla="*/ 843 w 1155"/>
                    <a:gd name="T35" fmla="*/ 452 h 591"/>
                    <a:gd name="T36" fmla="*/ 738 w 1155"/>
                    <a:gd name="T37" fmla="*/ 461 h 591"/>
                    <a:gd name="T38" fmla="*/ 679 w 1155"/>
                    <a:gd name="T39" fmla="*/ 486 h 591"/>
                    <a:gd name="T40" fmla="*/ 636 w 1155"/>
                    <a:gd name="T41" fmla="*/ 492 h 591"/>
                    <a:gd name="T42" fmla="*/ 603 w 1155"/>
                    <a:gd name="T43" fmla="*/ 477 h 591"/>
                    <a:gd name="T44" fmla="*/ 576 w 1155"/>
                    <a:gd name="T45" fmla="*/ 454 h 591"/>
                    <a:gd name="T46" fmla="*/ 571 w 1155"/>
                    <a:gd name="T47" fmla="*/ 407 h 591"/>
                    <a:gd name="T48" fmla="*/ 537 w 1155"/>
                    <a:gd name="T49" fmla="*/ 457 h 591"/>
                    <a:gd name="T50" fmla="*/ 495 w 1155"/>
                    <a:gd name="T51" fmla="*/ 471 h 591"/>
                    <a:gd name="T52" fmla="*/ 455 w 1155"/>
                    <a:gd name="T53" fmla="*/ 456 h 591"/>
                    <a:gd name="T54" fmla="*/ 439 w 1155"/>
                    <a:gd name="T55" fmla="*/ 419 h 591"/>
                    <a:gd name="T56" fmla="*/ 450 w 1155"/>
                    <a:gd name="T57" fmla="*/ 390 h 591"/>
                    <a:gd name="T58" fmla="*/ 458 w 1155"/>
                    <a:gd name="T59" fmla="*/ 369 h 591"/>
                    <a:gd name="T60" fmla="*/ 422 w 1155"/>
                    <a:gd name="T61" fmla="*/ 404 h 591"/>
                    <a:gd name="T62" fmla="*/ 379 w 1155"/>
                    <a:gd name="T63" fmla="*/ 428 h 591"/>
                    <a:gd name="T64" fmla="*/ 335 w 1155"/>
                    <a:gd name="T65" fmla="*/ 417 h 591"/>
                    <a:gd name="T66" fmla="*/ 314 w 1155"/>
                    <a:gd name="T67" fmla="*/ 379 h 591"/>
                    <a:gd name="T68" fmla="*/ 364 w 1155"/>
                    <a:gd name="T69" fmla="*/ 288 h 591"/>
                    <a:gd name="T70" fmla="*/ 252 w 1155"/>
                    <a:gd name="T71" fmla="*/ 393 h 591"/>
                    <a:gd name="T72" fmla="*/ 96 w 1155"/>
                    <a:gd name="T73" fmla="*/ 581 h 591"/>
                    <a:gd name="T74" fmla="*/ 49 w 1155"/>
                    <a:gd name="T75" fmla="*/ 590 h 591"/>
                    <a:gd name="T76" fmla="*/ 9 w 1155"/>
                    <a:gd name="T77" fmla="*/ 569 h 591"/>
                    <a:gd name="T78" fmla="*/ 2 w 1155"/>
                    <a:gd name="T79" fmla="*/ 527 h 591"/>
                    <a:gd name="T80" fmla="*/ 138 w 1155"/>
                    <a:gd name="T81" fmla="*/ 351 h 591"/>
                    <a:gd name="T82" fmla="*/ 344 w 1155"/>
                    <a:gd name="T83" fmla="*/ 123 h 591"/>
                    <a:gd name="T84" fmla="*/ 398 w 1155"/>
                    <a:gd name="T85" fmla="*/ 70 h 591"/>
                    <a:gd name="T86" fmla="*/ 462 w 1155"/>
                    <a:gd name="T87" fmla="*/ 20 h 591"/>
                    <a:gd name="T88" fmla="*/ 534 w 1155"/>
                    <a:gd name="T89" fmla="*/ 0 h 59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</a:cxnLst>
                  <a:rect l="0" t="0" r="r" b="b"/>
                  <a:pathLst>
                    <a:path w="1155" h="591">
                      <a:moveTo>
                        <a:pt x="534" y="0"/>
                      </a:moveTo>
                      <a:lnTo>
                        <a:pt x="545" y="2"/>
                      </a:lnTo>
                      <a:lnTo>
                        <a:pt x="557" y="5"/>
                      </a:lnTo>
                      <a:lnTo>
                        <a:pt x="567" y="10"/>
                      </a:lnTo>
                      <a:lnTo>
                        <a:pt x="576" y="18"/>
                      </a:lnTo>
                      <a:lnTo>
                        <a:pt x="583" y="28"/>
                      </a:lnTo>
                      <a:lnTo>
                        <a:pt x="591" y="54"/>
                      </a:lnTo>
                      <a:lnTo>
                        <a:pt x="593" y="82"/>
                      </a:lnTo>
                      <a:lnTo>
                        <a:pt x="591" y="111"/>
                      </a:lnTo>
                      <a:lnTo>
                        <a:pt x="584" y="140"/>
                      </a:lnTo>
                      <a:lnTo>
                        <a:pt x="573" y="170"/>
                      </a:lnTo>
                      <a:lnTo>
                        <a:pt x="560" y="199"/>
                      </a:lnTo>
                      <a:lnTo>
                        <a:pt x="543" y="230"/>
                      </a:lnTo>
                      <a:lnTo>
                        <a:pt x="557" y="235"/>
                      </a:lnTo>
                      <a:lnTo>
                        <a:pt x="569" y="242"/>
                      </a:lnTo>
                      <a:lnTo>
                        <a:pt x="579" y="254"/>
                      </a:lnTo>
                      <a:lnTo>
                        <a:pt x="583" y="263"/>
                      </a:lnTo>
                      <a:lnTo>
                        <a:pt x="587" y="270"/>
                      </a:lnTo>
                      <a:lnTo>
                        <a:pt x="604" y="269"/>
                      </a:lnTo>
                      <a:lnTo>
                        <a:pt x="620" y="272"/>
                      </a:lnTo>
                      <a:lnTo>
                        <a:pt x="637" y="278"/>
                      </a:lnTo>
                      <a:lnTo>
                        <a:pt x="653" y="289"/>
                      </a:lnTo>
                      <a:lnTo>
                        <a:pt x="668" y="303"/>
                      </a:lnTo>
                      <a:lnTo>
                        <a:pt x="681" y="323"/>
                      </a:lnTo>
                      <a:lnTo>
                        <a:pt x="689" y="338"/>
                      </a:lnTo>
                      <a:lnTo>
                        <a:pt x="692" y="349"/>
                      </a:lnTo>
                      <a:lnTo>
                        <a:pt x="693" y="357"/>
                      </a:lnTo>
                      <a:lnTo>
                        <a:pt x="746" y="351"/>
                      </a:lnTo>
                      <a:lnTo>
                        <a:pt x="797" y="350"/>
                      </a:lnTo>
                      <a:lnTo>
                        <a:pt x="847" y="351"/>
                      </a:lnTo>
                      <a:lnTo>
                        <a:pt x="897" y="355"/>
                      </a:lnTo>
                      <a:lnTo>
                        <a:pt x="946" y="361"/>
                      </a:lnTo>
                      <a:lnTo>
                        <a:pt x="996" y="366"/>
                      </a:lnTo>
                      <a:lnTo>
                        <a:pt x="1048" y="369"/>
                      </a:lnTo>
                      <a:lnTo>
                        <a:pt x="1101" y="371"/>
                      </a:lnTo>
                      <a:lnTo>
                        <a:pt x="1118" y="373"/>
                      </a:lnTo>
                      <a:lnTo>
                        <a:pt x="1131" y="379"/>
                      </a:lnTo>
                      <a:lnTo>
                        <a:pt x="1142" y="389"/>
                      </a:lnTo>
                      <a:lnTo>
                        <a:pt x="1149" y="400"/>
                      </a:lnTo>
                      <a:lnTo>
                        <a:pt x="1154" y="413"/>
                      </a:lnTo>
                      <a:lnTo>
                        <a:pt x="1155" y="427"/>
                      </a:lnTo>
                      <a:lnTo>
                        <a:pt x="1154" y="441"/>
                      </a:lnTo>
                      <a:lnTo>
                        <a:pt x="1149" y="454"/>
                      </a:lnTo>
                      <a:lnTo>
                        <a:pt x="1142" y="466"/>
                      </a:lnTo>
                      <a:lnTo>
                        <a:pt x="1131" y="475"/>
                      </a:lnTo>
                      <a:lnTo>
                        <a:pt x="1118" y="481"/>
                      </a:lnTo>
                      <a:lnTo>
                        <a:pt x="1101" y="483"/>
                      </a:lnTo>
                      <a:lnTo>
                        <a:pt x="1066" y="482"/>
                      </a:lnTo>
                      <a:lnTo>
                        <a:pt x="1031" y="478"/>
                      </a:lnTo>
                      <a:lnTo>
                        <a:pt x="993" y="473"/>
                      </a:lnTo>
                      <a:lnTo>
                        <a:pt x="957" y="467"/>
                      </a:lnTo>
                      <a:lnTo>
                        <a:pt x="919" y="460"/>
                      </a:lnTo>
                      <a:lnTo>
                        <a:pt x="881" y="455"/>
                      </a:lnTo>
                      <a:lnTo>
                        <a:pt x="843" y="452"/>
                      </a:lnTo>
                      <a:lnTo>
                        <a:pt x="807" y="451"/>
                      </a:lnTo>
                      <a:lnTo>
                        <a:pt x="771" y="454"/>
                      </a:lnTo>
                      <a:lnTo>
                        <a:pt x="738" y="461"/>
                      </a:lnTo>
                      <a:lnTo>
                        <a:pt x="705" y="474"/>
                      </a:lnTo>
                      <a:lnTo>
                        <a:pt x="693" y="480"/>
                      </a:lnTo>
                      <a:lnTo>
                        <a:pt x="679" y="486"/>
                      </a:lnTo>
                      <a:lnTo>
                        <a:pt x="664" y="492"/>
                      </a:lnTo>
                      <a:lnTo>
                        <a:pt x="651" y="494"/>
                      </a:lnTo>
                      <a:lnTo>
                        <a:pt x="636" y="492"/>
                      </a:lnTo>
                      <a:lnTo>
                        <a:pt x="626" y="487"/>
                      </a:lnTo>
                      <a:lnTo>
                        <a:pt x="614" y="482"/>
                      </a:lnTo>
                      <a:lnTo>
                        <a:pt x="603" y="477"/>
                      </a:lnTo>
                      <a:lnTo>
                        <a:pt x="592" y="471"/>
                      </a:lnTo>
                      <a:lnTo>
                        <a:pt x="584" y="464"/>
                      </a:lnTo>
                      <a:lnTo>
                        <a:pt x="576" y="454"/>
                      </a:lnTo>
                      <a:lnTo>
                        <a:pt x="572" y="442"/>
                      </a:lnTo>
                      <a:lnTo>
                        <a:pt x="571" y="423"/>
                      </a:lnTo>
                      <a:lnTo>
                        <a:pt x="571" y="407"/>
                      </a:lnTo>
                      <a:lnTo>
                        <a:pt x="560" y="427"/>
                      </a:lnTo>
                      <a:lnTo>
                        <a:pt x="547" y="446"/>
                      </a:lnTo>
                      <a:lnTo>
                        <a:pt x="537" y="457"/>
                      </a:lnTo>
                      <a:lnTo>
                        <a:pt x="524" y="466"/>
                      </a:lnTo>
                      <a:lnTo>
                        <a:pt x="509" y="470"/>
                      </a:lnTo>
                      <a:lnTo>
                        <a:pt x="495" y="471"/>
                      </a:lnTo>
                      <a:lnTo>
                        <a:pt x="480" y="469"/>
                      </a:lnTo>
                      <a:lnTo>
                        <a:pt x="467" y="464"/>
                      </a:lnTo>
                      <a:lnTo>
                        <a:pt x="455" y="456"/>
                      </a:lnTo>
                      <a:lnTo>
                        <a:pt x="446" y="446"/>
                      </a:lnTo>
                      <a:lnTo>
                        <a:pt x="440" y="433"/>
                      </a:lnTo>
                      <a:lnTo>
                        <a:pt x="439" y="419"/>
                      </a:lnTo>
                      <a:lnTo>
                        <a:pt x="444" y="402"/>
                      </a:lnTo>
                      <a:lnTo>
                        <a:pt x="447" y="396"/>
                      </a:lnTo>
                      <a:lnTo>
                        <a:pt x="450" y="390"/>
                      </a:lnTo>
                      <a:lnTo>
                        <a:pt x="450" y="390"/>
                      </a:lnTo>
                      <a:lnTo>
                        <a:pt x="449" y="390"/>
                      </a:lnTo>
                      <a:lnTo>
                        <a:pt x="458" y="369"/>
                      </a:lnTo>
                      <a:lnTo>
                        <a:pt x="445" y="378"/>
                      </a:lnTo>
                      <a:lnTo>
                        <a:pt x="432" y="390"/>
                      </a:lnTo>
                      <a:lnTo>
                        <a:pt x="422" y="404"/>
                      </a:lnTo>
                      <a:lnTo>
                        <a:pt x="409" y="417"/>
                      </a:lnTo>
                      <a:lnTo>
                        <a:pt x="394" y="425"/>
                      </a:lnTo>
                      <a:lnTo>
                        <a:pt x="379" y="428"/>
                      </a:lnTo>
                      <a:lnTo>
                        <a:pt x="363" y="428"/>
                      </a:lnTo>
                      <a:lnTo>
                        <a:pt x="348" y="424"/>
                      </a:lnTo>
                      <a:lnTo>
                        <a:pt x="335" y="417"/>
                      </a:lnTo>
                      <a:lnTo>
                        <a:pt x="324" y="406"/>
                      </a:lnTo>
                      <a:lnTo>
                        <a:pt x="317" y="394"/>
                      </a:lnTo>
                      <a:lnTo>
                        <a:pt x="314" y="379"/>
                      </a:lnTo>
                      <a:lnTo>
                        <a:pt x="316" y="364"/>
                      </a:lnTo>
                      <a:lnTo>
                        <a:pt x="323" y="347"/>
                      </a:lnTo>
                      <a:lnTo>
                        <a:pt x="364" y="288"/>
                      </a:lnTo>
                      <a:lnTo>
                        <a:pt x="404" y="226"/>
                      </a:lnTo>
                      <a:lnTo>
                        <a:pt x="326" y="309"/>
                      </a:lnTo>
                      <a:lnTo>
                        <a:pt x="252" y="393"/>
                      </a:lnTo>
                      <a:lnTo>
                        <a:pt x="179" y="480"/>
                      </a:lnTo>
                      <a:lnTo>
                        <a:pt x="108" y="569"/>
                      </a:lnTo>
                      <a:lnTo>
                        <a:pt x="96" y="581"/>
                      </a:lnTo>
                      <a:lnTo>
                        <a:pt x="80" y="588"/>
                      </a:lnTo>
                      <a:lnTo>
                        <a:pt x="65" y="591"/>
                      </a:lnTo>
                      <a:lnTo>
                        <a:pt x="49" y="590"/>
                      </a:lnTo>
                      <a:lnTo>
                        <a:pt x="33" y="586"/>
                      </a:lnTo>
                      <a:lnTo>
                        <a:pt x="21" y="579"/>
                      </a:lnTo>
                      <a:lnTo>
                        <a:pt x="9" y="569"/>
                      </a:lnTo>
                      <a:lnTo>
                        <a:pt x="2" y="556"/>
                      </a:lnTo>
                      <a:lnTo>
                        <a:pt x="0" y="542"/>
                      </a:lnTo>
                      <a:lnTo>
                        <a:pt x="2" y="527"/>
                      </a:lnTo>
                      <a:lnTo>
                        <a:pt x="11" y="511"/>
                      </a:lnTo>
                      <a:lnTo>
                        <a:pt x="74" y="431"/>
                      </a:lnTo>
                      <a:lnTo>
                        <a:pt x="138" y="351"/>
                      </a:lnTo>
                      <a:lnTo>
                        <a:pt x="204" y="273"/>
                      </a:lnTo>
                      <a:lnTo>
                        <a:pt x="273" y="196"/>
                      </a:lnTo>
                      <a:lnTo>
                        <a:pt x="344" y="123"/>
                      </a:lnTo>
                      <a:lnTo>
                        <a:pt x="361" y="107"/>
                      </a:lnTo>
                      <a:lnTo>
                        <a:pt x="380" y="89"/>
                      </a:lnTo>
                      <a:lnTo>
                        <a:pt x="398" y="70"/>
                      </a:lnTo>
                      <a:lnTo>
                        <a:pt x="418" y="52"/>
                      </a:lnTo>
                      <a:lnTo>
                        <a:pt x="439" y="35"/>
                      </a:lnTo>
                      <a:lnTo>
                        <a:pt x="462" y="20"/>
                      </a:lnTo>
                      <a:lnTo>
                        <a:pt x="485" y="9"/>
                      </a:lnTo>
                      <a:lnTo>
                        <a:pt x="509" y="2"/>
                      </a:lnTo>
                      <a:lnTo>
                        <a:pt x="534" y="0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</p:grpSp>
        </p:grpSp>
        <p:grpSp>
          <p:nvGrpSpPr>
            <p:cNvPr id="11" name="그룹 54"/>
            <p:cNvGrpSpPr/>
            <p:nvPr/>
          </p:nvGrpSpPr>
          <p:grpSpPr>
            <a:xfrm>
              <a:off x="4700260" y="4423210"/>
              <a:ext cx="1499358" cy="1717182"/>
              <a:chOff x="4547860" y="4270810"/>
              <a:chExt cx="1499358" cy="1717182"/>
            </a:xfrm>
          </p:grpSpPr>
          <p:sp>
            <p:nvSpPr>
              <p:cNvPr id="37" name="Freeform 27"/>
              <p:cNvSpPr>
                <a:spLocks noEditPoints="1"/>
              </p:cNvSpPr>
              <p:nvPr/>
            </p:nvSpPr>
            <p:spPr bwMode="auto">
              <a:xfrm>
                <a:off x="4547860" y="4270810"/>
                <a:ext cx="1499358" cy="1717182"/>
              </a:xfrm>
              <a:custGeom>
                <a:avLst/>
                <a:gdLst>
                  <a:gd name="T0" fmla="*/ 699 w 1653"/>
                  <a:gd name="T1" fmla="*/ 403 h 1892"/>
                  <a:gd name="T2" fmla="*/ 506 w 1653"/>
                  <a:gd name="T3" fmla="*/ 462 h 1892"/>
                  <a:gd name="T4" fmla="*/ 336 w 1653"/>
                  <a:gd name="T5" fmla="*/ 577 h 1892"/>
                  <a:gd name="T6" fmla="*/ 202 w 1653"/>
                  <a:gd name="T7" fmla="*/ 741 h 1892"/>
                  <a:gd name="T8" fmla="*/ 127 w 1653"/>
                  <a:gd name="T9" fmla="*/ 934 h 1892"/>
                  <a:gd name="T10" fmla="*/ 109 w 1653"/>
                  <a:gd name="T11" fmla="*/ 1135 h 1892"/>
                  <a:gd name="T12" fmla="*/ 151 w 1653"/>
                  <a:gd name="T13" fmla="*/ 1332 h 1892"/>
                  <a:gd name="T14" fmla="*/ 247 w 1653"/>
                  <a:gd name="T15" fmla="*/ 1510 h 1892"/>
                  <a:gd name="T16" fmla="*/ 397 w 1653"/>
                  <a:gd name="T17" fmla="*/ 1659 h 1892"/>
                  <a:gd name="T18" fmla="*/ 583 w 1653"/>
                  <a:gd name="T19" fmla="*/ 1754 h 1892"/>
                  <a:gd name="T20" fmla="*/ 783 w 1653"/>
                  <a:gd name="T21" fmla="*/ 1791 h 1892"/>
                  <a:gd name="T22" fmla="*/ 982 w 1653"/>
                  <a:gd name="T23" fmla="*/ 1769 h 1892"/>
                  <a:gd name="T24" fmla="*/ 1168 w 1653"/>
                  <a:gd name="T25" fmla="*/ 1691 h 1892"/>
                  <a:gd name="T26" fmla="*/ 1328 w 1653"/>
                  <a:gd name="T27" fmla="*/ 1559 h 1892"/>
                  <a:gd name="T28" fmla="*/ 1445 w 1653"/>
                  <a:gd name="T29" fmla="*/ 1381 h 1892"/>
                  <a:gd name="T30" fmla="*/ 1500 w 1653"/>
                  <a:gd name="T31" fmla="*/ 1184 h 1892"/>
                  <a:gd name="T32" fmla="*/ 1498 w 1653"/>
                  <a:gd name="T33" fmla="*/ 983 h 1892"/>
                  <a:gd name="T34" fmla="*/ 1438 w 1653"/>
                  <a:gd name="T35" fmla="*/ 791 h 1892"/>
                  <a:gd name="T36" fmla="*/ 1324 w 1653"/>
                  <a:gd name="T37" fmla="*/ 621 h 1892"/>
                  <a:gd name="T38" fmla="*/ 1159 w 1653"/>
                  <a:gd name="T39" fmla="*/ 488 h 1892"/>
                  <a:gd name="T40" fmla="*/ 966 w 1653"/>
                  <a:gd name="T41" fmla="*/ 412 h 1892"/>
                  <a:gd name="T42" fmla="*/ 1601 w 1653"/>
                  <a:gd name="T43" fmla="*/ 0 h 1892"/>
                  <a:gd name="T44" fmla="*/ 1607 w 1653"/>
                  <a:gd name="T45" fmla="*/ 37 h 1892"/>
                  <a:gd name="T46" fmla="*/ 1619 w 1653"/>
                  <a:gd name="T47" fmla="*/ 143 h 1892"/>
                  <a:gd name="T48" fmla="*/ 1634 w 1653"/>
                  <a:gd name="T49" fmla="*/ 299 h 1892"/>
                  <a:gd name="T50" fmla="*/ 1646 w 1653"/>
                  <a:gd name="T51" fmla="*/ 493 h 1892"/>
                  <a:gd name="T52" fmla="*/ 1653 w 1653"/>
                  <a:gd name="T53" fmla="*/ 710 h 1892"/>
                  <a:gd name="T54" fmla="*/ 1649 w 1653"/>
                  <a:gd name="T55" fmla="*/ 934 h 1892"/>
                  <a:gd name="T56" fmla="*/ 1630 w 1653"/>
                  <a:gd name="T57" fmla="*/ 1151 h 1892"/>
                  <a:gd name="T58" fmla="*/ 1591 w 1653"/>
                  <a:gd name="T59" fmla="*/ 1348 h 1892"/>
                  <a:gd name="T60" fmla="*/ 1527 w 1653"/>
                  <a:gd name="T61" fmla="*/ 1507 h 1892"/>
                  <a:gd name="T62" fmla="*/ 1402 w 1653"/>
                  <a:gd name="T63" fmla="*/ 1663 h 1892"/>
                  <a:gd name="T64" fmla="*/ 1226 w 1653"/>
                  <a:gd name="T65" fmla="*/ 1791 h 1892"/>
                  <a:gd name="T66" fmla="*/ 1028 w 1653"/>
                  <a:gd name="T67" fmla="*/ 1868 h 1892"/>
                  <a:gd name="T68" fmla="*/ 818 w 1653"/>
                  <a:gd name="T69" fmla="*/ 1892 h 1892"/>
                  <a:gd name="T70" fmla="*/ 606 w 1653"/>
                  <a:gd name="T71" fmla="*/ 1861 h 1892"/>
                  <a:gd name="T72" fmla="*/ 405 w 1653"/>
                  <a:gd name="T73" fmla="*/ 1775 h 1892"/>
                  <a:gd name="T74" fmla="*/ 229 w 1653"/>
                  <a:gd name="T75" fmla="*/ 1636 h 1892"/>
                  <a:gd name="T76" fmla="*/ 101 w 1653"/>
                  <a:gd name="T77" fmla="*/ 1460 h 1892"/>
                  <a:gd name="T78" fmla="*/ 24 w 1653"/>
                  <a:gd name="T79" fmla="*/ 1262 h 1892"/>
                  <a:gd name="T80" fmla="*/ 0 w 1653"/>
                  <a:gd name="T81" fmla="*/ 1052 h 1892"/>
                  <a:gd name="T82" fmla="*/ 31 w 1653"/>
                  <a:gd name="T83" fmla="*/ 840 h 1892"/>
                  <a:gd name="T84" fmla="*/ 117 w 1653"/>
                  <a:gd name="T85" fmla="*/ 639 h 1892"/>
                  <a:gd name="T86" fmla="*/ 229 w 1653"/>
                  <a:gd name="T87" fmla="*/ 499 h 1892"/>
                  <a:gd name="T88" fmla="*/ 378 w 1653"/>
                  <a:gd name="T89" fmla="*/ 393 h 1892"/>
                  <a:gd name="T90" fmla="*/ 563 w 1653"/>
                  <a:gd name="T91" fmla="*/ 300 h 1892"/>
                  <a:gd name="T92" fmla="*/ 769 w 1653"/>
                  <a:gd name="T93" fmla="*/ 218 h 1892"/>
                  <a:gd name="T94" fmla="*/ 981 w 1653"/>
                  <a:gd name="T95" fmla="*/ 149 h 1892"/>
                  <a:gd name="T96" fmla="*/ 1185 w 1653"/>
                  <a:gd name="T97" fmla="*/ 93 h 1892"/>
                  <a:gd name="T98" fmla="*/ 1363 w 1653"/>
                  <a:gd name="T99" fmla="*/ 49 h 1892"/>
                  <a:gd name="T100" fmla="*/ 1502 w 1653"/>
                  <a:gd name="T101" fmla="*/ 18 h 1892"/>
                  <a:gd name="T102" fmla="*/ 1585 w 1653"/>
                  <a:gd name="T103" fmla="*/ 2 h 189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</a:cxnLst>
                <a:rect l="0" t="0" r="r" b="b"/>
                <a:pathLst>
                  <a:path w="1653" h="1892">
                    <a:moveTo>
                      <a:pt x="832" y="395"/>
                    </a:moveTo>
                    <a:lnTo>
                      <a:pt x="765" y="395"/>
                    </a:lnTo>
                    <a:lnTo>
                      <a:pt x="699" y="403"/>
                    </a:lnTo>
                    <a:lnTo>
                      <a:pt x="633" y="416"/>
                    </a:lnTo>
                    <a:lnTo>
                      <a:pt x="568" y="437"/>
                    </a:lnTo>
                    <a:lnTo>
                      <a:pt x="506" y="462"/>
                    </a:lnTo>
                    <a:lnTo>
                      <a:pt x="447" y="495"/>
                    </a:lnTo>
                    <a:lnTo>
                      <a:pt x="390" y="532"/>
                    </a:lnTo>
                    <a:lnTo>
                      <a:pt x="336" y="577"/>
                    </a:lnTo>
                    <a:lnTo>
                      <a:pt x="287" y="627"/>
                    </a:lnTo>
                    <a:lnTo>
                      <a:pt x="242" y="682"/>
                    </a:lnTo>
                    <a:lnTo>
                      <a:pt x="202" y="741"/>
                    </a:lnTo>
                    <a:lnTo>
                      <a:pt x="171" y="805"/>
                    </a:lnTo>
                    <a:lnTo>
                      <a:pt x="146" y="868"/>
                    </a:lnTo>
                    <a:lnTo>
                      <a:pt x="127" y="934"/>
                    </a:lnTo>
                    <a:lnTo>
                      <a:pt x="115" y="1000"/>
                    </a:lnTo>
                    <a:lnTo>
                      <a:pt x="109" y="1068"/>
                    </a:lnTo>
                    <a:lnTo>
                      <a:pt x="109" y="1135"/>
                    </a:lnTo>
                    <a:lnTo>
                      <a:pt x="117" y="1201"/>
                    </a:lnTo>
                    <a:lnTo>
                      <a:pt x="131" y="1267"/>
                    </a:lnTo>
                    <a:lnTo>
                      <a:pt x="151" y="1332"/>
                    </a:lnTo>
                    <a:lnTo>
                      <a:pt x="177" y="1394"/>
                    </a:lnTo>
                    <a:lnTo>
                      <a:pt x="209" y="1454"/>
                    </a:lnTo>
                    <a:lnTo>
                      <a:pt x="247" y="1510"/>
                    </a:lnTo>
                    <a:lnTo>
                      <a:pt x="292" y="1564"/>
                    </a:lnTo>
                    <a:lnTo>
                      <a:pt x="341" y="1613"/>
                    </a:lnTo>
                    <a:lnTo>
                      <a:pt x="397" y="1659"/>
                    </a:lnTo>
                    <a:lnTo>
                      <a:pt x="456" y="1698"/>
                    </a:lnTo>
                    <a:lnTo>
                      <a:pt x="519" y="1729"/>
                    </a:lnTo>
                    <a:lnTo>
                      <a:pt x="583" y="1754"/>
                    </a:lnTo>
                    <a:lnTo>
                      <a:pt x="649" y="1773"/>
                    </a:lnTo>
                    <a:lnTo>
                      <a:pt x="716" y="1785"/>
                    </a:lnTo>
                    <a:lnTo>
                      <a:pt x="783" y="1791"/>
                    </a:lnTo>
                    <a:lnTo>
                      <a:pt x="850" y="1791"/>
                    </a:lnTo>
                    <a:lnTo>
                      <a:pt x="917" y="1783"/>
                    </a:lnTo>
                    <a:lnTo>
                      <a:pt x="982" y="1769"/>
                    </a:lnTo>
                    <a:lnTo>
                      <a:pt x="1047" y="1749"/>
                    </a:lnTo>
                    <a:lnTo>
                      <a:pt x="1109" y="1723"/>
                    </a:lnTo>
                    <a:lnTo>
                      <a:pt x="1168" y="1691"/>
                    </a:lnTo>
                    <a:lnTo>
                      <a:pt x="1225" y="1653"/>
                    </a:lnTo>
                    <a:lnTo>
                      <a:pt x="1279" y="1609"/>
                    </a:lnTo>
                    <a:lnTo>
                      <a:pt x="1328" y="1559"/>
                    </a:lnTo>
                    <a:lnTo>
                      <a:pt x="1373" y="1503"/>
                    </a:lnTo>
                    <a:lnTo>
                      <a:pt x="1413" y="1444"/>
                    </a:lnTo>
                    <a:lnTo>
                      <a:pt x="1445" y="1381"/>
                    </a:lnTo>
                    <a:lnTo>
                      <a:pt x="1469" y="1317"/>
                    </a:lnTo>
                    <a:lnTo>
                      <a:pt x="1488" y="1251"/>
                    </a:lnTo>
                    <a:lnTo>
                      <a:pt x="1500" y="1184"/>
                    </a:lnTo>
                    <a:lnTo>
                      <a:pt x="1506" y="1118"/>
                    </a:lnTo>
                    <a:lnTo>
                      <a:pt x="1506" y="1050"/>
                    </a:lnTo>
                    <a:lnTo>
                      <a:pt x="1498" y="983"/>
                    </a:lnTo>
                    <a:lnTo>
                      <a:pt x="1484" y="918"/>
                    </a:lnTo>
                    <a:lnTo>
                      <a:pt x="1464" y="853"/>
                    </a:lnTo>
                    <a:lnTo>
                      <a:pt x="1438" y="791"/>
                    </a:lnTo>
                    <a:lnTo>
                      <a:pt x="1406" y="732"/>
                    </a:lnTo>
                    <a:lnTo>
                      <a:pt x="1368" y="675"/>
                    </a:lnTo>
                    <a:lnTo>
                      <a:pt x="1324" y="621"/>
                    </a:lnTo>
                    <a:lnTo>
                      <a:pt x="1274" y="573"/>
                    </a:lnTo>
                    <a:lnTo>
                      <a:pt x="1218" y="527"/>
                    </a:lnTo>
                    <a:lnTo>
                      <a:pt x="1159" y="488"/>
                    </a:lnTo>
                    <a:lnTo>
                      <a:pt x="1096" y="455"/>
                    </a:lnTo>
                    <a:lnTo>
                      <a:pt x="1032" y="431"/>
                    </a:lnTo>
                    <a:lnTo>
                      <a:pt x="966" y="412"/>
                    </a:lnTo>
                    <a:lnTo>
                      <a:pt x="900" y="400"/>
                    </a:lnTo>
                    <a:lnTo>
                      <a:pt x="832" y="395"/>
                    </a:lnTo>
                    <a:close/>
                    <a:moveTo>
                      <a:pt x="1601" y="0"/>
                    </a:moveTo>
                    <a:lnTo>
                      <a:pt x="1603" y="4"/>
                    </a:lnTo>
                    <a:lnTo>
                      <a:pt x="1604" y="17"/>
                    </a:lnTo>
                    <a:lnTo>
                      <a:pt x="1607" y="37"/>
                    </a:lnTo>
                    <a:lnTo>
                      <a:pt x="1611" y="66"/>
                    </a:lnTo>
                    <a:lnTo>
                      <a:pt x="1615" y="101"/>
                    </a:lnTo>
                    <a:lnTo>
                      <a:pt x="1619" y="143"/>
                    </a:lnTo>
                    <a:lnTo>
                      <a:pt x="1624" y="190"/>
                    </a:lnTo>
                    <a:lnTo>
                      <a:pt x="1628" y="242"/>
                    </a:lnTo>
                    <a:lnTo>
                      <a:pt x="1634" y="299"/>
                    </a:lnTo>
                    <a:lnTo>
                      <a:pt x="1638" y="361"/>
                    </a:lnTo>
                    <a:lnTo>
                      <a:pt x="1643" y="426"/>
                    </a:lnTo>
                    <a:lnTo>
                      <a:pt x="1646" y="493"/>
                    </a:lnTo>
                    <a:lnTo>
                      <a:pt x="1650" y="563"/>
                    </a:lnTo>
                    <a:lnTo>
                      <a:pt x="1651" y="636"/>
                    </a:lnTo>
                    <a:lnTo>
                      <a:pt x="1653" y="710"/>
                    </a:lnTo>
                    <a:lnTo>
                      <a:pt x="1653" y="785"/>
                    </a:lnTo>
                    <a:lnTo>
                      <a:pt x="1651" y="859"/>
                    </a:lnTo>
                    <a:lnTo>
                      <a:pt x="1649" y="934"/>
                    </a:lnTo>
                    <a:lnTo>
                      <a:pt x="1645" y="1008"/>
                    </a:lnTo>
                    <a:lnTo>
                      <a:pt x="1638" y="1081"/>
                    </a:lnTo>
                    <a:lnTo>
                      <a:pt x="1630" y="1151"/>
                    </a:lnTo>
                    <a:lnTo>
                      <a:pt x="1619" y="1220"/>
                    </a:lnTo>
                    <a:lnTo>
                      <a:pt x="1606" y="1286"/>
                    </a:lnTo>
                    <a:lnTo>
                      <a:pt x="1591" y="1348"/>
                    </a:lnTo>
                    <a:lnTo>
                      <a:pt x="1572" y="1406"/>
                    </a:lnTo>
                    <a:lnTo>
                      <a:pt x="1552" y="1459"/>
                    </a:lnTo>
                    <a:lnTo>
                      <a:pt x="1527" y="1507"/>
                    </a:lnTo>
                    <a:lnTo>
                      <a:pt x="1500" y="1551"/>
                    </a:lnTo>
                    <a:lnTo>
                      <a:pt x="1453" y="1609"/>
                    </a:lnTo>
                    <a:lnTo>
                      <a:pt x="1402" y="1663"/>
                    </a:lnTo>
                    <a:lnTo>
                      <a:pt x="1346" y="1711"/>
                    </a:lnTo>
                    <a:lnTo>
                      <a:pt x="1287" y="1753"/>
                    </a:lnTo>
                    <a:lnTo>
                      <a:pt x="1226" y="1791"/>
                    </a:lnTo>
                    <a:lnTo>
                      <a:pt x="1162" y="1822"/>
                    </a:lnTo>
                    <a:lnTo>
                      <a:pt x="1096" y="1847"/>
                    </a:lnTo>
                    <a:lnTo>
                      <a:pt x="1028" y="1868"/>
                    </a:lnTo>
                    <a:lnTo>
                      <a:pt x="959" y="1881"/>
                    </a:lnTo>
                    <a:lnTo>
                      <a:pt x="889" y="1889"/>
                    </a:lnTo>
                    <a:lnTo>
                      <a:pt x="818" y="1892"/>
                    </a:lnTo>
                    <a:lnTo>
                      <a:pt x="747" y="1888"/>
                    </a:lnTo>
                    <a:lnTo>
                      <a:pt x="676" y="1877"/>
                    </a:lnTo>
                    <a:lnTo>
                      <a:pt x="606" y="1861"/>
                    </a:lnTo>
                    <a:lnTo>
                      <a:pt x="537" y="1839"/>
                    </a:lnTo>
                    <a:lnTo>
                      <a:pt x="471" y="1810"/>
                    </a:lnTo>
                    <a:lnTo>
                      <a:pt x="405" y="1775"/>
                    </a:lnTo>
                    <a:lnTo>
                      <a:pt x="341" y="1734"/>
                    </a:lnTo>
                    <a:lnTo>
                      <a:pt x="283" y="1687"/>
                    </a:lnTo>
                    <a:lnTo>
                      <a:pt x="229" y="1636"/>
                    </a:lnTo>
                    <a:lnTo>
                      <a:pt x="181" y="1580"/>
                    </a:lnTo>
                    <a:lnTo>
                      <a:pt x="139" y="1521"/>
                    </a:lnTo>
                    <a:lnTo>
                      <a:pt x="101" y="1460"/>
                    </a:lnTo>
                    <a:lnTo>
                      <a:pt x="70" y="1396"/>
                    </a:lnTo>
                    <a:lnTo>
                      <a:pt x="45" y="1329"/>
                    </a:lnTo>
                    <a:lnTo>
                      <a:pt x="24" y="1262"/>
                    </a:lnTo>
                    <a:lnTo>
                      <a:pt x="11" y="1193"/>
                    </a:lnTo>
                    <a:lnTo>
                      <a:pt x="3" y="1123"/>
                    </a:lnTo>
                    <a:lnTo>
                      <a:pt x="0" y="1052"/>
                    </a:lnTo>
                    <a:lnTo>
                      <a:pt x="4" y="981"/>
                    </a:lnTo>
                    <a:lnTo>
                      <a:pt x="15" y="910"/>
                    </a:lnTo>
                    <a:lnTo>
                      <a:pt x="31" y="840"/>
                    </a:lnTo>
                    <a:lnTo>
                      <a:pt x="53" y="771"/>
                    </a:lnTo>
                    <a:lnTo>
                      <a:pt x="82" y="705"/>
                    </a:lnTo>
                    <a:lnTo>
                      <a:pt x="117" y="639"/>
                    </a:lnTo>
                    <a:lnTo>
                      <a:pt x="159" y="575"/>
                    </a:lnTo>
                    <a:lnTo>
                      <a:pt x="190" y="536"/>
                    </a:lnTo>
                    <a:lnTo>
                      <a:pt x="229" y="499"/>
                    </a:lnTo>
                    <a:lnTo>
                      <a:pt x="274" y="462"/>
                    </a:lnTo>
                    <a:lnTo>
                      <a:pt x="324" y="427"/>
                    </a:lnTo>
                    <a:lnTo>
                      <a:pt x="378" y="393"/>
                    </a:lnTo>
                    <a:lnTo>
                      <a:pt x="436" y="361"/>
                    </a:lnTo>
                    <a:lnTo>
                      <a:pt x="498" y="330"/>
                    </a:lnTo>
                    <a:lnTo>
                      <a:pt x="563" y="300"/>
                    </a:lnTo>
                    <a:lnTo>
                      <a:pt x="630" y="271"/>
                    </a:lnTo>
                    <a:lnTo>
                      <a:pt x="699" y="244"/>
                    </a:lnTo>
                    <a:lnTo>
                      <a:pt x="769" y="218"/>
                    </a:lnTo>
                    <a:lnTo>
                      <a:pt x="839" y="194"/>
                    </a:lnTo>
                    <a:lnTo>
                      <a:pt x="911" y="171"/>
                    </a:lnTo>
                    <a:lnTo>
                      <a:pt x="981" y="149"/>
                    </a:lnTo>
                    <a:lnTo>
                      <a:pt x="1051" y="129"/>
                    </a:lnTo>
                    <a:lnTo>
                      <a:pt x="1118" y="110"/>
                    </a:lnTo>
                    <a:lnTo>
                      <a:pt x="1185" y="93"/>
                    </a:lnTo>
                    <a:lnTo>
                      <a:pt x="1248" y="76"/>
                    </a:lnTo>
                    <a:lnTo>
                      <a:pt x="1307" y="62"/>
                    </a:lnTo>
                    <a:lnTo>
                      <a:pt x="1363" y="49"/>
                    </a:lnTo>
                    <a:lnTo>
                      <a:pt x="1414" y="37"/>
                    </a:lnTo>
                    <a:lnTo>
                      <a:pt x="1461" y="28"/>
                    </a:lnTo>
                    <a:lnTo>
                      <a:pt x="1502" y="18"/>
                    </a:lnTo>
                    <a:lnTo>
                      <a:pt x="1537" y="12"/>
                    </a:lnTo>
                    <a:lnTo>
                      <a:pt x="1564" y="6"/>
                    </a:lnTo>
                    <a:lnTo>
                      <a:pt x="1585" y="2"/>
                    </a:lnTo>
                    <a:lnTo>
                      <a:pt x="1597" y="1"/>
                    </a:lnTo>
                    <a:lnTo>
                      <a:pt x="1601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grpSp>
            <p:nvGrpSpPr>
              <p:cNvPr id="12" name="Group 103"/>
              <p:cNvGrpSpPr/>
              <p:nvPr/>
            </p:nvGrpSpPr>
            <p:grpSpPr>
              <a:xfrm>
                <a:off x="4967287" y="4952988"/>
                <a:ext cx="650639" cy="625474"/>
                <a:chOff x="4967288" y="5026025"/>
                <a:chExt cx="574676" cy="552451"/>
              </a:xfrm>
            </p:grpSpPr>
            <p:sp>
              <p:nvSpPr>
                <p:cNvPr id="39" name="Freeform 64"/>
                <p:cNvSpPr>
                  <a:spLocks/>
                </p:cNvSpPr>
                <p:nvPr/>
              </p:nvSpPr>
              <p:spPr bwMode="auto">
                <a:xfrm>
                  <a:off x="5049838" y="5100638"/>
                  <a:ext cx="131763" cy="128588"/>
                </a:xfrm>
                <a:custGeom>
                  <a:avLst/>
                  <a:gdLst>
                    <a:gd name="T0" fmla="*/ 327 w 833"/>
                    <a:gd name="T1" fmla="*/ 0 h 811"/>
                    <a:gd name="T2" fmla="*/ 372 w 833"/>
                    <a:gd name="T3" fmla="*/ 3 h 811"/>
                    <a:gd name="T4" fmla="*/ 414 w 833"/>
                    <a:gd name="T5" fmla="*/ 12 h 811"/>
                    <a:gd name="T6" fmla="*/ 454 w 833"/>
                    <a:gd name="T7" fmla="*/ 25 h 811"/>
                    <a:gd name="T8" fmla="*/ 492 w 833"/>
                    <a:gd name="T9" fmla="*/ 44 h 811"/>
                    <a:gd name="T10" fmla="*/ 527 w 833"/>
                    <a:gd name="T11" fmla="*/ 68 h 811"/>
                    <a:gd name="T12" fmla="*/ 558 w 833"/>
                    <a:gd name="T13" fmla="*/ 95 h 811"/>
                    <a:gd name="T14" fmla="*/ 586 w 833"/>
                    <a:gd name="T15" fmla="*/ 127 h 811"/>
                    <a:gd name="T16" fmla="*/ 609 w 833"/>
                    <a:gd name="T17" fmla="*/ 162 h 811"/>
                    <a:gd name="T18" fmla="*/ 628 w 833"/>
                    <a:gd name="T19" fmla="*/ 200 h 811"/>
                    <a:gd name="T20" fmla="*/ 642 w 833"/>
                    <a:gd name="T21" fmla="*/ 239 h 811"/>
                    <a:gd name="T22" fmla="*/ 651 w 833"/>
                    <a:gd name="T23" fmla="*/ 283 h 811"/>
                    <a:gd name="T24" fmla="*/ 654 w 833"/>
                    <a:gd name="T25" fmla="*/ 327 h 811"/>
                    <a:gd name="T26" fmla="*/ 651 w 833"/>
                    <a:gd name="T27" fmla="*/ 369 h 811"/>
                    <a:gd name="T28" fmla="*/ 642 w 833"/>
                    <a:gd name="T29" fmla="*/ 409 h 811"/>
                    <a:gd name="T30" fmla="*/ 629 w 833"/>
                    <a:gd name="T31" fmla="*/ 447 h 811"/>
                    <a:gd name="T32" fmla="*/ 612 w 833"/>
                    <a:gd name="T33" fmla="*/ 483 h 811"/>
                    <a:gd name="T34" fmla="*/ 833 w 833"/>
                    <a:gd name="T35" fmla="*/ 692 h 811"/>
                    <a:gd name="T36" fmla="*/ 792 w 833"/>
                    <a:gd name="T37" fmla="*/ 729 h 811"/>
                    <a:gd name="T38" fmla="*/ 754 w 833"/>
                    <a:gd name="T39" fmla="*/ 768 h 811"/>
                    <a:gd name="T40" fmla="*/ 720 w 833"/>
                    <a:gd name="T41" fmla="*/ 811 h 811"/>
                    <a:gd name="T42" fmla="*/ 499 w 833"/>
                    <a:gd name="T43" fmla="*/ 603 h 811"/>
                    <a:gd name="T44" fmla="*/ 461 w 833"/>
                    <a:gd name="T45" fmla="*/ 624 h 811"/>
                    <a:gd name="T46" fmla="*/ 418 w 833"/>
                    <a:gd name="T47" fmla="*/ 640 h 811"/>
                    <a:gd name="T48" fmla="*/ 374 w 833"/>
                    <a:gd name="T49" fmla="*/ 650 h 811"/>
                    <a:gd name="T50" fmla="*/ 327 w 833"/>
                    <a:gd name="T51" fmla="*/ 653 h 811"/>
                    <a:gd name="T52" fmla="*/ 283 w 833"/>
                    <a:gd name="T53" fmla="*/ 651 h 811"/>
                    <a:gd name="T54" fmla="*/ 240 w 833"/>
                    <a:gd name="T55" fmla="*/ 642 h 811"/>
                    <a:gd name="T56" fmla="*/ 200 w 833"/>
                    <a:gd name="T57" fmla="*/ 628 h 811"/>
                    <a:gd name="T58" fmla="*/ 162 w 833"/>
                    <a:gd name="T59" fmla="*/ 609 h 811"/>
                    <a:gd name="T60" fmla="*/ 127 w 833"/>
                    <a:gd name="T61" fmla="*/ 585 h 811"/>
                    <a:gd name="T62" fmla="*/ 96 w 833"/>
                    <a:gd name="T63" fmla="*/ 558 h 811"/>
                    <a:gd name="T64" fmla="*/ 68 w 833"/>
                    <a:gd name="T65" fmla="*/ 527 h 811"/>
                    <a:gd name="T66" fmla="*/ 45 w 833"/>
                    <a:gd name="T67" fmla="*/ 491 h 811"/>
                    <a:gd name="T68" fmla="*/ 26 w 833"/>
                    <a:gd name="T69" fmla="*/ 454 h 811"/>
                    <a:gd name="T70" fmla="*/ 11 w 833"/>
                    <a:gd name="T71" fmla="*/ 414 h 811"/>
                    <a:gd name="T72" fmla="*/ 4 w 833"/>
                    <a:gd name="T73" fmla="*/ 371 h 811"/>
                    <a:gd name="T74" fmla="*/ 0 w 833"/>
                    <a:gd name="T75" fmla="*/ 327 h 811"/>
                    <a:gd name="T76" fmla="*/ 4 w 833"/>
                    <a:gd name="T77" fmla="*/ 283 h 811"/>
                    <a:gd name="T78" fmla="*/ 11 w 833"/>
                    <a:gd name="T79" fmla="*/ 239 h 811"/>
                    <a:gd name="T80" fmla="*/ 26 w 833"/>
                    <a:gd name="T81" fmla="*/ 200 h 811"/>
                    <a:gd name="T82" fmla="*/ 45 w 833"/>
                    <a:gd name="T83" fmla="*/ 162 h 811"/>
                    <a:gd name="T84" fmla="*/ 68 w 833"/>
                    <a:gd name="T85" fmla="*/ 127 h 811"/>
                    <a:gd name="T86" fmla="*/ 96 w 833"/>
                    <a:gd name="T87" fmla="*/ 95 h 811"/>
                    <a:gd name="T88" fmla="*/ 127 w 833"/>
                    <a:gd name="T89" fmla="*/ 68 h 811"/>
                    <a:gd name="T90" fmla="*/ 162 w 833"/>
                    <a:gd name="T91" fmla="*/ 44 h 811"/>
                    <a:gd name="T92" fmla="*/ 200 w 833"/>
                    <a:gd name="T93" fmla="*/ 25 h 811"/>
                    <a:gd name="T94" fmla="*/ 240 w 833"/>
                    <a:gd name="T95" fmla="*/ 12 h 811"/>
                    <a:gd name="T96" fmla="*/ 283 w 833"/>
                    <a:gd name="T97" fmla="*/ 3 h 811"/>
                    <a:gd name="T98" fmla="*/ 327 w 833"/>
                    <a:gd name="T99" fmla="*/ 0 h 81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</a:cxnLst>
                  <a:rect l="0" t="0" r="r" b="b"/>
                  <a:pathLst>
                    <a:path w="833" h="811">
                      <a:moveTo>
                        <a:pt x="327" y="0"/>
                      </a:moveTo>
                      <a:lnTo>
                        <a:pt x="372" y="3"/>
                      </a:lnTo>
                      <a:lnTo>
                        <a:pt x="414" y="12"/>
                      </a:lnTo>
                      <a:lnTo>
                        <a:pt x="454" y="25"/>
                      </a:lnTo>
                      <a:lnTo>
                        <a:pt x="492" y="44"/>
                      </a:lnTo>
                      <a:lnTo>
                        <a:pt x="527" y="68"/>
                      </a:lnTo>
                      <a:lnTo>
                        <a:pt x="558" y="95"/>
                      </a:lnTo>
                      <a:lnTo>
                        <a:pt x="586" y="127"/>
                      </a:lnTo>
                      <a:lnTo>
                        <a:pt x="609" y="162"/>
                      </a:lnTo>
                      <a:lnTo>
                        <a:pt x="628" y="200"/>
                      </a:lnTo>
                      <a:lnTo>
                        <a:pt x="642" y="239"/>
                      </a:lnTo>
                      <a:lnTo>
                        <a:pt x="651" y="283"/>
                      </a:lnTo>
                      <a:lnTo>
                        <a:pt x="654" y="327"/>
                      </a:lnTo>
                      <a:lnTo>
                        <a:pt x="651" y="369"/>
                      </a:lnTo>
                      <a:lnTo>
                        <a:pt x="642" y="409"/>
                      </a:lnTo>
                      <a:lnTo>
                        <a:pt x="629" y="447"/>
                      </a:lnTo>
                      <a:lnTo>
                        <a:pt x="612" y="483"/>
                      </a:lnTo>
                      <a:lnTo>
                        <a:pt x="833" y="692"/>
                      </a:lnTo>
                      <a:lnTo>
                        <a:pt x="792" y="729"/>
                      </a:lnTo>
                      <a:lnTo>
                        <a:pt x="754" y="768"/>
                      </a:lnTo>
                      <a:lnTo>
                        <a:pt x="720" y="811"/>
                      </a:lnTo>
                      <a:lnTo>
                        <a:pt x="499" y="603"/>
                      </a:lnTo>
                      <a:lnTo>
                        <a:pt x="461" y="624"/>
                      </a:lnTo>
                      <a:lnTo>
                        <a:pt x="418" y="640"/>
                      </a:lnTo>
                      <a:lnTo>
                        <a:pt x="374" y="650"/>
                      </a:lnTo>
                      <a:lnTo>
                        <a:pt x="327" y="653"/>
                      </a:lnTo>
                      <a:lnTo>
                        <a:pt x="283" y="651"/>
                      </a:lnTo>
                      <a:lnTo>
                        <a:pt x="240" y="642"/>
                      </a:lnTo>
                      <a:lnTo>
                        <a:pt x="200" y="628"/>
                      </a:lnTo>
                      <a:lnTo>
                        <a:pt x="162" y="609"/>
                      </a:lnTo>
                      <a:lnTo>
                        <a:pt x="127" y="585"/>
                      </a:lnTo>
                      <a:lnTo>
                        <a:pt x="96" y="558"/>
                      </a:lnTo>
                      <a:lnTo>
                        <a:pt x="68" y="527"/>
                      </a:lnTo>
                      <a:lnTo>
                        <a:pt x="45" y="491"/>
                      </a:lnTo>
                      <a:lnTo>
                        <a:pt x="26" y="454"/>
                      </a:lnTo>
                      <a:lnTo>
                        <a:pt x="11" y="414"/>
                      </a:lnTo>
                      <a:lnTo>
                        <a:pt x="4" y="371"/>
                      </a:lnTo>
                      <a:lnTo>
                        <a:pt x="0" y="327"/>
                      </a:lnTo>
                      <a:lnTo>
                        <a:pt x="4" y="283"/>
                      </a:lnTo>
                      <a:lnTo>
                        <a:pt x="11" y="239"/>
                      </a:lnTo>
                      <a:lnTo>
                        <a:pt x="26" y="200"/>
                      </a:lnTo>
                      <a:lnTo>
                        <a:pt x="45" y="162"/>
                      </a:lnTo>
                      <a:lnTo>
                        <a:pt x="68" y="127"/>
                      </a:lnTo>
                      <a:lnTo>
                        <a:pt x="96" y="95"/>
                      </a:lnTo>
                      <a:lnTo>
                        <a:pt x="127" y="68"/>
                      </a:lnTo>
                      <a:lnTo>
                        <a:pt x="162" y="44"/>
                      </a:lnTo>
                      <a:lnTo>
                        <a:pt x="200" y="25"/>
                      </a:lnTo>
                      <a:lnTo>
                        <a:pt x="240" y="12"/>
                      </a:lnTo>
                      <a:lnTo>
                        <a:pt x="283" y="3"/>
                      </a:lnTo>
                      <a:lnTo>
                        <a:pt x="327" y="0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40" name="Freeform 65"/>
                <p:cNvSpPr>
                  <a:spLocks/>
                </p:cNvSpPr>
                <p:nvPr/>
              </p:nvSpPr>
              <p:spPr bwMode="auto">
                <a:xfrm>
                  <a:off x="5307013" y="5026025"/>
                  <a:ext cx="136525" cy="179388"/>
                </a:xfrm>
                <a:custGeom>
                  <a:avLst/>
                  <a:gdLst>
                    <a:gd name="T0" fmla="*/ 524 w 852"/>
                    <a:gd name="T1" fmla="*/ 0 h 1132"/>
                    <a:gd name="T2" fmla="*/ 524 w 852"/>
                    <a:gd name="T3" fmla="*/ 0 h 1132"/>
                    <a:gd name="T4" fmla="*/ 569 w 852"/>
                    <a:gd name="T5" fmla="*/ 3 h 1132"/>
                    <a:gd name="T6" fmla="*/ 611 w 852"/>
                    <a:gd name="T7" fmla="*/ 12 h 1132"/>
                    <a:gd name="T8" fmla="*/ 652 w 852"/>
                    <a:gd name="T9" fmla="*/ 27 h 1132"/>
                    <a:gd name="T10" fmla="*/ 690 w 852"/>
                    <a:gd name="T11" fmla="*/ 45 h 1132"/>
                    <a:gd name="T12" fmla="*/ 724 w 852"/>
                    <a:gd name="T13" fmla="*/ 69 h 1132"/>
                    <a:gd name="T14" fmla="*/ 755 w 852"/>
                    <a:gd name="T15" fmla="*/ 96 h 1132"/>
                    <a:gd name="T16" fmla="*/ 783 w 852"/>
                    <a:gd name="T17" fmla="*/ 128 h 1132"/>
                    <a:gd name="T18" fmla="*/ 806 w 852"/>
                    <a:gd name="T19" fmla="*/ 162 h 1132"/>
                    <a:gd name="T20" fmla="*/ 825 w 852"/>
                    <a:gd name="T21" fmla="*/ 200 h 1132"/>
                    <a:gd name="T22" fmla="*/ 839 w 852"/>
                    <a:gd name="T23" fmla="*/ 241 h 1132"/>
                    <a:gd name="T24" fmla="*/ 848 w 852"/>
                    <a:gd name="T25" fmla="*/ 283 h 1132"/>
                    <a:gd name="T26" fmla="*/ 852 w 852"/>
                    <a:gd name="T27" fmla="*/ 327 h 1132"/>
                    <a:gd name="T28" fmla="*/ 848 w 852"/>
                    <a:gd name="T29" fmla="*/ 372 h 1132"/>
                    <a:gd name="T30" fmla="*/ 839 w 852"/>
                    <a:gd name="T31" fmla="*/ 414 h 1132"/>
                    <a:gd name="T32" fmla="*/ 825 w 852"/>
                    <a:gd name="T33" fmla="*/ 455 h 1132"/>
                    <a:gd name="T34" fmla="*/ 806 w 852"/>
                    <a:gd name="T35" fmla="*/ 492 h 1132"/>
                    <a:gd name="T36" fmla="*/ 783 w 852"/>
                    <a:gd name="T37" fmla="*/ 527 h 1132"/>
                    <a:gd name="T38" fmla="*/ 755 w 852"/>
                    <a:gd name="T39" fmla="*/ 558 h 1132"/>
                    <a:gd name="T40" fmla="*/ 724 w 852"/>
                    <a:gd name="T41" fmla="*/ 586 h 1132"/>
                    <a:gd name="T42" fmla="*/ 690 w 852"/>
                    <a:gd name="T43" fmla="*/ 609 h 1132"/>
                    <a:gd name="T44" fmla="*/ 652 w 852"/>
                    <a:gd name="T45" fmla="*/ 628 h 1132"/>
                    <a:gd name="T46" fmla="*/ 611 w 852"/>
                    <a:gd name="T47" fmla="*/ 642 h 1132"/>
                    <a:gd name="T48" fmla="*/ 569 w 852"/>
                    <a:gd name="T49" fmla="*/ 651 h 1132"/>
                    <a:gd name="T50" fmla="*/ 524 w 852"/>
                    <a:gd name="T51" fmla="*/ 654 h 1132"/>
                    <a:gd name="T52" fmla="*/ 493 w 852"/>
                    <a:gd name="T53" fmla="*/ 652 h 1132"/>
                    <a:gd name="T54" fmla="*/ 463 w 852"/>
                    <a:gd name="T55" fmla="*/ 647 h 1132"/>
                    <a:gd name="T56" fmla="*/ 434 w 852"/>
                    <a:gd name="T57" fmla="*/ 640 h 1132"/>
                    <a:gd name="T58" fmla="*/ 142 w 852"/>
                    <a:gd name="T59" fmla="*/ 1132 h 1132"/>
                    <a:gd name="T60" fmla="*/ 96 w 852"/>
                    <a:gd name="T61" fmla="*/ 1100 h 1132"/>
                    <a:gd name="T62" fmla="*/ 50 w 852"/>
                    <a:gd name="T63" fmla="*/ 1072 h 1132"/>
                    <a:gd name="T64" fmla="*/ 0 w 852"/>
                    <a:gd name="T65" fmla="*/ 1048 h 1132"/>
                    <a:gd name="T66" fmla="*/ 292 w 852"/>
                    <a:gd name="T67" fmla="*/ 557 h 1132"/>
                    <a:gd name="T68" fmla="*/ 265 w 852"/>
                    <a:gd name="T69" fmla="*/ 526 h 1132"/>
                    <a:gd name="T70" fmla="*/ 242 w 852"/>
                    <a:gd name="T71" fmla="*/ 491 h 1132"/>
                    <a:gd name="T72" fmla="*/ 223 w 852"/>
                    <a:gd name="T73" fmla="*/ 454 h 1132"/>
                    <a:gd name="T74" fmla="*/ 209 w 852"/>
                    <a:gd name="T75" fmla="*/ 414 h 1132"/>
                    <a:gd name="T76" fmla="*/ 201 w 852"/>
                    <a:gd name="T77" fmla="*/ 372 h 1132"/>
                    <a:gd name="T78" fmla="*/ 197 w 852"/>
                    <a:gd name="T79" fmla="*/ 327 h 1132"/>
                    <a:gd name="T80" fmla="*/ 201 w 852"/>
                    <a:gd name="T81" fmla="*/ 283 h 1132"/>
                    <a:gd name="T82" fmla="*/ 209 w 852"/>
                    <a:gd name="T83" fmla="*/ 240 h 1132"/>
                    <a:gd name="T84" fmla="*/ 223 w 852"/>
                    <a:gd name="T85" fmla="*/ 200 h 1132"/>
                    <a:gd name="T86" fmla="*/ 242 w 852"/>
                    <a:gd name="T87" fmla="*/ 162 h 1132"/>
                    <a:gd name="T88" fmla="*/ 266 w 852"/>
                    <a:gd name="T89" fmla="*/ 128 h 1132"/>
                    <a:gd name="T90" fmla="*/ 293 w 852"/>
                    <a:gd name="T91" fmla="*/ 96 h 1132"/>
                    <a:gd name="T92" fmla="*/ 325 w 852"/>
                    <a:gd name="T93" fmla="*/ 69 h 1132"/>
                    <a:gd name="T94" fmla="*/ 359 w 852"/>
                    <a:gd name="T95" fmla="*/ 45 h 1132"/>
                    <a:gd name="T96" fmla="*/ 397 w 852"/>
                    <a:gd name="T97" fmla="*/ 27 h 1132"/>
                    <a:gd name="T98" fmla="*/ 437 w 852"/>
                    <a:gd name="T99" fmla="*/ 12 h 1132"/>
                    <a:gd name="T100" fmla="*/ 480 w 852"/>
                    <a:gd name="T101" fmla="*/ 3 h 1132"/>
                    <a:gd name="T102" fmla="*/ 524 w 852"/>
                    <a:gd name="T103" fmla="*/ 0 h 113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</a:cxnLst>
                  <a:rect l="0" t="0" r="r" b="b"/>
                  <a:pathLst>
                    <a:path w="852" h="1132">
                      <a:moveTo>
                        <a:pt x="524" y="0"/>
                      </a:moveTo>
                      <a:lnTo>
                        <a:pt x="524" y="0"/>
                      </a:lnTo>
                      <a:lnTo>
                        <a:pt x="569" y="3"/>
                      </a:lnTo>
                      <a:lnTo>
                        <a:pt x="611" y="12"/>
                      </a:lnTo>
                      <a:lnTo>
                        <a:pt x="652" y="27"/>
                      </a:lnTo>
                      <a:lnTo>
                        <a:pt x="690" y="45"/>
                      </a:lnTo>
                      <a:lnTo>
                        <a:pt x="724" y="69"/>
                      </a:lnTo>
                      <a:lnTo>
                        <a:pt x="755" y="96"/>
                      </a:lnTo>
                      <a:lnTo>
                        <a:pt x="783" y="128"/>
                      </a:lnTo>
                      <a:lnTo>
                        <a:pt x="806" y="162"/>
                      </a:lnTo>
                      <a:lnTo>
                        <a:pt x="825" y="200"/>
                      </a:lnTo>
                      <a:lnTo>
                        <a:pt x="839" y="241"/>
                      </a:lnTo>
                      <a:lnTo>
                        <a:pt x="848" y="283"/>
                      </a:lnTo>
                      <a:lnTo>
                        <a:pt x="852" y="327"/>
                      </a:lnTo>
                      <a:lnTo>
                        <a:pt x="848" y="372"/>
                      </a:lnTo>
                      <a:lnTo>
                        <a:pt x="839" y="414"/>
                      </a:lnTo>
                      <a:lnTo>
                        <a:pt x="825" y="455"/>
                      </a:lnTo>
                      <a:lnTo>
                        <a:pt x="806" y="492"/>
                      </a:lnTo>
                      <a:lnTo>
                        <a:pt x="783" y="527"/>
                      </a:lnTo>
                      <a:lnTo>
                        <a:pt x="755" y="558"/>
                      </a:lnTo>
                      <a:lnTo>
                        <a:pt x="724" y="586"/>
                      </a:lnTo>
                      <a:lnTo>
                        <a:pt x="690" y="609"/>
                      </a:lnTo>
                      <a:lnTo>
                        <a:pt x="652" y="628"/>
                      </a:lnTo>
                      <a:lnTo>
                        <a:pt x="611" y="642"/>
                      </a:lnTo>
                      <a:lnTo>
                        <a:pt x="569" y="651"/>
                      </a:lnTo>
                      <a:lnTo>
                        <a:pt x="524" y="654"/>
                      </a:lnTo>
                      <a:lnTo>
                        <a:pt x="493" y="652"/>
                      </a:lnTo>
                      <a:lnTo>
                        <a:pt x="463" y="647"/>
                      </a:lnTo>
                      <a:lnTo>
                        <a:pt x="434" y="640"/>
                      </a:lnTo>
                      <a:lnTo>
                        <a:pt x="142" y="1132"/>
                      </a:lnTo>
                      <a:lnTo>
                        <a:pt x="96" y="1100"/>
                      </a:lnTo>
                      <a:lnTo>
                        <a:pt x="50" y="1072"/>
                      </a:lnTo>
                      <a:lnTo>
                        <a:pt x="0" y="1048"/>
                      </a:lnTo>
                      <a:lnTo>
                        <a:pt x="292" y="557"/>
                      </a:lnTo>
                      <a:lnTo>
                        <a:pt x="265" y="526"/>
                      </a:lnTo>
                      <a:lnTo>
                        <a:pt x="242" y="491"/>
                      </a:lnTo>
                      <a:lnTo>
                        <a:pt x="223" y="454"/>
                      </a:lnTo>
                      <a:lnTo>
                        <a:pt x="209" y="414"/>
                      </a:lnTo>
                      <a:lnTo>
                        <a:pt x="201" y="372"/>
                      </a:lnTo>
                      <a:lnTo>
                        <a:pt x="197" y="327"/>
                      </a:lnTo>
                      <a:lnTo>
                        <a:pt x="201" y="283"/>
                      </a:lnTo>
                      <a:lnTo>
                        <a:pt x="209" y="240"/>
                      </a:lnTo>
                      <a:lnTo>
                        <a:pt x="223" y="200"/>
                      </a:lnTo>
                      <a:lnTo>
                        <a:pt x="242" y="162"/>
                      </a:lnTo>
                      <a:lnTo>
                        <a:pt x="266" y="128"/>
                      </a:lnTo>
                      <a:lnTo>
                        <a:pt x="293" y="96"/>
                      </a:lnTo>
                      <a:lnTo>
                        <a:pt x="325" y="69"/>
                      </a:lnTo>
                      <a:lnTo>
                        <a:pt x="359" y="45"/>
                      </a:lnTo>
                      <a:lnTo>
                        <a:pt x="397" y="27"/>
                      </a:lnTo>
                      <a:lnTo>
                        <a:pt x="437" y="12"/>
                      </a:lnTo>
                      <a:lnTo>
                        <a:pt x="480" y="3"/>
                      </a:lnTo>
                      <a:lnTo>
                        <a:pt x="524" y="0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41" name="Freeform 66"/>
                <p:cNvSpPr>
                  <a:spLocks/>
                </p:cNvSpPr>
                <p:nvPr/>
              </p:nvSpPr>
              <p:spPr bwMode="auto">
                <a:xfrm>
                  <a:off x="5375276" y="5272088"/>
                  <a:ext cx="166688" cy="103188"/>
                </a:xfrm>
                <a:custGeom>
                  <a:avLst/>
                  <a:gdLst>
                    <a:gd name="T0" fmla="*/ 729 w 1055"/>
                    <a:gd name="T1" fmla="*/ 0 h 653"/>
                    <a:gd name="T2" fmla="*/ 773 w 1055"/>
                    <a:gd name="T3" fmla="*/ 2 h 653"/>
                    <a:gd name="T4" fmla="*/ 816 w 1055"/>
                    <a:gd name="T5" fmla="*/ 11 h 653"/>
                    <a:gd name="T6" fmla="*/ 856 w 1055"/>
                    <a:gd name="T7" fmla="*/ 25 h 653"/>
                    <a:gd name="T8" fmla="*/ 893 w 1055"/>
                    <a:gd name="T9" fmla="*/ 44 h 653"/>
                    <a:gd name="T10" fmla="*/ 929 w 1055"/>
                    <a:gd name="T11" fmla="*/ 68 h 653"/>
                    <a:gd name="T12" fmla="*/ 960 w 1055"/>
                    <a:gd name="T13" fmla="*/ 95 h 653"/>
                    <a:gd name="T14" fmla="*/ 988 w 1055"/>
                    <a:gd name="T15" fmla="*/ 126 h 653"/>
                    <a:gd name="T16" fmla="*/ 1011 w 1055"/>
                    <a:gd name="T17" fmla="*/ 162 h 653"/>
                    <a:gd name="T18" fmla="*/ 1030 w 1055"/>
                    <a:gd name="T19" fmla="*/ 200 h 653"/>
                    <a:gd name="T20" fmla="*/ 1044 w 1055"/>
                    <a:gd name="T21" fmla="*/ 239 h 653"/>
                    <a:gd name="T22" fmla="*/ 1053 w 1055"/>
                    <a:gd name="T23" fmla="*/ 282 h 653"/>
                    <a:gd name="T24" fmla="*/ 1055 w 1055"/>
                    <a:gd name="T25" fmla="*/ 326 h 653"/>
                    <a:gd name="T26" fmla="*/ 1053 w 1055"/>
                    <a:gd name="T27" fmla="*/ 370 h 653"/>
                    <a:gd name="T28" fmla="*/ 1044 w 1055"/>
                    <a:gd name="T29" fmla="*/ 414 h 653"/>
                    <a:gd name="T30" fmla="*/ 1030 w 1055"/>
                    <a:gd name="T31" fmla="*/ 454 h 653"/>
                    <a:gd name="T32" fmla="*/ 1011 w 1055"/>
                    <a:gd name="T33" fmla="*/ 491 h 653"/>
                    <a:gd name="T34" fmla="*/ 988 w 1055"/>
                    <a:gd name="T35" fmla="*/ 526 h 653"/>
                    <a:gd name="T36" fmla="*/ 960 w 1055"/>
                    <a:gd name="T37" fmla="*/ 558 h 653"/>
                    <a:gd name="T38" fmla="*/ 929 w 1055"/>
                    <a:gd name="T39" fmla="*/ 584 h 653"/>
                    <a:gd name="T40" fmla="*/ 893 w 1055"/>
                    <a:gd name="T41" fmla="*/ 609 h 653"/>
                    <a:gd name="T42" fmla="*/ 856 w 1055"/>
                    <a:gd name="T43" fmla="*/ 628 h 653"/>
                    <a:gd name="T44" fmla="*/ 816 w 1055"/>
                    <a:gd name="T45" fmla="*/ 641 h 653"/>
                    <a:gd name="T46" fmla="*/ 773 w 1055"/>
                    <a:gd name="T47" fmla="*/ 650 h 653"/>
                    <a:gd name="T48" fmla="*/ 729 w 1055"/>
                    <a:gd name="T49" fmla="*/ 653 h 653"/>
                    <a:gd name="T50" fmla="*/ 685 w 1055"/>
                    <a:gd name="T51" fmla="*/ 650 h 653"/>
                    <a:gd name="T52" fmla="*/ 644 w 1055"/>
                    <a:gd name="T53" fmla="*/ 642 h 653"/>
                    <a:gd name="T54" fmla="*/ 604 w 1055"/>
                    <a:gd name="T55" fmla="*/ 628 h 653"/>
                    <a:gd name="T56" fmla="*/ 566 w 1055"/>
                    <a:gd name="T57" fmla="*/ 610 h 653"/>
                    <a:gd name="T58" fmla="*/ 532 w 1055"/>
                    <a:gd name="T59" fmla="*/ 587 h 653"/>
                    <a:gd name="T60" fmla="*/ 501 w 1055"/>
                    <a:gd name="T61" fmla="*/ 560 h 653"/>
                    <a:gd name="T62" fmla="*/ 474 w 1055"/>
                    <a:gd name="T63" fmla="*/ 529 h 653"/>
                    <a:gd name="T64" fmla="*/ 450 w 1055"/>
                    <a:gd name="T65" fmla="*/ 495 h 653"/>
                    <a:gd name="T66" fmla="*/ 431 w 1055"/>
                    <a:gd name="T67" fmla="*/ 458 h 653"/>
                    <a:gd name="T68" fmla="*/ 416 w 1055"/>
                    <a:gd name="T69" fmla="*/ 419 h 653"/>
                    <a:gd name="T70" fmla="*/ 407 w 1055"/>
                    <a:gd name="T71" fmla="*/ 377 h 653"/>
                    <a:gd name="T72" fmla="*/ 0 w 1055"/>
                    <a:gd name="T73" fmla="*/ 337 h 653"/>
                    <a:gd name="T74" fmla="*/ 9 w 1055"/>
                    <a:gd name="T75" fmla="*/ 287 h 653"/>
                    <a:gd name="T76" fmla="*/ 15 w 1055"/>
                    <a:gd name="T77" fmla="*/ 235 h 653"/>
                    <a:gd name="T78" fmla="*/ 17 w 1055"/>
                    <a:gd name="T79" fmla="*/ 182 h 653"/>
                    <a:gd name="T80" fmla="*/ 16 w 1055"/>
                    <a:gd name="T81" fmla="*/ 173 h 653"/>
                    <a:gd name="T82" fmla="*/ 423 w 1055"/>
                    <a:gd name="T83" fmla="*/ 214 h 653"/>
                    <a:gd name="T84" fmla="*/ 441 w 1055"/>
                    <a:gd name="T85" fmla="*/ 173 h 653"/>
                    <a:gd name="T86" fmla="*/ 464 w 1055"/>
                    <a:gd name="T87" fmla="*/ 136 h 653"/>
                    <a:gd name="T88" fmla="*/ 492 w 1055"/>
                    <a:gd name="T89" fmla="*/ 103 h 653"/>
                    <a:gd name="T90" fmla="*/ 524 w 1055"/>
                    <a:gd name="T91" fmla="*/ 73 h 653"/>
                    <a:gd name="T92" fmla="*/ 558 w 1055"/>
                    <a:gd name="T93" fmla="*/ 48 h 653"/>
                    <a:gd name="T94" fmla="*/ 597 w 1055"/>
                    <a:gd name="T95" fmla="*/ 28 h 653"/>
                    <a:gd name="T96" fmla="*/ 639 w 1055"/>
                    <a:gd name="T97" fmla="*/ 12 h 653"/>
                    <a:gd name="T98" fmla="*/ 683 w 1055"/>
                    <a:gd name="T99" fmla="*/ 3 h 653"/>
                    <a:gd name="T100" fmla="*/ 729 w 1055"/>
                    <a:gd name="T101" fmla="*/ 0 h 65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</a:cxnLst>
                  <a:rect l="0" t="0" r="r" b="b"/>
                  <a:pathLst>
                    <a:path w="1055" h="653">
                      <a:moveTo>
                        <a:pt x="729" y="0"/>
                      </a:moveTo>
                      <a:lnTo>
                        <a:pt x="773" y="2"/>
                      </a:lnTo>
                      <a:lnTo>
                        <a:pt x="816" y="11"/>
                      </a:lnTo>
                      <a:lnTo>
                        <a:pt x="856" y="25"/>
                      </a:lnTo>
                      <a:lnTo>
                        <a:pt x="893" y="44"/>
                      </a:lnTo>
                      <a:lnTo>
                        <a:pt x="929" y="68"/>
                      </a:lnTo>
                      <a:lnTo>
                        <a:pt x="960" y="95"/>
                      </a:lnTo>
                      <a:lnTo>
                        <a:pt x="988" y="126"/>
                      </a:lnTo>
                      <a:lnTo>
                        <a:pt x="1011" y="162"/>
                      </a:lnTo>
                      <a:lnTo>
                        <a:pt x="1030" y="200"/>
                      </a:lnTo>
                      <a:lnTo>
                        <a:pt x="1044" y="239"/>
                      </a:lnTo>
                      <a:lnTo>
                        <a:pt x="1053" y="282"/>
                      </a:lnTo>
                      <a:lnTo>
                        <a:pt x="1055" y="326"/>
                      </a:lnTo>
                      <a:lnTo>
                        <a:pt x="1053" y="370"/>
                      </a:lnTo>
                      <a:lnTo>
                        <a:pt x="1044" y="414"/>
                      </a:lnTo>
                      <a:lnTo>
                        <a:pt x="1030" y="454"/>
                      </a:lnTo>
                      <a:lnTo>
                        <a:pt x="1011" y="491"/>
                      </a:lnTo>
                      <a:lnTo>
                        <a:pt x="988" y="526"/>
                      </a:lnTo>
                      <a:lnTo>
                        <a:pt x="960" y="558"/>
                      </a:lnTo>
                      <a:lnTo>
                        <a:pt x="929" y="584"/>
                      </a:lnTo>
                      <a:lnTo>
                        <a:pt x="893" y="609"/>
                      </a:lnTo>
                      <a:lnTo>
                        <a:pt x="856" y="628"/>
                      </a:lnTo>
                      <a:lnTo>
                        <a:pt x="816" y="641"/>
                      </a:lnTo>
                      <a:lnTo>
                        <a:pt x="773" y="650"/>
                      </a:lnTo>
                      <a:lnTo>
                        <a:pt x="729" y="653"/>
                      </a:lnTo>
                      <a:lnTo>
                        <a:pt x="685" y="650"/>
                      </a:lnTo>
                      <a:lnTo>
                        <a:pt x="644" y="642"/>
                      </a:lnTo>
                      <a:lnTo>
                        <a:pt x="604" y="628"/>
                      </a:lnTo>
                      <a:lnTo>
                        <a:pt x="566" y="610"/>
                      </a:lnTo>
                      <a:lnTo>
                        <a:pt x="532" y="587"/>
                      </a:lnTo>
                      <a:lnTo>
                        <a:pt x="501" y="560"/>
                      </a:lnTo>
                      <a:lnTo>
                        <a:pt x="474" y="529"/>
                      </a:lnTo>
                      <a:lnTo>
                        <a:pt x="450" y="495"/>
                      </a:lnTo>
                      <a:lnTo>
                        <a:pt x="431" y="458"/>
                      </a:lnTo>
                      <a:lnTo>
                        <a:pt x="416" y="419"/>
                      </a:lnTo>
                      <a:lnTo>
                        <a:pt x="407" y="377"/>
                      </a:lnTo>
                      <a:lnTo>
                        <a:pt x="0" y="337"/>
                      </a:lnTo>
                      <a:lnTo>
                        <a:pt x="9" y="287"/>
                      </a:lnTo>
                      <a:lnTo>
                        <a:pt x="15" y="235"/>
                      </a:lnTo>
                      <a:lnTo>
                        <a:pt x="17" y="182"/>
                      </a:lnTo>
                      <a:lnTo>
                        <a:pt x="16" y="173"/>
                      </a:lnTo>
                      <a:lnTo>
                        <a:pt x="423" y="214"/>
                      </a:lnTo>
                      <a:lnTo>
                        <a:pt x="441" y="173"/>
                      </a:lnTo>
                      <a:lnTo>
                        <a:pt x="464" y="136"/>
                      </a:lnTo>
                      <a:lnTo>
                        <a:pt x="492" y="103"/>
                      </a:lnTo>
                      <a:lnTo>
                        <a:pt x="524" y="73"/>
                      </a:lnTo>
                      <a:lnTo>
                        <a:pt x="558" y="48"/>
                      </a:lnTo>
                      <a:lnTo>
                        <a:pt x="597" y="28"/>
                      </a:lnTo>
                      <a:lnTo>
                        <a:pt x="639" y="12"/>
                      </a:lnTo>
                      <a:lnTo>
                        <a:pt x="683" y="3"/>
                      </a:lnTo>
                      <a:lnTo>
                        <a:pt x="729" y="0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42" name="Freeform 67"/>
                <p:cNvSpPr>
                  <a:spLocks/>
                </p:cNvSpPr>
                <p:nvPr/>
              </p:nvSpPr>
              <p:spPr bwMode="auto">
                <a:xfrm>
                  <a:off x="5259388" y="5411788"/>
                  <a:ext cx="103188" cy="166688"/>
                </a:xfrm>
                <a:custGeom>
                  <a:avLst/>
                  <a:gdLst>
                    <a:gd name="T0" fmla="*/ 246 w 654"/>
                    <a:gd name="T1" fmla="*/ 0 h 1049"/>
                    <a:gd name="T2" fmla="*/ 337 w 654"/>
                    <a:gd name="T3" fmla="*/ 397 h 1049"/>
                    <a:gd name="T4" fmla="*/ 383 w 654"/>
                    <a:gd name="T5" fmla="*/ 402 h 1049"/>
                    <a:gd name="T6" fmla="*/ 429 w 654"/>
                    <a:gd name="T7" fmla="*/ 413 h 1049"/>
                    <a:gd name="T8" fmla="*/ 471 w 654"/>
                    <a:gd name="T9" fmla="*/ 431 h 1049"/>
                    <a:gd name="T10" fmla="*/ 510 w 654"/>
                    <a:gd name="T11" fmla="*/ 453 h 1049"/>
                    <a:gd name="T12" fmla="*/ 545 w 654"/>
                    <a:gd name="T13" fmla="*/ 480 h 1049"/>
                    <a:gd name="T14" fmla="*/ 576 w 654"/>
                    <a:gd name="T15" fmla="*/ 513 h 1049"/>
                    <a:gd name="T16" fmla="*/ 603 w 654"/>
                    <a:gd name="T17" fmla="*/ 548 h 1049"/>
                    <a:gd name="T18" fmla="*/ 624 w 654"/>
                    <a:gd name="T19" fmla="*/ 588 h 1049"/>
                    <a:gd name="T20" fmla="*/ 641 w 654"/>
                    <a:gd name="T21" fmla="*/ 630 h 1049"/>
                    <a:gd name="T22" fmla="*/ 651 w 654"/>
                    <a:gd name="T23" fmla="*/ 676 h 1049"/>
                    <a:gd name="T24" fmla="*/ 654 w 654"/>
                    <a:gd name="T25" fmla="*/ 723 h 1049"/>
                    <a:gd name="T26" fmla="*/ 651 w 654"/>
                    <a:gd name="T27" fmla="*/ 768 h 1049"/>
                    <a:gd name="T28" fmla="*/ 642 w 654"/>
                    <a:gd name="T29" fmla="*/ 810 h 1049"/>
                    <a:gd name="T30" fmla="*/ 628 w 654"/>
                    <a:gd name="T31" fmla="*/ 850 h 1049"/>
                    <a:gd name="T32" fmla="*/ 608 w 654"/>
                    <a:gd name="T33" fmla="*/ 887 h 1049"/>
                    <a:gd name="T34" fmla="*/ 585 w 654"/>
                    <a:gd name="T35" fmla="*/ 923 h 1049"/>
                    <a:gd name="T36" fmla="*/ 557 w 654"/>
                    <a:gd name="T37" fmla="*/ 954 h 1049"/>
                    <a:gd name="T38" fmla="*/ 526 w 654"/>
                    <a:gd name="T39" fmla="*/ 982 h 1049"/>
                    <a:gd name="T40" fmla="*/ 492 w 654"/>
                    <a:gd name="T41" fmla="*/ 1005 h 1049"/>
                    <a:gd name="T42" fmla="*/ 454 w 654"/>
                    <a:gd name="T43" fmla="*/ 1024 h 1049"/>
                    <a:gd name="T44" fmla="*/ 413 w 654"/>
                    <a:gd name="T45" fmla="*/ 1038 h 1049"/>
                    <a:gd name="T46" fmla="*/ 371 w 654"/>
                    <a:gd name="T47" fmla="*/ 1047 h 1049"/>
                    <a:gd name="T48" fmla="*/ 327 w 654"/>
                    <a:gd name="T49" fmla="*/ 1049 h 1049"/>
                    <a:gd name="T50" fmla="*/ 282 w 654"/>
                    <a:gd name="T51" fmla="*/ 1047 h 1049"/>
                    <a:gd name="T52" fmla="*/ 240 w 654"/>
                    <a:gd name="T53" fmla="*/ 1038 h 1049"/>
                    <a:gd name="T54" fmla="*/ 199 w 654"/>
                    <a:gd name="T55" fmla="*/ 1024 h 1049"/>
                    <a:gd name="T56" fmla="*/ 161 w 654"/>
                    <a:gd name="T57" fmla="*/ 1005 h 1049"/>
                    <a:gd name="T58" fmla="*/ 127 w 654"/>
                    <a:gd name="T59" fmla="*/ 982 h 1049"/>
                    <a:gd name="T60" fmla="*/ 96 w 654"/>
                    <a:gd name="T61" fmla="*/ 954 h 1049"/>
                    <a:gd name="T62" fmla="*/ 68 w 654"/>
                    <a:gd name="T63" fmla="*/ 923 h 1049"/>
                    <a:gd name="T64" fmla="*/ 45 w 654"/>
                    <a:gd name="T65" fmla="*/ 887 h 1049"/>
                    <a:gd name="T66" fmla="*/ 26 w 654"/>
                    <a:gd name="T67" fmla="*/ 850 h 1049"/>
                    <a:gd name="T68" fmla="*/ 12 w 654"/>
                    <a:gd name="T69" fmla="*/ 810 h 1049"/>
                    <a:gd name="T70" fmla="*/ 3 w 654"/>
                    <a:gd name="T71" fmla="*/ 768 h 1049"/>
                    <a:gd name="T72" fmla="*/ 0 w 654"/>
                    <a:gd name="T73" fmla="*/ 723 h 1049"/>
                    <a:gd name="T74" fmla="*/ 3 w 654"/>
                    <a:gd name="T75" fmla="*/ 677 h 1049"/>
                    <a:gd name="T76" fmla="*/ 13 w 654"/>
                    <a:gd name="T77" fmla="*/ 632 h 1049"/>
                    <a:gd name="T78" fmla="*/ 28 w 654"/>
                    <a:gd name="T79" fmla="*/ 591 h 1049"/>
                    <a:gd name="T80" fmla="*/ 49 w 654"/>
                    <a:gd name="T81" fmla="*/ 553 h 1049"/>
                    <a:gd name="T82" fmla="*/ 75 w 654"/>
                    <a:gd name="T83" fmla="*/ 517 h 1049"/>
                    <a:gd name="T84" fmla="*/ 105 w 654"/>
                    <a:gd name="T85" fmla="*/ 485 h 1049"/>
                    <a:gd name="T86" fmla="*/ 139 w 654"/>
                    <a:gd name="T87" fmla="*/ 457 h 1049"/>
                    <a:gd name="T88" fmla="*/ 177 w 654"/>
                    <a:gd name="T89" fmla="*/ 435 h 1049"/>
                    <a:gd name="T90" fmla="*/ 85 w 654"/>
                    <a:gd name="T91" fmla="*/ 37 h 1049"/>
                    <a:gd name="T92" fmla="*/ 140 w 654"/>
                    <a:gd name="T93" fmla="*/ 28 h 1049"/>
                    <a:gd name="T94" fmla="*/ 194 w 654"/>
                    <a:gd name="T95" fmla="*/ 16 h 1049"/>
                    <a:gd name="T96" fmla="*/ 246 w 654"/>
                    <a:gd name="T97" fmla="*/ 0 h 104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</a:cxnLst>
                  <a:rect l="0" t="0" r="r" b="b"/>
                  <a:pathLst>
                    <a:path w="654" h="1049">
                      <a:moveTo>
                        <a:pt x="246" y="0"/>
                      </a:moveTo>
                      <a:lnTo>
                        <a:pt x="337" y="397"/>
                      </a:lnTo>
                      <a:lnTo>
                        <a:pt x="383" y="402"/>
                      </a:lnTo>
                      <a:lnTo>
                        <a:pt x="429" y="413"/>
                      </a:lnTo>
                      <a:lnTo>
                        <a:pt x="471" y="431"/>
                      </a:lnTo>
                      <a:lnTo>
                        <a:pt x="510" y="453"/>
                      </a:lnTo>
                      <a:lnTo>
                        <a:pt x="545" y="480"/>
                      </a:lnTo>
                      <a:lnTo>
                        <a:pt x="576" y="513"/>
                      </a:lnTo>
                      <a:lnTo>
                        <a:pt x="603" y="548"/>
                      </a:lnTo>
                      <a:lnTo>
                        <a:pt x="624" y="588"/>
                      </a:lnTo>
                      <a:lnTo>
                        <a:pt x="641" y="630"/>
                      </a:lnTo>
                      <a:lnTo>
                        <a:pt x="651" y="676"/>
                      </a:lnTo>
                      <a:lnTo>
                        <a:pt x="654" y="723"/>
                      </a:lnTo>
                      <a:lnTo>
                        <a:pt x="651" y="768"/>
                      </a:lnTo>
                      <a:lnTo>
                        <a:pt x="642" y="810"/>
                      </a:lnTo>
                      <a:lnTo>
                        <a:pt x="628" y="850"/>
                      </a:lnTo>
                      <a:lnTo>
                        <a:pt x="608" y="887"/>
                      </a:lnTo>
                      <a:lnTo>
                        <a:pt x="585" y="923"/>
                      </a:lnTo>
                      <a:lnTo>
                        <a:pt x="557" y="954"/>
                      </a:lnTo>
                      <a:lnTo>
                        <a:pt x="526" y="982"/>
                      </a:lnTo>
                      <a:lnTo>
                        <a:pt x="492" y="1005"/>
                      </a:lnTo>
                      <a:lnTo>
                        <a:pt x="454" y="1024"/>
                      </a:lnTo>
                      <a:lnTo>
                        <a:pt x="413" y="1038"/>
                      </a:lnTo>
                      <a:lnTo>
                        <a:pt x="371" y="1047"/>
                      </a:lnTo>
                      <a:lnTo>
                        <a:pt x="327" y="1049"/>
                      </a:lnTo>
                      <a:lnTo>
                        <a:pt x="282" y="1047"/>
                      </a:lnTo>
                      <a:lnTo>
                        <a:pt x="240" y="1038"/>
                      </a:lnTo>
                      <a:lnTo>
                        <a:pt x="199" y="1024"/>
                      </a:lnTo>
                      <a:lnTo>
                        <a:pt x="161" y="1005"/>
                      </a:lnTo>
                      <a:lnTo>
                        <a:pt x="127" y="982"/>
                      </a:lnTo>
                      <a:lnTo>
                        <a:pt x="96" y="954"/>
                      </a:lnTo>
                      <a:lnTo>
                        <a:pt x="68" y="923"/>
                      </a:lnTo>
                      <a:lnTo>
                        <a:pt x="45" y="887"/>
                      </a:lnTo>
                      <a:lnTo>
                        <a:pt x="26" y="850"/>
                      </a:lnTo>
                      <a:lnTo>
                        <a:pt x="12" y="810"/>
                      </a:lnTo>
                      <a:lnTo>
                        <a:pt x="3" y="768"/>
                      </a:lnTo>
                      <a:lnTo>
                        <a:pt x="0" y="723"/>
                      </a:lnTo>
                      <a:lnTo>
                        <a:pt x="3" y="677"/>
                      </a:lnTo>
                      <a:lnTo>
                        <a:pt x="13" y="632"/>
                      </a:lnTo>
                      <a:lnTo>
                        <a:pt x="28" y="591"/>
                      </a:lnTo>
                      <a:lnTo>
                        <a:pt x="49" y="553"/>
                      </a:lnTo>
                      <a:lnTo>
                        <a:pt x="75" y="517"/>
                      </a:lnTo>
                      <a:lnTo>
                        <a:pt x="105" y="485"/>
                      </a:lnTo>
                      <a:lnTo>
                        <a:pt x="139" y="457"/>
                      </a:lnTo>
                      <a:lnTo>
                        <a:pt x="177" y="435"/>
                      </a:lnTo>
                      <a:lnTo>
                        <a:pt x="85" y="37"/>
                      </a:lnTo>
                      <a:lnTo>
                        <a:pt x="140" y="28"/>
                      </a:lnTo>
                      <a:lnTo>
                        <a:pt x="194" y="16"/>
                      </a:lnTo>
                      <a:lnTo>
                        <a:pt x="246" y="0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43" name="Freeform 68"/>
                <p:cNvSpPr>
                  <a:spLocks/>
                </p:cNvSpPr>
                <p:nvPr/>
              </p:nvSpPr>
              <p:spPr bwMode="auto">
                <a:xfrm>
                  <a:off x="4967288" y="5326063"/>
                  <a:ext cx="184150" cy="106363"/>
                </a:xfrm>
                <a:custGeom>
                  <a:avLst/>
                  <a:gdLst>
                    <a:gd name="T0" fmla="*/ 1106 w 1159"/>
                    <a:gd name="T1" fmla="*/ 0 h 675"/>
                    <a:gd name="T2" fmla="*/ 1120 w 1159"/>
                    <a:gd name="T3" fmla="*/ 54 h 675"/>
                    <a:gd name="T4" fmla="*/ 1138 w 1159"/>
                    <a:gd name="T5" fmla="*/ 106 h 675"/>
                    <a:gd name="T6" fmla="*/ 1159 w 1159"/>
                    <a:gd name="T7" fmla="*/ 156 h 675"/>
                    <a:gd name="T8" fmla="*/ 651 w 1159"/>
                    <a:gd name="T9" fmla="*/ 326 h 675"/>
                    <a:gd name="T10" fmla="*/ 652 w 1159"/>
                    <a:gd name="T11" fmla="*/ 336 h 675"/>
                    <a:gd name="T12" fmla="*/ 653 w 1159"/>
                    <a:gd name="T13" fmla="*/ 348 h 675"/>
                    <a:gd name="T14" fmla="*/ 651 w 1159"/>
                    <a:gd name="T15" fmla="*/ 392 h 675"/>
                    <a:gd name="T16" fmla="*/ 642 w 1159"/>
                    <a:gd name="T17" fmla="*/ 435 h 675"/>
                    <a:gd name="T18" fmla="*/ 628 w 1159"/>
                    <a:gd name="T19" fmla="*/ 475 h 675"/>
                    <a:gd name="T20" fmla="*/ 609 w 1159"/>
                    <a:gd name="T21" fmla="*/ 513 h 675"/>
                    <a:gd name="T22" fmla="*/ 586 w 1159"/>
                    <a:gd name="T23" fmla="*/ 547 h 675"/>
                    <a:gd name="T24" fmla="*/ 558 w 1159"/>
                    <a:gd name="T25" fmla="*/ 579 h 675"/>
                    <a:gd name="T26" fmla="*/ 527 w 1159"/>
                    <a:gd name="T27" fmla="*/ 607 h 675"/>
                    <a:gd name="T28" fmla="*/ 491 w 1159"/>
                    <a:gd name="T29" fmla="*/ 630 h 675"/>
                    <a:gd name="T30" fmla="*/ 454 w 1159"/>
                    <a:gd name="T31" fmla="*/ 649 h 675"/>
                    <a:gd name="T32" fmla="*/ 414 w 1159"/>
                    <a:gd name="T33" fmla="*/ 664 h 675"/>
                    <a:gd name="T34" fmla="*/ 370 w 1159"/>
                    <a:gd name="T35" fmla="*/ 671 h 675"/>
                    <a:gd name="T36" fmla="*/ 326 w 1159"/>
                    <a:gd name="T37" fmla="*/ 675 h 675"/>
                    <a:gd name="T38" fmla="*/ 282 w 1159"/>
                    <a:gd name="T39" fmla="*/ 671 h 675"/>
                    <a:gd name="T40" fmla="*/ 240 w 1159"/>
                    <a:gd name="T41" fmla="*/ 664 h 675"/>
                    <a:gd name="T42" fmla="*/ 200 w 1159"/>
                    <a:gd name="T43" fmla="*/ 649 h 675"/>
                    <a:gd name="T44" fmla="*/ 162 w 1159"/>
                    <a:gd name="T45" fmla="*/ 630 h 675"/>
                    <a:gd name="T46" fmla="*/ 126 w 1159"/>
                    <a:gd name="T47" fmla="*/ 607 h 675"/>
                    <a:gd name="T48" fmla="*/ 95 w 1159"/>
                    <a:gd name="T49" fmla="*/ 579 h 675"/>
                    <a:gd name="T50" fmla="*/ 68 w 1159"/>
                    <a:gd name="T51" fmla="*/ 547 h 675"/>
                    <a:gd name="T52" fmla="*/ 44 w 1159"/>
                    <a:gd name="T53" fmla="*/ 513 h 675"/>
                    <a:gd name="T54" fmla="*/ 26 w 1159"/>
                    <a:gd name="T55" fmla="*/ 475 h 675"/>
                    <a:gd name="T56" fmla="*/ 12 w 1159"/>
                    <a:gd name="T57" fmla="*/ 435 h 675"/>
                    <a:gd name="T58" fmla="*/ 3 w 1159"/>
                    <a:gd name="T59" fmla="*/ 392 h 675"/>
                    <a:gd name="T60" fmla="*/ 0 w 1159"/>
                    <a:gd name="T61" fmla="*/ 348 h 675"/>
                    <a:gd name="T62" fmla="*/ 3 w 1159"/>
                    <a:gd name="T63" fmla="*/ 303 h 675"/>
                    <a:gd name="T64" fmla="*/ 12 w 1159"/>
                    <a:gd name="T65" fmla="*/ 261 h 675"/>
                    <a:gd name="T66" fmla="*/ 26 w 1159"/>
                    <a:gd name="T67" fmla="*/ 221 h 675"/>
                    <a:gd name="T68" fmla="*/ 44 w 1159"/>
                    <a:gd name="T69" fmla="*/ 183 h 675"/>
                    <a:gd name="T70" fmla="*/ 68 w 1159"/>
                    <a:gd name="T71" fmla="*/ 148 h 675"/>
                    <a:gd name="T72" fmla="*/ 95 w 1159"/>
                    <a:gd name="T73" fmla="*/ 117 h 675"/>
                    <a:gd name="T74" fmla="*/ 126 w 1159"/>
                    <a:gd name="T75" fmla="*/ 89 h 675"/>
                    <a:gd name="T76" fmla="*/ 162 w 1159"/>
                    <a:gd name="T77" fmla="*/ 66 h 675"/>
                    <a:gd name="T78" fmla="*/ 200 w 1159"/>
                    <a:gd name="T79" fmla="*/ 47 h 675"/>
                    <a:gd name="T80" fmla="*/ 240 w 1159"/>
                    <a:gd name="T81" fmla="*/ 33 h 675"/>
                    <a:gd name="T82" fmla="*/ 282 w 1159"/>
                    <a:gd name="T83" fmla="*/ 25 h 675"/>
                    <a:gd name="T84" fmla="*/ 326 w 1159"/>
                    <a:gd name="T85" fmla="*/ 21 h 675"/>
                    <a:gd name="T86" fmla="*/ 369 w 1159"/>
                    <a:gd name="T87" fmla="*/ 24 h 675"/>
                    <a:gd name="T88" fmla="*/ 409 w 1159"/>
                    <a:gd name="T89" fmla="*/ 33 h 675"/>
                    <a:gd name="T90" fmla="*/ 448 w 1159"/>
                    <a:gd name="T91" fmla="*/ 45 h 675"/>
                    <a:gd name="T92" fmla="*/ 485 w 1159"/>
                    <a:gd name="T93" fmla="*/ 63 h 675"/>
                    <a:gd name="T94" fmla="*/ 518 w 1159"/>
                    <a:gd name="T95" fmla="*/ 84 h 675"/>
                    <a:gd name="T96" fmla="*/ 549 w 1159"/>
                    <a:gd name="T97" fmla="*/ 109 h 675"/>
                    <a:gd name="T98" fmla="*/ 577 w 1159"/>
                    <a:gd name="T99" fmla="*/ 138 h 675"/>
                    <a:gd name="T100" fmla="*/ 600 w 1159"/>
                    <a:gd name="T101" fmla="*/ 170 h 675"/>
                    <a:gd name="T102" fmla="*/ 1106 w 1159"/>
                    <a:gd name="T103" fmla="*/ 0 h 6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</a:cxnLst>
                  <a:rect l="0" t="0" r="r" b="b"/>
                  <a:pathLst>
                    <a:path w="1159" h="675">
                      <a:moveTo>
                        <a:pt x="1106" y="0"/>
                      </a:moveTo>
                      <a:lnTo>
                        <a:pt x="1120" y="54"/>
                      </a:lnTo>
                      <a:lnTo>
                        <a:pt x="1138" y="106"/>
                      </a:lnTo>
                      <a:lnTo>
                        <a:pt x="1159" y="156"/>
                      </a:lnTo>
                      <a:lnTo>
                        <a:pt x="651" y="326"/>
                      </a:lnTo>
                      <a:lnTo>
                        <a:pt x="652" y="336"/>
                      </a:lnTo>
                      <a:lnTo>
                        <a:pt x="653" y="348"/>
                      </a:lnTo>
                      <a:lnTo>
                        <a:pt x="651" y="392"/>
                      </a:lnTo>
                      <a:lnTo>
                        <a:pt x="642" y="435"/>
                      </a:lnTo>
                      <a:lnTo>
                        <a:pt x="628" y="475"/>
                      </a:lnTo>
                      <a:lnTo>
                        <a:pt x="609" y="513"/>
                      </a:lnTo>
                      <a:lnTo>
                        <a:pt x="586" y="547"/>
                      </a:lnTo>
                      <a:lnTo>
                        <a:pt x="558" y="579"/>
                      </a:lnTo>
                      <a:lnTo>
                        <a:pt x="527" y="607"/>
                      </a:lnTo>
                      <a:lnTo>
                        <a:pt x="491" y="630"/>
                      </a:lnTo>
                      <a:lnTo>
                        <a:pt x="454" y="649"/>
                      </a:lnTo>
                      <a:lnTo>
                        <a:pt x="414" y="664"/>
                      </a:lnTo>
                      <a:lnTo>
                        <a:pt x="370" y="671"/>
                      </a:lnTo>
                      <a:lnTo>
                        <a:pt x="326" y="675"/>
                      </a:lnTo>
                      <a:lnTo>
                        <a:pt x="282" y="671"/>
                      </a:lnTo>
                      <a:lnTo>
                        <a:pt x="240" y="664"/>
                      </a:lnTo>
                      <a:lnTo>
                        <a:pt x="200" y="649"/>
                      </a:lnTo>
                      <a:lnTo>
                        <a:pt x="162" y="630"/>
                      </a:lnTo>
                      <a:lnTo>
                        <a:pt x="126" y="607"/>
                      </a:lnTo>
                      <a:lnTo>
                        <a:pt x="95" y="579"/>
                      </a:lnTo>
                      <a:lnTo>
                        <a:pt x="68" y="547"/>
                      </a:lnTo>
                      <a:lnTo>
                        <a:pt x="44" y="513"/>
                      </a:lnTo>
                      <a:lnTo>
                        <a:pt x="26" y="475"/>
                      </a:lnTo>
                      <a:lnTo>
                        <a:pt x="12" y="435"/>
                      </a:lnTo>
                      <a:lnTo>
                        <a:pt x="3" y="392"/>
                      </a:lnTo>
                      <a:lnTo>
                        <a:pt x="0" y="348"/>
                      </a:lnTo>
                      <a:lnTo>
                        <a:pt x="3" y="303"/>
                      </a:lnTo>
                      <a:lnTo>
                        <a:pt x="12" y="261"/>
                      </a:lnTo>
                      <a:lnTo>
                        <a:pt x="26" y="221"/>
                      </a:lnTo>
                      <a:lnTo>
                        <a:pt x="44" y="183"/>
                      </a:lnTo>
                      <a:lnTo>
                        <a:pt x="68" y="148"/>
                      </a:lnTo>
                      <a:lnTo>
                        <a:pt x="95" y="117"/>
                      </a:lnTo>
                      <a:lnTo>
                        <a:pt x="126" y="89"/>
                      </a:lnTo>
                      <a:lnTo>
                        <a:pt x="162" y="66"/>
                      </a:lnTo>
                      <a:lnTo>
                        <a:pt x="200" y="47"/>
                      </a:lnTo>
                      <a:lnTo>
                        <a:pt x="240" y="33"/>
                      </a:lnTo>
                      <a:lnTo>
                        <a:pt x="282" y="25"/>
                      </a:lnTo>
                      <a:lnTo>
                        <a:pt x="326" y="21"/>
                      </a:lnTo>
                      <a:lnTo>
                        <a:pt x="369" y="24"/>
                      </a:lnTo>
                      <a:lnTo>
                        <a:pt x="409" y="33"/>
                      </a:lnTo>
                      <a:lnTo>
                        <a:pt x="448" y="45"/>
                      </a:lnTo>
                      <a:lnTo>
                        <a:pt x="485" y="63"/>
                      </a:lnTo>
                      <a:lnTo>
                        <a:pt x="518" y="84"/>
                      </a:lnTo>
                      <a:lnTo>
                        <a:pt x="549" y="109"/>
                      </a:lnTo>
                      <a:lnTo>
                        <a:pt x="577" y="138"/>
                      </a:lnTo>
                      <a:lnTo>
                        <a:pt x="600" y="170"/>
                      </a:lnTo>
                      <a:lnTo>
                        <a:pt x="1106" y="0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44" name="Freeform 69"/>
                <p:cNvSpPr>
                  <a:spLocks/>
                </p:cNvSpPr>
                <p:nvPr/>
              </p:nvSpPr>
              <p:spPr bwMode="auto">
                <a:xfrm>
                  <a:off x="5170488" y="5211763"/>
                  <a:ext cx="177800" cy="177800"/>
                </a:xfrm>
                <a:custGeom>
                  <a:avLst/>
                  <a:gdLst>
                    <a:gd name="T0" fmla="*/ 561 w 1122"/>
                    <a:gd name="T1" fmla="*/ 0 h 1121"/>
                    <a:gd name="T2" fmla="*/ 622 w 1122"/>
                    <a:gd name="T3" fmla="*/ 3 h 1121"/>
                    <a:gd name="T4" fmla="*/ 681 w 1122"/>
                    <a:gd name="T5" fmla="*/ 13 h 1121"/>
                    <a:gd name="T6" fmla="*/ 738 w 1122"/>
                    <a:gd name="T7" fmla="*/ 29 h 1121"/>
                    <a:gd name="T8" fmla="*/ 792 w 1122"/>
                    <a:gd name="T9" fmla="*/ 50 h 1121"/>
                    <a:gd name="T10" fmla="*/ 843 w 1122"/>
                    <a:gd name="T11" fmla="*/ 76 h 1121"/>
                    <a:gd name="T12" fmla="*/ 892 w 1122"/>
                    <a:gd name="T13" fmla="*/ 108 h 1121"/>
                    <a:gd name="T14" fmla="*/ 937 w 1122"/>
                    <a:gd name="T15" fmla="*/ 145 h 1121"/>
                    <a:gd name="T16" fmla="*/ 976 w 1122"/>
                    <a:gd name="T17" fmla="*/ 185 h 1121"/>
                    <a:gd name="T18" fmla="*/ 1013 w 1122"/>
                    <a:gd name="T19" fmla="*/ 229 h 1121"/>
                    <a:gd name="T20" fmla="*/ 1045 w 1122"/>
                    <a:gd name="T21" fmla="*/ 278 h 1121"/>
                    <a:gd name="T22" fmla="*/ 1072 w 1122"/>
                    <a:gd name="T23" fmla="*/ 329 h 1121"/>
                    <a:gd name="T24" fmla="*/ 1093 w 1122"/>
                    <a:gd name="T25" fmla="*/ 383 h 1121"/>
                    <a:gd name="T26" fmla="*/ 1108 w 1122"/>
                    <a:gd name="T27" fmla="*/ 440 h 1121"/>
                    <a:gd name="T28" fmla="*/ 1118 w 1122"/>
                    <a:gd name="T29" fmla="*/ 499 h 1121"/>
                    <a:gd name="T30" fmla="*/ 1122 w 1122"/>
                    <a:gd name="T31" fmla="*/ 560 h 1121"/>
                    <a:gd name="T32" fmla="*/ 1118 w 1122"/>
                    <a:gd name="T33" fmla="*/ 621 h 1121"/>
                    <a:gd name="T34" fmla="*/ 1108 w 1122"/>
                    <a:gd name="T35" fmla="*/ 681 h 1121"/>
                    <a:gd name="T36" fmla="*/ 1093 w 1122"/>
                    <a:gd name="T37" fmla="*/ 737 h 1121"/>
                    <a:gd name="T38" fmla="*/ 1072 w 1122"/>
                    <a:gd name="T39" fmla="*/ 792 h 1121"/>
                    <a:gd name="T40" fmla="*/ 1045 w 1122"/>
                    <a:gd name="T41" fmla="*/ 843 h 1121"/>
                    <a:gd name="T42" fmla="*/ 1013 w 1122"/>
                    <a:gd name="T43" fmla="*/ 891 h 1121"/>
                    <a:gd name="T44" fmla="*/ 976 w 1122"/>
                    <a:gd name="T45" fmla="*/ 936 h 1121"/>
                    <a:gd name="T46" fmla="*/ 937 w 1122"/>
                    <a:gd name="T47" fmla="*/ 977 h 1121"/>
                    <a:gd name="T48" fmla="*/ 892 w 1122"/>
                    <a:gd name="T49" fmla="*/ 1012 h 1121"/>
                    <a:gd name="T50" fmla="*/ 843 w 1122"/>
                    <a:gd name="T51" fmla="*/ 1044 h 1121"/>
                    <a:gd name="T52" fmla="*/ 792 w 1122"/>
                    <a:gd name="T53" fmla="*/ 1071 h 1121"/>
                    <a:gd name="T54" fmla="*/ 738 w 1122"/>
                    <a:gd name="T55" fmla="*/ 1092 h 1121"/>
                    <a:gd name="T56" fmla="*/ 681 w 1122"/>
                    <a:gd name="T57" fmla="*/ 1108 h 1121"/>
                    <a:gd name="T58" fmla="*/ 622 w 1122"/>
                    <a:gd name="T59" fmla="*/ 1118 h 1121"/>
                    <a:gd name="T60" fmla="*/ 561 w 1122"/>
                    <a:gd name="T61" fmla="*/ 1121 h 1121"/>
                    <a:gd name="T62" fmla="*/ 500 w 1122"/>
                    <a:gd name="T63" fmla="*/ 1118 h 1121"/>
                    <a:gd name="T64" fmla="*/ 441 w 1122"/>
                    <a:gd name="T65" fmla="*/ 1108 h 1121"/>
                    <a:gd name="T66" fmla="*/ 384 w 1122"/>
                    <a:gd name="T67" fmla="*/ 1092 h 1121"/>
                    <a:gd name="T68" fmla="*/ 330 w 1122"/>
                    <a:gd name="T69" fmla="*/ 1071 h 1121"/>
                    <a:gd name="T70" fmla="*/ 279 w 1122"/>
                    <a:gd name="T71" fmla="*/ 1044 h 1121"/>
                    <a:gd name="T72" fmla="*/ 230 w 1122"/>
                    <a:gd name="T73" fmla="*/ 1012 h 1121"/>
                    <a:gd name="T74" fmla="*/ 186 w 1122"/>
                    <a:gd name="T75" fmla="*/ 977 h 1121"/>
                    <a:gd name="T76" fmla="*/ 145 w 1122"/>
                    <a:gd name="T77" fmla="*/ 936 h 1121"/>
                    <a:gd name="T78" fmla="*/ 109 w 1122"/>
                    <a:gd name="T79" fmla="*/ 891 h 1121"/>
                    <a:gd name="T80" fmla="*/ 77 w 1122"/>
                    <a:gd name="T81" fmla="*/ 843 h 1121"/>
                    <a:gd name="T82" fmla="*/ 50 w 1122"/>
                    <a:gd name="T83" fmla="*/ 792 h 1121"/>
                    <a:gd name="T84" fmla="*/ 29 w 1122"/>
                    <a:gd name="T85" fmla="*/ 737 h 1121"/>
                    <a:gd name="T86" fmla="*/ 14 w 1122"/>
                    <a:gd name="T87" fmla="*/ 681 h 1121"/>
                    <a:gd name="T88" fmla="*/ 4 w 1122"/>
                    <a:gd name="T89" fmla="*/ 621 h 1121"/>
                    <a:gd name="T90" fmla="*/ 0 w 1122"/>
                    <a:gd name="T91" fmla="*/ 560 h 1121"/>
                    <a:gd name="T92" fmla="*/ 4 w 1122"/>
                    <a:gd name="T93" fmla="*/ 499 h 1121"/>
                    <a:gd name="T94" fmla="*/ 14 w 1122"/>
                    <a:gd name="T95" fmla="*/ 440 h 1121"/>
                    <a:gd name="T96" fmla="*/ 29 w 1122"/>
                    <a:gd name="T97" fmla="*/ 383 h 1121"/>
                    <a:gd name="T98" fmla="*/ 50 w 1122"/>
                    <a:gd name="T99" fmla="*/ 329 h 1121"/>
                    <a:gd name="T100" fmla="*/ 77 w 1122"/>
                    <a:gd name="T101" fmla="*/ 278 h 1121"/>
                    <a:gd name="T102" fmla="*/ 109 w 1122"/>
                    <a:gd name="T103" fmla="*/ 229 h 1121"/>
                    <a:gd name="T104" fmla="*/ 145 w 1122"/>
                    <a:gd name="T105" fmla="*/ 185 h 1121"/>
                    <a:gd name="T106" fmla="*/ 186 w 1122"/>
                    <a:gd name="T107" fmla="*/ 145 h 1121"/>
                    <a:gd name="T108" fmla="*/ 230 w 1122"/>
                    <a:gd name="T109" fmla="*/ 108 h 1121"/>
                    <a:gd name="T110" fmla="*/ 279 w 1122"/>
                    <a:gd name="T111" fmla="*/ 76 h 1121"/>
                    <a:gd name="T112" fmla="*/ 330 w 1122"/>
                    <a:gd name="T113" fmla="*/ 50 h 1121"/>
                    <a:gd name="T114" fmla="*/ 384 w 1122"/>
                    <a:gd name="T115" fmla="*/ 29 h 1121"/>
                    <a:gd name="T116" fmla="*/ 441 w 1122"/>
                    <a:gd name="T117" fmla="*/ 13 h 1121"/>
                    <a:gd name="T118" fmla="*/ 500 w 1122"/>
                    <a:gd name="T119" fmla="*/ 3 h 1121"/>
                    <a:gd name="T120" fmla="*/ 561 w 1122"/>
                    <a:gd name="T121" fmla="*/ 0 h 112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  <a:cxn ang="0">
                      <a:pos x="T110" y="T111"/>
                    </a:cxn>
                    <a:cxn ang="0">
                      <a:pos x="T112" y="T113"/>
                    </a:cxn>
                    <a:cxn ang="0">
                      <a:pos x="T114" y="T115"/>
                    </a:cxn>
                    <a:cxn ang="0">
                      <a:pos x="T116" y="T117"/>
                    </a:cxn>
                    <a:cxn ang="0">
                      <a:pos x="T118" y="T119"/>
                    </a:cxn>
                    <a:cxn ang="0">
                      <a:pos x="T120" y="T121"/>
                    </a:cxn>
                  </a:cxnLst>
                  <a:rect l="0" t="0" r="r" b="b"/>
                  <a:pathLst>
                    <a:path w="1122" h="1121">
                      <a:moveTo>
                        <a:pt x="561" y="0"/>
                      </a:moveTo>
                      <a:lnTo>
                        <a:pt x="622" y="3"/>
                      </a:lnTo>
                      <a:lnTo>
                        <a:pt x="681" y="13"/>
                      </a:lnTo>
                      <a:lnTo>
                        <a:pt x="738" y="29"/>
                      </a:lnTo>
                      <a:lnTo>
                        <a:pt x="792" y="50"/>
                      </a:lnTo>
                      <a:lnTo>
                        <a:pt x="843" y="76"/>
                      </a:lnTo>
                      <a:lnTo>
                        <a:pt x="892" y="108"/>
                      </a:lnTo>
                      <a:lnTo>
                        <a:pt x="937" y="145"/>
                      </a:lnTo>
                      <a:lnTo>
                        <a:pt x="976" y="185"/>
                      </a:lnTo>
                      <a:lnTo>
                        <a:pt x="1013" y="229"/>
                      </a:lnTo>
                      <a:lnTo>
                        <a:pt x="1045" y="278"/>
                      </a:lnTo>
                      <a:lnTo>
                        <a:pt x="1072" y="329"/>
                      </a:lnTo>
                      <a:lnTo>
                        <a:pt x="1093" y="383"/>
                      </a:lnTo>
                      <a:lnTo>
                        <a:pt x="1108" y="440"/>
                      </a:lnTo>
                      <a:lnTo>
                        <a:pt x="1118" y="499"/>
                      </a:lnTo>
                      <a:lnTo>
                        <a:pt x="1122" y="560"/>
                      </a:lnTo>
                      <a:lnTo>
                        <a:pt x="1118" y="621"/>
                      </a:lnTo>
                      <a:lnTo>
                        <a:pt x="1108" y="681"/>
                      </a:lnTo>
                      <a:lnTo>
                        <a:pt x="1093" y="737"/>
                      </a:lnTo>
                      <a:lnTo>
                        <a:pt x="1072" y="792"/>
                      </a:lnTo>
                      <a:lnTo>
                        <a:pt x="1045" y="843"/>
                      </a:lnTo>
                      <a:lnTo>
                        <a:pt x="1013" y="891"/>
                      </a:lnTo>
                      <a:lnTo>
                        <a:pt x="976" y="936"/>
                      </a:lnTo>
                      <a:lnTo>
                        <a:pt x="937" y="977"/>
                      </a:lnTo>
                      <a:lnTo>
                        <a:pt x="892" y="1012"/>
                      </a:lnTo>
                      <a:lnTo>
                        <a:pt x="843" y="1044"/>
                      </a:lnTo>
                      <a:lnTo>
                        <a:pt x="792" y="1071"/>
                      </a:lnTo>
                      <a:lnTo>
                        <a:pt x="738" y="1092"/>
                      </a:lnTo>
                      <a:lnTo>
                        <a:pt x="681" y="1108"/>
                      </a:lnTo>
                      <a:lnTo>
                        <a:pt x="622" y="1118"/>
                      </a:lnTo>
                      <a:lnTo>
                        <a:pt x="561" y="1121"/>
                      </a:lnTo>
                      <a:lnTo>
                        <a:pt x="500" y="1118"/>
                      </a:lnTo>
                      <a:lnTo>
                        <a:pt x="441" y="1108"/>
                      </a:lnTo>
                      <a:lnTo>
                        <a:pt x="384" y="1092"/>
                      </a:lnTo>
                      <a:lnTo>
                        <a:pt x="330" y="1071"/>
                      </a:lnTo>
                      <a:lnTo>
                        <a:pt x="279" y="1044"/>
                      </a:lnTo>
                      <a:lnTo>
                        <a:pt x="230" y="1012"/>
                      </a:lnTo>
                      <a:lnTo>
                        <a:pt x="186" y="977"/>
                      </a:lnTo>
                      <a:lnTo>
                        <a:pt x="145" y="936"/>
                      </a:lnTo>
                      <a:lnTo>
                        <a:pt x="109" y="891"/>
                      </a:lnTo>
                      <a:lnTo>
                        <a:pt x="77" y="843"/>
                      </a:lnTo>
                      <a:lnTo>
                        <a:pt x="50" y="792"/>
                      </a:lnTo>
                      <a:lnTo>
                        <a:pt x="29" y="737"/>
                      </a:lnTo>
                      <a:lnTo>
                        <a:pt x="14" y="681"/>
                      </a:lnTo>
                      <a:lnTo>
                        <a:pt x="4" y="621"/>
                      </a:lnTo>
                      <a:lnTo>
                        <a:pt x="0" y="560"/>
                      </a:lnTo>
                      <a:lnTo>
                        <a:pt x="4" y="499"/>
                      </a:lnTo>
                      <a:lnTo>
                        <a:pt x="14" y="440"/>
                      </a:lnTo>
                      <a:lnTo>
                        <a:pt x="29" y="383"/>
                      </a:lnTo>
                      <a:lnTo>
                        <a:pt x="50" y="329"/>
                      </a:lnTo>
                      <a:lnTo>
                        <a:pt x="77" y="278"/>
                      </a:lnTo>
                      <a:lnTo>
                        <a:pt x="109" y="229"/>
                      </a:lnTo>
                      <a:lnTo>
                        <a:pt x="145" y="185"/>
                      </a:lnTo>
                      <a:lnTo>
                        <a:pt x="186" y="145"/>
                      </a:lnTo>
                      <a:lnTo>
                        <a:pt x="230" y="108"/>
                      </a:lnTo>
                      <a:lnTo>
                        <a:pt x="279" y="76"/>
                      </a:lnTo>
                      <a:lnTo>
                        <a:pt x="330" y="50"/>
                      </a:lnTo>
                      <a:lnTo>
                        <a:pt x="384" y="29"/>
                      </a:lnTo>
                      <a:lnTo>
                        <a:pt x="441" y="13"/>
                      </a:lnTo>
                      <a:lnTo>
                        <a:pt x="500" y="3"/>
                      </a:lnTo>
                      <a:lnTo>
                        <a:pt x="561" y="0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</p:grpSp>
        </p:grpSp>
        <p:grpSp>
          <p:nvGrpSpPr>
            <p:cNvPr id="13" name="그룹 53"/>
            <p:cNvGrpSpPr/>
            <p:nvPr/>
          </p:nvGrpSpPr>
          <p:grpSpPr>
            <a:xfrm>
              <a:off x="6270410" y="4434101"/>
              <a:ext cx="1501173" cy="1717182"/>
              <a:chOff x="6118010" y="4281701"/>
              <a:chExt cx="1501173" cy="1717182"/>
            </a:xfrm>
          </p:grpSpPr>
          <p:sp>
            <p:nvSpPr>
              <p:cNvPr id="35" name="Freeform 28"/>
              <p:cNvSpPr>
                <a:spLocks noEditPoints="1"/>
              </p:cNvSpPr>
              <p:nvPr/>
            </p:nvSpPr>
            <p:spPr bwMode="auto">
              <a:xfrm>
                <a:off x="6118010" y="4281701"/>
                <a:ext cx="1501173" cy="1717182"/>
              </a:xfrm>
              <a:custGeom>
                <a:avLst/>
                <a:gdLst>
                  <a:gd name="T0" fmla="*/ 687 w 1653"/>
                  <a:gd name="T1" fmla="*/ 411 h 1892"/>
                  <a:gd name="T2" fmla="*/ 495 w 1653"/>
                  <a:gd name="T3" fmla="*/ 488 h 1892"/>
                  <a:gd name="T4" fmla="*/ 329 w 1653"/>
                  <a:gd name="T5" fmla="*/ 621 h 1892"/>
                  <a:gd name="T6" fmla="*/ 214 w 1653"/>
                  <a:gd name="T7" fmla="*/ 791 h 1892"/>
                  <a:gd name="T8" fmla="*/ 155 w 1653"/>
                  <a:gd name="T9" fmla="*/ 983 h 1892"/>
                  <a:gd name="T10" fmla="*/ 152 w 1653"/>
                  <a:gd name="T11" fmla="*/ 1184 h 1892"/>
                  <a:gd name="T12" fmla="*/ 209 w 1653"/>
                  <a:gd name="T13" fmla="*/ 1381 h 1892"/>
                  <a:gd name="T14" fmla="*/ 325 w 1653"/>
                  <a:gd name="T15" fmla="*/ 1559 h 1892"/>
                  <a:gd name="T16" fmla="*/ 484 w 1653"/>
                  <a:gd name="T17" fmla="*/ 1691 h 1892"/>
                  <a:gd name="T18" fmla="*/ 670 w 1653"/>
                  <a:gd name="T19" fmla="*/ 1769 h 1892"/>
                  <a:gd name="T20" fmla="*/ 870 w 1653"/>
                  <a:gd name="T21" fmla="*/ 1791 h 1892"/>
                  <a:gd name="T22" fmla="*/ 1070 w 1653"/>
                  <a:gd name="T23" fmla="*/ 1754 h 1892"/>
                  <a:gd name="T24" fmla="*/ 1256 w 1653"/>
                  <a:gd name="T25" fmla="*/ 1657 h 1892"/>
                  <a:gd name="T26" fmla="*/ 1406 w 1653"/>
                  <a:gd name="T27" fmla="*/ 1510 h 1892"/>
                  <a:gd name="T28" fmla="*/ 1502 w 1653"/>
                  <a:gd name="T29" fmla="*/ 1331 h 1892"/>
                  <a:gd name="T30" fmla="*/ 1543 w 1653"/>
                  <a:gd name="T31" fmla="*/ 1135 h 1892"/>
                  <a:gd name="T32" fmla="*/ 1526 w 1653"/>
                  <a:gd name="T33" fmla="*/ 934 h 1892"/>
                  <a:gd name="T34" fmla="*/ 1450 w 1653"/>
                  <a:gd name="T35" fmla="*/ 742 h 1892"/>
                  <a:gd name="T36" fmla="*/ 1317 w 1653"/>
                  <a:gd name="T37" fmla="*/ 576 h 1892"/>
                  <a:gd name="T38" fmla="*/ 1147 w 1653"/>
                  <a:gd name="T39" fmla="*/ 462 h 1892"/>
                  <a:gd name="T40" fmla="*/ 955 w 1653"/>
                  <a:gd name="T41" fmla="*/ 402 h 1892"/>
                  <a:gd name="T42" fmla="*/ 51 w 1653"/>
                  <a:gd name="T43" fmla="*/ 0 h 1892"/>
                  <a:gd name="T44" fmla="*/ 89 w 1653"/>
                  <a:gd name="T45" fmla="*/ 6 h 1892"/>
                  <a:gd name="T46" fmla="*/ 193 w 1653"/>
                  <a:gd name="T47" fmla="*/ 27 h 1892"/>
                  <a:gd name="T48" fmla="*/ 345 w 1653"/>
                  <a:gd name="T49" fmla="*/ 62 h 1892"/>
                  <a:gd name="T50" fmla="*/ 534 w 1653"/>
                  <a:gd name="T51" fmla="*/ 109 h 1892"/>
                  <a:gd name="T52" fmla="*/ 742 w 1653"/>
                  <a:gd name="T53" fmla="*/ 171 h 1892"/>
                  <a:gd name="T54" fmla="*/ 954 w 1653"/>
                  <a:gd name="T55" fmla="*/ 244 h 1892"/>
                  <a:gd name="T56" fmla="*/ 1155 w 1653"/>
                  <a:gd name="T57" fmla="*/ 329 h 1892"/>
                  <a:gd name="T58" fmla="*/ 1330 w 1653"/>
                  <a:gd name="T59" fmla="*/ 427 h 1892"/>
                  <a:gd name="T60" fmla="*/ 1462 w 1653"/>
                  <a:gd name="T61" fmla="*/ 537 h 1892"/>
                  <a:gd name="T62" fmla="*/ 1572 w 1653"/>
                  <a:gd name="T63" fmla="*/ 704 h 1892"/>
                  <a:gd name="T64" fmla="*/ 1639 w 1653"/>
                  <a:gd name="T65" fmla="*/ 910 h 1892"/>
                  <a:gd name="T66" fmla="*/ 1650 w 1653"/>
                  <a:gd name="T67" fmla="*/ 1122 h 1892"/>
                  <a:gd name="T68" fmla="*/ 1608 w 1653"/>
                  <a:gd name="T69" fmla="*/ 1330 h 1892"/>
                  <a:gd name="T70" fmla="*/ 1515 w 1653"/>
                  <a:gd name="T71" fmla="*/ 1521 h 1892"/>
                  <a:gd name="T72" fmla="*/ 1371 w 1653"/>
                  <a:gd name="T73" fmla="*/ 1686 h 1892"/>
                  <a:gd name="T74" fmla="*/ 1183 w 1653"/>
                  <a:gd name="T75" fmla="*/ 1810 h 1892"/>
                  <a:gd name="T76" fmla="*/ 977 w 1653"/>
                  <a:gd name="T77" fmla="*/ 1877 h 1892"/>
                  <a:gd name="T78" fmla="*/ 765 w 1653"/>
                  <a:gd name="T79" fmla="*/ 1889 h 1892"/>
                  <a:gd name="T80" fmla="*/ 557 w 1653"/>
                  <a:gd name="T81" fmla="*/ 1847 h 1892"/>
                  <a:gd name="T82" fmla="*/ 366 w 1653"/>
                  <a:gd name="T83" fmla="*/ 1753 h 1892"/>
                  <a:gd name="T84" fmla="*/ 201 w 1653"/>
                  <a:gd name="T85" fmla="*/ 1609 h 1892"/>
                  <a:gd name="T86" fmla="*/ 103 w 1653"/>
                  <a:gd name="T87" fmla="*/ 1459 h 1892"/>
                  <a:gd name="T88" fmla="*/ 47 w 1653"/>
                  <a:gd name="T89" fmla="*/ 1285 h 1892"/>
                  <a:gd name="T90" fmla="*/ 15 w 1653"/>
                  <a:gd name="T91" fmla="*/ 1080 h 1892"/>
                  <a:gd name="T92" fmla="*/ 1 w 1653"/>
                  <a:gd name="T93" fmla="*/ 859 h 1892"/>
                  <a:gd name="T94" fmla="*/ 1 w 1653"/>
                  <a:gd name="T95" fmla="*/ 636 h 1892"/>
                  <a:gd name="T96" fmla="*/ 11 w 1653"/>
                  <a:gd name="T97" fmla="*/ 425 h 1892"/>
                  <a:gd name="T98" fmla="*/ 24 w 1653"/>
                  <a:gd name="T99" fmla="*/ 242 h 1892"/>
                  <a:gd name="T100" fmla="*/ 39 w 1653"/>
                  <a:gd name="T101" fmla="*/ 101 h 1892"/>
                  <a:gd name="T102" fmla="*/ 49 w 1653"/>
                  <a:gd name="T103" fmla="*/ 17 h 189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</a:cxnLst>
                <a:rect l="0" t="0" r="r" b="b"/>
                <a:pathLst>
                  <a:path w="1653" h="1892">
                    <a:moveTo>
                      <a:pt x="820" y="394"/>
                    </a:moveTo>
                    <a:lnTo>
                      <a:pt x="754" y="399"/>
                    </a:lnTo>
                    <a:lnTo>
                      <a:pt x="687" y="411"/>
                    </a:lnTo>
                    <a:lnTo>
                      <a:pt x="621" y="430"/>
                    </a:lnTo>
                    <a:lnTo>
                      <a:pt x="557" y="456"/>
                    </a:lnTo>
                    <a:lnTo>
                      <a:pt x="495" y="488"/>
                    </a:lnTo>
                    <a:lnTo>
                      <a:pt x="434" y="527"/>
                    </a:lnTo>
                    <a:lnTo>
                      <a:pt x="379" y="572"/>
                    </a:lnTo>
                    <a:lnTo>
                      <a:pt x="329" y="621"/>
                    </a:lnTo>
                    <a:lnTo>
                      <a:pt x="285" y="674"/>
                    </a:lnTo>
                    <a:lnTo>
                      <a:pt x="247" y="731"/>
                    </a:lnTo>
                    <a:lnTo>
                      <a:pt x="214" y="791"/>
                    </a:lnTo>
                    <a:lnTo>
                      <a:pt x="189" y="853"/>
                    </a:lnTo>
                    <a:lnTo>
                      <a:pt x="169" y="917"/>
                    </a:lnTo>
                    <a:lnTo>
                      <a:pt x="155" y="983"/>
                    </a:lnTo>
                    <a:lnTo>
                      <a:pt x="147" y="1050"/>
                    </a:lnTo>
                    <a:lnTo>
                      <a:pt x="147" y="1116"/>
                    </a:lnTo>
                    <a:lnTo>
                      <a:pt x="152" y="1184"/>
                    </a:lnTo>
                    <a:lnTo>
                      <a:pt x="165" y="1251"/>
                    </a:lnTo>
                    <a:lnTo>
                      <a:pt x="183" y="1316"/>
                    </a:lnTo>
                    <a:lnTo>
                      <a:pt x="209" y="1381"/>
                    </a:lnTo>
                    <a:lnTo>
                      <a:pt x="241" y="1443"/>
                    </a:lnTo>
                    <a:lnTo>
                      <a:pt x="279" y="1504"/>
                    </a:lnTo>
                    <a:lnTo>
                      <a:pt x="325" y="1559"/>
                    </a:lnTo>
                    <a:lnTo>
                      <a:pt x="374" y="1609"/>
                    </a:lnTo>
                    <a:lnTo>
                      <a:pt x="428" y="1653"/>
                    </a:lnTo>
                    <a:lnTo>
                      <a:pt x="484" y="1691"/>
                    </a:lnTo>
                    <a:lnTo>
                      <a:pt x="544" y="1723"/>
                    </a:lnTo>
                    <a:lnTo>
                      <a:pt x="606" y="1749"/>
                    </a:lnTo>
                    <a:lnTo>
                      <a:pt x="670" y="1769"/>
                    </a:lnTo>
                    <a:lnTo>
                      <a:pt x="737" y="1783"/>
                    </a:lnTo>
                    <a:lnTo>
                      <a:pt x="803" y="1789"/>
                    </a:lnTo>
                    <a:lnTo>
                      <a:pt x="870" y="1791"/>
                    </a:lnTo>
                    <a:lnTo>
                      <a:pt x="938" y="1785"/>
                    </a:lnTo>
                    <a:lnTo>
                      <a:pt x="1004" y="1773"/>
                    </a:lnTo>
                    <a:lnTo>
                      <a:pt x="1070" y="1754"/>
                    </a:lnTo>
                    <a:lnTo>
                      <a:pt x="1133" y="1729"/>
                    </a:lnTo>
                    <a:lnTo>
                      <a:pt x="1197" y="1696"/>
                    </a:lnTo>
                    <a:lnTo>
                      <a:pt x="1256" y="1657"/>
                    </a:lnTo>
                    <a:lnTo>
                      <a:pt x="1311" y="1613"/>
                    </a:lnTo>
                    <a:lnTo>
                      <a:pt x="1361" y="1563"/>
                    </a:lnTo>
                    <a:lnTo>
                      <a:pt x="1406" y="1510"/>
                    </a:lnTo>
                    <a:lnTo>
                      <a:pt x="1444" y="1454"/>
                    </a:lnTo>
                    <a:lnTo>
                      <a:pt x="1476" y="1394"/>
                    </a:lnTo>
                    <a:lnTo>
                      <a:pt x="1502" y="1331"/>
                    </a:lnTo>
                    <a:lnTo>
                      <a:pt x="1522" y="1268"/>
                    </a:lnTo>
                    <a:lnTo>
                      <a:pt x="1535" y="1201"/>
                    </a:lnTo>
                    <a:lnTo>
                      <a:pt x="1543" y="1135"/>
                    </a:lnTo>
                    <a:lnTo>
                      <a:pt x="1543" y="1068"/>
                    </a:lnTo>
                    <a:lnTo>
                      <a:pt x="1538" y="1000"/>
                    </a:lnTo>
                    <a:lnTo>
                      <a:pt x="1526" y="934"/>
                    </a:lnTo>
                    <a:lnTo>
                      <a:pt x="1507" y="868"/>
                    </a:lnTo>
                    <a:lnTo>
                      <a:pt x="1483" y="804"/>
                    </a:lnTo>
                    <a:lnTo>
                      <a:pt x="1450" y="742"/>
                    </a:lnTo>
                    <a:lnTo>
                      <a:pt x="1411" y="682"/>
                    </a:lnTo>
                    <a:lnTo>
                      <a:pt x="1365" y="626"/>
                    </a:lnTo>
                    <a:lnTo>
                      <a:pt x="1317" y="576"/>
                    </a:lnTo>
                    <a:lnTo>
                      <a:pt x="1263" y="532"/>
                    </a:lnTo>
                    <a:lnTo>
                      <a:pt x="1206" y="493"/>
                    </a:lnTo>
                    <a:lnTo>
                      <a:pt x="1147" y="462"/>
                    </a:lnTo>
                    <a:lnTo>
                      <a:pt x="1085" y="435"/>
                    </a:lnTo>
                    <a:lnTo>
                      <a:pt x="1020" y="416"/>
                    </a:lnTo>
                    <a:lnTo>
                      <a:pt x="955" y="402"/>
                    </a:lnTo>
                    <a:lnTo>
                      <a:pt x="888" y="395"/>
                    </a:lnTo>
                    <a:lnTo>
                      <a:pt x="820" y="394"/>
                    </a:lnTo>
                    <a:close/>
                    <a:moveTo>
                      <a:pt x="51" y="0"/>
                    </a:moveTo>
                    <a:lnTo>
                      <a:pt x="55" y="0"/>
                    </a:lnTo>
                    <a:lnTo>
                      <a:pt x="69" y="2"/>
                    </a:lnTo>
                    <a:lnTo>
                      <a:pt x="89" y="6"/>
                    </a:lnTo>
                    <a:lnTo>
                      <a:pt x="117" y="12"/>
                    </a:lnTo>
                    <a:lnTo>
                      <a:pt x="151" y="19"/>
                    </a:lnTo>
                    <a:lnTo>
                      <a:pt x="193" y="27"/>
                    </a:lnTo>
                    <a:lnTo>
                      <a:pt x="239" y="37"/>
                    </a:lnTo>
                    <a:lnTo>
                      <a:pt x="290" y="48"/>
                    </a:lnTo>
                    <a:lnTo>
                      <a:pt x="345" y="62"/>
                    </a:lnTo>
                    <a:lnTo>
                      <a:pt x="406" y="77"/>
                    </a:lnTo>
                    <a:lnTo>
                      <a:pt x="468" y="93"/>
                    </a:lnTo>
                    <a:lnTo>
                      <a:pt x="534" y="109"/>
                    </a:lnTo>
                    <a:lnTo>
                      <a:pt x="602" y="128"/>
                    </a:lnTo>
                    <a:lnTo>
                      <a:pt x="672" y="148"/>
                    </a:lnTo>
                    <a:lnTo>
                      <a:pt x="742" y="171"/>
                    </a:lnTo>
                    <a:lnTo>
                      <a:pt x="813" y="194"/>
                    </a:lnTo>
                    <a:lnTo>
                      <a:pt x="884" y="218"/>
                    </a:lnTo>
                    <a:lnTo>
                      <a:pt x="954" y="244"/>
                    </a:lnTo>
                    <a:lnTo>
                      <a:pt x="1024" y="271"/>
                    </a:lnTo>
                    <a:lnTo>
                      <a:pt x="1090" y="299"/>
                    </a:lnTo>
                    <a:lnTo>
                      <a:pt x="1155" y="329"/>
                    </a:lnTo>
                    <a:lnTo>
                      <a:pt x="1217" y="361"/>
                    </a:lnTo>
                    <a:lnTo>
                      <a:pt x="1275" y="394"/>
                    </a:lnTo>
                    <a:lnTo>
                      <a:pt x="1330" y="427"/>
                    </a:lnTo>
                    <a:lnTo>
                      <a:pt x="1379" y="462"/>
                    </a:lnTo>
                    <a:lnTo>
                      <a:pt x="1423" y="499"/>
                    </a:lnTo>
                    <a:lnTo>
                      <a:pt x="1462" y="537"/>
                    </a:lnTo>
                    <a:lnTo>
                      <a:pt x="1495" y="576"/>
                    </a:lnTo>
                    <a:lnTo>
                      <a:pt x="1537" y="639"/>
                    </a:lnTo>
                    <a:lnTo>
                      <a:pt x="1572" y="704"/>
                    </a:lnTo>
                    <a:lnTo>
                      <a:pt x="1600" y="771"/>
                    </a:lnTo>
                    <a:lnTo>
                      <a:pt x="1623" y="840"/>
                    </a:lnTo>
                    <a:lnTo>
                      <a:pt x="1639" y="910"/>
                    </a:lnTo>
                    <a:lnTo>
                      <a:pt x="1649" y="980"/>
                    </a:lnTo>
                    <a:lnTo>
                      <a:pt x="1653" y="1052"/>
                    </a:lnTo>
                    <a:lnTo>
                      <a:pt x="1650" y="1122"/>
                    </a:lnTo>
                    <a:lnTo>
                      <a:pt x="1642" y="1192"/>
                    </a:lnTo>
                    <a:lnTo>
                      <a:pt x="1628" y="1262"/>
                    </a:lnTo>
                    <a:lnTo>
                      <a:pt x="1608" y="1330"/>
                    </a:lnTo>
                    <a:lnTo>
                      <a:pt x="1582" y="1396"/>
                    </a:lnTo>
                    <a:lnTo>
                      <a:pt x="1551" y="1460"/>
                    </a:lnTo>
                    <a:lnTo>
                      <a:pt x="1515" y="1521"/>
                    </a:lnTo>
                    <a:lnTo>
                      <a:pt x="1472" y="1579"/>
                    </a:lnTo>
                    <a:lnTo>
                      <a:pt x="1423" y="1634"/>
                    </a:lnTo>
                    <a:lnTo>
                      <a:pt x="1371" y="1686"/>
                    </a:lnTo>
                    <a:lnTo>
                      <a:pt x="1311" y="1733"/>
                    </a:lnTo>
                    <a:lnTo>
                      <a:pt x="1248" y="1775"/>
                    </a:lnTo>
                    <a:lnTo>
                      <a:pt x="1183" y="1810"/>
                    </a:lnTo>
                    <a:lnTo>
                      <a:pt x="1116" y="1838"/>
                    </a:lnTo>
                    <a:lnTo>
                      <a:pt x="1047" y="1861"/>
                    </a:lnTo>
                    <a:lnTo>
                      <a:pt x="977" y="1877"/>
                    </a:lnTo>
                    <a:lnTo>
                      <a:pt x="907" y="1888"/>
                    </a:lnTo>
                    <a:lnTo>
                      <a:pt x="835" y="1892"/>
                    </a:lnTo>
                    <a:lnTo>
                      <a:pt x="765" y="1889"/>
                    </a:lnTo>
                    <a:lnTo>
                      <a:pt x="695" y="1881"/>
                    </a:lnTo>
                    <a:lnTo>
                      <a:pt x="625" y="1868"/>
                    </a:lnTo>
                    <a:lnTo>
                      <a:pt x="557" y="1847"/>
                    </a:lnTo>
                    <a:lnTo>
                      <a:pt x="491" y="1822"/>
                    </a:lnTo>
                    <a:lnTo>
                      <a:pt x="426" y="1791"/>
                    </a:lnTo>
                    <a:lnTo>
                      <a:pt x="366" y="1753"/>
                    </a:lnTo>
                    <a:lnTo>
                      <a:pt x="306" y="1711"/>
                    </a:lnTo>
                    <a:lnTo>
                      <a:pt x="252" y="1663"/>
                    </a:lnTo>
                    <a:lnTo>
                      <a:pt x="201" y="1609"/>
                    </a:lnTo>
                    <a:lnTo>
                      <a:pt x="154" y="1549"/>
                    </a:lnTo>
                    <a:lnTo>
                      <a:pt x="125" y="1508"/>
                    </a:lnTo>
                    <a:lnTo>
                      <a:pt x="103" y="1459"/>
                    </a:lnTo>
                    <a:lnTo>
                      <a:pt x="81" y="1405"/>
                    </a:lnTo>
                    <a:lnTo>
                      <a:pt x="63" y="1347"/>
                    </a:lnTo>
                    <a:lnTo>
                      <a:pt x="47" y="1285"/>
                    </a:lnTo>
                    <a:lnTo>
                      <a:pt x="35" y="1220"/>
                    </a:lnTo>
                    <a:lnTo>
                      <a:pt x="24" y="1152"/>
                    </a:lnTo>
                    <a:lnTo>
                      <a:pt x="15" y="1080"/>
                    </a:lnTo>
                    <a:lnTo>
                      <a:pt x="9" y="1007"/>
                    </a:lnTo>
                    <a:lnTo>
                      <a:pt x="4" y="934"/>
                    </a:lnTo>
                    <a:lnTo>
                      <a:pt x="1" y="859"/>
                    </a:lnTo>
                    <a:lnTo>
                      <a:pt x="0" y="785"/>
                    </a:lnTo>
                    <a:lnTo>
                      <a:pt x="0" y="709"/>
                    </a:lnTo>
                    <a:lnTo>
                      <a:pt x="1" y="636"/>
                    </a:lnTo>
                    <a:lnTo>
                      <a:pt x="4" y="563"/>
                    </a:lnTo>
                    <a:lnTo>
                      <a:pt x="7" y="493"/>
                    </a:lnTo>
                    <a:lnTo>
                      <a:pt x="11" y="425"/>
                    </a:lnTo>
                    <a:lnTo>
                      <a:pt x="15" y="360"/>
                    </a:lnTo>
                    <a:lnTo>
                      <a:pt x="19" y="299"/>
                    </a:lnTo>
                    <a:lnTo>
                      <a:pt x="24" y="242"/>
                    </a:lnTo>
                    <a:lnTo>
                      <a:pt x="30" y="190"/>
                    </a:lnTo>
                    <a:lnTo>
                      <a:pt x="34" y="143"/>
                    </a:lnTo>
                    <a:lnTo>
                      <a:pt x="39" y="101"/>
                    </a:lnTo>
                    <a:lnTo>
                      <a:pt x="43" y="66"/>
                    </a:lnTo>
                    <a:lnTo>
                      <a:pt x="46" y="37"/>
                    </a:lnTo>
                    <a:lnTo>
                      <a:pt x="49" y="17"/>
                    </a:lnTo>
                    <a:lnTo>
                      <a:pt x="50" y="4"/>
                    </a:lnTo>
                    <a:lnTo>
                      <a:pt x="51" y="0"/>
                    </a:lnTo>
                    <a:close/>
                  </a:path>
                </a:pathLst>
              </a:custGeom>
              <a:solidFill>
                <a:schemeClr val="accent6"/>
              </a:solidFill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36" name="Freeform 74"/>
              <p:cNvSpPr>
                <a:spLocks noEditPoints="1"/>
              </p:cNvSpPr>
              <p:nvPr/>
            </p:nvSpPr>
            <p:spPr bwMode="auto">
              <a:xfrm>
                <a:off x="6650038" y="4946650"/>
                <a:ext cx="517525" cy="635000"/>
              </a:xfrm>
              <a:custGeom>
                <a:avLst/>
                <a:gdLst>
                  <a:gd name="T0" fmla="*/ 2003 w 2939"/>
                  <a:gd name="T1" fmla="*/ 2890 h 3600"/>
                  <a:gd name="T2" fmla="*/ 1859 w 2939"/>
                  <a:gd name="T3" fmla="*/ 2961 h 3600"/>
                  <a:gd name="T4" fmla="*/ 2195 w 2939"/>
                  <a:gd name="T5" fmla="*/ 3289 h 3600"/>
                  <a:gd name="T6" fmla="*/ 2729 w 2939"/>
                  <a:gd name="T7" fmla="*/ 2753 h 3600"/>
                  <a:gd name="T8" fmla="*/ 2634 w 2939"/>
                  <a:gd name="T9" fmla="*/ 2623 h 3600"/>
                  <a:gd name="T10" fmla="*/ 1495 w 2939"/>
                  <a:gd name="T11" fmla="*/ 2623 h 3600"/>
                  <a:gd name="T12" fmla="*/ 949 w 2939"/>
                  <a:gd name="T13" fmla="*/ 2664 h 3600"/>
                  <a:gd name="T14" fmla="*/ 963 w 2939"/>
                  <a:gd name="T15" fmla="*/ 2522 h 3600"/>
                  <a:gd name="T16" fmla="*/ 838 w 2939"/>
                  <a:gd name="T17" fmla="*/ 2470 h 3600"/>
                  <a:gd name="T18" fmla="*/ 456 w 2939"/>
                  <a:gd name="T19" fmla="*/ 2606 h 3600"/>
                  <a:gd name="T20" fmla="*/ 488 w 2939"/>
                  <a:gd name="T21" fmla="*/ 2522 h 3600"/>
                  <a:gd name="T22" fmla="*/ 2269 w 2939"/>
                  <a:gd name="T23" fmla="*/ 2263 h 3600"/>
                  <a:gd name="T24" fmla="*/ 2743 w 2939"/>
                  <a:gd name="T25" fmla="*/ 2459 h 3600"/>
                  <a:gd name="T26" fmla="*/ 2939 w 2939"/>
                  <a:gd name="T27" fmla="*/ 2931 h 3600"/>
                  <a:gd name="T28" fmla="*/ 2743 w 2939"/>
                  <a:gd name="T29" fmla="*/ 3404 h 3600"/>
                  <a:gd name="T30" fmla="*/ 2269 w 2939"/>
                  <a:gd name="T31" fmla="*/ 3600 h 3600"/>
                  <a:gd name="T32" fmla="*/ 1795 w 2939"/>
                  <a:gd name="T33" fmla="*/ 3404 h 3600"/>
                  <a:gd name="T34" fmla="*/ 1599 w 2939"/>
                  <a:gd name="T35" fmla="*/ 2931 h 3600"/>
                  <a:gd name="T36" fmla="*/ 1795 w 2939"/>
                  <a:gd name="T37" fmla="*/ 2459 h 3600"/>
                  <a:gd name="T38" fmla="*/ 2269 w 2939"/>
                  <a:gd name="T39" fmla="*/ 2263 h 3600"/>
                  <a:gd name="T40" fmla="*/ 1599 w 2939"/>
                  <a:gd name="T41" fmla="*/ 2160 h 3600"/>
                  <a:gd name="T42" fmla="*/ 949 w 2939"/>
                  <a:gd name="T43" fmla="*/ 2201 h 3600"/>
                  <a:gd name="T44" fmla="*/ 963 w 2939"/>
                  <a:gd name="T45" fmla="*/ 2060 h 3600"/>
                  <a:gd name="T46" fmla="*/ 838 w 2939"/>
                  <a:gd name="T47" fmla="*/ 2029 h 3600"/>
                  <a:gd name="T48" fmla="*/ 456 w 2939"/>
                  <a:gd name="T49" fmla="*/ 2165 h 3600"/>
                  <a:gd name="T50" fmla="*/ 488 w 2939"/>
                  <a:gd name="T51" fmla="*/ 2081 h 3600"/>
                  <a:gd name="T52" fmla="*/ 980 w 2939"/>
                  <a:gd name="T53" fmla="*/ 1646 h 3600"/>
                  <a:gd name="T54" fmla="*/ 1854 w 2939"/>
                  <a:gd name="T55" fmla="*/ 1765 h 3600"/>
                  <a:gd name="T56" fmla="*/ 938 w 2939"/>
                  <a:gd name="T57" fmla="*/ 1779 h 3600"/>
                  <a:gd name="T58" fmla="*/ 980 w 2939"/>
                  <a:gd name="T59" fmla="*/ 1646 h 3600"/>
                  <a:gd name="T60" fmla="*/ 830 w 2939"/>
                  <a:gd name="T61" fmla="*/ 1605 h 3600"/>
                  <a:gd name="T62" fmla="*/ 446 w 2939"/>
                  <a:gd name="T63" fmla="*/ 1717 h 3600"/>
                  <a:gd name="T64" fmla="*/ 502 w 2939"/>
                  <a:gd name="T65" fmla="*/ 1647 h 3600"/>
                  <a:gd name="T66" fmla="*/ 1804 w 2939"/>
                  <a:gd name="T67" fmla="*/ 1183 h 3600"/>
                  <a:gd name="T68" fmla="*/ 1846 w 2939"/>
                  <a:gd name="T69" fmla="*/ 1316 h 3600"/>
                  <a:gd name="T70" fmla="*/ 931 w 2939"/>
                  <a:gd name="T71" fmla="*/ 1301 h 3600"/>
                  <a:gd name="T72" fmla="*/ 798 w 2939"/>
                  <a:gd name="T73" fmla="*/ 1068 h 3600"/>
                  <a:gd name="T74" fmla="*/ 640 w 2939"/>
                  <a:gd name="T75" fmla="*/ 1360 h 3600"/>
                  <a:gd name="T76" fmla="*/ 440 w 2939"/>
                  <a:gd name="T77" fmla="*/ 1246 h 3600"/>
                  <a:gd name="T78" fmla="*/ 515 w 2939"/>
                  <a:gd name="T79" fmla="*/ 1197 h 3600"/>
                  <a:gd name="T80" fmla="*/ 569 w 2939"/>
                  <a:gd name="T81" fmla="*/ 386 h 3600"/>
                  <a:gd name="T82" fmla="*/ 706 w 2939"/>
                  <a:gd name="T83" fmla="*/ 640 h 3600"/>
                  <a:gd name="T84" fmla="*/ 1648 w 2939"/>
                  <a:gd name="T85" fmla="*/ 619 h 3600"/>
                  <a:gd name="T86" fmla="*/ 1748 w 2939"/>
                  <a:gd name="T87" fmla="*/ 360 h 3600"/>
                  <a:gd name="T88" fmla="*/ 2285 w 2939"/>
                  <a:gd name="T89" fmla="*/ 454 h 3600"/>
                  <a:gd name="T90" fmla="*/ 2198 w 2939"/>
                  <a:gd name="T91" fmla="*/ 2112 h 3600"/>
                  <a:gd name="T92" fmla="*/ 1465 w 2939"/>
                  <a:gd name="T93" fmla="*/ 3116 h 3600"/>
                  <a:gd name="T94" fmla="*/ 49 w 2939"/>
                  <a:gd name="T95" fmla="*/ 3167 h 3600"/>
                  <a:gd name="T96" fmla="*/ 22 w 2939"/>
                  <a:gd name="T97" fmla="*/ 471 h 3600"/>
                  <a:gd name="T98" fmla="*/ 1160 w 2939"/>
                  <a:gd name="T99" fmla="*/ 103 h 3600"/>
                  <a:gd name="T100" fmla="*/ 1094 w 2939"/>
                  <a:gd name="T101" fmla="*/ 219 h 3600"/>
                  <a:gd name="T102" fmla="*/ 1227 w 2939"/>
                  <a:gd name="T103" fmla="*/ 219 h 3600"/>
                  <a:gd name="T104" fmla="*/ 1160 w 2939"/>
                  <a:gd name="T105" fmla="*/ 103 h 3600"/>
                  <a:gd name="T106" fmla="*/ 1317 w 2939"/>
                  <a:gd name="T107" fmla="*/ 88 h 3600"/>
                  <a:gd name="T108" fmla="*/ 1379 w 2939"/>
                  <a:gd name="T109" fmla="*/ 247 h 3600"/>
                  <a:gd name="T110" fmla="*/ 1624 w 2939"/>
                  <a:gd name="T111" fmla="*/ 324 h 3600"/>
                  <a:gd name="T112" fmla="*/ 1605 w 2939"/>
                  <a:gd name="T113" fmla="*/ 521 h 3600"/>
                  <a:gd name="T114" fmla="*/ 738 w 2939"/>
                  <a:gd name="T115" fmla="*/ 540 h 3600"/>
                  <a:gd name="T116" fmla="*/ 682 w 2939"/>
                  <a:gd name="T117" fmla="*/ 350 h 3600"/>
                  <a:gd name="T118" fmla="*/ 923 w 2939"/>
                  <a:gd name="T119" fmla="*/ 254 h 3600"/>
                  <a:gd name="T120" fmla="*/ 991 w 2939"/>
                  <a:gd name="T121" fmla="*/ 116 h 36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</a:cxnLst>
                <a:rect l="0" t="0" r="r" b="b"/>
                <a:pathLst>
                  <a:path w="2939" h="3600">
                    <a:moveTo>
                      <a:pt x="2634" y="2623"/>
                    </a:moveTo>
                    <a:lnTo>
                      <a:pt x="2613" y="2625"/>
                    </a:lnTo>
                    <a:lnTo>
                      <a:pt x="2591" y="2630"/>
                    </a:lnTo>
                    <a:lnTo>
                      <a:pt x="2570" y="2641"/>
                    </a:lnTo>
                    <a:lnTo>
                      <a:pt x="2552" y="2657"/>
                    </a:lnTo>
                    <a:lnTo>
                      <a:pt x="2205" y="3047"/>
                    </a:lnTo>
                    <a:lnTo>
                      <a:pt x="2024" y="2903"/>
                    </a:lnTo>
                    <a:lnTo>
                      <a:pt x="2003" y="2890"/>
                    </a:lnTo>
                    <a:lnTo>
                      <a:pt x="1982" y="2882"/>
                    </a:lnTo>
                    <a:lnTo>
                      <a:pt x="1960" y="2880"/>
                    </a:lnTo>
                    <a:lnTo>
                      <a:pt x="1937" y="2882"/>
                    </a:lnTo>
                    <a:lnTo>
                      <a:pt x="1915" y="2890"/>
                    </a:lnTo>
                    <a:lnTo>
                      <a:pt x="1895" y="2902"/>
                    </a:lnTo>
                    <a:lnTo>
                      <a:pt x="1879" y="2918"/>
                    </a:lnTo>
                    <a:lnTo>
                      <a:pt x="1866" y="2939"/>
                    </a:lnTo>
                    <a:lnTo>
                      <a:pt x="1859" y="2961"/>
                    </a:lnTo>
                    <a:lnTo>
                      <a:pt x="1856" y="2983"/>
                    </a:lnTo>
                    <a:lnTo>
                      <a:pt x="1859" y="3005"/>
                    </a:lnTo>
                    <a:lnTo>
                      <a:pt x="1866" y="3027"/>
                    </a:lnTo>
                    <a:lnTo>
                      <a:pt x="1878" y="3046"/>
                    </a:lnTo>
                    <a:lnTo>
                      <a:pt x="1895" y="3063"/>
                    </a:lnTo>
                    <a:lnTo>
                      <a:pt x="2152" y="3268"/>
                    </a:lnTo>
                    <a:lnTo>
                      <a:pt x="2173" y="3281"/>
                    </a:lnTo>
                    <a:lnTo>
                      <a:pt x="2195" y="3289"/>
                    </a:lnTo>
                    <a:lnTo>
                      <a:pt x="2217" y="3291"/>
                    </a:lnTo>
                    <a:lnTo>
                      <a:pt x="2239" y="3289"/>
                    </a:lnTo>
                    <a:lnTo>
                      <a:pt x="2258" y="3283"/>
                    </a:lnTo>
                    <a:lnTo>
                      <a:pt x="2278" y="3272"/>
                    </a:lnTo>
                    <a:lnTo>
                      <a:pt x="2294" y="3257"/>
                    </a:lnTo>
                    <a:lnTo>
                      <a:pt x="2707" y="2794"/>
                    </a:lnTo>
                    <a:lnTo>
                      <a:pt x="2720" y="2774"/>
                    </a:lnTo>
                    <a:lnTo>
                      <a:pt x="2729" y="2753"/>
                    </a:lnTo>
                    <a:lnTo>
                      <a:pt x="2733" y="2731"/>
                    </a:lnTo>
                    <a:lnTo>
                      <a:pt x="2731" y="2709"/>
                    </a:lnTo>
                    <a:lnTo>
                      <a:pt x="2725" y="2687"/>
                    </a:lnTo>
                    <a:lnTo>
                      <a:pt x="2714" y="2666"/>
                    </a:lnTo>
                    <a:lnTo>
                      <a:pt x="2698" y="2649"/>
                    </a:lnTo>
                    <a:lnTo>
                      <a:pt x="2678" y="2636"/>
                    </a:lnTo>
                    <a:lnTo>
                      <a:pt x="2657" y="2627"/>
                    </a:lnTo>
                    <a:lnTo>
                      <a:pt x="2634" y="2623"/>
                    </a:lnTo>
                    <a:close/>
                    <a:moveTo>
                      <a:pt x="980" y="2520"/>
                    </a:moveTo>
                    <a:lnTo>
                      <a:pt x="1444" y="2520"/>
                    </a:lnTo>
                    <a:lnTo>
                      <a:pt x="1460" y="2522"/>
                    </a:lnTo>
                    <a:lnTo>
                      <a:pt x="1474" y="2530"/>
                    </a:lnTo>
                    <a:lnTo>
                      <a:pt x="1485" y="2541"/>
                    </a:lnTo>
                    <a:lnTo>
                      <a:pt x="1493" y="2555"/>
                    </a:lnTo>
                    <a:lnTo>
                      <a:pt x="1495" y="2571"/>
                    </a:lnTo>
                    <a:lnTo>
                      <a:pt x="1495" y="2623"/>
                    </a:lnTo>
                    <a:lnTo>
                      <a:pt x="1493" y="2639"/>
                    </a:lnTo>
                    <a:lnTo>
                      <a:pt x="1485" y="2653"/>
                    </a:lnTo>
                    <a:lnTo>
                      <a:pt x="1474" y="2664"/>
                    </a:lnTo>
                    <a:lnTo>
                      <a:pt x="1460" y="2672"/>
                    </a:lnTo>
                    <a:lnTo>
                      <a:pt x="1444" y="2674"/>
                    </a:lnTo>
                    <a:lnTo>
                      <a:pt x="980" y="2674"/>
                    </a:lnTo>
                    <a:lnTo>
                      <a:pt x="963" y="2672"/>
                    </a:lnTo>
                    <a:lnTo>
                      <a:pt x="949" y="2664"/>
                    </a:lnTo>
                    <a:lnTo>
                      <a:pt x="938" y="2653"/>
                    </a:lnTo>
                    <a:lnTo>
                      <a:pt x="931" y="2639"/>
                    </a:lnTo>
                    <a:lnTo>
                      <a:pt x="928" y="2623"/>
                    </a:lnTo>
                    <a:lnTo>
                      <a:pt x="928" y="2571"/>
                    </a:lnTo>
                    <a:lnTo>
                      <a:pt x="931" y="2555"/>
                    </a:lnTo>
                    <a:lnTo>
                      <a:pt x="938" y="2541"/>
                    </a:lnTo>
                    <a:lnTo>
                      <a:pt x="949" y="2530"/>
                    </a:lnTo>
                    <a:lnTo>
                      <a:pt x="963" y="2522"/>
                    </a:lnTo>
                    <a:lnTo>
                      <a:pt x="980" y="2520"/>
                    </a:lnTo>
                    <a:close/>
                    <a:moveTo>
                      <a:pt x="798" y="2404"/>
                    </a:moveTo>
                    <a:lnTo>
                      <a:pt x="812" y="2408"/>
                    </a:lnTo>
                    <a:lnTo>
                      <a:pt x="826" y="2416"/>
                    </a:lnTo>
                    <a:lnTo>
                      <a:pt x="835" y="2427"/>
                    </a:lnTo>
                    <a:lnTo>
                      <a:pt x="841" y="2441"/>
                    </a:lnTo>
                    <a:lnTo>
                      <a:pt x="841" y="2456"/>
                    </a:lnTo>
                    <a:lnTo>
                      <a:pt x="838" y="2470"/>
                    </a:lnTo>
                    <a:lnTo>
                      <a:pt x="830" y="2483"/>
                    </a:lnTo>
                    <a:lnTo>
                      <a:pt x="640" y="2696"/>
                    </a:lnTo>
                    <a:lnTo>
                      <a:pt x="629" y="2704"/>
                    </a:lnTo>
                    <a:lnTo>
                      <a:pt x="617" y="2710"/>
                    </a:lnTo>
                    <a:lnTo>
                      <a:pt x="604" y="2712"/>
                    </a:lnTo>
                    <a:lnTo>
                      <a:pt x="588" y="2709"/>
                    </a:lnTo>
                    <a:lnTo>
                      <a:pt x="574" y="2701"/>
                    </a:lnTo>
                    <a:lnTo>
                      <a:pt x="456" y="2606"/>
                    </a:lnTo>
                    <a:lnTo>
                      <a:pt x="446" y="2595"/>
                    </a:lnTo>
                    <a:lnTo>
                      <a:pt x="440" y="2582"/>
                    </a:lnTo>
                    <a:lnTo>
                      <a:pt x="438" y="2568"/>
                    </a:lnTo>
                    <a:lnTo>
                      <a:pt x="441" y="2554"/>
                    </a:lnTo>
                    <a:lnTo>
                      <a:pt x="448" y="2540"/>
                    </a:lnTo>
                    <a:lnTo>
                      <a:pt x="459" y="2530"/>
                    </a:lnTo>
                    <a:lnTo>
                      <a:pt x="473" y="2524"/>
                    </a:lnTo>
                    <a:lnTo>
                      <a:pt x="488" y="2522"/>
                    </a:lnTo>
                    <a:lnTo>
                      <a:pt x="502" y="2525"/>
                    </a:lnTo>
                    <a:lnTo>
                      <a:pt x="515" y="2533"/>
                    </a:lnTo>
                    <a:lnTo>
                      <a:pt x="598" y="2600"/>
                    </a:lnTo>
                    <a:lnTo>
                      <a:pt x="759" y="2420"/>
                    </a:lnTo>
                    <a:lnTo>
                      <a:pt x="770" y="2410"/>
                    </a:lnTo>
                    <a:lnTo>
                      <a:pt x="784" y="2405"/>
                    </a:lnTo>
                    <a:lnTo>
                      <a:pt x="798" y="2404"/>
                    </a:lnTo>
                    <a:close/>
                    <a:moveTo>
                      <a:pt x="2269" y="2263"/>
                    </a:moveTo>
                    <a:lnTo>
                      <a:pt x="2337" y="2266"/>
                    </a:lnTo>
                    <a:lnTo>
                      <a:pt x="2404" y="2277"/>
                    </a:lnTo>
                    <a:lnTo>
                      <a:pt x="2468" y="2293"/>
                    </a:lnTo>
                    <a:lnTo>
                      <a:pt x="2530" y="2315"/>
                    </a:lnTo>
                    <a:lnTo>
                      <a:pt x="2589" y="2343"/>
                    </a:lnTo>
                    <a:lnTo>
                      <a:pt x="2643" y="2377"/>
                    </a:lnTo>
                    <a:lnTo>
                      <a:pt x="2695" y="2415"/>
                    </a:lnTo>
                    <a:lnTo>
                      <a:pt x="2743" y="2459"/>
                    </a:lnTo>
                    <a:lnTo>
                      <a:pt x="2785" y="2506"/>
                    </a:lnTo>
                    <a:lnTo>
                      <a:pt x="2825" y="2557"/>
                    </a:lnTo>
                    <a:lnTo>
                      <a:pt x="2858" y="2613"/>
                    </a:lnTo>
                    <a:lnTo>
                      <a:pt x="2886" y="2672"/>
                    </a:lnTo>
                    <a:lnTo>
                      <a:pt x="2909" y="2733"/>
                    </a:lnTo>
                    <a:lnTo>
                      <a:pt x="2925" y="2797"/>
                    </a:lnTo>
                    <a:lnTo>
                      <a:pt x="2935" y="2863"/>
                    </a:lnTo>
                    <a:lnTo>
                      <a:pt x="2939" y="2931"/>
                    </a:lnTo>
                    <a:lnTo>
                      <a:pt x="2935" y="3000"/>
                    </a:lnTo>
                    <a:lnTo>
                      <a:pt x="2925" y="3067"/>
                    </a:lnTo>
                    <a:lnTo>
                      <a:pt x="2909" y="3130"/>
                    </a:lnTo>
                    <a:lnTo>
                      <a:pt x="2886" y="3192"/>
                    </a:lnTo>
                    <a:lnTo>
                      <a:pt x="2858" y="3250"/>
                    </a:lnTo>
                    <a:lnTo>
                      <a:pt x="2825" y="3305"/>
                    </a:lnTo>
                    <a:lnTo>
                      <a:pt x="2785" y="3357"/>
                    </a:lnTo>
                    <a:lnTo>
                      <a:pt x="2743" y="3404"/>
                    </a:lnTo>
                    <a:lnTo>
                      <a:pt x="2695" y="3447"/>
                    </a:lnTo>
                    <a:lnTo>
                      <a:pt x="2643" y="3485"/>
                    </a:lnTo>
                    <a:lnTo>
                      <a:pt x="2589" y="3519"/>
                    </a:lnTo>
                    <a:lnTo>
                      <a:pt x="2530" y="3548"/>
                    </a:lnTo>
                    <a:lnTo>
                      <a:pt x="2468" y="3569"/>
                    </a:lnTo>
                    <a:lnTo>
                      <a:pt x="2404" y="3587"/>
                    </a:lnTo>
                    <a:lnTo>
                      <a:pt x="2337" y="3597"/>
                    </a:lnTo>
                    <a:lnTo>
                      <a:pt x="2269" y="3600"/>
                    </a:lnTo>
                    <a:lnTo>
                      <a:pt x="2200" y="3597"/>
                    </a:lnTo>
                    <a:lnTo>
                      <a:pt x="2134" y="3587"/>
                    </a:lnTo>
                    <a:lnTo>
                      <a:pt x="2069" y="3569"/>
                    </a:lnTo>
                    <a:lnTo>
                      <a:pt x="2008" y="3548"/>
                    </a:lnTo>
                    <a:lnTo>
                      <a:pt x="1949" y="3519"/>
                    </a:lnTo>
                    <a:lnTo>
                      <a:pt x="1894" y="3485"/>
                    </a:lnTo>
                    <a:lnTo>
                      <a:pt x="1843" y="3447"/>
                    </a:lnTo>
                    <a:lnTo>
                      <a:pt x="1795" y="3404"/>
                    </a:lnTo>
                    <a:lnTo>
                      <a:pt x="1752" y="3357"/>
                    </a:lnTo>
                    <a:lnTo>
                      <a:pt x="1713" y="3305"/>
                    </a:lnTo>
                    <a:lnTo>
                      <a:pt x="1680" y="3250"/>
                    </a:lnTo>
                    <a:lnTo>
                      <a:pt x="1651" y="3192"/>
                    </a:lnTo>
                    <a:lnTo>
                      <a:pt x="1628" y="3130"/>
                    </a:lnTo>
                    <a:lnTo>
                      <a:pt x="1612" y="3067"/>
                    </a:lnTo>
                    <a:lnTo>
                      <a:pt x="1602" y="3000"/>
                    </a:lnTo>
                    <a:lnTo>
                      <a:pt x="1599" y="2931"/>
                    </a:lnTo>
                    <a:lnTo>
                      <a:pt x="1602" y="2863"/>
                    </a:lnTo>
                    <a:lnTo>
                      <a:pt x="1612" y="2797"/>
                    </a:lnTo>
                    <a:lnTo>
                      <a:pt x="1628" y="2733"/>
                    </a:lnTo>
                    <a:lnTo>
                      <a:pt x="1651" y="2672"/>
                    </a:lnTo>
                    <a:lnTo>
                      <a:pt x="1680" y="2613"/>
                    </a:lnTo>
                    <a:lnTo>
                      <a:pt x="1713" y="2557"/>
                    </a:lnTo>
                    <a:lnTo>
                      <a:pt x="1752" y="2506"/>
                    </a:lnTo>
                    <a:lnTo>
                      <a:pt x="1795" y="2459"/>
                    </a:lnTo>
                    <a:lnTo>
                      <a:pt x="1843" y="2415"/>
                    </a:lnTo>
                    <a:lnTo>
                      <a:pt x="1894" y="2377"/>
                    </a:lnTo>
                    <a:lnTo>
                      <a:pt x="1949" y="2343"/>
                    </a:lnTo>
                    <a:lnTo>
                      <a:pt x="2008" y="2315"/>
                    </a:lnTo>
                    <a:lnTo>
                      <a:pt x="2069" y="2293"/>
                    </a:lnTo>
                    <a:lnTo>
                      <a:pt x="2134" y="2277"/>
                    </a:lnTo>
                    <a:lnTo>
                      <a:pt x="2200" y="2266"/>
                    </a:lnTo>
                    <a:lnTo>
                      <a:pt x="2269" y="2263"/>
                    </a:lnTo>
                    <a:close/>
                    <a:moveTo>
                      <a:pt x="980" y="2057"/>
                    </a:moveTo>
                    <a:lnTo>
                      <a:pt x="1547" y="2057"/>
                    </a:lnTo>
                    <a:lnTo>
                      <a:pt x="1563" y="2060"/>
                    </a:lnTo>
                    <a:lnTo>
                      <a:pt x="1577" y="2067"/>
                    </a:lnTo>
                    <a:lnTo>
                      <a:pt x="1589" y="2078"/>
                    </a:lnTo>
                    <a:lnTo>
                      <a:pt x="1596" y="2092"/>
                    </a:lnTo>
                    <a:lnTo>
                      <a:pt x="1599" y="2109"/>
                    </a:lnTo>
                    <a:lnTo>
                      <a:pt x="1599" y="2160"/>
                    </a:lnTo>
                    <a:lnTo>
                      <a:pt x="1596" y="2176"/>
                    </a:lnTo>
                    <a:lnTo>
                      <a:pt x="1589" y="2191"/>
                    </a:lnTo>
                    <a:lnTo>
                      <a:pt x="1577" y="2201"/>
                    </a:lnTo>
                    <a:lnTo>
                      <a:pt x="1563" y="2209"/>
                    </a:lnTo>
                    <a:lnTo>
                      <a:pt x="1547" y="2211"/>
                    </a:lnTo>
                    <a:lnTo>
                      <a:pt x="980" y="2211"/>
                    </a:lnTo>
                    <a:lnTo>
                      <a:pt x="963" y="2209"/>
                    </a:lnTo>
                    <a:lnTo>
                      <a:pt x="949" y="2201"/>
                    </a:lnTo>
                    <a:lnTo>
                      <a:pt x="938" y="2191"/>
                    </a:lnTo>
                    <a:lnTo>
                      <a:pt x="931" y="2176"/>
                    </a:lnTo>
                    <a:lnTo>
                      <a:pt x="928" y="2160"/>
                    </a:lnTo>
                    <a:lnTo>
                      <a:pt x="928" y="2109"/>
                    </a:lnTo>
                    <a:lnTo>
                      <a:pt x="931" y="2092"/>
                    </a:lnTo>
                    <a:lnTo>
                      <a:pt x="938" y="2078"/>
                    </a:lnTo>
                    <a:lnTo>
                      <a:pt x="949" y="2067"/>
                    </a:lnTo>
                    <a:lnTo>
                      <a:pt x="963" y="2060"/>
                    </a:lnTo>
                    <a:lnTo>
                      <a:pt x="980" y="2057"/>
                    </a:lnTo>
                    <a:close/>
                    <a:moveTo>
                      <a:pt x="798" y="1964"/>
                    </a:moveTo>
                    <a:lnTo>
                      <a:pt x="812" y="1967"/>
                    </a:lnTo>
                    <a:lnTo>
                      <a:pt x="826" y="1976"/>
                    </a:lnTo>
                    <a:lnTo>
                      <a:pt x="835" y="1987"/>
                    </a:lnTo>
                    <a:lnTo>
                      <a:pt x="841" y="2001"/>
                    </a:lnTo>
                    <a:lnTo>
                      <a:pt x="841" y="2015"/>
                    </a:lnTo>
                    <a:lnTo>
                      <a:pt x="838" y="2029"/>
                    </a:lnTo>
                    <a:lnTo>
                      <a:pt x="830" y="2042"/>
                    </a:lnTo>
                    <a:lnTo>
                      <a:pt x="640" y="2255"/>
                    </a:lnTo>
                    <a:lnTo>
                      <a:pt x="629" y="2264"/>
                    </a:lnTo>
                    <a:lnTo>
                      <a:pt x="617" y="2269"/>
                    </a:lnTo>
                    <a:lnTo>
                      <a:pt x="604" y="2271"/>
                    </a:lnTo>
                    <a:lnTo>
                      <a:pt x="588" y="2268"/>
                    </a:lnTo>
                    <a:lnTo>
                      <a:pt x="574" y="2260"/>
                    </a:lnTo>
                    <a:lnTo>
                      <a:pt x="456" y="2165"/>
                    </a:lnTo>
                    <a:lnTo>
                      <a:pt x="446" y="2155"/>
                    </a:lnTo>
                    <a:lnTo>
                      <a:pt x="440" y="2141"/>
                    </a:lnTo>
                    <a:lnTo>
                      <a:pt x="438" y="2127"/>
                    </a:lnTo>
                    <a:lnTo>
                      <a:pt x="441" y="2113"/>
                    </a:lnTo>
                    <a:lnTo>
                      <a:pt x="448" y="2099"/>
                    </a:lnTo>
                    <a:lnTo>
                      <a:pt x="459" y="2089"/>
                    </a:lnTo>
                    <a:lnTo>
                      <a:pt x="473" y="2084"/>
                    </a:lnTo>
                    <a:lnTo>
                      <a:pt x="488" y="2081"/>
                    </a:lnTo>
                    <a:lnTo>
                      <a:pt x="502" y="2085"/>
                    </a:lnTo>
                    <a:lnTo>
                      <a:pt x="515" y="2092"/>
                    </a:lnTo>
                    <a:lnTo>
                      <a:pt x="598" y="2159"/>
                    </a:lnTo>
                    <a:lnTo>
                      <a:pt x="759" y="1979"/>
                    </a:lnTo>
                    <a:lnTo>
                      <a:pt x="770" y="1969"/>
                    </a:lnTo>
                    <a:lnTo>
                      <a:pt x="784" y="1965"/>
                    </a:lnTo>
                    <a:lnTo>
                      <a:pt x="798" y="1964"/>
                    </a:lnTo>
                    <a:close/>
                    <a:moveTo>
                      <a:pt x="980" y="1646"/>
                    </a:moveTo>
                    <a:lnTo>
                      <a:pt x="1804" y="1646"/>
                    </a:lnTo>
                    <a:lnTo>
                      <a:pt x="1821" y="1648"/>
                    </a:lnTo>
                    <a:lnTo>
                      <a:pt x="1835" y="1656"/>
                    </a:lnTo>
                    <a:lnTo>
                      <a:pt x="1846" y="1667"/>
                    </a:lnTo>
                    <a:lnTo>
                      <a:pt x="1854" y="1681"/>
                    </a:lnTo>
                    <a:lnTo>
                      <a:pt x="1856" y="1697"/>
                    </a:lnTo>
                    <a:lnTo>
                      <a:pt x="1856" y="1749"/>
                    </a:lnTo>
                    <a:lnTo>
                      <a:pt x="1854" y="1765"/>
                    </a:lnTo>
                    <a:lnTo>
                      <a:pt x="1846" y="1779"/>
                    </a:lnTo>
                    <a:lnTo>
                      <a:pt x="1835" y="1790"/>
                    </a:lnTo>
                    <a:lnTo>
                      <a:pt x="1821" y="1798"/>
                    </a:lnTo>
                    <a:lnTo>
                      <a:pt x="1804" y="1800"/>
                    </a:lnTo>
                    <a:lnTo>
                      <a:pt x="980" y="1800"/>
                    </a:lnTo>
                    <a:lnTo>
                      <a:pt x="963" y="1798"/>
                    </a:lnTo>
                    <a:lnTo>
                      <a:pt x="949" y="1790"/>
                    </a:lnTo>
                    <a:lnTo>
                      <a:pt x="938" y="1779"/>
                    </a:lnTo>
                    <a:lnTo>
                      <a:pt x="931" y="1765"/>
                    </a:lnTo>
                    <a:lnTo>
                      <a:pt x="928" y="1749"/>
                    </a:lnTo>
                    <a:lnTo>
                      <a:pt x="928" y="1697"/>
                    </a:lnTo>
                    <a:lnTo>
                      <a:pt x="931" y="1681"/>
                    </a:lnTo>
                    <a:lnTo>
                      <a:pt x="938" y="1667"/>
                    </a:lnTo>
                    <a:lnTo>
                      <a:pt x="949" y="1656"/>
                    </a:lnTo>
                    <a:lnTo>
                      <a:pt x="963" y="1648"/>
                    </a:lnTo>
                    <a:lnTo>
                      <a:pt x="980" y="1646"/>
                    </a:lnTo>
                    <a:close/>
                    <a:moveTo>
                      <a:pt x="798" y="1526"/>
                    </a:moveTo>
                    <a:lnTo>
                      <a:pt x="812" y="1529"/>
                    </a:lnTo>
                    <a:lnTo>
                      <a:pt x="826" y="1538"/>
                    </a:lnTo>
                    <a:lnTo>
                      <a:pt x="835" y="1549"/>
                    </a:lnTo>
                    <a:lnTo>
                      <a:pt x="841" y="1563"/>
                    </a:lnTo>
                    <a:lnTo>
                      <a:pt x="841" y="1577"/>
                    </a:lnTo>
                    <a:lnTo>
                      <a:pt x="838" y="1592"/>
                    </a:lnTo>
                    <a:lnTo>
                      <a:pt x="830" y="1605"/>
                    </a:lnTo>
                    <a:lnTo>
                      <a:pt x="640" y="1817"/>
                    </a:lnTo>
                    <a:lnTo>
                      <a:pt x="629" y="1826"/>
                    </a:lnTo>
                    <a:lnTo>
                      <a:pt x="617" y="1832"/>
                    </a:lnTo>
                    <a:lnTo>
                      <a:pt x="604" y="1834"/>
                    </a:lnTo>
                    <a:lnTo>
                      <a:pt x="588" y="1831"/>
                    </a:lnTo>
                    <a:lnTo>
                      <a:pt x="574" y="1823"/>
                    </a:lnTo>
                    <a:lnTo>
                      <a:pt x="456" y="1728"/>
                    </a:lnTo>
                    <a:lnTo>
                      <a:pt x="446" y="1717"/>
                    </a:lnTo>
                    <a:lnTo>
                      <a:pt x="440" y="1704"/>
                    </a:lnTo>
                    <a:lnTo>
                      <a:pt x="438" y="1690"/>
                    </a:lnTo>
                    <a:lnTo>
                      <a:pt x="441" y="1675"/>
                    </a:lnTo>
                    <a:lnTo>
                      <a:pt x="448" y="1661"/>
                    </a:lnTo>
                    <a:lnTo>
                      <a:pt x="459" y="1652"/>
                    </a:lnTo>
                    <a:lnTo>
                      <a:pt x="473" y="1646"/>
                    </a:lnTo>
                    <a:lnTo>
                      <a:pt x="488" y="1644"/>
                    </a:lnTo>
                    <a:lnTo>
                      <a:pt x="502" y="1647"/>
                    </a:lnTo>
                    <a:lnTo>
                      <a:pt x="515" y="1655"/>
                    </a:lnTo>
                    <a:lnTo>
                      <a:pt x="598" y="1721"/>
                    </a:lnTo>
                    <a:lnTo>
                      <a:pt x="759" y="1541"/>
                    </a:lnTo>
                    <a:lnTo>
                      <a:pt x="770" y="1532"/>
                    </a:lnTo>
                    <a:lnTo>
                      <a:pt x="784" y="1527"/>
                    </a:lnTo>
                    <a:lnTo>
                      <a:pt x="798" y="1526"/>
                    </a:lnTo>
                    <a:close/>
                    <a:moveTo>
                      <a:pt x="980" y="1183"/>
                    </a:moveTo>
                    <a:lnTo>
                      <a:pt x="1804" y="1183"/>
                    </a:lnTo>
                    <a:lnTo>
                      <a:pt x="1821" y="1186"/>
                    </a:lnTo>
                    <a:lnTo>
                      <a:pt x="1835" y="1192"/>
                    </a:lnTo>
                    <a:lnTo>
                      <a:pt x="1846" y="1204"/>
                    </a:lnTo>
                    <a:lnTo>
                      <a:pt x="1854" y="1219"/>
                    </a:lnTo>
                    <a:lnTo>
                      <a:pt x="1856" y="1234"/>
                    </a:lnTo>
                    <a:lnTo>
                      <a:pt x="1856" y="1286"/>
                    </a:lnTo>
                    <a:lnTo>
                      <a:pt x="1854" y="1301"/>
                    </a:lnTo>
                    <a:lnTo>
                      <a:pt x="1846" y="1316"/>
                    </a:lnTo>
                    <a:lnTo>
                      <a:pt x="1835" y="1328"/>
                    </a:lnTo>
                    <a:lnTo>
                      <a:pt x="1821" y="1334"/>
                    </a:lnTo>
                    <a:lnTo>
                      <a:pt x="1804" y="1337"/>
                    </a:lnTo>
                    <a:lnTo>
                      <a:pt x="980" y="1337"/>
                    </a:lnTo>
                    <a:lnTo>
                      <a:pt x="963" y="1334"/>
                    </a:lnTo>
                    <a:lnTo>
                      <a:pt x="949" y="1328"/>
                    </a:lnTo>
                    <a:lnTo>
                      <a:pt x="938" y="1316"/>
                    </a:lnTo>
                    <a:lnTo>
                      <a:pt x="931" y="1301"/>
                    </a:lnTo>
                    <a:lnTo>
                      <a:pt x="928" y="1286"/>
                    </a:lnTo>
                    <a:lnTo>
                      <a:pt x="928" y="1234"/>
                    </a:lnTo>
                    <a:lnTo>
                      <a:pt x="931" y="1219"/>
                    </a:lnTo>
                    <a:lnTo>
                      <a:pt x="938" y="1204"/>
                    </a:lnTo>
                    <a:lnTo>
                      <a:pt x="949" y="1192"/>
                    </a:lnTo>
                    <a:lnTo>
                      <a:pt x="963" y="1186"/>
                    </a:lnTo>
                    <a:lnTo>
                      <a:pt x="980" y="1183"/>
                    </a:lnTo>
                    <a:close/>
                    <a:moveTo>
                      <a:pt x="798" y="1068"/>
                    </a:moveTo>
                    <a:lnTo>
                      <a:pt x="812" y="1072"/>
                    </a:lnTo>
                    <a:lnTo>
                      <a:pt x="826" y="1080"/>
                    </a:lnTo>
                    <a:lnTo>
                      <a:pt x="835" y="1092"/>
                    </a:lnTo>
                    <a:lnTo>
                      <a:pt x="841" y="1105"/>
                    </a:lnTo>
                    <a:lnTo>
                      <a:pt x="841" y="1120"/>
                    </a:lnTo>
                    <a:lnTo>
                      <a:pt x="838" y="1135"/>
                    </a:lnTo>
                    <a:lnTo>
                      <a:pt x="830" y="1147"/>
                    </a:lnTo>
                    <a:lnTo>
                      <a:pt x="640" y="1360"/>
                    </a:lnTo>
                    <a:lnTo>
                      <a:pt x="629" y="1369"/>
                    </a:lnTo>
                    <a:lnTo>
                      <a:pt x="617" y="1375"/>
                    </a:lnTo>
                    <a:lnTo>
                      <a:pt x="604" y="1376"/>
                    </a:lnTo>
                    <a:lnTo>
                      <a:pt x="588" y="1373"/>
                    </a:lnTo>
                    <a:lnTo>
                      <a:pt x="574" y="1366"/>
                    </a:lnTo>
                    <a:lnTo>
                      <a:pt x="456" y="1271"/>
                    </a:lnTo>
                    <a:lnTo>
                      <a:pt x="446" y="1260"/>
                    </a:lnTo>
                    <a:lnTo>
                      <a:pt x="440" y="1246"/>
                    </a:lnTo>
                    <a:lnTo>
                      <a:pt x="438" y="1232"/>
                    </a:lnTo>
                    <a:lnTo>
                      <a:pt x="441" y="1217"/>
                    </a:lnTo>
                    <a:lnTo>
                      <a:pt x="448" y="1204"/>
                    </a:lnTo>
                    <a:lnTo>
                      <a:pt x="459" y="1195"/>
                    </a:lnTo>
                    <a:lnTo>
                      <a:pt x="473" y="1188"/>
                    </a:lnTo>
                    <a:lnTo>
                      <a:pt x="488" y="1187"/>
                    </a:lnTo>
                    <a:lnTo>
                      <a:pt x="502" y="1189"/>
                    </a:lnTo>
                    <a:lnTo>
                      <a:pt x="515" y="1197"/>
                    </a:lnTo>
                    <a:lnTo>
                      <a:pt x="598" y="1263"/>
                    </a:lnTo>
                    <a:lnTo>
                      <a:pt x="759" y="1084"/>
                    </a:lnTo>
                    <a:lnTo>
                      <a:pt x="770" y="1075"/>
                    </a:lnTo>
                    <a:lnTo>
                      <a:pt x="784" y="1069"/>
                    </a:lnTo>
                    <a:lnTo>
                      <a:pt x="798" y="1068"/>
                    </a:lnTo>
                    <a:close/>
                    <a:moveTo>
                      <a:pt x="155" y="360"/>
                    </a:moveTo>
                    <a:lnTo>
                      <a:pt x="573" y="360"/>
                    </a:lnTo>
                    <a:lnTo>
                      <a:pt x="569" y="386"/>
                    </a:lnTo>
                    <a:lnTo>
                      <a:pt x="568" y="413"/>
                    </a:lnTo>
                    <a:lnTo>
                      <a:pt x="571" y="455"/>
                    </a:lnTo>
                    <a:lnTo>
                      <a:pt x="581" y="494"/>
                    </a:lnTo>
                    <a:lnTo>
                      <a:pt x="596" y="530"/>
                    </a:lnTo>
                    <a:lnTo>
                      <a:pt x="617" y="564"/>
                    </a:lnTo>
                    <a:lnTo>
                      <a:pt x="642" y="593"/>
                    </a:lnTo>
                    <a:lnTo>
                      <a:pt x="672" y="620"/>
                    </a:lnTo>
                    <a:lnTo>
                      <a:pt x="706" y="640"/>
                    </a:lnTo>
                    <a:lnTo>
                      <a:pt x="742" y="656"/>
                    </a:lnTo>
                    <a:lnTo>
                      <a:pt x="782" y="665"/>
                    </a:lnTo>
                    <a:lnTo>
                      <a:pt x="823" y="669"/>
                    </a:lnTo>
                    <a:lnTo>
                      <a:pt x="1497" y="669"/>
                    </a:lnTo>
                    <a:lnTo>
                      <a:pt x="1539" y="665"/>
                    </a:lnTo>
                    <a:lnTo>
                      <a:pt x="1578" y="656"/>
                    </a:lnTo>
                    <a:lnTo>
                      <a:pt x="1614" y="640"/>
                    </a:lnTo>
                    <a:lnTo>
                      <a:pt x="1648" y="619"/>
                    </a:lnTo>
                    <a:lnTo>
                      <a:pt x="1678" y="593"/>
                    </a:lnTo>
                    <a:lnTo>
                      <a:pt x="1704" y="563"/>
                    </a:lnTo>
                    <a:lnTo>
                      <a:pt x="1725" y="529"/>
                    </a:lnTo>
                    <a:lnTo>
                      <a:pt x="1740" y="492"/>
                    </a:lnTo>
                    <a:lnTo>
                      <a:pt x="1750" y="452"/>
                    </a:lnTo>
                    <a:lnTo>
                      <a:pt x="1753" y="410"/>
                    </a:lnTo>
                    <a:lnTo>
                      <a:pt x="1752" y="385"/>
                    </a:lnTo>
                    <a:lnTo>
                      <a:pt x="1748" y="360"/>
                    </a:lnTo>
                    <a:lnTo>
                      <a:pt x="2063" y="360"/>
                    </a:lnTo>
                    <a:lnTo>
                      <a:pt x="2106" y="362"/>
                    </a:lnTo>
                    <a:lnTo>
                      <a:pt x="2146" y="369"/>
                    </a:lnTo>
                    <a:lnTo>
                      <a:pt x="2181" y="380"/>
                    </a:lnTo>
                    <a:lnTo>
                      <a:pt x="2213" y="393"/>
                    </a:lnTo>
                    <a:lnTo>
                      <a:pt x="2241" y="410"/>
                    </a:lnTo>
                    <a:lnTo>
                      <a:pt x="2265" y="431"/>
                    </a:lnTo>
                    <a:lnTo>
                      <a:pt x="2285" y="454"/>
                    </a:lnTo>
                    <a:lnTo>
                      <a:pt x="2300" y="479"/>
                    </a:lnTo>
                    <a:lnTo>
                      <a:pt x="2311" y="506"/>
                    </a:lnTo>
                    <a:lnTo>
                      <a:pt x="2318" y="536"/>
                    </a:lnTo>
                    <a:lnTo>
                      <a:pt x="2321" y="566"/>
                    </a:lnTo>
                    <a:lnTo>
                      <a:pt x="2321" y="2111"/>
                    </a:lnTo>
                    <a:lnTo>
                      <a:pt x="2294" y="2110"/>
                    </a:lnTo>
                    <a:lnTo>
                      <a:pt x="2269" y="2109"/>
                    </a:lnTo>
                    <a:lnTo>
                      <a:pt x="2198" y="2112"/>
                    </a:lnTo>
                    <a:lnTo>
                      <a:pt x="2129" y="2121"/>
                    </a:lnTo>
                    <a:lnTo>
                      <a:pt x="2063" y="2136"/>
                    </a:lnTo>
                    <a:lnTo>
                      <a:pt x="2063" y="926"/>
                    </a:lnTo>
                    <a:lnTo>
                      <a:pt x="258" y="926"/>
                    </a:lnTo>
                    <a:lnTo>
                      <a:pt x="258" y="2983"/>
                    </a:lnTo>
                    <a:lnTo>
                      <a:pt x="1447" y="2983"/>
                    </a:lnTo>
                    <a:lnTo>
                      <a:pt x="1453" y="3050"/>
                    </a:lnTo>
                    <a:lnTo>
                      <a:pt x="1465" y="3116"/>
                    </a:lnTo>
                    <a:lnTo>
                      <a:pt x="1483" y="3179"/>
                    </a:lnTo>
                    <a:lnTo>
                      <a:pt x="1505" y="3240"/>
                    </a:lnTo>
                    <a:lnTo>
                      <a:pt x="207" y="3240"/>
                    </a:lnTo>
                    <a:lnTo>
                      <a:pt x="169" y="3237"/>
                    </a:lnTo>
                    <a:lnTo>
                      <a:pt x="134" y="3227"/>
                    </a:lnTo>
                    <a:lnTo>
                      <a:pt x="103" y="3212"/>
                    </a:lnTo>
                    <a:lnTo>
                      <a:pt x="73" y="3192"/>
                    </a:lnTo>
                    <a:lnTo>
                      <a:pt x="49" y="3167"/>
                    </a:lnTo>
                    <a:lnTo>
                      <a:pt x="28" y="3139"/>
                    </a:lnTo>
                    <a:lnTo>
                      <a:pt x="13" y="3106"/>
                    </a:lnTo>
                    <a:lnTo>
                      <a:pt x="3" y="3071"/>
                    </a:lnTo>
                    <a:lnTo>
                      <a:pt x="0" y="3034"/>
                    </a:lnTo>
                    <a:lnTo>
                      <a:pt x="0" y="566"/>
                    </a:lnTo>
                    <a:lnTo>
                      <a:pt x="3" y="532"/>
                    </a:lnTo>
                    <a:lnTo>
                      <a:pt x="10" y="501"/>
                    </a:lnTo>
                    <a:lnTo>
                      <a:pt x="22" y="471"/>
                    </a:lnTo>
                    <a:lnTo>
                      <a:pt x="37" y="444"/>
                    </a:lnTo>
                    <a:lnTo>
                      <a:pt x="55" y="420"/>
                    </a:lnTo>
                    <a:lnTo>
                      <a:pt x="73" y="399"/>
                    </a:lnTo>
                    <a:lnTo>
                      <a:pt x="94" y="383"/>
                    </a:lnTo>
                    <a:lnTo>
                      <a:pt x="115" y="371"/>
                    </a:lnTo>
                    <a:lnTo>
                      <a:pt x="136" y="362"/>
                    </a:lnTo>
                    <a:lnTo>
                      <a:pt x="155" y="360"/>
                    </a:lnTo>
                    <a:close/>
                    <a:moveTo>
                      <a:pt x="1160" y="103"/>
                    </a:moveTo>
                    <a:lnTo>
                      <a:pt x="1139" y="106"/>
                    </a:lnTo>
                    <a:lnTo>
                      <a:pt x="1121" y="113"/>
                    </a:lnTo>
                    <a:lnTo>
                      <a:pt x="1106" y="125"/>
                    </a:lnTo>
                    <a:lnTo>
                      <a:pt x="1094" y="141"/>
                    </a:lnTo>
                    <a:lnTo>
                      <a:pt x="1086" y="159"/>
                    </a:lnTo>
                    <a:lnTo>
                      <a:pt x="1083" y="180"/>
                    </a:lnTo>
                    <a:lnTo>
                      <a:pt x="1086" y="201"/>
                    </a:lnTo>
                    <a:lnTo>
                      <a:pt x="1094" y="219"/>
                    </a:lnTo>
                    <a:lnTo>
                      <a:pt x="1106" y="235"/>
                    </a:lnTo>
                    <a:lnTo>
                      <a:pt x="1121" y="247"/>
                    </a:lnTo>
                    <a:lnTo>
                      <a:pt x="1139" y="254"/>
                    </a:lnTo>
                    <a:lnTo>
                      <a:pt x="1160" y="257"/>
                    </a:lnTo>
                    <a:lnTo>
                      <a:pt x="1181" y="254"/>
                    </a:lnTo>
                    <a:lnTo>
                      <a:pt x="1200" y="247"/>
                    </a:lnTo>
                    <a:lnTo>
                      <a:pt x="1215" y="235"/>
                    </a:lnTo>
                    <a:lnTo>
                      <a:pt x="1227" y="219"/>
                    </a:lnTo>
                    <a:lnTo>
                      <a:pt x="1235" y="201"/>
                    </a:lnTo>
                    <a:lnTo>
                      <a:pt x="1238" y="180"/>
                    </a:lnTo>
                    <a:lnTo>
                      <a:pt x="1235" y="159"/>
                    </a:lnTo>
                    <a:lnTo>
                      <a:pt x="1227" y="141"/>
                    </a:lnTo>
                    <a:lnTo>
                      <a:pt x="1215" y="125"/>
                    </a:lnTo>
                    <a:lnTo>
                      <a:pt x="1200" y="113"/>
                    </a:lnTo>
                    <a:lnTo>
                      <a:pt x="1181" y="106"/>
                    </a:lnTo>
                    <a:lnTo>
                      <a:pt x="1160" y="103"/>
                    </a:lnTo>
                    <a:close/>
                    <a:moveTo>
                      <a:pt x="1158" y="0"/>
                    </a:moveTo>
                    <a:lnTo>
                      <a:pt x="1162" y="0"/>
                    </a:lnTo>
                    <a:lnTo>
                      <a:pt x="1194" y="3"/>
                    </a:lnTo>
                    <a:lnTo>
                      <a:pt x="1225" y="11"/>
                    </a:lnTo>
                    <a:lnTo>
                      <a:pt x="1252" y="24"/>
                    </a:lnTo>
                    <a:lnTo>
                      <a:pt x="1277" y="41"/>
                    </a:lnTo>
                    <a:lnTo>
                      <a:pt x="1299" y="63"/>
                    </a:lnTo>
                    <a:lnTo>
                      <a:pt x="1317" y="88"/>
                    </a:lnTo>
                    <a:lnTo>
                      <a:pt x="1330" y="116"/>
                    </a:lnTo>
                    <a:lnTo>
                      <a:pt x="1337" y="146"/>
                    </a:lnTo>
                    <a:lnTo>
                      <a:pt x="1341" y="178"/>
                    </a:lnTo>
                    <a:lnTo>
                      <a:pt x="1341" y="180"/>
                    </a:lnTo>
                    <a:lnTo>
                      <a:pt x="1343" y="201"/>
                    </a:lnTo>
                    <a:lnTo>
                      <a:pt x="1352" y="219"/>
                    </a:lnTo>
                    <a:lnTo>
                      <a:pt x="1364" y="235"/>
                    </a:lnTo>
                    <a:lnTo>
                      <a:pt x="1379" y="247"/>
                    </a:lnTo>
                    <a:lnTo>
                      <a:pt x="1396" y="254"/>
                    </a:lnTo>
                    <a:lnTo>
                      <a:pt x="1417" y="257"/>
                    </a:lnTo>
                    <a:lnTo>
                      <a:pt x="1497" y="257"/>
                    </a:lnTo>
                    <a:lnTo>
                      <a:pt x="1528" y="261"/>
                    </a:lnTo>
                    <a:lnTo>
                      <a:pt x="1556" y="269"/>
                    </a:lnTo>
                    <a:lnTo>
                      <a:pt x="1582" y="284"/>
                    </a:lnTo>
                    <a:lnTo>
                      <a:pt x="1605" y="302"/>
                    </a:lnTo>
                    <a:lnTo>
                      <a:pt x="1624" y="324"/>
                    </a:lnTo>
                    <a:lnTo>
                      <a:pt x="1638" y="350"/>
                    </a:lnTo>
                    <a:lnTo>
                      <a:pt x="1647" y="380"/>
                    </a:lnTo>
                    <a:lnTo>
                      <a:pt x="1650" y="410"/>
                    </a:lnTo>
                    <a:lnTo>
                      <a:pt x="1650" y="413"/>
                    </a:lnTo>
                    <a:lnTo>
                      <a:pt x="1647" y="444"/>
                    </a:lnTo>
                    <a:lnTo>
                      <a:pt x="1638" y="472"/>
                    </a:lnTo>
                    <a:lnTo>
                      <a:pt x="1624" y="499"/>
                    </a:lnTo>
                    <a:lnTo>
                      <a:pt x="1605" y="521"/>
                    </a:lnTo>
                    <a:lnTo>
                      <a:pt x="1582" y="540"/>
                    </a:lnTo>
                    <a:lnTo>
                      <a:pt x="1556" y="554"/>
                    </a:lnTo>
                    <a:lnTo>
                      <a:pt x="1528" y="563"/>
                    </a:lnTo>
                    <a:lnTo>
                      <a:pt x="1497" y="566"/>
                    </a:lnTo>
                    <a:lnTo>
                      <a:pt x="823" y="566"/>
                    </a:lnTo>
                    <a:lnTo>
                      <a:pt x="793" y="563"/>
                    </a:lnTo>
                    <a:lnTo>
                      <a:pt x="764" y="554"/>
                    </a:lnTo>
                    <a:lnTo>
                      <a:pt x="738" y="540"/>
                    </a:lnTo>
                    <a:lnTo>
                      <a:pt x="715" y="521"/>
                    </a:lnTo>
                    <a:lnTo>
                      <a:pt x="697" y="499"/>
                    </a:lnTo>
                    <a:lnTo>
                      <a:pt x="682" y="472"/>
                    </a:lnTo>
                    <a:lnTo>
                      <a:pt x="674" y="444"/>
                    </a:lnTo>
                    <a:lnTo>
                      <a:pt x="670" y="413"/>
                    </a:lnTo>
                    <a:lnTo>
                      <a:pt x="670" y="410"/>
                    </a:lnTo>
                    <a:lnTo>
                      <a:pt x="674" y="380"/>
                    </a:lnTo>
                    <a:lnTo>
                      <a:pt x="682" y="350"/>
                    </a:lnTo>
                    <a:lnTo>
                      <a:pt x="697" y="324"/>
                    </a:lnTo>
                    <a:lnTo>
                      <a:pt x="715" y="302"/>
                    </a:lnTo>
                    <a:lnTo>
                      <a:pt x="738" y="284"/>
                    </a:lnTo>
                    <a:lnTo>
                      <a:pt x="764" y="269"/>
                    </a:lnTo>
                    <a:lnTo>
                      <a:pt x="793" y="261"/>
                    </a:lnTo>
                    <a:lnTo>
                      <a:pt x="823" y="257"/>
                    </a:lnTo>
                    <a:lnTo>
                      <a:pt x="903" y="257"/>
                    </a:lnTo>
                    <a:lnTo>
                      <a:pt x="923" y="254"/>
                    </a:lnTo>
                    <a:lnTo>
                      <a:pt x="942" y="247"/>
                    </a:lnTo>
                    <a:lnTo>
                      <a:pt x="957" y="235"/>
                    </a:lnTo>
                    <a:lnTo>
                      <a:pt x="969" y="219"/>
                    </a:lnTo>
                    <a:lnTo>
                      <a:pt x="977" y="201"/>
                    </a:lnTo>
                    <a:lnTo>
                      <a:pt x="980" y="180"/>
                    </a:lnTo>
                    <a:lnTo>
                      <a:pt x="980" y="178"/>
                    </a:lnTo>
                    <a:lnTo>
                      <a:pt x="983" y="146"/>
                    </a:lnTo>
                    <a:lnTo>
                      <a:pt x="991" y="116"/>
                    </a:lnTo>
                    <a:lnTo>
                      <a:pt x="1004" y="88"/>
                    </a:lnTo>
                    <a:lnTo>
                      <a:pt x="1021" y="63"/>
                    </a:lnTo>
                    <a:lnTo>
                      <a:pt x="1043" y="41"/>
                    </a:lnTo>
                    <a:lnTo>
                      <a:pt x="1068" y="24"/>
                    </a:lnTo>
                    <a:lnTo>
                      <a:pt x="1096" y="11"/>
                    </a:lnTo>
                    <a:lnTo>
                      <a:pt x="1126" y="3"/>
                    </a:lnTo>
                    <a:lnTo>
                      <a:pt x="1158" y="0"/>
                    </a:lnTo>
                    <a:close/>
                  </a:path>
                </a:pathLst>
              </a:custGeom>
              <a:solidFill>
                <a:schemeClr val="accent6"/>
              </a:solidFill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</p:grpSp>
      <p:sp>
        <p:nvSpPr>
          <p:cNvPr id="56" name="직사각형 55"/>
          <p:cNvSpPr/>
          <p:nvPr/>
        </p:nvSpPr>
        <p:spPr>
          <a:xfrm>
            <a:off x="6032500" y="1181100"/>
            <a:ext cx="968258" cy="329045"/>
          </a:xfrm>
          <a:prstGeom prst="rect">
            <a:avLst/>
          </a:prstGeom>
          <a:noFill/>
          <a:ln w="5715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1" name="직사각형 70"/>
          <p:cNvSpPr/>
          <p:nvPr/>
        </p:nvSpPr>
        <p:spPr>
          <a:xfrm>
            <a:off x="4150346" y="1183942"/>
            <a:ext cx="1785950" cy="357190"/>
          </a:xfrm>
          <a:prstGeom prst="rect">
            <a:avLst/>
          </a:prstGeom>
          <a:noFill/>
          <a:ln w="571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2" name="직사각형 71"/>
          <p:cNvSpPr/>
          <p:nvPr/>
        </p:nvSpPr>
        <p:spPr>
          <a:xfrm>
            <a:off x="7256472" y="1183942"/>
            <a:ext cx="724858" cy="357190"/>
          </a:xfrm>
          <a:prstGeom prst="rect">
            <a:avLst/>
          </a:prstGeom>
          <a:noFill/>
          <a:ln w="571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74" name="꺾인 연결선 73"/>
          <p:cNvCxnSpPr>
            <a:stCxn id="71" idx="0"/>
            <a:endCxn id="72" idx="0"/>
          </p:cNvCxnSpPr>
          <p:nvPr/>
        </p:nvCxnSpPr>
        <p:spPr>
          <a:xfrm rot="5400000" flipH="1" flipV="1">
            <a:off x="6331111" y="-103848"/>
            <a:ext cx="1588" cy="2575580"/>
          </a:xfrm>
          <a:prstGeom prst="bentConnector3">
            <a:avLst>
              <a:gd name="adj1" fmla="val 14395466"/>
            </a:avLst>
          </a:prstGeom>
          <a:ln w="19050">
            <a:solidFill>
              <a:schemeClr val="accent6">
                <a:lumMod val="50000"/>
              </a:schemeClr>
            </a:solidFill>
            <a:prstDash val="sysDash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4"/>
          <a:srcRect l="25145" t="20955" r="41178" b="48154"/>
          <a:stretch>
            <a:fillRect/>
          </a:stretch>
        </p:blipFill>
        <p:spPr bwMode="auto">
          <a:xfrm>
            <a:off x="6165850" y="3000372"/>
            <a:ext cx="4500594" cy="25946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innerShdw blurRad="114300">
              <a:prstClr val="black"/>
            </a:innerShdw>
          </a:effectLst>
        </p:spPr>
      </p:pic>
      <p:cxnSp>
        <p:nvCxnSpPr>
          <p:cNvPr id="94" name="직선 화살표 연결선 93"/>
          <p:cNvCxnSpPr>
            <a:stCxn id="56" idx="2"/>
          </p:cNvCxnSpPr>
          <p:nvPr/>
        </p:nvCxnSpPr>
        <p:spPr>
          <a:xfrm rot="16200000" flipH="1">
            <a:off x="5779484" y="2247289"/>
            <a:ext cx="1490226" cy="15937"/>
          </a:xfrm>
          <a:prstGeom prst="straightConnector1">
            <a:avLst/>
          </a:prstGeom>
          <a:ln w="12700">
            <a:prstDash val="sysDash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7" name="직사각형 96"/>
          <p:cNvSpPr/>
          <p:nvPr/>
        </p:nvSpPr>
        <p:spPr>
          <a:xfrm>
            <a:off x="6380009" y="4045970"/>
            <a:ext cx="4143559" cy="1343447"/>
          </a:xfrm>
          <a:prstGeom prst="rect">
            <a:avLst/>
          </a:prstGeom>
          <a:solidFill>
            <a:schemeClr val="accent1">
              <a:lumMod val="20000"/>
              <a:lumOff val="80000"/>
              <a:alpha val="10000"/>
            </a:schemeClr>
          </a:solidFill>
          <a:ln w="12700">
            <a:solidFill>
              <a:schemeClr val="accent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02" name="꺾인 연결선 101"/>
          <p:cNvCxnSpPr/>
          <p:nvPr/>
        </p:nvCxnSpPr>
        <p:spPr>
          <a:xfrm rot="16200000" flipV="1">
            <a:off x="7895434" y="2485234"/>
            <a:ext cx="1830396" cy="1289036"/>
          </a:xfrm>
          <a:prstGeom prst="bentConnector3">
            <a:avLst>
              <a:gd name="adj1" fmla="val 100303"/>
            </a:avLst>
          </a:prstGeom>
          <a:ln w="12700">
            <a:prstDash val="sysDash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3" name="TextBox 112"/>
          <p:cNvSpPr txBox="1"/>
          <p:nvPr/>
        </p:nvSpPr>
        <p:spPr>
          <a:xfrm>
            <a:off x="8350555" y="1486319"/>
            <a:ext cx="2857520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 smtClean="0"/>
              <a:t>=&gt; </a:t>
            </a:r>
            <a:r>
              <a:rPr lang="ko-KR" altLang="en-US" sz="1400" dirty="0" err="1" smtClean="0">
                <a:solidFill>
                  <a:srgbClr val="C00000"/>
                </a:solidFill>
              </a:rPr>
              <a:t>콤보박스</a:t>
            </a:r>
            <a:r>
              <a:rPr lang="ko-KR" altLang="en-US" sz="1400" dirty="0" smtClean="0"/>
              <a:t> 인덱스 번호와</a:t>
            </a:r>
            <a:endParaRPr lang="en-US" altLang="ko-KR" sz="1400" dirty="0" smtClean="0"/>
          </a:p>
          <a:p>
            <a:r>
              <a:rPr lang="en-US" altLang="ko-KR" sz="1400" dirty="0" smtClean="0"/>
              <a:t>     </a:t>
            </a:r>
            <a:r>
              <a:rPr lang="ko-KR" altLang="en-US" sz="1400" dirty="0" smtClean="0">
                <a:solidFill>
                  <a:srgbClr val="C00000"/>
                </a:solidFill>
              </a:rPr>
              <a:t>과목번호 리스트 </a:t>
            </a:r>
            <a:r>
              <a:rPr lang="ko-KR" altLang="en-US" sz="1400" dirty="0" smtClean="0"/>
              <a:t>인덱스 번호가</a:t>
            </a:r>
            <a:endParaRPr lang="en-US" altLang="ko-KR" sz="1400" dirty="0" smtClean="0"/>
          </a:p>
          <a:p>
            <a:r>
              <a:rPr lang="en-US" altLang="ko-KR" sz="1400" dirty="0" smtClean="0"/>
              <a:t>     </a:t>
            </a:r>
            <a:r>
              <a:rPr lang="ko-KR" altLang="en-US" sz="1400" dirty="0" smtClean="0"/>
              <a:t>일치하는 데이터를 불러옵니다</a:t>
            </a:r>
            <a:endParaRPr lang="ko-KR" altLang="en-US" sz="1400" dirty="0"/>
          </a:p>
        </p:txBody>
      </p:sp>
    </p:spTree>
    <p:extLst>
      <p:ext uri="{BB962C8B-B14F-4D97-AF65-F5344CB8AC3E}">
        <p14:creationId xmlns:p14="http://schemas.microsoft.com/office/powerpoint/2010/main" xmlns="" val="1935223717"/>
      </p:ext>
    </p:extLst>
  </p:cSld>
  <p:clrMapOvr>
    <a:masterClrMapping/>
  </p:clrMapOvr>
  <p:transition spd="med">
    <p:fade/>
  </p:transition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" name="Picture 4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7662079" y="4143380"/>
            <a:ext cx="2647175" cy="207170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5123" name="Picture 3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3094016" y="4143380"/>
            <a:ext cx="2647175" cy="207170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grpSp>
        <p:nvGrpSpPr>
          <p:cNvPr id="67" name="그룹 66"/>
          <p:cNvGrpSpPr/>
          <p:nvPr/>
        </p:nvGrpSpPr>
        <p:grpSpPr>
          <a:xfrm>
            <a:off x="3094016" y="285728"/>
            <a:ext cx="4061426" cy="2966116"/>
            <a:chOff x="307934" y="1714488"/>
            <a:chExt cx="4061426" cy="2966116"/>
          </a:xfrm>
        </p:grpSpPr>
        <p:pic>
          <p:nvPicPr>
            <p:cNvPr id="2" name="Picture 2"/>
            <p:cNvPicPr>
              <a:picLocks noChangeAspect="1" noChangeArrowheads="1"/>
            </p:cNvPicPr>
            <p:nvPr/>
          </p:nvPicPr>
          <p:blipFill>
            <a:blip r:embed="rId5"/>
            <a:srcRect b="58824"/>
            <a:stretch>
              <a:fillRect/>
            </a:stretch>
          </p:blipFill>
          <p:spPr bwMode="auto">
            <a:xfrm>
              <a:off x="307934" y="1714488"/>
              <a:ext cx="4061426" cy="200026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</p:pic>
        <p:pic>
          <p:nvPicPr>
            <p:cNvPr id="65" name="Picture 2"/>
            <p:cNvPicPr>
              <a:picLocks noChangeAspect="1" noChangeArrowheads="1"/>
            </p:cNvPicPr>
            <p:nvPr/>
          </p:nvPicPr>
          <p:blipFill>
            <a:blip r:embed="rId5"/>
            <a:srcRect t="80118"/>
            <a:stretch>
              <a:fillRect/>
            </a:stretch>
          </p:blipFill>
          <p:spPr bwMode="auto">
            <a:xfrm>
              <a:off x="307934" y="3714752"/>
              <a:ext cx="4061426" cy="96585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</p:pic>
      </p:grpSp>
      <p:sp>
        <p:nvSpPr>
          <p:cNvPr id="68" name="직사각형 67"/>
          <p:cNvSpPr/>
          <p:nvPr/>
        </p:nvSpPr>
        <p:spPr>
          <a:xfrm>
            <a:off x="379372" y="428604"/>
            <a:ext cx="2286016" cy="785818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b="1" dirty="0" err="1" smtClean="0"/>
              <a:t>CourseRegister</a:t>
            </a:r>
            <a:endParaRPr lang="en-US" altLang="ko-KR" b="1" dirty="0" smtClean="0"/>
          </a:p>
          <a:p>
            <a:pPr algn="ctr"/>
            <a:r>
              <a:rPr lang="en-US" altLang="ko-KR" b="1" dirty="0" smtClean="0"/>
              <a:t>&amp; </a:t>
            </a:r>
            <a:r>
              <a:rPr lang="en-US" altLang="ko-KR" b="1" dirty="0" err="1" smtClean="0"/>
              <a:t>CourseInfo</a:t>
            </a:r>
            <a:endParaRPr lang="ko-KR" altLang="en-US" b="1" dirty="0"/>
          </a:p>
        </p:txBody>
      </p:sp>
      <p:sp>
        <p:nvSpPr>
          <p:cNvPr id="69" name="직사각형 68"/>
          <p:cNvSpPr/>
          <p:nvPr/>
        </p:nvSpPr>
        <p:spPr>
          <a:xfrm>
            <a:off x="307934" y="357166"/>
            <a:ext cx="2428892" cy="928694"/>
          </a:xfrm>
          <a:prstGeom prst="rect">
            <a:avLst/>
          </a:prstGeom>
          <a:noFill/>
          <a:ln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b="1" dirty="0"/>
          </a:p>
        </p:txBody>
      </p:sp>
      <p:grpSp>
        <p:nvGrpSpPr>
          <p:cNvPr id="9" name="그룹 8"/>
          <p:cNvGrpSpPr/>
          <p:nvPr/>
        </p:nvGrpSpPr>
        <p:grpSpPr>
          <a:xfrm>
            <a:off x="11452262" y="6142964"/>
            <a:ext cx="736563" cy="715036"/>
            <a:chOff x="4228307" y="2232261"/>
            <a:chExt cx="4037011" cy="3919022"/>
          </a:xfrm>
        </p:grpSpPr>
        <p:grpSp>
          <p:nvGrpSpPr>
            <p:cNvPr id="10" name="그룹 50"/>
            <p:cNvGrpSpPr/>
            <p:nvPr/>
          </p:nvGrpSpPr>
          <p:grpSpPr>
            <a:xfrm>
              <a:off x="5500764" y="2232261"/>
              <a:ext cx="1504804" cy="1944083"/>
              <a:chOff x="5348364" y="2079861"/>
              <a:chExt cx="1504804" cy="1944083"/>
            </a:xfrm>
          </p:grpSpPr>
          <p:sp>
            <p:nvSpPr>
              <p:cNvPr id="36" name="Freeform 24"/>
              <p:cNvSpPr>
                <a:spLocks noEditPoints="1"/>
              </p:cNvSpPr>
              <p:nvPr/>
            </p:nvSpPr>
            <p:spPr bwMode="auto">
              <a:xfrm>
                <a:off x="5348364" y="2079861"/>
                <a:ext cx="1504804" cy="1944083"/>
              </a:xfrm>
              <a:custGeom>
                <a:avLst/>
                <a:gdLst>
                  <a:gd name="T0" fmla="*/ 679 w 1658"/>
                  <a:gd name="T1" fmla="*/ 110 h 2143"/>
                  <a:gd name="T2" fmla="*/ 476 w 1658"/>
                  <a:gd name="T3" fmla="*/ 189 h 2143"/>
                  <a:gd name="T4" fmla="*/ 310 w 1658"/>
                  <a:gd name="T5" fmla="*/ 324 h 2143"/>
                  <a:gd name="T6" fmla="*/ 193 w 1658"/>
                  <a:gd name="T7" fmla="*/ 503 h 2143"/>
                  <a:gd name="T8" fmla="*/ 134 w 1658"/>
                  <a:gd name="T9" fmla="*/ 717 h 2143"/>
                  <a:gd name="T10" fmla="*/ 146 w 1658"/>
                  <a:gd name="T11" fmla="*/ 942 h 2143"/>
                  <a:gd name="T12" fmla="*/ 225 w 1658"/>
                  <a:gd name="T13" fmla="*/ 1145 h 2143"/>
                  <a:gd name="T14" fmla="*/ 360 w 1658"/>
                  <a:gd name="T15" fmla="*/ 1311 h 2143"/>
                  <a:gd name="T16" fmla="*/ 541 w 1658"/>
                  <a:gd name="T17" fmla="*/ 1429 h 2143"/>
                  <a:gd name="T18" fmla="*/ 753 w 1658"/>
                  <a:gd name="T19" fmla="*/ 1487 h 2143"/>
                  <a:gd name="T20" fmla="*/ 979 w 1658"/>
                  <a:gd name="T21" fmla="*/ 1475 h 2143"/>
                  <a:gd name="T22" fmla="*/ 1182 w 1658"/>
                  <a:gd name="T23" fmla="*/ 1396 h 2143"/>
                  <a:gd name="T24" fmla="*/ 1348 w 1658"/>
                  <a:gd name="T25" fmla="*/ 1260 h 2143"/>
                  <a:gd name="T26" fmla="*/ 1465 w 1658"/>
                  <a:gd name="T27" fmla="*/ 1081 h 2143"/>
                  <a:gd name="T28" fmla="*/ 1525 w 1658"/>
                  <a:gd name="T29" fmla="*/ 869 h 2143"/>
                  <a:gd name="T30" fmla="*/ 1512 w 1658"/>
                  <a:gd name="T31" fmla="*/ 642 h 2143"/>
                  <a:gd name="T32" fmla="*/ 1433 w 1658"/>
                  <a:gd name="T33" fmla="*/ 440 h 2143"/>
                  <a:gd name="T34" fmla="*/ 1298 w 1658"/>
                  <a:gd name="T35" fmla="*/ 274 h 2143"/>
                  <a:gd name="T36" fmla="*/ 1117 w 1658"/>
                  <a:gd name="T37" fmla="*/ 155 h 2143"/>
                  <a:gd name="T38" fmla="*/ 905 w 1658"/>
                  <a:gd name="T39" fmla="*/ 97 h 2143"/>
                  <a:gd name="T40" fmla="*/ 913 w 1658"/>
                  <a:gd name="T41" fmla="*/ 4 h 2143"/>
                  <a:gd name="T42" fmla="*/ 1152 w 1658"/>
                  <a:gd name="T43" fmla="*/ 65 h 2143"/>
                  <a:gd name="T44" fmla="*/ 1356 w 1658"/>
                  <a:gd name="T45" fmla="*/ 189 h 2143"/>
                  <a:gd name="T46" fmla="*/ 1516 w 1658"/>
                  <a:gd name="T47" fmla="*/ 366 h 2143"/>
                  <a:gd name="T48" fmla="*/ 1620 w 1658"/>
                  <a:gd name="T49" fmla="*/ 583 h 2143"/>
                  <a:gd name="T50" fmla="*/ 1658 w 1658"/>
                  <a:gd name="T51" fmla="*/ 828 h 2143"/>
                  <a:gd name="T52" fmla="*/ 1637 w 1658"/>
                  <a:gd name="T53" fmla="*/ 971 h 2143"/>
                  <a:gd name="T54" fmla="*/ 1577 w 1658"/>
                  <a:gd name="T55" fmla="*/ 1131 h 2143"/>
                  <a:gd name="T56" fmla="*/ 1489 w 1658"/>
                  <a:gd name="T57" fmla="*/ 1298 h 2143"/>
                  <a:gd name="T58" fmla="*/ 1382 w 1658"/>
                  <a:gd name="T59" fmla="*/ 1468 h 2143"/>
                  <a:gd name="T60" fmla="*/ 1264 w 1658"/>
                  <a:gd name="T61" fmla="*/ 1631 h 2143"/>
                  <a:gd name="T62" fmla="*/ 1144 w 1658"/>
                  <a:gd name="T63" fmla="*/ 1785 h 2143"/>
                  <a:gd name="T64" fmla="*/ 1032 w 1658"/>
                  <a:gd name="T65" fmla="*/ 1918 h 2143"/>
                  <a:gd name="T66" fmla="*/ 936 w 1658"/>
                  <a:gd name="T67" fmla="*/ 2027 h 2143"/>
                  <a:gd name="T68" fmla="*/ 868 w 1658"/>
                  <a:gd name="T69" fmla="*/ 2103 h 2143"/>
                  <a:gd name="T70" fmla="*/ 831 w 1658"/>
                  <a:gd name="T71" fmla="*/ 2141 h 2143"/>
                  <a:gd name="T72" fmla="*/ 819 w 1658"/>
                  <a:gd name="T73" fmla="*/ 2133 h 2143"/>
                  <a:gd name="T74" fmla="*/ 772 w 1658"/>
                  <a:gd name="T75" fmla="*/ 2081 h 2143"/>
                  <a:gd name="T76" fmla="*/ 692 w 1658"/>
                  <a:gd name="T77" fmla="*/ 1994 h 2143"/>
                  <a:gd name="T78" fmla="*/ 590 w 1658"/>
                  <a:gd name="T79" fmla="*/ 1876 h 2143"/>
                  <a:gd name="T80" fmla="*/ 475 w 1658"/>
                  <a:gd name="T81" fmla="*/ 1735 h 2143"/>
                  <a:gd name="T82" fmla="*/ 355 w 1658"/>
                  <a:gd name="T83" fmla="*/ 1577 h 2143"/>
                  <a:gd name="T84" fmla="*/ 239 w 1658"/>
                  <a:gd name="T85" fmla="*/ 1411 h 2143"/>
                  <a:gd name="T86" fmla="*/ 138 w 1658"/>
                  <a:gd name="T87" fmla="*/ 1241 h 2143"/>
                  <a:gd name="T88" fmla="*/ 58 w 1658"/>
                  <a:gd name="T89" fmla="*/ 1077 h 2143"/>
                  <a:gd name="T90" fmla="*/ 9 w 1658"/>
                  <a:gd name="T91" fmla="*/ 923 h 2143"/>
                  <a:gd name="T92" fmla="*/ 4 w 1658"/>
                  <a:gd name="T93" fmla="*/ 745 h 2143"/>
                  <a:gd name="T94" fmla="*/ 65 w 1658"/>
                  <a:gd name="T95" fmla="*/ 506 h 2143"/>
                  <a:gd name="T96" fmla="*/ 189 w 1658"/>
                  <a:gd name="T97" fmla="*/ 302 h 2143"/>
                  <a:gd name="T98" fmla="*/ 366 w 1658"/>
                  <a:gd name="T99" fmla="*/ 142 h 2143"/>
                  <a:gd name="T100" fmla="*/ 583 w 1658"/>
                  <a:gd name="T101" fmla="*/ 38 h 2143"/>
                  <a:gd name="T102" fmla="*/ 828 w 1658"/>
                  <a:gd name="T103" fmla="*/ 0 h 21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</a:cxnLst>
                <a:rect l="0" t="0" r="r" b="b"/>
                <a:pathLst>
                  <a:path w="1658" h="2143">
                    <a:moveTo>
                      <a:pt x="828" y="93"/>
                    </a:moveTo>
                    <a:lnTo>
                      <a:pt x="753" y="97"/>
                    </a:lnTo>
                    <a:lnTo>
                      <a:pt x="679" y="110"/>
                    </a:lnTo>
                    <a:lnTo>
                      <a:pt x="608" y="130"/>
                    </a:lnTo>
                    <a:lnTo>
                      <a:pt x="541" y="155"/>
                    </a:lnTo>
                    <a:lnTo>
                      <a:pt x="476" y="189"/>
                    </a:lnTo>
                    <a:lnTo>
                      <a:pt x="417" y="228"/>
                    </a:lnTo>
                    <a:lnTo>
                      <a:pt x="360" y="274"/>
                    </a:lnTo>
                    <a:lnTo>
                      <a:pt x="310" y="324"/>
                    </a:lnTo>
                    <a:lnTo>
                      <a:pt x="264" y="379"/>
                    </a:lnTo>
                    <a:lnTo>
                      <a:pt x="225" y="440"/>
                    </a:lnTo>
                    <a:lnTo>
                      <a:pt x="193" y="503"/>
                    </a:lnTo>
                    <a:lnTo>
                      <a:pt x="166" y="572"/>
                    </a:lnTo>
                    <a:lnTo>
                      <a:pt x="146" y="642"/>
                    </a:lnTo>
                    <a:lnTo>
                      <a:pt x="134" y="717"/>
                    </a:lnTo>
                    <a:lnTo>
                      <a:pt x="130" y="792"/>
                    </a:lnTo>
                    <a:lnTo>
                      <a:pt x="134" y="869"/>
                    </a:lnTo>
                    <a:lnTo>
                      <a:pt x="146" y="942"/>
                    </a:lnTo>
                    <a:lnTo>
                      <a:pt x="166" y="1013"/>
                    </a:lnTo>
                    <a:lnTo>
                      <a:pt x="193" y="1081"/>
                    </a:lnTo>
                    <a:lnTo>
                      <a:pt x="225" y="1145"/>
                    </a:lnTo>
                    <a:lnTo>
                      <a:pt x="264" y="1205"/>
                    </a:lnTo>
                    <a:lnTo>
                      <a:pt x="310" y="1260"/>
                    </a:lnTo>
                    <a:lnTo>
                      <a:pt x="360" y="1311"/>
                    </a:lnTo>
                    <a:lnTo>
                      <a:pt x="417" y="1356"/>
                    </a:lnTo>
                    <a:lnTo>
                      <a:pt x="476" y="1396"/>
                    </a:lnTo>
                    <a:lnTo>
                      <a:pt x="541" y="1429"/>
                    </a:lnTo>
                    <a:lnTo>
                      <a:pt x="608" y="1456"/>
                    </a:lnTo>
                    <a:lnTo>
                      <a:pt x="679" y="1475"/>
                    </a:lnTo>
                    <a:lnTo>
                      <a:pt x="753" y="1487"/>
                    </a:lnTo>
                    <a:lnTo>
                      <a:pt x="828" y="1491"/>
                    </a:lnTo>
                    <a:lnTo>
                      <a:pt x="905" y="1487"/>
                    </a:lnTo>
                    <a:lnTo>
                      <a:pt x="979" y="1475"/>
                    </a:lnTo>
                    <a:lnTo>
                      <a:pt x="1050" y="1456"/>
                    </a:lnTo>
                    <a:lnTo>
                      <a:pt x="1117" y="1429"/>
                    </a:lnTo>
                    <a:lnTo>
                      <a:pt x="1182" y="1396"/>
                    </a:lnTo>
                    <a:lnTo>
                      <a:pt x="1241" y="1356"/>
                    </a:lnTo>
                    <a:lnTo>
                      <a:pt x="1298" y="1311"/>
                    </a:lnTo>
                    <a:lnTo>
                      <a:pt x="1348" y="1260"/>
                    </a:lnTo>
                    <a:lnTo>
                      <a:pt x="1394" y="1205"/>
                    </a:lnTo>
                    <a:lnTo>
                      <a:pt x="1433" y="1145"/>
                    </a:lnTo>
                    <a:lnTo>
                      <a:pt x="1465" y="1081"/>
                    </a:lnTo>
                    <a:lnTo>
                      <a:pt x="1492" y="1013"/>
                    </a:lnTo>
                    <a:lnTo>
                      <a:pt x="1512" y="942"/>
                    </a:lnTo>
                    <a:lnTo>
                      <a:pt x="1525" y="869"/>
                    </a:lnTo>
                    <a:lnTo>
                      <a:pt x="1529" y="792"/>
                    </a:lnTo>
                    <a:lnTo>
                      <a:pt x="1525" y="717"/>
                    </a:lnTo>
                    <a:lnTo>
                      <a:pt x="1512" y="642"/>
                    </a:lnTo>
                    <a:lnTo>
                      <a:pt x="1492" y="572"/>
                    </a:lnTo>
                    <a:lnTo>
                      <a:pt x="1465" y="503"/>
                    </a:lnTo>
                    <a:lnTo>
                      <a:pt x="1433" y="440"/>
                    </a:lnTo>
                    <a:lnTo>
                      <a:pt x="1394" y="379"/>
                    </a:lnTo>
                    <a:lnTo>
                      <a:pt x="1348" y="324"/>
                    </a:lnTo>
                    <a:lnTo>
                      <a:pt x="1298" y="274"/>
                    </a:lnTo>
                    <a:lnTo>
                      <a:pt x="1241" y="228"/>
                    </a:lnTo>
                    <a:lnTo>
                      <a:pt x="1182" y="189"/>
                    </a:lnTo>
                    <a:lnTo>
                      <a:pt x="1117" y="155"/>
                    </a:lnTo>
                    <a:lnTo>
                      <a:pt x="1050" y="130"/>
                    </a:lnTo>
                    <a:lnTo>
                      <a:pt x="979" y="110"/>
                    </a:lnTo>
                    <a:lnTo>
                      <a:pt x="905" y="97"/>
                    </a:lnTo>
                    <a:lnTo>
                      <a:pt x="828" y="93"/>
                    </a:lnTo>
                    <a:close/>
                    <a:moveTo>
                      <a:pt x="828" y="0"/>
                    </a:moveTo>
                    <a:lnTo>
                      <a:pt x="913" y="4"/>
                    </a:lnTo>
                    <a:lnTo>
                      <a:pt x="996" y="18"/>
                    </a:lnTo>
                    <a:lnTo>
                      <a:pt x="1075" y="38"/>
                    </a:lnTo>
                    <a:lnTo>
                      <a:pt x="1152" y="65"/>
                    </a:lnTo>
                    <a:lnTo>
                      <a:pt x="1224" y="100"/>
                    </a:lnTo>
                    <a:lnTo>
                      <a:pt x="1292" y="142"/>
                    </a:lnTo>
                    <a:lnTo>
                      <a:pt x="1356" y="189"/>
                    </a:lnTo>
                    <a:lnTo>
                      <a:pt x="1415" y="243"/>
                    </a:lnTo>
                    <a:lnTo>
                      <a:pt x="1469" y="302"/>
                    </a:lnTo>
                    <a:lnTo>
                      <a:pt x="1516" y="366"/>
                    </a:lnTo>
                    <a:lnTo>
                      <a:pt x="1558" y="435"/>
                    </a:lnTo>
                    <a:lnTo>
                      <a:pt x="1593" y="506"/>
                    </a:lnTo>
                    <a:lnTo>
                      <a:pt x="1620" y="583"/>
                    </a:lnTo>
                    <a:lnTo>
                      <a:pt x="1641" y="663"/>
                    </a:lnTo>
                    <a:lnTo>
                      <a:pt x="1654" y="745"/>
                    </a:lnTo>
                    <a:lnTo>
                      <a:pt x="1658" y="828"/>
                    </a:lnTo>
                    <a:lnTo>
                      <a:pt x="1655" y="874"/>
                    </a:lnTo>
                    <a:lnTo>
                      <a:pt x="1649" y="923"/>
                    </a:lnTo>
                    <a:lnTo>
                      <a:pt x="1637" y="971"/>
                    </a:lnTo>
                    <a:lnTo>
                      <a:pt x="1620" y="1024"/>
                    </a:lnTo>
                    <a:lnTo>
                      <a:pt x="1600" y="1077"/>
                    </a:lnTo>
                    <a:lnTo>
                      <a:pt x="1577" y="1131"/>
                    </a:lnTo>
                    <a:lnTo>
                      <a:pt x="1550" y="1186"/>
                    </a:lnTo>
                    <a:lnTo>
                      <a:pt x="1520" y="1241"/>
                    </a:lnTo>
                    <a:lnTo>
                      <a:pt x="1489" y="1298"/>
                    </a:lnTo>
                    <a:lnTo>
                      <a:pt x="1454" y="1354"/>
                    </a:lnTo>
                    <a:lnTo>
                      <a:pt x="1419" y="1411"/>
                    </a:lnTo>
                    <a:lnTo>
                      <a:pt x="1382" y="1468"/>
                    </a:lnTo>
                    <a:lnTo>
                      <a:pt x="1342" y="1523"/>
                    </a:lnTo>
                    <a:lnTo>
                      <a:pt x="1303" y="1577"/>
                    </a:lnTo>
                    <a:lnTo>
                      <a:pt x="1264" y="1631"/>
                    </a:lnTo>
                    <a:lnTo>
                      <a:pt x="1224" y="1684"/>
                    </a:lnTo>
                    <a:lnTo>
                      <a:pt x="1183" y="1735"/>
                    </a:lnTo>
                    <a:lnTo>
                      <a:pt x="1144" y="1785"/>
                    </a:lnTo>
                    <a:lnTo>
                      <a:pt x="1105" y="1831"/>
                    </a:lnTo>
                    <a:lnTo>
                      <a:pt x="1069" y="1876"/>
                    </a:lnTo>
                    <a:lnTo>
                      <a:pt x="1032" y="1918"/>
                    </a:lnTo>
                    <a:lnTo>
                      <a:pt x="998" y="1957"/>
                    </a:lnTo>
                    <a:lnTo>
                      <a:pt x="966" y="1994"/>
                    </a:lnTo>
                    <a:lnTo>
                      <a:pt x="936" y="2027"/>
                    </a:lnTo>
                    <a:lnTo>
                      <a:pt x="911" y="2056"/>
                    </a:lnTo>
                    <a:lnTo>
                      <a:pt x="886" y="2081"/>
                    </a:lnTo>
                    <a:lnTo>
                      <a:pt x="868" y="2103"/>
                    </a:lnTo>
                    <a:lnTo>
                      <a:pt x="851" y="2121"/>
                    </a:lnTo>
                    <a:lnTo>
                      <a:pt x="839" y="2133"/>
                    </a:lnTo>
                    <a:lnTo>
                      <a:pt x="831" y="2141"/>
                    </a:lnTo>
                    <a:lnTo>
                      <a:pt x="828" y="2143"/>
                    </a:lnTo>
                    <a:lnTo>
                      <a:pt x="827" y="2141"/>
                    </a:lnTo>
                    <a:lnTo>
                      <a:pt x="819" y="2133"/>
                    </a:lnTo>
                    <a:lnTo>
                      <a:pt x="807" y="2121"/>
                    </a:lnTo>
                    <a:lnTo>
                      <a:pt x="791" y="2103"/>
                    </a:lnTo>
                    <a:lnTo>
                      <a:pt x="772" y="2081"/>
                    </a:lnTo>
                    <a:lnTo>
                      <a:pt x="747" y="2056"/>
                    </a:lnTo>
                    <a:lnTo>
                      <a:pt x="722" y="2027"/>
                    </a:lnTo>
                    <a:lnTo>
                      <a:pt x="692" y="1994"/>
                    </a:lnTo>
                    <a:lnTo>
                      <a:pt x="660" y="1957"/>
                    </a:lnTo>
                    <a:lnTo>
                      <a:pt x="626" y="1918"/>
                    </a:lnTo>
                    <a:lnTo>
                      <a:pt x="590" y="1876"/>
                    </a:lnTo>
                    <a:lnTo>
                      <a:pt x="553" y="1831"/>
                    </a:lnTo>
                    <a:lnTo>
                      <a:pt x="514" y="1785"/>
                    </a:lnTo>
                    <a:lnTo>
                      <a:pt x="475" y="1735"/>
                    </a:lnTo>
                    <a:lnTo>
                      <a:pt x="434" y="1684"/>
                    </a:lnTo>
                    <a:lnTo>
                      <a:pt x="394" y="1631"/>
                    </a:lnTo>
                    <a:lnTo>
                      <a:pt x="355" y="1577"/>
                    </a:lnTo>
                    <a:lnTo>
                      <a:pt x="316" y="1523"/>
                    </a:lnTo>
                    <a:lnTo>
                      <a:pt x="277" y="1468"/>
                    </a:lnTo>
                    <a:lnTo>
                      <a:pt x="239" y="1411"/>
                    </a:lnTo>
                    <a:lnTo>
                      <a:pt x="204" y="1354"/>
                    </a:lnTo>
                    <a:lnTo>
                      <a:pt x="169" y="1298"/>
                    </a:lnTo>
                    <a:lnTo>
                      <a:pt x="138" y="1241"/>
                    </a:lnTo>
                    <a:lnTo>
                      <a:pt x="108" y="1186"/>
                    </a:lnTo>
                    <a:lnTo>
                      <a:pt x="81" y="1131"/>
                    </a:lnTo>
                    <a:lnTo>
                      <a:pt x="58" y="1077"/>
                    </a:lnTo>
                    <a:lnTo>
                      <a:pt x="38" y="1024"/>
                    </a:lnTo>
                    <a:lnTo>
                      <a:pt x="22" y="971"/>
                    </a:lnTo>
                    <a:lnTo>
                      <a:pt x="9" y="923"/>
                    </a:lnTo>
                    <a:lnTo>
                      <a:pt x="3" y="874"/>
                    </a:lnTo>
                    <a:lnTo>
                      <a:pt x="0" y="828"/>
                    </a:lnTo>
                    <a:lnTo>
                      <a:pt x="4" y="745"/>
                    </a:lnTo>
                    <a:lnTo>
                      <a:pt x="18" y="663"/>
                    </a:lnTo>
                    <a:lnTo>
                      <a:pt x="38" y="583"/>
                    </a:lnTo>
                    <a:lnTo>
                      <a:pt x="65" y="506"/>
                    </a:lnTo>
                    <a:lnTo>
                      <a:pt x="100" y="435"/>
                    </a:lnTo>
                    <a:lnTo>
                      <a:pt x="142" y="366"/>
                    </a:lnTo>
                    <a:lnTo>
                      <a:pt x="189" y="302"/>
                    </a:lnTo>
                    <a:lnTo>
                      <a:pt x="243" y="243"/>
                    </a:lnTo>
                    <a:lnTo>
                      <a:pt x="302" y="189"/>
                    </a:lnTo>
                    <a:lnTo>
                      <a:pt x="366" y="142"/>
                    </a:lnTo>
                    <a:lnTo>
                      <a:pt x="434" y="100"/>
                    </a:lnTo>
                    <a:lnTo>
                      <a:pt x="506" y="65"/>
                    </a:lnTo>
                    <a:lnTo>
                      <a:pt x="583" y="38"/>
                    </a:lnTo>
                    <a:lnTo>
                      <a:pt x="662" y="18"/>
                    </a:lnTo>
                    <a:lnTo>
                      <a:pt x="745" y="4"/>
                    </a:lnTo>
                    <a:lnTo>
                      <a:pt x="828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grpSp>
            <p:nvGrpSpPr>
              <p:cNvPr id="37" name="Group 76"/>
              <p:cNvGrpSpPr/>
              <p:nvPr/>
            </p:nvGrpSpPr>
            <p:grpSpPr>
              <a:xfrm>
                <a:off x="5767211" y="2423034"/>
                <a:ext cx="650753" cy="714990"/>
                <a:chOff x="2171700" y="1574800"/>
                <a:chExt cx="739776" cy="812800"/>
              </a:xfrm>
              <a:solidFill>
                <a:schemeClr val="accent1"/>
              </a:solidFill>
            </p:grpSpPr>
            <p:sp>
              <p:nvSpPr>
                <p:cNvPr id="38" name="Freeform 33"/>
                <p:cNvSpPr>
                  <a:spLocks noEditPoints="1"/>
                </p:cNvSpPr>
                <p:nvPr/>
              </p:nvSpPr>
              <p:spPr bwMode="auto">
                <a:xfrm>
                  <a:off x="2292350" y="1700213"/>
                  <a:ext cx="498475" cy="687387"/>
                </a:xfrm>
                <a:custGeom>
                  <a:avLst/>
                  <a:gdLst>
                    <a:gd name="T0" fmla="*/ 813 w 2197"/>
                    <a:gd name="T1" fmla="*/ 324 h 3032"/>
                    <a:gd name="T2" fmla="*/ 519 w 2197"/>
                    <a:gd name="T3" fmla="*/ 505 h 3032"/>
                    <a:gd name="T4" fmla="*/ 329 w 2197"/>
                    <a:gd name="T5" fmla="*/ 783 h 3032"/>
                    <a:gd name="T6" fmla="*/ 281 w 2197"/>
                    <a:gd name="T7" fmla="*/ 1120 h 3032"/>
                    <a:gd name="T8" fmla="*/ 340 w 2197"/>
                    <a:gd name="T9" fmla="*/ 1390 h 3032"/>
                    <a:gd name="T10" fmla="*/ 449 w 2197"/>
                    <a:gd name="T11" fmla="*/ 1594 h 3032"/>
                    <a:gd name="T12" fmla="*/ 575 w 2197"/>
                    <a:gd name="T13" fmla="*/ 1783 h 3032"/>
                    <a:gd name="T14" fmla="*/ 653 w 2197"/>
                    <a:gd name="T15" fmla="*/ 1996 h 3032"/>
                    <a:gd name="T16" fmla="*/ 700 w 2197"/>
                    <a:gd name="T17" fmla="*/ 2142 h 3032"/>
                    <a:gd name="T18" fmla="*/ 1457 w 2197"/>
                    <a:gd name="T19" fmla="*/ 2178 h 3032"/>
                    <a:gd name="T20" fmla="*/ 1539 w 2197"/>
                    <a:gd name="T21" fmla="*/ 2071 h 3032"/>
                    <a:gd name="T22" fmla="*/ 1581 w 2197"/>
                    <a:gd name="T23" fmla="*/ 1864 h 3032"/>
                    <a:gd name="T24" fmla="*/ 1700 w 2197"/>
                    <a:gd name="T25" fmla="*/ 1666 h 3032"/>
                    <a:gd name="T26" fmla="*/ 1817 w 2197"/>
                    <a:gd name="T27" fmla="*/ 1478 h 3032"/>
                    <a:gd name="T28" fmla="*/ 1902 w 2197"/>
                    <a:gd name="T29" fmla="*/ 1238 h 3032"/>
                    <a:gd name="T30" fmla="*/ 1907 w 2197"/>
                    <a:gd name="T31" fmla="*/ 915 h 3032"/>
                    <a:gd name="T32" fmla="*/ 1769 w 2197"/>
                    <a:gd name="T33" fmla="*/ 606 h 3032"/>
                    <a:gd name="T34" fmla="*/ 1513 w 2197"/>
                    <a:gd name="T35" fmla="*/ 382 h 3032"/>
                    <a:gd name="T36" fmla="*/ 1174 w 2197"/>
                    <a:gd name="T37" fmla="*/ 279 h 3032"/>
                    <a:gd name="T38" fmla="*/ 1362 w 2197"/>
                    <a:gd name="T39" fmla="*/ 32 h 3032"/>
                    <a:gd name="T40" fmla="*/ 1747 w 2197"/>
                    <a:gd name="T41" fmla="*/ 204 h 3032"/>
                    <a:gd name="T42" fmla="*/ 2033 w 2197"/>
                    <a:gd name="T43" fmla="*/ 499 h 3032"/>
                    <a:gd name="T44" fmla="*/ 2182 w 2197"/>
                    <a:gd name="T45" fmla="*/ 883 h 3032"/>
                    <a:gd name="T46" fmla="*/ 2180 w 2197"/>
                    <a:gd name="T47" fmla="*/ 1263 h 3032"/>
                    <a:gd name="T48" fmla="*/ 2095 w 2197"/>
                    <a:gd name="T49" fmla="*/ 1542 h 3032"/>
                    <a:gd name="T50" fmla="*/ 1977 w 2197"/>
                    <a:gd name="T51" fmla="*/ 1752 h 3032"/>
                    <a:gd name="T52" fmla="*/ 1857 w 2197"/>
                    <a:gd name="T53" fmla="*/ 1933 h 3032"/>
                    <a:gd name="T54" fmla="*/ 1816 w 2197"/>
                    <a:gd name="T55" fmla="*/ 2095 h 3032"/>
                    <a:gd name="T56" fmla="*/ 1702 w 2197"/>
                    <a:gd name="T57" fmla="*/ 2328 h 3032"/>
                    <a:gd name="T58" fmla="*/ 1611 w 2197"/>
                    <a:gd name="T59" fmla="*/ 2485 h 3032"/>
                    <a:gd name="T60" fmla="*/ 1603 w 2197"/>
                    <a:gd name="T61" fmla="*/ 2631 h 3032"/>
                    <a:gd name="T62" fmla="*/ 1599 w 2197"/>
                    <a:gd name="T63" fmla="*/ 2699 h 3032"/>
                    <a:gd name="T64" fmla="*/ 1566 w 2197"/>
                    <a:gd name="T65" fmla="*/ 2789 h 3032"/>
                    <a:gd name="T66" fmla="*/ 1452 w 2197"/>
                    <a:gd name="T67" fmla="*/ 2888 h 3032"/>
                    <a:gd name="T68" fmla="*/ 1283 w 2197"/>
                    <a:gd name="T69" fmla="*/ 3010 h 3032"/>
                    <a:gd name="T70" fmla="*/ 965 w 2197"/>
                    <a:gd name="T71" fmla="*/ 3030 h 3032"/>
                    <a:gd name="T72" fmla="*/ 825 w 2197"/>
                    <a:gd name="T73" fmla="*/ 2922 h 3032"/>
                    <a:gd name="T74" fmla="*/ 657 w 2197"/>
                    <a:gd name="T75" fmla="*/ 2823 h 3032"/>
                    <a:gd name="T76" fmla="*/ 602 w 2197"/>
                    <a:gd name="T77" fmla="*/ 2718 h 3032"/>
                    <a:gd name="T78" fmla="*/ 597 w 2197"/>
                    <a:gd name="T79" fmla="*/ 2671 h 3032"/>
                    <a:gd name="T80" fmla="*/ 590 w 2197"/>
                    <a:gd name="T81" fmla="*/ 2546 h 3032"/>
                    <a:gd name="T82" fmla="*/ 582 w 2197"/>
                    <a:gd name="T83" fmla="*/ 2406 h 3032"/>
                    <a:gd name="T84" fmla="*/ 408 w 2197"/>
                    <a:gd name="T85" fmla="*/ 2193 h 3032"/>
                    <a:gd name="T86" fmla="*/ 368 w 2197"/>
                    <a:gd name="T87" fmla="*/ 1991 h 3032"/>
                    <a:gd name="T88" fmla="*/ 268 w 2197"/>
                    <a:gd name="T89" fmla="*/ 1821 h 3032"/>
                    <a:gd name="T90" fmla="*/ 149 w 2197"/>
                    <a:gd name="T91" fmla="*/ 1633 h 3032"/>
                    <a:gd name="T92" fmla="*/ 45 w 2197"/>
                    <a:gd name="T93" fmla="*/ 1384 h 3032"/>
                    <a:gd name="T94" fmla="*/ 0 w 2197"/>
                    <a:gd name="T95" fmla="*/ 1054 h 3032"/>
                    <a:gd name="T96" fmla="*/ 87 w 2197"/>
                    <a:gd name="T97" fmla="*/ 644 h 3032"/>
                    <a:gd name="T98" fmla="*/ 323 w 2197"/>
                    <a:gd name="T99" fmla="*/ 310 h 3032"/>
                    <a:gd name="T100" fmla="*/ 672 w 2197"/>
                    <a:gd name="T101" fmla="*/ 83 h 3032"/>
                    <a:gd name="T102" fmla="*/ 1099 w 2197"/>
                    <a:gd name="T103" fmla="*/ 0 h 303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</a:cxnLst>
                  <a:rect l="0" t="0" r="r" b="b"/>
                  <a:pathLst>
                    <a:path w="2197" h="3032">
                      <a:moveTo>
                        <a:pt x="1099" y="276"/>
                      </a:moveTo>
                      <a:lnTo>
                        <a:pt x="1024" y="279"/>
                      </a:lnTo>
                      <a:lnTo>
                        <a:pt x="951" y="288"/>
                      </a:lnTo>
                      <a:lnTo>
                        <a:pt x="881" y="304"/>
                      </a:lnTo>
                      <a:lnTo>
                        <a:pt x="813" y="324"/>
                      </a:lnTo>
                      <a:lnTo>
                        <a:pt x="747" y="352"/>
                      </a:lnTo>
                      <a:lnTo>
                        <a:pt x="685" y="383"/>
                      </a:lnTo>
                      <a:lnTo>
                        <a:pt x="626" y="419"/>
                      </a:lnTo>
                      <a:lnTo>
                        <a:pt x="571" y="460"/>
                      </a:lnTo>
                      <a:lnTo>
                        <a:pt x="519" y="505"/>
                      </a:lnTo>
                      <a:lnTo>
                        <a:pt x="471" y="553"/>
                      </a:lnTo>
                      <a:lnTo>
                        <a:pt x="429" y="606"/>
                      </a:lnTo>
                      <a:lnTo>
                        <a:pt x="391" y="662"/>
                      </a:lnTo>
                      <a:lnTo>
                        <a:pt x="358" y="721"/>
                      </a:lnTo>
                      <a:lnTo>
                        <a:pt x="329" y="783"/>
                      </a:lnTo>
                      <a:lnTo>
                        <a:pt x="308" y="848"/>
                      </a:lnTo>
                      <a:lnTo>
                        <a:pt x="292" y="915"/>
                      </a:lnTo>
                      <a:lnTo>
                        <a:pt x="282" y="983"/>
                      </a:lnTo>
                      <a:lnTo>
                        <a:pt x="278" y="1054"/>
                      </a:lnTo>
                      <a:lnTo>
                        <a:pt x="281" y="1120"/>
                      </a:lnTo>
                      <a:lnTo>
                        <a:pt x="286" y="1181"/>
                      </a:lnTo>
                      <a:lnTo>
                        <a:pt x="295" y="1238"/>
                      </a:lnTo>
                      <a:lnTo>
                        <a:pt x="308" y="1292"/>
                      </a:lnTo>
                      <a:lnTo>
                        <a:pt x="323" y="1343"/>
                      </a:lnTo>
                      <a:lnTo>
                        <a:pt x="340" y="1390"/>
                      </a:lnTo>
                      <a:lnTo>
                        <a:pt x="359" y="1435"/>
                      </a:lnTo>
                      <a:lnTo>
                        <a:pt x="380" y="1478"/>
                      </a:lnTo>
                      <a:lnTo>
                        <a:pt x="402" y="1518"/>
                      </a:lnTo>
                      <a:lnTo>
                        <a:pt x="426" y="1557"/>
                      </a:lnTo>
                      <a:lnTo>
                        <a:pt x="449" y="1594"/>
                      </a:lnTo>
                      <a:lnTo>
                        <a:pt x="474" y="1630"/>
                      </a:lnTo>
                      <a:lnTo>
                        <a:pt x="496" y="1665"/>
                      </a:lnTo>
                      <a:lnTo>
                        <a:pt x="523" y="1704"/>
                      </a:lnTo>
                      <a:lnTo>
                        <a:pt x="550" y="1744"/>
                      </a:lnTo>
                      <a:lnTo>
                        <a:pt x="575" y="1783"/>
                      </a:lnTo>
                      <a:lnTo>
                        <a:pt x="597" y="1823"/>
                      </a:lnTo>
                      <a:lnTo>
                        <a:pt x="617" y="1864"/>
                      </a:lnTo>
                      <a:lnTo>
                        <a:pt x="632" y="1906"/>
                      </a:lnTo>
                      <a:lnTo>
                        <a:pt x="645" y="1950"/>
                      </a:lnTo>
                      <a:lnTo>
                        <a:pt x="653" y="1996"/>
                      </a:lnTo>
                      <a:lnTo>
                        <a:pt x="655" y="2044"/>
                      </a:lnTo>
                      <a:lnTo>
                        <a:pt x="658" y="2071"/>
                      </a:lnTo>
                      <a:lnTo>
                        <a:pt x="669" y="2097"/>
                      </a:lnTo>
                      <a:lnTo>
                        <a:pt x="682" y="2121"/>
                      </a:lnTo>
                      <a:lnTo>
                        <a:pt x="700" y="2142"/>
                      </a:lnTo>
                      <a:lnTo>
                        <a:pt x="720" y="2162"/>
                      </a:lnTo>
                      <a:lnTo>
                        <a:pt x="740" y="2178"/>
                      </a:lnTo>
                      <a:lnTo>
                        <a:pt x="759" y="2193"/>
                      </a:lnTo>
                      <a:lnTo>
                        <a:pt x="1438" y="2193"/>
                      </a:lnTo>
                      <a:lnTo>
                        <a:pt x="1457" y="2178"/>
                      </a:lnTo>
                      <a:lnTo>
                        <a:pt x="1478" y="2162"/>
                      </a:lnTo>
                      <a:lnTo>
                        <a:pt x="1498" y="2142"/>
                      </a:lnTo>
                      <a:lnTo>
                        <a:pt x="1515" y="2121"/>
                      </a:lnTo>
                      <a:lnTo>
                        <a:pt x="1529" y="2097"/>
                      </a:lnTo>
                      <a:lnTo>
                        <a:pt x="1539" y="2071"/>
                      </a:lnTo>
                      <a:lnTo>
                        <a:pt x="1542" y="2044"/>
                      </a:lnTo>
                      <a:lnTo>
                        <a:pt x="1545" y="1996"/>
                      </a:lnTo>
                      <a:lnTo>
                        <a:pt x="1553" y="1950"/>
                      </a:lnTo>
                      <a:lnTo>
                        <a:pt x="1565" y="1906"/>
                      </a:lnTo>
                      <a:lnTo>
                        <a:pt x="1581" y="1864"/>
                      </a:lnTo>
                      <a:lnTo>
                        <a:pt x="1600" y="1824"/>
                      </a:lnTo>
                      <a:lnTo>
                        <a:pt x="1623" y="1783"/>
                      </a:lnTo>
                      <a:lnTo>
                        <a:pt x="1647" y="1744"/>
                      </a:lnTo>
                      <a:lnTo>
                        <a:pt x="1673" y="1705"/>
                      </a:lnTo>
                      <a:lnTo>
                        <a:pt x="1700" y="1666"/>
                      </a:lnTo>
                      <a:lnTo>
                        <a:pt x="1724" y="1631"/>
                      </a:lnTo>
                      <a:lnTo>
                        <a:pt x="1748" y="1595"/>
                      </a:lnTo>
                      <a:lnTo>
                        <a:pt x="1772" y="1558"/>
                      </a:lnTo>
                      <a:lnTo>
                        <a:pt x="1796" y="1518"/>
                      </a:lnTo>
                      <a:lnTo>
                        <a:pt x="1817" y="1478"/>
                      </a:lnTo>
                      <a:lnTo>
                        <a:pt x="1839" y="1435"/>
                      </a:lnTo>
                      <a:lnTo>
                        <a:pt x="1858" y="1390"/>
                      </a:lnTo>
                      <a:lnTo>
                        <a:pt x="1875" y="1343"/>
                      </a:lnTo>
                      <a:lnTo>
                        <a:pt x="1890" y="1292"/>
                      </a:lnTo>
                      <a:lnTo>
                        <a:pt x="1902" y="1238"/>
                      </a:lnTo>
                      <a:lnTo>
                        <a:pt x="1911" y="1181"/>
                      </a:lnTo>
                      <a:lnTo>
                        <a:pt x="1917" y="1120"/>
                      </a:lnTo>
                      <a:lnTo>
                        <a:pt x="1919" y="1054"/>
                      </a:lnTo>
                      <a:lnTo>
                        <a:pt x="1916" y="983"/>
                      </a:lnTo>
                      <a:lnTo>
                        <a:pt x="1907" y="915"/>
                      </a:lnTo>
                      <a:lnTo>
                        <a:pt x="1890" y="847"/>
                      </a:lnTo>
                      <a:lnTo>
                        <a:pt x="1868" y="783"/>
                      </a:lnTo>
                      <a:lnTo>
                        <a:pt x="1841" y="721"/>
                      </a:lnTo>
                      <a:lnTo>
                        <a:pt x="1807" y="661"/>
                      </a:lnTo>
                      <a:lnTo>
                        <a:pt x="1769" y="606"/>
                      </a:lnTo>
                      <a:lnTo>
                        <a:pt x="1726" y="553"/>
                      </a:lnTo>
                      <a:lnTo>
                        <a:pt x="1679" y="505"/>
                      </a:lnTo>
                      <a:lnTo>
                        <a:pt x="1628" y="460"/>
                      </a:lnTo>
                      <a:lnTo>
                        <a:pt x="1572" y="418"/>
                      </a:lnTo>
                      <a:lnTo>
                        <a:pt x="1513" y="382"/>
                      </a:lnTo>
                      <a:lnTo>
                        <a:pt x="1451" y="352"/>
                      </a:lnTo>
                      <a:lnTo>
                        <a:pt x="1385" y="324"/>
                      </a:lnTo>
                      <a:lnTo>
                        <a:pt x="1317" y="304"/>
                      </a:lnTo>
                      <a:lnTo>
                        <a:pt x="1246" y="288"/>
                      </a:lnTo>
                      <a:lnTo>
                        <a:pt x="1174" y="279"/>
                      </a:lnTo>
                      <a:lnTo>
                        <a:pt x="1099" y="276"/>
                      </a:lnTo>
                      <a:close/>
                      <a:moveTo>
                        <a:pt x="1099" y="0"/>
                      </a:moveTo>
                      <a:lnTo>
                        <a:pt x="1188" y="3"/>
                      </a:lnTo>
                      <a:lnTo>
                        <a:pt x="1277" y="15"/>
                      </a:lnTo>
                      <a:lnTo>
                        <a:pt x="1362" y="32"/>
                      </a:lnTo>
                      <a:lnTo>
                        <a:pt x="1446" y="54"/>
                      </a:lnTo>
                      <a:lnTo>
                        <a:pt x="1525" y="83"/>
                      </a:lnTo>
                      <a:lnTo>
                        <a:pt x="1603" y="118"/>
                      </a:lnTo>
                      <a:lnTo>
                        <a:pt x="1676" y="159"/>
                      </a:lnTo>
                      <a:lnTo>
                        <a:pt x="1747" y="204"/>
                      </a:lnTo>
                      <a:lnTo>
                        <a:pt x="1813" y="255"/>
                      </a:lnTo>
                      <a:lnTo>
                        <a:pt x="1875" y="310"/>
                      </a:lnTo>
                      <a:lnTo>
                        <a:pt x="1932" y="368"/>
                      </a:lnTo>
                      <a:lnTo>
                        <a:pt x="1985" y="433"/>
                      </a:lnTo>
                      <a:lnTo>
                        <a:pt x="2033" y="499"/>
                      </a:lnTo>
                      <a:lnTo>
                        <a:pt x="2075" y="570"/>
                      </a:lnTo>
                      <a:lnTo>
                        <a:pt x="2111" y="644"/>
                      </a:lnTo>
                      <a:lnTo>
                        <a:pt x="2140" y="722"/>
                      </a:lnTo>
                      <a:lnTo>
                        <a:pt x="2165" y="801"/>
                      </a:lnTo>
                      <a:lnTo>
                        <a:pt x="2182" y="883"/>
                      </a:lnTo>
                      <a:lnTo>
                        <a:pt x="2194" y="968"/>
                      </a:lnTo>
                      <a:lnTo>
                        <a:pt x="2197" y="1054"/>
                      </a:lnTo>
                      <a:lnTo>
                        <a:pt x="2195" y="1128"/>
                      </a:lnTo>
                      <a:lnTo>
                        <a:pt x="2189" y="1197"/>
                      </a:lnTo>
                      <a:lnTo>
                        <a:pt x="2180" y="1263"/>
                      </a:lnTo>
                      <a:lnTo>
                        <a:pt x="2168" y="1326"/>
                      </a:lnTo>
                      <a:lnTo>
                        <a:pt x="2153" y="1384"/>
                      </a:lnTo>
                      <a:lnTo>
                        <a:pt x="2136" y="1440"/>
                      </a:lnTo>
                      <a:lnTo>
                        <a:pt x="2116" y="1493"/>
                      </a:lnTo>
                      <a:lnTo>
                        <a:pt x="2095" y="1542"/>
                      </a:lnTo>
                      <a:lnTo>
                        <a:pt x="2072" y="1588"/>
                      </a:lnTo>
                      <a:lnTo>
                        <a:pt x="2050" y="1632"/>
                      </a:lnTo>
                      <a:lnTo>
                        <a:pt x="2025" y="1675"/>
                      </a:lnTo>
                      <a:lnTo>
                        <a:pt x="2001" y="1714"/>
                      </a:lnTo>
                      <a:lnTo>
                        <a:pt x="1977" y="1752"/>
                      </a:lnTo>
                      <a:lnTo>
                        <a:pt x="1953" y="1787"/>
                      </a:lnTo>
                      <a:lnTo>
                        <a:pt x="1929" y="1820"/>
                      </a:lnTo>
                      <a:lnTo>
                        <a:pt x="1902" y="1862"/>
                      </a:lnTo>
                      <a:lnTo>
                        <a:pt x="1877" y="1899"/>
                      </a:lnTo>
                      <a:lnTo>
                        <a:pt x="1857" y="1933"/>
                      </a:lnTo>
                      <a:lnTo>
                        <a:pt x="1841" y="1963"/>
                      </a:lnTo>
                      <a:lnTo>
                        <a:pt x="1830" y="1991"/>
                      </a:lnTo>
                      <a:lnTo>
                        <a:pt x="1822" y="2019"/>
                      </a:lnTo>
                      <a:lnTo>
                        <a:pt x="1819" y="2044"/>
                      </a:lnTo>
                      <a:lnTo>
                        <a:pt x="1816" y="2095"/>
                      </a:lnTo>
                      <a:lnTo>
                        <a:pt x="1806" y="2145"/>
                      </a:lnTo>
                      <a:lnTo>
                        <a:pt x="1790" y="2193"/>
                      </a:lnTo>
                      <a:lnTo>
                        <a:pt x="1766" y="2240"/>
                      </a:lnTo>
                      <a:lnTo>
                        <a:pt x="1738" y="2285"/>
                      </a:lnTo>
                      <a:lnTo>
                        <a:pt x="1702" y="2328"/>
                      </a:lnTo>
                      <a:lnTo>
                        <a:pt x="1662" y="2369"/>
                      </a:lnTo>
                      <a:lnTo>
                        <a:pt x="1615" y="2406"/>
                      </a:lnTo>
                      <a:lnTo>
                        <a:pt x="1614" y="2429"/>
                      </a:lnTo>
                      <a:lnTo>
                        <a:pt x="1613" y="2456"/>
                      </a:lnTo>
                      <a:lnTo>
                        <a:pt x="1611" y="2485"/>
                      </a:lnTo>
                      <a:lnTo>
                        <a:pt x="1609" y="2515"/>
                      </a:lnTo>
                      <a:lnTo>
                        <a:pt x="1607" y="2546"/>
                      </a:lnTo>
                      <a:lnTo>
                        <a:pt x="1606" y="2576"/>
                      </a:lnTo>
                      <a:lnTo>
                        <a:pt x="1604" y="2605"/>
                      </a:lnTo>
                      <a:lnTo>
                        <a:pt x="1603" y="2631"/>
                      </a:lnTo>
                      <a:lnTo>
                        <a:pt x="1601" y="2653"/>
                      </a:lnTo>
                      <a:lnTo>
                        <a:pt x="1600" y="2671"/>
                      </a:lnTo>
                      <a:lnTo>
                        <a:pt x="1600" y="2682"/>
                      </a:lnTo>
                      <a:lnTo>
                        <a:pt x="1599" y="2685"/>
                      </a:lnTo>
                      <a:lnTo>
                        <a:pt x="1599" y="2699"/>
                      </a:lnTo>
                      <a:lnTo>
                        <a:pt x="1597" y="2715"/>
                      </a:lnTo>
                      <a:lnTo>
                        <a:pt x="1592" y="2732"/>
                      </a:lnTo>
                      <a:lnTo>
                        <a:pt x="1587" y="2750"/>
                      </a:lnTo>
                      <a:lnTo>
                        <a:pt x="1578" y="2770"/>
                      </a:lnTo>
                      <a:lnTo>
                        <a:pt x="1566" y="2789"/>
                      </a:lnTo>
                      <a:lnTo>
                        <a:pt x="1552" y="2809"/>
                      </a:lnTo>
                      <a:lnTo>
                        <a:pt x="1533" y="2831"/>
                      </a:lnTo>
                      <a:lnTo>
                        <a:pt x="1511" y="2850"/>
                      </a:lnTo>
                      <a:lnTo>
                        <a:pt x="1483" y="2870"/>
                      </a:lnTo>
                      <a:lnTo>
                        <a:pt x="1452" y="2888"/>
                      </a:lnTo>
                      <a:lnTo>
                        <a:pt x="1415" y="2906"/>
                      </a:lnTo>
                      <a:lnTo>
                        <a:pt x="1372" y="2922"/>
                      </a:lnTo>
                      <a:lnTo>
                        <a:pt x="1347" y="2953"/>
                      </a:lnTo>
                      <a:lnTo>
                        <a:pt x="1317" y="2983"/>
                      </a:lnTo>
                      <a:lnTo>
                        <a:pt x="1283" y="3010"/>
                      </a:lnTo>
                      <a:lnTo>
                        <a:pt x="1259" y="3022"/>
                      </a:lnTo>
                      <a:lnTo>
                        <a:pt x="1233" y="3030"/>
                      </a:lnTo>
                      <a:lnTo>
                        <a:pt x="1205" y="3032"/>
                      </a:lnTo>
                      <a:lnTo>
                        <a:pt x="992" y="3032"/>
                      </a:lnTo>
                      <a:lnTo>
                        <a:pt x="965" y="3030"/>
                      </a:lnTo>
                      <a:lnTo>
                        <a:pt x="939" y="3022"/>
                      </a:lnTo>
                      <a:lnTo>
                        <a:pt x="915" y="3010"/>
                      </a:lnTo>
                      <a:lnTo>
                        <a:pt x="881" y="2983"/>
                      </a:lnTo>
                      <a:lnTo>
                        <a:pt x="850" y="2953"/>
                      </a:lnTo>
                      <a:lnTo>
                        <a:pt x="825" y="2922"/>
                      </a:lnTo>
                      <a:lnTo>
                        <a:pt x="780" y="2904"/>
                      </a:lnTo>
                      <a:lnTo>
                        <a:pt x="741" y="2886"/>
                      </a:lnTo>
                      <a:lnTo>
                        <a:pt x="707" y="2866"/>
                      </a:lnTo>
                      <a:lnTo>
                        <a:pt x="680" y="2844"/>
                      </a:lnTo>
                      <a:lnTo>
                        <a:pt x="657" y="2823"/>
                      </a:lnTo>
                      <a:lnTo>
                        <a:pt x="639" y="2800"/>
                      </a:lnTo>
                      <a:lnTo>
                        <a:pt x="626" y="2779"/>
                      </a:lnTo>
                      <a:lnTo>
                        <a:pt x="614" y="2757"/>
                      </a:lnTo>
                      <a:lnTo>
                        <a:pt x="607" y="2737"/>
                      </a:lnTo>
                      <a:lnTo>
                        <a:pt x="602" y="2718"/>
                      </a:lnTo>
                      <a:lnTo>
                        <a:pt x="599" y="2701"/>
                      </a:lnTo>
                      <a:lnTo>
                        <a:pt x="598" y="2685"/>
                      </a:lnTo>
                      <a:lnTo>
                        <a:pt x="598" y="2685"/>
                      </a:lnTo>
                      <a:lnTo>
                        <a:pt x="598" y="2682"/>
                      </a:lnTo>
                      <a:lnTo>
                        <a:pt x="597" y="2671"/>
                      </a:lnTo>
                      <a:lnTo>
                        <a:pt x="596" y="2653"/>
                      </a:lnTo>
                      <a:lnTo>
                        <a:pt x="595" y="2631"/>
                      </a:lnTo>
                      <a:lnTo>
                        <a:pt x="594" y="2605"/>
                      </a:lnTo>
                      <a:lnTo>
                        <a:pt x="592" y="2576"/>
                      </a:lnTo>
                      <a:lnTo>
                        <a:pt x="590" y="2546"/>
                      </a:lnTo>
                      <a:lnTo>
                        <a:pt x="588" y="2515"/>
                      </a:lnTo>
                      <a:lnTo>
                        <a:pt x="587" y="2485"/>
                      </a:lnTo>
                      <a:lnTo>
                        <a:pt x="585" y="2456"/>
                      </a:lnTo>
                      <a:lnTo>
                        <a:pt x="584" y="2429"/>
                      </a:lnTo>
                      <a:lnTo>
                        <a:pt x="582" y="2406"/>
                      </a:lnTo>
                      <a:lnTo>
                        <a:pt x="536" y="2369"/>
                      </a:lnTo>
                      <a:lnTo>
                        <a:pt x="495" y="2328"/>
                      </a:lnTo>
                      <a:lnTo>
                        <a:pt x="460" y="2285"/>
                      </a:lnTo>
                      <a:lnTo>
                        <a:pt x="432" y="2240"/>
                      </a:lnTo>
                      <a:lnTo>
                        <a:pt x="408" y="2193"/>
                      </a:lnTo>
                      <a:lnTo>
                        <a:pt x="392" y="2145"/>
                      </a:lnTo>
                      <a:lnTo>
                        <a:pt x="382" y="2095"/>
                      </a:lnTo>
                      <a:lnTo>
                        <a:pt x="378" y="2044"/>
                      </a:lnTo>
                      <a:lnTo>
                        <a:pt x="376" y="2019"/>
                      </a:lnTo>
                      <a:lnTo>
                        <a:pt x="368" y="1991"/>
                      </a:lnTo>
                      <a:lnTo>
                        <a:pt x="357" y="1963"/>
                      </a:lnTo>
                      <a:lnTo>
                        <a:pt x="341" y="1933"/>
                      </a:lnTo>
                      <a:lnTo>
                        <a:pt x="320" y="1899"/>
                      </a:lnTo>
                      <a:lnTo>
                        <a:pt x="297" y="1862"/>
                      </a:lnTo>
                      <a:lnTo>
                        <a:pt x="268" y="1821"/>
                      </a:lnTo>
                      <a:lnTo>
                        <a:pt x="245" y="1788"/>
                      </a:lnTo>
                      <a:lnTo>
                        <a:pt x="222" y="1752"/>
                      </a:lnTo>
                      <a:lnTo>
                        <a:pt x="197" y="1714"/>
                      </a:lnTo>
                      <a:lnTo>
                        <a:pt x="173" y="1675"/>
                      </a:lnTo>
                      <a:lnTo>
                        <a:pt x="149" y="1633"/>
                      </a:lnTo>
                      <a:lnTo>
                        <a:pt x="125" y="1588"/>
                      </a:lnTo>
                      <a:lnTo>
                        <a:pt x="102" y="1542"/>
                      </a:lnTo>
                      <a:lnTo>
                        <a:pt x="82" y="1493"/>
                      </a:lnTo>
                      <a:lnTo>
                        <a:pt x="62" y="1440"/>
                      </a:lnTo>
                      <a:lnTo>
                        <a:pt x="45" y="1384"/>
                      </a:lnTo>
                      <a:lnTo>
                        <a:pt x="30" y="1326"/>
                      </a:lnTo>
                      <a:lnTo>
                        <a:pt x="17" y="1263"/>
                      </a:lnTo>
                      <a:lnTo>
                        <a:pt x="8" y="1197"/>
                      </a:lnTo>
                      <a:lnTo>
                        <a:pt x="3" y="1128"/>
                      </a:lnTo>
                      <a:lnTo>
                        <a:pt x="0" y="1054"/>
                      </a:lnTo>
                      <a:lnTo>
                        <a:pt x="4" y="968"/>
                      </a:lnTo>
                      <a:lnTo>
                        <a:pt x="15" y="883"/>
                      </a:lnTo>
                      <a:lnTo>
                        <a:pt x="32" y="801"/>
                      </a:lnTo>
                      <a:lnTo>
                        <a:pt x="57" y="722"/>
                      </a:lnTo>
                      <a:lnTo>
                        <a:pt x="87" y="644"/>
                      </a:lnTo>
                      <a:lnTo>
                        <a:pt x="123" y="570"/>
                      </a:lnTo>
                      <a:lnTo>
                        <a:pt x="165" y="499"/>
                      </a:lnTo>
                      <a:lnTo>
                        <a:pt x="213" y="433"/>
                      </a:lnTo>
                      <a:lnTo>
                        <a:pt x="266" y="368"/>
                      </a:lnTo>
                      <a:lnTo>
                        <a:pt x="323" y="310"/>
                      </a:lnTo>
                      <a:lnTo>
                        <a:pt x="385" y="255"/>
                      </a:lnTo>
                      <a:lnTo>
                        <a:pt x="451" y="204"/>
                      </a:lnTo>
                      <a:lnTo>
                        <a:pt x="521" y="159"/>
                      </a:lnTo>
                      <a:lnTo>
                        <a:pt x="595" y="118"/>
                      </a:lnTo>
                      <a:lnTo>
                        <a:pt x="672" y="83"/>
                      </a:lnTo>
                      <a:lnTo>
                        <a:pt x="753" y="54"/>
                      </a:lnTo>
                      <a:lnTo>
                        <a:pt x="836" y="32"/>
                      </a:lnTo>
                      <a:lnTo>
                        <a:pt x="921" y="15"/>
                      </a:lnTo>
                      <a:lnTo>
                        <a:pt x="1009" y="3"/>
                      </a:lnTo>
                      <a:lnTo>
                        <a:pt x="1099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39" name="Freeform 34"/>
                <p:cNvSpPr>
                  <a:spLocks/>
                </p:cNvSpPr>
                <p:nvPr/>
              </p:nvSpPr>
              <p:spPr bwMode="auto">
                <a:xfrm>
                  <a:off x="2525713" y="1574800"/>
                  <a:ext cx="31750" cy="79375"/>
                </a:xfrm>
                <a:custGeom>
                  <a:avLst/>
                  <a:gdLst>
                    <a:gd name="T0" fmla="*/ 69 w 138"/>
                    <a:gd name="T1" fmla="*/ 0 h 344"/>
                    <a:gd name="T2" fmla="*/ 69 w 138"/>
                    <a:gd name="T3" fmla="*/ 0 h 344"/>
                    <a:gd name="T4" fmla="*/ 87 w 138"/>
                    <a:gd name="T5" fmla="*/ 3 h 344"/>
                    <a:gd name="T6" fmla="*/ 104 w 138"/>
                    <a:gd name="T7" fmla="*/ 9 h 344"/>
                    <a:gd name="T8" fmla="*/ 118 w 138"/>
                    <a:gd name="T9" fmla="*/ 21 h 344"/>
                    <a:gd name="T10" fmla="*/ 129 w 138"/>
                    <a:gd name="T11" fmla="*/ 34 h 344"/>
                    <a:gd name="T12" fmla="*/ 136 w 138"/>
                    <a:gd name="T13" fmla="*/ 51 h 344"/>
                    <a:gd name="T14" fmla="*/ 138 w 138"/>
                    <a:gd name="T15" fmla="*/ 69 h 344"/>
                    <a:gd name="T16" fmla="*/ 138 w 138"/>
                    <a:gd name="T17" fmla="*/ 275 h 344"/>
                    <a:gd name="T18" fmla="*/ 136 w 138"/>
                    <a:gd name="T19" fmla="*/ 294 h 344"/>
                    <a:gd name="T20" fmla="*/ 129 w 138"/>
                    <a:gd name="T21" fmla="*/ 310 h 344"/>
                    <a:gd name="T22" fmla="*/ 118 w 138"/>
                    <a:gd name="T23" fmla="*/ 325 h 344"/>
                    <a:gd name="T24" fmla="*/ 104 w 138"/>
                    <a:gd name="T25" fmla="*/ 335 h 344"/>
                    <a:gd name="T26" fmla="*/ 87 w 138"/>
                    <a:gd name="T27" fmla="*/ 342 h 344"/>
                    <a:gd name="T28" fmla="*/ 69 w 138"/>
                    <a:gd name="T29" fmla="*/ 344 h 344"/>
                    <a:gd name="T30" fmla="*/ 51 w 138"/>
                    <a:gd name="T31" fmla="*/ 342 h 344"/>
                    <a:gd name="T32" fmla="*/ 34 w 138"/>
                    <a:gd name="T33" fmla="*/ 335 h 344"/>
                    <a:gd name="T34" fmla="*/ 20 w 138"/>
                    <a:gd name="T35" fmla="*/ 325 h 344"/>
                    <a:gd name="T36" fmla="*/ 9 w 138"/>
                    <a:gd name="T37" fmla="*/ 310 h 344"/>
                    <a:gd name="T38" fmla="*/ 2 w 138"/>
                    <a:gd name="T39" fmla="*/ 294 h 344"/>
                    <a:gd name="T40" fmla="*/ 0 w 138"/>
                    <a:gd name="T41" fmla="*/ 275 h 344"/>
                    <a:gd name="T42" fmla="*/ 0 w 138"/>
                    <a:gd name="T43" fmla="*/ 69 h 344"/>
                    <a:gd name="T44" fmla="*/ 2 w 138"/>
                    <a:gd name="T45" fmla="*/ 51 h 344"/>
                    <a:gd name="T46" fmla="*/ 9 w 138"/>
                    <a:gd name="T47" fmla="*/ 34 h 344"/>
                    <a:gd name="T48" fmla="*/ 20 w 138"/>
                    <a:gd name="T49" fmla="*/ 21 h 344"/>
                    <a:gd name="T50" fmla="*/ 34 w 138"/>
                    <a:gd name="T51" fmla="*/ 9 h 344"/>
                    <a:gd name="T52" fmla="*/ 51 w 138"/>
                    <a:gd name="T53" fmla="*/ 3 h 344"/>
                    <a:gd name="T54" fmla="*/ 69 w 138"/>
                    <a:gd name="T55" fmla="*/ 0 h 34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</a:cxnLst>
                  <a:rect l="0" t="0" r="r" b="b"/>
                  <a:pathLst>
                    <a:path w="138" h="344">
                      <a:moveTo>
                        <a:pt x="69" y="0"/>
                      </a:moveTo>
                      <a:lnTo>
                        <a:pt x="69" y="0"/>
                      </a:lnTo>
                      <a:lnTo>
                        <a:pt x="87" y="3"/>
                      </a:lnTo>
                      <a:lnTo>
                        <a:pt x="104" y="9"/>
                      </a:lnTo>
                      <a:lnTo>
                        <a:pt x="118" y="21"/>
                      </a:lnTo>
                      <a:lnTo>
                        <a:pt x="129" y="34"/>
                      </a:lnTo>
                      <a:lnTo>
                        <a:pt x="136" y="51"/>
                      </a:lnTo>
                      <a:lnTo>
                        <a:pt x="138" y="69"/>
                      </a:lnTo>
                      <a:lnTo>
                        <a:pt x="138" y="275"/>
                      </a:lnTo>
                      <a:lnTo>
                        <a:pt x="136" y="294"/>
                      </a:lnTo>
                      <a:lnTo>
                        <a:pt x="129" y="310"/>
                      </a:lnTo>
                      <a:lnTo>
                        <a:pt x="118" y="325"/>
                      </a:lnTo>
                      <a:lnTo>
                        <a:pt x="104" y="335"/>
                      </a:lnTo>
                      <a:lnTo>
                        <a:pt x="87" y="342"/>
                      </a:lnTo>
                      <a:lnTo>
                        <a:pt x="69" y="344"/>
                      </a:lnTo>
                      <a:lnTo>
                        <a:pt x="51" y="342"/>
                      </a:lnTo>
                      <a:lnTo>
                        <a:pt x="34" y="335"/>
                      </a:lnTo>
                      <a:lnTo>
                        <a:pt x="20" y="325"/>
                      </a:lnTo>
                      <a:lnTo>
                        <a:pt x="9" y="310"/>
                      </a:lnTo>
                      <a:lnTo>
                        <a:pt x="2" y="294"/>
                      </a:lnTo>
                      <a:lnTo>
                        <a:pt x="0" y="275"/>
                      </a:lnTo>
                      <a:lnTo>
                        <a:pt x="0" y="69"/>
                      </a:lnTo>
                      <a:lnTo>
                        <a:pt x="2" y="51"/>
                      </a:lnTo>
                      <a:lnTo>
                        <a:pt x="9" y="34"/>
                      </a:lnTo>
                      <a:lnTo>
                        <a:pt x="20" y="21"/>
                      </a:lnTo>
                      <a:lnTo>
                        <a:pt x="34" y="9"/>
                      </a:lnTo>
                      <a:lnTo>
                        <a:pt x="51" y="3"/>
                      </a:lnTo>
                      <a:lnTo>
                        <a:pt x="69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40" name="Freeform 35"/>
                <p:cNvSpPr>
                  <a:spLocks/>
                </p:cNvSpPr>
                <p:nvPr/>
              </p:nvSpPr>
              <p:spPr bwMode="auto">
                <a:xfrm>
                  <a:off x="2349500" y="1622425"/>
                  <a:ext cx="53975" cy="71437"/>
                </a:xfrm>
                <a:custGeom>
                  <a:avLst/>
                  <a:gdLst>
                    <a:gd name="T0" fmla="*/ 69 w 243"/>
                    <a:gd name="T1" fmla="*/ 0 h 317"/>
                    <a:gd name="T2" fmla="*/ 87 w 243"/>
                    <a:gd name="T3" fmla="*/ 2 h 317"/>
                    <a:gd name="T4" fmla="*/ 103 w 243"/>
                    <a:gd name="T5" fmla="*/ 9 h 317"/>
                    <a:gd name="T6" fmla="*/ 118 w 243"/>
                    <a:gd name="T7" fmla="*/ 20 h 317"/>
                    <a:gd name="T8" fmla="*/ 129 w 243"/>
                    <a:gd name="T9" fmla="*/ 34 h 317"/>
                    <a:gd name="T10" fmla="*/ 233 w 243"/>
                    <a:gd name="T11" fmla="*/ 214 h 317"/>
                    <a:gd name="T12" fmla="*/ 240 w 243"/>
                    <a:gd name="T13" fmla="*/ 230 h 317"/>
                    <a:gd name="T14" fmla="*/ 243 w 243"/>
                    <a:gd name="T15" fmla="*/ 248 h 317"/>
                    <a:gd name="T16" fmla="*/ 240 w 243"/>
                    <a:gd name="T17" fmla="*/ 265 h 317"/>
                    <a:gd name="T18" fmla="*/ 233 w 243"/>
                    <a:gd name="T19" fmla="*/ 282 h 317"/>
                    <a:gd name="T20" fmla="*/ 223 w 243"/>
                    <a:gd name="T21" fmla="*/ 297 h 317"/>
                    <a:gd name="T22" fmla="*/ 209 w 243"/>
                    <a:gd name="T23" fmla="*/ 308 h 317"/>
                    <a:gd name="T24" fmla="*/ 191 w 243"/>
                    <a:gd name="T25" fmla="*/ 315 h 317"/>
                    <a:gd name="T26" fmla="*/ 173 w 243"/>
                    <a:gd name="T27" fmla="*/ 317 h 317"/>
                    <a:gd name="T28" fmla="*/ 155 w 243"/>
                    <a:gd name="T29" fmla="*/ 315 h 317"/>
                    <a:gd name="T30" fmla="*/ 139 w 243"/>
                    <a:gd name="T31" fmla="*/ 308 h 317"/>
                    <a:gd name="T32" fmla="*/ 125 w 243"/>
                    <a:gd name="T33" fmla="*/ 297 h 317"/>
                    <a:gd name="T34" fmla="*/ 113 w 243"/>
                    <a:gd name="T35" fmla="*/ 282 h 317"/>
                    <a:gd name="T36" fmla="*/ 9 w 243"/>
                    <a:gd name="T37" fmla="*/ 103 h 317"/>
                    <a:gd name="T38" fmla="*/ 2 w 243"/>
                    <a:gd name="T39" fmla="*/ 86 h 317"/>
                    <a:gd name="T40" fmla="*/ 0 w 243"/>
                    <a:gd name="T41" fmla="*/ 68 h 317"/>
                    <a:gd name="T42" fmla="*/ 2 w 243"/>
                    <a:gd name="T43" fmla="*/ 51 h 317"/>
                    <a:gd name="T44" fmla="*/ 9 w 243"/>
                    <a:gd name="T45" fmla="*/ 34 h 317"/>
                    <a:gd name="T46" fmla="*/ 20 w 243"/>
                    <a:gd name="T47" fmla="*/ 21 h 317"/>
                    <a:gd name="T48" fmla="*/ 34 w 243"/>
                    <a:gd name="T49" fmla="*/ 10 h 317"/>
                    <a:gd name="T50" fmla="*/ 52 w 243"/>
                    <a:gd name="T51" fmla="*/ 2 h 317"/>
                    <a:gd name="T52" fmla="*/ 69 w 243"/>
                    <a:gd name="T53" fmla="*/ 0 h 3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</a:cxnLst>
                  <a:rect l="0" t="0" r="r" b="b"/>
                  <a:pathLst>
                    <a:path w="243" h="317">
                      <a:moveTo>
                        <a:pt x="69" y="0"/>
                      </a:moveTo>
                      <a:lnTo>
                        <a:pt x="87" y="2"/>
                      </a:lnTo>
                      <a:lnTo>
                        <a:pt x="103" y="9"/>
                      </a:lnTo>
                      <a:lnTo>
                        <a:pt x="118" y="20"/>
                      </a:lnTo>
                      <a:lnTo>
                        <a:pt x="129" y="34"/>
                      </a:lnTo>
                      <a:lnTo>
                        <a:pt x="233" y="214"/>
                      </a:lnTo>
                      <a:lnTo>
                        <a:pt x="240" y="230"/>
                      </a:lnTo>
                      <a:lnTo>
                        <a:pt x="243" y="248"/>
                      </a:lnTo>
                      <a:lnTo>
                        <a:pt x="240" y="265"/>
                      </a:lnTo>
                      <a:lnTo>
                        <a:pt x="233" y="282"/>
                      </a:lnTo>
                      <a:lnTo>
                        <a:pt x="223" y="297"/>
                      </a:lnTo>
                      <a:lnTo>
                        <a:pt x="209" y="308"/>
                      </a:lnTo>
                      <a:lnTo>
                        <a:pt x="191" y="315"/>
                      </a:lnTo>
                      <a:lnTo>
                        <a:pt x="173" y="317"/>
                      </a:lnTo>
                      <a:lnTo>
                        <a:pt x="155" y="315"/>
                      </a:lnTo>
                      <a:lnTo>
                        <a:pt x="139" y="308"/>
                      </a:lnTo>
                      <a:lnTo>
                        <a:pt x="125" y="297"/>
                      </a:lnTo>
                      <a:lnTo>
                        <a:pt x="113" y="282"/>
                      </a:lnTo>
                      <a:lnTo>
                        <a:pt x="9" y="103"/>
                      </a:lnTo>
                      <a:lnTo>
                        <a:pt x="2" y="86"/>
                      </a:lnTo>
                      <a:lnTo>
                        <a:pt x="0" y="68"/>
                      </a:lnTo>
                      <a:lnTo>
                        <a:pt x="2" y="51"/>
                      </a:lnTo>
                      <a:lnTo>
                        <a:pt x="9" y="34"/>
                      </a:lnTo>
                      <a:lnTo>
                        <a:pt x="20" y="21"/>
                      </a:lnTo>
                      <a:lnTo>
                        <a:pt x="34" y="10"/>
                      </a:lnTo>
                      <a:lnTo>
                        <a:pt x="52" y="2"/>
                      </a:lnTo>
                      <a:lnTo>
                        <a:pt x="69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41" name="Freeform 36"/>
                <p:cNvSpPr>
                  <a:spLocks/>
                </p:cNvSpPr>
                <p:nvPr/>
              </p:nvSpPr>
              <p:spPr bwMode="auto">
                <a:xfrm>
                  <a:off x="2219325" y="1751013"/>
                  <a:ext cx="71438" cy="55562"/>
                </a:xfrm>
                <a:custGeom>
                  <a:avLst/>
                  <a:gdLst>
                    <a:gd name="T0" fmla="*/ 69 w 319"/>
                    <a:gd name="T1" fmla="*/ 0 h 241"/>
                    <a:gd name="T2" fmla="*/ 86 w 319"/>
                    <a:gd name="T3" fmla="*/ 3 h 241"/>
                    <a:gd name="T4" fmla="*/ 104 w 319"/>
                    <a:gd name="T5" fmla="*/ 9 h 241"/>
                    <a:gd name="T6" fmla="*/ 285 w 319"/>
                    <a:gd name="T7" fmla="*/ 112 h 241"/>
                    <a:gd name="T8" fmla="*/ 299 w 319"/>
                    <a:gd name="T9" fmla="*/ 124 h 241"/>
                    <a:gd name="T10" fmla="*/ 310 w 319"/>
                    <a:gd name="T11" fmla="*/ 138 h 241"/>
                    <a:gd name="T12" fmla="*/ 316 w 319"/>
                    <a:gd name="T13" fmla="*/ 155 h 241"/>
                    <a:gd name="T14" fmla="*/ 319 w 319"/>
                    <a:gd name="T15" fmla="*/ 172 h 241"/>
                    <a:gd name="T16" fmla="*/ 316 w 319"/>
                    <a:gd name="T17" fmla="*/ 190 h 241"/>
                    <a:gd name="T18" fmla="*/ 310 w 319"/>
                    <a:gd name="T19" fmla="*/ 206 h 241"/>
                    <a:gd name="T20" fmla="*/ 298 w 319"/>
                    <a:gd name="T21" fmla="*/ 221 h 241"/>
                    <a:gd name="T22" fmla="*/ 283 w 319"/>
                    <a:gd name="T23" fmla="*/ 232 h 241"/>
                    <a:gd name="T24" fmla="*/ 266 w 319"/>
                    <a:gd name="T25" fmla="*/ 239 h 241"/>
                    <a:gd name="T26" fmla="*/ 249 w 319"/>
                    <a:gd name="T27" fmla="*/ 241 h 241"/>
                    <a:gd name="T28" fmla="*/ 231 w 319"/>
                    <a:gd name="T29" fmla="*/ 239 h 241"/>
                    <a:gd name="T30" fmla="*/ 214 w 319"/>
                    <a:gd name="T31" fmla="*/ 231 h 241"/>
                    <a:gd name="T32" fmla="*/ 34 w 319"/>
                    <a:gd name="T33" fmla="*/ 129 h 241"/>
                    <a:gd name="T34" fmla="*/ 19 w 319"/>
                    <a:gd name="T35" fmla="*/ 118 h 241"/>
                    <a:gd name="T36" fmla="*/ 9 w 319"/>
                    <a:gd name="T37" fmla="*/ 103 h 241"/>
                    <a:gd name="T38" fmla="*/ 2 w 319"/>
                    <a:gd name="T39" fmla="*/ 87 h 241"/>
                    <a:gd name="T40" fmla="*/ 0 w 319"/>
                    <a:gd name="T41" fmla="*/ 69 h 241"/>
                    <a:gd name="T42" fmla="*/ 2 w 319"/>
                    <a:gd name="T43" fmla="*/ 51 h 241"/>
                    <a:gd name="T44" fmla="*/ 9 w 319"/>
                    <a:gd name="T45" fmla="*/ 34 h 241"/>
                    <a:gd name="T46" fmla="*/ 20 w 319"/>
                    <a:gd name="T47" fmla="*/ 20 h 241"/>
                    <a:gd name="T48" fmla="*/ 35 w 319"/>
                    <a:gd name="T49" fmla="*/ 9 h 241"/>
                    <a:gd name="T50" fmla="*/ 51 w 319"/>
                    <a:gd name="T51" fmla="*/ 3 h 241"/>
                    <a:gd name="T52" fmla="*/ 69 w 319"/>
                    <a:gd name="T53" fmla="*/ 0 h 24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</a:cxnLst>
                  <a:rect l="0" t="0" r="r" b="b"/>
                  <a:pathLst>
                    <a:path w="319" h="241">
                      <a:moveTo>
                        <a:pt x="69" y="0"/>
                      </a:moveTo>
                      <a:lnTo>
                        <a:pt x="86" y="3"/>
                      </a:lnTo>
                      <a:lnTo>
                        <a:pt x="104" y="9"/>
                      </a:lnTo>
                      <a:lnTo>
                        <a:pt x="285" y="112"/>
                      </a:lnTo>
                      <a:lnTo>
                        <a:pt x="299" y="124"/>
                      </a:lnTo>
                      <a:lnTo>
                        <a:pt x="310" y="138"/>
                      </a:lnTo>
                      <a:lnTo>
                        <a:pt x="316" y="155"/>
                      </a:lnTo>
                      <a:lnTo>
                        <a:pt x="319" y="172"/>
                      </a:lnTo>
                      <a:lnTo>
                        <a:pt x="316" y="190"/>
                      </a:lnTo>
                      <a:lnTo>
                        <a:pt x="310" y="206"/>
                      </a:lnTo>
                      <a:lnTo>
                        <a:pt x="298" y="221"/>
                      </a:lnTo>
                      <a:lnTo>
                        <a:pt x="283" y="232"/>
                      </a:lnTo>
                      <a:lnTo>
                        <a:pt x="266" y="239"/>
                      </a:lnTo>
                      <a:lnTo>
                        <a:pt x="249" y="241"/>
                      </a:lnTo>
                      <a:lnTo>
                        <a:pt x="231" y="239"/>
                      </a:lnTo>
                      <a:lnTo>
                        <a:pt x="214" y="231"/>
                      </a:lnTo>
                      <a:lnTo>
                        <a:pt x="34" y="129"/>
                      </a:lnTo>
                      <a:lnTo>
                        <a:pt x="19" y="118"/>
                      </a:lnTo>
                      <a:lnTo>
                        <a:pt x="9" y="103"/>
                      </a:lnTo>
                      <a:lnTo>
                        <a:pt x="2" y="87"/>
                      </a:lnTo>
                      <a:lnTo>
                        <a:pt x="0" y="69"/>
                      </a:lnTo>
                      <a:lnTo>
                        <a:pt x="2" y="51"/>
                      </a:lnTo>
                      <a:lnTo>
                        <a:pt x="9" y="34"/>
                      </a:lnTo>
                      <a:lnTo>
                        <a:pt x="20" y="20"/>
                      </a:lnTo>
                      <a:lnTo>
                        <a:pt x="35" y="9"/>
                      </a:lnTo>
                      <a:lnTo>
                        <a:pt x="51" y="3"/>
                      </a:lnTo>
                      <a:lnTo>
                        <a:pt x="69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42" name="Freeform 37"/>
                <p:cNvSpPr>
                  <a:spLocks/>
                </p:cNvSpPr>
                <p:nvPr/>
              </p:nvSpPr>
              <p:spPr bwMode="auto">
                <a:xfrm>
                  <a:off x="2171700" y="1927225"/>
                  <a:ext cx="77788" cy="31750"/>
                </a:xfrm>
                <a:custGeom>
                  <a:avLst/>
                  <a:gdLst>
                    <a:gd name="T0" fmla="*/ 69 w 347"/>
                    <a:gd name="T1" fmla="*/ 0 h 139"/>
                    <a:gd name="T2" fmla="*/ 278 w 347"/>
                    <a:gd name="T3" fmla="*/ 0 h 139"/>
                    <a:gd name="T4" fmla="*/ 296 w 347"/>
                    <a:gd name="T5" fmla="*/ 4 h 139"/>
                    <a:gd name="T6" fmla="*/ 313 w 347"/>
                    <a:gd name="T7" fmla="*/ 10 h 139"/>
                    <a:gd name="T8" fmla="*/ 327 w 347"/>
                    <a:gd name="T9" fmla="*/ 21 h 139"/>
                    <a:gd name="T10" fmla="*/ 338 w 347"/>
                    <a:gd name="T11" fmla="*/ 35 h 139"/>
                    <a:gd name="T12" fmla="*/ 345 w 347"/>
                    <a:gd name="T13" fmla="*/ 51 h 139"/>
                    <a:gd name="T14" fmla="*/ 347 w 347"/>
                    <a:gd name="T15" fmla="*/ 70 h 139"/>
                    <a:gd name="T16" fmla="*/ 345 w 347"/>
                    <a:gd name="T17" fmla="*/ 88 h 139"/>
                    <a:gd name="T18" fmla="*/ 338 w 347"/>
                    <a:gd name="T19" fmla="*/ 104 h 139"/>
                    <a:gd name="T20" fmla="*/ 327 w 347"/>
                    <a:gd name="T21" fmla="*/ 119 h 139"/>
                    <a:gd name="T22" fmla="*/ 313 w 347"/>
                    <a:gd name="T23" fmla="*/ 129 h 139"/>
                    <a:gd name="T24" fmla="*/ 296 w 347"/>
                    <a:gd name="T25" fmla="*/ 137 h 139"/>
                    <a:gd name="T26" fmla="*/ 278 w 347"/>
                    <a:gd name="T27" fmla="*/ 139 h 139"/>
                    <a:gd name="T28" fmla="*/ 69 w 347"/>
                    <a:gd name="T29" fmla="*/ 139 h 139"/>
                    <a:gd name="T30" fmla="*/ 51 w 347"/>
                    <a:gd name="T31" fmla="*/ 137 h 139"/>
                    <a:gd name="T32" fmla="*/ 35 w 347"/>
                    <a:gd name="T33" fmla="*/ 129 h 139"/>
                    <a:gd name="T34" fmla="*/ 20 w 347"/>
                    <a:gd name="T35" fmla="*/ 119 h 139"/>
                    <a:gd name="T36" fmla="*/ 10 w 347"/>
                    <a:gd name="T37" fmla="*/ 104 h 139"/>
                    <a:gd name="T38" fmla="*/ 2 w 347"/>
                    <a:gd name="T39" fmla="*/ 88 h 139"/>
                    <a:gd name="T40" fmla="*/ 0 w 347"/>
                    <a:gd name="T41" fmla="*/ 70 h 139"/>
                    <a:gd name="T42" fmla="*/ 2 w 347"/>
                    <a:gd name="T43" fmla="*/ 51 h 139"/>
                    <a:gd name="T44" fmla="*/ 10 w 347"/>
                    <a:gd name="T45" fmla="*/ 35 h 139"/>
                    <a:gd name="T46" fmla="*/ 20 w 347"/>
                    <a:gd name="T47" fmla="*/ 21 h 139"/>
                    <a:gd name="T48" fmla="*/ 35 w 347"/>
                    <a:gd name="T49" fmla="*/ 10 h 139"/>
                    <a:gd name="T50" fmla="*/ 51 w 347"/>
                    <a:gd name="T51" fmla="*/ 4 h 139"/>
                    <a:gd name="T52" fmla="*/ 69 w 347"/>
                    <a:gd name="T53" fmla="*/ 0 h 13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</a:cxnLst>
                  <a:rect l="0" t="0" r="r" b="b"/>
                  <a:pathLst>
                    <a:path w="347" h="139">
                      <a:moveTo>
                        <a:pt x="69" y="0"/>
                      </a:moveTo>
                      <a:lnTo>
                        <a:pt x="278" y="0"/>
                      </a:lnTo>
                      <a:lnTo>
                        <a:pt x="296" y="4"/>
                      </a:lnTo>
                      <a:lnTo>
                        <a:pt x="313" y="10"/>
                      </a:lnTo>
                      <a:lnTo>
                        <a:pt x="327" y="21"/>
                      </a:lnTo>
                      <a:lnTo>
                        <a:pt x="338" y="35"/>
                      </a:lnTo>
                      <a:lnTo>
                        <a:pt x="345" y="51"/>
                      </a:lnTo>
                      <a:lnTo>
                        <a:pt x="347" y="70"/>
                      </a:lnTo>
                      <a:lnTo>
                        <a:pt x="345" y="88"/>
                      </a:lnTo>
                      <a:lnTo>
                        <a:pt x="338" y="104"/>
                      </a:lnTo>
                      <a:lnTo>
                        <a:pt x="327" y="119"/>
                      </a:lnTo>
                      <a:lnTo>
                        <a:pt x="313" y="129"/>
                      </a:lnTo>
                      <a:lnTo>
                        <a:pt x="296" y="137"/>
                      </a:lnTo>
                      <a:lnTo>
                        <a:pt x="278" y="139"/>
                      </a:lnTo>
                      <a:lnTo>
                        <a:pt x="69" y="139"/>
                      </a:lnTo>
                      <a:lnTo>
                        <a:pt x="51" y="137"/>
                      </a:lnTo>
                      <a:lnTo>
                        <a:pt x="35" y="129"/>
                      </a:lnTo>
                      <a:lnTo>
                        <a:pt x="20" y="119"/>
                      </a:lnTo>
                      <a:lnTo>
                        <a:pt x="10" y="104"/>
                      </a:lnTo>
                      <a:lnTo>
                        <a:pt x="2" y="88"/>
                      </a:lnTo>
                      <a:lnTo>
                        <a:pt x="0" y="70"/>
                      </a:lnTo>
                      <a:lnTo>
                        <a:pt x="2" y="51"/>
                      </a:lnTo>
                      <a:lnTo>
                        <a:pt x="10" y="35"/>
                      </a:lnTo>
                      <a:lnTo>
                        <a:pt x="20" y="21"/>
                      </a:lnTo>
                      <a:lnTo>
                        <a:pt x="35" y="10"/>
                      </a:lnTo>
                      <a:lnTo>
                        <a:pt x="51" y="4"/>
                      </a:lnTo>
                      <a:lnTo>
                        <a:pt x="69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43" name="Freeform 38"/>
                <p:cNvSpPr>
                  <a:spLocks/>
                </p:cNvSpPr>
                <p:nvPr/>
              </p:nvSpPr>
              <p:spPr bwMode="auto">
                <a:xfrm>
                  <a:off x="2219325" y="2079625"/>
                  <a:ext cx="71438" cy="55562"/>
                </a:xfrm>
                <a:custGeom>
                  <a:avLst/>
                  <a:gdLst>
                    <a:gd name="T0" fmla="*/ 249 w 319"/>
                    <a:gd name="T1" fmla="*/ 0 h 242"/>
                    <a:gd name="T2" fmla="*/ 268 w 319"/>
                    <a:gd name="T3" fmla="*/ 3 h 242"/>
                    <a:gd name="T4" fmla="*/ 283 w 319"/>
                    <a:gd name="T5" fmla="*/ 9 h 242"/>
                    <a:gd name="T6" fmla="*/ 298 w 319"/>
                    <a:gd name="T7" fmla="*/ 20 h 242"/>
                    <a:gd name="T8" fmla="*/ 310 w 319"/>
                    <a:gd name="T9" fmla="*/ 35 h 242"/>
                    <a:gd name="T10" fmla="*/ 316 w 319"/>
                    <a:gd name="T11" fmla="*/ 52 h 242"/>
                    <a:gd name="T12" fmla="*/ 319 w 319"/>
                    <a:gd name="T13" fmla="*/ 70 h 242"/>
                    <a:gd name="T14" fmla="*/ 316 w 319"/>
                    <a:gd name="T15" fmla="*/ 86 h 242"/>
                    <a:gd name="T16" fmla="*/ 310 w 319"/>
                    <a:gd name="T17" fmla="*/ 103 h 242"/>
                    <a:gd name="T18" fmla="*/ 298 w 319"/>
                    <a:gd name="T19" fmla="*/ 118 h 242"/>
                    <a:gd name="T20" fmla="*/ 285 w 319"/>
                    <a:gd name="T21" fmla="*/ 129 h 242"/>
                    <a:gd name="T22" fmla="*/ 104 w 319"/>
                    <a:gd name="T23" fmla="*/ 232 h 242"/>
                    <a:gd name="T24" fmla="*/ 87 w 319"/>
                    <a:gd name="T25" fmla="*/ 239 h 242"/>
                    <a:gd name="T26" fmla="*/ 69 w 319"/>
                    <a:gd name="T27" fmla="*/ 242 h 242"/>
                    <a:gd name="T28" fmla="*/ 51 w 319"/>
                    <a:gd name="T29" fmla="*/ 239 h 242"/>
                    <a:gd name="T30" fmla="*/ 35 w 319"/>
                    <a:gd name="T31" fmla="*/ 233 h 242"/>
                    <a:gd name="T32" fmla="*/ 20 w 319"/>
                    <a:gd name="T33" fmla="*/ 222 h 242"/>
                    <a:gd name="T34" fmla="*/ 9 w 319"/>
                    <a:gd name="T35" fmla="*/ 207 h 242"/>
                    <a:gd name="T36" fmla="*/ 2 w 319"/>
                    <a:gd name="T37" fmla="*/ 190 h 242"/>
                    <a:gd name="T38" fmla="*/ 0 w 319"/>
                    <a:gd name="T39" fmla="*/ 172 h 242"/>
                    <a:gd name="T40" fmla="*/ 2 w 319"/>
                    <a:gd name="T41" fmla="*/ 155 h 242"/>
                    <a:gd name="T42" fmla="*/ 9 w 319"/>
                    <a:gd name="T43" fmla="*/ 138 h 242"/>
                    <a:gd name="T44" fmla="*/ 19 w 319"/>
                    <a:gd name="T45" fmla="*/ 125 h 242"/>
                    <a:gd name="T46" fmla="*/ 34 w 319"/>
                    <a:gd name="T47" fmla="*/ 114 h 242"/>
                    <a:gd name="T48" fmla="*/ 214 w 319"/>
                    <a:gd name="T49" fmla="*/ 10 h 242"/>
                    <a:gd name="T50" fmla="*/ 232 w 319"/>
                    <a:gd name="T51" fmla="*/ 2 h 242"/>
                    <a:gd name="T52" fmla="*/ 249 w 319"/>
                    <a:gd name="T53" fmla="*/ 0 h 24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</a:cxnLst>
                  <a:rect l="0" t="0" r="r" b="b"/>
                  <a:pathLst>
                    <a:path w="319" h="242">
                      <a:moveTo>
                        <a:pt x="249" y="0"/>
                      </a:moveTo>
                      <a:lnTo>
                        <a:pt x="268" y="3"/>
                      </a:lnTo>
                      <a:lnTo>
                        <a:pt x="283" y="9"/>
                      </a:lnTo>
                      <a:lnTo>
                        <a:pt x="298" y="20"/>
                      </a:lnTo>
                      <a:lnTo>
                        <a:pt x="310" y="35"/>
                      </a:lnTo>
                      <a:lnTo>
                        <a:pt x="316" y="52"/>
                      </a:lnTo>
                      <a:lnTo>
                        <a:pt x="319" y="70"/>
                      </a:lnTo>
                      <a:lnTo>
                        <a:pt x="316" y="86"/>
                      </a:lnTo>
                      <a:lnTo>
                        <a:pt x="310" y="103"/>
                      </a:lnTo>
                      <a:lnTo>
                        <a:pt x="298" y="118"/>
                      </a:lnTo>
                      <a:lnTo>
                        <a:pt x="285" y="129"/>
                      </a:lnTo>
                      <a:lnTo>
                        <a:pt x="104" y="232"/>
                      </a:lnTo>
                      <a:lnTo>
                        <a:pt x="87" y="239"/>
                      </a:lnTo>
                      <a:lnTo>
                        <a:pt x="69" y="242"/>
                      </a:lnTo>
                      <a:lnTo>
                        <a:pt x="51" y="239"/>
                      </a:lnTo>
                      <a:lnTo>
                        <a:pt x="35" y="233"/>
                      </a:lnTo>
                      <a:lnTo>
                        <a:pt x="20" y="222"/>
                      </a:lnTo>
                      <a:lnTo>
                        <a:pt x="9" y="207"/>
                      </a:lnTo>
                      <a:lnTo>
                        <a:pt x="2" y="190"/>
                      </a:lnTo>
                      <a:lnTo>
                        <a:pt x="0" y="172"/>
                      </a:lnTo>
                      <a:lnTo>
                        <a:pt x="2" y="155"/>
                      </a:lnTo>
                      <a:lnTo>
                        <a:pt x="9" y="138"/>
                      </a:lnTo>
                      <a:lnTo>
                        <a:pt x="19" y="125"/>
                      </a:lnTo>
                      <a:lnTo>
                        <a:pt x="34" y="114"/>
                      </a:lnTo>
                      <a:lnTo>
                        <a:pt x="214" y="10"/>
                      </a:lnTo>
                      <a:lnTo>
                        <a:pt x="232" y="2"/>
                      </a:lnTo>
                      <a:lnTo>
                        <a:pt x="249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44" name="Freeform 39"/>
                <p:cNvSpPr>
                  <a:spLocks/>
                </p:cNvSpPr>
                <p:nvPr/>
              </p:nvSpPr>
              <p:spPr bwMode="auto">
                <a:xfrm>
                  <a:off x="2792413" y="2079625"/>
                  <a:ext cx="71438" cy="55562"/>
                </a:xfrm>
                <a:custGeom>
                  <a:avLst/>
                  <a:gdLst>
                    <a:gd name="T0" fmla="*/ 69 w 319"/>
                    <a:gd name="T1" fmla="*/ 0 h 242"/>
                    <a:gd name="T2" fmla="*/ 87 w 319"/>
                    <a:gd name="T3" fmla="*/ 2 h 242"/>
                    <a:gd name="T4" fmla="*/ 104 w 319"/>
                    <a:gd name="T5" fmla="*/ 10 h 242"/>
                    <a:gd name="T6" fmla="*/ 285 w 319"/>
                    <a:gd name="T7" fmla="*/ 114 h 242"/>
                    <a:gd name="T8" fmla="*/ 299 w 319"/>
                    <a:gd name="T9" fmla="*/ 125 h 242"/>
                    <a:gd name="T10" fmla="*/ 310 w 319"/>
                    <a:gd name="T11" fmla="*/ 138 h 242"/>
                    <a:gd name="T12" fmla="*/ 316 w 319"/>
                    <a:gd name="T13" fmla="*/ 155 h 242"/>
                    <a:gd name="T14" fmla="*/ 319 w 319"/>
                    <a:gd name="T15" fmla="*/ 172 h 242"/>
                    <a:gd name="T16" fmla="*/ 316 w 319"/>
                    <a:gd name="T17" fmla="*/ 190 h 242"/>
                    <a:gd name="T18" fmla="*/ 310 w 319"/>
                    <a:gd name="T19" fmla="*/ 207 h 242"/>
                    <a:gd name="T20" fmla="*/ 298 w 319"/>
                    <a:gd name="T21" fmla="*/ 222 h 242"/>
                    <a:gd name="T22" fmla="*/ 284 w 319"/>
                    <a:gd name="T23" fmla="*/ 233 h 242"/>
                    <a:gd name="T24" fmla="*/ 268 w 319"/>
                    <a:gd name="T25" fmla="*/ 239 h 242"/>
                    <a:gd name="T26" fmla="*/ 250 w 319"/>
                    <a:gd name="T27" fmla="*/ 242 h 242"/>
                    <a:gd name="T28" fmla="*/ 231 w 319"/>
                    <a:gd name="T29" fmla="*/ 239 h 242"/>
                    <a:gd name="T30" fmla="*/ 214 w 319"/>
                    <a:gd name="T31" fmla="*/ 232 h 242"/>
                    <a:gd name="T32" fmla="*/ 34 w 319"/>
                    <a:gd name="T33" fmla="*/ 129 h 242"/>
                    <a:gd name="T34" fmla="*/ 20 w 319"/>
                    <a:gd name="T35" fmla="*/ 118 h 242"/>
                    <a:gd name="T36" fmla="*/ 9 w 319"/>
                    <a:gd name="T37" fmla="*/ 103 h 242"/>
                    <a:gd name="T38" fmla="*/ 2 w 319"/>
                    <a:gd name="T39" fmla="*/ 86 h 242"/>
                    <a:gd name="T40" fmla="*/ 0 w 319"/>
                    <a:gd name="T41" fmla="*/ 70 h 242"/>
                    <a:gd name="T42" fmla="*/ 2 w 319"/>
                    <a:gd name="T43" fmla="*/ 52 h 242"/>
                    <a:gd name="T44" fmla="*/ 9 w 319"/>
                    <a:gd name="T45" fmla="*/ 35 h 242"/>
                    <a:gd name="T46" fmla="*/ 20 w 319"/>
                    <a:gd name="T47" fmla="*/ 20 h 242"/>
                    <a:gd name="T48" fmla="*/ 35 w 319"/>
                    <a:gd name="T49" fmla="*/ 9 h 242"/>
                    <a:gd name="T50" fmla="*/ 51 w 319"/>
                    <a:gd name="T51" fmla="*/ 3 h 242"/>
                    <a:gd name="T52" fmla="*/ 69 w 319"/>
                    <a:gd name="T53" fmla="*/ 0 h 24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</a:cxnLst>
                  <a:rect l="0" t="0" r="r" b="b"/>
                  <a:pathLst>
                    <a:path w="319" h="242">
                      <a:moveTo>
                        <a:pt x="69" y="0"/>
                      </a:moveTo>
                      <a:lnTo>
                        <a:pt x="87" y="2"/>
                      </a:lnTo>
                      <a:lnTo>
                        <a:pt x="104" y="10"/>
                      </a:lnTo>
                      <a:lnTo>
                        <a:pt x="285" y="114"/>
                      </a:lnTo>
                      <a:lnTo>
                        <a:pt x="299" y="125"/>
                      </a:lnTo>
                      <a:lnTo>
                        <a:pt x="310" y="138"/>
                      </a:lnTo>
                      <a:lnTo>
                        <a:pt x="316" y="155"/>
                      </a:lnTo>
                      <a:lnTo>
                        <a:pt x="319" y="172"/>
                      </a:lnTo>
                      <a:lnTo>
                        <a:pt x="316" y="190"/>
                      </a:lnTo>
                      <a:lnTo>
                        <a:pt x="310" y="207"/>
                      </a:lnTo>
                      <a:lnTo>
                        <a:pt x="298" y="222"/>
                      </a:lnTo>
                      <a:lnTo>
                        <a:pt x="284" y="233"/>
                      </a:lnTo>
                      <a:lnTo>
                        <a:pt x="268" y="239"/>
                      </a:lnTo>
                      <a:lnTo>
                        <a:pt x="250" y="242"/>
                      </a:lnTo>
                      <a:lnTo>
                        <a:pt x="231" y="239"/>
                      </a:lnTo>
                      <a:lnTo>
                        <a:pt x="214" y="232"/>
                      </a:lnTo>
                      <a:lnTo>
                        <a:pt x="34" y="129"/>
                      </a:lnTo>
                      <a:lnTo>
                        <a:pt x="20" y="118"/>
                      </a:lnTo>
                      <a:lnTo>
                        <a:pt x="9" y="103"/>
                      </a:lnTo>
                      <a:lnTo>
                        <a:pt x="2" y="86"/>
                      </a:lnTo>
                      <a:lnTo>
                        <a:pt x="0" y="70"/>
                      </a:lnTo>
                      <a:lnTo>
                        <a:pt x="2" y="52"/>
                      </a:lnTo>
                      <a:lnTo>
                        <a:pt x="9" y="35"/>
                      </a:lnTo>
                      <a:lnTo>
                        <a:pt x="20" y="20"/>
                      </a:lnTo>
                      <a:lnTo>
                        <a:pt x="35" y="9"/>
                      </a:lnTo>
                      <a:lnTo>
                        <a:pt x="51" y="3"/>
                      </a:lnTo>
                      <a:lnTo>
                        <a:pt x="69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45" name="Freeform 40"/>
                <p:cNvSpPr>
                  <a:spLocks/>
                </p:cNvSpPr>
                <p:nvPr/>
              </p:nvSpPr>
              <p:spPr bwMode="auto">
                <a:xfrm>
                  <a:off x="2833688" y="1927225"/>
                  <a:ext cx="77788" cy="31750"/>
                </a:xfrm>
                <a:custGeom>
                  <a:avLst/>
                  <a:gdLst>
                    <a:gd name="T0" fmla="*/ 70 w 348"/>
                    <a:gd name="T1" fmla="*/ 0 h 139"/>
                    <a:gd name="T2" fmla="*/ 278 w 348"/>
                    <a:gd name="T3" fmla="*/ 0 h 139"/>
                    <a:gd name="T4" fmla="*/ 297 w 348"/>
                    <a:gd name="T5" fmla="*/ 4 h 139"/>
                    <a:gd name="T6" fmla="*/ 314 w 348"/>
                    <a:gd name="T7" fmla="*/ 10 h 139"/>
                    <a:gd name="T8" fmla="*/ 327 w 348"/>
                    <a:gd name="T9" fmla="*/ 21 h 139"/>
                    <a:gd name="T10" fmla="*/ 337 w 348"/>
                    <a:gd name="T11" fmla="*/ 35 h 139"/>
                    <a:gd name="T12" fmla="*/ 345 w 348"/>
                    <a:gd name="T13" fmla="*/ 51 h 139"/>
                    <a:gd name="T14" fmla="*/ 348 w 348"/>
                    <a:gd name="T15" fmla="*/ 70 h 139"/>
                    <a:gd name="T16" fmla="*/ 345 w 348"/>
                    <a:gd name="T17" fmla="*/ 88 h 139"/>
                    <a:gd name="T18" fmla="*/ 337 w 348"/>
                    <a:gd name="T19" fmla="*/ 104 h 139"/>
                    <a:gd name="T20" fmla="*/ 327 w 348"/>
                    <a:gd name="T21" fmla="*/ 119 h 139"/>
                    <a:gd name="T22" fmla="*/ 314 w 348"/>
                    <a:gd name="T23" fmla="*/ 129 h 139"/>
                    <a:gd name="T24" fmla="*/ 297 w 348"/>
                    <a:gd name="T25" fmla="*/ 137 h 139"/>
                    <a:gd name="T26" fmla="*/ 278 w 348"/>
                    <a:gd name="T27" fmla="*/ 139 h 139"/>
                    <a:gd name="T28" fmla="*/ 70 w 348"/>
                    <a:gd name="T29" fmla="*/ 139 h 139"/>
                    <a:gd name="T30" fmla="*/ 52 w 348"/>
                    <a:gd name="T31" fmla="*/ 137 h 139"/>
                    <a:gd name="T32" fmla="*/ 34 w 348"/>
                    <a:gd name="T33" fmla="*/ 129 h 139"/>
                    <a:gd name="T34" fmla="*/ 21 w 348"/>
                    <a:gd name="T35" fmla="*/ 119 h 139"/>
                    <a:gd name="T36" fmla="*/ 10 w 348"/>
                    <a:gd name="T37" fmla="*/ 104 h 139"/>
                    <a:gd name="T38" fmla="*/ 3 w 348"/>
                    <a:gd name="T39" fmla="*/ 88 h 139"/>
                    <a:gd name="T40" fmla="*/ 0 w 348"/>
                    <a:gd name="T41" fmla="*/ 70 h 139"/>
                    <a:gd name="T42" fmla="*/ 3 w 348"/>
                    <a:gd name="T43" fmla="*/ 51 h 139"/>
                    <a:gd name="T44" fmla="*/ 10 w 348"/>
                    <a:gd name="T45" fmla="*/ 35 h 139"/>
                    <a:gd name="T46" fmla="*/ 21 w 348"/>
                    <a:gd name="T47" fmla="*/ 21 h 139"/>
                    <a:gd name="T48" fmla="*/ 34 w 348"/>
                    <a:gd name="T49" fmla="*/ 10 h 139"/>
                    <a:gd name="T50" fmla="*/ 52 w 348"/>
                    <a:gd name="T51" fmla="*/ 4 h 139"/>
                    <a:gd name="T52" fmla="*/ 70 w 348"/>
                    <a:gd name="T53" fmla="*/ 0 h 13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</a:cxnLst>
                  <a:rect l="0" t="0" r="r" b="b"/>
                  <a:pathLst>
                    <a:path w="348" h="139">
                      <a:moveTo>
                        <a:pt x="70" y="0"/>
                      </a:moveTo>
                      <a:lnTo>
                        <a:pt x="278" y="0"/>
                      </a:lnTo>
                      <a:lnTo>
                        <a:pt x="297" y="4"/>
                      </a:lnTo>
                      <a:lnTo>
                        <a:pt x="314" y="10"/>
                      </a:lnTo>
                      <a:lnTo>
                        <a:pt x="327" y="21"/>
                      </a:lnTo>
                      <a:lnTo>
                        <a:pt x="337" y="35"/>
                      </a:lnTo>
                      <a:lnTo>
                        <a:pt x="345" y="51"/>
                      </a:lnTo>
                      <a:lnTo>
                        <a:pt x="348" y="70"/>
                      </a:lnTo>
                      <a:lnTo>
                        <a:pt x="345" y="88"/>
                      </a:lnTo>
                      <a:lnTo>
                        <a:pt x="337" y="104"/>
                      </a:lnTo>
                      <a:lnTo>
                        <a:pt x="327" y="119"/>
                      </a:lnTo>
                      <a:lnTo>
                        <a:pt x="314" y="129"/>
                      </a:lnTo>
                      <a:lnTo>
                        <a:pt x="297" y="137"/>
                      </a:lnTo>
                      <a:lnTo>
                        <a:pt x="278" y="139"/>
                      </a:lnTo>
                      <a:lnTo>
                        <a:pt x="70" y="139"/>
                      </a:lnTo>
                      <a:lnTo>
                        <a:pt x="52" y="137"/>
                      </a:lnTo>
                      <a:lnTo>
                        <a:pt x="34" y="129"/>
                      </a:lnTo>
                      <a:lnTo>
                        <a:pt x="21" y="119"/>
                      </a:lnTo>
                      <a:lnTo>
                        <a:pt x="10" y="104"/>
                      </a:lnTo>
                      <a:lnTo>
                        <a:pt x="3" y="88"/>
                      </a:lnTo>
                      <a:lnTo>
                        <a:pt x="0" y="70"/>
                      </a:lnTo>
                      <a:lnTo>
                        <a:pt x="3" y="51"/>
                      </a:lnTo>
                      <a:lnTo>
                        <a:pt x="10" y="35"/>
                      </a:lnTo>
                      <a:lnTo>
                        <a:pt x="21" y="21"/>
                      </a:lnTo>
                      <a:lnTo>
                        <a:pt x="34" y="10"/>
                      </a:lnTo>
                      <a:lnTo>
                        <a:pt x="52" y="4"/>
                      </a:lnTo>
                      <a:lnTo>
                        <a:pt x="70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46" name="Freeform 41"/>
                <p:cNvSpPr>
                  <a:spLocks/>
                </p:cNvSpPr>
                <p:nvPr/>
              </p:nvSpPr>
              <p:spPr bwMode="auto">
                <a:xfrm>
                  <a:off x="2792413" y="1751013"/>
                  <a:ext cx="71438" cy="55562"/>
                </a:xfrm>
                <a:custGeom>
                  <a:avLst/>
                  <a:gdLst>
                    <a:gd name="T0" fmla="*/ 250 w 319"/>
                    <a:gd name="T1" fmla="*/ 0 h 241"/>
                    <a:gd name="T2" fmla="*/ 268 w 319"/>
                    <a:gd name="T3" fmla="*/ 3 h 241"/>
                    <a:gd name="T4" fmla="*/ 284 w 319"/>
                    <a:gd name="T5" fmla="*/ 9 h 241"/>
                    <a:gd name="T6" fmla="*/ 298 w 319"/>
                    <a:gd name="T7" fmla="*/ 20 h 241"/>
                    <a:gd name="T8" fmla="*/ 310 w 319"/>
                    <a:gd name="T9" fmla="*/ 34 h 241"/>
                    <a:gd name="T10" fmla="*/ 316 w 319"/>
                    <a:gd name="T11" fmla="*/ 51 h 241"/>
                    <a:gd name="T12" fmla="*/ 319 w 319"/>
                    <a:gd name="T13" fmla="*/ 69 h 241"/>
                    <a:gd name="T14" fmla="*/ 316 w 319"/>
                    <a:gd name="T15" fmla="*/ 87 h 241"/>
                    <a:gd name="T16" fmla="*/ 310 w 319"/>
                    <a:gd name="T17" fmla="*/ 103 h 241"/>
                    <a:gd name="T18" fmla="*/ 299 w 319"/>
                    <a:gd name="T19" fmla="*/ 118 h 241"/>
                    <a:gd name="T20" fmla="*/ 285 w 319"/>
                    <a:gd name="T21" fmla="*/ 129 h 241"/>
                    <a:gd name="T22" fmla="*/ 104 w 319"/>
                    <a:gd name="T23" fmla="*/ 231 h 241"/>
                    <a:gd name="T24" fmla="*/ 87 w 319"/>
                    <a:gd name="T25" fmla="*/ 239 h 241"/>
                    <a:gd name="T26" fmla="*/ 69 w 319"/>
                    <a:gd name="T27" fmla="*/ 241 h 241"/>
                    <a:gd name="T28" fmla="*/ 52 w 319"/>
                    <a:gd name="T29" fmla="*/ 239 h 241"/>
                    <a:gd name="T30" fmla="*/ 35 w 319"/>
                    <a:gd name="T31" fmla="*/ 232 h 241"/>
                    <a:gd name="T32" fmla="*/ 20 w 319"/>
                    <a:gd name="T33" fmla="*/ 221 h 241"/>
                    <a:gd name="T34" fmla="*/ 9 w 319"/>
                    <a:gd name="T35" fmla="*/ 206 h 241"/>
                    <a:gd name="T36" fmla="*/ 2 w 319"/>
                    <a:gd name="T37" fmla="*/ 190 h 241"/>
                    <a:gd name="T38" fmla="*/ 0 w 319"/>
                    <a:gd name="T39" fmla="*/ 172 h 241"/>
                    <a:gd name="T40" fmla="*/ 2 w 319"/>
                    <a:gd name="T41" fmla="*/ 155 h 241"/>
                    <a:gd name="T42" fmla="*/ 9 w 319"/>
                    <a:gd name="T43" fmla="*/ 138 h 241"/>
                    <a:gd name="T44" fmla="*/ 20 w 319"/>
                    <a:gd name="T45" fmla="*/ 124 h 241"/>
                    <a:gd name="T46" fmla="*/ 34 w 319"/>
                    <a:gd name="T47" fmla="*/ 112 h 241"/>
                    <a:gd name="T48" fmla="*/ 214 w 319"/>
                    <a:gd name="T49" fmla="*/ 9 h 241"/>
                    <a:gd name="T50" fmla="*/ 233 w 319"/>
                    <a:gd name="T51" fmla="*/ 3 h 241"/>
                    <a:gd name="T52" fmla="*/ 250 w 319"/>
                    <a:gd name="T53" fmla="*/ 0 h 24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</a:cxnLst>
                  <a:rect l="0" t="0" r="r" b="b"/>
                  <a:pathLst>
                    <a:path w="319" h="241">
                      <a:moveTo>
                        <a:pt x="250" y="0"/>
                      </a:moveTo>
                      <a:lnTo>
                        <a:pt x="268" y="3"/>
                      </a:lnTo>
                      <a:lnTo>
                        <a:pt x="284" y="9"/>
                      </a:lnTo>
                      <a:lnTo>
                        <a:pt x="298" y="20"/>
                      </a:lnTo>
                      <a:lnTo>
                        <a:pt x="310" y="34"/>
                      </a:lnTo>
                      <a:lnTo>
                        <a:pt x="316" y="51"/>
                      </a:lnTo>
                      <a:lnTo>
                        <a:pt x="319" y="69"/>
                      </a:lnTo>
                      <a:lnTo>
                        <a:pt x="316" y="87"/>
                      </a:lnTo>
                      <a:lnTo>
                        <a:pt x="310" y="103"/>
                      </a:lnTo>
                      <a:lnTo>
                        <a:pt x="299" y="118"/>
                      </a:lnTo>
                      <a:lnTo>
                        <a:pt x="285" y="129"/>
                      </a:lnTo>
                      <a:lnTo>
                        <a:pt x="104" y="231"/>
                      </a:lnTo>
                      <a:lnTo>
                        <a:pt x="87" y="239"/>
                      </a:lnTo>
                      <a:lnTo>
                        <a:pt x="69" y="241"/>
                      </a:lnTo>
                      <a:lnTo>
                        <a:pt x="52" y="239"/>
                      </a:lnTo>
                      <a:lnTo>
                        <a:pt x="35" y="232"/>
                      </a:lnTo>
                      <a:lnTo>
                        <a:pt x="20" y="221"/>
                      </a:lnTo>
                      <a:lnTo>
                        <a:pt x="9" y="206"/>
                      </a:lnTo>
                      <a:lnTo>
                        <a:pt x="2" y="190"/>
                      </a:lnTo>
                      <a:lnTo>
                        <a:pt x="0" y="172"/>
                      </a:lnTo>
                      <a:lnTo>
                        <a:pt x="2" y="155"/>
                      </a:lnTo>
                      <a:lnTo>
                        <a:pt x="9" y="138"/>
                      </a:lnTo>
                      <a:lnTo>
                        <a:pt x="20" y="124"/>
                      </a:lnTo>
                      <a:lnTo>
                        <a:pt x="34" y="112"/>
                      </a:lnTo>
                      <a:lnTo>
                        <a:pt x="214" y="9"/>
                      </a:lnTo>
                      <a:lnTo>
                        <a:pt x="233" y="3"/>
                      </a:lnTo>
                      <a:lnTo>
                        <a:pt x="250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47" name="Freeform 42"/>
                <p:cNvSpPr>
                  <a:spLocks/>
                </p:cNvSpPr>
                <p:nvPr/>
              </p:nvSpPr>
              <p:spPr bwMode="auto">
                <a:xfrm>
                  <a:off x="2679700" y="1622425"/>
                  <a:ext cx="55563" cy="71437"/>
                </a:xfrm>
                <a:custGeom>
                  <a:avLst/>
                  <a:gdLst>
                    <a:gd name="T0" fmla="*/ 172 w 243"/>
                    <a:gd name="T1" fmla="*/ 0 h 316"/>
                    <a:gd name="T2" fmla="*/ 191 w 243"/>
                    <a:gd name="T3" fmla="*/ 2 h 316"/>
                    <a:gd name="T4" fmla="*/ 208 w 243"/>
                    <a:gd name="T5" fmla="*/ 10 h 316"/>
                    <a:gd name="T6" fmla="*/ 222 w 243"/>
                    <a:gd name="T7" fmla="*/ 21 h 316"/>
                    <a:gd name="T8" fmla="*/ 234 w 243"/>
                    <a:gd name="T9" fmla="*/ 34 h 316"/>
                    <a:gd name="T10" fmla="*/ 241 w 243"/>
                    <a:gd name="T11" fmla="*/ 51 h 316"/>
                    <a:gd name="T12" fmla="*/ 243 w 243"/>
                    <a:gd name="T13" fmla="*/ 68 h 316"/>
                    <a:gd name="T14" fmla="*/ 241 w 243"/>
                    <a:gd name="T15" fmla="*/ 86 h 316"/>
                    <a:gd name="T16" fmla="*/ 234 w 243"/>
                    <a:gd name="T17" fmla="*/ 103 h 316"/>
                    <a:gd name="T18" fmla="*/ 129 w 243"/>
                    <a:gd name="T19" fmla="*/ 282 h 316"/>
                    <a:gd name="T20" fmla="*/ 118 w 243"/>
                    <a:gd name="T21" fmla="*/ 297 h 316"/>
                    <a:gd name="T22" fmla="*/ 103 w 243"/>
                    <a:gd name="T23" fmla="*/ 308 h 316"/>
                    <a:gd name="T24" fmla="*/ 87 w 243"/>
                    <a:gd name="T25" fmla="*/ 314 h 316"/>
                    <a:gd name="T26" fmla="*/ 69 w 243"/>
                    <a:gd name="T27" fmla="*/ 316 h 316"/>
                    <a:gd name="T28" fmla="*/ 52 w 243"/>
                    <a:gd name="T29" fmla="*/ 314 h 316"/>
                    <a:gd name="T30" fmla="*/ 35 w 243"/>
                    <a:gd name="T31" fmla="*/ 307 h 316"/>
                    <a:gd name="T32" fmla="*/ 19 w 243"/>
                    <a:gd name="T33" fmla="*/ 296 h 316"/>
                    <a:gd name="T34" fmla="*/ 9 w 243"/>
                    <a:gd name="T35" fmla="*/ 282 h 316"/>
                    <a:gd name="T36" fmla="*/ 2 w 243"/>
                    <a:gd name="T37" fmla="*/ 265 h 316"/>
                    <a:gd name="T38" fmla="*/ 0 w 243"/>
                    <a:gd name="T39" fmla="*/ 248 h 316"/>
                    <a:gd name="T40" fmla="*/ 2 w 243"/>
                    <a:gd name="T41" fmla="*/ 230 h 316"/>
                    <a:gd name="T42" fmla="*/ 9 w 243"/>
                    <a:gd name="T43" fmla="*/ 214 h 316"/>
                    <a:gd name="T44" fmla="*/ 113 w 243"/>
                    <a:gd name="T45" fmla="*/ 34 h 316"/>
                    <a:gd name="T46" fmla="*/ 125 w 243"/>
                    <a:gd name="T47" fmla="*/ 20 h 316"/>
                    <a:gd name="T48" fmla="*/ 140 w 243"/>
                    <a:gd name="T49" fmla="*/ 9 h 316"/>
                    <a:gd name="T50" fmla="*/ 155 w 243"/>
                    <a:gd name="T51" fmla="*/ 2 h 316"/>
                    <a:gd name="T52" fmla="*/ 172 w 243"/>
                    <a:gd name="T53" fmla="*/ 0 h 31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</a:cxnLst>
                  <a:rect l="0" t="0" r="r" b="b"/>
                  <a:pathLst>
                    <a:path w="243" h="316">
                      <a:moveTo>
                        <a:pt x="172" y="0"/>
                      </a:moveTo>
                      <a:lnTo>
                        <a:pt x="191" y="2"/>
                      </a:lnTo>
                      <a:lnTo>
                        <a:pt x="208" y="10"/>
                      </a:lnTo>
                      <a:lnTo>
                        <a:pt x="222" y="21"/>
                      </a:lnTo>
                      <a:lnTo>
                        <a:pt x="234" y="34"/>
                      </a:lnTo>
                      <a:lnTo>
                        <a:pt x="241" y="51"/>
                      </a:lnTo>
                      <a:lnTo>
                        <a:pt x="243" y="68"/>
                      </a:lnTo>
                      <a:lnTo>
                        <a:pt x="241" y="86"/>
                      </a:lnTo>
                      <a:lnTo>
                        <a:pt x="234" y="103"/>
                      </a:lnTo>
                      <a:lnTo>
                        <a:pt x="129" y="282"/>
                      </a:lnTo>
                      <a:lnTo>
                        <a:pt x="118" y="297"/>
                      </a:lnTo>
                      <a:lnTo>
                        <a:pt x="103" y="308"/>
                      </a:lnTo>
                      <a:lnTo>
                        <a:pt x="87" y="314"/>
                      </a:lnTo>
                      <a:lnTo>
                        <a:pt x="69" y="316"/>
                      </a:lnTo>
                      <a:lnTo>
                        <a:pt x="52" y="314"/>
                      </a:lnTo>
                      <a:lnTo>
                        <a:pt x="35" y="307"/>
                      </a:lnTo>
                      <a:lnTo>
                        <a:pt x="19" y="296"/>
                      </a:lnTo>
                      <a:lnTo>
                        <a:pt x="9" y="282"/>
                      </a:lnTo>
                      <a:lnTo>
                        <a:pt x="2" y="265"/>
                      </a:lnTo>
                      <a:lnTo>
                        <a:pt x="0" y="248"/>
                      </a:lnTo>
                      <a:lnTo>
                        <a:pt x="2" y="230"/>
                      </a:lnTo>
                      <a:lnTo>
                        <a:pt x="9" y="214"/>
                      </a:lnTo>
                      <a:lnTo>
                        <a:pt x="113" y="34"/>
                      </a:lnTo>
                      <a:lnTo>
                        <a:pt x="125" y="20"/>
                      </a:lnTo>
                      <a:lnTo>
                        <a:pt x="140" y="9"/>
                      </a:lnTo>
                      <a:lnTo>
                        <a:pt x="155" y="2"/>
                      </a:lnTo>
                      <a:lnTo>
                        <a:pt x="172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48" name="Freeform 43"/>
                <p:cNvSpPr>
                  <a:spLocks/>
                </p:cNvSpPr>
                <p:nvPr/>
              </p:nvSpPr>
              <p:spPr bwMode="auto">
                <a:xfrm>
                  <a:off x="2503488" y="1811338"/>
                  <a:ext cx="76200" cy="242887"/>
                </a:xfrm>
                <a:custGeom>
                  <a:avLst/>
                  <a:gdLst>
                    <a:gd name="T0" fmla="*/ 167 w 334"/>
                    <a:gd name="T1" fmla="*/ 0 h 1073"/>
                    <a:gd name="T2" fmla="*/ 201 w 334"/>
                    <a:gd name="T3" fmla="*/ 2 h 1073"/>
                    <a:gd name="T4" fmla="*/ 230 w 334"/>
                    <a:gd name="T5" fmla="*/ 8 h 1073"/>
                    <a:gd name="T6" fmla="*/ 258 w 334"/>
                    <a:gd name="T7" fmla="*/ 18 h 1073"/>
                    <a:gd name="T8" fmla="*/ 280 w 334"/>
                    <a:gd name="T9" fmla="*/ 33 h 1073"/>
                    <a:gd name="T10" fmla="*/ 300 w 334"/>
                    <a:gd name="T11" fmla="*/ 51 h 1073"/>
                    <a:gd name="T12" fmla="*/ 314 w 334"/>
                    <a:gd name="T13" fmla="*/ 72 h 1073"/>
                    <a:gd name="T14" fmla="*/ 326 w 334"/>
                    <a:gd name="T15" fmla="*/ 98 h 1073"/>
                    <a:gd name="T16" fmla="*/ 331 w 334"/>
                    <a:gd name="T17" fmla="*/ 128 h 1073"/>
                    <a:gd name="T18" fmla="*/ 334 w 334"/>
                    <a:gd name="T19" fmla="*/ 162 h 1073"/>
                    <a:gd name="T20" fmla="*/ 334 w 334"/>
                    <a:gd name="T21" fmla="*/ 406 h 1073"/>
                    <a:gd name="T22" fmla="*/ 332 w 334"/>
                    <a:gd name="T23" fmla="*/ 438 h 1073"/>
                    <a:gd name="T24" fmla="*/ 329 w 334"/>
                    <a:gd name="T25" fmla="*/ 471 h 1073"/>
                    <a:gd name="T26" fmla="*/ 326 w 334"/>
                    <a:gd name="T27" fmla="*/ 505 h 1073"/>
                    <a:gd name="T28" fmla="*/ 260 w 334"/>
                    <a:gd name="T29" fmla="*/ 996 h 1073"/>
                    <a:gd name="T30" fmla="*/ 255 w 334"/>
                    <a:gd name="T31" fmla="*/ 1019 h 1073"/>
                    <a:gd name="T32" fmla="*/ 247 w 334"/>
                    <a:gd name="T33" fmla="*/ 1039 h 1073"/>
                    <a:gd name="T34" fmla="*/ 237 w 334"/>
                    <a:gd name="T35" fmla="*/ 1052 h 1073"/>
                    <a:gd name="T36" fmla="*/ 224 w 334"/>
                    <a:gd name="T37" fmla="*/ 1062 h 1073"/>
                    <a:gd name="T38" fmla="*/ 208 w 334"/>
                    <a:gd name="T39" fmla="*/ 1069 h 1073"/>
                    <a:gd name="T40" fmla="*/ 188 w 334"/>
                    <a:gd name="T41" fmla="*/ 1072 h 1073"/>
                    <a:gd name="T42" fmla="*/ 167 w 334"/>
                    <a:gd name="T43" fmla="*/ 1073 h 1073"/>
                    <a:gd name="T44" fmla="*/ 145 w 334"/>
                    <a:gd name="T45" fmla="*/ 1072 h 1073"/>
                    <a:gd name="T46" fmla="*/ 126 w 334"/>
                    <a:gd name="T47" fmla="*/ 1069 h 1073"/>
                    <a:gd name="T48" fmla="*/ 110 w 334"/>
                    <a:gd name="T49" fmla="*/ 1062 h 1073"/>
                    <a:gd name="T50" fmla="*/ 96 w 334"/>
                    <a:gd name="T51" fmla="*/ 1052 h 1073"/>
                    <a:gd name="T52" fmla="*/ 86 w 334"/>
                    <a:gd name="T53" fmla="*/ 1039 h 1073"/>
                    <a:gd name="T54" fmla="*/ 78 w 334"/>
                    <a:gd name="T55" fmla="*/ 1019 h 1073"/>
                    <a:gd name="T56" fmla="*/ 74 w 334"/>
                    <a:gd name="T57" fmla="*/ 996 h 1073"/>
                    <a:gd name="T58" fmla="*/ 8 w 334"/>
                    <a:gd name="T59" fmla="*/ 505 h 1073"/>
                    <a:gd name="T60" fmla="*/ 5 w 334"/>
                    <a:gd name="T61" fmla="*/ 471 h 1073"/>
                    <a:gd name="T62" fmla="*/ 1 w 334"/>
                    <a:gd name="T63" fmla="*/ 438 h 1073"/>
                    <a:gd name="T64" fmla="*/ 0 w 334"/>
                    <a:gd name="T65" fmla="*/ 406 h 1073"/>
                    <a:gd name="T66" fmla="*/ 0 w 334"/>
                    <a:gd name="T67" fmla="*/ 162 h 1073"/>
                    <a:gd name="T68" fmla="*/ 2 w 334"/>
                    <a:gd name="T69" fmla="*/ 128 h 1073"/>
                    <a:gd name="T70" fmla="*/ 8 w 334"/>
                    <a:gd name="T71" fmla="*/ 98 h 1073"/>
                    <a:gd name="T72" fmla="*/ 19 w 334"/>
                    <a:gd name="T73" fmla="*/ 72 h 1073"/>
                    <a:gd name="T74" fmla="*/ 34 w 334"/>
                    <a:gd name="T75" fmla="*/ 51 h 1073"/>
                    <a:gd name="T76" fmla="*/ 53 w 334"/>
                    <a:gd name="T77" fmla="*/ 33 h 1073"/>
                    <a:gd name="T78" fmla="*/ 76 w 334"/>
                    <a:gd name="T79" fmla="*/ 18 h 1073"/>
                    <a:gd name="T80" fmla="*/ 103 w 334"/>
                    <a:gd name="T81" fmla="*/ 8 h 1073"/>
                    <a:gd name="T82" fmla="*/ 133 w 334"/>
                    <a:gd name="T83" fmla="*/ 2 h 1073"/>
                    <a:gd name="T84" fmla="*/ 167 w 334"/>
                    <a:gd name="T85" fmla="*/ 0 h 107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</a:cxnLst>
                  <a:rect l="0" t="0" r="r" b="b"/>
                  <a:pathLst>
                    <a:path w="334" h="1073">
                      <a:moveTo>
                        <a:pt x="167" y="0"/>
                      </a:moveTo>
                      <a:lnTo>
                        <a:pt x="201" y="2"/>
                      </a:lnTo>
                      <a:lnTo>
                        <a:pt x="230" y="8"/>
                      </a:lnTo>
                      <a:lnTo>
                        <a:pt x="258" y="18"/>
                      </a:lnTo>
                      <a:lnTo>
                        <a:pt x="280" y="33"/>
                      </a:lnTo>
                      <a:lnTo>
                        <a:pt x="300" y="51"/>
                      </a:lnTo>
                      <a:lnTo>
                        <a:pt x="314" y="72"/>
                      </a:lnTo>
                      <a:lnTo>
                        <a:pt x="326" y="98"/>
                      </a:lnTo>
                      <a:lnTo>
                        <a:pt x="331" y="128"/>
                      </a:lnTo>
                      <a:lnTo>
                        <a:pt x="334" y="162"/>
                      </a:lnTo>
                      <a:lnTo>
                        <a:pt x="334" y="406"/>
                      </a:lnTo>
                      <a:lnTo>
                        <a:pt x="332" y="438"/>
                      </a:lnTo>
                      <a:lnTo>
                        <a:pt x="329" y="471"/>
                      </a:lnTo>
                      <a:lnTo>
                        <a:pt x="326" y="505"/>
                      </a:lnTo>
                      <a:lnTo>
                        <a:pt x="260" y="996"/>
                      </a:lnTo>
                      <a:lnTo>
                        <a:pt x="255" y="1019"/>
                      </a:lnTo>
                      <a:lnTo>
                        <a:pt x="247" y="1039"/>
                      </a:lnTo>
                      <a:lnTo>
                        <a:pt x="237" y="1052"/>
                      </a:lnTo>
                      <a:lnTo>
                        <a:pt x="224" y="1062"/>
                      </a:lnTo>
                      <a:lnTo>
                        <a:pt x="208" y="1069"/>
                      </a:lnTo>
                      <a:lnTo>
                        <a:pt x="188" y="1072"/>
                      </a:lnTo>
                      <a:lnTo>
                        <a:pt x="167" y="1073"/>
                      </a:lnTo>
                      <a:lnTo>
                        <a:pt x="145" y="1072"/>
                      </a:lnTo>
                      <a:lnTo>
                        <a:pt x="126" y="1069"/>
                      </a:lnTo>
                      <a:lnTo>
                        <a:pt x="110" y="1062"/>
                      </a:lnTo>
                      <a:lnTo>
                        <a:pt x="96" y="1052"/>
                      </a:lnTo>
                      <a:lnTo>
                        <a:pt x="86" y="1039"/>
                      </a:lnTo>
                      <a:lnTo>
                        <a:pt x="78" y="1019"/>
                      </a:lnTo>
                      <a:lnTo>
                        <a:pt x="74" y="996"/>
                      </a:lnTo>
                      <a:lnTo>
                        <a:pt x="8" y="505"/>
                      </a:lnTo>
                      <a:lnTo>
                        <a:pt x="5" y="471"/>
                      </a:lnTo>
                      <a:lnTo>
                        <a:pt x="1" y="438"/>
                      </a:lnTo>
                      <a:lnTo>
                        <a:pt x="0" y="406"/>
                      </a:lnTo>
                      <a:lnTo>
                        <a:pt x="0" y="162"/>
                      </a:lnTo>
                      <a:lnTo>
                        <a:pt x="2" y="128"/>
                      </a:lnTo>
                      <a:lnTo>
                        <a:pt x="8" y="98"/>
                      </a:lnTo>
                      <a:lnTo>
                        <a:pt x="19" y="72"/>
                      </a:lnTo>
                      <a:lnTo>
                        <a:pt x="34" y="51"/>
                      </a:lnTo>
                      <a:lnTo>
                        <a:pt x="53" y="33"/>
                      </a:lnTo>
                      <a:lnTo>
                        <a:pt x="76" y="18"/>
                      </a:lnTo>
                      <a:lnTo>
                        <a:pt x="103" y="8"/>
                      </a:lnTo>
                      <a:lnTo>
                        <a:pt x="133" y="2"/>
                      </a:lnTo>
                      <a:lnTo>
                        <a:pt x="167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49" name="Freeform 44"/>
                <p:cNvSpPr>
                  <a:spLocks/>
                </p:cNvSpPr>
                <p:nvPr/>
              </p:nvSpPr>
              <p:spPr bwMode="auto">
                <a:xfrm>
                  <a:off x="2501900" y="2085975"/>
                  <a:ext cx="79375" cy="77787"/>
                </a:xfrm>
                <a:custGeom>
                  <a:avLst/>
                  <a:gdLst>
                    <a:gd name="T0" fmla="*/ 174 w 347"/>
                    <a:gd name="T1" fmla="*/ 0 h 344"/>
                    <a:gd name="T2" fmla="*/ 209 w 347"/>
                    <a:gd name="T3" fmla="*/ 4 h 344"/>
                    <a:gd name="T4" fmla="*/ 241 w 347"/>
                    <a:gd name="T5" fmla="*/ 14 h 344"/>
                    <a:gd name="T6" fmla="*/ 270 w 347"/>
                    <a:gd name="T7" fmla="*/ 30 h 344"/>
                    <a:gd name="T8" fmla="*/ 296 w 347"/>
                    <a:gd name="T9" fmla="*/ 50 h 344"/>
                    <a:gd name="T10" fmla="*/ 318 w 347"/>
                    <a:gd name="T11" fmla="*/ 76 h 344"/>
                    <a:gd name="T12" fmla="*/ 334 w 347"/>
                    <a:gd name="T13" fmla="*/ 106 h 344"/>
                    <a:gd name="T14" fmla="*/ 344 w 347"/>
                    <a:gd name="T15" fmla="*/ 138 h 344"/>
                    <a:gd name="T16" fmla="*/ 347 w 347"/>
                    <a:gd name="T17" fmla="*/ 172 h 344"/>
                    <a:gd name="T18" fmla="*/ 344 w 347"/>
                    <a:gd name="T19" fmla="*/ 207 h 344"/>
                    <a:gd name="T20" fmla="*/ 334 w 347"/>
                    <a:gd name="T21" fmla="*/ 240 h 344"/>
                    <a:gd name="T22" fmla="*/ 318 w 347"/>
                    <a:gd name="T23" fmla="*/ 269 h 344"/>
                    <a:gd name="T24" fmla="*/ 296 w 347"/>
                    <a:gd name="T25" fmla="*/ 294 h 344"/>
                    <a:gd name="T26" fmla="*/ 270 w 347"/>
                    <a:gd name="T27" fmla="*/ 315 h 344"/>
                    <a:gd name="T28" fmla="*/ 241 w 347"/>
                    <a:gd name="T29" fmla="*/ 331 h 344"/>
                    <a:gd name="T30" fmla="*/ 209 w 347"/>
                    <a:gd name="T31" fmla="*/ 341 h 344"/>
                    <a:gd name="T32" fmla="*/ 174 w 347"/>
                    <a:gd name="T33" fmla="*/ 344 h 344"/>
                    <a:gd name="T34" fmla="*/ 139 w 347"/>
                    <a:gd name="T35" fmla="*/ 341 h 344"/>
                    <a:gd name="T36" fmla="*/ 107 w 347"/>
                    <a:gd name="T37" fmla="*/ 331 h 344"/>
                    <a:gd name="T38" fmla="*/ 77 w 347"/>
                    <a:gd name="T39" fmla="*/ 315 h 344"/>
                    <a:gd name="T40" fmla="*/ 51 w 347"/>
                    <a:gd name="T41" fmla="*/ 294 h 344"/>
                    <a:gd name="T42" fmla="*/ 30 w 347"/>
                    <a:gd name="T43" fmla="*/ 269 h 344"/>
                    <a:gd name="T44" fmla="*/ 14 w 347"/>
                    <a:gd name="T45" fmla="*/ 240 h 344"/>
                    <a:gd name="T46" fmla="*/ 4 w 347"/>
                    <a:gd name="T47" fmla="*/ 207 h 344"/>
                    <a:gd name="T48" fmla="*/ 0 w 347"/>
                    <a:gd name="T49" fmla="*/ 172 h 344"/>
                    <a:gd name="T50" fmla="*/ 4 w 347"/>
                    <a:gd name="T51" fmla="*/ 138 h 344"/>
                    <a:gd name="T52" fmla="*/ 14 w 347"/>
                    <a:gd name="T53" fmla="*/ 106 h 344"/>
                    <a:gd name="T54" fmla="*/ 30 w 347"/>
                    <a:gd name="T55" fmla="*/ 76 h 344"/>
                    <a:gd name="T56" fmla="*/ 51 w 347"/>
                    <a:gd name="T57" fmla="*/ 50 h 344"/>
                    <a:gd name="T58" fmla="*/ 77 w 347"/>
                    <a:gd name="T59" fmla="*/ 30 h 344"/>
                    <a:gd name="T60" fmla="*/ 107 w 347"/>
                    <a:gd name="T61" fmla="*/ 14 h 344"/>
                    <a:gd name="T62" fmla="*/ 139 w 347"/>
                    <a:gd name="T63" fmla="*/ 4 h 344"/>
                    <a:gd name="T64" fmla="*/ 174 w 347"/>
                    <a:gd name="T65" fmla="*/ 0 h 34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</a:cxnLst>
                  <a:rect l="0" t="0" r="r" b="b"/>
                  <a:pathLst>
                    <a:path w="347" h="344">
                      <a:moveTo>
                        <a:pt x="174" y="0"/>
                      </a:moveTo>
                      <a:lnTo>
                        <a:pt x="209" y="4"/>
                      </a:lnTo>
                      <a:lnTo>
                        <a:pt x="241" y="14"/>
                      </a:lnTo>
                      <a:lnTo>
                        <a:pt x="270" y="30"/>
                      </a:lnTo>
                      <a:lnTo>
                        <a:pt x="296" y="50"/>
                      </a:lnTo>
                      <a:lnTo>
                        <a:pt x="318" y="76"/>
                      </a:lnTo>
                      <a:lnTo>
                        <a:pt x="334" y="106"/>
                      </a:lnTo>
                      <a:lnTo>
                        <a:pt x="344" y="138"/>
                      </a:lnTo>
                      <a:lnTo>
                        <a:pt x="347" y="172"/>
                      </a:lnTo>
                      <a:lnTo>
                        <a:pt x="344" y="207"/>
                      </a:lnTo>
                      <a:lnTo>
                        <a:pt x="334" y="240"/>
                      </a:lnTo>
                      <a:lnTo>
                        <a:pt x="318" y="269"/>
                      </a:lnTo>
                      <a:lnTo>
                        <a:pt x="296" y="294"/>
                      </a:lnTo>
                      <a:lnTo>
                        <a:pt x="270" y="315"/>
                      </a:lnTo>
                      <a:lnTo>
                        <a:pt x="241" y="331"/>
                      </a:lnTo>
                      <a:lnTo>
                        <a:pt x="209" y="341"/>
                      </a:lnTo>
                      <a:lnTo>
                        <a:pt x="174" y="344"/>
                      </a:lnTo>
                      <a:lnTo>
                        <a:pt x="139" y="341"/>
                      </a:lnTo>
                      <a:lnTo>
                        <a:pt x="107" y="331"/>
                      </a:lnTo>
                      <a:lnTo>
                        <a:pt x="77" y="315"/>
                      </a:lnTo>
                      <a:lnTo>
                        <a:pt x="51" y="294"/>
                      </a:lnTo>
                      <a:lnTo>
                        <a:pt x="30" y="269"/>
                      </a:lnTo>
                      <a:lnTo>
                        <a:pt x="14" y="240"/>
                      </a:lnTo>
                      <a:lnTo>
                        <a:pt x="4" y="207"/>
                      </a:lnTo>
                      <a:lnTo>
                        <a:pt x="0" y="172"/>
                      </a:lnTo>
                      <a:lnTo>
                        <a:pt x="4" y="138"/>
                      </a:lnTo>
                      <a:lnTo>
                        <a:pt x="14" y="106"/>
                      </a:lnTo>
                      <a:lnTo>
                        <a:pt x="30" y="76"/>
                      </a:lnTo>
                      <a:lnTo>
                        <a:pt x="51" y="50"/>
                      </a:lnTo>
                      <a:lnTo>
                        <a:pt x="77" y="30"/>
                      </a:lnTo>
                      <a:lnTo>
                        <a:pt x="107" y="14"/>
                      </a:lnTo>
                      <a:lnTo>
                        <a:pt x="139" y="4"/>
                      </a:lnTo>
                      <a:lnTo>
                        <a:pt x="174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</p:grpSp>
        </p:grpSp>
        <p:grpSp>
          <p:nvGrpSpPr>
            <p:cNvPr id="11" name="그룹 51"/>
            <p:cNvGrpSpPr/>
            <p:nvPr/>
          </p:nvGrpSpPr>
          <p:grpSpPr>
            <a:xfrm>
              <a:off x="6377507" y="3161645"/>
              <a:ext cx="1887811" cy="1488466"/>
              <a:chOff x="6225107" y="3009245"/>
              <a:chExt cx="1887811" cy="1488466"/>
            </a:xfrm>
          </p:grpSpPr>
          <p:sp>
            <p:nvSpPr>
              <p:cNvPr id="34" name="Freeform 25"/>
              <p:cNvSpPr>
                <a:spLocks noEditPoints="1"/>
              </p:cNvSpPr>
              <p:nvPr/>
            </p:nvSpPr>
            <p:spPr bwMode="auto">
              <a:xfrm>
                <a:off x="6225107" y="3009245"/>
                <a:ext cx="1887811" cy="1488466"/>
              </a:xfrm>
              <a:custGeom>
                <a:avLst/>
                <a:gdLst>
                  <a:gd name="T0" fmla="*/ 1139 w 2079"/>
                  <a:gd name="T1" fmla="*/ 134 h 1640"/>
                  <a:gd name="T2" fmla="*/ 941 w 2079"/>
                  <a:gd name="T3" fmla="*/ 210 h 1640"/>
                  <a:gd name="T4" fmla="*/ 779 w 2079"/>
                  <a:gd name="T5" fmla="*/ 336 h 1640"/>
                  <a:gd name="T6" fmla="*/ 663 w 2079"/>
                  <a:gd name="T7" fmla="*/ 500 h 1640"/>
                  <a:gd name="T8" fmla="*/ 598 w 2079"/>
                  <a:gd name="T9" fmla="*/ 691 h 1640"/>
                  <a:gd name="T10" fmla="*/ 591 w 2079"/>
                  <a:gd name="T11" fmla="*/ 896 h 1640"/>
                  <a:gd name="T12" fmla="*/ 647 w 2079"/>
                  <a:gd name="T13" fmla="*/ 1101 h 1640"/>
                  <a:gd name="T14" fmla="*/ 757 w 2079"/>
                  <a:gd name="T15" fmla="*/ 1275 h 1640"/>
                  <a:gd name="T16" fmla="*/ 911 w 2079"/>
                  <a:gd name="T17" fmla="*/ 1407 h 1640"/>
                  <a:gd name="T18" fmla="*/ 1093 w 2079"/>
                  <a:gd name="T19" fmla="*/ 1489 h 1640"/>
                  <a:gd name="T20" fmla="*/ 1294 w 2079"/>
                  <a:gd name="T21" fmla="*/ 1516 h 1640"/>
                  <a:gd name="T22" fmla="*/ 1502 w 2079"/>
                  <a:gd name="T23" fmla="*/ 1482 h 1640"/>
                  <a:gd name="T24" fmla="*/ 1689 w 2079"/>
                  <a:gd name="T25" fmla="*/ 1388 h 1640"/>
                  <a:gd name="T26" fmla="*/ 1836 w 2079"/>
                  <a:gd name="T27" fmla="*/ 1248 h 1640"/>
                  <a:gd name="T28" fmla="*/ 1936 w 2079"/>
                  <a:gd name="T29" fmla="*/ 1074 h 1640"/>
                  <a:gd name="T30" fmla="*/ 1982 w 2079"/>
                  <a:gd name="T31" fmla="*/ 877 h 1640"/>
                  <a:gd name="T32" fmla="*/ 1970 w 2079"/>
                  <a:gd name="T33" fmla="*/ 670 h 1640"/>
                  <a:gd name="T34" fmla="*/ 1893 w 2079"/>
                  <a:gd name="T35" fmla="*/ 472 h 1640"/>
                  <a:gd name="T36" fmla="*/ 1768 w 2079"/>
                  <a:gd name="T37" fmla="*/ 310 h 1640"/>
                  <a:gd name="T38" fmla="*/ 1603 w 2079"/>
                  <a:gd name="T39" fmla="*/ 194 h 1640"/>
                  <a:gd name="T40" fmla="*/ 1413 w 2079"/>
                  <a:gd name="T41" fmla="*/ 130 h 1640"/>
                  <a:gd name="T42" fmla="*/ 1286 w 2079"/>
                  <a:gd name="T43" fmla="*/ 0 h 1640"/>
                  <a:gd name="T44" fmla="*/ 1496 w 2079"/>
                  <a:gd name="T45" fmla="*/ 36 h 1640"/>
                  <a:gd name="T46" fmla="*/ 1689 w 2079"/>
                  <a:gd name="T47" fmla="*/ 125 h 1640"/>
                  <a:gd name="T48" fmla="*/ 1854 w 2079"/>
                  <a:gd name="T49" fmla="*/ 259 h 1640"/>
                  <a:gd name="T50" fmla="*/ 1981 w 2079"/>
                  <a:gd name="T51" fmla="*/ 436 h 1640"/>
                  <a:gd name="T52" fmla="*/ 2059 w 2079"/>
                  <a:gd name="T53" fmla="*/ 645 h 1640"/>
                  <a:gd name="T54" fmla="*/ 2079 w 2079"/>
                  <a:gd name="T55" fmla="*/ 863 h 1640"/>
                  <a:gd name="T56" fmla="*/ 2043 w 2079"/>
                  <a:gd name="T57" fmla="*/ 1074 h 1640"/>
                  <a:gd name="T58" fmla="*/ 1955 w 2079"/>
                  <a:gd name="T59" fmla="*/ 1267 h 1640"/>
                  <a:gd name="T60" fmla="*/ 1820 w 2079"/>
                  <a:gd name="T61" fmla="*/ 1431 h 1640"/>
                  <a:gd name="T62" fmla="*/ 1645 w 2079"/>
                  <a:gd name="T63" fmla="*/ 1558 h 1640"/>
                  <a:gd name="T64" fmla="*/ 1461 w 2079"/>
                  <a:gd name="T65" fmla="*/ 1629 h 1640"/>
                  <a:gd name="T66" fmla="*/ 1304 w 2079"/>
                  <a:gd name="T67" fmla="*/ 1640 h 1640"/>
                  <a:gd name="T68" fmla="*/ 1120 w 2079"/>
                  <a:gd name="T69" fmla="*/ 1623 h 1640"/>
                  <a:gd name="T70" fmla="*/ 923 w 2079"/>
                  <a:gd name="T71" fmla="*/ 1581 h 1640"/>
                  <a:gd name="T72" fmla="*/ 722 w 2079"/>
                  <a:gd name="T73" fmla="*/ 1523 h 1640"/>
                  <a:gd name="T74" fmla="*/ 526 w 2079"/>
                  <a:gd name="T75" fmla="*/ 1455 h 1640"/>
                  <a:gd name="T76" fmla="*/ 348 w 2079"/>
                  <a:gd name="T77" fmla="*/ 1388 h 1640"/>
                  <a:gd name="T78" fmla="*/ 197 w 2079"/>
                  <a:gd name="T79" fmla="*/ 1324 h 1640"/>
                  <a:gd name="T80" fmla="*/ 83 w 2079"/>
                  <a:gd name="T81" fmla="*/ 1273 h 1640"/>
                  <a:gd name="T82" fmla="*/ 15 w 2079"/>
                  <a:gd name="T83" fmla="*/ 1241 h 1640"/>
                  <a:gd name="T84" fmla="*/ 3 w 2079"/>
                  <a:gd name="T85" fmla="*/ 1231 h 1640"/>
                  <a:gd name="T86" fmla="*/ 29 w 2079"/>
                  <a:gd name="T87" fmla="*/ 1183 h 1640"/>
                  <a:gd name="T88" fmla="*/ 84 w 2079"/>
                  <a:gd name="T89" fmla="*/ 1088 h 1640"/>
                  <a:gd name="T90" fmla="*/ 162 w 2079"/>
                  <a:gd name="T91" fmla="*/ 956 h 1640"/>
                  <a:gd name="T92" fmla="*/ 261 w 2079"/>
                  <a:gd name="T93" fmla="*/ 801 h 1640"/>
                  <a:gd name="T94" fmla="*/ 374 w 2079"/>
                  <a:gd name="T95" fmla="*/ 634 h 1640"/>
                  <a:gd name="T96" fmla="*/ 500 w 2079"/>
                  <a:gd name="T97" fmla="*/ 467 h 1640"/>
                  <a:gd name="T98" fmla="*/ 633 w 2079"/>
                  <a:gd name="T99" fmla="*/ 310 h 1640"/>
                  <a:gd name="T100" fmla="*/ 771 w 2079"/>
                  <a:gd name="T101" fmla="*/ 178 h 1640"/>
                  <a:gd name="T102" fmla="*/ 907 w 2079"/>
                  <a:gd name="T103" fmla="*/ 81 h 1640"/>
                  <a:gd name="T104" fmla="*/ 1067 w 2079"/>
                  <a:gd name="T105" fmla="*/ 20 h 1640"/>
                  <a:gd name="T106" fmla="*/ 1286 w 2079"/>
                  <a:gd name="T107" fmla="*/ 0 h 164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</a:cxnLst>
                <a:rect l="0" t="0" r="r" b="b"/>
                <a:pathLst>
                  <a:path w="2079" h="1640">
                    <a:moveTo>
                      <a:pt x="1278" y="119"/>
                    </a:moveTo>
                    <a:lnTo>
                      <a:pt x="1208" y="123"/>
                    </a:lnTo>
                    <a:lnTo>
                      <a:pt x="1139" y="134"/>
                    </a:lnTo>
                    <a:lnTo>
                      <a:pt x="1070" y="152"/>
                    </a:lnTo>
                    <a:lnTo>
                      <a:pt x="1003" y="178"/>
                    </a:lnTo>
                    <a:lnTo>
                      <a:pt x="941" y="210"/>
                    </a:lnTo>
                    <a:lnTo>
                      <a:pt x="883" y="247"/>
                    </a:lnTo>
                    <a:lnTo>
                      <a:pt x="829" y="289"/>
                    </a:lnTo>
                    <a:lnTo>
                      <a:pt x="779" y="336"/>
                    </a:lnTo>
                    <a:lnTo>
                      <a:pt x="736" y="387"/>
                    </a:lnTo>
                    <a:lnTo>
                      <a:pt x="696" y="442"/>
                    </a:lnTo>
                    <a:lnTo>
                      <a:pt x="663" y="500"/>
                    </a:lnTo>
                    <a:lnTo>
                      <a:pt x="636" y="561"/>
                    </a:lnTo>
                    <a:lnTo>
                      <a:pt x="614" y="625"/>
                    </a:lnTo>
                    <a:lnTo>
                      <a:pt x="598" y="691"/>
                    </a:lnTo>
                    <a:lnTo>
                      <a:pt x="590" y="758"/>
                    </a:lnTo>
                    <a:lnTo>
                      <a:pt x="587" y="825"/>
                    </a:lnTo>
                    <a:lnTo>
                      <a:pt x="591" y="896"/>
                    </a:lnTo>
                    <a:lnTo>
                      <a:pt x="602" y="964"/>
                    </a:lnTo>
                    <a:lnTo>
                      <a:pt x="621" y="1033"/>
                    </a:lnTo>
                    <a:lnTo>
                      <a:pt x="647" y="1101"/>
                    </a:lnTo>
                    <a:lnTo>
                      <a:pt x="679" y="1163"/>
                    </a:lnTo>
                    <a:lnTo>
                      <a:pt x="715" y="1221"/>
                    </a:lnTo>
                    <a:lnTo>
                      <a:pt x="757" y="1275"/>
                    </a:lnTo>
                    <a:lnTo>
                      <a:pt x="804" y="1324"/>
                    </a:lnTo>
                    <a:lnTo>
                      <a:pt x="856" y="1368"/>
                    </a:lnTo>
                    <a:lnTo>
                      <a:pt x="911" y="1407"/>
                    </a:lnTo>
                    <a:lnTo>
                      <a:pt x="969" y="1440"/>
                    </a:lnTo>
                    <a:lnTo>
                      <a:pt x="1030" y="1467"/>
                    </a:lnTo>
                    <a:lnTo>
                      <a:pt x="1093" y="1489"/>
                    </a:lnTo>
                    <a:lnTo>
                      <a:pt x="1159" y="1505"/>
                    </a:lnTo>
                    <a:lnTo>
                      <a:pt x="1227" y="1513"/>
                    </a:lnTo>
                    <a:lnTo>
                      <a:pt x="1294" y="1516"/>
                    </a:lnTo>
                    <a:lnTo>
                      <a:pt x="1364" y="1512"/>
                    </a:lnTo>
                    <a:lnTo>
                      <a:pt x="1433" y="1501"/>
                    </a:lnTo>
                    <a:lnTo>
                      <a:pt x="1502" y="1482"/>
                    </a:lnTo>
                    <a:lnTo>
                      <a:pt x="1569" y="1457"/>
                    </a:lnTo>
                    <a:lnTo>
                      <a:pt x="1631" y="1424"/>
                    </a:lnTo>
                    <a:lnTo>
                      <a:pt x="1689" y="1388"/>
                    </a:lnTo>
                    <a:lnTo>
                      <a:pt x="1743" y="1346"/>
                    </a:lnTo>
                    <a:lnTo>
                      <a:pt x="1793" y="1299"/>
                    </a:lnTo>
                    <a:lnTo>
                      <a:pt x="1836" y="1248"/>
                    </a:lnTo>
                    <a:lnTo>
                      <a:pt x="1876" y="1192"/>
                    </a:lnTo>
                    <a:lnTo>
                      <a:pt x="1909" y="1134"/>
                    </a:lnTo>
                    <a:lnTo>
                      <a:pt x="1936" y="1074"/>
                    </a:lnTo>
                    <a:lnTo>
                      <a:pt x="1958" y="1010"/>
                    </a:lnTo>
                    <a:lnTo>
                      <a:pt x="1974" y="944"/>
                    </a:lnTo>
                    <a:lnTo>
                      <a:pt x="1982" y="877"/>
                    </a:lnTo>
                    <a:lnTo>
                      <a:pt x="1985" y="809"/>
                    </a:lnTo>
                    <a:lnTo>
                      <a:pt x="1981" y="739"/>
                    </a:lnTo>
                    <a:lnTo>
                      <a:pt x="1970" y="670"/>
                    </a:lnTo>
                    <a:lnTo>
                      <a:pt x="1951" y="602"/>
                    </a:lnTo>
                    <a:lnTo>
                      <a:pt x="1926" y="534"/>
                    </a:lnTo>
                    <a:lnTo>
                      <a:pt x="1893" y="472"/>
                    </a:lnTo>
                    <a:lnTo>
                      <a:pt x="1857" y="414"/>
                    </a:lnTo>
                    <a:lnTo>
                      <a:pt x="1815" y="360"/>
                    </a:lnTo>
                    <a:lnTo>
                      <a:pt x="1768" y="310"/>
                    </a:lnTo>
                    <a:lnTo>
                      <a:pt x="1716" y="267"/>
                    </a:lnTo>
                    <a:lnTo>
                      <a:pt x="1661" y="228"/>
                    </a:lnTo>
                    <a:lnTo>
                      <a:pt x="1603" y="194"/>
                    </a:lnTo>
                    <a:lnTo>
                      <a:pt x="1542" y="167"/>
                    </a:lnTo>
                    <a:lnTo>
                      <a:pt x="1479" y="146"/>
                    </a:lnTo>
                    <a:lnTo>
                      <a:pt x="1413" y="130"/>
                    </a:lnTo>
                    <a:lnTo>
                      <a:pt x="1345" y="121"/>
                    </a:lnTo>
                    <a:lnTo>
                      <a:pt x="1278" y="119"/>
                    </a:lnTo>
                    <a:close/>
                    <a:moveTo>
                      <a:pt x="1286" y="0"/>
                    </a:moveTo>
                    <a:lnTo>
                      <a:pt x="1358" y="7"/>
                    </a:lnTo>
                    <a:lnTo>
                      <a:pt x="1428" y="19"/>
                    </a:lnTo>
                    <a:lnTo>
                      <a:pt x="1496" y="36"/>
                    </a:lnTo>
                    <a:lnTo>
                      <a:pt x="1563" y="61"/>
                    </a:lnTo>
                    <a:lnTo>
                      <a:pt x="1627" y="90"/>
                    </a:lnTo>
                    <a:lnTo>
                      <a:pt x="1689" y="125"/>
                    </a:lnTo>
                    <a:lnTo>
                      <a:pt x="1747" y="165"/>
                    </a:lnTo>
                    <a:lnTo>
                      <a:pt x="1803" y="210"/>
                    </a:lnTo>
                    <a:lnTo>
                      <a:pt x="1854" y="259"/>
                    </a:lnTo>
                    <a:lnTo>
                      <a:pt x="1901" y="313"/>
                    </a:lnTo>
                    <a:lnTo>
                      <a:pt x="1943" y="372"/>
                    </a:lnTo>
                    <a:lnTo>
                      <a:pt x="1981" y="436"/>
                    </a:lnTo>
                    <a:lnTo>
                      <a:pt x="2013" y="502"/>
                    </a:lnTo>
                    <a:lnTo>
                      <a:pt x="2040" y="572"/>
                    </a:lnTo>
                    <a:lnTo>
                      <a:pt x="2059" y="645"/>
                    </a:lnTo>
                    <a:lnTo>
                      <a:pt x="2073" y="719"/>
                    </a:lnTo>
                    <a:lnTo>
                      <a:pt x="2079" y="792"/>
                    </a:lnTo>
                    <a:lnTo>
                      <a:pt x="2079" y="863"/>
                    </a:lnTo>
                    <a:lnTo>
                      <a:pt x="2074" y="935"/>
                    </a:lnTo>
                    <a:lnTo>
                      <a:pt x="2062" y="1005"/>
                    </a:lnTo>
                    <a:lnTo>
                      <a:pt x="2043" y="1074"/>
                    </a:lnTo>
                    <a:lnTo>
                      <a:pt x="2019" y="1141"/>
                    </a:lnTo>
                    <a:lnTo>
                      <a:pt x="1990" y="1204"/>
                    </a:lnTo>
                    <a:lnTo>
                      <a:pt x="1955" y="1267"/>
                    </a:lnTo>
                    <a:lnTo>
                      <a:pt x="1915" y="1324"/>
                    </a:lnTo>
                    <a:lnTo>
                      <a:pt x="1870" y="1380"/>
                    </a:lnTo>
                    <a:lnTo>
                      <a:pt x="1820" y="1431"/>
                    </a:lnTo>
                    <a:lnTo>
                      <a:pt x="1766" y="1478"/>
                    </a:lnTo>
                    <a:lnTo>
                      <a:pt x="1708" y="1520"/>
                    </a:lnTo>
                    <a:lnTo>
                      <a:pt x="1645" y="1558"/>
                    </a:lnTo>
                    <a:lnTo>
                      <a:pt x="1579" y="1590"/>
                    </a:lnTo>
                    <a:lnTo>
                      <a:pt x="1507" y="1617"/>
                    </a:lnTo>
                    <a:lnTo>
                      <a:pt x="1461" y="1629"/>
                    </a:lnTo>
                    <a:lnTo>
                      <a:pt x="1413" y="1636"/>
                    </a:lnTo>
                    <a:lnTo>
                      <a:pt x="1359" y="1640"/>
                    </a:lnTo>
                    <a:lnTo>
                      <a:pt x="1304" y="1640"/>
                    </a:lnTo>
                    <a:lnTo>
                      <a:pt x="1244" y="1637"/>
                    </a:lnTo>
                    <a:lnTo>
                      <a:pt x="1184" y="1631"/>
                    </a:lnTo>
                    <a:lnTo>
                      <a:pt x="1120" y="1623"/>
                    </a:lnTo>
                    <a:lnTo>
                      <a:pt x="1055" y="1610"/>
                    </a:lnTo>
                    <a:lnTo>
                      <a:pt x="991" y="1597"/>
                    </a:lnTo>
                    <a:lnTo>
                      <a:pt x="923" y="1581"/>
                    </a:lnTo>
                    <a:lnTo>
                      <a:pt x="856" y="1563"/>
                    </a:lnTo>
                    <a:lnTo>
                      <a:pt x="790" y="1543"/>
                    </a:lnTo>
                    <a:lnTo>
                      <a:pt x="722" y="1523"/>
                    </a:lnTo>
                    <a:lnTo>
                      <a:pt x="656" y="1501"/>
                    </a:lnTo>
                    <a:lnTo>
                      <a:pt x="591" y="1478"/>
                    </a:lnTo>
                    <a:lnTo>
                      <a:pt x="526" y="1455"/>
                    </a:lnTo>
                    <a:lnTo>
                      <a:pt x="466" y="1432"/>
                    </a:lnTo>
                    <a:lnTo>
                      <a:pt x="405" y="1409"/>
                    </a:lnTo>
                    <a:lnTo>
                      <a:pt x="348" y="1388"/>
                    </a:lnTo>
                    <a:lnTo>
                      <a:pt x="294" y="1365"/>
                    </a:lnTo>
                    <a:lnTo>
                      <a:pt x="245" y="1343"/>
                    </a:lnTo>
                    <a:lnTo>
                      <a:pt x="197" y="1324"/>
                    </a:lnTo>
                    <a:lnTo>
                      <a:pt x="154" y="1306"/>
                    </a:lnTo>
                    <a:lnTo>
                      <a:pt x="115" y="1288"/>
                    </a:lnTo>
                    <a:lnTo>
                      <a:pt x="83" y="1273"/>
                    </a:lnTo>
                    <a:lnTo>
                      <a:pt x="54" y="1260"/>
                    </a:lnTo>
                    <a:lnTo>
                      <a:pt x="31" y="1249"/>
                    </a:lnTo>
                    <a:lnTo>
                      <a:pt x="15" y="1241"/>
                    </a:lnTo>
                    <a:lnTo>
                      <a:pt x="4" y="1237"/>
                    </a:lnTo>
                    <a:lnTo>
                      <a:pt x="0" y="1235"/>
                    </a:lnTo>
                    <a:lnTo>
                      <a:pt x="3" y="1231"/>
                    </a:lnTo>
                    <a:lnTo>
                      <a:pt x="8" y="1222"/>
                    </a:lnTo>
                    <a:lnTo>
                      <a:pt x="17" y="1206"/>
                    </a:lnTo>
                    <a:lnTo>
                      <a:pt x="29" y="1183"/>
                    </a:lnTo>
                    <a:lnTo>
                      <a:pt x="45" y="1156"/>
                    </a:lnTo>
                    <a:lnTo>
                      <a:pt x="62" y="1124"/>
                    </a:lnTo>
                    <a:lnTo>
                      <a:pt x="84" y="1088"/>
                    </a:lnTo>
                    <a:lnTo>
                      <a:pt x="107" y="1048"/>
                    </a:lnTo>
                    <a:lnTo>
                      <a:pt x="134" y="1003"/>
                    </a:lnTo>
                    <a:lnTo>
                      <a:pt x="162" y="956"/>
                    </a:lnTo>
                    <a:lnTo>
                      <a:pt x="192" y="906"/>
                    </a:lnTo>
                    <a:lnTo>
                      <a:pt x="226" y="855"/>
                    </a:lnTo>
                    <a:lnTo>
                      <a:pt x="261" y="801"/>
                    </a:lnTo>
                    <a:lnTo>
                      <a:pt x="297" y="747"/>
                    </a:lnTo>
                    <a:lnTo>
                      <a:pt x="335" y="691"/>
                    </a:lnTo>
                    <a:lnTo>
                      <a:pt x="374" y="634"/>
                    </a:lnTo>
                    <a:lnTo>
                      <a:pt x="415" y="579"/>
                    </a:lnTo>
                    <a:lnTo>
                      <a:pt x="458" y="522"/>
                    </a:lnTo>
                    <a:lnTo>
                      <a:pt x="500" y="467"/>
                    </a:lnTo>
                    <a:lnTo>
                      <a:pt x="544" y="413"/>
                    </a:lnTo>
                    <a:lnTo>
                      <a:pt x="589" y="362"/>
                    </a:lnTo>
                    <a:lnTo>
                      <a:pt x="633" y="310"/>
                    </a:lnTo>
                    <a:lnTo>
                      <a:pt x="679" y="263"/>
                    </a:lnTo>
                    <a:lnTo>
                      <a:pt x="725" y="219"/>
                    </a:lnTo>
                    <a:lnTo>
                      <a:pt x="771" y="178"/>
                    </a:lnTo>
                    <a:lnTo>
                      <a:pt x="817" y="142"/>
                    </a:lnTo>
                    <a:lnTo>
                      <a:pt x="861" y="108"/>
                    </a:lnTo>
                    <a:lnTo>
                      <a:pt x="907" y="81"/>
                    </a:lnTo>
                    <a:lnTo>
                      <a:pt x="951" y="58"/>
                    </a:lnTo>
                    <a:lnTo>
                      <a:pt x="995" y="41"/>
                    </a:lnTo>
                    <a:lnTo>
                      <a:pt x="1067" y="20"/>
                    </a:lnTo>
                    <a:lnTo>
                      <a:pt x="1140" y="7"/>
                    </a:lnTo>
                    <a:lnTo>
                      <a:pt x="1213" y="0"/>
                    </a:lnTo>
                    <a:lnTo>
                      <a:pt x="1286" y="0"/>
                    </a:lnTo>
                    <a:close/>
                  </a:path>
                </a:pathLst>
              </a:custGeom>
              <a:solidFill>
                <a:schemeClr val="accent3"/>
              </a:solidFill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35" name="Freeform 49"/>
              <p:cNvSpPr>
                <a:spLocks noEditPoints="1"/>
              </p:cNvSpPr>
              <p:nvPr/>
            </p:nvSpPr>
            <p:spPr bwMode="auto">
              <a:xfrm>
                <a:off x="7130965" y="3464081"/>
                <a:ext cx="615949" cy="615949"/>
              </a:xfrm>
              <a:custGeom>
                <a:avLst/>
                <a:gdLst>
                  <a:gd name="T0" fmla="*/ 2959 w 3962"/>
                  <a:gd name="T1" fmla="*/ 2546 h 3963"/>
                  <a:gd name="T2" fmla="*/ 3397 w 3962"/>
                  <a:gd name="T3" fmla="*/ 2984 h 3963"/>
                  <a:gd name="T4" fmla="*/ 3464 w 3962"/>
                  <a:gd name="T5" fmla="*/ 3124 h 3963"/>
                  <a:gd name="T6" fmla="*/ 3343 w 3962"/>
                  <a:gd name="T7" fmla="*/ 3219 h 3963"/>
                  <a:gd name="T8" fmla="*/ 2736 w 3962"/>
                  <a:gd name="T9" fmla="*/ 3150 h 3963"/>
                  <a:gd name="T10" fmla="*/ 2752 w 3962"/>
                  <a:gd name="T11" fmla="*/ 2523 h 3963"/>
                  <a:gd name="T12" fmla="*/ 2896 w 3962"/>
                  <a:gd name="T13" fmla="*/ 2232 h 3963"/>
                  <a:gd name="T14" fmla="*/ 2500 w 3962"/>
                  <a:gd name="T15" fmla="*/ 2399 h 3963"/>
                  <a:gd name="T16" fmla="*/ 2262 w 3962"/>
                  <a:gd name="T17" fmla="*/ 2752 h 3963"/>
                  <a:gd name="T18" fmla="*/ 2262 w 3962"/>
                  <a:gd name="T19" fmla="*/ 3193 h 3963"/>
                  <a:gd name="T20" fmla="*/ 2500 w 3962"/>
                  <a:gd name="T21" fmla="*/ 3544 h 3963"/>
                  <a:gd name="T22" fmla="*/ 2896 w 3962"/>
                  <a:gd name="T23" fmla="*/ 3711 h 3963"/>
                  <a:gd name="T24" fmla="*/ 3325 w 3962"/>
                  <a:gd name="T25" fmla="*/ 3625 h 3963"/>
                  <a:gd name="T26" fmla="*/ 3625 w 3962"/>
                  <a:gd name="T27" fmla="*/ 3325 h 3963"/>
                  <a:gd name="T28" fmla="*/ 3711 w 3962"/>
                  <a:gd name="T29" fmla="*/ 2896 h 3963"/>
                  <a:gd name="T30" fmla="*/ 3544 w 3962"/>
                  <a:gd name="T31" fmla="*/ 2500 h 3963"/>
                  <a:gd name="T32" fmla="*/ 3193 w 3962"/>
                  <a:gd name="T33" fmla="*/ 2262 h 3963"/>
                  <a:gd name="T34" fmla="*/ 1734 w 3962"/>
                  <a:gd name="T35" fmla="*/ 2724 h 3963"/>
                  <a:gd name="T36" fmla="*/ 495 w 3962"/>
                  <a:gd name="T37" fmla="*/ 2724 h 3963"/>
                  <a:gd name="T38" fmla="*/ 3300 w 3962"/>
                  <a:gd name="T39" fmla="*/ 2037 h 3963"/>
                  <a:gd name="T40" fmla="*/ 3700 w 3962"/>
                  <a:gd name="T41" fmla="*/ 2300 h 3963"/>
                  <a:gd name="T42" fmla="*/ 3930 w 3962"/>
                  <a:gd name="T43" fmla="*/ 2722 h 3963"/>
                  <a:gd name="T44" fmla="*/ 3930 w 3962"/>
                  <a:gd name="T45" fmla="*/ 3222 h 3963"/>
                  <a:gd name="T46" fmla="*/ 3700 w 3962"/>
                  <a:gd name="T47" fmla="*/ 3643 h 3963"/>
                  <a:gd name="T48" fmla="*/ 3300 w 3962"/>
                  <a:gd name="T49" fmla="*/ 3907 h 3963"/>
                  <a:gd name="T50" fmla="*/ 2802 w 3962"/>
                  <a:gd name="T51" fmla="*/ 3948 h 3963"/>
                  <a:gd name="T52" fmla="*/ 2361 w 3962"/>
                  <a:gd name="T53" fmla="*/ 3752 h 3963"/>
                  <a:gd name="T54" fmla="*/ 2067 w 3962"/>
                  <a:gd name="T55" fmla="*/ 3376 h 3963"/>
                  <a:gd name="T56" fmla="*/ 1984 w 3962"/>
                  <a:gd name="T57" fmla="*/ 2887 h 3963"/>
                  <a:gd name="T58" fmla="*/ 2144 w 3962"/>
                  <a:gd name="T59" fmla="*/ 2426 h 3963"/>
                  <a:gd name="T60" fmla="*/ 2495 w 3962"/>
                  <a:gd name="T61" fmla="*/ 2103 h 3963"/>
                  <a:gd name="T62" fmla="*/ 2972 w 3962"/>
                  <a:gd name="T63" fmla="*/ 1982 h 3963"/>
                  <a:gd name="T64" fmla="*/ 1238 w 3962"/>
                  <a:gd name="T65" fmla="*/ 1486 h 3963"/>
                  <a:gd name="T66" fmla="*/ 990 w 3962"/>
                  <a:gd name="T67" fmla="*/ 1486 h 3963"/>
                  <a:gd name="T68" fmla="*/ 371 w 3962"/>
                  <a:gd name="T69" fmla="*/ 619 h 3963"/>
                  <a:gd name="T70" fmla="*/ 473 w 3962"/>
                  <a:gd name="T71" fmla="*/ 819 h 3963"/>
                  <a:gd name="T72" fmla="*/ 697 w 3962"/>
                  <a:gd name="T73" fmla="*/ 854 h 3963"/>
                  <a:gd name="T74" fmla="*/ 854 w 3962"/>
                  <a:gd name="T75" fmla="*/ 697 h 3963"/>
                  <a:gd name="T76" fmla="*/ 2355 w 3962"/>
                  <a:gd name="T77" fmla="*/ 659 h 3963"/>
                  <a:gd name="T78" fmla="*/ 2487 w 3962"/>
                  <a:gd name="T79" fmla="*/ 839 h 3963"/>
                  <a:gd name="T80" fmla="*/ 2714 w 3962"/>
                  <a:gd name="T81" fmla="*/ 839 h 3963"/>
                  <a:gd name="T82" fmla="*/ 2844 w 3962"/>
                  <a:gd name="T83" fmla="*/ 659 h 3963"/>
                  <a:gd name="T84" fmla="*/ 3074 w 3962"/>
                  <a:gd name="T85" fmla="*/ 526 h 3963"/>
                  <a:gd name="T86" fmla="*/ 3215 w 3962"/>
                  <a:gd name="T87" fmla="*/ 724 h 3963"/>
                  <a:gd name="T88" fmla="*/ 248 w 3962"/>
                  <a:gd name="T89" fmla="*/ 2947 h 3963"/>
                  <a:gd name="T90" fmla="*/ 268 w 3962"/>
                  <a:gd name="T91" fmla="*/ 3219 h 3963"/>
                  <a:gd name="T92" fmla="*/ 52 w 3962"/>
                  <a:gd name="T93" fmla="*/ 3108 h 3963"/>
                  <a:gd name="T94" fmla="*/ 3 w 3962"/>
                  <a:gd name="T95" fmla="*/ 724 h 3963"/>
                  <a:gd name="T96" fmla="*/ 144 w 3962"/>
                  <a:gd name="T97" fmla="*/ 526 h 3963"/>
                  <a:gd name="T98" fmla="*/ 2654 w 3962"/>
                  <a:gd name="T99" fmla="*/ 13 h 3963"/>
                  <a:gd name="T100" fmla="*/ 2724 w 3962"/>
                  <a:gd name="T101" fmla="*/ 619 h 3963"/>
                  <a:gd name="T102" fmla="*/ 2629 w 3962"/>
                  <a:gd name="T103" fmla="*/ 739 h 3963"/>
                  <a:gd name="T104" fmla="*/ 2489 w 3962"/>
                  <a:gd name="T105" fmla="*/ 673 h 3963"/>
                  <a:gd name="T106" fmla="*/ 2503 w 3962"/>
                  <a:gd name="T107" fmla="*/ 47 h 3963"/>
                  <a:gd name="T108" fmla="*/ 647 w 3962"/>
                  <a:gd name="T109" fmla="*/ 3 h 3963"/>
                  <a:gd name="T110" fmla="*/ 743 w 3962"/>
                  <a:gd name="T111" fmla="*/ 124 h 3963"/>
                  <a:gd name="T112" fmla="*/ 673 w 3962"/>
                  <a:gd name="T113" fmla="*/ 730 h 3963"/>
                  <a:gd name="T114" fmla="*/ 523 w 3962"/>
                  <a:gd name="T115" fmla="*/ 696 h 3963"/>
                  <a:gd name="T116" fmla="*/ 508 w 3962"/>
                  <a:gd name="T117" fmla="*/ 69 h 396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</a:cxnLst>
                <a:rect l="0" t="0" r="r" b="b"/>
                <a:pathLst>
                  <a:path w="3962" h="3963">
                    <a:moveTo>
                      <a:pt x="2848" y="2477"/>
                    </a:moveTo>
                    <a:lnTo>
                      <a:pt x="2876" y="2479"/>
                    </a:lnTo>
                    <a:lnTo>
                      <a:pt x="2902" y="2489"/>
                    </a:lnTo>
                    <a:lnTo>
                      <a:pt x="2925" y="2503"/>
                    </a:lnTo>
                    <a:lnTo>
                      <a:pt x="2944" y="2523"/>
                    </a:lnTo>
                    <a:lnTo>
                      <a:pt x="2959" y="2546"/>
                    </a:lnTo>
                    <a:lnTo>
                      <a:pt x="2968" y="2572"/>
                    </a:lnTo>
                    <a:lnTo>
                      <a:pt x="2972" y="2600"/>
                    </a:lnTo>
                    <a:lnTo>
                      <a:pt x="2972" y="2972"/>
                    </a:lnTo>
                    <a:lnTo>
                      <a:pt x="3343" y="2972"/>
                    </a:lnTo>
                    <a:lnTo>
                      <a:pt x="3371" y="2975"/>
                    </a:lnTo>
                    <a:lnTo>
                      <a:pt x="3397" y="2984"/>
                    </a:lnTo>
                    <a:lnTo>
                      <a:pt x="3420" y="2999"/>
                    </a:lnTo>
                    <a:lnTo>
                      <a:pt x="3440" y="3018"/>
                    </a:lnTo>
                    <a:lnTo>
                      <a:pt x="3454" y="3041"/>
                    </a:lnTo>
                    <a:lnTo>
                      <a:pt x="3464" y="3067"/>
                    </a:lnTo>
                    <a:lnTo>
                      <a:pt x="3467" y="3096"/>
                    </a:lnTo>
                    <a:lnTo>
                      <a:pt x="3464" y="3124"/>
                    </a:lnTo>
                    <a:lnTo>
                      <a:pt x="3454" y="3150"/>
                    </a:lnTo>
                    <a:lnTo>
                      <a:pt x="3440" y="3173"/>
                    </a:lnTo>
                    <a:lnTo>
                      <a:pt x="3420" y="3193"/>
                    </a:lnTo>
                    <a:lnTo>
                      <a:pt x="3397" y="3207"/>
                    </a:lnTo>
                    <a:lnTo>
                      <a:pt x="3371" y="3217"/>
                    </a:lnTo>
                    <a:lnTo>
                      <a:pt x="3343" y="3219"/>
                    </a:lnTo>
                    <a:lnTo>
                      <a:pt x="2848" y="3219"/>
                    </a:lnTo>
                    <a:lnTo>
                      <a:pt x="2819" y="3217"/>
                    </a:lnTo>
                    <a:lnTo>
                      <a:pt x="2794" y="3207"/>
                    </a:lnTo>
                    <a:lnTo>
                      <a:pt x="2771" y="3193"/>
                    </a:lnTo>
                    <a:lnTo>
                      <a:pt x="2752" y="3173"/>
                    </a:lnTo>
                    <a:lnTo>
                      <a:pt x="2736" y="3150"/>
                    </a:lnTo>
                    <a:lnTo>
                      <a:pt x="2727" y="3124"/>
                    </a:lnTo>
                    <a:lnTo>
                      <a:pt x="2724" y="3096"/>
                    </a:lnTo>
                    <a:lnTo>
                      <a:pt x="2724" y="2600"/>
                    </a:lnTo>
                    <a:lnTo>
                      <a:pt x="2727" y="2572"/>
                    </a:lnTo>
                    <a:lnTo>
                      <a:pt x="2736" y="2546"/>
                    </a:lnTo>
                    <a:lnTo>
                      <a:pt x="2752" y="2523"/>
                    </a:lnTo>
                    <a:lnTo>
                      <a:pt x="2771" y="2503"/>
                    </a:lnTo>
                    <a:lnTo>
                      <a:pt x="2794" y="2489"/>
                    </a:lnTo>
                    <a:lnTo>
                      <a:pt x="2819" y="2479"/>
                    </a:lnTo>
                    <a:lnTo>
                      <a:pt x="2848" y="2477"/>
                    </a:lnTo>
                    <a:close/>
                    <a:moveTo>
                      <a:pt x="2972" y="2229"/>
                    </a:moveTo>
                    <a:lnTo>
                      <a:pt x="2896" y="2232"/>
                    </a:lnTo>
                    <a:lnTo>
                      <a:pt x="2821" y="2244"/>
                    </a:lnTo>
                    <a:lnTo>
                      <a:pt x="2750" y="2262"/>
                    </a:lnTo>
                    <a:lnTo>
                      <a:pt x="2683" y="2288"/>
                    </a:lnTo>
                    <a:lnTo>
                      <a:pt x="2618" y="2319"/>
                    </a:lnTo>
                    <a:lnTo>
                      <a:pt x="2556" y="2356"/>
                    </a:lnTo>
                    <a:lnTo>
                      <a:pt x="2500" y="2399"/>
                    </a:lnTo>
                    <a:lnTo>
                      <a:pt x="2447" y="2447"/>
                    </a:lnTo>
                    <a:lnTo>
                      <a:pt x="2399" y="2500"/>
                    </a:lnTo>
                    <a:lnTo>
                      <a:pt x="2355" y="2556"/>
                    </a:lnTo>
                    <a:lnTo>
                      <a:pt x="2318" y="2618"/>
                    </a:lnTo>
                    <a:lnTo>
                      <a:pt x="2287" y="2683"/>
                    </a:lnTo>
                    <a:lnTo>
                      <a:pt x="2262" y="2752"/>
                    </a:lnTo>
                    <a:lnTo>
                      <a:pt x="2243" y="2823"/>
                    </a:lnTo>
                    <a:lnTo>
                      <a:pt x="2232" y="2896"/>
                    </a:lnTo>
                    <a:lnTo>
                      <a:pt x="2229" y="2972"/>
                    </a:lnTo>
                    <a:lnTo>
                      <a:pt x="2232" y="3048"/>
                    </a:lnTo>
                    <a:lnTo>
                      <a:pt x="2243" y="3122"/>
                    </a:lnTo>
                    <a:lnTo>
                      <a:pt x="2262" y="3193"/>
                    </a:lnTo>
                    <a:lnTo>
                      <a:pt x="2287" y="3261"/>
                    </a:lnTo>
                    <a:lnTo>
                      <a:pt x="2318" y="3325"/>
                    </a:lnTo>
                    <a:lnTo>
                      <a:pt x="2355" y="3387"/>
                    </a:lnTo>
                    <a:lnTo>
                      <a:pt x="2399" y="3444"/>
                    </a:lnTo>
                    <a:lnTo>
                      <a:pt x="2447" y="3497"/>
                    </a:lnTo>
                    <a:lnTo>
                      <a:pt x="2500" y="3544"/>
                    </a:lnTo>
                    <a:lnTo>
                      <a:pt x="2556" y="3588"/>
                    </a:lnTo>
                    <a:lnTo>
                      <a:pt x="2618" y="3625"/>
                    </a:lnTo>
                    <a:lnTo>
                      <a:pt x="2683" y="3657"/>
                    </a:lnTo>
                    <a:lnTo>
                      <a:pt x="2750" y="3682"/>
                    </a:lnTo>
                    <a:lnTo>
                      <a:pt x="2821" y="3700"/>
                    </a:lnTo>
                    <a:lnTo>
                      <a:pt x="2896" y="3711"/>
                    </a:lnTo>
                    <a:lnTo>
                      <a:pt x="2972" y="3714"/>
                    </a:lnTo>
                    <a:lnTo>
                      <a:pt x="3048" y="3711"/>
                    </a:lnTo>
                    <a:lnTo>
                      <a:pt x="3121" y="3700"/>
                    </a:lnTo>
                    <a:lnTo>
                      <a:pt x="3193" y="3682"/>
                    </a:lnTo>
                    <a:lnTo>
                      <a:pt x="3260" y="3657"/>
                    </a:lnTo>
                    <a:lnTo>
                      <a:pt x="3325" y="3625"/>
                    </a:lnTo>
                    <a:lnTo>
                      <a:pt x="3386" y="3588"/>
                    </a:lnTo>
                    <a:lnTo>
                      <a:pt x="3444" y="3544"/>
                    </a:lnTo>
                    <a:lnTo>
                      <a:pt x="3496" y="3497"/>
                    </a:lnTo>
                    <a:lnTo>
                      <a:pt x="3544" y="3444"/>
                    </a:lnTo>
                    <a:lnTo>
                      <a:pt x="3588" y="3387"/>
                    </a:lnTo>
                    <a:lnTo>
                      <a:pt x="3625" y="3325"/>
                    </a:lnTo>
                    <a:lnTo>
                      <a:pt x="3656" y="3261"/>
                    </a:lnTo>
                    <a:lnTo>
                      <a:pt x="3680" y="3193"/>
                    </a:lnTo>
                    <a:lnTo>
                      <a:pt x="3700" y="3122"/>
                    </a:lnTo>
                    <a:lnTo>
                      <a:pt x="3711" y="3048"/>
                    </a:lnTo>
                    <a:lnTo>
                      <a:pt x="3714" y="2972"/>
                    </a:lnTo>
                    <a:lnTo>
                      <a:pt x="3711" y="2896"/>
                    </a:lnTo>
                    <a:lnTo>
                      <a:pt x="3700" y="2823"/>
                    </a:lnTo>
                    <a:lnTo>
                      <a:pt x="3680" y="2752"/>
                    </a:lnTo>
                    <a:lnTo>
                      <a:pt x="3656" y="2683"/>
                    </a:lnTo>
                    <a:lnTo>
                      <a:pt x="3625" y="2618"/>
                    </a:lnTo>
                    <a:lnTo>
                      <a:pt x="3588" y="2556"/>
                    </a:lnTo>
                    <a:lnTo>
                      <a:pt x="3544" y="2500"/>
                    </a:lnTo>
                    <a:lnTo>
                      <a:pt x="3496" y="2447"/>
                    </a:lnTo>
                    <a:lnTo>
                      <a:pt x="3444" y="2399"/>
                    </a:lnTo>
                    <a:lnTo>
                      <a:pt x="3386" y="2356"/>
                    </a:lnTo>
                    <a:lnTo>
                      <a:pt x="3325" y="2319"/>
                    </a:lnTo>
                    <a:lnTo>
                      <a:pt x="3260" y="2288"/>
                    </a:lnTo>
                    <a:lnTo>
                      <a:pt x="3193" y="2262"/>
                    </a:lnTo>
                    <a:lnTo>
                      <a:pt x="3121" y="2244"/>
                    </a:lnTo>
                    <a:lnTo>
                      <a:pt x="3048" y="2232"/>
                    </a:lnTo>
                    <a:lnTo>
                      <a:pt x="2972" y="2229"/>
                    </a:lnTo>
                    <a:close/>
                    <a:moveTo>
                      <a:pt x="1238" y="2229"/>
                    </a:moveTo>
                    <a:lnTo>
                      <a:pt x="1734" y="2229"/>
                    </a:lnTo>
                    <a:lnTo>
                      <a:pt x="1734" y="2724"/>
                    </a:lnTo>
                    <a:lnTo>
                      <a:pt x="1238" y="2724"/>
                    </a:lnTo>
                    <a:lnTo>
                      <a:pt x="1238" y="2229"/>
                    </a:lnTo>
                    <a:close/>
                    <a:moveTo>
                      <a:pt x="495" y="2229"/>
                    </a:moveTo>
                    <a:lnTo>
                      <a:pt x="990" y="2229"/>
                    </a:lnTo>
                    <a:lnTo>
                      <a:pt x="990" y="2724"/>
                    </a:lnTo>
                    <a:lnTo>
                      <a:pt x="495" y="2724"/>
                    </a:lnTo>
                    <a:lnTo>
                      <a:pt x="495" y="2229"/>
                    </a:lnTo>
                    <a:close/>
                    <a:moveTo>
                      <a:pt x="2972" y="1982"/>
                    </a:moveTo>
                    <a:lnTo>
                      <a:pt x="3058" y="1985"/>
                    </a:lnTo>
                    <a:lnTo>
                      <a:pt x="3141" y="1996"/>
                    </a:lnTo>
                    <a:lnTo>
                      <a:pt x="3221" y="2013"/>
                    </a:lnTo>
                    <a:lnTo>
                      <a:pt x="3300" y="2037"/>
                    </a:lnTo>
                    <a:lnTo>
                      <a:pt x="3376" y="2067"/>
                    </a:lnTo>
                    <a:lnTo>
                      <a:pt x="3448" y="2103"/>
                    </a:lnTo>
                    <a:lnTo>
                      <a:pt x="3517" y="2144"/>
                    </a:lnTo>
                    <a:lnTo>
                      <a:pt x="3582" y="2191"/>
                    </a:lnTo>
                    <a:lnTo>
                      <a:pt x="3643" y="2243"/>
                    </a:lnTo>
                    <a:lnTo>
                      <a:pt x="3700" y="2300"/>
                    </a:lnTo>
                    <a:lnTo>
                      <a:pt x="3752" y="2361"/>
                    </a:lnTo>
                    <a:lnTo>
                      <a:pt x="3799" y="2426"/>
                    </a:lnTo>
                    <a:lnTo>
                      <a:pt x="3841" y="2495"/>
                    </a:lnTo>
                    <a:lnTo>
                      <a:pt x="3876" y="2567"/>
                    </a:lnTo>
                    <a:lnTo>
                      <a:pt x="3906" y="2643"/>
                    </a:lnTo>
                    <a:lnTo>
                      <a:pt x="3930" y="2722"/>
                    </a:lnTo>
                    <a:lnTo>
                      <a:pt x="3948" y="2803"/>
                    </a:lnTo>
                    <a:lnTo>
                      <a:pt x="3959" y="2887"/>
                    </a:lnTo>
                    <a:lnTo>
                      <a:pt x="3962" y="2972"/>
                    </a:lnTo>
                    <a:lnTo>
                      <a:pt x="3959" y="3058"/>
                    </a:lnTo>
                    <a:lnTo>
                      <a:pt x="3948" y="3141"/>
                    </a:lnTo>
                    <a:lnTo>
                      <a:pt x="3930" y="3222"/>
                    </a:lnTo>
                    <a:lnTo>
                      <a:pt x="3906" y="3300"/>
                    </a:lnTo>
                    <a:lnTo>
                      <a:pt x="3876" y="3376"/>
                    </a:lnTo>
                    <a:lnTo>
                      <a:pt x="3841" y="3448"/>
                    </a:lnTo>
                    <a:lnTo>
                      <a:pt x="3799" y="3518"/>
                    </a:lnTo>
                    <a:lnTo>
                      <a:pt x="3752" y="3583"/>
                    </a:lnTo>
                    <a:lnTo>
                      <a:pt x="3700" y="3643"/>
                    </a:lnTo>
                    <a:lnTo>
                      <a:pt x="3643" y="3700"/>
                    </a:lnTo>
                    <a:lnTo>
                      <a:pt x="3582" y="3752"/>
                    </a:lnTo>
                    <a:lnTo>
                      <a:pt x="3517" y="3799"/>
                    </a:lnTo>
                    <a:lnTo>
                      <a:pt x="3448" y="3841"/>
                    </a:lnTo>
                    <a:lnTo>
                      <a:pt x="3376" y="3877"/>
                    </a:lnTo>
                    <a:lnTo>
                      <a:pt x="3300" y="3907"/>
                    </a:lnTo>
                    <a:lnTo>
                      <a:pt x="3221" y="3931"/>
                    </a:lnTo>
                    <a:lnTo>
                      <a:pt x="3141" y="3948"/>
                    </a:lnTo>
                    <a:lnTo>
                      <a:pt x="3058" y="3959"/>
                    </a:lnTo>
                    <a:lnTo>
                      <a:pt x="2972" y="3963"/>
                    </a:lnTo>
                    <a:lnTo>
                      <a:pt x="2886" y="3959"/>
                    </a:lnTo>
                    <a:lnTo>
                      <a:pt x="2802" y="3948"/>
                    </a:lnTo>
                    <a:lnTo>
                      <a:pt x="2721" y="3931"/>
                    </a:lnTo>
                    <a:lnTo>
                      <a:pt x="2643" y="3907"/>
                    </a:lnTo>
                    <a:lnTo>
                      <a:pt x="2567" y="3877"/>
                    </a:lnTo>
                    <a:lnTo>
                      <a:pt x="2495" y="3841"/>
                    </a:lnTo>
                    <a:lnTo>
                      <a:pt x="2426" y="3799"/>
                    </a:lnTo>
                    <a:lnTo>
                      <a:pt x="2361" y="3752"/>
                    </a:lnTo>
                    <a:lnTo>
                      <a:pt x="2300" y="3700"/>
                    </a:lnTo>
                    <a:lnTo>
                      <a:pt x="2243" y="3643"/>
                    </a:lnTo>
                    <a:lnTo>
                      <a:pt x="2191" y="3583"/>
                    </a:lnTo>
                    <a:lnTo>
                      <a:pt x="2144" y="3518"/>
                    </a:lnTo>
                    <a:lnTo>
                      <a:pt x="2103" y="3448"/>
                    </a:lnTo>
                    <a:lnTo>
                      <a:pt x="2067" y="3376"/>
                    </a:lnTo>
                    <a:lnTo>
                      <a:pt x="2037" y="3300"/>
                    </a:lnTo>
                    <a:lnTo>
                      <a:pt x="2013" y="3222"/>
                    </a:lnTo>
                    <a:lnTo>
                      <a:pt x="1995" y="3141"/>
                    </a:lnTo>
                    <a:lnTo>
                      <a:pt x="1984" y="3058"/>
                    </a:lnTo>
                    <a:lnTo>
                      <a:pt x="1980" y="2972"/>
                    </a:lnTo>
                    <a:lnTo>
                      <a:pt x="1984" y="2887"/>
                    </a:lnTo>
                    <a:lnTo>
                      <a:pt x="1995" y="2803"/>
                    </a:lnTo>
                    <a:lnTo>
                      <a:pt x="2013" y="2722"/>
                    </a:lnTo>
                    <a:lnTo>
                      <a:pt x="2037" y="2643"/>
                    </a:lnTo>
                    <a:lnTo>
                      <a:pt x="2067" y="2567"/>
                    </a:lnTo>
                    <a:lnTo>
                      <a:pt x="2103" y="2495"/>
                    </a:lnTo>
                    <a:lnTo>
                      <a:pt x="2144" y="2426"/>
                    </a:lnTo>
                    <a:lnTo>
                      <a:pt x="2191" y="2361"/>
                    </a:lnTo>
                    <a:lnTo>
                      <a:pt x="2243" y="2300"/>
                    </a:lnTo>
                    <a:lnTo>
                      <a:pt x="2300" y="2243"/>
                    </a:lnTo>
                    <a:lnTo>
                      <a:pt x="2361" y="2191"/>
                    </a:lnTo>
                    <a:lnTo>
                      <a:pt x="2426" y="2144"/>
                    </a:lnTo>
                    <a:lnTo>
                      <a:pt x="2495" y="2103"/>
                    </a:lnTo>
                    <a:lnTo>
                      <a:pt x="2567" y="2067"/>
                    </a:lnTo>
                    <a:lnTo>
                      <a:pt x="2643" y="2037"/>
                    </a:lnTo>
                    <a:lnTo>
                      <a:pt x="2721" y="2013"/>
                    </a:lnTo>
                    <a:lnTo>
                      <a:pt x="2802" y="1996"/>
                    </a:lnTo>
                    <a:lnTo>
                      <a:pt x="2886" y="1985"/>
                    </a:lnTo>
                    <a:lnTo>
                      <a:pt x="2972" y="1982"/>
                    </a:lnTo>
                    <a:close/>
                    <a:moveTo>
                      <a:pt x="1980" y="1486"/>
                    </a:moveTo>
                    <a:lnTo>
                      <a:pt x="2476" y="1486"/>
                    </a:lnTo>
                    <a:lnTo>
                      <a:pt x="2476" y="1982"/>
                    </a:lnTo>
                    <a:lnTo>
                      <a:pt x="1980" y="1982"/>
                    </a:lnTo>
                    <a:lnTo>
                      <a:pt x="1980" y="1486"/>
                    </a:lnTo>
                    <a:close/>
                    <a:moveTo>
                      <a:pt x="1238" y="1486"/>
                    </a:moveTo>
                    <a:lnTo>
                      <a:pt x="1734" y="1486"/>
                    </a:lnTo>
                    <a:lnTo>
                      <a:pt x="1734" y="1982"/>
                    </a:lnTo>
                    <a:lnTo>
                      <a:pt x="1238" y="1982"/>
                    </a:lnTo>
                    <a:lnTo>
                      <a:pt x="1238" y="1486"/>
                    </a:lnTo>
                    <a:close/>
                    <a:moveTo>
                      <a:pt x="495" y="1486"/>
                    </a:moveTo>
                    <a:lnTo>
                      <a:pt x="990" y="1486"/>
                    </a:lnTo>
                    <a:lnTo>
                      <a:pt x="990" y="1982"/>
                    </a:lnTo>
                    <a:lnTo>
                      <a:pt x="495" y="1982"/>
                    </a:lnTo>
                    <a:lnTo>
                      <a:pt x="495" y="1486"/>
                    </a:lnTo>
                    <a:close/>
                    <a:moveTo>
                      <a:pt x="268" y="495"/>
                    </a:moveTo>
                    <a:lnTo>
                      <a:pt x="371" y="495"/>
                    </a:lnTo>
                    <a:lnTo>
                      <a:pt x="371" y="619"/>
                    </a:lnTo>
                    <a:lnTo>
                      <a:pt x="374" y="659"/>
                    </a:lnTo>
                    <a:lnTo>
                      <a:pt x="384" y="697"/>
                    </a:lnTo>
                    <a:lnTo>
                      <a:pt x="399" y="732"/>
                    </a:lnTo>
                    <a:lnTo>
                      <a:pt x="419" y="765"/>
                    </a:lnTo>
                    <a:lnTo>
                      <a:pt x="444" y="794"/>
                    </a:lnTo>
                    <a:lnTo>
                      <a:pt x="473" y="819"/>
                    </a:lnTo>
                    <a:lnTo>
                      <a:pt x="505" y="839"/>
                    </a:lnTo>
                    <a:lnTo>
                      <a:pt x="541" y="854"/>
                    </a:lnTo>
                    <a:lnTo>
                      <a:pt x="579" y="864"/>
                    </a:lnTo>
                    <a:lnTo>
                      <a:pt x="619" y="867"/>
                    </a:lnTo>
                    <a:lnTo>
                      <a:pt x="659" y="864"/>
                    </a:lnTo>
                    <a:lnTo>
                      <a:pt x="697" y="854"/>
                    </a:lnTo>
                    <a:lnTo>
                      <a:pt x="732" y="839"/>
                    </a:lnTo>
                    <a:lnTo>
                      <a:pt x="765" y="819"/>
                    </a:lnTo>
                    <a:lnTo>
                      <a:pt x="794" y="794"/>
                    </a:lnTo>
                    <a:lnTo>
                      <a:pt x="819" y="765"/>
                    </a:lnTo>
                    <a:lnTo>
                      <a:pt x="838" y="732"/>
                    </a:lnTo>
                    <a:lnTo>
                      <a:pt x="854" y="697"/>
                    </a:lnTo>
                    <a:lnTo>
                      <a:pt x="864" y="659"/>
                    </a:lnTo>
                    <a:lnTo>
                      <a:pt x="866" y="619"/>
                    </a:lnTo>
                    <a:lnTo>
                      <a:pt x="866" y="495"/>
                    </a:lnTo>
                    <a:lnTo>
                      <a:pt x="2353" y="495"/>
                    </a:lnTo>
                    <a:lnTo>
                      <a:pt x="2353" y="619"/>
                    </a:lnTo>
                    <a:lnTo>
                      <a:pt x="2355" y="659"/>
                    </a:lnTo>
                    <a:lnTo>
                      <a:pt x="2365" y="697"/>
                    </a:lnTo>
                    <a:lnTo>
                      <a:pt x="2380" y="732"/>
                    </a:lnTo>
                    <a:lnTo>
                      <a:pt x="2400" y="765"/>
                    </a:lnTo>
                    <a:lnTo>
                      <a:pt x="2425" y="794"/>
                    </a:lnTo>
                    <a:lnTo>
                      <a:pt x="2454" y="819"/>
                    </a:lnTo>
                    <a:lnTo>
                      <a:pt x="2487" y="839"/>
                    </a:lnTo>
                    <a:lnTo>
                      <a:pt x="2521" y="854"/>
                    </a:lnTo>
                    <a:lnTo>
                      <a:pt x="2560" y="864"/>
                    </a:lnTo>
                    <a:lnTo>
                      <a:pt x="2600" y="867"/>
                    </a:lnTo>
                    <a:lnTo>
                      <a:pt x="2641" y="864"/>
                    </a:lnTo>
                    <a:lnTo>
                      <a:pt x="2678" y="854"/>
                    </a:lnTo>
                    <a:lnTo>
                      <a:pt x="2714" y="839"/>
                    </a:lnTo>
                    <a:lnTo>
                      <a:pt x="2747" y="819"/>
                    </a:lnTo>
                    <a:lnTo>
                      <a:pt x="2776" y="794"/>
                    </a:lnTo>
                    <a:lnTo>
                      <a:pt x="2800" y="765"/>
                    </a:lnTo>
                    <a:lnTo>
                      <a:pt x="2820" y="732"/>
                    </a:lnTo>
                    <a:lnTo>
                      <a:pt x="2835" y="697"/>
                    </a:lnTo>
                    <a:lnTo>
                      <a:pt x="2844" y="659"/>
                    </a:lnTo>
                    <a:lnTo>
                      <a:pt x="2848" y="619"/>
                    </a:lnTo>
                    <a:lnTo>
                      <a:pt x="2848" y="495"/>
                    </a:lnTo>
                    <a:lnTo>
                      <a:pt x="2952" y="495"/>
                    </a:lnTo>
                    <a:lnTo>
                      <a:pt x="2995" y="498"/>
                    </a:lnTo>
                    <a:lnTo>
                      <a:pt x="3036" y="509"/>
                    </a:lnTo>
                    <a:lnTo>
                      <a:pt x="3074" y="526"/>
                    </a:lnTo>
                    <a:lnTo>
                      <a:pt x="3109" y="548"/>
                    </a:lnTo>
                    <a:lnTo>
                      <a:pt x="3141" y="574"/>
                    </a:lnTo>
                    <a:lnTo>
                      <a:pt x="3167" y="607"/>
                    </a:lnTo>
                    <a:lnTo>
                      <a:pt x="3189" y="642"/>
                    </a:lnTo>
                    <a:lnTo>
                      <a:pt x="3206" y="682"/>
                    </a:lnTo>
                    <a:lnTo>
                      <a:pt x="3215" y="724"/>
                    </a:lnTo>
                    <a:lnTo>
                      <a:pt x="3219" y="767"/>
                    </a:lnTo>
                    <a:lnTo>
                      <a:pt x="3219" y="1733"/>
                    </a:lnTo>
                    <a:lnTo>
                      <a:pt x="2972" y="1733"/>
                    </a:lnTo>
                    <a:lnTo>
                      <a:pt x="2972" y="1238"/>
                    </a:lnTo>
                    <a:lnTo>
                      <a:pt x="248" y="1238"/>
                    </a:lnTo>
                    <a:lnTo>
                      <a:pt x="248" y="2947"/>
                    </a:lnTo>
                    <a:lnTo>
                      <a:pt x="250" y="2959"/>
                    </a:lnTo>
                    <a:lnTo>
                      <a:pt x="258" y="2969"/>
                    </a:lnTo>
                    <a:lnTo>
                      <a:pt x="268" y="2972"/>
                    </a:lnTo>
                    <a:lnTo>
                      <a:pt x="1734" y="2972"/>
                    </a:lnTo>
                    <a:lnTo>
                      <a:pt x="1734" y="3219"/>
                    </a:lnTo>
                    <a:lnTo>
                      <a:pt x="268" y="3219"/>
                    </a:lnTo>
                    <a:lnTo>
                      <a:pt x="225" y="3216"/>
                    </a:lnTo>
                    <a:lnTo>
                      <a:pt x="183" y="3206"/>
                    </a:lnTo>
                    <a:lnTo>
                      <a:pt x="144" y="3189"/>
                    </a:lnTo>
                    <a:lnTo>
                      <a:pt x="109" y="3167"/>
                    </a:lnTo>
                    <a:lnTo>
                      <a:pt x="78" y="3140"/>
                    </a:lnTo>
                    <a:lnTo>
                      <a:pt x="52" y="3108"/>
                    </a:lnTo>
                    <a:lnTo>
                      <a:pt x="30" y="3072"/>
                    </a:lnTo>
                    <a:lnTo>
                      <a:pt x="13" y="3034"/>
                    </a:lnTo>
                    <a:lnTo>
                      <a:pt x="3" y="2991"/>
                    </a:lnTo>
                    <a:lnTo>
                      <a:pt x="0" y="2947"/>
                    </a:lnTo>
                    <a:lnTo>
                      <a:pt x="0" y="767"/>
                    </a:lnTo>
                    <a:lnTo>
                      <a:pt x="3" y="724"/>
                    </a:lnTo>
                    <a:lnTo>
                      <a:pt x="13" y="682"/>
                    </a:lnTo>
                    <a:lnTo>
                      <a:pt x="30" y="642"/>
                    </a:lnTo>
                    <a:lnTo>
                      <a:pt x="52" y="607"/>
                    </a:lnTo>
                    <a:lnTo>
                      <a:pt x="78" y="574"/>
                    </a:lnTo>
                    <a:lnTo>
                      <a:pt x="109" y="548"/>
                    </a:lnTo>
                    <a:lnTo>
                      <a:pt x="144" y="526"/>
                    </a:lnTo>
                    <a:lnTo>
                      <a:pt x="183" y="509"/>
                    </a:lnTo>
                    <a:lnTo>
                      <a:pt x="225" y="498"/>
                    </a:lnTo>
                    <a:lnTo>
                      <a:pt x="268" y="495"/>
                    </a:lnTo>
                    <a:close/>
                    <a:moveTo>
                      <a:pt x="2600" y="0"/>
                    </a:moveTo>
                    <a:lnTo>
                      <a:pt x="2629" y="3"/>
                    </a:lnTo>
                    <a:lnTo>
                      <a:pt x="2654" y="13"/>
                    </a:lnTo>
                    <a:lnTo>
                      <a:pt x="2678" y="27"/>
                    </a:lnTo>
                    <a:lnTo>
                      <a:pt x="2696" y="47"/>
                    </a:lnTo>
                    <a:lnTo>
                      <a:pt x="2712" y="69"/>
                    </a:lnTo>
                    <a:lnTo>
                      <a:pt x="2720" y="95"/>
                    </a:lnTo>
                    <a:lnTo>
                      <a:pt x="2724" y="124"/>
                    </a:lnTo>
                    <a:lnTo>
                      <a:pt x="2724" y="619"/>
                    </a:lnTo>
                    <a:lnTo>
                      <a:pt x="2720" y="648"/>
                    </a:lnTo>
                    <a:lnTo>
                      <a:pt x="2712" y="673"/>
                    </a:lnTo>
                    <a:lnTo>
                      <a:pt x="2696" y="696"/>
                    </a:lnTo>
                    <a:lnTo>
                      <a:pt x="2678" y="715"/>
                    </a:lnTo>
                    <a:lnTo>
                      <a:pt x="2654" y="730"/>
                    </a:lnTo>
                    <a:lnTo>
                      <a:pt x="2629" y="739"/>
                    </a:lnTo>
                    <a:lnTo>
                      <a:pt x="2600" y="743"/>
                    </a:lnTo>
                    <a:lnTo>
                      <a:pt x="2572" y="739"/>
                    </a:lnTo>
                    <a:lnTo>
                      <a:pt x="2546" y="730"/>
                    </a:lnTo>
                    <a:lnTo>
                      <a:pt x="2523" y="715"/>
                    </a:lnTo>
                    <a:lnTo>
                      <a:pt x="2503" y="696"/>
                    </a:lnTo>
                    <a:lnTo>
                      <a:pt x="2489" y="673"/>
                    </a:lnTo>
                    <a:lnTo>
                      <a:pt x="2479" y="648"/>
                    </a:lnTo>
                    <a:lnTo>
                      <a:pt x="2476" y="619"/>
                    </a:lnTo>
                    <a:lnTo>
                      <a:pt x="2476" y="124"/>
                    </a:lnTo>
                    <a:lnTo>
                      <a:pt x="2479" y="95"/>
                    </a:lnTo>
                    <a:lnTo>
                      <a:pt x="2489" y="69"/>
                    </a:lnTo>
                    <a:lnTo>
                      <a:pt x="2503" y="47"/>
                    </a:lnTo>
                    <a:lnTo>
                      <a:pt x="2523" y="27"/>
                    </a:lnTo>
                    <a:lnTo>
                      <a:pt x="2546" y="13"/>
                    </a:lnTo>
                    <a:lnTo>
                      <a:pt x="2572" y="3"/>
                    </a:lnTo>
                    <a:lnTo>
                      <a:pt x="2600" y="0"/>
                    </a:lnTo>
                    <a:close/>
                    <a:moveTo>
                      <a:pt x="619" y="0"/>
                    </a:moveTo>
                    <a:lnTo>
                      <a:pt x="647" y="3"/>
                    </a:lnTo>
                    <a:lnTo>
                      <a:pt x="673" y="13"/>
                    </a:lnTo>
                    <a:lnTo>
                      <a:pt x="696" y="27"/>
                    </a:lnTo>
                    <a:lnTo>
                      <a:pt x="715" y="47"/>
                    </a:lnTo>
                    <a:lnTo>
                      <a:pt x="730" y="69"/>
                    </a:lnTo>
                    <a:lnTo>
                      <a:pt x="740" y="95"/>
                    </a:lnTo>
                    <a:lnTo>
                      <a:pt x="743" y="124"/>
                    </a:lnTo>
                    <a:lnTo>
                      <a:pt x="743" y="619"/>
                    </a:lnTo>
                    <a:lnTo>
                      <a:pt x="740" y="648"/>
                    </a:lnTo>
                    <a:lnTo>
                      <a:pt x="730" y="673"/>
                    </a:lnTo>
                    <a:lnTo>
                      <a:pt x="715" y="696"/>
                    </a:lnTo>
                    <a:lnTo>
                      <a:pt x="696" y="715"/>
                    </a:lnTo>
                    <a:lnTo>
                      <a:pt x="673" y="730"/>
                    </a:lnTo>
                    <a:lnTo>
                      <a:pt x="647" y="739"/>
                    </a:lnTo>
                    <a:lnTo>
                      <a:pt x="619" y="743"/>
                    </a:lnTo>
                    <a:lnTo>
                      <a:pt x="590" y="739"/>
                    </a:lnTo>
                    <a:lnTo>
                      <a:pt x="565" y="730"/>
                    </a:lnTo>
                    <a:lnTo>
                      <a:pt x="542" y="715"/>
                    </a:lnTo>
                    <a:lnTo>
                      <a:pt x="523" y="696"/>
                    </a:lnTo>
                    <a:lnTo>
                      <a:pt x="508" y="673"/>
                    </a:lnTo>
                    <a:lnTo>
                      <a:pt x="499" y="648"/>
                    </a:lnTo>
                    <a:lnTo>
                      <a:pt x="495" y="619"/>
                    </a:lnTo>
                    <a:lnTo>
                      <a:pt x="495" y="124"/>
                    </a:lnTo>
                    <a:lnTo>
                      <a:pt x="499" y="95"/>
                    </a:lnTo>
                    <a:lnTo>
                      <a:pt x="508" y="69"/>
                    </a:lnTo>
                    <a:lnTo>
                      <a:pt x="523" y="47"/>
                    </a:lnTo>
                    <a:lnTo>
                      <a:pt x="542" y="27"/>
                    </a:lnTo>
                    <a:lnTo>
                      <a:pt x="565" y="13"/>
                    </a:lnTo>
                    <a:lnTo>
                      <a:pt x="590" y="3"/>
                    </a:lnTo>
                    <a:lnTo>
                      <a:pt x="619" y="0"/>
                    </a:lnTo>
                    <a:close/>
                  </a:path>
                </a:pathLst>
              </a:custGeom>
              <a:solidFill>
                <a:schemeClr val="accent3"/>
              </a:solidFill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  <p:grpSp>
          <p:nvGrpSpPr>
            <p:cNvPr id="12" name="그룹 60"/>
            <p:cNvGrpSpPr/>
            <p:nvPr/>
          </p:nvGrpSpPr>
          <p:grpSpPr>
            <a:xfrm>
              <a:off x="4228307" y="3143493"/>
              <a:ext cx="1884180" cy="1488466"/>
              <a:chOff x="4075907" y="2991093"/>
              <a:chExt cx="1884180" cy="1488466"/>
            </a:xfrm>
          </p:grpSpPr>
          <p:sp>
            <p:nvSpPr>
              <p:cNvPr id="26" name="Freeform 26"/>
              <p:cNvSpPr>
                <a:spLocks noEditPoints="1"/>
              </p:cNvSpPr>
              <p:nvPr/>
            </p:nvSpPr>
            <p:spPr bwMode="auto">
              <a:xfrm>
                <a:off x="4075907" y="2991093"/>
                <a:ext cx="1884180" cy="1488466"/>
              </a:xfrm>
              <a:custGeom>
                <a:avLst/>
                <a:gdLst>
                  <a:gd name="T0" fmla="*/ 667 w 2078"/>
                  <a:gd name="T1" fmla="*/ 130 h 1640"/>
                  <a:gd name="T2" fmla="*/ 477 w 2078"/>
                  <a:gd name="T3" fmla="*/ 194 h 1640"/>
                  <a:gd name="T4" fmla="*/ 312 w 2078"/>
                  <a:gd name="T5" fmla="*/ 310 h 1640"/>
                  <a:gd name="T6" fmla="*/ 185 w 2078"/>
                  <a:gd name="T7" fmla="*/ 472 h 1640"/>
                  <a:gd name="T8" fmla="*/ 110 w 2078"/>
                  <a:gd name="T9" fmla="*/ 670 h 1640"/>
                  <a:gd name="T10" fmla="*/ 96 w 2078"/>
                  <a:gd name="T11" fmla="*/ 877 h 1640"/>
                  <a:gd name="T12" fmla="*/ 143 w 2078"/>
                  <a:gd name="T13" fmla="*/ 1074 h 1640"/>
                  <a:gd name="T14" fmla="*/ 242 w 2078"/>
                  <a:gd name="T15" fmla="*/ 1248 h 1640"/>
                  <a:gd name="T16" fmla="*/ 389 w 2078"/>
                  <a:gd name="T17" fmla="*/ 1388 h 1640"/>
                  <a:gd name="T18" fmla="*/ 578 w 2078"/>
                  <a:gd name="T19" fmla="*/ 1482 h 1640"/>
                  <a:gd name="T20" fmla="*/ 784 w 2078"/>
                  <a:gd name="T21" fmla="*/ 1516 h 1640"/>
                  <a:gd name="T22" fmla="*/ 985 w 2078"/>
                  <a:gd name="T23" fmla="*/ 1489 h 1640"/>
                  <a:gd name="T24" fmla="*/ 1169 w 2078"/>
                  <a:gd name="T25" fmla="*/ 1407 h 1640"/>
                  <a:gd name="T26" fmla="*/ 1321 w 2078"/>
                  <a:gd name="T27" fmla="*/ 1275 h 1640"/>
                  <a:gd name="T28" fmla="*/ 1433 w 2078"/>
                  <a:gd name="T29" fmla="*/ 1101 h 1640"/>
                  <a:gd name="T30" fmla="*/ 1488 w 2078"/>
                  <a:gd name="T31" fmla="*/ 894 h 1640"/>
                  <a:gd name="T32" fmla="*/ 1480 w 2078"/>
                  <a:gd name="T33" fmla="*/ 691 h 1640"/>
                  <a:gd name="T34" fmla="*/ 1416 w 2078"/>
                  <a:gd name="T35" fmla="*/ 501 h 1640"/>
                  <a:gd name="T36" fmla="*/ 1300 w 2078"/>
                  <a:gd name="T37" fmla="*/ 336 h 1640"/>
                  <a:gd name="T38" fmla="*/ 1139 w 2078"/>
                  <a:gd name="T39" fmla="*/ 209 h 1640"/>
                  <a:gd name="T40" fmla="*/ 941 w 2078"/>
                  <a:gd name="T41" fmla="*/ 134 h 1640"/>
                  <a:gd name="T42" fmla="*/ 794 w 2078"/>
                  <a:gd name="T43" fmla="*/ 0 h 1640"/>
                  <a:gd name="T44" fmla="*/ 1011 w 2078"/>
                  <a:gd name="T45" fmla="*/ 20 h 1640"/>
                  <a:gd name="T46" fmla="*/ 1173 w 2078"/>
                  <a:gd name="T47" fmla="*/ 81 h 1640"/>
                  <a:gd name="T48" fmla="*/ 1309 w 2078"/>
                  <a:gd name="T49" fmla="*/ 178 h 1640"/>
                  <a:gd name="T50" fmla="*/ 1447 w 2078"/>
                  <a:gd name="T51" fmla="*/ 310 h 1640"/>
                  <a:gd name="T52" fmla="*/ 1579 w 2078"/>
                  <a:gd name="T53" fmla="*/ 467 h 1640"/>
                  <a:gd name="T54" fmla="*/ 1706 w 2078"/>
                  <a:gd name="T55" fmla="*/ 634 h 1640"/>
                  <a:gd name="T56" fmla="*/ 1819 w 2078"/>
                  <a:gd name="T57" fmla="*/ 801 h 1640"/>
                  <a:gd name="T58" fmla="*/ 1917 w 2078"/>
                  <a:gd name="T59" fmla="*/ 956 h 1640"/>
                  <a:gd name="T60" fmla="*/ 1996 w 2078"/>
                  <a:gd name="T61" fmla="*/ 1087 h 1640"/>
                  <a:gd name="T62" fmla="*/ 2051 w 2078"/>
                  <a:gd name="T63" fmla="*/ 1183 h 1640"/>
                  <a:gd name="T64" fmla="*/ 2077 w 2078"/>
                  <a:gd name="T65" fmla="*/ 1232 h 1640"/>
                  <a:gd name="T66" fmla="*/ 2064 w 2078"/>
                  <a:gd name="T67" fmla="*/ 1241 h 1640"/>
                  <a:gd name="T68" fmla="*/ 1997 w 2078"/>
                  <a:gd name="T69" fmla="*/ 1273 h 1640"/>
                  <a:gd name="T70" fmla="*/ 1882 w 2078"/>
                  <a:gd name="T71" fmla="*/ 1323 h 1640"/>
                  <a:gd name="T72" fmla="*/ 1731 w 2078"/>
                  <a:gd name="T73" fmla="*/ 1387 h 1640"/>
                  <a:gd name="T74" fmla="*/ 1552 w 2078"/>
                  <a:gd name="T75" fmla="*/ 1455 h 1640"/>
                  <a:gd name="T76" fmla="*/ 1358 w 2078"/>
                  <a:gd name="T77" fmla="*/ 1523 h 1640"/>
                  <a:gd name="T78" fmla="*/ 1157 w 2078"/>
                  <a:gd name="T79" fmla="*/ 1581 h 1640"/>
                  <a:gd name="T80" fmla="*/ 958 w 2078"/>
                  <a:gd name="T81" fmla="*/ 1623 h 1640"/>
                  <a:gd name="T82" fmla="*/ 776 w 2078"/>
                  <a:gd name="T83" fmla="*/ 1640 h 1640"/>
                  <a:gd name="T84" fmla="*/ 617 w 2078"/>
                  <a:gd name="T85" fmla="*/ 1628 h 1640"/>
                  <a:gd name="T86" fmla="*/ 435 w 2078"/>
                  <a:gd name="T87" fmla="*/ 1558 h 1640"/>
                  <a:gd name="T88" fmla="*/ 258 w 2078"/>
                  <a:gd name="T89" fmla="*/ 1431 h 1640"/>
                  <a:gd name="T90" fmla="*/ 124 w 2078"/>
                  <a:gd name="T91" fmla="*/ 1267 h 1640"/>
                  <a:gd name="T92" fmla="*/ 37 w 2078"/>
                  <a:gd name="T93" fmla="*/ 1074 h 1640"/>
                  <a:gd name="T94" fmla="*/ 0 w 2078"/>
                  <a:gd name="T95" fmla="*/ 863 h 1640"/>
                  <a:gd name="T96" fmla="*/ 19 w 2078"/>
                  <a:gd name="T97" fmla="*/ 645 h 1640"/>
                  <a:gd name="T98" fmla="*/ 99 w 2078"/>
                  <a:gd name="T99" fmla="*/ 434 h 1640"/>
                  <a:gd name="T100" fmla="*/ 226 w 2078"/>
                  <a:gd name="T101" fmla="*/ 259 h 1640"/>
                  <a:gd name="T102" fmla="*/ 390 w 2078"/>
                  <a:gd name="T103" fmla="*/ 126 h 1640"/>
                  <a:gd name="T104" fmla="*/ 583 w 2078"/>
                  <a:gd name="T105" fmla="*/ 37 h 1640"/>
                  <a:gd name="T106" fmla="*/ 794 w 2078"/>
                  <a:gd name="T107" fmla="*/ 0 h 164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</a:cxnLst>
                <a:rect l="0" t="0" r="r" b="b"/>
                <a:pathLst>
                  <a:path w="2078" h="1640">
                    <a:moveTo>
                      <a:pt x="802" y="119"/>
                    </a:moveTo>
                    <a:lnTo>
                      <a:pt x="733" y="122"/>
                    </a:lnTo>
                    <a:lnTo>
                      <a:pt x="667" y="130"/>
                    </a:lnTo>
                    <a:lnTo>
                      <a:pt x="601" y="146"/>
                    </a:lnTo>
                    <a:lnTo>
                      <a:pt x="537" y="167"/>
                    </a:lnTo>
                    <a:lnTo>
                      <a:pt x="477" y="194"/>
                    </a:lnTo>
                    <a:lnTo>
                      <a:pt x="417" y="228"/>
                    </a:lnTo>
                    <a:lnTo>
                      <a:pt x="363" y="267"/>
                    </a:lnTo>
                    <a:lnTo>
                      <a:pt x="312" y="310"/>
                    </a:lnTo>
                    <a:lnTo>
                      <a:pt x="265" y="360"/>
                    </a:lnTo>
                    <a:lnTo>
                      <a:pt x="223" y="413"/>
                    </a:lnTo>
                    <a:lnTo>
                      <a:pt x="185" y="472"/>
                    </a:lnTo>
                    <a:lnTo>
                      <a:pt x="154" y="534"/>
                    </a:lnTo>
                    <a:lnTo>
                      <a:pt x="129" y="602"/>
                    </a:lnTo>
                    <a:lnTo>
                      <a:pt x="110" y="670"/>
                    </a:lnTo>
                    <a:lnTo>
                      <a:pt x="99" y="739"/>
                    </a:lnTo>
                    <a:lnTo>
                      <a:pt x="95" y="808"/>
                    </a:lnTo>
                    <a:lnTo>
                      <a:pt x="96" y="877"/>
                    </a:lnTo>
                    <a:lnTo>
                      <a:pt x="106" y="944"/>
                    </a:lnTo>
                    <a:lnTo>
                      <a:pt x="122" y="1010"/>
                    </a:lnTo>
                    <a:lnTo>
                      <a:pt x="143" y="1074"/>
                    </a:lnTo>
                    <a:lnTo>
                      <a:pt x="170" y="1134"/>
                    </a:lnTo>
                    <a:lnTo>
                      <a:pt x="204" y="1192"/>
                    </a:lnTo>
                    <a:lnTo>
                      <a:pt x="242" y="1248"/>
                    </a:lnTo>
                    <a:lnTo>
                      <a:pt x="286" y="1299"/>
                    </a:lnTo>
                    <a:lnTo>
                      <a:pt x="335" y="1346"/>
                    </a:lnTo>
                    <a:lnTo>
                      <a:pt x="389" y="1388"/>
                    </a:lnTo>
                    <a:lnTo>
                      <a:pt x="448" y="1424"/>
                    </a:lnTo>
                    <a:lnTo>
                      <a:pt x="510" y="1457"/>
                    </a:lnTo>
                    <a:lnTo>
                      <a:pt x="578" y="1482"/>
                    </a:lnTo>
                    <a:lnTo>
                      <a:pt x="647" y="1500"/>
                    </a:lnTo>
                    <a:lnTo>
                      <a:pt x="715" y="1512"/>
                    </a:lnTo>
                    <a:lnTo>
                      <a:pt x="784" y="1516"/>
                    </a:lnTo>
                    <a:lnTo>
                      <a:pt x="853" y="1513"/>
                    </a:lnTo>
                    <a:lnTo>
                      <a:pt x="920" y="1504"/>
                    </a:lnTo>
                    <a:lnTo>
                      <a:pt x="985" y="1489"/>
                    </a:lnTo>
                    <a:lnTo>
                      <a:pt x="1050" y="1468"/>
                    </a:lnTo>
                    <a:lnTo>
                      <a:pt x="1111" y="1439"/>
                    </a:lnTo>
                    <a:lnTo>
                      <a:pt x="1169" y="1407"/>
                    </a:lnTo>
                    <a:lnTo>
                      <a:pt x="1224" y="1368"/>
                    </a:lnTo>
                    <a:lnTo>
                      <a:pt x="1275" y="1325"/>
                    </a:lnTo>
                    <a:lnTo>
                      <a:pt x="1321" y="1275"/>
                    </a:lnTo>
                    <a:lnTo>
                      <a:pt x="1364" y="1221"/>
                    </a:lnTo>
                    <a:lnTo>
                      <a:pt x="1401" y="1163"/>
                    </a:lnTo>
                    <a:lnTo>
                      <a:pt x="1433" y="1101"/>
                    </a:lnTo>
                    <a:lnTo>
                      <a:pt x="1457" y="1033"/>
                    </a:lnTo>
                    <a:lnTo>
                      <a:pt x="1476" y="965"/>
                    </a:lnTo>
                    <a:lnTo>
                      <a:pt x="1488" y="894"/>
                    </a:lnTo>
                    <a:lnTo>
                      <a:pt x="1492" y="826"/>
                    </a:lnTo>
                    <a:lnTo>
                      <a:pt x="1490" y="758"/>
                    </a:lnTo>
                    <a:lnTo>
                      <a:pt x="1480" y="691"/>
                    </a:lnTo>
                    <a:lnTo>
                      <a:pt x="1465" y="625"/>
                    </a:lnTo>
                    <a:lnTo>
                      <a:pt x="1444" y="561"/>
                    </a:lnTo>
                    <a:lnTo>
                      <a:pt x="1416" y="501"/>
                    </a:lnTo>
                    <a:lnTo>
                      <a:pt x="1383" y="441"/>
                    </a:lnTo>
                    <a:lnTo>
                      <a:pt x="1344" y="387"/>
                    </a:lnTo>
                    <a:lnTo>
                      <a:pt x="1300" y="336"/>
                    </a:lnTo>
                    <a:lnTo>
                      <a:pt x="1251" y="289"/>
                    </a:lnTo>
                    <a:lnTo>
                      <a:pt x="1197" y="247"/>
                    </a:lnTo>
                    <a:lnTo>
                      <a:pt x="1139" y="209"/>
                    </a:lnTo>
                    <a:lnTo>
                      <a:pt x="1076" y="178"/>
                    </a:lnTo>
                    <a:lnTo>
                      <a:pt x="1009" y="153"/>
                    </a:lnTo>
                    <a:lnTo>
                      <a:pt x="941" y="134"/>
                    </a:lnTo>
                    <a:lnTo>
                      <a:pt x="871" y="123"/>
                    </a:lnTo>
                    <a:lnTo>
                      <a:pt x="802" y="119"/>
                    </a:lnTo>
                    <a:close/>
                    <a:moveTo>
                      <a:pt x="794" y="0"/>
                    </a:moveTo>
                    <a:lnTo>
                      <a:pt x="865" y="0"/>
                    </a:lnTo>
                    <a:lnTo>
                      <a:pt x="938" y="7"/>
                    </a:lnTo>
                    <a:lnTo>
                      <a:pt x="1011" y="20"/>
                    </a:lnTo>
                    <a:lnTo>
                      <a:pt x="1084" y="41"/>
                    </a:lnTo>
                    <a:lnTo>
                      <a:pt x="1128" y="58"/>
                    </a:lnTo>
                    <a:lnTo>
                      <a:pt x="1173" y="81"/>
                    </a:lnTo>
                    <a:lnTo>
                      <a:pt x="1217" y="108"/>
                    </a:lnTo>
                    <a:lnTo>
                      <a:pt x="1263" y="140"/>
                    </a:lnTo>
                    <a:lnTo>
                      <a:pt x="1309" y="178"/>
                    </a:lnTo>
                    <a:lnTo>
                      <a:pt x="1355" y="219"/>
                    </a:lnTo>
                    <a:lnTo>
                      <a:pt x="1401" y="263"/>
                    </a:lnTo>
                    <a:lnTo>
                      <a:pt x="1447" y="310"/>
                    </a:lnTo>
                    <a:lnTo>
                      <a:pt x="1491" y="360"/>
                    </a:lnTo>
                    <a:lnTo>
                      <a:pt x="1536" y="413"/>
                    </a:lnTo>
                    <a:lnTo>
                      <a:pt x="1579" y="467"/>
                    </a:lnTo>
                    <a:lnTo>
                      <a:pt x="1622" y="522"/>
                    </a:lnTo>
                    <a:lnTo>
                      <a:pt x="1664" y="577"/>
                    </a:lnTo>
                    <a:lnTo>
                      <a:pt x="1706" y="634"/>
                    </a:lnTo>
                    <a:lnTo>
                      <a:pt x="1745" y="691"/>
                    </a:lnTo>
                    <a:lnTo>
                      <a:pt x="1782" y="746"/>
                    </a:lnTo>
                    <a:lnTo>
                      <a:pt x="1819" y="801"/>
                    </a:lnTo>
                    <a:lnTo>
                      <a:pt x="1854" y="855"/>
                    </a:lnTo>
                    <a:lnTo>
                      <a:pt x="1886" y="907"/>
                    </a:lnTo>
                    <a:lnTo>
                      <a:pt x="1917" y="956"/>
                    </a:lnTo>
                    <a:lnTo>
                      <a:pt x="1946" y="1004"/>
                    </a:lnTo>
                    <a:lnTo>
                      <a:pt x="1973" y="1048"/>
                    </a:lnTo>
                    <a:lnTo>
                      <a:pt x="1996" y="1087"/>
                    </a:lnTo>
                    <a:lnTo>
                      <a:pt x="2017" y="1124"/>
                    </a:lnTo>
                    <a:lnTo>
                      <a:pt x="2035" y="1156"/>
                    </a:lnTo>
                    <a:lnTo>
                      <a:pt x="2051" y="1183"/>
                    </a:lnTo>
                    <a:lnTo>
                      <a:pt x="2063" y="1205"/>
                    </a:lnTo>
                    <a:lnTo>
                      <a:pt x="2071" y="1221"/>
                    </a:lnTo>
                    <a:lnTo>
                      <a:pt x="2077" y="1232"/>
                    </a:lnTo>
                    <a:lnTo>
                      <a:pt x="2078" y="1234"/>
                    </a:lnTo>
                    <a:lnTo>
                      <a:pt x="2075" y="1237"/>
                    </a:lnTo>
                    <a:lnTo>
                      <a:pt x="2064" y="1241"/>
                    </a:lnTo>
                    <a:lnTo>
                      <a:pt x="2048" y="1249"/>
                    </a:lnTo>
                    <a:lnTo>
                      <a:pt x="2025" y="1260"/>
                    </a:lnTo>
                    <a:lnTo>
                      <a:pt x="1997" y="1273"/>
                    </a:lnTo>
                    <a:lnTo>
                      <a:pt x="1963" y="1288"/>
                    </a:lnTo>
                    <a:lnTo>
                      <a:pt x="1926" y="1306"/>
                    </a:lnTo>
                    <a:lnTo>
                      <a:pt x="1882" y="1323"/>
                    </a:lnTo>
                    <a:lnTo>
                      <a:pt x="1835" y="1343"/>
                    </a:lnTo>
                    <a:lnTo>
                      <a:pt x="1785" y="1365"/>
                    </a:lnTo>
                    <a:lnTo>
                      <a:pt x="1731" y="1387"/>
                    </a:lnTo>
                    <a:lnTo>
                      <a:pt x="1673" y="1410"/>
                    </a:lnTo>
                    <a:lnTo>
                      <a:pt x="1614" y="1433"/>
                    </a:lnTo>
                    <a:lnTo>
                      <a:pt x="1552" y="1455"/>
                    </a:lnTo>
                    <a:lnTo>
                      <a:pt x="1488" y="1478"/>
                    </a:lnTo>
                    <a:lnTo>
                      <a:pt x="1424" y="1501"/>
                    </a:lnTo>
                    <a:lnTo>
                      <a:pt x="1358" y="1523"/>
                    </a:lnTo>
                    <a:lnTo>
                      <a:pt x="1290" y="1543"/>
                    </a:lnTo>
                    <a:lnTo>
                      <a:pt x="1223" y="1563"/>
                    </a:lnTo>
                    <a:lnTo>
                      <a:pt x="1157" y="1581"/>
                    </a:lnTo>
                    <a:lnTo>
                      <a:pt x="1089" y="1597"/>
                    </a:lnTo>
                    <a:lnTo>
                      <a:pt x="1023" y="1611"/>
                    </a:lnTo>
                    <a:lnTo>
                      <a:pt x="958" y="1623"/>
                    </a:lnTo>
                    <a:lnTo>
                      <a:pt x="896" y="1631"/>
                    </a:lnTo>
                    <a:lnTo>
                      <a:pt x="834" y="1638"/>
                    </a:lnTo>
                    <a:lnTo>
                      <a:pt x="776" y="1640"/>
                    </a:lnTo>
                    <a:lnTo>
                      <a:pt x="719" y="1640"/>
                    </a:lnTo>
                    <a:lnTo>
                      <a:pt x="667" y="1636"/>
                    </a:lnTo>
                    <a:lnTo>
                      <a:pt x="617" y="1628"/>
                    </a:lnTo>
                    <a:lnTo>
                      <a:pt x="572" y="1617"/>
                    </a:lnTo>
                    <a:lnTo>
                      <a:pt x="501" y="1590"/>
                    </a:lnTo>
                    <a:lnTo>
                      <a:pt x="435" y="1558"/>
                    </a:lnTo>
                    <a:lnTo>
                      <a:pt x="371" y="1520"/>
                    </a:lnTo>
                    <a:lnTo>
                      <a:pt x="313" y="1478"/>
                    </a:lnTo>
                    <a:lnTo>
                      <a:pt x="258" y="1431"/>
                    </a:lnTo>
                    <a:lnTo>
                      <a:pt x="209" y="1380"/>
                    </a:lnTo>
                    <a:lnTo>
                      <a:pt x="164" y="1325"/>
                    </a:lnTo>
                    <a:lnTo>
                      <a:pt x="124" y="1267"/>
                    </a:lnTo>
                    <a:lnTo>
                      <a:pt x="89" y="1205"/>
                    </a:lnTo>
                    <a:lnTo>
                      <a:pt x="60" y="1141"/>
                    </a:lnTo>
                    <a:lnTo>
                      <a:pt x="37" y="1074"/>
                    </a:lnTo>
                    <a:lnTo>
                      <a:pt x="18" y="1005"/>
                    </a:lnTo>
                    <a:lnTo>
                      <a:pt x="6" y="935"/>
                    </a:lnTo>
                    <a:lnTo>
                      <a:pt x="0" y="863"/>
                    </a:lnTo>
                    <a:lnTo>
                      <a:pt x="0" y="792"/>
                    </a:lnTo>
                    <a:lnTo>
                      <a:pt x="7" y="718"/>
                    </a:lnTo>
                    <a:lnTo>
                      <a:pt x="19" y="645"/>
                    </a:lnTo>
                    <a:lnTo>
                      <a:pt x="39" y="572"/>
                    </a:lnTo>
                    <a:lnTo>
                      <a:pt x="66" y="502"/>
                    </a:lnTo>
                    <a:lnTo>
                      <a:pt x="99" y="434"/>
                    </a:lnTo>
                    <a:lnTo>
                      <a:pt x="137" y="372"/>
                    </a:lnTo>
                    <a:lnTo>
                      <a:pt x="178" y="313"/>
                    </a:lnTo>
                    <a:lnTo>
                      <a:pt x="226" y="259"/>
                    </a:lnTo>
                    <a:lnTo>
                      <a:pt x="277" y="209"/>
                    </a:lnTo>
                    <a:lnTo>
                      <a:pt x="332" y="165"/>
                    </a:lnTo>
                    <a:lnTo>
                      <a:pt x="390" y="126"/>
                    </a:lnTo>
                    <a:lnTo>
                      <a:pt x="452" y="91"/>
                    </a:lnTo>
                    <a:lnTo>
                      <a:pt x="516" y="61"/>
                    </a:lnTo>
                    <a:lnTo>
                      <a:pt x="583" y="37"/>
                    </a:lnTo>
                    <a:lnTo>
                      <a:pt x="652" y="19"/>
                    </a:lnTo>
                    <a:lnTo>
                      <a:pt x="722" y="7"/>
                    </a:lnTo>
                    <a:lnTo>
                      <a:pt x="794" y="0"/>
                    </a:lnTo>
                    <a:close/>
                  </a:path>
                </a:pathLst>
              </a:custGeom>
              <a:solidFill>
                <a:schemeClr val="accent4"/>
              </a:solidFill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grpSp>
            <p:nvGrpSpPr>
              <p:cNvPr id="27" name="Group 92"/>
              <p:cNvGrpSpPr/>
              <p:nvPr/>
            </p:nvGrpSpPr>
            <p:grpSpPr>
              <a:xfrm>
                <a:off x="4559245" y="3525194"/>
                <a:ext cx="479425" cy="477838"/>
                <a:chOff x="4575175" y="3521076"/>
                <a:chExt cx="479425" cy="477838"/>
              </a:xfrm>
            </p:grpSpPr>
            <p:sp>
              <p:nvSpPr>
                <p:cNvPr id="28" name="Freeform 54"/>
                <p:cNvSpPr>
                  <a:spLocks/>
                </p:cNvSpPr>
                <p:nvPr/>
              </p:nvSpPr>
              <p:spPr bwMode="auto">
                <a:xfrm>
                  <a:off x="4657725" y="3606801"/>
                  <a:ext cx="206375" cy="42863"/>
                </a:xfrm>
                <a:custGeom>
                  <a:avLst/>
                  <a:gdLst>
                    <a:gd name="T0" fmla="*/ 151 w 1438"/>
                    <a:gd name="T1" fmla="*/ 0 h 302"/>
                    <a:gd name="T2" fmla="*/ 1287 w 1438"/>
                    <a:gd name="T3" fmla="*/ 0 h 302"/>
                    <a:gd name="T4" fmla="*/ 1318 w 1438"/>
                    <a:gd name="T5" fmla="*/ 3 h 302"/>
                    <a:gd name="T6" fmla="*/ 1346 w 1438"/>
                    <a:gd name="T7" fmla="*/ 12 h 302"/>
                    <a:gd name="T8" fmla="*/ 1372 w 1438"/>
                    <a:gd name="T9" fmla="*/ 26 h 302"/>
                    <a:gd name="T10" fmla="*/ 1394 w 1438"/>
                    <a:gd name="T11" fmla="*/ 45 h 302"/>
                    <a:gd name="T12" fmla="*/ 1413 w 1438"/>
                    <a:gd name="T13" fmla="*/ 67 h 302"/>
                    <a:gd name="T14" fmla="*/ 1426 w 1438"/>
                    <a:gd name="T15" fmla="*/ 93 h 302"/>
                    <a:gd name="T16" fmla="*/ 1435 w 1438"/>
                    <a:gd name="T17" fmla="*/ 121 h 302"/>
                    <a:gd name="T18" fmla="*/ 1438 w 1438"/>
                    <a:gd name="T19" fmla="*/ 151 h 302"/>
                    <a:gd name="T20" fmla="*/ 1435 w 1438"/>
                    <a:gd name="T21" fmla="*/ 181 h 302"/>
                    <a:gd name="T22" fmla="*/ 1426 w 1438"/>
                    <a:gd name="T23" fmla="*/ 209 h 302"/>
                    <a:gd name="T24" fmla="*/ 1413 w 1438"/>
                    <a:gd name="T25" fmla="*/ 235 h 302"/>
                    <a:gd name="T26" fmla="*/ 1394 w 1438"/>
                    <a:gd name="T27" fmla="*/ 257 h 302"/>
                    <a:gd name="T28" fmla="*/ 1372 w 1438"/>
                    <a:gd name="T29" fmla="*/ 276 h 302"/>
                    <a:gd name="T30" fmla="*/ 1346 w 1438"/>
                    <a:gd name="T31" fmla="*/ 289 h 302"/>
                    <a:gd name="T32" fmla="*/ 1318 w 1438"/>
                    <a:gd name="T33" fmla="*/ 298 h 302"/>
                    <a:gd name="T34" fmla="*/ 1287 w 1438"/>
                    <a:gd name="T35" fmla="*/ 302 h 302"/>
                    <a:gd name="T36" fmla="*/ 151 w 1438"/>
                    <a:gd name="T37" fmla="*/ 302 h 302"/>
                    <a:gd name="T38" fmla="*/ 121 w 1438"/>
                    <a:gd name="T39" fmla="*/ 298 h 302"/>
                    <a:gd name="T40" fmla="*/ 93 w 1438"/>
                    <a:gd name="T41" fmla="*/ 289 h 302"/>
                    <a:gd name="T42" fmla="*/ 66 w 1438"/>
                    <a:gd name="T43" fmla="*/ 276 h 302"/>
                    <a:gd name="T44" fmla="*/ 44 w 1438"/>
                    <a:gd name="T45" fmla="*/ 257 h 302"/>
                    <a:gd name="T46" fmla="*/ 26 w 1438"/>
                    <a:gd name="T47" fmla="*/ 235 h 302"/>
                    <a:gd name="T48" fmla="*/ 12 w 1438"/>
                    <a:gd name="T49" fmla="*/ 209 h 302"/>
                    <a:gd name="T50" fmla="*/ 4 w 1438"/>
                    <a:gd name="T51" fmla="*/ 181 h 302"/>
                    <a:gd name="T52" fmla="*/ 0 w 1438"/>
                    <a:gd name="T53" fmla="*/ 151 h 302"/>
                    <a:gd name="T54" fmla="*/ 4 w 1438"/>
                    <a:gd name="T55" fmla="*/ 121 h 302"/>
                    <a:gd name="T56" fmla="*/ 12 w 1438"/>
                    <a:gd name="T57" fmla="*/ 93 h 302"/>
                    <a:gd name="T58" fmla="*/ 26 w 1438"/>
                    <a:gd name="T59" fmla="*/ 67 h 302"/>
                    <a:gd name="T60" fmla="*/ 44 w 1438"/>
                    <a:gd name="T61" fmla="*/ 45 h 302"/>
                    <a:gd name="T62" fmla="*/ 66 w 1438"/>
                    <a:gd name="T63" fmla="*/ 26 h 302"/>
                    <a:gd name="T64" fmla="*/ 93 w 1438"/>
                    <a:gd name="T65" fmla="*/ 12 h 302"/>
                    <a:gd name="T66" fmla="*/ 121 w 1438"/>
                    <a:gd name="T67" fmla="*/ 3 h 302"/>
                    <a:gd name="T68" fmla="*/ 151 w 1438"/>
                    <a:gd name="T69" fmla="*/ 0 h 30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</a:cxnLst>
                  <a:rect l="0" t="0" r="r" b="b"/>
                  <a:pathLst>
                    <a:path w="1438" h="302">
                      <a:moveTo>
                        <a:pt x="151" y="0"/>
                      </a:moveTo>
                      <a:lnTo>
                        <a:pt x="1287" y="0"/>
                      </a:lnTo>
                      <a:lnTo>
                        <a:pt x="1318" y="3"/>
                      </a:lnTo>
                      <a:lnTo>
                        <a:pt x="1346" y="12"/>
                      </a:lnTo>
                      <a:lnTo>
                        <a:pt x="1372" y="26"/>
                      </a:lnTo>
                      <a:lnTo>
                        <a:pt x="1394" y="45"/>
                      </a:lnTo>
                      <a:lnTo>
                        <a:pt x="1413" y="67"/>
                      </a:lnTo>
                      <a:lnTo>
                        <a:pt x="1426" y="93"/>
                      </a:lnTo>
                      <a:lnTo>
                        <a:pt x="1435" y="121"/>
                      </a:lnTo>
                      <a:lnTo>
                        <a:pt x="1438" y="151"/>
                      </a:lnTo>
                      <a:lnTo>
                        <a:pt x="1435" y="181"/>
                      </a:lnTo>
                      <a:lnTo>
                        <a:pt x="1426" y="209"/>
                      </a:lnTo>
                      <a:lnTo>
                        <a:pt x="1413" y="235"/>
                      </a:lnTo>
                      <a:lnTo>
                        <a:pt x="1394" y="257"/>
                      </a:lnTo>
                      <a:lnTo>
                        <a:pt x="1372" y="276"/>
                      </a:lnTo>
                      <a:lnTo>
                        <a:pt x="1346" y="289"/>
                      </a:lnTo>
                      <a:lnTo>
                        <a:pt x="1318" y="298"/>
                      </a:lnTo>
                      <a:lnTo>
                        <a:pt x="1287" y="302"/>
                      </a:lnTo>
                      <a:lnTo>
                        <a:pt x="151" y="302"/>
                      </a:lnTo>
                      <a:lnTo>
                        <a:pt x="121" y="298"/>
                      </a:lnTo>
                      <a:lnTo>
                        <a:pt x="93" y="289"/>
                      </a:lnTo>
                      <a:lnTo>
                        <a:pt x="66" y="276"/>
                      </a:lnTo>
                      <a:lnTo>
                        <a:pt x="44" y="257"/>
                      </a:lnTo>
                      <a:lnTo>
                        <a:pt x="26" y="235"/>
                      </a:lnTo>
                      <a:lnTo>
                        <a:pt x="12" y="209"/>
                      </a:lnTo>
                      <a:lnTo>
                        <a:pt x="4" y="181"/>
                      </a:lnTo>
                      <a:lnTo>
                        <a:pt x="0" y="151"/>
                      </a:lnTo>
                      <a:lnTo>
                        <a:pt x="4" y="121"/>
                      </a:lnTo>
                      <a:lnTo>
                        <a:pt x="12" y="93"/>
                      </a:lnTo>
                      <a:lnTo>
                        <a:pt x="26" y="67"/>
                      </a:lnTo>
                      <a:lnTo>
                        <a:pt x="44" y="45"/>
                      </a:lnTo>
                      <a:lnTo>
                        <a:pt x="66" y="26"/>
                      </a:lnTo>
                      <a:lnTo>
                        <a:pt x="93" y="12"/>
                      </a:lnTo>
                      <a:lnTo>
                        <a:pt x="121" y="3"/>
                      </a:lnTo>
                      <a:lnTo>
                        <a:pt x="151" y="0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29" name="Freeform 55"/>
                <p:cNvSpPr>
                  <a:spLocks/>
                </p:cNvSpPr>
                <p:nvPr/>
              </p:nvSpPr>
              <p:spPr bwMode="auto">
                <a:xfrm>
                  <a:off x="4657725" y="3687763"/>
                  <a:ext cx="206375" cy="42863"/>
                </a:xfrm>
                <a:custGeom>
                  <a:avLst/>
                  <a:gdLst>
                    <a:gd name="T0" fmla="*/ 151 w 1438"/>
                    <a:gd name="T1" fmla="*/ 0 h 301"/>
                    <a:gd name="T2" fmla="*/ 1287 w 1438"/>
                    <a:gd name="T3" fmla="*/ 0 h 301"/>
                    <a:gd name="T4" fmla="*/ 1318 w 1438"/>
                    <a:gd name="T5" fmla="*/ 3 h 301"/>
                    <a:gd name="T6" fmla="*/ 1346 w 1438"/>
                    <a:gd name="T7" fmla="*/ 12 h 301"/>
                    <a:gd name="T8" fmla="*/ 1372 w 1438"/>
                    <a:gd name="T9" fmla="*/ 26 h 301"/>
                    <a:gd name="T10" fmla="*/ 1394 w 1438"/>
                    <a:gd name="T11" fmla="*/ 44 h 301"/>
                    <a:gd name="T12" fmla="*/ 1413 w 1438"/>
                    <a:gd name="T13" fmla="*/ 66 h 301"/>
                    <a:gd name="T14" fmla="*/ 1426 w 1438"/>
                    <a:gd name="T15" fmla="*/ 92 h 301"/>
                    <a:gd name="T16" fmla="*/ 1435 w 1438"/>
                    <a:gd name="T17" fmla="*/ 120 h 301"/>
                    <a:gd name="T18" fmla="*/ 1438 w 1438"/>
                    <a:gd name="T19" fmla="*/ 150 h 301"/>
                    <a:gd name="T20" fmla="*/ 1435 w 1438"/>
                    <a:gd name="T21" fmla="*/ 181 h 301"/>
                    <a:gd name="T22" fmla="*/ 1426 w 1438"/>
                    <a:gd name="T23" fmla="*/ 210 h 301"/>
                    <a:gd name="T24" fmla="*/ 1413 w 1438"/>
                    <a:gd name="T25" fmla="*/ 235 h 301"/>
                    <a:gd name="T26" fmla="*/ 1394 w 1438"/>
                    <a:gd name="T27" fmla="*/ 258 h 301"/>
                    <a:gd name="T28" fmla="*/ 1372 w 1438"/>
                    <a:gd name="T29" fmla="*/ 275 h 301"/>
                    <a:gd name="T30" fmla="*/ 1346 w 1438"/>
                    <a:gd name="T31" fmla="*/ 290 h 301"/>
                    <a:gd name="T32" fmla="*/ 1318 w 1438"/>
                    <a:gd name="T33" fmla="*/ 298 h 301"/>
                    <a:gd name="T34" fmla="*/ 1287 w 1438"/>
                    <a:gd name="T35" fmla="*/ 301 h 301"/>
                    <a:gd name="T36" fmla="*/ 151 w 1438"/>
                    <a:gd name="T37" fmla="*/ 301 h 301"/>
                    <a:gd name="T38" fmla="*/ 121 w 1438"/>
                    <a:gd name="T39" fmla="*/ 298 h 301"/>
                    <a:gd name="T40" fmla="*/ 93 w 1438"/>
                    <a:gd name="T41" fmla="*/ 290 h 301"/>
                    <a:gd name="T42" fmla="*/ 66 w 1438"/>
                    <a:gd name="T43" fmla="*/ 275 h 301"/>
                    <a:gd name="T44" fmla="*/ 44 w 1438"/>
                    <a:gd name="T45" fmla="*/ 258 h 301"/>
                    <a:gd name="T46" fmla="*/ 26 w 1438"/>
                    <a:gd name="T47" fmla="*/ 235 h 301"/>
                    <a:gd name="T48" fmla="*/ 12 w 1438"/>
                    <a:gd name="T49" fmla="*/ 210 h 301"/>
                    <a:gd name="T50" fmla="*/ 4 w 1438"/>
                    <a:gd name="T51" fmla="*/ 181 h 301"/>
                    <a:gd name="T52" fmla="*/ 0 w 1438"/>
                    <a:gd name="T53" fmla="*/ 150 h 301"/>
                    <a:gd name="T54" fmla="*/ 4 w 1438"/>
                    <a:gd name="T55" fmla="*/ 120 h 301"/>
                    <a:gd name="T56" fmla="*/ 12 w 1438"/>
                    <a:gd name="T57" fmla="*/ 92 h 301"/>
                    <a:gd name="T58" fmla="*/ 26 w 1438"/>
                    <a:gd name="T59" fmla="*/ 66 h 301"/>
                    <a:gd name="T60" fmla="*/ 44 w 1438"/>
                    <a:gd name="T61" fmla="*/ 44 h 301"/>
                    <a:gd name="T62" fmla="*/ 66 w 1438"/>
                    <a:gd name="T63" fmla="*/ 26 h 301"/>
                    <a:gd name="T64" fmla="*/ 93 w 1438"/>
                    <a:gd name="T65" fmla="*/ 12 h 301"/>
                    <a:gd name="T66" fmla="*/ 121 w 1438"/>
                    <a:gd name="T67" fmla="*/ 3 h 301"/>
                    <a:gd name="T68" fmla="*/ 151 w 1438"/>
                    <a:gd name="T69" fmla="*/ 0 h 30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</a:cxnLst>
                  <a:rect l="0" t="0" r="r" b="b"/>
                  <a:pathLst>
                    <a:path w="1438" h="301">
                      <a:moveTo>
                        <a:pt x="151" y="0"/>
                      </a:moveTo>
                      <a:lnTo>
                        <a:pt x="1287" y="0"/>
                      </a:lnTo>
                      <a:lnTo>
                        <a:pt x="1318" y="3"/>
                      </a:lnTo>
                      <a:lnTo>
                        <a:pt x="1346" y="12"/>
                      </a:lnTo>
                      <a:lnTo>
                        <a:pt x="1372" y="26"/>
                      </a:lnTo>
                      <a:lnTo>
                        <a:pt x="1394" y="44"/>
                      </a:lnTo>
                      <a:lnTo>
                        <a:pt x="1413" y="66"/>
                      </a:lnTo>
                      <a:lnTo>
                        <a:pt x="1426" y="92"/>
                      </a:lnTo>
                      <a:lnTo>
                        <a:pt x="1435" y="120"/>
                      </a:lnTo>
                      <a:lnTo>
                        <a:pt x="1438" y="150"/>
                      </a:lnTo>
                      <a:lnTo>
                        <a:pt x="1435" y="181"/>
                      </a:lnTo>
                      <a:lnTo>
                        <a:pt x="1426" y="210"/>
                      </a:lnTo>
                      <a:lnTo>
                        <a:pt x="1413" y="235"/>
                      </a:lnTo>
                      <a:lnTo>
                        <a:pt x="1394" y="258"/>
                      </a:lnTo>
                      <a:lnTo>
                        <a:pt x="1372" y="275"/>
                      </a:lnTo>
                      <a:lnTo>
                        <a:pt x="1346" y="290"/>
                      </a:lnTo>
                      <a:lnTo>
                        <a:pt x="1318" y="298"/>
                      </a:lnTo>
                      <a:lnTo>
                        <a:pt x="1287" y="301"/>
                      </a:lnTo>
                      <a:lnTo>
                        <a:pt x="151" y="301"/>
                      </a:lnTo>
                      <a:lnTo>
                        <a:pt x="121" y="298"/>
                      </a:lnTo>
                      <a:lnTo>
                        <a:pt x="93" y="290"/>
                      </a:lnTo>
                      <a:lnTo>
                        <a:pt x="66" y="275"/>
                      </a:lnTo>
                      <a:lnTo>
                        <a:pt x="44" y="258"/>
                      </a:lnTo>
                      <a:lnTo>
                        <a:pt x="26" y="235"/>
                      </a:lnTo>
                      <a:lnTo>
                        <a:pt x="12" y="210"/>
                      </a:lnTo>
                      <a:lnTo>
                        <a:pt x="4" y="181"/>
                      </a:lnTo>
                      <a:lnTo>
                        <a:pt x="0" y="150"/>
                      </a:lnTo>
                      <a:lnTo>
                        <a:pt x="4" y="120"/>
                      </a:lnTo>
                      <a:lnTo>
                        <a:pt x="12" y="92"/>
                      </a:lnTo>
                      <a:lnTo>
                        <a:pt x="26" y="66"/>
                      </a:lnTo>
                      <a:lnTo>
                        <a:pt x="44" y="44"/>
                      </a:lnTo>
                      <a:lnTo>
                        <a:pt x="66" y="26"/>
                      </a:lnTo>
                      <a:lnTo>
                        <a:pt x="93" y="12"/>
                      </a:lnTo>
                      <a:lnTo>
                        <a:pt x="121" y="3"/>
                      </a:lnTo>
                      <a:lnTo>
                        <a:pt x="151" y="0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30" name="Freeform 56"/>
                <p:cNvSpPr>
                  <a:spLocks/>
                </p:cNvSpPr>
                <p:nvPr/>
              </p:nvSpPr>
              <p:spPr bwMode="auto">
                <a:xfrm>
                  <a:off x="4657725" y="3768726"/>
                  <a:ext cx="125413" cy="44450"/>
                </a:xfrm>
                <a:custGeom>
                  <a:avLst/>
                  <a:gdLst>
                    <a:gd name="T0" fmla="*/ 151 w 870"/>
                    <a:gd name="T1" fmla="*/ 0 h 301"/>
                    <a:gd name="T2" fmla="*/ 720 w 870"/>
                    <a:gd name="T3" fmla="*/ 0 h 301"/>
                    <a:gd name="T4" fmla="*/ 750 w 870"/>
                    <a:gd name="T5" fmla="*/ 4 h 301"/>
                    <a:gd name="T6" fmla="*/ 778 w 870"/>
                    <a:gd name="T7" fmla="*/ 12 h 301"/>
                    <a:gd name="T8" fmla="*/ 805 w 870"/>
                    <a:gd name="T9" fmla="*/ 26 h 301"/>
                    <a:gd name="T10" fmla="*/ 827 w 870"/>
                    <a:gd name="T11" fmla="*/ 44 h 301"/>
                    <a:gd name="T12" fmla="*/ 845 w 870"/>
                    <a:gd name="T13" fmla="*/ 67 h 301"/>
                    <a:gd name="T14" fmla="*/ 859 w 870"/>
                    <a:gd name="T15" fmla="*/ 92 h 301"/>
                    <a:gd name="T16" fmla="*/ 867 w 870"/>
                    <a:gd name="T17" fmla="*/ 120 h 301"/>
                    <a:gd name="T18" fmla="*/ 870 w 870"/>
                    <a:gd name="T19" fmla="*/ 151 h 301"/>
                    <a:gd name="T20" fmla="*/ 867 w 870"/>
                    <a:gd name="T21" fmla="*/ 181 h 301"/>
                    <a:gd name="T22" fmla="*/ 859 w 870"/>
                    <a:gd name="T23" fmla="*/ 209 h 301"/>
                    <a:gd name="T24" fmla="*/ 845 w 870"/>
                    <a:gd name="T25" fmla="*/ 234 h 301"/>
                    <a:gd name="T26" fmla="*/ 827 w 870"/>
                    <a:gd name="T27" fmla="*/ 257 h 301"/>
                    <a:gd name="T28" fmla="*/ 805 w 870"/>
                    <a:gd name="T29" fmla="*/ 275 h 301"/>
                    <a:gd name="T30" fmla="*/ 778 w 870"/>
                    <a:gd name="T31" fmla="*/ 290 h 301"/>
                    <a:gd name="T32" fmla="*/ 750 w 870"/>
                    <a:gd name="T33" fmla="*/ 298 h 301"/>
                    <a:gd name="T34" fmla="*/ 720 w 870"/>
                    <a:gd name="T35" fmla="*/ 301 h 301"/>
                    <a:gd name="T36" fmla="*/ 151 w 870"/>
                    <a:gd name="T37" fmla="*/ 301 h 301"/>
                    <a:gd name="T38" fmla="*/ 121 w 870"/>
                    <a:gd name="T39" fmla="*/ 298 h 301"/>
                    <a:gd name="T40" fmla="*/ 93 w 870"/>
                    <a:gd name="T41" fmla="*/ 290 h 301"/>
                    <a:gd name="T42" fmla="*/ 66 w 870"/>
                    <a:gd name="T43" fmla="*/ 275 h 301"/>
                    <a:gd name="T44" fmla="*/ 44 w 870"/>
                    <a:gd name="T45" fmla="*/ 257 h 301"/>
                    <a:gd name="T46" fmla="*/ 26 w 870"/>
                    <a:gd name="T47" fmla="*/ 234 h 301"/>
                    <a:gd name="T48" fmla="*/ 12 w 870"/>
                    <a:gd name="T49" fmla="*/ 209 h 301"/>
                    <a:gd name="T50" fmla="*/ 4 w 870"/>
                    <a:gd name="T51" fmla="*/ 181 h 301"/>
                    <a:gd name="T52" fmla="*/ 0 w 870"/>
                    <a:gd name="T53" fmla="*/ 151 h 301"/>
                    <a:gd name="T54" fmla="*/ 4 w 870"/>
                    <a:gd name="T55" fmla="*/ 120 h 301"/>
                    <a:gd name="T56" fmla="*/ 12 w 870"/>
                    <a:gd name="T57" fmla="*/ 92 h 301"/>
                    <a:gd name="T58" fmla="*/ 26 w 870"/>
                    <a:gd name="T59" fmla="*/ 67 h 301"/>
                    <a:gd name="T60" fmla="*/ 44 w 870"/>
                    <a:gd name="T61" fmla="*/ 44 h 301"/>
                    <a:gd name="T62" fmla="*/ 66 w 870"/>
                    <a:gd name="T63" fmla="*/ 26 h 301"/>
                    <a:gd name="T64" fmla="*/ 93 w 870"/>
                    <a:gd name="T65" fmla="*/ 12 h 301"/>
                    <a:gd name="T66" fmla="*/ 121 w 870"/>
                    <a:gd name="T67" fmla="*/ 4 h 301"/>
                    <a:gd name="T68" fmla="*/ 151 w 870"/>
                    <a:gd name="T69" fmla="*/ 0 h 30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</a:cxnLst>
                  <a:rect l="0" t="0" r="r" b="b"/>
                  <a:pathLst>
                    <a:path w="870" h="301">
                      <a:moveTo>
                        <a:pt x="151" y="0"/>
                      </a:moveTo>
                      <a:lnTo>
                        <a:pt x="720" y="0"/>
                      </a:lnTo>
                      <a:lnTo>
                        <a:pt x="750" y="4"/>
                      </a:lnTo>
                      <a:lnTo>
                        <a:pt x="778" y="12"/>
                      </a:lnTo>
                      <a:lnTo>
                        <a:pt x="805" y="26"/>
                      </a:lnTo>
                      <a:lnTo>
                        <a:pt x="827" y="44"/>
                      </a:lnTo>
                      <a:lnTo>
                        <a:pt x="845" y="67"/>
                      </a:lnTo>
                      <a:lnTo>
                        <a:pt x="859" y="92"/>
                      </a:lnTo>
                      <a:lnTo>
                        <a:pt x="867" y="120"/>
                      </a:lnTo>
                      <a:lnTo>
                        <a:pt x="870" y="151"/>
                      </a:lnTo>
                      <a:lnTo>
                        <a:pt x="867" y="181"/>
                      </a:lnTo>
                      <a:lnTo>
                        <a:pt x="859" y="209"/>
                      </a:lnTo>
                      <a:lnTo>
                        <a:pt x="845" y="234"/>
                      </a:lnTo>
                      <a:lnTo>
                        <a:pt x="827" y="257"/>
                      </a:lnTo>
                      <a:lnTo>
                        <a:pt x="805" y="275"/>
                      </a:lnTo>
                      <a:lnTo>
                        <a:pt x="778" y="290"/>
                      </a:lnTo>
                      <a:lnTo>
                        <a:pt x="750" y="298"/>
                      </a:lnTo>
                      <a:lnTo>
                        <a:pt x="720" y="301"/>
                      </a:lnTo>
                      <a:lnTo>
                        <a:pt x="151" y="301"/>
                      </a:lnTo>
                      <a:lnTo>
                        <a:pt x="121" y="298"/>
                      </a:lnTo>
                      <a:lnTo>
                        <a:pt x="93" y="290"/>
                      </a:lnTo>
                      <a:lnTo>
                        <a:pt x="66" y="275"/>
                      </a:lnTo>
                      <a:lnTo>
                        <a:pt x="44" y="257"/>
                      </a:lnTo>
                      <a:lnTo>
                        <a:pt x="26" y="234"/>
                      </a:lnTo>
                      <a:lnTo>
                        <a:pt x="12" y="209"/>
                      </a:lnTo>
                      <a:lnTo>
                        <a:pt x="4" y="181"/>
                      </a:lnTo>
                      <a:lnTo>
                        <a:pt x="0" y="151"/>
                      </a:lnTo>
                      <a:lnTo>
                        <a:pt x="4" y="120"/>
                      </a:lnTo>
                      <a:lnTo>
                        <a:pt x="12" y="92"/>
                      </a:lnTo>
                      <a:lnTo>
                        <a:pt x="26" y="67"/>
                      </a:lnTo>
                      <a:lnTo>
                        <a:pt x="44" y="44"/>
                      </a:lnTo>
                      <a:lnTo>
                        <a:pt x="66" y="26"/>
                      </a:lnTo>
                      <a:lnTo>
                        <a:pt x="93" y="12"/>
                      </a:lnTo>
                      <a:lnTo>
                        <a:pt x="121" y="4"/>
                      </a:lnTo>
                      <a:lnTo>
                        <a:pt x="151" y="0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31" name="Freeform 57"/>
                <p:cNvSpPr>
                  <a:spLocks/>
                </p:cNvSpPr>
                <p:nvPr/>
              </p:nvSpPr>
              <p:spPr bwMode="auto">
                <a:xfrm>
                  <a:off x="4575175" y="3521076"/>
                  <a:ext cx="371475" cy="477838"/>
                </a:xfrm>
                <a:custGeom>
                  <a:avLst/>
                  <a:gdLst>
                    <a:gd name="T0" fmla="*/ 152 w 2574"/>
                    <a:gd name="T1" fmla="*/ 0 h 3310"/>
                    <a:gd name="T2" fmla="*/ 2423 w 2574"/>
                    <a:gd name="T3" fmla="*/ 0 h 3310"/>
                    <a:gd name="T4" fmla="*/ 2453 w 2574"/>
                    <a:gd name="T5" fmla="*/ 3 h 3310"/>
                    <a:gd name="T6" fmla="*/ 2481 w 2574"/>
                    <a:gd name="T7" fmla="*/ 12 h 3310"/>
                    <a:gd name="T8" fmla="*/ 2507 w 2574"/>
                    <a:gd name="T9" fmla="*/ 26 h 3310"/>
                    <a:gd name="T10" fmla="*/ 2529 w 2574"/>
                    <a:gd name="T11" fmla="*/ 44 h 3310"/>
                    <a:gd name="T12" fmla="*/ 2548 w 2574"/>
                    <a:gd name="T13" fmla="*/ 67 h 3310"/>
                    <a:gd name="T14" fmla="*/ 2562 w 2574"/>
                    <a:gd name="T15" fmla="*/ 92 h 3310"/>
                    <a:gd name="T16" fmla="*/ 2571 w 2574"/>
                    <a:gd name="T17" fmla="*/ 120 h 3310"/>
                    <a:gd name="T18" fmla="*/ 2574 w 2574"/>
                    <a:gd name="T19" fmla="*/ 150 h 3310"/>
                    <a:gd name="T20" fmla="*/ 2574 w 2574"/>
                    <a:gd name="T21" fmla="*/ 374 h 3310"/>
                    <a:gd name="T22" fmla="*/ 2272 w 2574"/>
                    <a:gd name="T23" fmla="*/ 896 h 3310"/>
                    <a:gd name="T24" fmla="*/ 2272 w 2574"/>
                    <a:gd name="T25" fmla="*/ 301 h 3310"/>
                    <a:gd name="T26" fmla="*/ 304 w 2574"/>
                    <a:gd name="T27" fmla="*/ 301 h 3310"/>
                    <a:gd name="T28" fmla="*/ 304 w 2574"/>
                    <a:gd name="T29" fmla="*/ 3008 h 3310"/>
                    <a:gd name="T30" fmla="*/ 2272 w 2574"/>
                    <a:gd name="T31" fmla="*/ 3008 h 3310"/>
                    <a:gd name="T32" fmla="*/ 2272 w 2574"/>
                    <a:gd name="T33" fmla="*/ 2634 h 3310"/>
                    <a:gd name="T34" fmla="*/ 2430 w 2574"/>
                    <a:gd name="T35" fmla="*/ 2530 h 3310"/>
                    <a:gd name="T36" fmla="*/ 2458 w 2574"/>
                    <a:gd name="T37" fmla="*/ 2508 h 3310"/>
                    <a:gd name="T38" fmla="*/ 2482 w 2574"/>
                    <a:gd name="T39" fmla="*/ 2483 h 3310"/>
                    <a:gd name="T40" fmla="*/ 2502 w 2574"/>
                    <a:gd name="T41" fmla="*/ 2454 h 3310"/>
                    <a:gd name="T42" fmla="*/ 2574 w 2574"/>
                    <a:gd name="T43" fmla="*/ 2330 h 3310"/>
                    <a:gd name="T44" fmla="*/ 2574 w 2574"/>
                    <a:gd name="T45" fmla="*/ 3159 h 3310"/>
                    <a:gd name="T46" fmla="*/ 2571 w 2574"/>
                    <a:gd name="T47" fmla="*/ 3189 h 3310"/>
                    <a:gd name="T48" fmla="*/ 2562 w 2574"/>
                    <a:gd name="T49" fmla="*/ 3217 h 3310"/>
                    <a:gd name="T50" fmla="*/ 2548 w 2574"/>
                    <a:gd name="T51" fmla="*/ 3243 h 3310"/>
                    <a:gd name="T52" fmla="*/ 2529 w 2574"/>
                    <a:gd name="T53" fmla="*/ 3265 h 3310"/>
                    <a:gd name="T54" fmla="*/ 2507 w 2574"/>
                    <a:gd name="T55" fmla="*/ 3284 h 3310"/>
                    <a:gd name="T56" fmla="*/ 2481 w 2574"/>
                    <a:gd name="T57" fmla="*/ 3297 h 3310"/>
                    <a:gd name="T58" fmla="*/ 2453 w 2574"/>
                    <a:gd name="T59" fmla="*/ 3307 h 3310"/>
                    <a:gd name="T60" fmla="*/ 2423 w 2574"/>
                    <a:gd name="T61" fmla="*/ 3310 h 3310"/>
                    <a:gd name="T62" fmla="*/ 152 w 2574"/>
                    <a:gd name="T63" fmla="*/ 3310 h 3310"/>
                    <a:gd name="T64" fmla="*/ 121 w 2574"/>
                    <a:gd name="T65" fmla="*/ 3307 h 3310"/>
                    <a:gd name="T66" fmla="*/ 93 w 2574"/>
                    <a:gd name="T67" fmla="*/ 3297 h 3310"/>
                    <a:gd name="T68" fmla="*/ 67 w 2574"/>
                    <a:gd name="T69" fmla="*/ 3284 h 3310"/>
                    <a:gd name="T70" fmla="*/ 45 w 2574"/>
                    <a:gd name="T71" fmla="*/ 3265 h 3310"/>
                    <a:gd name="T72" fmla="*/ 26 w 2574"/>
                    <a:gd name="T73" fmla="*/ 3243 h 3310"/>
                    <a:gd name="T74" fmla="*/ 13 w 2574"/>
                    <a:gd name="T75" fmla="*/ 3217 h 3310"/>
                    <a:gd name="T76" fmla="*/ 3 w 2574"/>
                    <a:gd name="T77" fmla="*/ 3189 h 3310"/>
                    <a:gd name="T78" fmla="*/ 0 w 2574"/>
                    <a:gd name="T79" fmla="*/ 3159 h 3310"/>
                    <a:gd name="T80" fmla="*/ 0 w 2574"/>
                    <a:gd name="T81" fmla="*/ 150 h 3310"/>
                    <a:gd name="T82" fmla="*/ 3 w 2574"/>
                    <a:gd name="T83" fmla="*/ 120 h 3310"/>
                    <a:gd name="T84" fmla="*/ 13 w 2574"/>
                    <a:gd name="T85" fmla="*/ 92 h 3310"/>
                    <a:gd name="T86" fmla="*/ 26 w 2574"/>
                    <a:gd name="T87" fmla="*/ 67 h 3310"/>
                    <a:gd name="T88" fmla="*/ 45 w 2574"/>
                    <a:gd name="T89" fmla="*/ 44 h 3310"/>
                    <a:gd name="T90" fmla="*/ 67 w 2574"/>
                    <a:gd name="T91" fmla="*/ 26 h 3310"/>
                    <a:gd name="T92" fmla="*/ 93 w 2574"/>
                    <a:gd name="T93" fmla="*/ 12 h 3310"/>
                    <a:gd name="T94" fmla="*/ 121 w 2574"/>
                    <a:gd name="T95" fmla="*/ 3 h 3310"/>
                    <a:gd name="T96" fmla="*/ 152 w 2574"/>
                    <a:gd name="T97" fmla="*/ 0 h 331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</a:cxnLst>
                  <a:rect l="0" t="0" r="r" b="b"/>
                  <a:pathLst>
                    <a:path w="2574" h="3310">
                      <a:moveTo>
                        <a:pt x="152" y="0"/>
                      </a:moveTo>
                      <a:lnTo>
                        <a:pt x="2423" y="0"/>
                      </a:lnTo>
                      <a:lnTo>
                        <a:pt x="2453" y="3"/>
                      </a:lnTo>
                      <a:lnTo>
                        <a:pt x="2481" y="12"/>
                      </a:lnTo>
                      <a:lnTo>
                        <a:pt x="2507" y="26"/>
                      </a:lnTo>
                      <a:lnTo>
                        <a:pt x="2529" y="44"/>
                      </a:lnTo>
                      <a:lnTo>
                        <a:pt x="2548" y="67"/>
                      </a:lnTo>
                      <a:lnTo>
                        <a:pt x="2562" y="92"/>
                      </a:lnTo>
                      <a:lnTo>
                        <a:pt x="2571" y="120"/>
                      </a:lnTo>
                      <a:lnTo>
                        <a:pt x="2574" y="150"/>
                      </a:lnTo>
                      <a:lnTo>
                        <a:pt x="2574" y="374"/>
                      </a:lnTo>
                      <a:lnTo>
                        <a:pt x="2272" y="896"/>
                      </a:lnTo>
                      <a:lnTo>
                        <a:pt x="2272" y="301"/>
                      </a:lnTo>
                      <a:lnTo>
                        <a:pt x="304" y="301"/>
                      </a:lnTo>
                      <a:lnTo>
                        <a:pt x="304" y="3008"/>
                      </a:lnTo>
                      <a:lnTo>
                        <a:pt x="2272" y="3008"/>
                      </a:lnTo>
                      <a:lnTo>
                        <a:pt x="2272" y="2634"/>
                      </a:lnTo>
                      <a:lnTo>
                        <a:pt x="2430" y="2530"/>
                      </a:lnTo>
                      <a:lnTo>
                        <a:pt x="2458" y="2508"/>
                      </a:lnTo>
                      <a:lnTo>
                        <a:pt x="2482" y="2483"/>
                      </a:lnTo>
                      <a:lnTo>
                        <a:pt x="2502" y="2454"/>
                      </a:lnTo>
                      <a:lnTo>
                        <a:pt x="2574" y="2330"/>
                      </a:lnTo>
                      <a:lnTo>
                        <a:pt x="2574" y="3159"/>
                      </a:lnTo>
                      <a:lnTo>
                        <a:pt x="2571" y="3189"/>
                      </a:lnTo>
                      <a:lnTo>
                        <a:pt x="2562" y="3217"/>
                      </a:lnTo>
                      <a:lnTo>
                        <a:pt x="2548" y="3243"/>
                      </a:lnTo>
                      <a:lnTo>
                        <a:pt x="2529" y="3265"/>
                      </a:lnTo>
                      <a:lnTo>
                        <a:pt x="2507" y="3284"/>
                      </a:lnTo>
                      <a:lnTo>
                        <a:pt x="2481" y="3297"/>
                      </a:lnTo>
                      <a:lnTo>
                        <a:pt x="2453" y="3307"/>
                      </a:lnTo>
                      <a:lnTo>
                        <a:pt x="2423" y="3310"/>
                      </a:lnTo>
                      <a:lnTo>
                        <a:pt x="152" y="3310"/>
                      </a:lnTo>
                      <a:lnTo>
                        <a:pt x="121" y="3307"/>
                      </a:lnTo>
                      <a:lnTo>
                        <a:pt x="93" y="3297"/>
                      </a:lnTo>
                      <a:lnTo>
                        <a:pt x="67" y="3284"/>
                      </a:lnTo>
                      <a:lnTo>
                        <a:pt x="45" y="3265"/>
                      </a:lnTo>
                      <a:lnTo>
                        <a:pt x="26" y="3243"/>
                      </a:lnTo>
                      <a:lnTo>
                        <a:pt x="13" y="3217"/>
                      </a:lnTo>
                      <a:lnTo>
                        <a:pt x="3" y="3189"/>
                      </a:lnTo>
                      <a:lnTo>
                        <a:pt x="0" y="3159"/>
                      </a:lnTo>
                      <a:lnTo>
                        <a:pt x="0" y="150"/>
                      </a:lnTo>
                      <a:lnTo>
                        <a:pt x="3" y="120"/>
                      </a:lnTo>
                      <a:lnTo>
                        <a:pt x="13" y="92"/>
                      </a:lnTo>
                      <a:lnTo>
                        <a:pt x="26" y="67"/>
                      </a:lnTo>
                      <a:lnTo>
                        <a:pt x="45" y="44"/>
                      </a:lnTo>
                      <a:lnTo>
                        <a:pt x="67" y="26"/>
                      </a:lnTo>
                      <a:lnTo>
                        <a:pt x="93" y="12"/>
                      </a:lnTo>
                      <a:lnTo>
                        <a:pt x="121" y="3"/>
                      </a:lnTo>
                      <a:lnTo>
                        <a:pt x="152" y="0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32" name="Freeform 58"/>
                <p:cNvSpPr>
                  <a:spLocks noEditPoints="1"/>
                </p:cNvSpPr>
                <p:nvPr/>
              </p:nvSpPr>
              <p:spPr bwMode="auto">
                <a:xfrm>
                  <a:off x="4826000" y="3575051"/>
                  <a:ext cx="228600" cy="341313"/>
                </a:xfrm>
                <a:custGeom>
                  <a:avLst/>
                  <a:gdLst>
                    <a:gd name="T0" fmla="*/ 131 w 1591"/>
                    <a:gd name="T1" fmla="*/ 1996 h 2370"/>
                    <a:gd name="T2" fmla="*/ 223 w 1591"/>
                    <a:gd name="T3" fmla="*/ 2040 h 2370"/>
                    <a:gd name="T4" fmla="*/ 308 w 1591"/>
                    <a:gd name="T5" fmla="*/ 2097 h 2370"/>
                    <a:gd name="T6" fmla="*/ 439 w 1591"/>
                    <a:gd name="T7" fmla="*/ 1980 h 2370"/>
                    <a:gd name="T8" fmla="*/ 389 w 1591"/>
                    <a:gd name="T9" fmla="*/ 1934 h 2370"/>
                    <a:gd name="T10" fmla="*/ 314 w 1591"/>
                    <a:gd name="T11" fmla="*/ 1883 h 2370"/>
                    <a:gd name="T12" fmla="*/ 245 w 1591"/>
                    <a:gd name="T13" fmla="*/ 1849 h 2370"/>
                    <a:gd name="T14" fmla="*/ 187 w 1591"/>
                    <a:gd name="T15" fmla="*/ 1829 h 2370"/>
                    <a:gd name="T16" fmla="*/ 141 w 1591"/>
                    <a:gd name="T17" fmla="*/ 1820 h 2370"/>
                    <a:gd name="T18" fmla="*/ 1118 w 1591"/>
                    <a:gd name="T19" fmla="*/ 0 h 2370"/>
                    <a:gd name="T20" fmla="*/ 1173 w 1591"/>
                    <a:gd name="T21" fmla="*/ 7 h 2370"/>
                    <a:gd name="T22" fmla="*/ 1240 w 1591"/>
                    <a:gd name="T23" fmla="*/ 25 h 2370"/>
                    <a:gd name="T24" fmla="*/ 1319 w 1591"/>
                    <a:gd name="T25" fmla="*/ 57 h 2370"/>
                    <a:gd name="T26" fmla="*/ 1407 w 1591"/>
                    <a:gd name="T27" fmla="*/ 108 h 2370"/>
                    <a:gd name="T28" fmla="*/ 1478 w 1591"/>
                    <a:gd name="T29" fmla="*/ 163 h 2370"/>
                    <a:gd name="T30" fmla="*/ 1528 w 1591"/>
                    <a:gd name="T31" fmla="*/ 215 h 2370"/>
                    <a:gd name="T32" fmla="*/ 1561 w 1591"/>
                    <a:gd name="T33" fmla="*/ 261 h 2370"/>
                    <a:gd name="T34" fmla="*/ 1580 w 1591"/>
                    <a:gd name="T35" fmla="*/ 297 h 2370"/>
                    <a:gd name="T36" fmla="*/ 1588 w 1591"/>
                    <a:gd name="T37" fmla="*/ 320 h 2370"/>
                    <a:gd name="T38" fmla="*/ 1591 w 1591"/>
                    <a:gd name="T39" fmla="*/ 344 h 2370"/>
                    <a:gd name="T40" fmla="*/ 1581 w 1591"/>
                    <a:gd name="T41" fmla="*/ 379 h 2370"/>
                    <a:gd name="T42" fmla="*/ 625 w 1591"/>
                    <a:gd name="T43" fmla="*/ 2021 h 2370"/>
                    <a:gd name="T44" fmla="*/ 116 w 1591"/>
                    <a:gd name="T45" fmla="*/ 2357 h 2370"/>
                    <a:gd name="T46" fmla="*/ 77 w 1591"/>
                    <a:gd name="T47" fmla="*/ 2370 h 2370"/>
                    <a:gd name="T48" fmla="*/ 36 w 1591"/>
                    <a:gd name="T49" fmla="*/ 2359 h 2370"/>
                    <a:gd name="T50" fmla="*/ 12 w 1591"/>
                    <a:gd name="T51" fmla="*/ 2338 h 2370"/>
                    <a:gd name="T52" fmla="*/ 0 w 1591"/>
                    <a:gd name="T53" fmla="*/ 2306 h 2370"/>
                    <a:gd name="T54" fmla="*/ 34 w 1591"/>
                    <a:gd name="T55" fmla="*/ 1702 h 2370"/>
                    <a:gd name="T56" fmla="*/ 45 w 1591"/>
                    <a:gd name="T57" fmla="*/ 1670 h 2370"/>
                    <a:gd name="T58" fmla="*/ 1002 w 1591"/>
                    <a:gd name="T59" fmla="*/ 27 h 2370"/>
                    <a:gd name="T60" fmla="*/ 1034 w 1591"/>
                    <a:gd name="T61" fmla="*/ 7 h 2370"/>
                    <a:gd name="T62" fmla="*/ 1048 w 1591"/>
                    <a:gd name="T63" fmla="*/ 4 h 2370"/>
                    <a:gd name="T64" fmla="*/ 1076 w 1591"/>
                    <a:gd name="T65" fmla="*/ 0 h 237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</a:cxnLst>
                  <a:rect l="0" t="0" r="r" b="b"/>
                  <a:pathLst>
                    <a:path w="1591" h="2370">
                      <a:moveTo>
                        <a:pt x="141" y="1820"/>
                      </a:moveTo>
                      <a:lnTo>
                        <a:pt x="131" y="1996"/>
                      </a:lnTo>
                      <a:lnTo>
                        <a:pt x="177" y="2016"/>
                      </a:lnTo>
                      <a:lnTo>
                        <a:pt x="223" y="2040"/>
                      </a:lnTo>
                      <a:lnTo>
                        <a:pt x="267" y="2067"/>
                      </a:lnTo>
                      <a:lnTo>
                        <a:pt x="308" y="2097"/>
                      </a:lnTo>
                      <a:lnTo>
                        <a:pt x="455" y="2000"/>
                      </a:lnTo>
                      <a:lnTo>
                        <a:pt x="439" y="1980"/>
                      </a:lnTo>
                      <a:lnTo>
                        <a:pt x="417" y="1958"/>
                      </a:lnTo>
                      <a:lnTo>
                        <a:pt x="389" y="1934"/>
                      </a:lnTo>
                      <a:lnTo>
                        <a:pt x="355" y="1909"/>
                      </a:lnTo>
                      <a:lnTo>
                        <a:pt x="314" y="1883"/>
                      </a:lnTo>
                      <a:lnTo>
                        <a:pt x="278" y="1864"/>
                      </a:lnTo>
                      <a:lnTo>
                        <a:pt x="245" y="1849"/>
                      </a:lnTo>
                      <a:lnTo>
                        <a:pt x="214" y="1837"/>
                      </a:lnTo>
                      <a:lnTo>
                        <a:pt x="187" y="1829"/>
                      </a:lnTo>
                      <a:lnTo>
                        <a:pt x="163" y="1824"/>
                      </a:lnTo>
                      <a:lnTo>
                        <a:pt x="141" y="1820"/>
                      </a:lnTo>
                      <a:close/>
                      <a:moveTo>
                        <a:pt x="1095" y="0"/>
                      </a:moveTo>
                      <a:lnTo>
                        <a:pt x="1118" y="0"/>
                      </a:lnTo>
                      <a:lnTo>
                        <a:pt x="1144" y="2"/>
                      </a:lnTo>
                      <a:lnTo>
                        <a:pt x="1173" y="7"/>
                      </a:lnTo>
                      <a:lnTo>
                        <a:pt x="1205" y="14"/>
                      </a:lnTo>
                      <a:lnTo>
                        <a:pt x="1240" y="25"/>
                      </a:lnTo>
                      <a:lnTo>
                        <a:pt x="1278" y="39"/>
                      </a:lnTo>
                      <a:lnTo>
                        <a:pt x="1319" y="57"/>
                      </a:lnTo>
                      <a:lnTo>
                        <a:pt x="1362" y="81"/>
                      </a:lnTo>
                      <a:lnTo>
                        <a:pt x="1407" y="108"/>
                      </a:lnTo>
                      <a:lnTo>
                        <a:pt x="1446" y="136"/>
                      </a:lnTo>
                      <a:lnTo>
                        <a:pt x="1478" y="163"/>
                      </a:lnTo>
                      <a:lnTo>
                        <a:pt x="1505" y="190"/>
                      </a:lnTo>
                      <a:lnTo>
                        <a:pt x="1528" y="215"/>
                      </a:lnTo>
                      <a:lnTo>
                        <a:pt x="1546" y="239"/>
                      </a:lnTo>
                      <a:lnTo>
                        <a:pt x="1561" y="261"/>
                      </a:lnTo>
                      <a:lnTo>
                        <a:pt x="1571" y="280"/>
                      </a:lnTo>
                      <a:lnTo>
                        <a:pt x="1580" y="297"/>
                      </a:lnTo>
                      <a:lnTo>
                        <a:pt x="1585" y="311"/>
                      </a:lnTo>
                      <a:lnTo>
                        <a:pt x="1588" y="320"/>
                      </a:lnTo>
                      <a:lnTo>
                        <a:pt x="1589" y="325"/>
                      </a:lnTo>
                      <a:lnTo>
                        <a:pt x="1591" y="344"/>
                      </a:lnTo>
                      <a:lnTo>
                        <a:pt x="1588" y="363"/>
                      </a:lnTo>
                      <a:lnTo>
                        <a:pt x="1581" y="379"/>
                      </a:lnTo>
                      <a:lnTo>
                        <a:pt x="634" y="2008"/>
                      </a:lnTo>
                      <a:lnTo>
                        <a:pt x="625" y="2021"/>
                      </a:lnTo>
                      <a:lnTo>
                        <a:pt x="611" y="2033"/>
                      </a:lnTo>
                      <a:lnTo>
                        <a:pt x="116" y="2357"/>
                      </a:lnTo>
                      <a:lnTo>
                        <a:pt x="97" y="2367"/>
                      </a:lnTo>
                      <a:lnTo>
                        <a:pt x="77" y="2370"/>
                      </a:lnTo>
                      <a:lnTo>
                        <a:pt x="56" y="2368"/>
                      </a:lnTo>
                      <a:lnTo>
                        <a:pt x="36" y="2359"/>
                      </a:lnTo>
                      <a:lnTo>
                        <a:pt x="23" y="2350"/>
                      </a:lnTo>
                      <a:lnTo>
                        <a:pt x="12" y="2338"/>
                      </a:lnTo>
                      <a:lnTo>
                        <a:pt x="5" y="2323"/>
                      </a:lnTo>
                      <a:lnTo>
                        <a:pt x="0" y="2306"/>
                      </a:lnTo>
                      <a:lnTo>
                        <a:pt x="0" y="2290"/>
                      </a:lnTo>
                      <a:lnTo>
                        <a:pt x="34" y="1702"/>
                      </a:lnTo>
                      <a:lnTo>
                        <a:pt x="38" y="1685"/>
                      </a:lnTo>
                      <a:lnTo>
                        <a:pt x="45" y="1670"/>
                      </a:lnTo>
                      <a:lnTo>
                        <a:pt x="991" y="41"/>
                      </a:lnTo>
                      <a:lnTo>
                        <a:pt x="1002" y="27"/>
                      </a:lnTo>
                      <a:lnTo>
                        <a:pt x="1016" y="15"/>
                      </a:lnTo>
                      <a:lnTo>
                        <a:pt x="1034" y="7"/>
                      </a:lnTo>
                      <a:lnTo>
                        <a:pt x="1038" y="6"/>
                      </a:lnTo>
                      <a:lnTo>
                        <a:pt x="1048" y="4"/>
                      </a:lnTo>
                      <a:lnTo>
                        <a:pt x="1060" y="2"/>
                      </a:lnTo>
                      <a:lnTo>
                        <a:pt x="1076" y="0"/>
                      </a:lnTo>
                      <a:lnTo>
                        <a:pt x="1095" y="0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33" name="Freeform 59"/>
                <p:cNvSpPr>
                  <a:spLocks/>
                </p:cNvSpPr>
                <p:nvPr/>
              </p:nvSpPr>
              <p:spPr bwMode="auto">
                <a:xfrm>
                  <a:off x="4645025" y="3849688"/>
                  <a:ext cx="166688" cy="84138"/>
                </a:xfrm>
                <a:custGeom>
                  <a:avLst/>
                  <a:gdLst>
                    <a:gd name="T0" fmla="*/ 557 w 1155"/>
                    <a:gd name="T1" fmla="*/ 5 h 591"/>
                    <a:gd name="T2" fmla="*/ 583 w 1155"/>
                    <a:gd name="T3" fmla="*/ 28 h 591"/>
                    <a:gd name="T4" fmla="*/ 591 w 1155"/>
                    <a:gd name="T5" fmla="*/ 111 h 591"/>
                    <a:gd name="T6" fmla="*/ 560 w 1155"/>
                    <a:gd name="T7" fmla="*/ 199 h 591"/>
                    <a:gd name="T8" fmla="*/ 569 w 1155"/>
                    <a:gd name="T9" fmla="*/ 242 h 591"/>
                    <a:gd name="T10" fmla="*/ 587 w 1155"/>
                    <a:gd name="T11" fmla="*/ 270 h 591"/>
                    <a:gd name="T12" fmla="*/ 637 w 1155"/>
                    <a:gd name="T13" fmla="*/ 278 h 591"/>
                    <a:gd name="T14" fmla="*/ 681 w 1155"/>
                    <a:gd name="T15" fmla="*/ 323 h 591"/>
                    <a:gd name="T16" fmla="*/ 693 w 1155"/>
                    <a:gd name="T17" fmla="*/ 357 h 591"/>
                    <a:gd name="T18" fmla="*/ 847 w 1155"/>
                    <a:gd name="T19" fmla="*/ 351 h 591"/>
                    <a:gd name="T20" fmla="*/ 996 w 1155"/>
                    <a:gd name="T21" fmla="*/ 366 h 591"/>
                    <a:gd name="T22" fmla="*/ 1118 w 1155"/>
                    <a:gd name="T23" fmla="*/ 373 h 591"/>
                    <a:gd name="T24" fmla="*/ 1149 w 1155"/>
                    <a:gd name="T25" fmla="*/ 400 h 591"/>
                    <a:gd name="T26" fmla="*/ 1154 w 1155"/>
                    <a:gd name="T27" fmla="*/ 441 h 591"/>
                    <a:gd name="T28" fmla="*/ 1131 w 1155"/>
                    <a:gd name="T29" fmla="*/ 475 h 591"/>
                    <a:gd name="T30" fmla="*/ 1066 w 1155"/>
                    <a:gd name="T31" fmla="*/ 482 h 591"/>
                    <a:gd name="T32" fmla="*/ 957 w 1155"/>
                    <a:gd name="T33" fmla="*/ 467 h 591"/>
                    <a:gd name="T34" fmla="*/ 843 w 1155"/>
                    <a:gd name="T35" fmla="*/ 452 h 591"/>
                    <a:gd name="T36" fmla="*/ 738 w 1155"/>
                    <a:gd name="T37" fmla="*/ 461 h 591"/>
                    <a:gd name="T38" fmla="*/ 679 w 1155"/>
                    <a:gd name="T39" fmla="*/ 486 h 591"/>
                    <a:gd name="T40" fmla="*/ 636 w 1155"/>
                    <a:gd name="T41" fmla="*/ 492 h 591"/>
                    <a:gd name="T42" fmla="*/ 603 w 1155"/>
                    <a:gd name="T43" fmla="*/ 477 h 591"/>
                    <a:gd name="T44" fmla="*/ 576 w 1155"/>
                    <a:gd name="T45" fmla="*/ 454 h 591"/>
                    <a:gd name="T46" fmla="*/ 571 w 1155"/>
                    <a:gd name="T47" fmla="*/ 407 h 591"/>
                    <a:gd name="T48" fmla="*/ 537 w 1155"/>
                    <a:gd name="T49" fmla="*/ 457 h 591"/>
                    <a:gd name="T50" fmla="*/ 495 w 1155"/>
                    <a:gd name="T51" fmla="*/ 471 h 591"/>
                    <a:gd name="T52" fmla="*/ 455 w 1155"/>
                    <a:gd name="T53" fmla="*/ 456 h 591"/>
                    <a:gd name="T54" fmla="*/ 439 w 1155"/>
                    <a:gd name="T55" fmla="*/ 419 h 591"/>
                    <a:gd name="T56" fmla="*/ 450 w 1155"/>
                    <a:gd name="T57" fmla="*/ 390 h 591"/>
                    <a:gd name="T58" fmla="*/ 458 w 1155"/>
                    <a:gd name="T59" fmla="*/ 369 h 591"/>
                    <a:gd name="T60" fmla="*/ 422 w 1155"/>
                    <a:gd name="T61" fmla="*/ 404 h 591"/>
                    <a:gd name="T62" fmla="*/ 379 w 1155"/>
                    <a:gd name="T63" fmla="*/ 428 h 591"/>
                    <a:gd name="T64" fmla="*/ 335 w 1155"/>
                    <a:gd name="T65" fmla="*/ 417 h 591"/>
                    <a:gd name="T66" fmla="*/ 314 w 1155"/>
                    <a:gd name="T67" fmla="*/ 379 h 591"/>
                    <a:gd name="T68" fmla="*/ 364 w 1155"/>
                    <a:gd name="T69" fmla="*/ 288 h 591"/>
                    <a:gd name="T70" fmla="*/ 252 w 1155"/>
                    <a:gd name="T71" fmla="*/ 393 h 591"/>
                    <a:gd name="T72" fmla="*/ 96 w 1155"/>
                    <a:gd name="T73" fmla="*/ 581 h 591"/>
                    <a:gd name="T74" fmla="*/ 49 w 1155"/>
                    <a:gd name="T75" fmla="*/ 590 h 591"/>
                    <a:gd name="T76" fmla="*/ 9 w 1155"/>
                    <a:gd name="T77" fmla="*/ 569 h 591"/>
                    <a:gd name="T78" fmla="*/ 2 w 1155"/>
                    <a:gd name="T79" fmla="*/ 527 h 591"/>
                    <a:gd name="T80" fmla="*/ 138 w 1155"/>
                    <a:gd name="T81" fmla="*/ 351 h 591"/>
                    <a:gd name="T82" fmla="*/ 344 w 1155"/>
                    <a:gd name="T83" fmla="*/ 123 h 591"/>
                    <a:gd name="T84" fmla="*/ 398 w 1155"/>
                    <a:gd name="T85" fmla="*/ 70 h 591"/>
                    <a:gd name="T86" fmla="*/ 462 w 1155"/>
                    <a:gd name="T87" fmla="*/ 20 h 591"/>
                    <a:gd name="T88" fmla="*/ 534 w 1155"/>
                    <a:gd name="T89" fmla="*/ 0 h 59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</a:cxnLst>
                  <a:rect l="0" t="0" r="r" b="b"/>
                  <a:pathLst>
                    <a:path w="1155" h="591">
                      <a:moveTo>
                        <a:pt x="534" y="0"/>
                      </a:moveTo>
                      <a:lnTo>
                        <a:pt x="545" y="2"/>
                      </a:lnTo>
                      <a:lnTo>
                        <a:pt x="557" y="5"/>
                      </a:lnTo>
                      <a:lnTo>
                        <a:pt x="567" y="10"/>
                      </a:lnTo>
                      <a:lnTo>
                        <a:pt x="576" y="18"/>
                      </a:lnTo>
                      <a:lnTo>
                        <a:pt x="583" y="28"/>
                      </a:lnTo>
                      <a:lnTo>
                        <a:pt x="591" y="54"/>
                      </a:lnTo>
                      <a:lnTo>
                        <a:pt x="593" y="82"/>
                      </a:lnTo>
                      <a:lnTo>
                        <a:pt x="591" y="111"/>
                      </a:lnTo>
                      <a:lnTo>
                        <a:pt x="584" y="140"/>
                      </a:lnTo>
                      <a:lnTo>
                        <a:pt x="573" y="170"/>
                      </a:lnTo>
                      <a:lnTo>
                        <a:pt x="560" y="199"/>
                      </a:lnTo>
                      <a:lnTo>
                        <a:pt x="543" y="230"/>
                      </a:lnTo>
                      <a:lnTo>
                        <a:pt x="557" y="235"/>
                      </a:lnTo>
                      <a:lnTo>
                        <a:pt x="569" y="242"/>
                      </a:lnTo>
                      <a:lnTo>
                        <a:pt x="579" y="254"/>
                      </a:lnTo>
                      <a:lnTo>
                        <a:pt x="583" y="263"/>
                      </a:lnTo>
                      <a:lnTo>
                        <a:pt x="587" y="270"/>
                      </a:lnTo>
                      <a:lnTo>
                        <a:pt x="604" y="269"/>
                      </a:lnTo>
                      <a:lnTo>
                        <a:pt x="620" y="272"/>
                      </a:lnTo>
                      <a:lnTo>
                        <a:pt x="637" y="278"/>
                      </a:lnTo>
                      <a:lnTo>
                        <a:pt x="653" y="289"/>
                      </a:lnTo>
                      <a:lnTo>
                        <a:pt x="668" y="303"/>
                      </a:lnTo>
                      <a:lnTo>
                        <a:pt x="681" y="323"/>
                      </a:lnTo>
                      <a:lnTo>
                        <a:pt x="689" y="338"/>
                      </a:lnTo>
                      <a:lnTo>
                        <a:pt x="692" y="349"/>
                      </a:lnTo>
                      <a:lnTo>
                        <a:pt x="693" y="357"/>
                      </a:lnTo>
                      <a:lnTo>
                        <a:pt x="746" y="351"/>
                      </a:lnTo>
                      <a:lnTo>
                        <a:pt x="797" y="350"/>
                      </a:lnTo>
                      <a:lnTo>
                        <a:pt x="847" y="351"/>
                      </a:lnTo>
                      <a:lnTo>
                        <a:pt x="897" y="355"/>
                      </a:lnTo>
                      <a:lnTo>
                        <a:pt x="946" y="361"/>
                      </a:lnTo>
                      <a:lnTo>
                        <a:pt x="996" y="366"/>
                      </a:lnTo>
                      <a:lnTo>
                        <a:pt x="1048" y="369"/>
                      </a:lnTo>
                      <a:lnTo>
                        <a:pt x="1101" y="371"/>
                      </a:lnTo>
                      <a:lnTo>
                        <a:pt x="1118" y="373"/>
                      </a:lnTo>
                      <a:lnTo>
                        <a:pt x="1131" y="379"/>
                      </a:lnTo>
                      <a:lnTo>
                        <a:pt x="1142" y="389"/>
                      </a:lnTo>
                      <a:lnTo>
                        <a:pt x="1149" y="400"/>
                      </a:lnTo>
                      <a:lnTo>
                        <a:pt x="1154" y="413"/>
                      </a:lnTo>
                      <a:lnTo>
                        <a:pt x="1155" y="427"/>
                      </a:lnTo>
                      <a:lnTo>
                        <a:pt x="1154" y="441"/>
                      </a:lnTo>
                      <a:lnTo>
                        <a:pt x="1149" y="454"/>
                      </a:lnTo>
                      <a:lnTo>
                        <a:pt x="1142" y="466"/>
                      </a:lnTo>
                      <a:lnTo>
                        <a:pt x="1131" y="475"/>
                      </a:lnTo>
                      <a:lnTo>
                        <a:pt x="1118" y="481"/>
                      </a:lnTo>
                      <a:lnTo>
                        <a:pt x="1101" y="483"/>
                      </a:lnTo>
                      <a:lnTo>
                        <a:pt x="1066" y="482"/>
                      </a:lnTo>
                      <a:lnTo>
                        <a:pt x="1031" y="478"/>
                      </a:lnTo>
                      <a:lnTo>
                        <a:pt x="993" y="473"/>
                      </a:lnTo>
                      <a:lnTo>
                        <a:pt x="957" y="467"/>
                      </a:lnTo>
                      <a:lnTo>
                        <a:pt x="919" y="460"/>
                      </a:lnTo>
                      <a:lnTo>
                        <a:pt x="881" y="455"/>
                      </a:lnTo>
                      <a:lnTo>
                        <a:pt x="843" y="452"/>
                      </a:lnTo>
                      <a:lnTo>
                        <a:pt x="807" y="451"/>
                      </a:lnTo>
                      <a:lnTo>
                        <a:pt x="771" y="454"/>
                      </a:lnTo>
                      <a:lnTo>
                        <a:pt x="738" y="461"/>
                      </a:lnTo>
                      <a:lnTo>
                        <a:pt x="705" y="474"/>
                      </a:lnTo>
                      <a:lnTo>
                        <a:pt x="693" y="480"/>
                      </a:lnTo>
                      <a:lnTo>
                        <a:pt x="679" y="486"/>
                      </a:lnTo>
                      <a:lnTo>
                        <a:pt x="664" y="492"/>
                      </a:lnTo>
                      <a:lnTo>
                        <a:pt x="651" y="494"/>
                      </a:lnTo>
                      <a:lnTo>
                        <a:pt x="636" y="492"/>
                      </a:lnTo>
                      <a:lnTo>
                        <a:pt x="626" y="487"/>
                      </a:lnTo>
                      <a:lnTo>
                        <a:pt x="614" y="482"/>
                      </a:lnTo>
                      <a:lnTo>
                        <a:pt x="603" y="477"/>
                      </a:lnTo>
                      <a:lnTo>
                        <a:pt x="592" y="471"/>
                      </a:lnTo>
                      <a:lnTo>
                        <a:pt x="584" y="464"/>
                      </a:lnTo>
                      <a:lnTo>
                        <a:pt x="576" y="454"/>
                      </a:lnTo>
                      <a:lnTo>
                        <a:pt x="572" y="442"/>
                      </a:lnTo>
                      <a:lnTo>
                        <a:pt x="571" y="423"/>
                      </a:lnTo>
                      <a:lnTo>
                        <a:pt x="571" y="407"/>
                      </a:lnTo>
                      <a:lnTo>
                        <a:pt x="560" y="427"/>
                      </a:lnTo>
                      <a:lnTo>
                        <a:pt x="547" y="446"/>
                      </a:lnTo>
                      <a:lnTo>
                        <a:pt x="537" y="457"/>
                      </a:lnTo>
                      <a:lnTo>
                        <a:pt x="524" y="466"/>
                      </a:lnTo>
                      <a:lnTo>
                        <a:pt x="509" y="470"/>
                      </a:lnTo>
                      <a:lnTo>
                        <a:pt x="495" y="471"/>
                      </a:lnTo>
                      <a:lnTo>
                        <a:pt x="480" y="469"/>
                      </a:lnTo>
                      <a:lnTo>
                        <a:pt x="467" y="464"/>
                      </a:lnTo>
                      <a:lnTo>
                        <a:pt x="455" y="456"/>
                      </a:lnTo>
                      <a:lnTo>
                        <a:pt x="446" y="446"/>
                      </a:lnTo>
                      <a:lnTo>
                        <a:pt x="440" y="433"/>
                      </a:lnTo>
                      <a:lnTo>
                        <a:pt x="439" y="419"/>
                      </a:lnTo>
                      <a:lnTo>
                        <a:pt x="444" y="402"/>
                      </a:lnTo>
                      <a:lnTo>
                        <a:pt x="447" y="396"/>
                      </a:lnTo>
                      <a:lnTo>
                        <a:pt x="450" y="390"/>
                      </a:lnTo>
                      <a:lnTo>
                        <a:pt x="450" y="390"/>
                      </a:lnTo>
                      <a:lnTo>
                        <a:pt x="449" y="390"/>
                      </a:lnTo>
                      <a:lnTo>
                        <a:pt x="458" y="369"/>
                      </a:lnTo>
                      <a:lnTo>
                        <a:pt x="445" y="378"/>
                      </a:lnTo>
                      <a:lnTo>
                        <a:pt x="432" y="390"/>
                      </a:lnTo>
                      <a:lnTo>
                        <a:pt x="422" y="404"/>
                      </a:lnTo>
                      <a:lnTo>
                        <a:pt x="409" y="417"/>
                      </a:lnTo>
                      <a:lnTo>
                        <a:pt x="394" y="425"/>
                      </a:lnTo>
                      <a:lnTo>
                        <a:pt x="379" y="428"/>
                      </a:lnTo>
                      <a:lnTo>
                        <a:pt x="363" y="428"/>
                      </a:lnTo>
                      <a:lnTo>
                        <a:pt x="348" y="424"/>
                      </a:lnTo>
                      <a:lnTo>
                        <a:pt x="335" y="417"/>
                      </a:lnTo>
                      <a:lnTo>
                        <a:pt x="324" y="406"/>
                      </a:lnTo>
                      <a:lnTo>
                        <a:pt x="317" y="394"/>
                      </a:lnTo>
                      <a:lnTo>
                        <a:pt x="314" y="379"/>
                      </a:lnTo>
                      <a:lnTo>
                        <a:pt x="316" y="364"/>
                      </a:lnTo>
                      <a:lnTo>
                        <a:pt x="323" y="347"/>
                      </a:lnTo>
                      <a:lnTo>
                        <a:pt x="364" y="288"/>
                      </a:lnTo>
                      <a:lnTo>
                        <a:pt x="404" y="226"/>
                      </a:lnTo>
                      <a:lnTo>
                        <a:pt x="326" y="309"/>
                      </a:lnTo>
                      <a:lnTo>
                        <a:pt x="252" y="393"/>
                      </a:lnTo>
                      <a:lnTo>
                        <a:pt x="179" y="480"/>
                      </a:lnTo>
                      <a:lnTo>
                        <a:pt x="108" y="569"/>
                      </a:lnTo>
                      <a:lnTo>
                        <a:pt x="96" y="581"/>
                      </a:lnTo>
                      <a:lnTo>
                        <a:pt x="80" y="588"/>
                      </a:lnTo>
                      <a:lnTo>
                        <a:pt x="65" y="591"/>
                      </a:lnTo>
                      <a:lnTo>
                        <a:pt x="49" y="590"/>
                      </a:lnTo>
                      <a:lnTo>
                        <a:pt x="33" y="586"/>
                      </a:lnTo>
                      <a:lnTo>
                        <a:pt x="21" y="579"/>
                      </a:lnTo>
                      <a:lnTo>
                        <a:pt x="9" y="569"/>
                      </a:lnTo>
                      <a:lnTo>
                        <a:pt x="2" y="556"/>
                      </a:lnTo>
                      <a:lnTo>
                        <a:pt x="0" y="542"/>
                      </a:lnTo>
                      <a:lnTo>
                        <a:pt x="2" y="527"/>
                      </a:lnTo>
                      <a:lnTo>
                        <a:pt x="11" y="511"/>
                      </a:lnTo>
                      <a:lnTo>
                        <a:pt x="74" y="431"/>
                      </a:lnTo>
                      <a:lnTo>
                        <a:pt x="138" y="351"/>
                      </a:lnTo>
                      <a:lnTo>
                        <a:pt x="204" y="273"/>
                      </a:lnTo>
                      <a:lnTo>
                        <a:pt x="273" y="196"/>
                      </a:lnTo>
                      <a:lnTo>
                        <a:pt x="344" y="123"/>
                      </a:lnTo>
                      <a:lnTo>
                        <a:pt x="361" y="107"/>
                      </a:lnTo>
                      <a:lnTo>
                        <a:pt x="380" y="89"/>
                      </a:lnTo>
                      <a:lnTo>
                        <a:pt x="398" y="70"/>
                      </a:lnTo>
                      <a:lnTo>
                        <a:pt x="418" y="52"/>
                      </a:lnTo>
                      <a:lnTo>
                        <a:pt x="439" y="35"/>
                      </a:lnTo>
                      <a:lnTo>
                        <a:pt x="462" y="20"/>
                      </a:lnTo>
                      <a:lnTo>
                        <a:pt x="485" y="9"/>
                      </a:lnTo>
                      <a:lnTo>
                        <a:pt x="509" y="2"/>
                      </a:lnTo>
                      <a:lnTo>
                        <a:pt x="534" y="0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</p:grpSp>
        </p:grpSp>
        <p:grpSp>
          <p:nvGrpSpPr>
            <p:cNvPr id="13" name="그룹 54"/>
            <p:cNvGrpSpPr/>
            <p:nvPr/>
          </p:nvGrpSpPr>
          <p:grpSpPr>
            <a:xfrm>
              <a:off x="4700260" y="4423210"/>
              <a:ext cx="1499358" cy="1717182"/>
              <a:chOff x="4547860" y="4270810"/>
              <a:chExt cx="1499358" cy="1717182"/>
            </a:xfrm>
          </p:grpSpPr>
          <p:sp>
            <p:nvSpPr>
              <p:cNvPr id="17" name="Freeform 27"/>
              <p:cNvSpPr>
                <a:spLocks noEditPoints="1"/>
              </p:cNvSpPr>
              <p:nvPr/>
            </p:nvSpPr>
            <p:spPr bwMode="auto">
              <a:xfrm>
                <a:off x="4547860" y="4270810"/>
                <a:ext cx="1499358" cy="1717182"/>
              </a:xfrm>
              <a:custGeom>
                <a:avLst/>
                <a:gdLst>
                  <a:gd name="T0" fmla="*/ 699 w 1653"/>
                  <a:gd name="T1" fmla="*/ 403 h 1892"/>
                  <a:gd name="T2" fmla="*/ 506 w 1653"/>
                  <a:gd name="T3" fmla="*/ 462 h 1892"/>
                  <a:gd name="T4" fmla="*/ 336 w 1653"/>
                  <a:gd name="T5" fmla="*/ 577 h 1892"/>
                  <a:gd name="T6" fmla="*/ 202 w 1653"/>
                  <a:gd name="T7" fmla="*/ 741 h 1892"/>
                  <a:gd name="T8" fmla="*/ 127 w 1653"/>
                  <a:gd name="T9" fmla="*/ 934 h 1892"/>
                  <a:gd name="T10" fmla="*/ 109 w 1653"/>
                  <a:gd name="T11" fmla="*/ 1135 h 1892"/>
                  <a:gd name="T12" fmla="*/ 151 w 1653"/>
                  <a:gd name="T13" fmla="*/ 1332 h 1892"/>
                  <a:gd name="T14" fmla="*/ 247 w 1653"/>
                  <a:gd name="T15" fmla="*/ 1510 h 1892"/>
                  <a:gd name="T16" fmla="*/ 397 w 1653"/>
                  <a:gd name="T17" fmla="*/ 1659 h 1892"/>
                  <a:gd name="T18" fmla="*/ 583 w 1653"/>
                  <a:gd name="T19" fmla="*/ 1754 h 1892"/>
                  <a:gd name="T20" fmla="*/ 783 w 1653"/>
                  <a:gd name="T21" fmla="*/ 1791 h 1892"/>
                  <a:gd name="T22" fmla="*/ 982 w 1653"/>
                  <a:gd name="T23" fmla="*/ 1769 h 1892"/>
                  <a:gd name="T24" fmla="*/ 1168 w 1653"/>
                  <a:gd name="T25" fmla="*/ 1691 h 1892"/>
                  <a:gd name="T26" fmla="*/ 1328 w 1653"/>
                  <a:gd name="T27" fmla="*/ 1559 h 1892"/>
                  <a:gd name="T28" fmla="*/ 1445 w 1653"/>
                  <a:gd name="T29" fmla="*/ 1381 h 1892"/>
                  <a:gd name="T30" fmla="*/ 1500 w 1653"/>
                  <a:gd name="T31" fmla="*/ 1184 h 1892"/>
                  <a:gd name="T32" fmla="*/ 1498 w 1653"/>
                  <a:gd name="T33" fmla="*/ 983 h 1892"/>
                  <a:gd name="T34" fmla="*/ 1438 w 1653"/>
                  <a:gd name="T35" fmla="*/ 791 h 1892"/>
                  <a:gd name="T36" fmla="*/ 1324 w 1653"/>
                  <a:gd name="T37" fmla="*/ 621 h 1892"/>
                  <a:gd name="T38" fmla="*/ 1159 w 1653"/>
                  <a:gd name="T39" fmla="*/ 488 h 1892"/>
                  <a:gd name="T40" fmla="*/ 966 w 1653"/>
                  <a:gd name="T41" fmla="*/ 412 h 1892"/>
                  <a:gd name="T42" fmla="*/ 1601 w 1653"/>
                  <a:gd name="T43" fmla="*/ 0 h 1892"/>
                  <a:gd name="T44" fmla="*/ 1607 w 1653"/>
                  <a:gd name="T45" fmla="*/ 37 h 1892"/>
                  <a:gd name="T46" fmla="*/ 1619 w 1653"/>
                  <a:gd name="T47" fmla="*/ 143 h 1892"/>
                  <a:gd name="T48" fmla="*/ 1634 w 1653"/>
                  <a:gd name="T49" fmla="*/ 299 h 1892"/>
                  <a:gd name="T50" fmla="*/ 1646 w 1653"/>
                  <a:gd name="T51" fmla="*/ 493 h 1892"/>
                  <a:gd name="T52" fmla="*/ 1653 w 1653"/>
                  <a:gd name="T53" fmla="*/ 710 h 1892"/>
                  <a:gd name="T54" fmla="*/ 1649 w 1653"/>
                  <a:gd name="T55" fmla="*/ 934 h 1892"/>
                  <a:gd name="T56" fmla="*/ 1630 w 1653"/>
                  <a:gd name="T57" fmla="*/ 1151 h 1892"/>
                  <a:gd name="T58" fmla="*/ 1591 w 1653"/>
                  <a:gd name="T59" fmla="*/ 1348 h 1892"/>
                  <a:gd name="T60" fmla="*/ 1527 w 1653"/>
                  <a:gd name="T61" fmla="*/ 1507 h 1892"/>
                  <a:gd name="T62" fmla="*/ 1402 w 1653"/>
                  <a:gd name="T63" fmla="*/ 1663 h 1892"/>
                  <a:gd name="T64" fmla="*/ 1226 w 1653"/>
                  <a:gd name="T65" fmla="*/ 1791 h 1892"/>
                  <a:gd name="T66" fmla="*/ 1028 w 1653"/>
                  <a:gd name="T67" fmla="*/ 1868 h 1892"/>
                  <a:gd name="T68" fmla="*/ 818 w 1653"/>
                  <a:gd name="T69" fmla="*/ 1892 h 1892"/>
                  <a:gd name="T70" fmla="*/ 606 w 1653"/>
                  <a:gd name="T71" fmla="*/ 1861 h 1892"/>
                  <a:gd name="T72" fmla="*/ 405 w 1653"/>
                  <a:gd name="T73" fmla="*/ 1775 h 1892"/>
                  <a:gd name="T74" fmla="*/ 229 w 1653"/>
                  <a:gd name="T75" fmla="*/ 1636 h 1892"/>
                  <a:gd name="T76" fmla="*/ 101 w 1653"/>
                  <a:gd name="T77" fmla="*/ 1460 h 1892"/>
                  <a:gd name="T78" fmla="*/ 24 w 1653"/>
                  <a:gd name="T79" fmla="*/ 1262 h 1892"/>
                  <a:gd name="T80" fmla="*/ 0 w 1653"/>
                  <a:gd name="T81" fmla="*/ 1052 h 1892"/>
                  <a:gd name="T82" fmla="*/ 31 w 1653"/>
                  <a:gd name="T83" fmla="*/ 840 h 1892"/>
                  <a:gd name="T84" fmla="*/ 117 w 1653"/>
                  <a:gd name="T85" fmla="*/ 639 h 1892"/>
                  <a:gd name="T86" fmla="*/ 229 w 1653"/>
                  <a:gd name="T87" fmla="*/ 499 h 1892"/>
                  <a:gd name="T88" fmla="*/ 378 w 1653"/>
                  <a:gd name="T89" fmla="*/ 393 h 1892"/>
                  <a:gd name="T90" fmla="*/ 563 w 1653"/>
                  <a:gd name="T91" fmla="*/ 300 h 1892"/>
                  <a:gd name="T92" fmla="*/ 769 w 1653"/>
                  <a:gd name="T93" fmla="*/ 218 h 1892"/>
                  <a:gd name="T94" fmla="*/ 981 w 1653"/>
                  <a:gd name="T95" fmla="*/ 149 h 1892"/>
                  <a:gd name="T96" fmla="*/ 1185 w 1653"/>
                  <a:gd name="T97" fmla="*/ 93 h 1892"/>
                  <a:gd name="T98" fmla="*/ 1363 w 1653"/>
                  <a:gd name="T99" fmla="*/ 49 h 1892"/>
                  <a:gd name="T100" fmla="*/ 1502 w 1653"/>
                  <a:gd name="T101" fmla="*/ 18 h 1892"/>
                  <a:gd name="T102" fmla="*/ 1585 w 1653"/>
                  <a:gd name="T103" fmla="*/ 2 h 189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</a:cxnLst>
                <a:rect l="0" t="0" r="r" b="b"/>
                <a:pathLst>
                  <a:path w="1653" h="1892">
                    <a:moveTo>
                      <a:pt x="832" y="395"/>
                    </a:moveTo>
                    <a:lnTo>
                      <a:pt x="765" y="395"/>
                    </a:lnTo>
                    <a:lnTo>
                      <a:pt x="699" y="403"/>
                    </a:lnTo>
                    <a:lnTo>
                      <a:pt x="633" y="416"/>
                    </a:lnTo>
                    <a:lnTo>
                      <a:pt x="568" y="437"/>
                    </a:lnTo>
                    <a:lnTo>
                      <a:pt x="506" y="462"/>
                    </a:lnTo>
                    <a:lnTo>
                      <a:pt x="447" y="495"/>
                    </a:lnTo>
                    <a:lnTo>
                      <a:pt x="390" y="532"/>
                    </a:lnTo>
                    <a:lnTo>
                      <a:pt x="336" y="577"/>
                    </a:lnTo>
                    <a:lnTo>
                      <a:pt x="287" y="627"/>
                    </a:lnTo>
                    <a:lnTo>
                      <a:pt x="242" y="682"/>
                    </a:lnTo>
                    <a:lnTo>
                      <a:pt x="202" y="741"/>
                    </a:lnTo>
                    <a:lnTo>
                      <a:pt x="171" y="805"/>
                    </a:lnTo>
                    <a:lnTo>
                      <a:pt x="146" y="868"/>
                    </a:lnTo>
                    <a:lnTo>
                      <a:pt x="127" y="934"/>
                    </a:lnTo>
                    <a:lnTo>
                      <a:pt x="115" y="1000"/>
                    </a:lnTo>
                    <a:lnTo>
                      <a:pt x="109" y="1068"/>
                    </a:lnTo>
                    <a:lnTo>
                      <a:pt x="109" y="1135"/>
                    </a:lnTo>
                    <a:lnTo>
                      <a:pt x="117" y="1201"/>
                    </a:lnTo>
                    <a:lnTo>
                      <a:pt x="131" y="1267"/>
                    </a:lnTo>
                    <a:lnTo>
                      <a:pt x="151" y="1332"/>
                    </a:lnTo>
                    <a:lnTo>
                      <a:pt x="177" y="1394"/>
                    </a:lnTo>
                    <a:lnTo>
                      <a:pt x="209" y="1454"/>
                    </a:lnTo>
                    <a:lnTo>
                      <a:pt x="247" y="1510"/>
                    </a:lnTo>
                    <a:lnTo>
                      <a:pt x="292" y="1564"/>
                    </a:lnTo>
                    <a:lnTo>
                      <a:pt x="341" y="1613"/>
                    </a:lnTo>
                    <a:lnTo>
                      <a:pt x="397" y="1659"/>
                    </a:lnTo>
                    <a:lnTo>
                      <a:pt x="456" y="1698"/>
                    </a:lnTo>
                    <a:lnTo>
                      <a:pt x="519" y="1729"/>
                    </a:lnTo>
                    <a:lnTo>
                      <a:pt x="583" y="1754"/>
                    </a:lnTo>
                    <a:lnTo>
                      <a:pt x="649" y="1773"/>
                    </a:lnTo>
                    <a:lnTo>
                      <a:pt x="716" y="1785"/>
                    </a:lnTo>
                    <a:lnTo>
                      <a:pt x="783" y="1791"/>
                    </a:lnTo>
                    <a:lnTo>
                      <a:pt x="850" y="1791"/>
                    </a:lnTo>
                    <a:lnTo>
                      <a:pt x="917" y="1783"/>
                    </a:lnTo>
                    <a:lnTo>
                      <a:pt x="982" y="1769"/>
                    </a:lnTo>
                    <a:lnTo>
                      <a:pt x="1047" y="1749"/>
                    </a:lnTo>
                    <a:lnTo>
                      <a:pt x="1109" y="1723"/>
                    </a:lnTo>
                    <a:lnTo>
                      <a:pt x="1168" y="1691"/>
                    </a:lnTo>
                    <a:lnTo>
                      <a:pt x="1225" y="1653"/>
                    </a:lnTo>
                    <a:lnTo>
                      <a:pt x="1279" y="1609"/>
                    </a:lnTo>
                    <a:lnTo>
                      <a:pt x="1328" y="1559"/>
                    </a:lnTo>
                    <a:lnTo>
                      <a:pt x="1373" y="1503"/>
                    </a:lnTo>
                    <a:lnTo>
                      <a:pt x="1413" y="1444"/>
                    </a:lnTo>
                    <a:lnTo>
                      <a:pt x="1445" y="1381"/>
                    </a:lnTo>
                    <a:lnTo>
                      <a:pt x="1469" y="1317"/>
                    </a:lnTo>
                    <a:lnTo>
                      <a:pt x="1488" y="1251"/>
                    </a:lnTo>
                    <a:lnTo>
                      <a:pt x="1500" y="1184"/>
                    </a:lnTo>
                    <a:lnTo>
                      <a:pt x="1506" y="1118"/>
                    </a:lnTo>
                    <a:lnTo>
                      <a:pt x="1506" y="1050"/>
                    </a:lnTo>
                    <a:lnTo>
                      <a:pt x="1498" y="983"/>
                    </a:lnTo>
                    <a:lnTo>
                      <a:pt x="1484" y="918"/>
                    </a:lnTo>
                    <a:lnTo>
                      <a:pt x="1464" y="853"/>
                    </a:lnTo>
                    <a:lnTo>
                      <a:pt x="1438" y="791"/>
                    </a:lnTo>
                    <a:lnTo>
                      <a:pt x="1406" y="732"/>
                    </a:lnTo>
                    <a:lnTo>
                      <a:pt x="1368" y="675"/>
                    </a:lnTo>
                    <a:lnTo>
                      <a:pt x="1324" y="621"/>
                    </a:lnTo>
                    <a:lnTo>
                      <a:pt x="1274" y="573"/>
                    </a:lnTo>
                    <a:lnTo>
                      <a:pt x="1218" y="527"/>
                    </a:lnTo>
                    <a:lnTo>
                      <a:pt x="1159" y="488"/>
                    </a:lnTo>
                    <a:lnTo>
                      <a:pt x="1096" y="455"/>
                    </a:lnTo>
                    <a:lnTo>
                      <a:pt x="1032" y="431"/>
                    </a:lnTo>
                    <a:lnTo>
                      <a:pt x="966" y="412"/>
                    </a:lnTo>
                    <a:lnTo>
                      <a:pt x="900" y="400"/>
                    </a:lnTo>
                    <a:lnTo>
                      <a:pt x="832" y="395"/>
                    </a:lnTo>
                    <a:close/>
                    <a:moveTo>
                      <a:pt x="1601" y="0"/>
                    </a:moveTo>
                    <a:lnTo>
                      <a:pt x="1603" y="4"/>
                    </a:lnTo>
                    <a:lnTo>
                      <a:pt x="1604" y="17"/>
                    </a:lnTo>
                    <a:lnTo>
                      <a:pt x="1607" y="37"/>
                    </a:lnTo>
                    <a:lnTo>
                      <a:pt x="1611" y="66"/>
                    </a:lnTo>
                    <a:lnTo>
                      <a:pt x="1615" y="101"/>
                    </a:lnTo>
                    <a:lnTo>
                      <a:pt x="1619" y="143"/>
                    </a:lnTo>
                    <a:lnTo>
                      <a:pt x="1624" y="190"/>
                    </a:lnTo>
                    <a:lnTo>
                      <a:pt x="1628" y="242"/>
                    </a:lnTo>
                    <a:lnTo>
                      <a:pt x="1634" y="299"/>
                    </a:lnTo>
                    <a:lnTo>
                      <a:pt x="1638" y="361"/>
                    </a:lnTo>
                    <a:lnTo>
                      <a:pt x="1643" y="426"/>
                    </a:lnTo>
                    <a:lnTo>
                      <a:pt x="1646" y="493"/>
                    </a:lnTo>
                    <a:lnTo>
                      <a:pt x="1650" y="563"/>
                    </a:lnTo>
                    <a:lnTo>
                      <a:pt x="1651" y="636"/>
                    </a:lnTo>
                    <a:lnTo>
                      <a:pt x="1653" y="710"/>
                    </a:lnTo>
                    <a:lnTo>
                      <a:pt x="1653" y="785"/>
                    </a:lnTo>
                    <a:lnTo>
                      <a:pt x="1651" y="859"/>
                    </a:lnTo>
                    <a:lnTo>
                      <a:pt x="1649" y="934"/>
                    </a:lnTo>
                    <a:lnTo>
                      <a:pt x="1645" y="1008"/>
                    </a:lnTo>
                    <a:lnTo>
                      <a:pt x="1638" y="1081"/>
                    </a:lnTo>
                    <a:lnTo>
                      <a:pt x="1630" y="1151"/>
                    </a:lnTo>
                    <a:lnTo>
                      <a:pt x="1619" y="1220"/>
                    </a:lnTo>
                    <a:lnTo>
                      <a:pt x="1606" y="1286"/>
                    </a:lnTo>
                    <a:lnTo>
                      <a:pt x="1591" y="1348"/>
                    </a:lnTo>
                    <a:lnTo>
                      <a:pt x="1572" y="1406"/>
                    </a:lnTo>
                    <a:lnTo>
                      <a:pt x="1552" y="1459"/>
                    </a:lnTo>
                    <a:lnTo>
                      <a:pt x="1527" y="1507"/>
                    </a:lnTo>
                    <a:lnTo>
                      <a:pt x="1500" y="1551"/>
                    </a:lnTo>
                    <a:lnTo>
                      <a:pt x="1453" y="1609"/>
                    </a:lnTo>
                    <a:lnTo>
                      <a:pt x="1402" y="1663"/>
                    </a:lnTo>
                    <a:lnTo>
                      <a:pt x="1346" y="1711"/>
                    </a:lnTo>
                    <a:lnTo>
                      <a:pt x="1287" y="1753"/>
                    </a:lnTo>
                    <a:lnTo>
                      <a:pt x="1226" y="1791"/>
                    </a:lnTo>
                    <a:lnTo>
                      <a:pt x="1162" y="1822"/>
                    </a:lnTo>
                    <a:lnTo>
                      <a:pt x="1096" y="1847"/>
                    </a:lnTo>
                    <a:lnTo>
                      <a:pt x="1028" y="1868"/>
                    </a:lnTo>
                    <a:lnTo>
                      <a:pt x="959" y="1881"/>
                    </a:lnTo>
                    <a:lnTo>
                      <a:pt x="889" y="1889"/>
                    </a:lnTo>
                    <a:lnTo>
                      <a:pt x="818" y="1892"/>
                    </a:lnTo>
                    <a:lnTo>
                      <a:pt x="747" y="1888"/>
                    </a:lnTo>
                    <a:lnTo>
                      <a:pt x="676" y="1877"/>
                    </a:lnTo>
                    <a:lnTo>
                      <a:pt x="606" y="1861"/>
                    </a:lnTo>
                    <a:lnTo>
                      <a:pt x="537" y="1839"/>
                    </a:lnTo>
                    <a:lnTo>
                      <a:pt x="471" y="1810"/>
                    </a:lnTo>
                    <a:lnTo>
                      <a:pt x="405" y="1775"/>
                    </a:lnTo>
                    <a:lnTo>
                      <a:pt x="341" y="1734"/>
                    </a:lnTo>
                    <a:lnTo>
                      <a:pt x="283" y="1687"/>
                    </a:lnTo>
                    <a:lnTo>
                      <a:pt x="229" y="1636"/>
                    </a:lnTo>
                    <a:lnTo>
                      <a:pt x="181" y="1580"/>
                    </a:lnTo>
                    <a:lnTo>
                      <a:pt x="139" y="1521"/>
                    </a:lnTo>
                    <a:lnTo>
                      <a:pt x="101" y="1460"/>
                    </a:lnTo>
                    <a:lnTo>
                      <a:pt x="70" y="1396"/>
                    </a:lnTo>
                    <a:lnTo>
                      <a:pt x="45" y="1329"/>
                    </a:lnTo>
                    <a:lnTo>
                      <a:pt x="24" y="1262"/>
                    </a:lnTo>
                    <a:lnTo>
                      <a:pt x="11" y="1193"/>
                    </a:lnTo>
                    <a:lnTo>
                      <a:pt x="3" y="1123"/>
                    </a:lnTo>
                    <a:lnTo>
                      <a:pt x="0" y="1052"/>
                    </a:lnTo>
                    <a:lnTo>
                      <a:pt x="4" y="981"/>
                    </a:lnTo>
                    <a:lnTo>
                      <a:pt x="15" y="910"/>
                    </a:lnTo>
                    <a:lnTo>
                      <a:pt x="31" y="840"/>
                    </a:lnTo>
                    <a:lnTo>
                      <a:pt x="53" y="771"/>
                    </a:lnTo>
                    <a:lnTo>
                      <a:pt x="82" y="705"/>
                    </a:lnTo>
                    <a:lnTo>
                      <a:pt x="117" y="639"/>
                    </a:lnTo>
                    <a:lnTo>
                      <a:pt x="159" y="575"/>
                    </a:lnTo>
                    <a:lnTo>
                      <a:pt x="190" y="536"/>
                    </a:lnTo>
                    <a:lnTo>
                      <a:pt x="229" y="499"/>
                    </a:lnTo>
                    <a:lnTo>
                      <a:pt x="274" y="462"/>
                    </a:lnTo>
                    <a:lnTo>
                      <a:pt x="324" y="427"/>
                    </a:lnTo>
                    <a:lnTo>
                      <a:pt x="378" y="393"/>
                    </a:lnTo>
                    <a:lnTo>
                      <a:pt x="436" y="361"/>
                    </a:lnTo>
                    <a:lnTo>
                      <a:pt x="498" y="330"/>
                    </a:lnTo>
                    <a:lnTo>
                      <a:pt x="563" y="300"/>
                    </a:lnTo>
                    <a:lnTo>
                      <a:pt x="630" y="271"/>
                    </a:lnTo>
                    <a:lnTo>
                      <a:pt x="699" y="244"/>
                    </a:lnTo>
                    <a:lnTo>
                      <a:pt x="769" y="218"/>
                    </a:lnTo>
                    <a:lnTo>
                      <a:pt x="839" y="194"/>
                    </a:lnTo>
                    <a:lnTo>
                      <a:pt x="911" y="171"/>
                    </a:lnTo>
                    <a:lnTo>
                      <a:pt x="981" y="149"/>
                    </a:lnTo>
                    <a:lnTo>
                      <a:pt x="1051" y="129"/>
                    </a:lnTo>
                    <a:lnTo>
                      <a:pt x="1118" y="110"/>
                    </a:lnTo>
                    <a:lnTo>
                      <a:pt x="1185" y="93"/>
                    </a:lnTo>
                    <a:lnTo>
                      <a:pt x="1248" y="76"/>
                    </a:lnTo>
                    <a:lnTo>
                      <a:pt x="1307" y="62"/>
                    </a:lnTo>
                    <a:lnTo>
                      <a:pt x="1363" y="49"/>
                    </a:lnTo>
                    <a:lnTo>
                      <a:pt x="1414" y="37"/>
                    </a:lnTo>
                    <a:lnTo>
                      <a:pt x="1461" y="28"/>
                    </a:lnTo>
                    <a:lnTo>
                      <a:pt x="1502" y="18"/>
                    </a:lnTo>
                    <a:lnTo>
                      <a:pt x="1537" y="12"/>
                    </a:lnTo>
                    <a:lnTo>
                      <a:pt x="1564" y="6"/>
                    </a:lnTo>
                    <a:lnTo>
                      <a:pt x="1585" y="2"/>
                    </a:lnTo>
                    <a:lnTo>
                      <a:pt x="1597" y="1"/>
                    </a:lnTo>
                    <a:lnTo>
                      <a:pt x="1601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grpSp>
            <p:nvGrpSpPr>
              <p:cNvPr id="18" name="Group 103"/>
              <p:cNvGrpSpPr/>
              <p:nvPr/>
            </p:nvGrpSpPr>
            <p:grpSpPr>
              <a:xfrm>
                <a:off x="4967287" y="4952988"/>
                <a:ext cx="650639" cy="625474"/>
                <a:chOff x="4967288" y="5026025"/>
                <a:chExt cx="574676" cy="552451"/>
              </a:xfrm>
            </p:grpSpPr>
            <p:sp>
              <p:nvSpPr>
                <p:cNvPr id="19" name="Freeform 64"/>
                <p:cNvSpPr>
                  <a:spLocks/>
                </p:cNvSpPr>
                <p:nvPr/>
              </p:nvSpPr>
              <p:spPr bwMode="auto">
                <a:xfrm>
                  <a:off x="5049838" y="5100638"/>
                  <a:ext cx="131763" cy="128588"/>
                </a:xfrm>
                <a:custGeom>
                  <a:avLst/>
                  <a:gdLst>
                    <a:gd name="T0" fmla="*/ 327 w 833"/>
                    <a:gd name="T1" fmla="*/ 0 h 811"/>
                    <a:gd name="T2" fmla="*/ 372 w 833"/>
                    <a:gd name="T3" fmla="*/ 3 h 811"/>
                    <a:gd name="T4" fmla="*/ 414 w 833"/>
                    <a:gd name="T5" fmla="*/ 12 h 811"/>
                    <a:gd name="T6" fmla="*/ 454 w 833"/>
                    <a:gd name="T7" fmla="*/ 25 h 811"/>
                    <a:gd name="T8" fmla="*/ 492 w 833"/>
                    <a:gd name="T9" fmla="*/ 44 h 811"/>
                    <a:gd name="T10" fmla="*/ 527 w 833"/>
                    <a:gd name="T11" fmla="*/ 68 h 811"/>
                    <a:gd name="T12" fmla="*/ 558 w 833"/>
                    <a:gd name="T13" fmla="*/ 95 h 811"/>
                    <a:gd name="T14" fmla="*/ 586 w 833"/>
                    <a:gd name="T15" fmla="*/ 127 h 811"/>
                    <a:gd name="T16" fmla="*/ 609 w 833"/>
                    <a:gd name="T17" fmla="*/ 162 h 811"/>
                    <a:gd name="T18" fmla="*/ 628 w 833"/>
                    <a:gd name="T19" fmla="*/ 200 h 811"/>
                    <a:gd name="T20" fmla="*/ 642 w 833"/>
                    <a:gd name="T21" fmla="*/ 239 h 811"/>
                    <a:gd name="T22" fmla="*/ 651 w 833"/>
                    <a:gd name="T23" fmla="*/ 283 h 811"/>
                    <a:gd name="T24" fmla="*/ 654 w 833"/>
                    <a:gd name="T25" fmla="*/ 327 h 811"/>
                    <a:gd name="T26" fmla="*/ 651 w 833"/>
                    <a:gd name="T27" fmla="*/ 369 h 811"/>
                    <a:gd name="T28" fmla="*/ 642 w 833"/>
                    <a:gd name="T29" fmla="*/ 409 h 811"/>
                    <a:gd name="T30" fmla="*/ 629 w 833"/>
                    <a:gd name="T31" fmla="*/ 447 h 811"/>
                    <a:gd name="T32" fmla="*/ 612 w 833"/>
                    <a:gd name="T33" fmla="*/ 483 h 811"/>
                    <a:gd name="T34" fmla="*/ 833 w 833"/>
                    <a:gd name="T35" fmla="*/ 692 h 811"/>
                    <a:gd name="T36" fmla="*/ 792 w 833"/>
                    <a:gd name="T37" fmla="*/ 729 h 811"/>
                    <a:gd name="T38" fmla="*/ 754 w 833"/>
                    <a:gd name="T39" fmla="*/ 768 h 811"/>
                    <a:gd name="T40" fmla="*/ 720 w 833"/>
                    <a:gd name="T41" fmla="*/ 811 h 811"/>
                    <a:gd name="T42" fmla="*/ 499 w 833"/>
                    <a:gd name="T43" fmla="*/ 603 h 811"/>
                    <a:gd name="T44" fmla="*/ 461 w 833"/>
                    <a:gd name="T45" fmla="*/ 624 h 811"/>
                    <a:gd name="T46" fmla="*/ 418 w 833"/>
                    <a:gd name="T47" fmla="*/ 640 h 811"/>
                    <a:gd name="T48" fmla="*/ 374 w 833"/>
                    <a:gd name="T49" fmla="*/ 650 h 811"/>
                    <a:gd name="T50" fmla="*/ 327 w 833"/>
                    <a:gd name="T51" fmla="*/ 653 h 811"/>
                    <a:gd name="T52" fmla="*/ 283 w 833"/>
                    <a:gd name="T53" fmla="*/ 651 h 811"/>
                    <a:gd name="T54" fmla="*/ 240 w 833"/>
                    <a:gd name="T55" fmla="*/ 642 h 811"/>
                    <a:gd name="T56" fmla="*/ 200 w 833"/>
                    <a:gd name="T57" fmla="*/ 628 h 811"/>
                    <a:gd name="T58" fmla="*/ 162 w 833"/>
                    <a:gd name="T59" fmla="*/ 609 h 811"/>
                    <a:gd name="T60" fmla="*/ 127 w 833"/>
                    <a:gd name="T61" fmla="*/ 585 h 811"/>
                    <a:gd name="T62" fmla="*/ 96 w 833"/>
                    <a:gd name="T63" fmla="*/ 558 h 811"/>
                    <a:gd name="T64" fmla="*/ 68 w 833"/>
                    <a:gd name="T65" fmla="*/ 527 h 811"/>
                    <a:gd name="T66" fmla="*/ 45 w 833"/>
                    <a:gd name="T67" fmla="*/ 491 h 811"/>
                    <a:gd name="T68" fmla="*/ 26 w 833"/>
                    <a:gd name="T69" fmla="*/ 454 h 811"/>
                    <a:gd name="T70" fmla="*/ 11 w 833"/>
                    <a:gd name="T71" fmla="*/ 414 h 811"/>
                    <a:gd name="T72" fmla="*/ 4 w 833"/>
                    <a:gd name="T73" fmla="*/ 371 h 811"/>
                    <a:gd name="T74" fmla="*/ 0 w 833"/>
                    <a:gd name="T75" fmla="*/ 327 h 811"/>
                    <a:gd name="T76" fmla="*/ 4 w 833"/>
                    <a:gd name="T77" fmla="*/ 283 h 811"/>
                    <a:gd name="T78" fmla="*/ 11 w 833"/>
                    <a:gd name="T79" fmla="*/ 239 h 811"/>
                    <a:gd name="T80" fmla="*/ 26 w 833"/>
                    <a:gd name="T81" fmla="*/ 200 h 811"/>
                    <a:gd name="T82" fmla="*/ 45 w 833"/>
                    <a:gd name="T83" fmla="*/ 162 h 811"/>
                    <a:gd name="T84" fmla="*/ 68 w 833"/>
                    <a:gd name="T85" fmla="*/ 127 h 811"/>
                    <a:gd name="T86" fmla="*/ 96 w 833"/>
                    <a:gd name="T87" fmla="*/ 95 h 811"/>
                    <a:gd name="T88" fmla="*/ 127 w 833"/>
                    <a:gd name="T89" fmla="*/ 68 h 811"/>
                    <a:gd name="T90" fmla="*/ 162 w 833"/>
                    <a:gd name="T91" fmla="*/ 44 h 811"/>
                    <a:gd name="T92" fmla="*/ 200 w 833"/>
                    <a:gd name="T93" fmla="*/ 25 h 811"/>
                    <a:gd name="T94" fmla="*/ 240 w 833"/>
                    <a:gd name="T95" fmla="*/ 12 h 811"/>
                    <a:gd name="T96" fmla="*/ 283 w 833"/>
                    <a:gd name="T97" fmla="*/ 3 h 811"/>
                    <a:gd name="T98" fmla="*/ 327 w 833"/>
                    <a:gd name="T99" fmla="*/ 0 h 81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</a:cxnLst>
                  <a:rect l="0" t="0" r="r" b="b"/>
                  <a:pathLst>
                    <a:path w="833" h="811">
                      <a:moveTo>
                        <a:pt x="327" y="0"/>
                      </a:moveTo>
                      <a:lnTo>
                        <a:pt x="372" y="3"/>
                      </a:lnTo>
                      <a:lnTo>
                        <a:pt x="414" y="12"/>
                      </a:lnTo>
                      <a:lnTo>
                        <a:pt x="454" y="25"/>
                      </a:lnTo>
                      <a:lnTo>
                        <a:pt x="492" y="44"/>
                      </a:lnTo>
                      <a:lnTo>
                        <a:pt x="527" y="68"/>
                      </a:lnTo>
                      <a:lnTo>
                        <a:pt x="558" y="95"/>
                      </a:lnTo>
                      <a:lnTo>
                        <a:pt x="586" y="127"/>
                      </a:lnTo>
                      <a:lnTo>
                        <a:pt x="609" y="162"/>
                      </a:lnTo>
                      <a:lnTo>
                        <a:pt x="628" y="200"/>
                      </a:lnTo>
                      <a:lnTo>
                        <a:pt x="642" y="239"/>
                      </a:lnTo>
                      <a:lnTo>
                        <a:pt x="651" y="283"/>
                      </a:lnTo>
                      <a:lnTo>
                        <a:pt x="654" y="327"/>
                      </a:lnTo>
                      <a:lnTo>
                        <a:pt x="651" y="369"/>
                      </a:lnTo>
                      <a:lnTo>
                        <a:pt x="642" y="409"/>
                      </a:lnTo>
                      <a:lnTo>
                        <a:pt x="629" y="447"/>
                      </a:lnTo>
                      <a:lnTo>
                        <a:pt x="612" y="483"/>
                      </a:lnTo>
                      <a:lnTo>
                        <a:pt x="833" y="692"/>
                      </a:lnTo>
                      <a:lnTo>
                        <a:pt x="792" y="729"/>
                      </a:lnTo>
                      <a:lnTo>
                        <a:pt x="754" y="768"/>
                      </a:lnTo>
                      <a:lnTo>
                        <a:pt x="720" y="811"/>
                      </a:lnTo>
                      <a:lnTo>
                        <a:pt x="499" y="603"/>
                      </a:lnTo>
                      <a:lnTo>
                        <a:pt x="461" y="624"/>
                      </a:lnTo>
                      <a:lnTo>
                        <a:pt x="418" y="640"/>
                      </a:lnTo>
                      <a:lnTo>
                        <a:pt x="374" y="650"/>
                      </a:lnTo>
                      <a:lnTo>
                        <a:pt x="327" y="653"/>
                      </a:lnTo>
                      <a:lnTo>
                        <a:pt x="283" y="651"/>
                      </a:lnTo>
                      <a:lnTo>
                        <a:pt x="240" y="642"/>
                      </a:lnTo>
                      <a:lnTo>
                        <a:pt x="200" y="628"/>
                      </a:lnTo>
                      <a:lnTo>
                        <a:pt x="162" y="609"/>
                      </a:lnTo>
                      <a:lnTo>
                        <a:pt x="127" y="585"/>
                      </a:lnTo>
                      <a:lnTo>
                        <a:pt x="96" y="558"/>
                      </a:lnTo>
                      <a:lnTo>
                        <a:pt x="68" y="527"/>
                      </a:lnTo>
                      <a:lnTo>
                        <a:pt x="45" y="491"/>
                      </a:lnTo>
                      <a:lnTo>
                        <a:pt x="26" y="454"/>
                      </a:lnTo>
                      <a:lnTo>
                        <a:pt x="11" y="414"/>
                      </a:lnTo>
                      <a:lnTo>
                        <a:pt x="4" y="371"/>
                      </a:lnTo>
                      <a:lnTo>
                        <a:pt x="0" y="327"/>
                      </a:lnTo>
                      <a:lnTo>
                        <a:pt x="4" y="283"/>
                      </a:lnTo>
                      <a:lnTo>
                        <a:pt x="11" y="239"/>
                      </a:lnTo>
                      <a:lnTo>
                        <a:pt x="26" y="200"/>
                      </a:lnTo>
                      <a:lnTo>
                        <a:pt x="45" y="162"/>
                      </a:lnTo>
                      <a:lnTo>
                        <a:pt x="68" y="127"/>
                      </a:lnTo>
                      <a:lnTo>
                        <a:pt x="96" y="95"/>
                      </a:lnTo>
                      <a:lnTo>
                        <a:pt x="127" y="68"/>
                      </a:lnTo>
                      <a:lnTo>
                        <a:pt x="162" y="44"/>
                      </a:lnTo>
                      <a:lnTo>
                        <a:pt x="200" y="25"/>
                      </a:lnTo>
                      <a:lnTo>
                        <a:pt x="240" y="12"/>
                      </a:lnTo>
                      <a:lnTo>
                        <a:pt x="283" y="3"/>
                      </a:lnTo>
                      <a:lnTo>
                        <a:pt x="327" y="0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20" name="Freeform 65"/>
                <p:cNvSpPr>
                  <a:spLocks/>
                </p:cNvSpPr>
                <p:nvPr/>
              </p:nvSpPr>
              <p:spPr bwMode="auto">
                <a:xfrm>
                  <a:off x="5307013" y="5026025"/>
                  <a:ext cx="136525" cy="179388"/>
                </a:xfrm>
                <a:custGeom>
                  <a:avLst/>
                  <a:gdLst>
                    <a:gd name="T0" fmla="*/ 524 w 852"/>
                    <a:gd name="T1" fmla="*/ 0 h 1132"/>
                    <a:gd name="T2" fmla="*/ 524 w 852"/>
                    <a:gd name="T3" fmla="*/ 0 h 1132"/>
                    <a:gd name="T4" fmla="*/ 569 w 852"/>
                    <a:gd name="T5" fmla="*/ 3 h 1132"/>
                    <a:gd name="T6" fmla="*/ 611 w 852"/>
                    <a:gd name="T7" fmla="*/ 12 h 1132"/>
                    <a:gd name="T8" fmla="*/ 652 w 852"/>
                    <a:gd name="T9" fmla="*/ 27 h 1132"/>
                    <a:gd name="T10" fmla="*/ 690 w 852"/>
                    <a:gd name="T11" fmla="*/ 45 h 1132"/>
                    <a:gd name="T12" fmla="*/ 724 w 852"/>
                    <a:gd name="T13" fmla="*/ 69 h 1132"/>
                    <a:gd name="T14" fmla="*/ 755 w 852"/>
                    <a:gd name="T15" fmla="*/ 96 h 1132"/>
                    <a:gd name="T16" fmla="*/ 783 w 852"/>
                    <a:gd name="T17" fmla="*/ 128 h 1132"/>
                    <a:gd name="T18" fmla="*/ 806 w 852"/>
                    <a:gd name="T19" fmla="*/ 162 h 1132"/>
                    <a:gd name="T20" fmla="*/ 825 w 852"/>
                    <a:gd name="T21" fmla="*/ 200 h 1132"/>
                    <a:gd name="T22" fmla="*/ 839 w 852"/>
                    <a:gd name="T23" fmla="*/ 241 h 1132"/>
                    <a:gd name="T24" fmla="*/ 848 w 852"/>
                    <a:gd name="T25" fmla="*/ 283 h 1132"/>
                    <a:gd name="T26" fmla="*/ 852 w 852"/>
                    <a:gd name="T27" fmla="*/ 327 h 1132"/>
                    <a:gd name="T28" fmla="*/ 848 w 852"/>
                    <a:gd name="T29" fmla="*/ 372 h 1132"/>
                    <a:gd name="T30" fmla="*/ 839 w 852"/>
                    <a:gd name="T31" fmla="*/ 414 h 1132"/>
                    <a:gd name="T32" fmla="*/ 825 w 852"/>
                    <a:gd name="T33" fmla="*/ 455 h 1132"/>
                    <a:gd name="T34" fmla="*/ 806 w 852"/>
                    <a:gd name="T35" fmla="*/ 492 h 1132"/>
                    <a:gd name="T36" fmla="*/ 783 w 852"/>
                    <a:gd name="T37" fmla="*/ 527 h 1132"/>
                    <a:gd name="T38" fmla="*/ 755 w 852"/>
                    <a:gd name="T39" fmla="*/ 558 h 1132"/>
                    <a:gd name="T40" fmla="*/ 724 w 852"/>
                    <a:gd name="T41" fmla="*/ 586 h 1132"/>
                    <a:gd name="T42" fmla="*/ 690 w 852"/>
                    <a:gd name="T43" fmla="*/ 609 h 1132"/>
                    <a:gd name="T44" fmla="*/ 652 w 852"/>
                    <a:gd name="T45" fmla="*/ 628 h 1132"/>
                    <a:gd name="T46" fmla="*/ 611 w 852"/>
                    <a:gd name="T47" fmla="*/ 642 h 1132"/>
                    <a:gd name="T48" fmla="*/ 569 w 852"/>
                    <a:gd name="T49" fmla="*/ 651 h 1132"/>
                    <a:gd name="T50" fmla="*/ 524 w 852"/>
                    <a:gd name="T51" fmla="*/ 654 h 1132"/>
                    <a:gd name="T52" fmla="*/ 493 w 852"/>
                    <a:gd name="T53" fmla="*/ 652 h 1132"/>
                    <a:gd name="T54" fmla="*/ 463 w 852"/>
                    <a:gd name="T55" fmla="*/ 647 h 1132"/>
                    <a:gd name="T56" fmla="*/ 434 w 852"/>
                    <a:gd name="T57" fmla="*/ 640 h 1132"/>
                    <a:gd name="T58" fmla="*/ 142 w 852"/>
                    <a:gd name="T59" fmla="*/ 1132 h 1132"/>
                    <a:gd name="T60" fmla="*/ 96 w 852"/>
                    <a:gd name="T61" fmla="*/ 1100 h 1132"/>
                    <a:gd name="T62" fmla="*/ 50 w 852"/>
                    <a:gd name="T63" fmla="*/ 1072 h 1132"/>
                    <a:gd name="T64" fmla="*/ 0 w 852"/>
                    <a:gd name="T65" fmla="*/ 1048 h 1132"/>
                    <a:gd name="T66" fmla="*/ 292 w 852"/>
                    <a:gd name="T67" fmla="*/ 557 h 1132"/>
                    <a:gd name="T68" fmla="*/ 265 w 852"/>
                    <a:gd name="T69" fmla="*/ 526 h 1132"/>
                    <a:gd name="T70" fmla="*/ 242 w 852"/>
                    <a:gd name="T71" fmla="*/ 491 h 1132"/>
                    <a:gd name="T72" fmla="*/ 223 w 852"/>
                    <a:gd name="T73" fmla="*/ 454 h 1132"/>
                    <a:gd name="T74" fmla="*/ 209 w 852"/>
                    <a:gd name="T75" fmla="*/ 414 h 1132"/>
                    <a:gd name="T76" fmla="*/ 201 w 852"/>
                    <a:gd name="T77" fmla="*/ 372 h 1132"/>
                    <a:gd name="T78" fmla="*/ 197 w 852"/>
                    <a:gd name="T79" fmla="*/ 327 h 1132"/>
                    <a:gd name="T80" fmla="*/ 201 w 852"/>
                    <a:gd name="T81" fmla="*/ 283 h 1132"/>
                    <a:gd name="T82" fmla="*/ 209 w 852"/>
                    <a:gd name="T83" fmla="*/ 240 h 1132"/>
                    <a:gd name="T84" fmla="*/ 223 w 852"/>
                    <a:gd name="T85" fmla="*/ 200 h 1132"/>
                    <a:gd name="T86" fmla="*/ 242 w 852"/>
                    <a:gd name="T87" fmla="*/ 162 h 1132"/>
                    <a:gd name="T88" fmla="*/ 266 w 852"/>
                    <a:gd name="T89" fmla="*/ 128 h 1132"/>
                    <a:gd name="T90" fmla="*/ 293 w 852"/>
                    <a:gd name="T91" fmla="*/ 96 h 1132"/>
                    <a:gd name="T92" fmla="*/ 325 w 852"/>
                    <a:gd name="T93" fmla="*/ 69 h 1132"/>
                    <a:gd name="T94" fmla="*/ 359 w 852"/>
                    <a:gd name="T95" fmla="*/ 45 h 1132"/>
                    <a:gd name="T96" fmla="*/ 397 w 852"/>
                    <a:gd name="T97" fmla="*/ 27 h 1132"/>
                    <a:gd name="T98" fmla="*/ 437 w 852"/>
                    <a:gd name="T99" fmla="*/ 12 h 1132"/>
                    <a:gd name="T100" fmla="*/ 480 w 852"/>
                    <a:gd name="T101" fmla="*/ 3 h 1132"/>
                    <a:gd name="T102" fmla="*/ 524 w 852"/>
                    <a:gd name="T103" fmla="*/ 0 h 113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</a:cxnLst>
                  <a:rect l="0" t="0" r="r" b="b"/>
                  <a:pathLst>
                    <a:path w="852" h="1132">
                      <a:moveTo>
                        <a:pt x="524" y="0"/>
                      </a:moveTo>
                      <a:lnTo>
                        <a:pt x="524" y="0"/>
                      </a:lnTo>
                      <a:lnTo>
                        <a:pt x="569" y="3"/>
                      </a:lnTo>
                      <a:lnTo>
                        <a:pt x="611" y="12"/>
                      </a:lnTo>
                      <a:lnTo>
                        <a:pt x="652" y="27"/>
                      </a:lnTo>
                      <a:lnTo>
                        <a:pt x="690" y="45"/>
                      </a:lnTo>
                      <a:lnTo>
                        <a:pt x="724" y="69"/>
                      </a:lnTo>
                      <a:lnTo>
                        <a:pt x="755" y="96"/>
                      </a:lnTo>
                      <a:lnTo>
                        <a:pt x="783" y="128"/>
                      </a:lnTo>
                      <a:lnTo>
                        <a:pt x="806" y="162"/>
                      </a:lnTo>
                      <a:lnTo>
                        <a:pt x="825" y="200"/>
                      </a:lnTo>
                      <a:lnTo>
                        <a:pt x="839" y="241"/>
                      </a:lnTo>
                      <a:lnTo>
                        <a:pt x="848" y="283"/>
                      </a:lnTo>
                      <a:lnTo>
                        <a:pt x="852" y="327"/>
                      </a:lnTo>
                      <a:lnTo>
                        <a:pt x="848" y="372"/>
                      </a:lnTo>
                      <a:lnTo>
                        <a:pt x="839" y="414"/>
                      </a:lnTo>
                      <a:lnTo>
                        <a:pt x="825" y="455"/>
                      </a:lnTo>
                      <a:lnTo>
                        <a:pt x="806" y="492"/>
                      </a:lnTo>
                      <a:lnTo>
                        <a:pt x="783" y="527"/>
                      </a:lnTo>
                      <a:lnTo>
                        <a:pt x="755" y="558"/>
                      </a:lnTo>
                      <a:lnTo>
                        <a:pt x="724" y="586"/>
                      </a:lnTo>
                      <a:lnTo>
                        <a:pt x="690" y="609"/>
                      </a:lnTo>
                      <a:lnTo>
                        <a:pt x="652" y="628"/>
                      </a:lnTo>
                      <a:lnTo>
                        <a:pt x="611" y="642"/>
                      </a:lnTo>
                      <a:lnTo>
                        <a:pt x="569" y="651"/>
                      </a:lnTo>
                      <a:lnTo>
                        <a:pt x="524" y="654"/>
                      </a:lnTo>
                      <a:lnTo>
                        <a:pt x="493" y="652"/>
                      </a:lnTo>
                      <a:lnTo>
                        <a:pt x="463" y="647"/>
                      </a:lnTo>
                      <a:lnTo>
                        <a:pt x="434" y="640"/>
                      </a:lnTo>
                      <a:lnTo>
                        <a:pt x="142" y="1132"/>
                      </a:lnTo>
                      <a:lnTo>
                        <a:pt x="96" y="1100"/>
                      </a:lnTo>
                      <a:lnTo>
                        <a:pt x="50" y="1072"/>
                      </a:lnTo>
                      <a:lnTo>
                        <a:pt x="0" y="1048"/>
                      </a:lnTo>
                      <a:lnTo>
                        <a:pt x="292" y="557"/>
                      </a:lnTo>
                      <a:lnTo>
                        <a:pt x="265" y="526"/>
                      </a:lnTo>
                      <a:lnTo>
                        <a:pt x="242" y="491"/>
                      </a:lnTo>
                      <a:lnTo>
                        <a:pt x="223" y="454"/>
                      </a:lnTo>
                      <a:lnTo>
                        <a:pt x="209" y="414"/>
                      </a:lnTo>
                      <a:lnTo>
                        <a:pt x="201" y="372"/>
                      </a:lnTo>
                      <a:lnTo>
                        <a:pt x="197" y="327"/>
                      </a:lnTo>
                      <a:lnTo>
                        <a:pt x="201" y="283"/>
                      </a:lnTo>
                      <a:lnTo>
                        <a:pt x="209" y="240"/>
                      </a:lnTo>
                      <a:lnTo>
                        <a:pt x="223" y="200"/>
                      </a:lnTo>
                      <a:lnTo>
                        <a:pt x="242" y="162"/>
                      </a:lnTo>
                      <a:lnTo>
                        <a:pt x="266" y="128"/>
                      </a:lnTo>
                      <a:lnTo>
                        <a:pt x="293" y="96"/>
                      </a:lnTo>
                      <a:lnTo>
                        <a:pt x="325" y="69"/>
                      </a:lnTo>
                      <a:lnTo>
                        <a:pt x="359" y="45"/>
                      </a:lnTo>
                      <a:lnTo>
                        <a:pt x="397" y="27"/>
                      </a:lnTo>
                      <a:lnTo>
                        <a:pt x="437" y="12"/>
                      </a:lnTo>
                      <a:lnTo>
                        <a:pt x="480" y="3"/>
                      </a:lnTo>
                      <a:lnTo>
                        <a:pt x="524" y="0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22" name="Freeform 66"/>
                <p:cNvSpPr>
                  <a:spLocks/>
                </p:cNvSpPr>
                <p:nvPr/>
              </p:nvSpPr>
              <p:spPr bwMode="auto">
                <a:xfrm>
                  <a:off x="5375276" y="5272088"/>
                  <a:ext cx="166688" cy="103188"/>
                </a:xfrm>
                <a:custGeom>
                  <a:avLst/>
                  <a:gdLst>
                    <a:gd name="T0" fmla="*/ 729 w 1055"/>
                    <a:gd name="T1" fmla="*/ 0 h 653"/>
                    <a:gd name="T2" fmla="*/ 773 w 1055"/>
                    <a:gd name="T3" fmla="*/ 2 h 653"/>
                    <a:gd name="T4" fmla="*/ 816 w 1055"/>
                    <a:gd name="T5" fmla="*/ 11 h 653"/>
                    <a:gd name="T6" fmla="*/ 856 w 1055"/>
                    <a:gd name="T7" fmla="*/ 25 h 653"/>
                    <a:gd name="T8" fmla="*/ 893 w 1055"/>
                    <a:gd name="T9" fmla="*/ 44 h 653"/>
                    <a:gd name="T10" fmla="*/ 929 w 1055"/>
                    <a:gd name="T11" fmla="*/ 68 h 653"/>
                    <a:gd name="T12" fmla="*/ 960 w 1055"/>
                    <a:gd name="T13" fmla="*/ 95 h 653"/>
                    <a:gd name="T14" fmla="*/ 988 w 1055"/>
                    <a:gd name="T15" fmla="*/ 126 h 653"/>
                    <a:gd name="T16" fmla="*/ 1011 w 1055"/>
                    <a:gd name="T17" fmla="*/ 162 h 653"/>
                    <a:gd name="T18" fmla="*/ 1030 w 1055"/>
                    <a:gd name="T19" fmla="*/ 200 h 653"/>
                    <a:gd name="T20" fmla="*/ 1044 w 1055"/>
                    <a:gd name="T21" fmla="*/ 239 h 653"/>
                    <a:gd name="T22" fmla="*/ 1053 w 1055"/>
                    <a:gd name="T23" fmla="*/ 282 h 653"/>
                    <a:gd name="T24" fmla="*/ 1055 w 1055"/>
                    <a:gd name="T25" fmla="*/ 326 h 653"/>
                    <a:gd name="T26" fmla="*/ 1053 w 1055"/>
                    <a:gd name="T27" fmla="*/ 370 h 653"/>
                    <a:gd name="T28" fmla="*/ 1044 w 1055"/>
                    <a:gd name="T29" fmla="*/ 414 h 653"/>
                    <a:gd name="T30" fmla="*/ 1030 w 1055"/>
                    <a:gd name="T31" fmla="*/ 454 h 653"/>
                    <a:gd name="T32" fmla="*/ 1011 w 1055"/>
                    <a:gd name="T33" fmla="*/ 491 h 653"/>
                    <a:gd name="T34" fmla="*/ 988 w 1055"/>
                    <a:gd name="T35" fmla="*/ 526 h 653"/>
                    <a:gd name="T36" fmla="*/ 960 w 1055"/>
                    <a:gd name="T37" fmla="*/ 558 h 653"/>
                    <a:gd name="T38" fmla="*/ 929 w 1055"/>
                    <a:gd name="T39" fmla="*/ 584 h 653"/>
                    <a:gd name="T40" fmla="*/ 893 w 1055"/>
                    <a:gd name="T41" fmla="*/ 609 h 653"/>
                    <a:gd name="T42" fmla="*/ 856 w 1055"/>
                    <a:gd name="T43" fmla="*/ 628 h 653"/>
                    <a:gd name="T44" fmla="*/ 816 w 1055"/>
                    <a:gd name="T45" fmla="*/ 641 h 653"/>
                    <a:gd name="T46" fmla="*/ 773 w 1055"/>
                    <a:gd name="T47" fmla="*/ 650 h 653"/>
                    <a:gd name="T48" fmla="*/ 729 w 1055"/>
                    <a:gd name="T49" fmla="*/ 653 h 653"/>
                    <a:gd name="T50" fmla="*/ 685 w 1055"/>
                    <a:gd name="T51" fmla="*/ 650 h 653"/>
                    <a:gd name="T52" fmla="*/ 644 w 1055"/>
                    <a:gd name="T53" fmla="*/ 642 h 653"/>
                    <a:gd name="T54" fmla="*/ 604 w 1055"/>
                    <a:gd name="T55" fmla="*/ 628 h 653"/>
                    <a:gd name="T56" fmla="*/ 566 w 1055"/>
                    <a:gd name="T57" fmla="*/ 610 h 653"/>
                    <a:gd name="T58" fmla="*/ 532 w 1055"/>
                    <a:gd name="T59" fmla="*/ 587 h 653"/>
                    <a:gd name="T60" fmla="*/ 501 w 1055"/>
                    <a:gd name="T61" fmla="*/ 560 h 653"/>
                    <a:gd name="T62" fmla="*/ 474 w 1055"/>
                    <a:gd name="T63" fmla="*/ 529 h 653"/>
                    <a:gd name="T64" fmla="*/ 450 w 1055"/>
                    <a:gd name="T65" fmla="*/ 495 h 653"/>
                    <a:gd name="T66" fmla="*/ 431 w 1055"/>
                    <a:gd name="T67" fmla="*/ 458 h 653"/>
                    <a:gd name="T68" fmla="*/ 416 w 1055"/>
                    <a:gd name="T69" fmla="*/ 419 h 653"/>
                    <a:gd name="T70" fmla="*/ 407 w 1055"/>
                    <a:gd name="T71" fmla="*/ 377 h 653"/>
                    <a:gd name="T72" fmla="*/ 0 w 1055"/>
                    <a:gd name="T73" fmla="*/ 337 h 653"/>
                    <a:gd name="T74" fmla="*/ 9 w 1055"/>
                    <a:gd name="T75" fmla="*/ 287 h 653"/>
                    <a:gd name="T76" fmla="*/ 15 w 1055"/>
                    <a:gd name="T77" fmla="*/ 235 h 653"/>
                    <a:gd name="T78" fmla="*/ 17 w 1055"/>
                    <a:gd name="T79" fmla="*/ 182 h 653"/>
                    <a:gd name="T80" fmla="*/ 16 w 1055"/>
                    <a:gd name="T81" fmla="*/ 173 h 653"/>
                    <a:gd name="T82" fmla="*/ 423 w 1055"/>
                    <a:gd name="T83" fmla="*/ 214 h 653"/>
                    <a:gd name="T84" fmla="*/ 441 w 1055"/>
                    <a:gd name="T85" fmla="*/ 173 h 653"/>
                    <a:gd name="T86" fmla="*/ 464 w 1055"/>
                    <a:gd name="T87" fmla="*/ 136 h 653"/>
                    <a:gd name="T88" fmla="*/ 492 w 1055"/>
                    <a:gd name="T89" fmla="*/ 103 h 653"/>
                    <a:gd name="T90" fmla="*/ 524 w 1055"/>
                    <a:gd name="T91" fmla="*/ 73 h 653"/>
                    <a:gd name="T92" fmla="*/ 558 w 1055"/>
                    <a:gd name="T93" fmla="*/ 48 h 653"/>
                    <a:gd name="T94" fmla="*/ 597 w 1055"/>
                    <a:gd name="T95" fmla="*/ 28 h 653"/>
                    <a:gd name="T96" fmla="*/ 639 w 1055"/>
                    <a:gd name="T97" fmla="*/ 12 h 653"/>
                    <a:gd name="T98" fmla="*/ 683 w 1055"/>
                    <a:gd name="T99" fmla="*/ 3 h 653"/>
                    <a:gd name="T100" fmla="*/ 729 w 1055"/>
                    <a:gd name="T101" fmla="*/ 0 h 65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</a:cxnLst>
                  <a:rect l="0" t="0" r="r" b="b"/>
                  <a:pathLst>
                    <a:path w="1055" h="653">
                      <a:moveTo>
                        <a:pt x="729" y="0"/>
                      </a:moveTo>
                      <a:lnTo>
                        <a:pt x="773" y="2"/>
                      </a:lnTo>
                      <a:lnTo>
                        <a:pt x="816" y="11"/>
                      </a:lnTo>
                      <a:lnTo>
                        <a:pt x="856" y="25"/>
                      </a:lnTo>
                      <a:lnTo>
                        <a:pt x="893" y="44"/>
                      </a:lnTo>
                      <a:lnTo>
                        <a:pt x="929" y="68"/>
                      </a:lnTo>
                      <a:lnTo>
                        <a:pt x="960" y="95"/>
                      </a:lnTo>
                      <a:lnTo>
                        <a:pt x="988" y="126"/>
                      </a:lnTo>
                      <a:lnTo>
                        <a:pt x="1011" y="162"/>
                      </a:lnTo>
                      <a:lnTo>
                        <a:pt x="1030" y="200"/>
                      </a:lnTo>
                      <a:lnTo>
                        <a:pt x="1044" y="239"/>
                      </a:lnTo>
                      <a:lnTo>
                        <a:pt x="1053" y="282"/>
                      </a:lnTo>
                      <a:lnTo>
                        <a:pt x="1055" y="326"/>
                      </a:lnTo>
                      <a:lnTo>
                        <a:pt x="1053" y="370"/>
                      </a:lnTo>
                      <a:lnTo>
                        <a:pt x="1044" y="414"/>
                      </a:lnTo>
                      <a:lnTo>
                        <a:pt x="1030" y="454"/>
                      </a:lnTo>
                      <a:lnTo>
                        <a:pt x="1011" y="491"/>
                      </a:lnTo>
                      <a:lnTo>
                        <a:pt x="988" y="526"/>
                      </a:lnTo>
                      <a:lnTo>
                        <a:pt x="960" y="558"/>
                      </a:lnTo>
                      <a:lnTo>
                        <a:pt x="929" y="584"/>
                      </a:lnTo>
                      <a:lnTo>
                        <a:pt x="893" y="609"/>
                      </a:lnTo>
                      <a:lnTo>
                        <a:pt x="856" y="628"/>
                      </a:lnTo>
                      <a:lnTo>
                        <a:pt x="816" y="641"/>
                      </a:lnTo>
                      <a:lnTo>
                        <a:pt x="773" y="650"/>
                      </a:lnTo>
                      <a:lnTo>
                        <a:pt x="729" y="653"/>
                      </a:lnTo>
                      <a:lnTo>
                        <a:pt x="685" y="650"/>
                      </a:lnTo>
                      <a:lnTo>
                        <a:pt x="644" y="642"/>
                      </a:lnTo>
                      <a:lnTo>
                        <a:pt x="604" y="628"/>
                      </a:lnTo>
                      <a:lnTo>
                        <a:pt x="566" y="610"/>
                      </a:lnTo>
                      <a:lnTo>
                        <a:pt x="532" y="587"/>
                      </a:lnTo>
                      <a:lnTo>
                        <a:pt x="501" y="560"/>
                      </a:lnTo>
                      <a:lnTo>
                        <a:pt x="474" y="529"/>
                      </a:lnTo>
                      <a:lnTo>
                        <a:pt x="450" y="495"/>
                      </a:lnTo>
                      <a:lnTo>
                        <a:pt x="431" y="458"/>
                      </a:lnTo>
                      <a:lnTo>
                        <a:pt x="416" y="419"/>
                      </a:lnTo>
                      <a:lnTo>
                        <a:pt x="407" y="377"/>
                      </a:lnTo>
                      <a:lnTo>
                        <a:pt x="0" y="337"/>
                      </a:lnTo>
                      <a:lnTo>
                        <a:pt x="9" y="287"/>
                      </a:lnTo>
                      <a:lnTo>
                        <a:pt x="15" y="235"/>
                      </a:lnTo>
                      <a:lnTo>
                        <a:pt x="17" y="182"/>
                      </a:lnTo>
                      <a:lnTo>
                        <a:pt x="16" y="173"/>
                      </a:lnTo>
                      <a:lnTo>
                        <a:pt x="423" y="214"/>
                      </a:lnTo>
                      <a:lnTo>
                        <a:pt x="441" y="173"/>
                      </a:lnTo>
                      <a:lnTo>
                        <a:pt x="464" y="136"/>
                      </a:lnTo>
                      <a:lnTo>
                        <a:pt x="492" y="103"/>
                      </a:lnTo>
                      <a:lnTo>
                        <a:pt x="524" y="73"/>
                      </a:lnTo>
                      <a:lnTo>
                        <a:pt x="558" y="48"/>
                      </a:lnTo>
                      <a:lnTo>
                        <a:pt x="597" y="28"/>
                      </a:lnTo>
                      <a:lnTo>
                        <a:pt x="639" y="12"/>
                      </a:lnTo>
                      <a:lnTo>
                        <a:pt x="683" y="3"/>
                      </a:lnTo>
                      <a:lnTo>
                        <a:pt x="729" y="0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23" name="Freeform 67"/>
                <p:cNvSpPr>
                  <a:spLocks/>
                </p:cNvSpPr>
                <p:nvPr/>
              </p:nvSpPr>
              <p:spPr bwMode="auto">
                <a:xfrm>
                  <a:off x="5259388" y="5411788"/>
                  <a:ext cx="103188" cy="166688"/>
                </a:xfrm>
                <a:custGeom>
                  <a:avLst/>
                  <a:gdLst>
                    <a:gd name="T0" fmla="*/ 246 w 654"/>
                    <a:gd name="T1" fmla="*/ 0 h 1049"/>
                    <a:gd name="T2" fmla="*/ 337 w 654"/>
                    <a:gd name="T3" fmla="*/ 397 h 1049"/>
                    <a:gd name="T4" fmla="*/ 383 w 654"/>
                    <a:gd name="T5" fmla="*/ 402 h 1049"/>
                    <a:gd name="T6" fmla="*/ 429 w 654"/>
                    <a:gd name="T7" fmla="*/ 413 h 1049"/>
                    <a:gd name="T8" fmla="*/ 471 w 654"/>
                    <a:gd name="T9" fmla="*/ 431 h 1049"/>
                    <a:gd name="T10" fmla="*/ 510 w 654"/>
                    <a:gd name="T11" fmla="*/ 453 h 1049"/>
                    <a:gd name="T12" fmla="*/ 545 w 654"/>
                    <a:gd name="T13" fmla="*/ 480 h 1049"/>
                    <a:gd name="T14" fmla="*/ 576 w 654"/>
                    <a:gd name="T15" fmla="*/ 513 h 1049"/>
                    <a:gd name="T16" fmla="*/ 603 w 654"/>
                    <a:gd name="T17" fmla="*/ 548 h 1049"/>
                    <a:gd name="T18" fmla="*/ 624 w 654"/>
                    <a:gd name="T19" fmla="*/ 588 h 1049"/>
                    <a:gd name="T20" fmla="*/ 641 w 654"/>
                    <a:gd name="T21" fmla="*/ 630 h 1049"/>
                    <a:gd name="T22" fmla="*/ 651 w 654"/>
                    <a:gd name="T23" fmla="*/ 676 h 1049"/>
                    <a:gd name="T24" fmla="*/ 654 w 654"/>
                    <a:gd name="T25" fmla="*/ 723 h 1049"/>
                    <a:gd name="T26" fmla="*/ 651 w 654"/>
                    <a:gd name="T27" fmla="*/ 768 h 1049"/>
                    <a:gd name="T28" fmla="*/ 642 w 654"/>
                    <a:gd name="T29" fmla="*/ 810 h 1049"/>
                    <a:gd name="T30" fmla="*/ 628 w 654"/>
                    <a:gd name="T31" fmla="*/ 850 h 1049"/>
                    <a:gd name="T32" fmla="*/ 608 w 654"/>
                    <a:gd name="T33" fmla="*/ 887 h 1049"/>
                    <a:gd name="T34" fmla="*/ 585 w 654"/>
                    <a:gd name="T35" fmla="*/ 923 h 1049"/>
                    <a:gd name="T36" fmla="*/ 557 w 654"/>
                    <a:gd name="T37" fmla="*/ 954 h 1049"/>
                    <a:gd name="T38" fmla="*/ 526 w 654"/>
                    <a:gd name="T39" fmla="*/ 982 h 1049"/>
                    <a:gd name="T40" fmla="*/ 492 w 654"/>
                    <a:gd name="T41" fmla="*/ 1005 h 1049"/>
                    <a:gd name="T42" fmla="*/ 454 w 654"/>
                    <a:gd name="T43" fmla="*/ 1024 h 1049"/>
                    <a:gd name="T44" fmla="*/ 413 w 654"/>
                    <a:gd name="T45" fmla="*/ 1038 h 1049"/>
                    <a:gd name="T46" fmla="*/ 371 w 654"/>
                    <a:gd name="T47" fmla="*/ 1047 h 1049"/>
                    <a:gd name="T48" fmla="*/ 327 w 654"/>
                    <a:gd name="T49" fmla="*/ 1049 h 1049"/>
                    <a:gd name="T50" fmla="*/ 282 w 654"/>
                    <a:gd name="T51" fmla="*/ 1047 h 1049"/>
                    <a:gd name="T52" fmla="*/ 240 w 654"/>
                    <a:gd name="T53" fmla="*/ 1038 h 1049"/>
                    <a:gd name="T54" fmla="*/ 199 w 654"/>
                    <a:gd name="T55" fmla="*/ 1024 h 1049"/>
                    <a:gd name="T56" fmla="*/ 161 w 654"/>
                    <a:gd name="T57" fmla="*/ 1005 h 1049"/>
                    <a:gd name="T58" fmla="*/ 127 w 654"/>
                    <a:gd name="T59" fmla="*/ 982 h 1049"/>
                    <a:gd name="T60" fmla="*/ 96 w 654"/>
                    <a:gd name="T61" fmla="*/ 954 h 1049"/>
                    <a:gd name="T62" fmla="*/ 68 w 654"/>
                    <a:gd name="T63" fmla="*/ 923 h 1049"/>
                    <a:gd name="T64" fmla="*/ 45 w 654"/>
                    <a:gd name="T65" fmla="*/ 887 h 1049"/>
                    <a:gd name="T66" fmla="*/ 26 w 654"/>
                    <a:gd name="T67" fmla="*/ 850 h 1049"/>
                    <a:gd name="T68" fmla="*/ 12 w 654"/>
                    <a:gd name="T69" fmla="*/ 810 h 1049"/>
                    <a:gd name="T70" fmla="*/ 3 w 654"/>
                    <a:gd name="T71" fmla="*/ 768 h 1049"/>
                    <a:gd name="T72" fmla="*/ 0 w 654"/>
                    <a:gd name="T73" fmla="*/ 723 h 1049"/>
                    <a:gd name="T74" fmla="*/ 3 w 654"/>
                    <a:gd name="T75" fmla="*/ 677 h 1049"/>
                    <a:gd name="T76" fmla="*/ 13 w 654"/>
                    <a:gd name="T77" fmla="*/ 632 h 1049"/>
                    <a:gd name="T78" fmla="*/ 28 w 654"/>
                    <a:gd name="T79" fmla="*/ 591 h 1049"/>
                    <a:gd name="T80" fmla="*/ 49 w 654"/>
                    <a:gd name="T81" fmla="*/ 553 h 1049"/>
                    <a:gd name="T82" fmla="*/ 75 w 654"/>
                    <a:gd name="T83" fmla="*/ 517 h 1049"/>
                    <a:gd name="T84" fmla="*/ 105 w 654"/>
                    <a:gd name="T85" fmla="*/ 485 h 1049"/>
                    <a:gd name="T86" fmla="*/ 139 w 654"/>
                    <a:gd name="T87" fmla="*/ 457 h 1049"/>
                    <a:gd name="T88" fmla="*/ 177 w 654"/>
                    <a:gd name="T89" fmla="*/ 435 h 1049"/>
                    <a:gd name="T90" fmla="*/ 85 w 654"/>
                    <a:gd name="T91" fmla="*/ 37 h 1049"/>
                    <a:gd name="T92" fmla="*/ 140 w 654"/>
                    <a:gd name="T93" fmla="*/ 28 h 1049"/>
                    <a:gd name="T94" fmla="*/ 194 w 654"/>
                    <a:gd name="T95" fmla="*/ 16 h 1049"/>
                    <a:gd name="T96" fmla="*/ 246 w 654"/>
                    <a:gd name="T97" fmla="*/ 0 h 104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</a:cxnLst>
                  <a:rect l="0" t="0" r="r" b="b"/>
                  <a:pathLst>
                    <a:path w="654" h="1049">
                      <a:moveTo>
                        <a:pt x="246" y="0"/>
                      </a:moveTo>
                      <a:lnTo>
                        <a:pt x="337" y="397"/>
                      </a:lnTo>
                      <a:lnTo>
                        <a:pt x="383" y="402"/>
                      </a:lnTo>
                      <a:lnTo>
                        <a:pt x="429" y="413"/>
                      </a:lnTo>
                      <a:lnTo>
                        <a:pt x="471" y="431"/>
                      </a:lnTo>
                      <a:lnTo>
                        <a:pt x="510" y="453"/>
                      </a:lnTo>
                      <a:lnTo>
                        <a:pt x="545" y="480"/>
                      </a:lnTo>
                      <a:lnTo>
                        <a:pt x="576" y="513"/>
                      </a:lnTo>
                      <a:lnTo>
                        <a:pt x="603" y="548"/>
                      </a:lnTo>
                      <a:lnTo>
                        <a:pt x="624" y="588"/>
                      </a:lnTo>
                      <a:lnTo>
                        <a:pt x="641" y="630"/>
                      </a:lnTo>
                      <a:lnTo>
                        <a:pt x="651" y="676"/>
                      </a:lnTo>
                      <a:lnTo>
                        <a:pt x="654" y="723"/>
                      </a:lnTo>
                      <a:lnTo>
                        <a:pt x="651" y="768"/>
                      </a:lnTo>
                      <a:lnTo>
                        <a:pt x="642" y="810"/>
                      </a:lnTo>
                      <a:lnTo>
                        <a:pt x="628" y="850"/>
                      </a:lnTo>
                      <a:lnTo>
                        <a:pt x="608" y="887"/>
                      </a:lnTo>
                      <a:lnTo>
                        <a:pt x="585" y="923"/>
                      </a:lnTo>
                      <a:lnTo>
                        <a:pt x="557" y="954"/>
                      </a:lnTo>
                      <a:lnTo>
                        <a:pt x="526" y="982"/>
                      </a:lnTo>
                      <a:lnTo>
                        <a:pt x="492" y="1005"/>
                      </a:lnTo>
                      <a:lnTo>
                        <a:pt x="454" y="1024"/>
                      </a:lnTo>
                      <a:lnTo>
                        <a:pt x="413" y="1038"/>
                      </a:lnTo>
                      <a:lnTo>
                        <a:pt x="371" y="1047"/>
                      </a:lnTo>
                      <a:lnTo>
                        <a:pt x="327" y="1049"/>
                      </a:lnTo>
                      <a:lnTo>
                        <a:pt x="282" y="1047"/>
                      </a:lnTo>
                      <a:lnTo>
                        <a:pt x="240" y="1038"/>
                      </a:lnTo>
                      <a:lnTo>
                        <a:pt x="199" y="1024"/>
                      </a:lnTo>
                      <a:lnTo>
                        <a:pt x="161" y="1005"/>
                      </a:lnTo>
                      <a:lnTo>
                        <a:pt x="127" y="982"/>
                      </a:lnTo>
                      <a:lnTo>
                        <a:pt x="96" y="954"/>
                      </a:lnTo>
                      <a:lnTo>
                        <a:pt x="68" y="923"/>
                      </a:lnTo>
                      <a:lnTo>
                        <a:pt x="45" y="887"/>
                      </a:lnTo>
                      <a:lnTo>
                        <a:pt x="26" y="850"/>
                      </a:lnTo>
                      <a:lnTo>
                        <a:pt x="12" y="810"/>
                      </a:lnTo>
                      <a:lnTo>
                        <a:pt x="3" y="768"/>
                      </a:lnTo>
                      <a:lnTo>
                        <a:pt x="0" y="723"/>
                      </a:lnTo>
                      <a:lnTo>
                        <a:pt x="3" y="677"/>
                      </a:lnTo>
                      <a:lnTo>
                        <a:pt x="13" y="632"/>
                      </a:lnTo>
                      <a:lnTo>
                        <a:pt x="28" y="591"/>
                      </a:lnTo>
                      <a:lnTo>
                        <a:pt x="49" y="553"/>
                      </a:lnTo>
                      <a:lnTo>
                        <a:pt x="75" y="517"/>
                      </a:lnTo>
                      <a:lnTo>
                        <a:pt x="105" y="485"/>
                      </a:lnTo>
                      <a:lnTo>
                        <a:pt x="139" y="457"/>
                      </a:lnTo>
                      <a:lnTo>
                        <a:pt x="177" y="435"/>
                      </a:lnTo>
                      <a:lnTo>
                        <a:pt x="85" y="37"/>
                      </a:lnTo>
                      <a:lnTo>
                        <a:pt x="140" y="28"/>
                      </a:lnTo>
                      <a:lnTo>
                        <a:pt x="194" y="16"/>
                      </a:lnTo>
                      <a:lnTo>
                        <a:pt x="246" y="0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24" name="Freeform 68"/>
                <p:cNvSpPr>
                  <a:spLocks/>
                </p:cNvSpPr>
                <p:nvPr/>
              </p:nvSpPr>
              <p:spPr bwMode="auto">
                <a:xfrm>
                  <a:off x="4967288" y="5326063"/>
                  <a:ext cx="184150" cy="106363"/>
                </a:xfrm>
                <a:custGeom>
                  <a:avLst/>
                  <a:gdLst>
                    <a:gd name="T0" fmla="*/ 1106 w 1159"/>
                    <a:gd name="T1" fmla="*/ 0 h 675"/>
                    <a:gd name="T2" fmla="*/ 1120 w 1159"/>
                    <a:gd name="T3" fmla="*/ 54 h 675"/>
                    <a:gd name="T4" fmla="*/ 1138 w 1159"/>
                    <a:gd name="T5" fmla="*/ 106 h 675"/>
                    <a:gd name="T6" fmla="*/ 1159 w 1159"/>
                    <a:gd name="T7" fmla="*/ 156 h 675"/>
                    <a:gd name="T8" fmla="*/ 651 w 1159"/>
                    <a:gd name="T9" fmla="*/ 326 h 675"/>
                    <a:gd name="T10" fmla="*/ 652 w 1159"/>
                    <a:gd name="T11" fmla="*/ 336 h 675"/>
                    <a:gd name="T12" fmla="*/ 653 w 1159"/>
                    <a:gd name="T13" fmla="*/ 348 h 675"/>
                    <a:gd name="T14" fmla="*/ 651 w 1159"/>
                    <a:gd name="T15" fmla="*/ 392 h 675"/>
                    <a:gd name="T16" fmla="*/ 642 w 1159"/>
                    <a:gd name="T17" fmla="*/ 435 h 675"/>
                    <a:gd name="T18" fmla="*/ 628 w 1159"/>
                    <a:gd name="T19" fmla="*/ 475 h 675"/>
                    <a:gd name="T20" fmla="*/ 609 w 1159"/>
                    <a:gd name="T21" fmla="*/ 513 h 675"/>
                    <a:gd name="T22" fmla="*/ 586 w 1159"/>
                    <a:gd name="T23" fmla="*/ 547 h 675"/>
                    <a:gd name="T24" fmla="*/ 558 w 1159"/>
                    <a:gd name="T25" fmla="*/ 579 h 675"/>
                    <a:gd name="T26" fmla="*/ 527 w 1159"/>
                    <a:gd name="T27" fmla="*/ 607 h 675"/>
                    <a:gd name="T28" fmla="*/ 491 w 1159"/>
                    <a:gd name="T29" fmla="*/ 630 h 675"/>
                    <a:gd name="T30" fmla="*/ 454 w 1159"/>
                    <a:gd name="T31" fmla="*/ 649 h 675"/>
                    <a:gd name="T32" fmla="*/ 414 w 1159"/>
                    <a:gd name="T33" fmla="*/ 664 h 675"/>
                    <a:gd name="T34" fmla="*/ 370 w 1159"/>
                    <a:gd name="T35" fmla="*/ 671 h 675"/>
                    <a:gd name="T36" fmla="*/ 326 w 1159"/>
                    <a:gd name="T37" fmla="*/ 675 h 675"/>
                    <a:gd name="T38" fmla="*/ 282 w 1159"/>
                    <a:gd name="T39" fmla="*/ 671 h 675"/>
                    <a:gd name="T40" fmla="*/ 240 w 1159"/>
                    <a:gd name="T41" fmla="*/ 664 h 675"/>
                    <a:gd name="T42" fmla="*/ 200 w 1159"/>
                    <a:gd name="T43" fmla="*/ 649 h 675"/>
                    <a:gd name="T44" fmla="*/ 162 w 1159"/>
                    <a:gd name="T45" fmla="*/ 630 h 675"/>
                    <a:gd name="T46" fmla="*/ 126 w 1159"/>
                    <a:gd name="T47" fmla="*/ 607 h 675"/>
                    <a:gd name="T48" fmla="*/ 95 w 1159"/>
                    <a:gd name="T49" fmla="*/ 579 h 675"/>
                    <a:gd name="T50" fmla="*/ 68 w 1159"/>
                    <a:gd name="T51" fmla="*/ 547 h 675"/>
                    <a:gd name="T52" fmla="*/ 44 w 1159"/>
                    <a:gd name="T53" fmla="*/ 513 h 675"/>
                    <a:gd name="T54" fmla="*/ 26 w 1159"/>
                    <a:gd name="T55" fmla="*/ 475 h 675"/>
                    <a:gd name="T56" fmla="*/ 12 w 1159"/>
                    <a:gd name="T57" fmla="*/ 435 h 675"/>
                    <a:gd name="T58" fmla="*/ 3 w 1159"/>
                    <a:gd name="T59" fmla="*/ 392 h 675"/>
                    <a:gd name="T60" fmla="*/ 0 w 1159"/>
                    <a:gd name="T61" fmla="*/ 348 h 675"/>
                    <a:gd name="T62" fmla="*/ 3 w 1159"/>
                    <a:gd name="T63" fmla="*/ 303 h 675"/>
                    <a:gd name="T64" fmla="*/ 12 w 1159"/>
                    <a:gd name="T65" fmla="*/ 261 h 675"/>
                    <a:gd name="T66" fmla="*/ 26 w 1159"/>
                    <a:gd name="T67" fmla="*/ 221 h 675"/>
                    <a:gd name="T68" fmla="*/ 44 w 1159"/>
                    <a:gd name="T69" fmla="*/ 183 h 675"/>
                    <a:gd name="T70" fmla="*/ 68 w 1159"/>
                    <a:gd name="T71" fmla="*/ 148 h 675"/>
                    <a:gd name="T72" fmla="*/ 95 w 1159"/>
                    <a:gd name="T73" fmla="*/ 117 h 675"/>
                    <a:gd name="T74" fmla="*/ 126 w 1159"/>
                    <a:gd name="T75" fmla="*/ 89 h 675"/>
                    <a:gd name="T76" fmla="*/ 162 w 1159"/>
                    <a:gd name="T77" fmla="*/ 66 h 675"/>
                    <a:gd name="T78" fmla="*/ 200 w 1159"/>
                    <a:gd name="T79" fmla="*/ 47 h 675"/>
                    <a:gd name="T80" fmla="*/ 240 w 1159"/>
                    <a:gd name="T81" fmla="*/ 33 h 675"/>
                    <a:gd name="T82" fmla="*/ 282 w 1159"/>
                    <a:gd name="T83" fmla="*/ 25 h 675"/>
                    <a:gd name="T84" fmla="*/ 326 w 1159"/>
                    <a:gd name="T85" fmla="*/ 21 h 675"/>
                    <a:gd name="T86" fmla="*/ 369 w 1159"/>
                    <a:gd name="T87" fmla="*/ 24 h 675"/>
                    <a:gd name="T88" fmla="*/ 409 w 1159"/>
                    <a:gd name="T89" fmla="*/ 33 h 675"/>
                    <a:gd name="T90" fmla="*/ 448 w 1159"/>
                    <a:gd name="T91" fmla="*/ 45 h 675"/>
                    <a:gd name="T92" fmla="*/ 485 w 1159"/>
                    <a:gd name="T93" fmla="*/ 63 h 675"/>
                    <a:gd name="T94" fmla="*/ 518 w 1159"/>
                    <a:gd name="T95" fmla="*/ 84 h 675"/>
                    <a:gd name="T96" fmla="*/ 549 w 1159"/>
                    <a:gd name="T97" fmla="*/ 109 h 675"/>
                    <a:gd name="T98" fmla="*/ 577 w 1159"/>
                    <a:gd name="T99" fmla="*/ 138 h 675"/>
                    <a:gd name="T100" fmla="*/ 600 w 1159"/>
                    <a:gd name="T101" fmla="*/ 170 h 675"/>
                    <a:gd name="T102" fmla="*/ 1106 w 1159"/>
                    <a:gd name="T103" fmla="*/ 0 h 6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</a:cxnLst>
                  <a:rect l="0" t="0" r="r" b="b"/>
                  <a:pathLst>
                    <a:path w="1159" h="675">
                      <a:moveTo>
                        <a:pt x="1106" y="0"/>
                      </a:moveTo>
                      <a:lnTo>
                        <a:pt x="1120" y="54"/>
                      </a:lnTo>
                      <a:lnTo>
                        <a:pt x="1138" y="106"/>
                      </a:lnTo>
                      <a:lnTo>
                        <a:pt x="1159" y="156"/>
                      </a:lnTo>
                      <a:lnTo>
                        <a:pt x="651" y="326"/>
                      </a:lnTo>
                      <a:lnTo>
                        <a:pt x="652" y="336"/>
                      </a:lnTo>
                      <a:lnTo>
                        <a:pt x="653" y="348"/>
                      </a:lnTo>
                      <a:lnTo>
                        <a:pt x="651" y="392"/>
                      </a:lnTo>
                      <a:lnTo>
                        <a:pt x="642" y="435"/>
                      </a:lnTo>
                      <a:lnTo>
                        <a:pt x="628" y="475"/>
                      </a:lnTo>
                      <a:lnTo>
                        <a:pt x="609" y="513"/>
                      </a:lnTo>
                      <a:lnTo>
                        <a:pt x="586" y="547"/>
                      </a:lnTo>
                      <a:lnTo>
                        <a:pt x="558" y="579"/>
                      </a:lnTo>
                      <a:lnTo>
                        <a:pt x="527" y="607"/>
                      </a:lnTo>
                      <a:lnTo>
                        <a:pt x="491" y="630"/>
                      </a:lnTo>
                      <a:lnTo>
                        <a:pt x="454" y="649"/>
                      </a:lnTo>
                      <a:lnTo>
                        <a:pt x="414" y="664"/>
                      </a:lnTo>
                      <a:lnTo>
                        <a:pt x="370" y="671"/>
                      </a:lnTo>
                      <a:lnTo>
                        <a:pt x="326" y="675"/>
                      </a:lnTo>
                      <a:lnTo>
                        <a:pt x="282" y="671"/>
                      </a:lnTo>
                      <a:lnTo>
                        <a:pt x="240" y="664"/>
                      </a:lnTo>
                      <a:lnTo>
                        <a:pt x="200" y="649"/>
                      </a:lnTo>
                      <a:lnTo>
                        <a:pt x="162" y="630"/>
                      </a:lnTo>
                      <a:lnTo>
                        <a:pt x="126" y="607"/>
                      </a:lnTo>
                      <a:lnTo>
                        <a:pt x="95" y="579"/>
                      </a:lnTo>
                      <a:lnTo>
                        <a:pt x="68" y="547"/>
                      </a:lnTo>
                      <a:lnTo>
                        <a:pt x="44" y="513"/>
                      </a:lnTo>
                      <a:lnTo>
                        <a:pt x="26" y="475"/>
                      </a:lnTo>
                      <a:lnTo>
                        <a:pt x="12" y="435"/>
                      </a:lnTo>
                      <a:lnTo>
                        <a:pt x="3" y="392"/>
                      </a:lnTo>
                      <a:lnTo>
                        <a:pt x="0" y="348"/>
                      </a:lnTo>
                      <a:lnTo>
                        <a:pt x="3" y="303"/>
                      </a:lnTo>
                      <a:lnTo>
                        <a:pt x="12" y="261"/>
                      </a:lnTo>
                      <a:lnTo>
                        <a:pt x="26" y="221"/>
                      </a:lnTo>
                      <a:lnTo>
                        <a:pt x="44" y="183"/>
                      </a:lnTo>
                      <a:lnTo>
                        <a:pt x="68" y="148"/>
                      </a:lnTo>
                      <a:lnTo>
                        <a:pt x="95" y="117"/>
                      </a:lnTo>
                      <a:lnTo>
                        <a:pt x="126" y="89"/>
                      </a:lnTo>
                      <a:lnTo>
                        <a:pt x="162" y="66"/>
                      </a:lnTo>
                      <a:lnTo>
                        <a:pt x="200" y="47"/>
                      </a:lnTo>
                      <a:lnTo>
                        <a:pt x="240" y="33"/>
                      </a:lnTo>
                      <a:lnTo>
                        <a:pt x="282" y="25"/>
                      </a:lnTo>
                      <a:lnTo>
                        <a:pt x="326" y="21"/>
                      </a:lnTo>
                      <a:lnTo>
                        <a:pt x="369" y="24"/>
                      </a:lnTo>
                      <a:lnTo>
                        <a:pt x="409" y="33"/>
                      </a:lnTo>
                      <a:lnTo>
                        <a:pt x="448" y="45"/>
                      </a:lnTo>
                      <a:lnTo>
                        <a:pt x="485" y="63"/>
                      </a:lnTo>
                      <a:lnTo>
                        <a:pt x="518" y="84"/>
                      </a:lnTo>
                      <a:lnTo>
                        <a:pt x="549" y="109"/>
                      </a:lnTo>
                      <a:lnTo>
                        <a:pt x="577" y="138"/>
                      </a:lnTo>
                      <a:lnTo>
                        <a:pt x="600" y="170"/>
                      </a:lnTo>
                      <a:lnTo>
                        <a:pt x="1106" y="0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25" name="Freeform 69"/>
                <p:cNvSpPr>
                  <a:spLocks/>
                </p:cNvSpPr>
                <p:nvPr/>
              </p:nvSpPr>
              <p:spPr bwMode="auto">
                <a:xfrm>
                  <a:off x="5170488" y="5211763"/>
                  <a:ext cx="177800" cy="177800"/>
                </a:xfrm>
                <a:custGeom>
                  <a:avLst/>
                  <a:gdLst>
                    <a:gd name="T0" fmla="*/ 561 w 1122"/>
                    <a:gd name="T1" fmla="*/ 0 h 1121"/>
                    <a:gd name="T2" fmla="*/ 622 w 1122"/>
                    <a:gd name="T3" fmla="*/ 3 h 1121"/>
                    <a:gd name="T4" fmla="*/ 681 w 1122"/>
                    <a:gd name="T5" fmla="*/ 13 h 1121"/>
                    <a:gd name="T6" fmla="*/ 738 w 1122"/>
                    <a:gd name="T7" fmla="*/ 29 h 1121"/>
                    <a:gd name="T8" fmla="*/ 792 w 1122"/>
                    <a:gd name="T9" fmla="*/ 50 h 1121"/>
                    <a:gd name="T10" fmla="*/ 843 w 1122"/>
                    <a:gd name="T11" fmla="*/ 76 h 1121"/>
                    <a:gd name="T12" fmla="*/ 892 w 1122"/>
                    <a:gd name="T13" fmla="*/ 108 h 1121"/>
                    <a:gd name="T14" fmla="*/ 937 w 1122"/>
                    <a:gd name="T15" fmla="*/ 145 h 1121"/>
                    <a:gd name="T16" fmla="*/ 976 w 1122"/>
                    <a:gd name="T17" fmla="*/ 185 h 1121"/>
                    <a:gd name="T18" fmla="*/ 1013 w 1122"/>
                    <a:gd name="T19" fmla="*/ 229 h 1121"/>
                    <a:gd name="T20" fmla="*/ 1045 w 1122"/>
                    <a:gd name="T21" fmla="*/ 278 h 1121"/>
                    <a:gd name="T22" fmla="*/ 1072 w 1122"/>
                    <a:gd name="T23" fmla="*/ 329 h 1121"/>
                    <a:gd name="T24" fmla="*/ 1093 w 1122"/>
                    <a:gd name="T25" fmla="*/ 383 h 1121"/>
                    <a:gd name="T26" fmla="*/ 1108 w 1122"/>
                    <a:gd name="T27" fmla="*/ 440 h 1121"/>
                    <a:gd name="T28" fmla="*/ 1118 w 1122"/>
                    <a:gd name="T29" fmla="*/ 499 h 1121"/>
                    <a:gd name="T30" fmla="*/ 1122 w 1122"/>
                    <a:gd name="T31" fmla="*/ 560 h 1121"/>
                    <a:gd name="T32" fmla="*/ 1118 w 1122"/>
                    <a:gd name="T33" fmla="*/ 621 h 1121"/>
                    <a:gd name="T34" fmla="*/ 1108 w 1122"/>
                    <a:gd name="T35" fmla="*/ 681 h 1121"/>
                    <a:gd name="T36" fmla="*/ 1093 w 1122"/>
                    <a:gd name="T37" fmla="*/ 737 h 1121"/>
                    <a:gd name="T38" fmla="*/ 1072 w 1122"/>
                    <a:gd name="T39" fmla="*/ 792 h 1121"/>
                    <a:gd name="T40" fmla="*/ 1045 w 1122"/>
                    <a:gd name="T41" fmla="*/ 843 h 1121"/>
                    <a:gd name="T42" fmla="*/ 1013 w 1122"/>
                    <a:gd name="T43" fmla="*/ 891 h 1121"/>
                    <a:gd name="T44" fmla="*/ 976 w 1122"/>
                    <a:gd name="T45" fmla="*/ 936 h 1121"/>
                    <a:gd name="T46" fmla="*/ 937 w 1122"/>
                    <a:gd name="T47" fmla="*/ 977 h 1121"/>
                    <a:gd name="T48" fmla="*/ 892 w 1122"/>
                    <a:gd name="T49" fmla="*/ 1012 h 1121"/>
                    <a:gd name="T50" fmla="*/ 843 w 1122"/>
                    <a:gd name="T51" fmla="*/ 1044 h 1121"/>
                    <a:gd name="T52" fmla="*/ 792 w 1122"/>
                    <a:gd name="T53" fmla="*/ 1071 h 1121"/>
                    <a:gd name="T54" fmla="*/ 738 w 1122"/>
                    <a:gd name="T55" fmla="*/ 1092 h 1121"/>
                    <a:gd name="T56" fmla="*/ 681 w 1122"/>
                    <a:gd name="T57" fmla="*/ 1108 h 1121"/>
                    <a:gd name="T58" fmla="*/ 622 w 1122"/>
                    <a:gd name="T59" fmla="*/ 1118 h 1121"/>
                    <a:gd name="T60" fmla="*/ 561 w 1122"/>
                    <a:gd name="T61" fmla="*/ 1121 h 1121"/>
                    <a:gd name="T62" fmla="*/ 500 w 1122"/>
                    <a:gd name="T63" fmla="*/ 1118 h 1121"/>
                    <a:gd name="T64" fmla="*/ 441 w 1122"/>
                    <a:gd name="T65" fmla="*/ 1108 h 1121"/>
                    <a:gd name="T66" fmla="*/ 384 w 1122"/>
                    <a:gd name="T67" fmla="*/ 1092 h 1121"/>
                    <a:gd name="T68" fmla="*/ 330 w 1122"/>
                    <a:gd name="T69" fmla="*/ 1071 h 1121"/>
                    <a:gd name="T70" fmla="*/ 279 w 1122"/>
                    <a:gd name="T71" fmla="*/ 1044 h 1121"/>
                    <a:gd name="T72" fmla="*/ 230 w 1122"/>
                    <a:gd name="T73" fmla="*/ 1012 h 1121"/>
                    <a:gd name="T74" fmla="*/ 186 w 1122"/>
                    <a:gd name="T75" fmla="*/ 977 h 1121"/>
                    <a:gd name="T76" fmla="*/ 145 w 1122"/>
                    <a:gd name="T77" fmla="*/ 936 h 1121"/>
                    <a:gd name="T78" fmla="*/ 109 w 1122"/>
                    <a:gd name="T79" fmla="*/ 891 h 1121"/>
                    <a:gd name="T80" fmla="*/ 77 w 1122"/>
                    <a:gd name="T81" fmla="*/ 843 h 1121"/>
                    <a:gd name="T82" fmla="*/ 50 w 1122"/>
                    <a:gd name="T83" fmla="*/ 792 h 1121"/>
                    <a:gd name="T84" fmla="*/ 29 w 1122"/>
                    <a:gd name="T85" fmla="*/ 737 h 1121"/>
                    <a:gd name="T86" fmla="*/ 14 w 1122"/>
                    <a:gd name="T87" fmla="*/ 681 h 1121"/>
                    <a:gd name="T88" fmla="*/ 4 w 1122"/>
                    <a:gd name="T89" fmla="*/ 621 h 1121"/>
                    <a:gd name="T90" fmla="*/ 0 w 1122"/>
                    <a:gd name="T91" fmla="*/ 560 h 1121"/>
                    <a:gd name="T92" fmla="*/ 4 w 1122"/>
                    <a:gd name="T93" fmla="*/ 499 h 1121"/>
                    <a:gd name="T94" fmla="*/ 14 w 1122"/>
                    <a:gd name="T95" fmla="*/ 440 h 1121"/>
                    <a:gd name="T96" fmla="*/ 29 w 1122"/>
                    <a:gd name="T97" fmla="*/ 383 h 1121"/>
                    <a:gd name="T98" fmla="*/ 50 w 1122"/>
                    <a:gd name="T99" fmla="*/ 329 h 1121"/>
                    <a:gd name="T100" fmla="*/ 77 w 1122"/>
                    <a:gd name="T101" fmla="*/ 278 h 1121"/>
                    <a:gd name="T102" fmla="*/ 109 w 1122"/>
                    <a:gd name="T103" fmla="*/ 229 h 1121"/>
                    <a:gd name="T104" fmla="*/ 145 w 1122"/>
                    <a:gd name="T105" fmla="*/ 185 h 1121"/>
                    <a:gd name="T106" fmla="*/ 186 w 1122"/>
                    <a:gd name="T107" fmla="*/ 145 h 1121"/>
                    <a:gd name="T108" fmla="*/ 230 w 1122"/>
                    <a:gd name="T109" fmla="*/ 108 h 1121"/>
                    <a:gd name="T110" fmla="*/ 279 w 1122"/>
                    <a:gd name="T111" fmla="*/ 76 h 1121"/>
                    <a:gd name="T112" fmla="*/ 330 w 1122"/>
                    <a:gd name="T113" fmla="*/ 50 h 1121"/>
                    <a:gd name="T114" fmla="*/ 384 w 1122"/>
                    <a:gd name="T115" fmla="*/ 29 h 1121"/>
                    <a:gd name="T116" fmla="*/ 441 w 1122"/>
                    <a:gd name="T117" fmla="*/ 13 h 1121"/>
                    <a:gd name="T118" fmla="*/ 500 w 1122"/>
                    <a:gd name="T119" fmla="*/ 3 h 1121"/>
                    <a:gd name="T120" fmla="*/ 561 w 1122"/>
                    <a:gd name="T121" fmla="*/ 0 h 112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  <a:cxn ang="0">
                      <a:pos x="T110" y="T111"/>
                    </a:cxn>
                    <a:cxn ang="0">
                      <a:pos x="T112" y="T113"/>
                    </a:cxn>
                    <a:cxn ang="0">
                      <a:pos x="T114" y="T115"/>
                    </a:cxn>
                    <a:cxn ang="0">
                      <a:pos x="T116" y="T117"/>
                    </a:cxn>
                    <a:cxn ang="0">
                      <a:pos x="T118" y="T119"/>
                    </a:cxn>
                    <a:cxn ang="0">
                      <a:pos x="T120" y="T121"/>
                    </a:cxn>
                  </a:cxnLst>
                  <a:rect l="0" t="0" r="r" b="b"/>
                  <a:pathLst>
                    <a:path w="1122" h="1121">
                      <a:moveTo>
                        <a:pt x="561" y="0"/>
                      </a:moveTo>
                      <a:lnTo>
                        <a:pt x="622" y="3"/>
                      </a:lnTo>
                      <a:lnTo>
                        <a:pt x="681" y="13"/>
                      </a:lnTo>
                      <a:lnTo>
                        <a:pt x="738" y="29"/>
                      </a:lnTo>
                      <a:lnTo>
                        <a:pt x="792" y="50"/>
                      </a:lnTo>
                      <a:lnTo>
                        <a:pt x="843" y="76"/>
                      </a:lnTo>
                      <a:lnTo>
                        <a:pt x="892" y="108"/>
                      </a:lnTo>
                      <a:lnTo>
                        <a:pt x="937" y="145"/>
                      </a:lnTo>
                      <a:lnTo>
                        <a:pt x="976" y="185"/>
                      </a:lnTo>
                      <a:lnTo>
                        <a:pt x="1013" y="229"/>
                      </a:lnTo>
                      <a:lnTo>
                        <a:pt x="1045" y="278"/>
                      </a:lnTo>
                      <a:lnTo>
                        <a:pt x="1072" y="329"/>
                      </a:lnTo>
                      <a:lnTo>
                        <a:pt x="1093" y="383"/>
                      </a:lnTo>
                      <a:lnTo>
                        <a:pt x="1108" y="440"/>
                      </a:lnTo>
                      <a:lnTo>
                        <a:pt x="1118" y="499"/>
                      </a:lnTo>
                      <a:lnTo>
                        <a:pt x="1122" y="560"/>
                      </a:lnTo>
                      <a:lnTo>
                        <a:pt x="1118" y="621"/>
                      </a:lnTo>
                      <a:lnTo>
                        <a:pt x="1108" y="681"/>
                      </a:lnTo>
                      <a:lnTo>
                        <a:pt x="1093" y="737"/>
                      </a:lnTo>
                      <a:lnTo>
                        <a:pt x="1072" y="792"/>
                      </a:lnTo>
                      <a:lnTo>
                        <a:pt x="1045" y="843"/>
                      </a:lnTo>
                      <a:lnTo>
                        <a:pt x="1013" y="891"/>
                      </a:lnTo>
                      <a:lnTo>
                        <a:pt x="976" y="936"/>
                      </a:lnTo>
                      <a:lnTo>
                        <a:pt x="937" y="977"/>
                      </a:lnTo>
                      <a:lnTo>
                        <a:pt x="892" y="1012"/>
                      </a:lnTo>
                      <a:lnTo>
                        <a:pt x="843" y="1044"/>
                      </a:lnTo>
                      <a:lnTo>
                        <a:pt x="792" y="1071"/>
                      </a:lnTo>
                      <a:lnTo>
                        <a:pt x="738" y="1092"/>
                      </a:lnTo>
                      <a:lnTo>
                        <a:pt x="681" y="1108"/>
                      </a:lnTo>
                      <a:lnTo>
                        <a:pt x="622" y="1118"/>
                      </a:lnTo>
                      <a:lnTo>
                        <a:pt x="561" y="1121"/>
                      </a:lnTo>
                      <a:lnTo>
                        <a:pt x="500" y="1118"/>
                      </a:lnTo>
                      <a:lnTo>
                        <a:pt x="441" y="1108"/>
                      </a:lnTo>
                      <a:lnTo>
                        <a:pt x="384" y="1092"/>
                      </a:lnTo>
                      <a:lnTo>
                        <a:pt x="330" y="1071"/>
                      </a:lnTo>
                      <a:lnTo>
                        <a:pt x="279" y="1044"/>
                      </a:lnTo>
                      <a:lnTo>
                        <a:pt x="230" y="1012"/>
                      </a:lnTo>
                      <a:lnTo>
                        <a:pt x="186" y="977"/>
                      </a:lnTo>
                      <a:lnTo>
                        <a:pt x="145" y="936"/>
                      </a:lnTo>
                      <a:lnTo>
                        <a:pt x="109" y="891"/>
                      </a:lnTo>
                      <a:lnTo>
                        <a:pt x="77" y="843"/>
                      </a:lnTo>
                      <a:lnTo>
                        <a:pt x="50" y="792"/>
                      </a:lnTo>
                      <a:lnTo>
                        <a:pt x="29" y="737"/>
                      </a:lnTo>
                      <a:lnTo>
                        <a:pt x="14" y="681"/>
                      </a:lnTo>
                      <a:lnTo>
                        <a:pt x="4" y="621"/>
                      </a:lnTo>
                      <a:lnTo>
                        <a:pt x="0" y="560"/>
                      </a:lnTo>
                      <a:lnTo>
                        <a:pt x="4" y="499"/>
                      </a:lnTo>
                      <a:lnTo>
                        <a:pt x="14" y="440"/>
                      </a:lnTo>
                      <a:lnTo>
                        <a:pt x="29" y="383"/>
                      </a:lnTo>
                      <a:lnTo>
                        <a:pt x="50" y="329"/>
                      </a:lnTo>
                      <a:lnTo>
                        <a:pt x="77" y="278"/>
                      </a:lnTo>
                      <a:lnTo>
                        <a:pt x="109" y="229"/>
                      </a:lnTo>
                      <a:lnTo>
                        <a:pt x="145" y="185"/>
                      </a:lnTo>
                      <a:lnTo>
                        <a:pt x="186" y="145"/>
                      </a:lnTo>
                      <a:lnTo>
                        <a:pt x="230" y="108"/>
                      </a:lnTo>
                      <a:lnTo>
                        <a:pt x="279" y="76"/>
                      </a:lnTo>
                      <a:lnTo>
                        <a:pt x="330" y="50"/>
                      </a:lnTo>
                      <a:lnTo>
                        <a:pt x="384" y="29"/>
                      </a:lnTo>
                      <a:lnTo>
                        <a:pt x="441" y="13"/>
                      </a:lnTo>
                      <a:lnTo>
                        <a:pt x="500" y="3"/>
                      </a:lnTo>
                      <a:lnTo>
                        <a:pt x="561" y="0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</p:grpSp>
        </p:grpSp>
        <p:grpSp>
          <p:nvGrpSpPr>
            <p:cNvPr id="14" name="그룹 53"/>
            <p:cNvGrpSpPr/>
            <p:nvPr/>
          </p:nvGrpSpPr>
          <p:grpSpPr>
            <a:xfrm>
              <a:off x="6270410" y="4434101"/>
              <a:ext cx="1501173" cy="1717182"/>
              <a:chOff x="6118010" y="4281701"/>
              <a:chExt cx="1501173" cy="1717182"/>
            </a:xfrm>
          </p:grpSpPr>
          <p:sp>
            <p:nvSpPr>
              <p:cNvPr id="15" name="Freeform 28"/>
              <p:cNvSpPr>
                <a:spLocks noEditPoints="1"/>
              </p:cNvSpPr>
              <p:nvPr/>
            </p:nvSpPr>
            <p:spPr bwMode="auto">
              <a:xfrm>
                <a:off x="6118010" y="4281701"/>
                <a:ext cx="1501173" cy="1717182"/>
              </a:xfrm>
              <a:custGeom>
                <a:avLst/>
                <a:gdLst>
                  <a:gd name="T0" fmla="*/ 687 w 1653"/>
                  <a:gd name="T1" fmla="*/ 411 h 1892"/>
                  <a:gd name="T2" fmla="*/ 495 w 1653"/>
                  <a:gd name="T3" fmla="*/ 488 h 1892"/>
                  <a:gd name="T4" fmla="*/ 329 w 1653"/>
                  <a:gd name="T5" fmla="*/ 621 h 1892"/>
                  <a:gd name="T6" fmla="*/ 214 w 1653"/>
                  <a:gd name="T7" fmla="*/ 791 h 1892"/>
                  <a:gd name="T8" fmla="*/ 155 w 1653"/>
                  <a:gd name="T9" fmla="*/ 983 h 1892"/>
                  <a:gd name="T10" fmla="*/ 152 w 1653"/>
                  <a:gd name="T11" fmla="*/ 1184 h 1892"/>
                  <a:gd name="T12" fmla="*/ 209 w 1653"/>
                  <a:gd name="T13" fmla="*/ 1381 h 1892"/>
                  <a:gd name="T14" fmla="*/ 325 w 1653"/>
                  <a:gd name="T15" fmla="*/ 1559 h 1892"/>
                  <a:gd name="T16" fmla="*/ 484 w 1653"/>
                  <a:gd name="T17" fmla="*/ 1691 h 1892"/>
                  <a:gd name="T18" fmla="*/ 670 w 1653"/>
                  <a:gd name="T19" fmla="*/ 1769 h 1892"/>
                  <a:gd name="T20" fmla="*/ 870 w 1653"/>
                  <a:gd name="T21" fmla="*/ 1791 h 1892"/>
                  <a:gd name="T22" fmla="*/ 1070 w 1653"/>
                  <a:gd name="T23" fmla="*/ 1754 h 1892"/>
                  <a:gd name="T24" fmla="*/ 1256 w 1653"/>
                  <a:gd name="T25" fmla="*/ 1657 h 1892"/>
                  <a:gd name="T26" fmla="*/ 1406 w 1653"/>
                  <a:gd name="T27" fmla="*/ 1510 h 1892"/>
                  <a:gd name="T28" fmla="*/ 1502 w 1653"/>
                  <a:gd name="T29" fmla="*/ 1331 h 1892"/>
                  <a:gd name="T30" fmla="*/ 1543 w 1653"/>
                  <a:gd name="T31" fmla="*/ 1135 h 1892"/>
                  <a:gd name="T32" fmla="*/ 1526 w 1653"/>
                  <a:gd name="T33" fmla="*/ 934 h 1892"/>
                  <a:gd name="T34" fmla="*/ 1450 w 1653"/>
                  <a:gd name="T35" fmla="*/ 742 h 1892"/>
                  <a:gd name="T36" fmla="*/ 1317 w 1653"/>
                  <a:gd name="T37" fmla="*/ 576 h 1892"/>
                  <a:gd name="T38" fmla="*/ 1147 w 1653"/>
                  <a:gd name="T39" fmla="*/ 462 h 1892"/>
                  <a:gd name="T40" fmla="*/ 955 w 1653"/>
                  <a:gd name="T41" fmla="*/ 402 h 1892"/>
                  <a:gd name="T42" fmla="*/ 51 w 1653"/>
                  <a:gd name="T43" fmla="*/ 0 h 1892"/>
                  <a:gd name="T44" fmla="*/ 89 w 1653"/>
                  <a:gd name="T45" fmla="*/ 6 h 1892"/>
                  <a:gd name="T46" fmla="*/ 193 w 1653"/>
                  <a:gd name="T47" fmla="*/ 27 h 1892"/>
                  <a:gd name="T48" fmla="*/ 345 w 1653"/>
                  <a:gd name="T49" fmla="*/ 62 h 1892"/>
                  <a:gd name="T50" fmla="*/ 534 w 1653"/>
                  <a:gd name="T51" fmla="*/ 109 h 1892"/>
                  <a:gd name="T52" fmla="*/ 742 w 1653"/>
                  <a:gd name="T53" fmla="*/ 171 h 1892"/>
                  <a:gd name="T54" fmla="*/ 954 w 1653"/>
                  <a:gd name="T55" fmla="*/ 244 h 1892"/>
                  <a:gd name="T56" fmla="*/ 1155 w 1653"/>
                  <a:gd name="T57" fmla="*/ 329 h 1892"/>
                  <a:gd name="T58" fmla="*/ 1330 w 1653"/>
                  <a:gd name="T59" fmla="*/ 427 h 1892"/>
                  <a:gd name="T60" fmla="*/ 1462 w 1653"/>
                  <a:gd name="T61" fmla="*/ 537 h 1892"/>
                  <a:gd name="T62" fmla="*/ 1572 w 1653"/>
                  <a:gd name="T63" fmla="*/ 704 h 1892"/>
                  <a:gd name="T64" fmla="*/ 1639 w 1653"/>
                  <a:gd name="T65" fmla="*/ 910 h 1892"/>
                  <a:gd name="T66" fmla="*/ 1650 w 1653"/>
                  <a:gd name="T67" fmla="*/ 1122 h 1892"/>
                  <a:gd name="T68" fmla="*/ 1608 w 1653"/>
                  <a:gd name="T69" fmla="*/ 1330 h 1892"/>
                  <a:gd name="T70" fmla="*/ 1515 w 1653"/>
                  <a:gd name="T71" fmla="*/ 1521 h 1892"/>
                  <a:gd name="T72" fmla="*/ 1371 w 1653"/>
                  <a:gd name="T73" fmla="*/ 1686 h 1892"/>
                  <a:gd name="T74" fmla="*/ 1183 w 1653"/>
                  <a:gd name="T75" fmla="*/ 1810 h 1892"/>
                  <a:gd name="T76" fmla="*/ 977 w 1653"/>
                  <a:gd name="T77" fmla="*/ 1877 h 1892"/>
                  <a:gd name="T78" fmla="*/ 765 w 1653"/>
                  <a:gd name="T79" fmla="*/ 1889 h 1892"/>
                  <a:gd name="T80" fmla="*/ 557 w 1653"/>
                  <a:gd name="T81" fmla="*/ 1847 h 1892"/>
                  <a:gd name="T82" fmla="*/ 366 w 1653"/>
                  <a:gd name="T83" fmla="*/ 1753 h 1892"/>
                  <a:gd name="T84" fmla="*/ 201 w 1653"/>
                  <a:gd name="T85" fmla="*/ 1609 h 1892"/>
                  <a:gd name="T86" fmla="*/ 103 w 1653"/>
                  <a:gd name="T87" fmla="*/ 1459 h 1892"/>
                  <a:gd name="T88" fmla="*/ 47 w 1653"/>
                  <a:gd name="T89" fmla="*/ 1285 h 1892"/>
                  <a:gd name="T90" fmla="*/ 15 w 1653"/>
                  <a:gd name="T91" fmla="*/ 1080 h 1892"/>
                  <a:gd name="T92" fmla="*/ 1 w 1653"/>
                  <a:gd name="T93" fmla="*/ 859 h 1892"/>
                  <a:gd name="T94" fmla="*/ 1 w 1653"/>
                  <a:gd name="T95" fmla="*/ 636 h 1892"/>
                  <a:gd name="T96" fmla="*/ 11 w 1653"/>
                  <a:gd name="T97" fmla="*/ 425 h 1892"/>
                  <a:gd name="T98" fmla="*/ 24 w 1653"/>
                  <a:gd name="T99" fmla="*/ 242 h 1892"/>
                  <a:gd name="T100" fmla="*/ 39 w 1653"/>
                  <a:gd name="T101" fmla="*/ 101 h 1892"/>
                  <a:gd name="T102" fmla="*/ 49 w 1653"/>
                  <a:gd name="T103" fmla="*/ 17 h 189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</a:cxnLst>
                <a:rect l="0" t="0" r="r" b="b"/>
                <a:pathLst>
                  <a:path w="1653" h="1892">
                    <a:moveTo>
                      <a:pt x="820" y="394"/>
                    </a:moveTo>
                    <a:lnTo>
                      <a:pt x="754" y="399"/>
                    </a:lnTo>
                    <a:lnTo>
                      <a:pt x="687" y="411"/>
                    </a:lnTo>
                    <a:lnTo>
                      <a:pt x="621" y="430"/>
                    </a:lnTo>
                    <a:lnTo>
                      <a:pt x="557" y="456"/>
                    </a:lnTo>
                    <a:lnTo>
                      <a:pt x="495" y="488"/>
                    </a:lnTo>
                    <a:lnTo>
                      <a:pt x="434" y="527"/>
                    </a:lnTo>
                    <a:lnTo>
                      <a:pt x="379" y="572"/>
                    </a:lnTo>
                    <a:lnTo>
                      <a:pt x="329" y="621"/>
                    </a:lnTo>
                    <a:lnTo>
                      <a:pt x="285" y="674"/>
                    </a:lnTo>
                    <a:lnTo>
                      <a:pt x="247" y="731"/>
                    </a:lnTo>
                    <a:lnTo>
                      <a:pt x="214" y="791"/>
                    </a:lnTo>
                    <a:lnTo>
                      <a:pt x="189" y="853"/>
                    </a:lnTo>
                    <a:lnTo>
                      <a:pt x="169" y="917"/>
                    </a:lnTo>
                    <a:lnTo>
                      <a:pt x="155" y="983"/>
                    </a:lnTo>
                    <a:lnTo>
                      <a:pt x="147" y="1050"/>
                    </a:lnTo>
                    <a:lnTo>
                      <a:pt x="147" y="1116"/>
                    </a:lnTo>
                    <a:lnTo>
                      <a:pt x="152" y="1184"/>
                    </a:lnTo>
                    <a:lnTo>
                      <a:pt x="165" y="1251"/>
                    </a:lnTo>
                    <a:lnTo>
                      <a:pt x="183" y="1316"/>
                    </a:lnTo>
                    <a:lnTo>
                      <a:pt x="209" y="1381"/>
                    </a:lnTo>
                    <a:lnTo>
                      <a:pt x="241" y="1443"/>
                    </a:lnTo>
                    <a:lnTo>
                      <a:pt x="279" y="1504"/>
                    </a:lnTo>
                    <a:lnTo>
                      <a:pt x="325" y="1559"/>
                    </a:lnTo>
                    <a:lnTo>
                      <a:pt x="374" y="1609"/>
                    </a:lnTo>
                    <a:lnTo>
                      <a:pt x="428" y="1653"/>
                    </a:lnTo>
                    <a:lnTo>
                      <a:pt x="484" y="1691"/>
                    </a:lnTo>
                    <a:lnTo>
                      <a:pt x="544" y="1723"/>
                    </a:lnTo>
                    <a:lnTo>
                      <a:pt x="606" y="1749"/>
                    </a:lnTo>
                    <a:lnTo>
                      <a:pt x="670" y="1769"/>
                    </a:lnTo>
                    <a:lnTo>
                      <a:pt x="737" y="1783"/>
                    </a:lnTo>
                    <a:lnTo>
                      <a:pt x="803" y="1789"/>
                    </a:lnTo>
                    <a:lnTo>
                      <a:pt x="870" y="1791"/>
                    </a:lnTo>
                    <a:lnTo>
                      <a:pt x="938" y="1785"/>
                    </a:lnTo>
                    <a:lnTo>
                      <a:pt x="1004" y="1773"/>
                    </a:lnTo>
                    <a:lnTo>
                      <a:pt x="1070" y="1754"/>
                    </a:lnTo>
                    <a:lnTo>
                      <a:pt x="1133" y="1729"/>
                    </a:lnTo>
                    <a:lnTo>
                      <a:pt x="1197" y="1696"/>
                    </a:lnTo>
                    <a:lnTo>
                      <a:pt x="1256" y="1657"/>
                    </a:lnTo>
                    <a:lnTo>
                      <a:pt x="1311" y="1613"/>
                    </a:lnTo>
                    <a:lnTo>
                      <a:pt x="1361" y="1563"/>
                    </a:lnTo>
                    <a:lnTo>
                      <a:pt x="1406" y="1510"/>
                    </a:lnTo>
                    <a:lnTo>
                      <a:pt x="1444" y="1454"/>
                    </a:lnTo>
                    <a:lnTo>
                      <a:pt x="1476" y="1394"/>
                    </a:lnTo>
                    <a:lnTo>
                      <a:pt x="1502" y="1331"/>
                    </a:lnTo>
                    <a:lnTo>
                      <a:pt x="1522" y="1268"/>
                    </a:lnTo>
                    <a:lnTo>
                      <a:pt x="1535" y="1201"/>
                    </a:lnTo>
                    <a:lnTo>
                      <a:pt x="1543" y="1135"/>
                    </a:lnTo>
                    <a:lnTo>
                      <a:pt x="1543" y="1068"/>
                    </a:lnTo>
                    <a:lnTo>
                      <a:pt x="1538" y="1000"/>
                    </a:lnTo>
                    <a:lnTo>
                      <a:pt x="1526" y="934"/>
                    </a:lnTo>
                    <a:lnTo>
                      <a:pt x="1507" y="868"/>
                    </a:lnTo>
                    <a:lnTo>
                      <a:pt x="1483" y="804"/>
                    </a:lnTo>
                    <a:lnTo>
                      <a:pt x="1450" y="742"/>
                    </a:lnTo>
                    <a:lnTo>
                      <a:pt x="1411" y="682"/>
                    </a:lnTo>
                    <a:lnTo>
                      <a:pt x="1365" y="626"/>
                    </a:lnTo>
                    <a:lnTo>
                      <a:pt x="1317" y="576"/>
                    </a:lnTo>
                    <a:lnTo>
                      <a:pt x="1263" y="532"/>
                    </a:lnTo>
                    <a:lnTo>
                      <a:pt x="1206" y="493"/>
                    </a:lnTo>
                    <a:lnTo>
                      <a:pt x="1147" y="462"/>
                    </a:lnTo>
                    <a:lnTo>
                      <a:pt x="1085" y="435"/>
                    </a:lnTo>
                    <a:lnTo>
                      <a:pt x="1020" y="416"/>
                    </a:lnTo>
                    <a:lnTo>
                      <a:pt x="955" y="402"/>
                    </a:lnTo>
                    <a:lnTo>
                      <a:pt x="888" y="395"/>
                    </a:lnTo>
                    <a:lnTo>
                      <a:pt x="820" y="394"/>
                    </a:lnTo>
                    <a:close/>
                    <a:moveTo>
                      <a:pt x="51" y="0"/>
                    </a:moveTo>
                    <a:lnTo>
                      <a:pt x="55" y="0"/>
                    </a:lnTo>
                    <a:lnTo>
                      <a:pt x="69" y="2"/>
                    </a:lnTo>
                    <a:lnTo>
                      <a:pt x="89" y="6"/>
                    </a:lnTo>
                    <a:lnTo>
                      <a:pt x="117" y="12"/>
                    </a:lnTo>
                    <a:lnTo>
                      <a:pt x="151" y="19"/>
                    </a:lnTo>
                    <a:lnTo>
                      <a:pt x="193" y="27"/>
                    </a:lnTo>
                    <a:lnTo>
                      <a:pt x="239" y="37"/>
                    </a:lnTo>
                    <a:lnTo>
                      <a:pt x="290" y="48"/>
                    </a:lnTo>
                    <a:lnTo>
                      <a:pt x="345" y="62"/>
                    </a:lnTo>
                    <a:lnTo>
                      <a:pt x="406" y="77"/>
                    </a:lnTo>
                    <a:lnTo>
                      <a:pt x="468" y="93"/>
                    </a:lnTo>
                    <a:lnTo>
                      <a:pt x="534" y="109"/>
                    </a:lnTo>
                    <a:lnTo>
                      <a:pt x="602" y="128"/>
                    </a:lnTo>
                    <a:lnTo>
                      <a:pt x="672" y="148"/>
                    </a:lnTo>
                    <a:lnTo>
                      <a:pt x="742" y="171"/>
                    </a:lnTo>
                    <a:lnTo>
                      <a:pt x="813" y="194"/>
                    </a:lnTo>
                    <a:lnTo>
                      <a:pt x="884" y="218"/>
                    </a:lnTo>
                    <a:lnTo>
                      <a:pt x="954" y="244"/>
                    </a:lnTo>
                    <a:lnTo>
                      <a:pt x="1024" y="271"/>
                    </a:lnTo>
                    <a:lnTo>
                      <a:pt x="1090" y="299"/>
                    </a:lnTo>
                    <a:lnTo>
                      <a:pt x="1155" y="329"/>
                    </a:lnTo>
                    <a:lnTo>
                      <a:pt x="1217" y="361"/>
                    </a:lnTo>
                    <a:lnTo>
                      <a:pt x="1275" y="394"/>
                    </a:lnTo>
                    <a:lnTo>
                      <a:pt x="1330" y="427"/>
                    </a:lnTo>
                    <a:lnTo>
                      <a:pt x="1379" y="462"/>
                    </a:lnTo>
                    <a:lnTo>
                      <a:pt x="1423" y="499"/>
                    </a:lnTo>
                    <a:lnTo>
                      <a:pt x="1462" y="537"/>
                    </a:lnTo>
                    <a:lnTo>
                      <a:pt x="1495" y="576"/>
                    </a:lnTo>
                    <a:lnTo>
                      <a:pt x="1537" y="639"/>
                    </a:lnTo>
                    <a:lnTo>
                      <a:pt x="1572" y="704"/>
                    </a:lnTo>
                    <a:lnTo>
                      <a:pt x="1600" y="771"/>
                    </a:lnTo>
                    <a:lnTo>
                      <a:pt x="1623" y="840"/>
                    </a:lnTo>
                    <a:lnTo>
                      <a:pt x="1639" y="910"/>
                    </a:lnTo>
                    <a:lnTo>
                      <a:pt x="1649" y="980"/>
                    </a:lnTo>
                    <a:lnTo>
                      <a:pt x="1653" y="1052"/>
                    </a:lnTo>
                    <a:lnTo>
                      <a:pt x="1650" y="1122"/>
                    </a:lnTo>
                    <a:lnTo>
                      <a:pt x="1642" y="1192"/>
                    </a:lnTo>
                    <a:lnTo>
                      <a:pt x="1628" y="1262"/>
                    </a:lnTo>
                    <a:lnTo>
                      <a:pt x="1608" y="1330"/>
                    </a:lnTo>
                    <a:lnTo>
                      <a:pt x="1582" y="1396"/>
                    </a:lnTo>
                    <a:lnTo>
                      <a:pt x="1551" y="1460"/>
                    </a:lnTo>
                    <a:lnTo>
                      <a:pt x="1515" y="1521"/>
                    </a:lnTo>
                    <a:lnTo>
                      <a:pt x="1472" y="1579"/>
                    </a:lnTo>
                    <a:lnTo>
                      <a:pt x="1423" y="1634"/>
                    </a:lnTo>
                    <a:lnTo>
                      <a:pt x="1371" y="1686"/>
                    </a:lnTo>
                    <a:lnTo>
                      <a:pt x="1311" y="1733"/>
                    </a:lnTo>
                    <a:lnTo>
                      <a:pt x="1248" y="1775"/>
                    </a:lnTo>
                    <a:lnTo>
                      <a:pt x="1183" y="1810"/>
                    </a:lnTo>
                    <a:lnTo>
                      <a:pt x="1116" y="1838"/>
                    </a:lnTo>
                    <a:lnTo>
                      <a:pt x="1047" y="1861"/>
                    </a:lnTo>
                    <a:lnTo>
                      <a:pt x="977" y="1877"/>
                    </a:lnTo>
                    <a:lnTo>
                      <a:pt x="907" y="1888"/>
                    </a:lnTo>
                    <a:lnTo>
                      <a:pt x="835" y="1892"/>
                    </a:lnTo>
                    <a:lnTo>
                      <a:pt x="765" y="1889"/>
                    </a:lnTo>
                    <a:lnTo>
                      <a:pt x="695" y="1881"/>
                    </a:lnTo>
                    <a:lnTo>
                      <a:pt x="625" y="1868"/>
                    </a:lnTo>
                    <a:lnTo>
                      <a:pt x="557" y="1847"/>
                    </a:lnTo>
                    <a:lnTo>
                      <a:pt x="491" y="1822"/>
                    </a:lnTo>
                    <a:lnTo>
                      <a:pt x="426" y="1791"/>
                    </a:lnTo>
                    <a:lnTo>
                      <a:pt x="366" y="1753"/>
                    </a:lnTo>
                    <a:lnTo>
                      <a:pt x="306" y="1711"/>
                    </a:lnTo>
                    <a:lnTo>
                      <a:pt x="252" y="1663"/>
                    </a:lnTo>
                    <a:lnTo>
                      <a:pt x="201" y="1609"/>
                    </a:lnTo>
                    <a:lnTo>
                      <a:pt x="154" y="1549"/>
                    </a:lnTo>
                    <a:lnTo>
                      <a:pt x="125" y="1508"/>
                    </a:lnTo>
                    <a:lnTo>
                      <a:pt x="103" y="1459"/>
                    </a:lnTo>
                    <a:lnTo>
                      <a:pt x="81" y="1405"/>
                    </a:lnTo>
                    <a:lnTo>
                      <a:pt x="63" y="1347"/>
                    </a:lnTo>
                    <a:lnTo>
                      <a:pt x="47" y="1285"/>
                    </a:lnTo>
                    <a:lnTo>
                      <a:pt x="35" y="1220"/>
                    </a:lnTo>
                    <a:lnTo>
                      <a:pt x="24" y="1152"/>
                    </a:lnTo>
                    <a:lnTo>
                      <a:pt x="15" y="1080"/>
                    </a:lnTo>
                    <a:lnTo>
                      <a:pt x="9" y="1007"/>
                    </a:lnTo>
                    <a:lnTo>
                      <a:pt x="4" y="934"/>
                    </a:lnTo>
                    <a:lnTo>
                      <a:pt x="1" y="859"/>
                    </a:lnTo>
                    <a:lnTo>
                      <a:pt x="0" y="785"/>
                    </a:lnTo>
                    <a:lnTo>
                      <a:pt x="0" y="709"/>
                    </a:lnTo>
                    <a:lnTo>
                      <a:pt x="1" y="636"/>
                    </a:lnTo>
                    <a:lnTo>
                      <a:pt x="4" y="563"/>
                    </a:lnTo>
                    <a:lnTo>
                      <a:pt x="7" y="493"/>
                    </a:lnTo>
                    <a:lnTo>
                      <a:pt x="11" y="425"/>
                    </a:lnTo>
                    <a:lnTo>
                      <a:pt x="15" y="360"/>
                    </a:lnTo>
                    <a:lnTo>
                      <a:pt x="19" y="299"/>
                    </a:lnTo>
                    <a:lnTo>
                      <a:pt x="24" y="242"/>
                    </a:lnTo>
                    <a:lnTo>
                      <a:pt x="30" y="190"/>
                    </a:lnTo>
                    <a:lnTo>
                      <a:pt x="34" y="143"/>
                    </a:lnTo>
                    <a:lnTo>
                      <a:pt x="39" y="101"/>
                    </a:lnTo>
                    <a:lnTo>
                      <a:pt x="43" y="66"/>
                    </a:lnTo>
                    <a:lnTo>
                      <a:pt x="46" y="37"/>
                    </a:lnTo>
                    <a:lnTo>
                      <a:pt x="49" y="17"/>
                    </a:lnTo>
                    <a:lnTo>
                      <a:pt x="50" y="4"/>
                    </a:lnTo>
                    <a:lnTo>
                      <a:pt x="51" y="0"/>
                    </a:lnTo>
                    <a:close/>
                  </a:path>
                </a:pathLst>
              </a:custGeom>
              <a:solidFill>
                <a:schemeClr val="accent6"/>
              </a:solidFill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6" name="Freeform 74"/>
              <p:cNvSpPr>
                <a:spLocks noEditPoints="1"/>
              </p:cNvSpPr>
              <p:nvPr/>
            </p:nvSpPr>
            <p:spPr bwMode="auto">
              <a:xfrm>
                <a:off x="6650038" y="4946650"/>
                <a:ext cx="517525" cy="635000"/>
              </a:xfrm>
              <a:custGeom>
                <a:avLst/>
                <a:gdLst>
                  <a:gd name="T0" fmla="*/ 2003 w 2939"/>
                  <a:gd name="T1" fmla="*/ 2890 h 3600"/>
                  <a:gd name="T2" fmla="*/ 1859 w 2939"/>
                  <a:gd name="T3" fmla="*/ 2961 h 3600"/>
                  <a:gd name="T4" fmla="*/ 2195 w 2939"/>
                  <a:gd name="T5" fmla="*/ 3289 h 3600"/>
                  <a:gd name="T6" fmla="*/ 2729 w 2939"/>
                  <a:gd name="T7" fmla="*/ 2753 h 3600"/>
                  <a:gd name="T8" fmla="*/ 2634 w 2939"/>
                  <a:gd name="T9" fmla="*/ 2623 h 3600"/>
                  <a:gd name="T10" fmla="*/ 1495 w 2939"/>
                  <a:gd name="T11" fmla="*/ 2623 h 3600"/>
                  <a:gd name="T12" fmla="*/ 949 w 2939"/>
                  <a:gd name="T13" fmla="*/ 2664 h 3600"/>
                  <a:gd name="T14" fmla="*/ 963 w 2939"/>
                  <a:gd name="T15" fmla="*/ 2522 h 3600"/>
                  <a:gd name="T16" fmla="*/ 838 w 2939"/>
                  <a:gd name="T17" fmla="*/ 2470 h 3600"/>
                  <a:gd name="T18" fmla="*/ 456 w 2939"/>
                  <a:gd name="T19" fmla="*/ 2606 h 3600"/>
                  <a:gd name="T20" fmla="*/ 488 w 2939"/>
                  <a:gd name="T21" fmla="*/ 2522 h 3600"/>
                  <a:gd name="T22" fmla="*/ 2269 w 2939"/>
                  <a:gd name="T23" fmla="*/ 2263 h 3600"/>
                  <a:gd name="T24" fmla="*/ 2743 w 2939"/>
                  <a:gd name="T25" fmla="*/ 2459 h 3600"/>
                  <a:gd name="T26" fmla="*/ 2939 w 2939"/>
                  <a:gd name="T27" fmla="*/ 2931 h 3600"/>
                  <a:gd name="T28" fmla="*/ 2743 w 2939"/>
                  <a:gd name="T29" fmla="*/ 3404 h 3600"/>
                  <a:gd name="T30" fmla="*/ 2269 w 2939"/>
                  <a:gd name="T31" fmla="*/ 3600 h 3600"/>
                  <a:gd name="T32" fmla="*/ 1795 w 2939"/>
                  <a:gd name="T33" fmla="*/ 3404 h 3600"/>
                  <a:gd name="T34" fmla="*/ 1599 w 2939"/>
                  <a:gd name="T35" fmla="*/ 2931 h 3600"/>
                  <a:gd name="T36" fmla="*/ 1795 w 2939"/>
                  <a:gd name="T37" fmla="*/ 2459 h 3600"/>
                  <a:gd name="T38" fmla="*/ 2269 w 2939"/>
                  <a:gd name="T39" fmla="*/ 2263 h 3600"/>
                  <a:gd name="T40" fmla="*/ 1599 w 2939"/>
                  <a:gd name="T41" fmla="*/ 2160 h 3600"/>
                  <a:gd name="T42" fmla="*/ 949 w 2939"/>
                  <a:gd name="T43" fmla="*/ 2201 h 3600"/>
                  <a:gd name="T44" fmla="*/ 963 w 2939"/>
                  <a:gd name="T45" fmla="*/ 2060 h 3600"/>
                  <a:gd name="T46" fmla="*/ 838 w 2939"/>
                  <a:gd name="T47" fmla="*/ 2029 h 3600"/>
                  <a:gd name="T48" fmla="*/ 456 w 2939"/>
                  <a:gd name="T49" fmla="*/ 2165 h 3600"/>
                  <a:gd name="T50" fmla="*/ 488 w 2939"/>
                  <a:gd name="T51" fmla="*/ 2081 h 3600"/>
                  <a:gd name="T52" fmla="*/ 980 w 2939"/>
                  <a:gd name="T53" fmla="*/ 1646 h 3600"/>
                  <a:gd name="T54" fmla="*/ 1854 w 2939"/>
                  <a:gd name="T55" fmla="*/ 1765 h 3600"/>
                  <a:gd name="T56" fmla="*/ 938 w 2939"/>
                  <a:gd name="T57" fmla="*/ 1779 h 3600"/>
                  <a:gd name="T58" fmla="*/ 980 w 2939"/>
                  <a:gd name="T59" fmla="*/ 1646 h 3600"/>
                  <a:gd name="T60" fmla="*/ 830 w 2939"/>
                  <a:gd name="T61" fmla="*/ 1605 h 3600"/>
                  <a:gd name="T62" fmla="*/ 446 w 2939"/>
                  <a:gd name="T63" fmla="*/ 1717 h 3600"/>
                  <a:gd name="T64" fmla="*/ 502 w 2939"/>
                  <a:gd name="T65" fmla="*/ 1647 h 3600"/>
                  <a:gd name="T66" fmla="*/ 1804 w 2939"/>
                  <a:gd name="T67" fmla="*/ 1183 h 3600"/>
                  <a:gd name="T68" fmla="*/ 1846 w 2939"/>
                  <a:gd name="T69" fmla="*/ 1316 h 3600"/>
                  <a:gd name="T70" fmla="*/ 931 w 2939"/>
                  <a:gd name="T71" fmla="*/ 1301 h 3600"/>
                  <a:gd name="T72" fmla="*/ 798 w 2939"/>
                  <a:gd name="T73" fmla="*/ 1068 h 3600"/>
                  <a:gd name="T74" fmla="*/ 640 w 2939"/>
                  <a:gd name="T75" fmla="*/ 1360 h 3600"/>
                  <a:gd name="T76" fmla="*/ 440 w 2939"/>
                  <a:gd name="T77" fmla="*/ 1246 h 3600"/>
                  <a:gd name="T78" fmla="*/ 515 w 2939"/>
                  <a:gd name="T79" fmla="*/ 1197 h 3600"/>
                  <a:gd name="T80" fmla="*/ 569 w 2939"/>
                  <a:gd name="T81" fmla="*/ 386 h 3600"/>
                  <a:gd name="T82" fmla="*/ 706 w 2939"/>
                  <a:gd name="T83" fmla="*/ 640 h 3600"/>
                  <a:gd name="T84" fmla="*/ 1648 w 2939"/>
                  <a:gd name="T85" fmla="*/ 619 h 3600"/>
                  <a:gd name="T86" fmla="*/ 1748 w 2939"/>
                  <a:gd name="T87" fmla="*/ 360 h 3600"/>
                  <a:gd name="T88" fmla="*/ 2285 w 2939"/>
                  <a:gd name="T89" fmla="*/ 454 h 3600"/>
                  <a:gd name="T90" fmla="*/ 2198 w 2939"/>
                  <a:gd name="T91" fmla="*/ 2112 h 3600"/>
                  <a:gd name="T92" fmla="*/ 1465 w 2939"/>
                  <a:gd name="T93" fmla="*/ 3116 h 3600"/>
                  <a:gd name="T94" fmla="*/ 49 w 2939"/>
                  <a:gd name="T95" fmla="*/ 3167 h 3600"/>
                  <a:gd name="T96" fmla="*/ 22 w 2939"/>
                  <a:gd name="T97" fmla="*/ 471 h 3600"/>
                  <a:gd name="T98" fmla="*/ 1160 w 2939"/>
                  <a:gd name="T99" fmla="*/ 103 h 3600"/>
                  <a:gd name="T100" fmla="*/ 1094 w 2939"/>
                  <a:gd name="T101" fmla="*/ 219 h 3600"/>
                  <a:gd name="T102" fmla="*/ 1227 w 2939"/>
                  <a:gd name="T103" fmla="*/ 219 h 3600"/>
                  <a:gd name="T104" fmla="*/ 1160 w 2939"/>
                  <a:gd name="T105" fmla="*/ 103 h 3600"/>
                  <a:gd name="T106" fmla="*/ 1317 w 2939"/>
                  <a:gd name="T107" fmla="*/ 88 h 3600"/>
                  <a:gd name="T108" fmla="*/ 1379 w 2939"/>
                  <a:gd name="T109" fmla="*/ 247 h 3600"/>
                  <a:gd name="T110" fmla="*/ 1624 w 2939"/>
                  <a:gd name="T111" fmla="*/ 324 h 3600"/>
                  <a:gd name="T112" fmla="*/ 1605 w 2939"/>
                  <a:gd name="T113" fmla="*/ 521 h 3600"/>
                  <a:gd name="T114" fmla="*/ 738 w 2939"/>
                  <a:gd name="T115" fmla="*/ 540 h 3600"/>
                  <a:gd name="T116" fmla="*/ 682 w 2939"/>
                  <a:gd name="T117" fmla="*/ 350 h 3600"/>
                  <a:gd name="T118" fmla="*/ 923 w 2939"/>
                  <a:gd name="T119" fmla="*/ 254 h 3600"/>
                  <a:gd name="T120" fmla="*/ 991 w 2939"/>
                  <a:gd name="T121" fmla="*/ 116 h 36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</a:cxnLst>
                <a:rect l="0" t="0" r="r" b="b"/>
                <a:pathLst>
                  <a:path w="2939" h="3600">
                    <a:moveTo>
                      <a:pt x="2634" y="2623"/>
                    </a:moveTo>
                    <a:lnTo>
                      <a:pt x="2613" y="2625"/>
                    </a:lnTo>
                    <a:lnTo>
                      <a:pt x="2591" y="2630"/>
                    </a:lnTo>
                    <a:lnTo>
                      <a:pt x="2570" y="2641"/>
                    </a:lnTo>
                    <a:lnTo>
                      <a:pt x="2552" y="2657"/>
                    </a:lnTo>
                    <a:lnTo>
                      <a:pt x="2205" y="3047"/>
                    </a:lnTo>
                    <a:lnTo>
                      <a:pt x="2024" y="2903"/>
                    </a:lnTo>
                    <a:lnTo>
                      <a:pt x="2003" y="2890"/>
                    </a:lnTo>
                    <a:lnTo>
                      <a:pt x="1982" y="2882"/>
                    </a:lnTo>
                    <a:lnTo>
                      <a:pt x="1960" y="2880"/>
                    </a:lnTo>
                    <a:lnTo>
                      <a:pt x="1937" y="2882"/>
                    </a:lnTo>
                    <a:lnTo>
                      <a:pt x="1915" y="2890"/>
                    </a:lnTo>
                    <a:lnTo>
                      <a:pt x="1895" y="2902"/>
                    </a:lnTo>
                    <a:lnTo>
                      <a:pt x="1879" y="2918"/>
                    </a:lnTo>
                    <a:lnTo>
                      <a:pt x="1866" y="2939"/>
                    </a:lnTo>
                    <a:lnTo>
                      <a:pt x="1859" y="2961"/>
                    </a:lnTo>
                    <a:lnTo>
                      <a:pt x="1856" y="2983"/>
                    </a:lnTo>
                    <a:lnTo>
                      <a:pt x="1859" y="3005"/>
                    </a:lnTo>
                    <a:lnTo>
                      <a:pt x="1866" y="3027"/>
                    </a:lnTo>
                    <a:lnTo>
                      <a:pt x="1878" y="3046"/>
                    </a:lnTo>
                    <a:lnTo>
                      <a:pt x="1895" y="3063"/>
                    </a:lnTo>
                    <a:lnTo>
                      <a:pt x="2152" y="3268"/>
                    </a:lnTo>
                    <a:lnTo>
                      <a:pt x="2173" y="3281"/>
                    </a:lnTo>
                    <a:lnTo>
                      <a:pt x="2195" y="3289"/>
                    </a:lnTo>
                    <a:lnTo>
                      <a:pt x="2217" y="3291"/>
                    </a:lnTo>
                    <a:lnTo>
                      <a:pt x="2239" y="3289"/>
                    </a:lnTo>
                    <a:lnTo>
                      <a:pt x="2258" y="3283"/>
                    </a:lnTo>
                    <a:lnTo>
                      <a:pt x="2278" y="3272"/>
                    </a:lnTo>
                    <a:lnTo>
                      <a:pt x="2294" y="3257"/>
                    </a:lnTo>
                    <a:lnTo>
                      <a:pt x="2707" y="2794"/>
                    </a:lnTo>
                    <a:lnTo>
                      <a:pt x="2720" y="2774"/>
                    </a:lnTo>
                    <a:lnTo>
                      <a:pt x="2729" y="2753"/>
                    </a:lnTo>
                    <a:lnTo>
                      <a:pt x="2733" y="2731"/>
                    </a:lnTo>
                    <a:lnTo>
                      <a:pt x="2731" y="2709"/>
                    </a:lnTo>
                    <a:lnTo>
                      <a:pt x="2725" y="2687"/>
                    </a:lnTo>
                    <a:lnTo>
                      <a:pt x="2714" y="2666"/>
                    </a:lnTo>
                    <a:lnTo>
                      <a:pt x="2698" y="2649"/>
                    </a:lnTo>
                    <a:lnTo>
                      <a:pt x="2678" y="2636"/>
                    </a:lnTo>
                    <a:lnTo>
                      <a:pt x="2657" y="2627"/>
                    </a:lnTo>
                    <a:lnTo>
                      <a:pt x="2634" y="2623"/>
                    </a:lnTo>
                    <a:close/>
                    <a:moveTo>
                      <a:pt x="980" y="2520"/>
                    </a:moveTo>
                    <a:lnTo>
                      <a:pt x="1444" y="2520"/>
                    </a:lnTo>
                    <a:lnTo>
                      <a:pt x="1460" y="2522"/>
                    </a:lnTo>
                    <a:lnTo>
                      <a:pt x="1474" y="2530"/>
                    </a:lnTo>
                    <a:lnTo>
                      <a:pt x="1485" y="2541"/>
                    </a:lnTo>
                    <a:lnTo>
                      <a:pt x="1493" y="2555"/>
                    </a:lnTo>
                    <a:lnTo>
                      <a:pt x="1495" y="2571"/>
                    </a:lnTo>
                    <a:lnTo>
                      <a:pt x="1495" y="2623"/>
                    </a:lnTo>
                    <a:lnTo>
                      <a:pt x="1493" y="2639"/>
                    </a:lnTo>
                    <a:lnTo>
                      <a:pt x="1485" y="2653"/>
                    </a:lnTo>
                    <a:lnTo>
                      <a:pt x="1474" y="2664"/>
                    </a:lnTo>
                    <a:lnTo>
                      <a:pt x="1460" y="2672"/>
                    </a:lnTo>
                    <a:lnTo>
                      <a:pt x="1444" y="2674"/>
                    </a:lnTo>
                    <a:lnTo>
                      <a:pt x="980" y="2674"/>
                    </a:lnTo>
                    <a:lnTo>
                      <a:pt x="963" y="2672"/>
                    </a:lnTo>
                    <a:lnTo>
                      <a:pt x="949" y="2664"/>
                    </a:lnTo>
                    <a:lnTo>
                      <a:pt x="938" y="2653"/>
                    </a:lnTo>
                    <a:lnTo>
                      <a:pt x="931" y="2639"/>
                    </a:lnTo>
                    <a:lnTo>
                      <a:pt x="928" y="2623"/>
                    </a:lnTo>
                    <a:lnTo>
                      <a:pt x="928" y="2571"/>
                    </a:lnTo>
                    <a:lnTo>
                      <a:pt x="931" y="2555"/>
                    </a:lnTo>
                    <a:lnTo>
                      <a:pt x="938" y="2541"/>
                    </a:lnTo>
                    <a:lnTo>
                      <a:pt x="949" y="2530"/>
                    </a:lnTo>
                    <a:lnTo>
                      <a:pt x="963" y="2522"/>
                    </a:lnTo>
                    <a:lnTo>
                      <a:pt x="980" y="2520"/>
                    </a:lnTo>
                    <a:close/>
                    <a:moveTo>
                      <a:pt x="798" y="2404"/>
                    </a:moveTo>
                    <a:lnTo>
                      <a:pt x="812" y="2408"/>
                    </a:lnTo>
                    <a:lnTo>
                      <a:pt x="826" y="2416"/>
                    </a:lnTo>
                    <a:lnTo>
                      <a:pt x="835" y="2427"/>
                    </a:lnTo>
                    <a:lnTo>
                      <a:pt x="841" y="2441"/>
                    </a:lnTo>
                    <a:lnTo>
                      <a:pt x="841" y="2456"/>
                    </a:lnTo>
                    <a:lnTo>
                      <a:pt x="838" y="2470"/>
                    </a:lnTo>
                    <a:lnTo>
                      <a:pt x="830" y="2483"/>
                    </a:lnTo>
                    <a:lnTo>
                      <a:pt x="640" y="2696"/>
                    </a:lnTo>
                    <a:lnTo>
                      <a:pt x="629" y="2704"/>
                    </a:lnTo>
                    <a:lnTo>
                      <a:pt x="617" y="2710"/>
                    </a:lnTo>
                    <a:lnTo>
                      <a:pt x="604" y="2712"/>
                    </a:lnTo>
                    <a:lnTo>
                      <a:pt x="588" y="2709"/>
                    </a:lnTo>
                    <a:lnTo>
                      <a:pt x="574" y="2701"/>
                    </a:lnTo>
                    <a:lnTo>
                      <a:pt x="456" y="2606"/>
                    </a:lnTo>
                    <a:lnTo>
                      <a:pt x="446" y="2595"/>
                    </a:lnTo>
                    <a:lnTo>
                      <a:pt x="440" y="2582"/>
                    </a:lnTo>
                    <a:lnTo>
                      <a:pt x="438" y="2568"/>
                    </a:lnTo>
                    <a:lnTo>
                      <a:pt x="441" y="2554"/>
                    </a:lnTo>
                    <a:lnTo>
                      <a:pt x="448" y="2540"/>
                    </a:lnTo>
                    <a:lnTo>
                      <a:pt x="459" y="2530"/>
                    </a:lnTo>
                    <a:lnTo>
                      <a:pt x="473" y="2524"/>
                    </a:lnTo>
                    <a:lnTo>
                      <a:pt x="488" y="2522"/>
                    </a:lnTo>
                    <a:lnTo>
                      <a:pt x="502" y="2525"/>
                    </a:lnTo>
                    <a:lnTo>
                      <a:pt x="515" y="2533"/>
                    </a:lnTo>
                    <a:lnTo>
                      <a:pt x="598" y="2600"/>
                    </a:lnTo>
                    <a:lnTo>
                      <a:pt x="759" y="2420"/>
                    </a:lnTo>
                    <a:lnTo>
                      <a:pt x="770" y="2410"/>
                    </a:lnTo>
                    <a:lnTo>
                      <a:pt x="784" y="2405"/>
                    </a:lnTo>
                    <a:lnTo>
                      <a:pt x="798" y="2404"/>
                    </a:lnTo>
                    <a:close/>
                    <a:moveTo>
                      <a:pt x="2269" y="2263"/>
                    </a:moveTo>
                    <a:lnTo>
                      <a:pt x="2337" y="2266"/>
                    </a:lnTo>
                    <a:lnTo>
                      <a:pt x="2404" y="2277"/>
                    </a:lnTo>
                    <a:lnTo>
                      <a:pt x="2468" y="2293"/>
                    </a:lnTo>
                    <a:lnTo>
                      <a:pt x="2530" y="2315"/>
                    </a:lnTo>
                    <a:lnTo>
                      <a:pt x="2589" y="2343"/>
                    </a:lnTo>
                    <a:lnTo>
                      <a:pt x="2643" y="2377"/>
                    </a:lnTo>
                    <a:lnTo>
                      <a:pt x="2695" y="2415"/>
                    </a:lnTo>
                    <a:lnTo>
                      <a:pt x="2743" y="2459"/>
                    </a:lnTo>
                    <a:lnTo>
                      <a:pt x="2785" y="2506"/>
                    </a:lnTo>
                    <a:lnTo>
                      <a:pt x="2825" y="2557"/>
                    </a:lnTo>
                    <a:lnTo>
                      <a:pt x="2858" y="2613"/>
                    </a:lnTo>
                    <a:lnTo>
                      <a:pt x="2886" y="2672"/>
                    </a:lnTo>
                    <a:lnTo>
                      <a:pt x="2909" y="2733"/>
                    </a:lnTo>
                    <a:lnTo>
                      <a:pt x="2925" y="2797"/>
                    </a:lnTo>
                    <a:lnTo>
                      <a:pt x="2935" y="2863"/>
                    </a:lnTo>
                    <a:lnTo>
                      <a:pt x="2939" y="2931"/>
                    </a:lnTo>
                    <a:lnTo>
                      <a:pt x="2935" y="3000"/>
                    </a:lnTo>
                    <a:lnTo>
                      <a:pt x="2925" y="3067"/>
                    </a:lnTo>
                    <a:lnTo>
                      <a:pt x="2909" y="3130"/>
                    </a:lnTo>
                    <a:lnTo>
                      <a:pt x="2886" y="3192"/>
                    </a:lnTo>
                    <a:lnTo>
                      <a:pt x="2858" y="3250"/>
                    </a:lnTo>
                    <a:lnTo>
                      <a:pt x="2825" y="3305"/>
                    </a:lnTo>
                    <a:lnTo>
                      <a:pt x="2785" y="3357"/>
                    </a:lnTo>
                    <a:lnTo>
                      <a:pt x="2743" y="3404"/>
                    </a:lnTo>
                    <a:lnTo>
                      <a:pt x="2695" y="3447"/>
                    </a:lnTo>
                    <a:lnTo>
                      <a:pt x="2643" y="3485"/>
                    </a:lnTo>
                    <a:lnTo>
                      <a:pt x="2589" y="3519"/>
                    </a:lnTo>
                    <a:lnTo>
                      <a:pt x="2530" y="3548"/>
                    </a:lnTo>
                    <a:lnTo>
                      <a:pt x="2468" y="3569"/>
                    </a:lnTo>
                    <a:lnTo>
                      <a:pt x="2404" y="3587"/>
                    </a:lnTo>
                    <a:lnTo>
                      <a:pt x="2337" y="3597"/>
                    </a:lnTo>
                    <a:lnTo>
                      <a:pt x="2269" y="3600"/>
                    </a:lnTo>
                    <a:lnTo>
                      <a:pt x="2200" y="3597"/>
                    </a:lnTo>
                    <a:lnTo>
                      <a:pt x="2134" y="3587"/>
                    </a:lnTo>
                    <a:lnTo>
                      <a:pt x="2069" y="3569"/>
                    </a:lnTo>
                    <a:lnTo>
                      <a:pt x="2008" y="3548"/>
                    </a:lnTo>
                    <a:lnTo>
                      <a:pt x="1949" y="3519"/>
                    </a:lnTo>
                    <a:lnTo>
                      <a:pt x="1894" y="3485"/>
                    </a:lnTo>
                    <a:lnTo>
                      <a:pt x="1843" y="3447"/>
                    </a:lnTo>
                    <a:lnTo>
                      <a:pt x="1795" y="3404"/>
                    </a:lnTo>
                    <a:lnTo>
                      <a:pt x="1752" y="3357"/>
                    </a:lnTo>
                    <a:lnTo>
                      <a:pt x="1713" y="3305"/>
                    </a:lnTo>
                    <a:lnTo>
                      <a:pt x="1680" y="3250"/>
                    </a:lnTo>
                    <a:lnTo>
                      <a:pt x="1651" y="3192"/>
                    </a:lnTo>
                    <a:lnTo>
                      <a:pt x="1628" y="3130"/>
                    </a:lnTo>
                    <a:lnTo>
                      <a:pt x="1612" y="3067"/>
                    </a:lnTo>
                    <a:lnTo>
                      <a:pt x="1602" y="3000"/>
                    </a:lnTo>
                    <a:lnTo>
                      <a:pt x="1599" y="2931"/>
                    </a:lnTo>
                    <a:lnTo>
                      <a:pt x="1602" y="2863"/>
                    </a:lnTo>
                    <a:lnTo>
                      <a:pt x="1612" y="2797"/>
                    </a:lnTo>
                    <a:lnTo>
                      <a:pt x="1628" y="2733"/>
                    </a:lnTo>
                    <a:lnTo>
                      <a:pt x="1651" y="2672"/>
                    </a:lnTo>
                    <a:lnTo>
                      <a:pt x="1680" y="2613"/>
                    </a:lnTo>
                    <a:lnTo>
                      <a:pt x="1713" y="2557"/>
                    </a:lnTo>
                    <a:lnTo>
                      <a:pt x="1752" y="2506"/>
                    </a:lnTo>
                    <a:lnTo>
                      <a:pt x="1795" y="2459"/>
                    </a:lnTo>
                    <a:lnTo>
                      <a:pt x="1843" y="2415"/>
                    </a:lnTo>
                    <a:lnTo>
                      <a:pt x="1894" y="2377"/>
                    </a:lnTo>
                    <a:lnTo>
                      <a:pt x="1949" y="2343"/>
                    </a:lnTo>
                    <a:lnTo>
                      <a:pt x="2008" y="2315"/>
                    </a:lnTo>
                    <a:lnTo>
                      <a:pt x="2069" y="2293"/>
                    </a:lnTo>
                    <a:lnTo>
                      <a:pt x="2134" y="2277"/>
                    </a:lnTo>
                    <a:lnTo>
                      <a:pt x="2200" y="2266"/>
                    </a:lnTo>
                    <a:lnTo>
                      <a:pt x="2269" y="2263"/>
                    </a:lnTo>
                    <a:close/>
                    <a:moveTo>
                      <a:pt x="980" y="2057"/>
                    </a:moveTo>
                    <a:lnTo>
                      <a:pt x="1547" y="2057"/>
                    </a:lnTo>
                    <a:lnTo>
                      <a:pt x="1563" y="2060"/>
                    </a:lnTo>
                    <a:lnTo>
                      <a:pt x="1577" y="2067"/>
                    </a:lnTo>
                    <a:lnTo>
                      <a:pt x="1589" y="2078"/>
                    </a:lnTo>
                    <a:lnTo>
                      <a:pt x="1596" y="2092"/>
                    </a:lnTo>
                    <a:lnTo>
                      <a:pt x="1599" y="2109"/>
                    </a:lnTo>
                    <a:lnTo>
                      <a:pt x="1599" y="2160"/>
                    </a:lnTo>
                    <a:lnTo>
                      <a:pt x="1596" y="2176"/>
                    </a:lnTo>
                    <a:lnTo>
                      <a:pt x="1589" y="2191"/>
                    </a:lnTo>
                    <a:lnTo>
                      <a:pt x="1577" y="2201"/>
                    </a:lnTo>
                    <a:lnTo>
                      <a:pt x="1563" y="2209"/>
                    </a:lnTo>
                    <a:lnTo>
                      <a:pt x="1547" y="2211"/>
                    </a:lnTo>
                    <a:lnTo>
                      <a:pt x="980" y="2211"/>
                    </a:lnTo>
                    <a:lnTo>
                      <a:pt x="963" y="2209"/>
                    </a:lnTo>
                    <a:lnTo>
                      <a:pt x="949" y="2201"/>
                    </a:lnTo>
                    <a:lnTo>
                      <a:pt x="938" y="2191"/>
                    </a:lnTo>
                    <a:lnTo>
                      <a:pt x="931" y="2176"/>
                    </a:lnTo>
                    <a:lnTo>
                      <a:pt x="928" y="2160"/>
                    </a:lnTo>
                    <a:lnTo>
                      <a:pt x="928" y="2109"/>
                    </a:lnTo>
                    <a:lnTo>
                      <a:pt x="931" y="2092"/>
                    </a:lnTo>
                    <a:lnTo>
                      <a:pt x="938" y="2078"/>
                    </a:lnTo>
                    <a:lnTo>
                      <a:pt x="949" y="2067"/>
                    </a:lnTo>
                    <a:lnTo>
                      <a:pt x="963" y="2060"/>
                    </a:lnTo>
                    <a:lnTo>
                      <a:pt x="980" y="2057"/>
                    </a:lnTo>
                    <a:close/>
                    <a:moveTo>
                      <a:pt x="798" y="1964"/>
                    </a:moveTo>
                    <a:lnTo>
                      <a:pt x="812" y="1967"/>
                    </a:lnTo>
                    <a:lnTo>
                      <a:pt x="826" y="1976"/>
                    </a:lnTo>
                    <a:lnTo>
                      <a:pt x="835" y="1987"/>
                    </a:lnTo>
                    <a:lnTo>
                      <a:pt x="841" y="2001"/>
                    </a:lnTo>
                    <a:lnTo>
                      <a:pt x="841" y="2015"/>
                    </a:lnTo>
                    <a:lnTo>
                      <a:pt x="838" y="2029"/>
                    </a:lnTo>
                    <a:lnTo>
                      <a:pt x="830" y="2042"/>
                    </a:lnTo>
                    <a:lnTo>
                      <a:pt x="640" y="2255"/>
                    </a:lnTo>
                    <a:lnTo>
                      <a:pt x="629" y="2264"/>
                    </a:lnTo>
                    <a:lnTo>
                      <a:pt x="617" y="2269"/>
                    </a:lnTo>
                    <a:lnTo>
                      <a:pt x="604" y="2271"/>
                    </a:lnTo>
                    <a:lnTo>
                      <a:pt x="588" y="2268"/>
                    </a:lnTo>
                    <a:lnTo>
                      <a:pt x="574" y="2260"/>
                    </a:lnTo>
                    <a:lnTo>
                      <a:pt x="456" y="2165"/>
                    </a:lnTo>
                    <a:lnTo>
                      <a:pt x="446" y="2155"/>
                    </a:lnTo>
                    <a:lnTo>
                      <a:pt x="440" y="2141"/>
                    </a:lnTo>
                    <a:lnTo>
                      <a:pt x="438" y="2127"/>
                    </a:lnTo>
                    <a:lnTo>
                      <a:pt x="441" y="2113"/>
                    </a:lnTo>
                    <a:lnTo>
                      <a:pt x="448" y="2099"/>
                    </a:lnTo>
                    <a:lnTo>
                      <a:pt x="459" y="2089"/>
                    </a:lnTo>
                    <a:lnTo>
                      <a:pt x="473" y="2084"/>
                    </a:lnTo>
                    <a:lnTo>
                      <a:pt x="488" y="2081"/>
                    </a:lnTo>
                    <a:lnTo>
                      <a:pt x="502" y="2085"/>
                    </a:lnTo>
                    <a:lnTo>
                      <a:pt x="515" y="2092"/>
                    </a:lnTo>
                    <a:lnTo>
                      <a:pt x="598" y="2159"/>
                    </a:lnTo>
                    <a:lnTo>
                      <a:pt x="759" y="1979"/>
                    </a:lnTo>
                    <a:lnTo>
                      <a:pt x="770" y="1969"/>
                    </a:lnTo>
                    <a:lnTo>
                      <a:pt x="784" y="1965"/>
                    </a:lnTo>
                    <a:lnTo>
                      <a:pt x="798" y="1964"/>
                    </a:lnTo>
                    <a:close/>
                    <a:moveTo>
                      <a:pt x="980" y="1646"/>
                    </a:moveTo>
                    <a:lnTo>
                      <a:pt x="1804" y="1646"/>
                    </a:lnTo>
                    <a:lnTo>
                      <a:pt x="1821" y="1648"/>
                    </a:lnTo>
                    <a:lnTo>
                      <a:pt x="1835" y="1656"/>
                    </a:lnTo>
                    <a:lnTo>
                      <a:pt x="1846" y="1667"/>
                    </a:lnTo>
                    <a:lnTo>
                      <a:pt x="1854" y="1681"/>
                    </a:lnTo>
                    <a:lnTo>
                      <a:pt x="1856" y="1697"/>
                    </a:lnTo>
                    <a:lnTo>
                      <a:pt x="1856" y="1749"/>
                    </a:lnTo>
                    <a:lnTo>
                      <a:pt x="1854" y="1765"/>
                    </a:lnTo>
                    <a:lnTo>
                      <a:pt x="1846" y="1779"/>
                    </a:lnTo>
                    <a:lnTo>
                      <a:pt x="1835" y="1790"/>
                    </a:lnTo>
                    <a:lnTo>
                      <a:pt x="1821" y="1798"/>
                    </a:lnTo>
                    <a:lnTo>
                      <a:pt x="1804" y="1800"/>
                    </a:lnTo>
                    <a:lnTo>
                      <a:pt x="980" y="1800"/>
                    </a:lnTo>
                    <a:lnTo>
                      <a:pt x="963" y="1798"/>
                    </a:lnTo>
                    <a:lnTo>
                      <a:pt x="949" y="1790"/>
                    </a:lnTo>
                    <a:lnTo>
                      <a:pt x="938" y="1779"/>
                    </a:lnTo>
                    <a:lnTo>
                      <a:pt x="931" y="1765"/>
                    </a:lnTo>
                    <a:lnTo>
                      <a:pt x="928" y="1749"/>
                    </a:lnTo>
                    <a:lnTo>
                      <a:pt x="928" y="1697"/>
                    </a:lnTo>
                    <a:lnTo>
                      <a:pt x="931" y="1681"/>
                    </a:lnTo>
                    <a:lnTo>
                      <a:pt x="938" y="1667"/>
                    </a:lnTo>
                    <a:lnTo>
                      <a:pt x="949" y="1656"/>
                    </a:lnTo>
                    <a:lnTo>
                      <a:pt x="963" y="1648"/>
                    </a:lnTo>
                    <a:lnTo>
                      <a:pt x="980" y="1646"/>
                    </a:lnTo>
                    <a:close/>
                    <a:moveTo>
                      <a:pt x="798" y="1526"/>
                    </a:moveTo>
                    <a:lnTo>
                      <a:pt x="812" y="1529"/>
                    </a:lnTo>
                    <a:lnTo>
                      <a:pt x="826" y="1538"/>
                    </a:lnTo>
                    <a:lnTo>
                      <a:pt x="835" y="1549"/>
                    </a:lnTo>
                    <a:lnTo>
                      <a:pt x="841" y="1563"/>
                    </a:lnTo>
                    <a:lnTo>
                      <a:pt x="841" y="1577"/>
                    </a:lnTo>
                    <a:lnTo>
                      <a:pt x="838" y="1592"/>
                    </a:lnTo>
                    <a:lnTo>
                      <a:pt x="830" y="1605"/>
                    </a:lnTo>
                    <a:lnTo>
                      <a:pt x="640" y="1817"/>
                    </a:lnTo>
                    <a:lnTo>
                      <a:pt x="629" y="1826"/>
                    </a:lnTo>
                    <a:lnTo>
                      <a:pt x="617" y="1832"/>
                    </a:lnTo>
                    <a:lnTo>
                      <a:pt x="604" y="1834"/>
                    </a:lnTo>
                    <a:lnTo>
                      <a:pt x="588" y="1831"/>
                    </a:lnTo>
                    <a:lnTo>
                      <a:pt x="574" y="1823"/>
                    </a:lnTo>
                    <a:lnTo>
                      <a:pt x="456" y="1728"/>
                    </a:lnTo>
                    <a:lnTo>
                      <a:pt x="446" y="1717"/>
                    </a:lnTo>
                    <a:lnTo>
                      <a:pt x="440" y="1704"/>
                    </a:lnTo>
                    <a:lnTo>
                      <a:pt x="438" y="1690"/>
                    </a:lnTo>
                    <a:lnTo>
                      <a:pt x="441" y="1675"/>
                    </a:lnTo>
                    <a:lnTo>
                      <a:pt x="448" y="1661"/>
                    </a:lnTo>
                    <a:lnTo>
                      <a:pt x="459" y="1652"/>
                    </a:lnTo>
                    <a:lnTo>
                      <a:pt x="473" y="1646"/>
                    </a:lnTo>
                    <a:lnTo>
                      <a:pt x="488" y="1644"/>
                    </a:lnTo>
                    <a:lnTo>
                      <a:pt x="502" y="1647"/>
                    </a:lnTo>
                    <a:lnTo>
                      <a:pt x="515" y="1655"/>
                    </a:lnTo>
                    <a:lnTo>
                      <a:pt x="598" y="1721"/>
                    </a:lnTo>
                    <a:lnTo>
                      <a:pt x="759" y="1541"/>
                    </a:lnTo>
                    <a:lnTo>
                      <a:pt x="770" y="1532"/>
                    </a:lnTo>
                    <a:lnTo>
                      <a:pt x="784" y="1527"/>
                    </a:lnTo>
                    <a:lnTo>
                      <a:pt x="798" y="1526"/>
                    </a:lnTo>
                    <a:close/>
                    <a:moveTo>
                      <a:pt x="980" y="1183"/>
                    </a:moveTo>
                    <a:lnTo>
                      <a:pt x="1804" y="1183"/>
                    </a:lnTo>
                    <a:lnTo>
                      <a:pt x="1821" y="1186"/>
                    </a:lnTo>
                    <a:lnTo>
                      <a:pt x="1835" y="1192"/>
                    </a:lnTo>
                    <a:lnTo>
                      <a:pt x="1846" y="1204"/>
                    </a:lnTo>
                    <a:lnTo>
                      <a:pt x="1854" y="1219"/>
                    </a:lnTo>
                    <a:lnTo>
                      <a:pt x="1856" y="1234"/>
                    </a:lnTo>
                    <a:lnTo>
                      <a:pt x="1856" y="1286"/>
                    </a:lnTo>
                    <a:lnTo>
                      <a:pt x="1854" y="1301"/>
                    </a:lnTo>
                    <a:lnTo>
                      <a:pt x="1846" y="1316"/>
                    </a:lnTo>
                    <a:lnTo>
                      <a:pt x="1835" y="1328"/>
                    </a:lnTo>
                    <a:lnTo>
                      <a:pt x="1821" y="1334"/>
                    </a:lnTo>
                    <a:lnTo>
                      <a:pt x="1804" y="1337"/>
                    </a:lnTo>
                    <a:lnTo>
                      <a:pt x="980" y="1337"/>
                    </a:lnTo>
                    <a:lnTo>
                      <a:pt x="963" y="1334"/>
                    </a:lnTo>
                    <a:lnTo>
                      <a:pt x="949" y="1328"/>
                    </a:lnTo>
                    <a:lnTo>
                      <a:pt x="938" y="1316"/>
                    </a:lnTo>
                    <a:lnTo>
                      <a:pt x="931" y="1301"/>
                    </a:lnTo>
                    <a:lnTo>
                      <a:pt x="928" y="1286"/>
                    </a:lnTo>
                    <a:lnTo>
                      <a:pt x="928" y="1234"/>
                    </a:lnTo>
                    <a:lnTo>
                      <a:pt x="931" y="1219"/>
                    </a:lnTo>
                    <a:lnTo>
                      <a:pt x="938" y="1204"/>
                    </a:lnTo>
                    <a:lnTo>
                      <a:pt x="949" y="1192"/>
                    </a:lnTo>
                    <a:lnTo>
                      <a:pt x="963" y="1186"/>
                    </a:lnTo>
                    <a:lnTo>
                      <a:pt x="980" y="1183"/>
                    </a:lnTo>
                    <a:close/>
                    <a:moveTo>
                      <a:pt x="798" y="1068"/>
                    </a:moveTo>
                    <a:lnTo>
                      <a:pt x="812" y="1072"/>
                    </a:lnTo>
                    <a:lnTo>
                      <a:pt x="826" y="1080"/>
                    </a:lnTo>
                    <a:lnTo>
                      <a:pt x="835" y="1092"/>
                    </a:lnTo>
                    <a:lnTo>
                      <a:pt x="841" y="1105"/>
                    </a:lnTo>
                    <a:lnTo>
                      <a:pt x="841" y="1120"/>
                    </a:lnTo>
                    <a:lnTo>
                      <a:pt x="838" y="1135"/>
                    </a:lnTo>
                    <a:lnTo>
                      <a:pt x="830" y="1147"/>
                    </a:lnTo>
                    <a:lnTo>
                      <a:pt x="640" y="1360"/>
                    </a:lnTo>
                    <a:lnTo>
                      <a:pt x="629" y="1369"/>
                    </a:lnTo>
                    <a:lnTo>
                      <a:pt x="617" y="1375"/>
                    </a:lnTo>
                    <a:lnTo>
                      <a:pt x="604" y="1376"/>
                    </a:lnTo>
                    <a:lnTo>
                      <a:pt x="588" y="1373"/>
                    </a:lnTo>
                    <a:lnTo>
                      <a:pt x="574" y="1366"/>
                    </a:lnTo>
                    <a:lnTo>
                      <a:pt x="456" y="1271"/>
                    </a:lnTo>
                    <a:lnTo>
                      <a:pt x="446" y="1260"/>
                    </a:lnTo>
                    <a:lnTo>
                      <a:pt x="440" y="1246"/>
                    </a:lnTo>
                    <a:lnTo>
                      <a:pt x="438" y="1232"/>
                    </a:lnTo>
                    <a:lnTo>
                      <a:pt x="441" y="1217"/>
                    </a:lnTo>
                    <a:lnTo>
                      <a:pt x="448" y="1204"/>
                    </a:lnTo>
                    <a:lnTo>
                      <a:pt x="459" y="1195"/>
                    </a:lnTo>
                    <a:lnTo>
                      <a:pt x="473" y="1188"/>
                    </a:lnTo>
                    <a:lnTo>
                      <a:pt x="488" y="1187"/>
                    </a:lnTo>
                    <a:lnTo>
                      <a:pt x="502" y="1189"/>
                    </a:lnTo>
                    <a:lnTo>
                      <a:pt x="515" y="1197"/>
                    </a:lnTo>
                    <a:lnTo>
                      <a:pt x="598" y="1263"/>
                    </a:lnTo>
                    <a:lnTo>
                      <a:pt x="759" y="1084"/>
                    </a:lnTo>
                    <a:lnTo>
                      <a:pt x="770" y="1075"/>
                    </a:lnTo>
                    <a:lnTo>
                      <a:pt x="784" y="1069"/>
                    </a:lnTo>
                    <a:lnTo>
                      <a:pt x="798" y="1068"/>
                    </a:lnTo>
                    <a:close/>
                    <a:moveTo>
                      <a:pt x="155" y="360"/>
                    </a:moveTo>
                    <a:lnTo>
                      <a:pt x="573" y="360"/>
                    </a:lnTo>
                    <a:lnTo>
                      <a:pt x="569" y="386"/>
                    </a:lnTo>
                    <a:lnTo>
                      <a:pt x="568" y="413"/>
                    </a:lnTo>
                    <a:lnTo>
                      <a:pt x="571" y="455"/>
                    </a:lnTo>
                    <a:lnTo>
                      <a:pt x="581" y="494"/>
                    </a:lnTo>
                    <a:lnTo>
                      <a:pt x="596" y="530"/>
                    </a:lnTo>
                    <a:lnTo>
                      <a:pt x="617" y="564"/>
                    </a:lnTo>
                    <a:lnTo>
                      <a:pt x="642" y="593"/>
                    </a:lnTo>
                    <a:lnTo>
                      <a:pt x="672" y="620"/>
                    </a:lnTo>
                    <a:lnTo>
                      <a:pt x="706" y="640"/>
                    </a:lnTo>
                    <a:lnTo>
                      <a:pt x="742" y="656"/>
                    </a:lnTo>
                    <a:lnTo>
                      <a:pt x="782" y="665"/>
                    </a:lnTo>
                    <a:lnTo>
                      <a:pt x="823" y="669"/>
                    </a:lnTo>
                    <a:lnTo>
                      <a:pt x="1497" y="669"/>
                    </a:lnTo>
                    <a:lnTo>
                      <a:pt x="1539" y="665"/>
                    </a:lnTo>
                    <a:lnTo>
                      <a:pt x="1578" y="656"/>
                    </a:lnTo>
                    <a:lnTo>
                      <a:pt x="1614" y="640"/>
                    </a:lnTo>
                    <a:lnTo>
                      <a:pt x="1648" y="619"/>
                    </a:lnTo>
                    <a:lnTo>
                      <a:pt x="1678" y="593"/>
                    </a:lnTo>
                    <a:lnTo>
                      <a:pt x="1704" y="563"/>
                    </a:lnTo>
                    <a:lnTo>
                      <a:pt x="1725" y="529"/>
                    </a:lnTo>
                    <a:lnTo>
                      <a:pt x="1740" y="492"/>
                    </a:lnTo>
                    <a:lnTo>
                      <a:pt x="1750" y="452"/>
                    </a:lnTo>
                    <a:lnTo>
                      <a:pt x="1753" y="410"/>
                    </a:lnTo>
                    <a:lnTo>
                      <a:pt x="1752" y="385"/>
                    </a:lnTo>
                    <a:lnTo>
                      <a:pt x="1748" y="360"/>
                    </a:lnTo>
                    <a:lnTo>
                      <a:pt x="2063" y="360"/>
                    </a:lnTo>
                    <a:lnTo>
                      <a:pt x="2106" y="362"/>
                    </a:lnTo>
                    <a:lnTo>
                      <a:pt x="2146" y="369"/>
                    </a:lnTo>
                    <a:lnTo>
                      <a:pt x="2181" y="380"/>
                    </a:lnTo>
                    <a:lnTo>
                      <a:pt x="2213" y="393"/>
                    </a:lnTo>
                    <a:lnTo>
                      <a:pt x="2241" y="410"/>
                    </a:lnTo>
                    <a:lnTo>
                      <a:pt x="2265" y="431"/>
                    </a:lnTo>
                    <a:lnTo>
                      <a:pt x="2285" y="454"/>
                    </a:lnTo>
                    <a:lnTo>
                      <a:pt x="2300" y="479"/>
                    </a:lnTo>
                    <a:lnTo>
                      <a:pt x="2311" y="506"/>
                    </a:lnTo>
                    <a:lnTo>
                      <a:pt x="2318" y="536"/>
                    </a:lnTo>
                    <a:lnTo>
                      <a:pt x="2321" y="566"/>
                    </a:lnTo>
                    <a:lnTo>
                      <a:pt x="2321" y="2111"/>
                    </a:lnTo>
                    <a:lnTo>
                      <a:pt x="2294" y="2110"/>
                    </a:lnTo>
                    <a:lnTo>
                      <a:pt x="2269" y="2109"/>
                    </a:lnTo>
                    <a:lnTo>
                      <a:pt x="2198" y="2112"/>
                    </a:lnTo>
                    <a:lnTo>
                      <a:pt x="2129" y="2121"/>
                    </a:lnTo>
                    <a:lnTo>
                      <a:pt x="2063" y="2136"/>
                    </a:lnTo>
                    <a:lnTo>
                      <a:pt x="2063" y="926"/>
                    </a:lnTo>
                    <a:lnTo>
                      <a:pt x="258" y="926"/>
                    </a:lnTo>
                    <a:lnTo>
                      <a:pt x="258" y="2983"/>
                    </a:lnTo>
                    <a:lnTo>
                      <a:pt x="1447" y="2983"/>
                    </a:lnTo>
                    <a:lnTo>
                      <a:pt x="1453" y="3050"/>
                    </a:lnTo>
                    <a:lnTo>
                      <a:pt x="1465" y="3116"/>
                    </a:lnTo>
                    <a:lnTo>
                      <a:pt x="1483" y="3179"/>
                    </a:lnTo>
                    <a:lnTo>
                      <a:pt x="1505" y="3240"/>
                    </a:lnTo>
                    <a:lnTo>
                      <a:pt x="207" y="3240"/>
                    </a:lnTo>
                    <a:lnTo>
                      <a:pt x="169" y="3237"/>
                    </a:lnTo>
                    <a:lnTo>
                      <a:pt x="134" y="3227"/>
                    </a:lnTo>
                    <a:lnTo>
                      <a:pt x="103" y="3212"/>
                    </a:lnTo>
                    <a:lnTo>
                      <a:pt x="73" y="3192"/>
                    </a:lnTo>
                    <a:lnTo>
                      <a:pt x="49" y="3167"/>
                    </a:lnTo>
                    <a:lnTo>
                      <a:pt x="28" y="3139"/>
                    </a:lnTo>
                    <a:lnTo>
                      <a:pt x="13" y="3106"/>
                    </a:lnTo>
                    <a:lnTo>
                      <a:pt x="3" y="3071"/>
                    </a:lnTo>
                    <a:lnTo>
                      <a:pt x="0" y="3034"/>
                    </a:lnTo>
                    <a:lnTo>
                      <a:pt x="0" y="566"/>
                    </a:lnTo>
                    <a:lnTo>
                      <a:pt x="3" y="532"/>
                    </a:lnTo>
                    <a:lnTo>
                      <a:pt x="10" y="501"/>
                    </a:lnTo>
                    <a:lnTo>
                      <a:pt x="22" y="471"/>
                    </a:lnTo>
                    <a:lnTo>
                      <a:pt x="37" y="444"/>
                    </a:lnTo>
                    <a:lnTo>
                      <a:pt x="55" y="420"/>
                    </a:lnTo>
                    <a:lnTo>
                      <a:pt x="73" y="399"/>
                    </a:lnTo>
                    <a:lnTo>
                      <a:pt x="94" y="383"/>
                    </a:lnTo>
                    <a:lnTo>
                      <a:pt x="115" y="371"/>
                    </a:lnTo>
                    <a:lnTo>
                      <a:pt x="136" y="362"/>
                    </a:lnTo>
                    <a:lnTo>
                      <a:pt x="155" y="360"/>
                    </a:lnTo>
                    <a:close/>
                    <a:moveTo>
                      <a:pt x="1160" y="103"/>
                    </a:moveTo>
                    <a:lnTo>
                      <a:pt x="1139" y="106"/>
                    </a:lnTo>
                    <a:lnTo>
                      <a:pt x="1121" y="113"/>
                    </a:lnTo>
                    <a:lnTo>
                      <a:pt x="1106" y="125"/>
                    </a:lnTo>
                    <a:lnTo>
                      <a:pt x="1094" y="141"/>
                    </a:lnTo>
                    <a:lnTo>
                      <a:pt x="1086" y="159"/>
                    </a:lnTo>
                    <a:lnTo>
                      <a:pt x="1083" y="180"/>
                    </a:lnTo>
                    <a:lnTo>
                      <a:pt x="1086" y="201"/>
                    </a:lnTo>
                    <a:lnTo>
                      <a:pt x="1094" y="219"/>
                    </a:lnTo>
                    <a:lnTo>
                      <a:pt x="1106" y="235"/>
                    </a:lnTo>
                    <a:lnTo>
                      <a:pt x="1121" y="247"/>
                    </a:lnTo>
                    <a:lnTo>
                      <a:pt x="1139" y="254"/>
                    </a:lnTo>
                    <a:lnTo>
                      <a:pt x="1160" y="257"/>
                    </a:lnTo>
                    <a:lnTo>
                      <a:pt x="1181" y="254"/>
                    </a:lnTo>
                    <a:lnTo>
                      <a:pt x="1200" y="247"/>
                    </a:lnTo>
                    <a:lnTo>
                      <a:pt x="1215" y="235"/>
                    </a:lnTo>
                    <a:lnTo>
                      <a:pt x="1227" y="219"/>
                    </a:lnTo>
                    <a:lnTo>
                      <a:pt x="1235" y="201"/>
                    </a:lnTo>
                    <a:lnTo>
                      <a:pt x="1238" y="180"/>
                    </a:lnTo>
                    <a:lnTo>
                      <a:pt x="1235" y="159"/>
                    </a:lnTo>
                    <a:lnTo>
                      <a:pt x="1227" y="141"/>
                    </a:lnTo>
                    <a:lnTo>
                      <a:pt x="1215" y="125"/>
                    </a:lnTo>
                    <a:lnTo>
                      <a:pt x="1200" y="113"/>
                    </a:lnTo>
                    <a:lnTo>
                      <a:pt x="1181" y="106"/>
                    </a:lnTo>
                    <a:lnTo>
                      <a:pt x="1160" y="103"/>
                    </a:lnTo>
                    <a:close/>
                    <a:moveTo>
                      <a:pt x="1158" y="0"/>
                    </a:moveTo>
                    <a:lnTo>
                      <a:pt x="1162" y="0"/>
                    </a:lnTo>
                    <a:lnTo>
                      <a:pt x="1194" y="3"/>
                    </a:lnTo>
                    <a:lnTo>
                      <a:pt x="1225" y="11"/>
                    </a:lnTo>
                    <a:lnTo>
                      <a:pt x="1252" y="24"/>
                    </a:lnTo>
                    <a:lnTo>
                      <a:pt x="1277" y="41"/>
                    </a:lnTo>
                    <a:lnTo>
                      <a:pt x="1299" y="63"/>
                    </a:lnTo>
                    <a:lnTo>
                      <a:pt x="1317" y="88"/>
                    </a:lnTo>
                    <a:lnTo>
                      <a:pt x="1330" y="116"/>
                    </a:lnTo>
                    <a:lnTo>
                      <a:pt x="1337" y="146"/>
                    </a:lnTo>
                    <a:lnTo>
                      <a:pt x="1341" y="178"/>
                    </a:lnTo>
                    <a:lnTo>
                      <a:pt x="1341" y="180"/>
                    </a:lnTo>
                    <a:lnTo>
                      <a:pt x="1343" y="201"/>
                    </a:lnTo>
                    <a:lnTo>
                      <a:pt x="1352" y="219"/>
                    </a:lnTo>
                    <a:lnTo>
                      <a:pt x="1364" y="235"/>
                    </a:lnTo>
                    <a:lnTo>
                      <a:pt x="1379" y="247"/>
                    </a:lnTo>
                    <a:lnTo>
                      <a:pt x="1396" y="254"/>
                    </a:lnTo>
                    <a:lnTo>
                      <a:pt x="1417" y="257"/>
                    </a:lnTo>
                    <a:lnTo>
                      <a:pt x="1497" y="257"/>
                    </a:lnTo>
                    <a:lnTo>
                      <a:pt x="1528" y="261"/>
                    </a:lnTo>
                    <a:lnTo>
                      <a:pt x="1556" y="269"/>
                    </a:lnTo>
                    <a:lnTo>
                      <a:pt x="1582" y="284"/>
                    </a:lnTo>
                    <a:lnTo>
                      <a:pt x="1605" y="302"/>
                    </a:lnTo>
                    <a:lnTo>
                      <a:pt x="1624" y="324"/>
                    </a:lnTo>
                    <a:lnTo>
                      <a:pt x="1638" y="350"/>
                    </a:lnTo>
                    <a:lnTo>
                      <a:pt x="1647" y="380"/>
                    </a:lnTo>
                    <a:lnTo>
                      <a:pt x="1650" y="410"/>
                    </a:lnTo>
                    <a:lnTo>
                      <a:pt x="1650" y="413"/>
                    </a:lnTo>
                    <a:lnTo>
                      <a:pt x="1647" y="444"/>
                    </a:lnTo>
                    <a:lnTo>
                      <a:pt x="1638" y="472"/>
                    </a:lnTo>
                    <a:lnTo>
                      <a:pt x="1624" y="499"/>
                    </a:lnTo>
                    <a:lnTo>
                      <a:pt x="1605" y="521"/>
                    </a:lnTo>
                    <a:lnTo>
                      <a:pt x="1582" y="540"/>
                    </a:lnTo>
                    <a:lnTo>
                      <a:pt x="1556" y="554"/>
                    </a:lnTo>
                    <a:lnTo>
                      <a:pt x="1528" y="563"/>
                    </a:lnTo>
                    <a:lnTo>
                      <a:pt x="1497" y="566"/>
                    </a:lnTo>
                    <a:lnTo>
                      <a:pt x="823" y="566"/>
                    </a:lnTo>
                    <a:lnTo>
                      <a:pt x="793" y="563"/>
                    </a:lnTo>
                    <a:lnTo>
                      <a:pt x="764" y="554"/>
                    </a:lnTo>
                    <a:lnTo>
                      <a:pt x="738" y="540"/>
                    </a:lnTo>
                    <a:lnTo>
                      <a:pt x="715" y="521"/>
                    </a:lnTo>
                    <a:lnTo>
                      <a:pt x="697" y="499"/>
                    </a:lnTo>
                    <a:lnTo>
                      <a:pt x="682" y="472"/>
                    </a:lnTo>
                    <a:lnTo>
                      <a:pt x="674" y="444"/>
                    </a:lnTo>
                    <a:lnTo>
                      <a:pt x="670" y="413"/>
                    </a:lnTo>
                    <a:lnTo>
                      <a:pt x="670" y="410"/>
                    </a:lnTo>
                    <a:lnTo>
                      <a:pt x="674" y="380"/>
                    </a:lnTo>
                    <a:lnTo>
                      <a:pt x="682" y="350"/>
                    </a:lnTo>
                    <a:lnTo>
                      <a:pt x="697" y="324"/>
                    </a:lnTo>
                    <a:lnTo>
                      <a:pt x="715" y="302"/>
                    </a:lnTo>
                    <a:lnTo>
                      <a:pt x="738" y="284"/>
                    </a:lnTo>
                    <a:lnTo>
                      <a:pt x="764" y="269"/>
                    </a:lnTo>
                    <a:lnTo>
                      <a:pt x="793" y="261"/>
                    </a:lnTo>
                    <a:lnTo>
                      <a:pt x="823" y="257"/>
                    </a:lnTo>
                    <a:lnTo>
                      <a:pt x="903" y="257"/>
                    </a:lnTo>
                    <a:lnTo>
                      <a:pt x="923" y="254"/>
                    </a:lnTo>
                    <a:lnTo>
                      <a:pt x="942" y="247"/>
                    </a:lnTo>
                    <a:lnTo>
                      <a:pt x="957" y="235"/>
                    </a:lnTo>
                    <a:lnTo>
                      <a:pt x="969" y="219"/>
                    </a:lnTo>
                    <a:lnTo>
                      <a:pt x="977" y="201"/>
                    </a:lnTo>
                    <a:lnTo>
                      <a:pt x="980" y="180"/>
                    </a:lnTo>
                    <a:lnTo>
                      <a:pt x="980" y="178"/>
                    </a:lnTo>
                    <a:lnTo>
                      <a:pt x="983" y="146"/>
                    </a:lnTo>
                    <a:lnTo>
                      <a:pt x="991" y="116"/>
                    </a:lnTo>
                    <a:lnTo>
                      <a:pt x="1004" y="88"/>
                    </a:lnTo>
                    <a:lnTo>
                      <a:pt x="1021" y="63"/>
                    </a:lnTo>
                    <a:lnTo>
                      <a:pt x="1043" y="41"/>
                    </a:lnTo>
                    <a:lnTo>
                      <a:pt x="1068" y="24"/>
                    </a:lnTo>
                    <a:lnTo>
                      <a:pt x="1096" y="11"/>
                    </a:lnTo>
                    <a:lnTo>
                      <a:pt x="1126" y="3"/>
                    </a:lnTo>
                    <a:lnTo>
                      <a:pt x="1158" y="0"/>
                    </a:lnTo>
                    <a:close/>
                  </a:path>
                </a:pathLst>
              </a:custGeom>
              <a:solidFill>
                <a:schemeClr val="accent6"/>
              </a:solidFill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</p:grpSp>
      <p:sp>
        <p:nvSpPr>
          <p:cNvPr id="52" name="TextBox 51"/>
          <p:cNvSpPr txBox="1"/>
          <p:nvPr/>
        </p:nvSpPr>
        <p:spPr>
          <a:xfrm>
            <a:off x="4237024" y="2743648"/>
            <a:ext cx="114300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 smtClean="0"/>
              <a:t>(</a:t>
            </a:r>
            <a:r>
              <a:rPr lang="ko-KR" altLang="en-US" sz="1400" dirty="0" smtClean="0"/>
              <a:t>더블 클릭</a:t>
            </a:r>
            <a:r>
              <a:rPr lang="en-US" altLang="ko-KR" sz="1400" dirty="0" smtClean="0"/>
              <a:t>)</a:t>
            </a:r>
            <a:endParaRPr lang="ko-KR" altLang="en-US" sz="1400" dirty="0"/>
          </a:p>
        </p:txBody>
      </p:sp>
      <p:sp>
        <p:nvSpPr>
          <p:cNvPr id="53" name="직사각형 52"/>
          <p:cNvSpPr/>
          <p:nvPr/>
        </p:nvSpPr>
        <p:spPr>
          <a:xfrm>
            <a:off x="4841867" y="5884880"/>
            <a:ext cx="422274" cy="234930"/>
          </a:xfrm>
          <a:prstGeom prst="rect">
            <a:avLst/>
          </a:prstGeom>
          <a:noFill/>
          <a:ln w="5715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4" name="TextBox 53"/>
          <p:cNvSpPr txBox="1"/>
          <p:nvPr/>
        </p:nvSpPr>
        <p:spPr>
          <a:xfrm>
            <a:off x="1440956" y="3358694"/>
            <a:ext cx="3143272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 smtClean="0"/>
              <a:t>=&gt;</a:t>
            </a:r>
            <a:r>
              <a:rPr lang="ko-KR" altLang="en-US" sz="1400" dirty="0" smtClean="0"/>
              <a:t>학번을 입력하지 않은 상태에서</a:t>
            </a:r>
            <a:endParaRPr lang="en-US" altLang="ko-KR" sz="1400" dirty="0" smtClean="0"/>
          </a:p>
          <a:p>
            <a:r>
              <a:rPr lang="ko-KR" altLang="en-US" sz="1400" dirty="0" smtClean="0"/>
              <a:t>    과목을 더블 클릭을 하게 되면</a:t>
            </a:r>
            <a:endParaRPr lang="en-US" altLang="ko-KR" sz="1400" dirty="0" smtClean="0"/>
          </a:p>
          <a:p>
            <a:r>
              <a:rPr lang="ko-KR" altLang="en-US" sz="1400" dirty="0" smtClean="0"/>
              <a:t>    신청 버튼이 활성화 되지 않습니다</a:t>
            </a:r>
            <a:endParaRPr lang="ko-KR" altLang="en-US" sz="1400" dirty="0"/>
          </a:p>
        </p:txBody>
      </p:sp>
      <p:sp>
        <p:nvSpPr>
          <p:cNvPr id="61" name="직사각형 60"/>
          <p:cNvSpPr/>
          <p:nvPr/>
        </p:nvSpPr>
        <p:spPr>
          <a:xfrm>
            <a:off x="3545504" y="793414"/>
            <a:ext cx="876300" cy="234930"/>
          </a:xfrm>
          <a:prstGeom prst="rect">
            <a:avLst/>
          </a:prstGeom>
          <a:noFill/>
          <a:ln w="5715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64" name="그룹 63"/>
          <p:cNvGrpSpPr/>
          <p:nvPr/>
        </p:nvGrpSpPr>
        <p:grpSpPr>
          <a:xfrm>
            <a:off x="7666048" y="285728"/>
            <a:ext cx="4061425" cy="2965472"/>
            <a:chOff x="7165982" y="357166"/>
            <a:chExt cx="4061425" cy="2928958"/>
          </a:xfrm>
        </p:grpSpPr>
        <p:pic>
          <p:nvPicPr>
            <p:cNvPr id="3" name="Picture 3"/>
            <p:cNvPicPr>
              <a:picLocks noChangeAspect="1" noChangeArrowheads="1"/>
            </p:cNvPicPr>
            <p:nvPr/>
          </p:nvPicPr>
          <p:blipFill>
            <a:blip r:embed="rId6"/>
            <a:srcRect b="58824"/>
            <a:stretch>
              <a:fillRect/>
            </a:stretch>
          </p:blipFill>
          <p:spPr bwMode="auto">
            <a:xfrm>
              <a:off x="7165982" y="357166"/>
              <a:ext cx="4061425" cy="200026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</p:pic>
        <p:pic>
          <p:nvPicPr>
            <p:cNvPr id="63" name="Picture 3"/>
            <p:cNvPicPr>
              <a:picLocks noChangeAspect="1" noChangeArrowheads="1"/>
            </p:cNvPicPr>
            <p:nvPr/>
          </p:nvPicPr>
          <p:blipFill>
            <a:blip r:embed="rId6"/>
            <a:srcRect t="80882"/>
            <a:stretch>
              <a:fillRect/>
            </a:stretch>
          </p:blipFill>
          <p:spPr bwMode="auto">
            <a:xfrm>
              <a:off x="7165982" y="2357430"/>
              <a:ext cx="4061425" cy="92869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</p:pic>
      </p:grpSp>
      <p:cxnSp>
        <p:nvCxnSpPr>
          <p:cNvPr id="75" name="꺾인 연결선 74"/>
          <p:cNvCxnSpPr>
            <a:endCxn id="5123" idx="0"/>
          </p:cNvCxnSpPr>
          <p:nvPr/>
        </p:nvCxnSpPr>
        <p:spPr>
          <a:xfrm rot="5400000">
            <a:off x="3708987" y="2639017"/>
            <a:ext cx="2212980" cy="795746"/>
          </a:xfrm>
          <a:prstGeom prst="bentConnector3">
            <a:avLst>
              <a:gd name="adj1" fmla="val 50000"/>
            </a:avLst>
          </a:prstGeom>
          <a:ln w="12700">
            <a:prstDash val="sysDash"/>
            <a:headEnd type="diamond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8" name="직사각형 77"/>
          <p:cNvSpPr/>
          <p:nvPr/>
        </p:nvSpPr>
        <p:spPr>
          <a:xfrm>
            <a:off x="8120867" y="792937"/>
            <a:ext cx="876300" cy="234930"/>
          </a:xfrm>
          <a:prstGeom prst="rect">
            <a:avLst/>
          </a:prstGeom>
          <a:noFill/>
          <a:ln w="5715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5125" name="Picture 5"/>
          <p:cNvPicPr>
            <a:picLocks noChangeAspect="1" noChangeArrowheads="1"/>
          </p:cNvPicPr>
          <p:nvPr/>
        </p:nvPicPr>
        <p:blipFill>
          <a:blip r:embed="rId7"/>
          <a:srcRect/>
          <a:stretch>
            <a:fillRect/>
          </a:stretch>
        </p:blipFill>
        <p:spPr bwMode="auto">
          <a:xfrm>
            <a:off x="10452130" y="5072074"/>
            <a:ext cx="1571636" cy="7236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82" name="직사각형 81"/>
          <p:cNvSpPr/>
          <p:nvPr/>
        </p:nvSpPr>
        <p:spPr>
          <a:xfrm>
            <a:off x="9409135" y="5889664"/>
            <a:ext cx="422274" cy="234930"/>
          </a:xfrm>
          <a:prstGeom prst="rect">
            <a:avLst/>
          </a:prstGeom>
          <a:noFill/>
          <a:ln w="5715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83" name="꺾인 연결선 82"/>
          <p:cNvCxnSpPr/>
          <p:nvPr/>
        </p:nvCxnSpPr>
        <p:spPr>
          <a:xfrm rot="5400000">
            <a:off x="8282147" y="2637419"/>
            <a:ext cx="2212980" cy="795746"/>
          </a:xfrm>
          <a:prstGeom prst="bentConnector3">
            <a:avLst>
              <a:gd name="adj1" fmla="val 50000"/>
            </a:avLst>
          </a:prstGeom>
          <a:ln w="12700">
            <a:prstDash val="sysDash"/>
            <a:headEnd type="diamond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4" name="TextBox 83"/>
          <p:cNvSpPr txBox="1"/>
          <p:nvPr/>
        </p:nvSpPr>
        <p:spPr>
          <a:xfrm>
            <a:off x="8959870" y="3192462"/>
            <a:ext cx="3143272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 smtClean="0"/>
              <a:t>=&gt; </a:t>
            </a:r>
            <a:r>
              <a:rPr lang="ko-KR" altLang="en-US" sz="1400" dirty="0" smtClean="0"/>
              <a:t>학번을 입력하고 검색을 한 후에</a:t>
            </a:r>
            <a:endParaRPr lang="en-US" altLang="ko-KR" sz="1400" dirty="0" smtClean="0"/>
          </a:p>
          <a:p>
            <a:r>
              <a:rPr lang="ko-KR" altLang="en-US" sz="1400" dirty="0" smtClean="0"/>
              <a:t>    과목을 더블 클릭을 하게 되면</a:t>
            </a:r>
            <a:endParaRPr lang="en-US" altLang="ko-KR" sz="1400" dirty="0" smtClean="0"/>
          </a:p>
          <a:p>
            <a:r>
              <a:rPr lang="ko-KR" altLang="en-US" sz="1400" dirty="0" smtClean="0"/>
              <a:t>    신청 버튼이 활성화 되어 있는 것을</a:t>
            </a:r>
            <a:endParaRPr lang="en-US" altLang="ko-KR" sz="1400" dirty="0" smtClean="0"/>
          </a:p>
          <a:p>
            <a:r>
              <a:rPr lang="ko-KR" altLang="en-US" sz="1400" dirty="0" smtClean="0"/>
              <a:t>    확인할 수 있습니다</a:t>
            </a:r>
            <a:r>
              <a:rPr lang="en-US" altLang="ko-KR" sz="1400" dirty="0" smtClean="0"/>
              <a:t>.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10355292" y="4574254"/>
            <a:ext cx="192882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 smtClean="0"/>
              <a:t>=&gt; </a:t>
            </a:r>
            <a:r>
              <a:rPr lang="ko-KR" altLang="en-US" sz="1400" dirty="0" smtClean="0"/>
              <a:t>중복 신청은</a:t>
            </a:r>
            <a:endParaRPr lang="en-US" altLang="ko-KR" sz="1400" dirty="0" smtClean="0"/>
          </a:p>
          <a:p>
            <a:r>
              <a:rPr lang="en-US" altLang="ko-KR" sz="1400" dirty="0" smtClean="0"/>
              <a:t>     </a:t>
            </a:r>
            <a:r>
              <a:rPr lang="ko-KR" altLang="en-US" sz="1400" dirty="0" smtClean="0"/>
              <a:t>허용하지 않습니다</a:t>
            </a:r>
            <a:endParaRPr lang="ko-KR" altLang="en-US" sz="1400" dirty="0"/>
          </a:p>
        </p:txBody>
      </p:sp>
      <p:sp>
        <p:nvSpPr>
          <p:cNvPr id="66" name="TextBox 65"/>
          <p:cNvSpPr txBox="1"/>
          <p:nvPr/>
        </p:nvSpPr>
        <p:spPr>
          <a:xfrm>
            <a:off x="8809056" y="2764033"/>
            <a:ext cx="114300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 smtClean="0"/>
              <a:t>(</a:t>
            </a:r>
            <a:r>
              <a:rPr lang="ko-KR" altLang="en-US" sz="1400" dirty="0" smtClean="0"/>
              <a:t>더블 클릭</a:t>
            </a:r>
            <a:r>
              <a:rPr lang="en-US" altLang="ko-KR" sz="1400" dirty="0" smtClean="0"/>
              <a:t>)</a:t>
            </a:r>
            <a:endParaRPr lang="ko-KR" altLang="en-US" sz="1400" dirty="0"/>
          </a:p>
        </p:txBody>
      </p:sp>
    </p:spTree>
    <p:extLst>
      <p:ext uri="{BB962C8B-B14F-4D97-AF65-F5344CB8AC3E}">
        <p14:creationId xmlns:p14="http://schemas.microsoft.com/office/powerpoint/2010/main" xmlns="" val="1935223717"/>
      </p:ext>
    </p:extLst>
  </p:cSld>
  <p:clrMapOvr>
    <a:masterClrMapping/>
  </p:clrMapOvr>
  <p:transition spd="med">
    <p:fade/>
  </p:transition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6" name="그룹 75"/>
          <p:cNvGrpSpPr/>
          <p:nvPr/>
        </p:nvGrpSpPr>
        <p:grpSpPr>
          <a:xfrm>
            <a:off x="7666048" y="285728"/>
            <a:ext cx="4071966" cy="3000396"/>
            <a:chOff x="1951008" y="0"/>
            <a:chExt cx="4762500" cy="3214670"/>
          </a:xfrm>
        </p:grpSpPr>
        <p:pic>
          <p:nvPicPr>
            <p:cNvPr id="6148" name="Picture 4"/>
            <p:cNvPicPr>
              <a:picLocks noChangeAspect="1" noChangeArrowheads="1"/>
            </p:cNvPicPr>
            <p:nvPr/>
          </p:nvPicPr>
          <p:blipFill>
            <a:blip r:embed="rId3"/>
            <a:srcRect b="63750"/>
            <a:stretch>
              <a:fillRect/>
            </a:stretch>
          </p:blipFill>
          <p:spPr bwMode="auto">
            <a:xfrm>
              <a:off x="1951008" y="0"/>
              <a:ext cx="4762500" cy="207167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</p:pic>
        <p:pic>
          <p:nvPicPr>
            <p:cNvPr id="75" name="Picture 4"/>
            <p:cNvPicPr>
              <a:picLocks noChangeAspect="1" noChangeArrowheads="1"/>
            </p:cNvPicPr>
            <p:nvPr/>
          </p:nvPicPr>
          <p:blipFill>
            <a:blip r:embed="rId3"/>
            <a:srcRect t="80000"/>
            <a:stretch>
              <a:fillRect/>
            </a:stretch>
          </p:blipFill>
          <p:spPr bwMode="auto">
            <a:xfrm>
              <a:off x="1951008" y="2071678"/>
              <a:ext cx="4762500" cy="11429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</p:pic>
      </p:grpSp>
      <p:pic>
        <p:nvPicPr>
          <p:cNvPr id="6149" name="Picture 5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7666047" y="4143380"/>
            <a:ext cx="2647175" cy="207170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6147" name="Picture 3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3094015" y="4143380"/>
            <a:ext cx="2647175" cy="207170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grpSp>
        <p:nvGrpSpPr>
          <p:cNvPr id="74" name="그룹 73"/>
          <p:cNvGrpSpPr/>
          <p:nvPr/>
        </p:nvGrpSpPr>
        <p:grpSpPr>
          <a:xfrm>
            <a:off x="3094016" y="285728"/>
            <a:ext cx="4071966" cy="3000396"/>
            <a:chOff x="3094016" y="285728"/>
            <a:chExt cx="4762500" cy="3357546"/>
          </a:xfrm>
        </p:grpSpPr>
        <p:pic>
          <p:nvPicPr>
            <p:cNvPr id="6146" name="Picture 2"/>
            <p:cNvPicPr>
              <a:picLocks noChangeAspect="1" noChangeArrowheads="1"/>
            </p:cNvPicPr>
            <p:nvPr/>
          </p:nvPicPr>
          <p:blipFill>
            <a:blip r:embed="rId6"/>
            <a:srcRect b="60000"/>
            <a:stretch>
              <a:fillRect/>
            </a:stretch>
          </p:blipFill>
          <p:spPr bwMode="auto">
            <a:xfrm>
              <a:off x="3094016" y="285728"/>
              <a:ext cx="4762500" cy="228601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</p:pic>
        <p:pic>
          <p:nvPicPr>
            <p:cNvPr id="73" name="Picture 2"/>
            <p:cNvPicPr>
              <a:picLocks noChangeAspect="1" noChangeArrowheads="1"/>
            </p:cNvPicPr>
            <p:nvPr/>
          </p:nvPicPr>
          <p:blipFill>
            <a:blip r:embed="rId6"/>
            <a:srcRect t="81251"/>
            <a:stretch>
              <a:fillRect/>
            </a:stretch>
          </p:blipFill>
          <p:spPr bwMode="auto">
            <a:xfrm>
              <a:off x="3094016" y="2571744"/>
              <a:ext cx="4762500" cy="107153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</p:pic>
      </p:grpSp>
      <p:sp>
        <p:nvSpPr>
          <p:cNvPr id="68" name="직사각형 67"/>
          <p:cNvSpPr/>
          <p:nvPr/>
        </p:nvSpPr>
        <p:spPr>
          <a:xfrm>
            <a:off x="379372" y="428604"/>
            <a:ext cx="2286016" cy="785818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b="1" dirty="0" err="1" smtClean="0"/>
              <a:t>CourseFind</a:t>
            </a:r>
            <a:endParaRPr lang="en-US" altLang="ko-KR" b="1" dirty="0" smtClean="0"/>
          </a:p>
          <a:p>
            <a:pPr algn="ctr"/>
            <a:r>
              <a:rPr lang="en-US" altLang="ko-KR" b="1" dirty="0" smtClean="0"/>
              <a:t>&amp; </a:t>
            </a:r>
            <a:r>
              <a:rPr lang="en-US" altLang="ko-KR" b="1" dirty="0" err="1" smtClean="0"/>
              <a:t>CourseDelete</a:t>
            </a:r>
            <a:endParaRPr lang="ko-KR" altLang="en-US" b="1" dirty="0"/>
          </a:p>
        </p:txBody>
      </p:sp>
      <p:sp>
        <p:nvSpPr>
          <p:cNvPr id="69" name="직사각형 68"/>
          <p:cNvSpPr/>
          <p:nvPr/>
        </p:nvSpPr>
        <p:spPr>
          <a:xfrm>
            <a:off x="307934" y="357166"/>
            <a:ext cx="2428892" cy="928694"/>
          </a:xfrm>
          <a:prstGeom prst="rect">
            <a:avLst/>
          </a:prstGeom>
          <a:noFill/>
          <a:ln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b="1" dirty="0"/>
          </a:p>
        </p:txBody>
      </p:sp>
      <p:grpSp>
        <p:nvGrpSpPr>
          <p:cNvPr id="2" name="그룹 8"/>
          <p:cNvGrpSpPr/>
          <p:nvPr/>
        </p:nvGrpSpPr>
        <p:grpSpPr>
          <a:xfrm>
            <a:off x="11452262" y="6142964"/>
            <a:ext cx="736563" cy="715036"/>
            <a:chOff x="4228307" y="2232261"/>
            <a:chExt cx="4037011" cy="3919022"/>
          </a:xfrm>
        </p:grpSpPr>
        <p:grpSp>
          <p:nvGrpSpPr>
            <p:cNvPr id="3" name="그룹 50"/>
            <p:cNvGrpSpPr/>
            <p:nvPr/>
          </p:nvGrpSpPr>
          <p:grpSpPr>
            <a:xfrm>
              <a:off x="5500764" y="2232261"/>
              <a:ext cx="1504804" cy="1944083"/>
              <a:chOff x="5348364" y="2079861"/>
              <a:chExt cx="1504804" cy="1944083"/>
            </a:xfrm>
          </p:grpSpPr>
          <p:sp>
            <p:nvSpPr>
              <p:cNvPr id="36" name="Freeform 24"/>
              <p:cNvSpPr>
                <a:spLocks noEditPoints="1"/>
              </p:cNvSpPr>
              <p:nvPr/>
            </p:nvSpPr>
            <p:spPr bwMode="auto">
              <a:xfrm>
                <a:off x="5348364" y="2079861"/>
                <a:ext cx="1504804" cy="1944083"/>
              </a:xfrm>
              <a:custGeom>
                <a:avLst/>
                <a:gdLst>
                  <a:gd name="T0" fmla="*/ 679 w 1658"/>
                  <a:gd name="T1" fmla="*/ 110 h 2143"/>
                  <a:gd name="T2" fmla="*/ 476 w 1658"/>
                  <a:gd name="T3" fmla="*/ 189 h 2143"/>
                  <a:gd name="T4" fmla="*/ 310 w 1658"/>
                  <a:gd name="T5" fmla="*/ 324 h 2143"/>
                  <a:gd name="T6" fmla="*/ 193 w 1658"/>
                  <a:gd name="T7" fmla="*/ 503 h 2143"/>
                  <a:gd name="T8" fmla="*/ 134 w 1658"/>
                  <a:gd name="T9" fmla="*/ 717 h 2143"/>
                  <a:gd name="T10" fmla="*/ 146 w 1658"/>
                  <a:gd name="T11" fmla="*/ 942 h 2143"/>
                  <a:gd name="T12" fmla="*/ 225 w 1658"/>
                  <a:gd name="T13" fmla="*/ 1145 h 2143"/>
                  <a:gd name="T14" fmla="*/ 360 w 1658"/>
                  <a:gd name="T15" fmla="*/ 1311 h 2143"/>
                  <a:gd name="T16" fmla="*/ 541 w 1658"/>
                  <a:gd name="T17" fmla="*/ 1429 h 2143"/>
                  <a:gd name="T18" fmla="*/ 753 w 1658"/>
                  <a:gd name="T19" fmla="*/ 1487 h 2143"/>
                  <a:gd name="T20" fmla="*/ 979 w 1658"/>
                  <a:gd name="T21" fmla="*/ 1475 h 2143"/>
                  <a:gd name="T22" fmla="*/ 1182 w 1658"/>
                  <a:gd name="T23" fmla="*/ 1396 h 2143"/>
                  <a:gd name="T24" fmla="*/ 1348 w 1658"/>
                  <a:gd name="T25" fmla="*/ 1260 h 2143"/>
                  <a:gd name="T26" fmla="*/ 1465 w 1658"/>
                  <a:gd name="T27" fmla="*/ 1081 h 2143"/>
                  <a:gd name="T28" fmla="*/ 1525 w 1658"/>
                  <a:gd name="T29" fmla="*/ 869 h 2143"/>
                  <a:gd name="T30" fmla="*/ 1512 w 1658"/>
                  <a:gd name="T31" fmla="*/ 642 h 2143"/>
                  <a:gd name="T32" fmla="*/ 1433 w 1658"/>
                  <a:gd name="T33" fmla="*/ 440 h 2143"/>
                  <a:gd name="T34" fmla="*/ 1298 w 1658"/>
                  <a:gd name="T35" fmla="*/ 274 h 2143"/>
                  <a:gd name="T36" fmla="*/ 1117 w 1658"/>
                  <a:gd name="T37" fmla="*/ 155 h 2143"/>
                  <a:gd name="T38" fmla="*/ 905 w 1658"/>
                  <a:gd name="T39" fmla="*/ 97 h 2143"/>
                  <a:gd name="T40" fmla="*/ 913 w 1658"/>
                  <a:gd name="T41" fmla="*/ 4 h 2143"/>
                  <a:gd name="T42" fmla="*/ 1152 w 1658"/>
                  <a:gd name="T43" fmla="*/ 65 h 2143"/>
                  <a:gd name="T44" fmla="*/ 1356 w 1658"/>
                  <a:gd name="T45" fmla="*/ 189 h 2143"/>
                  <a:gd name="T46" fmla="*/ 1516 w 1658"/>
                  <a:gd name="T47" fmla="*/ 366 h 2143"/>
                  <a:gd name="T48" fmla="*/ 1620 w 1658"/>
                  <a:gd name="T49" fmla="*/ 583 h 2143"/>
                  <a:gd name="T50" fmla="*/ 1658 w 1658"/>
                  <a:gd name="T51" fmla="*/ 828 h 2143"/>
                  <a:gd name="T52" fmla="*/ 1637 w 1658"/>
                  <a:gd name="T53" fmla="*/ 971 h 2143"/>
                  <a:gd name="T54" fmla="*/ 1577 w 1658"/>
                  <a:gd name="T55" fmla="*/ 1131 h 2143"/>
                  <a:gd name="T56" fmla="*/ 1489 w 1658"/>
                  <a:gd name="T57" fmla="*/ 1298 h 2143"/>
                  <a:gd name="T58" fmla="*/ 1382 w 1658"/>
                  <a:gd name="T59" fmla="*/ 1468 h 2143"/>
                  <a:gd name="T60" fmla="*/ 1264 w 1658"/>
                  <a:gd name="T61" fmla="*/ 1631 h 2143"/>
                  <a:gd name="T62" fmla="*/ 1144 w 1658"/>
                  <a:gd name="T63" fmla="*/ 1785 h 2143"/>
                  <a:gd name="T64" fmla="*/ 1032 w 1658"/>
                  <a:gd name="T65" fmla="*/ 1918 h 2143"/>
                  <a:gd name="T66" fmla="*/ 936 w 1658"/>
                  <a:gd name="T67" fmla="*/ 2027 h 2143"/>
                  <a:gd name="T68" fmla="*/ 868 w 1658"/>
                  <a:gd name="T69" fmla="*/ 2103 h 2143"/>
                  <a:gd name="T70" fmla="*/ 831 w 1658"/>
                  <a:gd name="T71" fmla="*/ 2141 h 2143"/>
                  <a:gd name="T72" fmla="*/ 819 w 1658"/>
                  <a:gd name="T73" fmla="*/ 2133 h 2143"/>
                  <a:gd name="T74" fmla="*/ 772 w 1658"/>
                  <a:gd name="T75" fmla="*/ 2081 h 2143"/>
                  <a:gd name="T76" fmla="*/ 692 w 1658"/>
                  <a:gd name="T77" fmla="*/ 1994 h 2143"/>
                  <a:gd name="T78" fmla="*/ 590 w 1658"/>
                  <a:gd name="T79" fmla="*/ 1876 h 2143"/>
                  <a:gd name="T80" fmla="*/ 475 w 1658"/>
                  <a:gd name="T81" fmla="*/ 1735 h 2143"/>
                  <a:gd name="T82" fmla="*/ 355 w 1658"/>
                  <a:gd name="T83" fmla="*/ 1577 h 2143"/>
                  <a:gd name="T84" fmla="*/ 239 w 1658"/>
                  <a:gd name="T85" fmla="*/ 1411 h 2143"/>
                  <a:gd name="T86" fmla="*/ 138 w 1658"/>
                  <a:gd name="T87" fmla="*/ 1241 h 2143"/>
                  <a:gd name="T88" fmla="*/ 58 w 1658"/>
                  <a:gd name="T89" fmla="*/ 1077 h 2143"/>
                  <a:gd name="T90" fmla="*/ 9 w 1658"/>
                  <a:gd name="T91" fmla="*/ 923 h 2143"/>
                  <a:gd name="T92" fmla="*/ 4 w 1658"/>
                  <a:gd name="T93" fmla="*/ 745 h 2143"/>
                  <a:gd name="T94" fmla="*/ 65 w 1658"/>
                  <a:gd name="T95" fmla="*/ 506 h 2143"/>
                  <a:gd name="T96" fmla="*/ 189 w 1658"/>
                  <a:gd name="T97" fmla="*/ 302 h 2143"/>
                  <a:gd name="T98" fmla="*/ 366 w 1658"/>
                  <a:gd name="T99" fmla="*/ 142 h 2143"/>
                  <a:gd name="T100" fmla="*/ 583 w 1658"/>
                  <a:gd name="T101" fmla="*/ 38 h 2143"/>
                  <a:gd name="T102" fmla="*/ 828 w 1658"/>
                  <a:gd name="T103" fmla="*/ 0 h 21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</a:cxnLst>
                <a:rect l="0" t="0" r="r" b="b"/>
                <a:pathLst>
                  <a:path w="1658" h="2143">
                    <a:moveTo>
                      <a:pt x="828" y="93"/>
                    </a:moveTo>
                    <a:lnTo>
                      <a:pt x="753" y="97"/>
                    </a:lnTo>
                    <a:lnTo>
                      <a:pt x="679" y="110"/>
                    </a:lnTo>
                    <a:lnTo>
                      <a:pt x="608" y="130"/>
                    </a:lnTo>
                    <a:lnTo>
                      <a:pt x="541" y="155"/>
                    </a:lnTo>
                    <a:lnTo>
                      <a:pt x="476" y="189"/>
                    </a:lnTo>
                    <a:lnTo>
                      <a:pt x="417" y="228"/>
                    </a:lnTo>
                    <a:lnTo>
                      <a:pt x="360" y="274"/>
                    </a:lnTo>
                    <a:lnTo>
                      <a:pt x="310" y="324"/>
                    </a:lnTo>
                    <a:lnTo>
                      <a:pt x="264" y="379"/>
                    </a:lnTo>
                    <a:lnTo>
                      <a:pt x="225" y="440"/>
                    </a:lnTo>
                    <a:lnTo>
                      <a:pt x="193" y="503"/>
                    </a:lnTo>
                    <a:lnTo>
                      <a:pt x="166" y="572"/>
                    </a:lnTo>
                    <a:lnTo>
                      <a:pt x="146" y="642"/>
                    </a:lnTo>
                    <a:lnTo>
                      <a:pt x="134" y="717"/>
                    </a:lnTo>
                    <a:lnTo>
                      <a:pt x="130" y="792"/>
                    </a:lnTo>
                    <a:lnTo>
                      <a:pt x="134" y="869"/>
                    </a:lnTo>
                    <a:lnTo>
                      <a:pt x="146" y="942"/>
                    </a:lnTo>
                    <a:lnTo>
                      <a:pt x="166" y="1013"/>
                    </a:lnTo>
                    <a:lnTo>
                      <a:pt x="193" y="1081"/>
                    </a:lnTo>
                    <a:lnTo>
                      <a:pt x="225" y="1145"/>
                    </a:lnTo>
                    <a:lnTo>
                      <a:pt x="264" y="1205"/>
                    </a:lnTo>
                    <a:lnTo>
                      <a:pt x="310" y="1260"/>
                    </a:lnTo>
                    <a:lnTo>
                      <a:pt x="360" y="1311"/>
                    </a:lnTo>
                    <a:lnTo>
                      <a:pt x="417" y="1356"/>
                    </a:lnTo>
                    <a:lnTo>
                      <a:pt x="476" y="1396"/>
                    </a:lnTo>
                    <a:lnTo>
                      <a:pt x="541" y="1429"/>
                    </a:lnTo>
                    <a:lnTo>
                      <a:pt x="608" y="1456"/>
                    </a:lnTo>
                    <a:lnTo>
                      <a:pt x="679" y="1475"/>
                    </a:lnTo>
                    <a:lnTo>
                      <a:pt x="753" y="1487"/>
                    </a:lnTo>
                    <a:lnTo>
                      <a:pt x="828" y="1491"/>
                    </a:lnTo>
                    <a:lnTo>
                      <a:pt x="905" y="1487"/>
                    </a:lnTo>
                    <a:lnTo>
                      <a:pt x="979" y="1475"/>
                    </a:lnTo>
                    <a:lnTo>
                      <a:pt x="1050" y="1456"/>
                    </a:lnTo>
                    <a:lnTo>
                      <a:pt x="1117" y="1429"/>
                    </a:lnTo>
                    <a:lnTo>
                      <a:pt x="1182" y="1396"/>
                    </a:lnTo>
                    <a:lnTo>
                      <a:pt x="1241" y="1356"/>
                    </a:lnTo>
                    <a:lnTo>
                      <a:pt x="1298" y="1311"/>
                    </a:lnTo>
                    <a:lnTo>
                      <a:pt x="1348" y="1260"/>
                    </a:lnTo>
                    <a:lnTo>
                      <a:pt x="1394" y="1205"/>
                    </a:lnTo>
                    <a:lnTo>
                      <a:pt x="1433" y="1145"/>
                    </a:lnTo>
                    <a:lnTo>
                      <a:pt x="1465" y="1081"/>
                    </a:lnTo>
                    <a:lnTo>
                      <a:pt x="1492" y="1013"/>
                    </a:lnTo>
                    <a:lnTo>
                      <a:pt x="1512" y="942"/>
                    </a:lnTo>
                    <a:lnTo>
                      <a:pt x="1525" y="869"/>
                    </a:lnTo>
                    <a:lnTo>
                      <a:pt x="1529" y="792"/>
                    </a:lnTo>
                    <a:lnTo>
                      <a:pt x="1525" y="717"/>
                    </a:lnTo>
                    <a:lnTo>
                      <a:pt x="1512" y="642"/>
                    </a:lnTo>
                    <a:lnTo>
                      <a:pt x="1492" y="572"/>
                    </a:lnTo>
                    <a:lnTo>
                      <a:pt x="1465" y="503"/>
                    </a:lnTo>
                    <a:lnTo>
                      <a:pt x="1433" y="440"/>
                    </a:lnTo>
                    <a:lnTo>
                      <a:pt x="1394" y="379"/>
                    </a:lnTo>
                    <a:lnTo>
                      <a:pt x="1348" y="324"/>
                    </a:lnTo>
                    <a:lnTo>
                      <a:pt x="1298" y="274"/>
                    </a:lnTo>
                    <a:lnTo>
                      <a:pt x="1241" y="228"/>
                    </a:lnTo>
                    <a:lnTo>
                      <a:pt x="1182" y="189"/>
                    </a:lnTo>
                    <a:lnTo>
                      <a:pt x="1117" y="155"/>
                    </a:lnTo>
                    <a:lnTo>
                      <a:pt x="1050" y="130"/>
                    </a:lnTo>
                    <a:lnTo>
                      <a:pt x="979" y="110"/>
                    </a:lnTo>
                    <a:lnTo>
                      <a:pt x="905" y="97"/>
                    </a:lnTo>
                    <a:lnTo>
                      <a:pt x="828" y="93"/>
                    </a:lnTo>
                    <a:close/>
                    <a:moveTo>
                      <a:pt x="828" y="0"/>
                    </a:moveTo>
                    <a:lnTo>
                      <a:pt x="913" y="4"/>
                    </a:lnTo>
                    <a:lnTo>
                      <a:pt x="996" y="18"/>
                    </a:lnTo>
                    <a:lnTo>
                      <a:pt x="1075" y="38"/>
                    </a:lnTo>
                    <a:lnTo>
                      <a:pt x="1152" y="65"/>
                    </a:lnTo>
                    <a:lnTo>
                      <a:pt x="1224" y="100"/>
                    </a:lnTo>
                    <a:lnTo>
                      <a:pt x="1292" y="142"/>
                    </a:lnTo>
                    <a:lnTo>
                      <a:pt x="1356" y="189"/>
                    </a:lnTo>
                    <a:lnTo>
                      <a:pt x="1415" y="243"/>
                    </a:lnTo>
                    <a:lnTo>
                      <a:pt x="1469" y="302"/>
                    </a:lnTo>
                    <a:lnTo>
                      <a:pt x="1516" y="366"/>
                    </a:lnTo>
                    <a:lnTo>
                      <a:pt x="1558" y="435"/>
                    </a:lnTo>
                    <a:lnTo>
                      <a:pt x="1593" y="506"/>
                    </a:lnTo>
                    <a:lnTo>
                      <a:pt x="1620" y="583"/>
                    </a:lnTo>
                    <a:lnTo>
                      <a:pt x="1641" y="663"/>
                    </a:lnTo>
                    <a:lnTo>
                      <a:pt x="1654" y="745"/>
                    </a:lnTo>
                    <a:lnTo>
                      <a:pt x="1658" y="828"/>
                    </a:lnTo>
                    <a:lnTo>
                      <a:pt x="1655" y="874"/>
                    </a:lnTo>
                    <a:lnTo>
                      <a:pt x="1649" y="923"/>
                    </a:lnTo>
                    <a:lnTo>
                      <a:pt x="1637" y="971"/>
                    </a:lnTo>
                    <a:lnTo>
                      <a:pt x="1620" y="1024"/>
                    </a:lnTo>
                    <a:lnTo>
                      <a:pt x="1600" y="1077"/>
                    </a:lnTo>
                    <a:lnTo>
                      <a:pt x="1577" y="1131"/>
                    </a:lnTo>
                    <a:lnTo>
                      <a:pt x="1550" y="1186"/>
                    </a:lnTo>
                    <a:lnTo>
                      <a:pt x="1520" y="1241"/>
                    </a:lnTo>
                    <a:lnTo>
                      <a:pt x="1489" y="1298"/>
                    </a:lnTo>
                    <a:lnTo>
                      <a:pt x="1454" y="1354"/>
                    </a:lnTo>
                    <a:lnTo>
                      <a:pt x="1419" y="1411"/>
                    </a:lnTo>
                    <a:lnTo>
                      <a:pt x="1382" y="1468"/>
                    </a:lnTo>
                    <a:lnTo>
                      <a:pt x="1342" y="1523"/>
                    </a:lnTo>
                    <a:lnTo>
                      <a:pt x="1303" y="1577"/>
                    </a:lnTo>
                    <a:lnTo>
                      <a:pt x="1264" y="1631"/>
                    </a:lnTo>
                    <a:lnTo>
                      <a:pt x="1224" y="1684"/>
                    </a:lnTo>
                    <a:lnTo>
                      <a:pt x="1183" y="1735"/>
                    </a:lnTo>
                    <a:lnTo>
                      <a:pt x="1144" y="1785"/>
                    </a:lnTo>
                    <a:lnTo>
                      <a:pt x="1105" y="1831"/>
                    </a:lnTo>
                    <a:lnTo>
                      <a:pt x="1069" y="1876"/>
                    </a:lnTo>
                    <a:lnTo>
                      <a:pt x="1032" y="1918"/>
                    </a:lnTo>
                    <a:lnTo>
                      <a:pt x="998" y="1957"/>
                    </a:lnTo>
                    <a:lnTo>
                      <a:pt x="966" y="1994"/>
                    </a:lnTo>
                    <a:lnTo>
                      <a:pt x="936" y="2027"/>
                    </a:lnTo>
                    <a:lnTo>
                      <a:pt x="911" y="2056"/>
                    </a:lnTo>
                    <a:lnTo>
                      <a:pt x="886" y="2081"/>
                    </a:lnTo>
                    <a:lnTo>
                      <a:pt x="868" y="2103"/>
                    </a:lnTo>
                    <a:lnTo>
                      <a:pt x="851" y="2121"/>
                    </a:lnTo>
                    <a:lnTo>
                      <a:pt x="839" y="2133"/>
                    </a:lnTo>
                    <a:lnTo>
                      <a:pt x="831" y="2141"/>
                    </a:lnTo>
                    <a:lnTo>
                      <a:pt x="828" y="2143"/>
                    </a:lnTo>
                    <a:lnTo>
                      <a:pt x="827" y="2141"/>
                    </a:lnTo>
                    <a:lnTo>
                      <a:pt x="819" y="2133"/>
                    </a:lnTo>
                    <a:lnTo>
                      <a:pt x="807" y="2121"/>
                    </a:lnTo>
                    <a:lnTo>
                      <a:pt x="791" y="2103"/>
                    </a:lnTo>
                    <a:lnTo>
                      <a:pt x="772" y="2081"/>
                    </a:lnTo>
                    <a:lnTo>
                      <a:pt x="747" y="2056"/>
                    </a:lnTo>
                    <a:lnTo>
                      <a:pt x="722" y="2027"/>
                    </a:lnTo>
                    <a:lnTo>
                      <a:pt x="692" y="1994"/>
                    </a:lnTo>
                    <a:lnTo>
                      <a:pt x="660" y="1957"/>
                    </a:lnTo>
                    <a:lnTo>
                      <a:pt x="626" y="1918"/>
                    </a:lnTo>
                    <a:lnTo>
                      <a:pt x="590" y="1876"/>
                    </a:lnTo>
                    <a:lnTo>
                      <a:pt x="553" y="1831"/>
                    </a:lnTo>
                    <a:lnTo>
                      <a:pt x="514" y="1785"/>
                    </a:lnTo>
                    <a:lnTo>
                      <a:pt x="475" y="1735"/>
                    </a:lnTo>
                    <a:lnTo>
                      <a:pt x="434" y="1684"/>
                    </a:lnTo>
                    <a:lnTo>
                      <a:pt x="394" y="1631"/>
                    </a:lnTo>
                    <a:lnTo>
                      <a:pt x="355" y="1577"/>
                    </a:lnTo>
                    <a:lnTo>
                      <a:pt x="316" y="1523"/>
                    </a:lnTo>
                    <a:lnTo>
                      <a:pt x="277" y="1468"/>
                    </a:lnTo>
                    <a:lnTo>
                      <a:pt x="239" y="1411"/>
                    </a:lnTo>
                    <a:lnTo>
                      <a:pt x="204" y="1354"/>
                    </a:lnTo>
                    <a:lnTo>
                      <a:pt x="169" y="1298"/>
                    </a:lnTo>
                    <a:lnTo>
                      <a:pt x="138" y="1241"/>
                    </a:lnTo>
                    <a:lnTo>
                      <a:pt x="108" y="1186"/>
                    </a:lnTo>
                    <a:lnTo>
                      <a:pt x="81" y="1131"/>
                    </a:lnTo>
                    <a:lnTo>
                      <a:pt x="58" y="1077"/>
                    </a:lnTo>
                    <a:lnTo>
                      <a:pt x="38" y="1024"/>
                    </a:lnTo>
                    <a:lnTo>
                      <a:pt x="22" y="971"/>
                    </a:lnTo>
                    <a:lnTo>
                      <a:pt x="9" y="923"/>
                    </a:lnTo>
                    <a:lnTo>
                      <a:pt x="3" y="874"/>
                    </a:lnTo>
                    <a:lnTo>
                      <a:pt x="0" y="828"/>
                    </a:lnTo>
                    <a:lnTo>
                      <a:pt x="4" y="745"/>
                    </a:lnTo>
                    <a:lnTo>
                      <a:pt x="18" y="663"/>
                    </a:lnTo>
                    <a:lnTo>
                      <a:pt x="38" y="583"/>
                    </a:lnTo>
                    <a:lnTo>
                      <a:pt x="65" y="506"/>
                    </a:lnTo>
                    <a:lnTo>
                      <a:pt x="100" y="435"/>
                    </a:lnTo>
                    <a:lnTo>
                      <a:pt x="142" y="366"/>
                    </a:lnTo>
                    <a:lnTo>
                      <a:pt x="189" y="302"/>
                    </a:lnTo>
                    <a:lnTo>
                      <a:pt x="243" y="243"/>
                    </a:lnTo>
                    <a:lnTo>
                      <a:pt x="302" y="189"/>
                    </a:lnTo>
                    <a:lnTo>
                      <a:pt x="366" y="142"/>
                    </a:lnTo>
                    <a:lnTo>
                      <a:pt x="434" y="100"/>
                    </a:lnTo>
                    <a:lnTo>
                      <a:pt x="506" y="65"/>
                    </a:lnTo>
                    <a:lnTo>
                      <a:pt x="583" y="38"/>
                    </a:lnTo>
                    <a:lnTo>
                      <a:pt x="662" y="18"/>
                    </a:lnTo>
                    <a:lnTo>
                      <a:pt x="745" y="4"/>
                    </a:lnTo>
                    <a:lnTo>
                      <a:pt x="828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grpSp>
            <p:nvGrpSpPr>
              <p:cNvPr id="4" name="Group 76"/>
              <p:cNvGrpSpPr/>
              <p:nvPr/>
            </p:nvGrpSpPr>
            <p:grpSpPr>
              <a:xfrm>
                <a:off x="5767211" y="2423034"/>
                <a:ext cx="650753" cy="714990"/>
                <a:chOff x="2171700" y="1574800"/>
                <a:chExt cx="739776" cy="812800"/>
              </a:xfrm>
              <a:solidFill>
                <a:schemeClr val="accent1"/>
              </a:solidFill>
            </p:grpSpPr>
            <p:sp>
              <p:nvSpPr>
                <p:cNvPr id="38" name="Freeform 33"/>
                <p:cNvSpPr>
                  <a:spLocks noEditPoints="1"/>
                </p:cNvSpPr>
                <p:nvPr/>
              </p:nvSpPr>
              <p:spPr bwMode="auto">
                <a:xfrm>
                  <a:off x="2292350" y="1700213"/>
                  <a:ext cx="498475" cy="687387"/>
                </a:xfrm>
                <a:custGeom>
                  <a:avLst/>
                  <a:gdLst>
                    <a:gd name="T0" fmla="*/ 813 w 2197"/>
                    <a:gd name="T1" fmla="*/ 324 h 3032"/>
                    <a:gd name="T2" fmla="*/ 519 w 2197"/>
                    <a:gd name="T3" fmla="*/ 505 h 3032"/>
                    <a:gd name="T4" fmla="*/ 329 w 2197"/>
                    <a:gd name="T5" fmla="*/ 783 h 3032"/>
                    <a:gd name="T6" fmla="*/ 281 w 2197"/>
                    <a:gd name="T7" fmla="*/ 1120 h 3032"/>
                    <a:gd name="T8" fmla="*/ 340 w 2197"/>
                    <a:gd name="T9" fmla="*/ 1390 h 3032"/>
                    <a:gd name="T10" fmla="*/ 449 w 2197"/>
                    <a:gd name="T11" fmla="*/ 1594 h 3032"/>
                    <a:gd name="T12" fmla="*/ 575 w 2197"/>
                    <a:gd name="T13" fmla="*/ 1783 h 3032"/>
                    <a:gd name="T14" fmla="*/ 653 w 2197"/>
                    <a:gd name="T15" fmla="*/ 1996 h 3032"/>
                    <a:gd name="T16" fmla="*/ 700 w 2197"/>
                    <a:gd name="T17" fmla="*/ 2142 h 3032"/>
                    <a:gd name="T18" fmla="*/ 1457 w 2197"/>
                    <a:gd name="T19" fmla="*/ 2178 h 3032"/>
                    <a:gd name="T20" fmla="*/ 1539 w 2197"/>
                    <a:gd name="T21" fmla="*/ 2071 h 3032"/>
                    <a:gd name="T22" fmla="*/ 1581 w 2197"/>
                    <a:gd name="T23" fmla="*/ 1864 h 3032"/>
                    <a:gd name="T24" fmla="*/ 1700 w 2197"/>
                    <a:gd name="T25" fmla="*/ 1666 h 3032"/>
                    <a:gd name="T26" fmla="*/ 1817 w 2197"/>
                    <a:gd name="T27" fmla="*/ 1478 h 3032"/>
                    <a:gd name="T28" fmla="*/ 1902 w 2197"/>
                    <a:gd name="T29" fmla="*/ 1238 h 3032"/>
                    <a:gd name="T30" fmla="*/ 1907 w 2197"/>
                    <a:gd name="T31" fmla="*/ 915 h 3032"/>
                    <a:gd name="T32" fmla="*/ 1769 w 2197"/>
                    <a:gd name="T33" fmla="*/ 606 h 3032"/>
                    <a:gd name="T34" fmla="*/ 1513 w 2197"/>
                    <a:gd name="T35" fmla="*/ 382 h 3032"/>
                    <a:gd name="T36" fmla="*/ 1174 w 2197"/>
                    <a:gd name="T37" fmla="*/ 279 h 3032"/>
                    <a:gd name="T38" fmla="*/ 1362 w 2197"/>
                    <a:gd name="T39" fmla="*/ 32 h 3032"/>
                    <a:gd name="T40" fmla="*/ 1747 w 2197"/>
                    <a:gd name="T41" fmla="*/ 204 h 3032"/>
                    <a:gd name="T42" fmla="*/ 2033 w 2197"/>
                    <a:gd name="T43" fmla="*/ 499 h 3032"/>
                    <a:gd name="T44" fmla="*/ 2182 w 2197"/>
                    <a:gd name="T45" fmla="*/ 883 h 3032"/>
                    <a:gd name="T46" fmla="*/ 2180 w 2197"/>
                    <a:gd name="T47" fmla="*/ 1263 h 3032"/>
                    <a:gd name="T48" fmla="*/ 2095 w 2197"/>
                    <a:gd name="T49" fmla="*/ 1542 h 3032"/>
                    <a:gd name="T50" fmla="*/ 1977 w 2197"/>
                    <a:gd name="T51" fmla="*/ 1752 h 3032"/>
                    <a:gd name="T52" fmla="*/ 1857 w 2197"/>
                    <a:gd name="T53" fmla="*/ 1933 h 3032"/>
                    <a:gd name="T54" fmla="*/ 1816 w 2197"/>
                    <a:gd name="T55" fmla="*/ 2095 h 3032"/>
                    <a:gd name="T56" fmla="*/ 1702 w 2197"/>
                    <a:gd name="T57" fmla="*/ 2328 h 3032"/>
                    <a:gd name="T58" fmla="*/ 1611 w 2197"/>
                    <a:gd name="T59" fmla="*/ 2485 h 3032"/>
                    <a:gd name="T60" fmla="*/ 1603 w 2197"/>
                    <a:gd name="T61" fmla="*/ 2631 h 3032"/>
                    <a:gd name="T62" fmla="*/ 1599 w 2197"/>
                    <a:gd name="T63" fmla="*/ 2699 h 3032"/>
                    <a:gd name="T64" fmla="*/ 1566 w 2197"/>
                    <a:gd name="T65" fmla="*/ 2789 h 3032"/>
                    <a:gd name="T66" fmla="*/ 1452 w 2197"/>
                    <a:gd name="T67" fmla="*/ 2888 h 3032"/>
                    <a:gd name="T68" fmla="*/ 1283 w 2197"/>
                    <a:gd name="T69" fmla="*/ 3010 h 3032"/>
                    <a:gd name="T70" fmla="*/ 965 w 2197"/>
                    <a:gd name="T71" fmla="*/ 3030 h 3032"/>
                    <a:gd name="T72" fmla="*/ 825 w 2197"/>
                    <a:gd name="T73" fmla="*/ 2922 h 3032"/>
                    <a:gd name="T74" fmla="*/ 657 w 2197"/>
                    <a:gd name="T75" fmla="*/ 2823 h 3032"/>
                    <a:gd name="T76" fmla="*/ 602 w 2197"/>
                    <a:gd name="T77" fmla="*/ 2718 h 3032"/>
                    <a:gd name="T78" fmla="*/ 597 w 2197"/>
                    <a:gd name="T79" fmla="*/ 2671 h 3032"/>
                    <a:gd name="T80" fmla="*/ 590 w 2197"/>
                    <a:gd name="T81" fmla="*/ 2546 h 3032"/>
                    <a:gd name="T82" fmla="*/ 582 w 2197"/>
                    <a:gd name="T83" fmla="*/ 2406 h 3032"/>
                    <a:gd name="T84" fmla="*/ 408 w 2197"/>
                    <a:gd name="T85" fmla="*/ 2193 h 3032"/>
                    <a:gd name="T86" fmla="*/ 368 w 2197"/>
                    <a:gd name="T87" fmla="*/ 1991 h 3032"/>
                    <a:gd name="T88" fmla="*/ 268 w 2197"/>
                    <a:gd name="T89" fmla="*/ 1821 h 3032"/>
                    <a:gd name="T90" fmla="*/ 149 w 2197"/>
                    <a:gd name="T91" fmla="*/ 1633 h 3032"/>
                    <a:gd name="T92" fmla="*/ 45 w 2197"/>
                    <a:gd name="T93" fmla="*/ 1384 h 3032"/>
                    <a:gd name="T94" fmla="*/ 0 w 2197"/>
                    <a:gd name="T95" fmla="*/ 1054 h 3032"/>
                    <a:gd name="T96" fmla="*/ 87 w 2197"/>
                    <a:gd name="T97" fmla="*/ 644 h 3032"/>
                    <a:gd name="T98" fmla="*/ 323 w 2197"/>
                    <a:gd name="T99" fmla="*/ 310 h 3032"/>
                    <a:gd name="T100" fmla="*/ 672 w 2197"/>
                    <a:gd name="T101" fmla="*/ 83 h 3032"/>
                    <a:gd name="T102" fmla="*/ 1099 w 2197"/>
                    <a:gd name="T103" fmla="*/ 0 h 303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</a:cxnLst>
                  <a:rect l="0" t="0" r="r" b="b"/>
                  <a:pathLst>
                    <a:path w="2197" h="3032">
                      <a:moveTo>
                        <a:pt x="1099" y="276"/>
                      </a:moveTo>
                      <a:lnTo>
                        <a:pt x="1024" y="279"/>
                      </a:lnTo>
                      <a:lnTo>
                        <a:pt x="951" y="288"/>
                      </a:lnTo>
                      <a:lnTo>
                        <a:pt x="881" y="304"/>
                      </a:lnTo>
                      <a:lnTo>
                        <a:pt x="813" y="324"/>
                      </a:lnTo>
                      <a:lnTo>
                        <a:pt x="747" y="352"/>
                      </a:lnTo>
                      <a:lnTo>
                        <a:pt x="685" y="383"/>
                      </a:lnTo>
                      <a:lnTo>
                        <a:pt x="626" y="419"/>
                      </a:lnTo>
                      <a:lnTo>
                        <a:pt x="571" y="460"/>
                      </a:lnTo>
                      <a:lnTo>
                        <a:pt x="519" y="505"/>
                      </a:lnTo>
                      <a:lnTo>
                        <a:pt x="471" y="553"/>
                      </a:lnTo>
                      <a:lnTo>
                        <a:pt x="429" y="606"/>
                      </a:lnTo>
                      <a:lnTo>
                        <a:pt x="391" y="662"/>
                      </a:lnTo>
                      <a:lnTo>
                        <a:pt x="358" y="721"/>
                      </a:lnTo>
                      <a:lnTo>
                        <a:pt x="329" y="783"/>
                      </a:lnTo>
                      <a:lnTo>
                        <a:pt x="308" y="848"/>
                      </a:lnTo>
                      <a:lnTo>
                        <a:pt x="292" y="915"/>
                      </a:lnTo>
                      <a:lnTo>
                        <a:pt x="282" y="983"/>
                      </a:lnTo>
                      <a:lnTo>
                        <a:pt x="278" y="1054"/>
                      </a:lnTo>
                      <a:lnTo>
                        <a:pt x="281" y="1120"/>
                      </a:lnTo>
                      <a:lnTo>
                        <a:pt x="286" y="1181"/>
                      </a:lnTo>
                      <a:lnTo>
                        <a:pt x="295" y="1238"/>
                      </a:lnTo>
                      <a:lnTo>
                        <a:pt x="308" y="1292"/>
                      </a:lnTo>
                      <a:lnTo>
                        <a:pt x="323" y="1343"/>
                      </a:lnTo>
                      <a:lnTo>
                        <a:pt x="340" y="1390"/>
                      </a:lnTo>
                      <a:lnTo>
                        <a:pt x="359" y="1435"/>
                      </a:lnTo>
                      <a:lnTo>
                        <a:pt x="380" y="1478"/>
                      </a:lnTo>
                      <a:lnTo>
                        <a:pt x="402" y="1518"/>
                      </a:lnTo>
                      <a:lnTo>
                        <a:pt x="426" y="1557"/>
                      </a:lnTo>
                      <a:lnTo>
                        <a:pt x="449" y="1594"/>
                      </a:lnTo>
                      <a:lnTo>
                        <a:pt x="474" y="1630"/>
                      </a:lnTo>
                      <a:lnTo>
                        <a:pt x="496" y="1665"/>
                      </a:lnTo>
                      <a:lnTo>
                        <a:pt x="523" y="1704"/>
                      </a:lnTo>
                      <a:lnTo>
                        <a:pt x="550" y="1744"/>
                      </a:lnTo>
                      <a:lnTo>
                        <a:pt x="575" y="1783"/>
                      </a:lnTo>
                      <a:lnTo>
                        <a:pt x="597" y="1823"/>
                      </a:lnTo>
                      <a:lnTo>
                        <a:pt x="617" y="1864"/>
                      </a:lnTo>
                      <a:lnTo>
                        <a:pt x="632" y="1906"/>
                      </a:lnTo>
                      <a:lnTo>
                        <a:pt x="645" y="1950"/>
                      </a:lnTo>
                      <a:lnTo>
                        <a:pt x="653" y="1996"/>
                      </a:lnTo>
                      <a:lnTo>
                        <a:pt x="655" y="2044"/>
                      </a:lnTo>
                      <a:lnTo>
                        <a:pt x="658" y="2071"/>
                      </a:lnTo>
                      <a:lnTo>
                        <a:pt x="669" y="2097"/>
                      </a:lnTo>
                      <a:lnTo>
                        <a:pt x="682" y="2121"/>
                      </a:lnTo>
                      <a:lnTo>
                        <a:pt x="700" y="2142"/>
                      </a:lnTo>
                      <a:lnTo>
                        <a:pt x="720" y="2162"/>
                      </a:lnTo>
                      <a:lnTo>
                        <a:pt x="740" y="2178"/>
                      </a:lnTo>
                      <a:lnTo>
                        <a:pt x="759" y="2193"/>
                      </a:lnTo>
                      <a:lnTo>
                        <a:pt x="1438" y="2193"/>
                      </a:lnTo>
                      <a:lnTo>
                        <a:pt x="1457" y="2178"/>
                      </a:lnTo>
                      <a:lnTo>
                        <a:pt x="1478" y="2162"/>
                      </a:lnTo>
                      <a:lnTo>
                        <a:pt x="1498" y="2142"/>
                      </a:lnTo>
                      <a:lnTo>
                        <a:pt x="1515" y="2121"/>
                      </a:lnTo>
                      <a:lnTo>
                        <a:pt x="1529" y="2097"/>
                      </a:lnTo>
                      <a:lnTo>
                        <a:pt x="1539" y="2071"/>
                      </a:lnTo>
                      <a:lnTo>
                        <a:pt x="1542" y="2044"/>
                      </a:lnTo>
                      <a:lnTo>
                        <a:pt x="1545" y="1996"/>
                      </a:lnTo>
                      <a:lnTo>
                        <a:pt x="1553" y="1950"/>
                      </a:lnTo>
                      <a:lnTo>
                        <a:pt x="1565" y="1906"/>
                      </a:lnTo>
                      <a:lnTo>
                        <a:pt x="1581" y="1864"/>
                      </a:lnTo>
                      <a:lnTo>
                        <a:pt x="1600" y="1824"/>
                      </a:lnTo>
                      <a:lnTo>
                        <a:pt x="1623" y="1783"/>
                      </a:lnTo>
                      <a:lnTo>
                        <a:pt x="1647" y="1744"/>
                      </a:lnTo>
                      <a:lnTo>
                        <a:pt x="1673" y="1705"/>
                      </a:lnTo>
                      <a:lnTo>
                        <a:pt x="1700" y="1666"/>
                      </a:lnTo>
                      <a:lnTo>
                        <a:pt x="1724" y="1631"/>
                      </a:lnTo>
                      <a:lnTo>
                        <a:pt x="1748" y="1595"/>
                      </a:lnTo>
                      <a:lnTo>
                        <a:pt x="1772" y="1558"/>
                      </a:lnTo>
                      <a:lnTo>
                        <a:pt x="1796" y="1518"/>
                      </a:lnTo>
                      <a:lnTo>
                        <a:pt x="1817" y="1478"/>
                      </a:lnTo>
                      <a:lnTo>
                        <a:pt x="1839" y="1435"/>
                      </a:lnTo>
                      <a:lnTo>
                        <a:pt x="1858" y="1390"/>
                      </a:lnTo>
                      <a:lnTo>
                        <a:pt x="1875" y="1343"/>
                      </a:lnTo>
                      <a:lnTo>
                        <a:pt x="1890" y="1292"/>
                      </a:lnTo>
                      <a:lnTo>
                        <a:pt x="1902" y="1238"/>
                      </a:lnTo>
                      <a:lnTo>
                        <a:pt x="1911" y="1181"/>
                      </a:lnTo>
                      <a:lnTo>
                        <a:pt x="1917" y="1120"/>
                      </a:lnTo>
                      <a:lnTo>
                        <a:pt x="1919" y="1054"/>
                      </a:lnTo>
                      <a:lnTo>
                        <a:pt x="1916" y="983"/>
                      </a:lnTo>
                      <a:lnTo>
                        <a:pt x="1907" y="915"/>
                      </a:lnTo>
                      <a:lnTo>
                        <a:pt x="1890" y="847"/>
                      </a:lnTo>
                      <a:lnTo>
                        <a:pt x="1868" y="783"/>
                      </a:lnTo>
                      <a:lnTo>
                        <a:pt x="1841" y="721"/>
                      </a:lnTo>
                      <a:lnTo>
                        <a:pt x="1807" y="661"/>
                      </a:lnTo>
                      <a:lnTo>
                        <a:pt x="1769" y="606"/>
                      </a:lnTo>
                      <a:lnTo>
                        <a:pt x="1726" y="553"/>
                      </a:lnTo>
                      <a:lnTo>
                        <a:pt x="1679" y="505"/>
                      </a:lnTo>
                      <a:lnTo>
                        <a:pt x="1628" y="460"/>
                      </a:lnTo>
                      <a:lnTo>
                        <a:pt x="1572" y="418"/>
                      </a:lnTo>
                      <a:lnTo>
                        <a:pt x="1513" y="382"/>
                      </a:lnTo>
                      <a:lnTo>
                        <a:pt x="1451" y="352"/>
                      </a:lnTo>
                      <a:lnTo>
                        <a:pt x="1385" y="324"/>
                      </a:lnTo>
                      <a:lnTo>
                        <a:pt x="1317" y="304"/>
                      </a:lnTo>
                      <a:lnTo>
                        <a:pt x="1246" y="288"/>
                      </a:lnTo>
                      <a:lnTo>
                        <a:pt x="1174" y="279"/>
                      </a:lnTo>
                      <a:lnTo>
                        <a:pt x="1099" y="276"/>
                      </a:lnTo>
                      <a:close/>
                      <a:moveTo>
                        <a:pt x="1099" y="0"/>
                      </a:moveTo>
                      <a:lnTo>
                        <a:pt x="1188" y="3"/>
                      </a:lnTo>
                      <a:lnTo>
                        <a:pt x="1277" y="15"/>
                      </a:lnTo>
                      <a:lnTo>
                        <a:pt x="1362" y="32"/>
                      </a:lnTo>
                      <a:lnTo>
                        <a:pt x="1446" y="54"/>
                      </a:lnTo>
                      <a:lnTo>
                        <a:pt x="1525" y="83"/>
                      </a:lnTo>
                      <a:lnTo>
                        <a:pt x="1603" y="118"/>
                      </a:lnTo>
                      <a:lnTo>
                        <a:pt x="1676" y="159"/>
                      </a:lnTo>
                      <a:lnTo>
                        <a:pt x="1747" y="204"/>
                      </a:lnTo>
                      <a:lnTo>
                        <a:pt x="1813" y="255"/>
                      </a:lnTo>
                      <a:lnTo>
                        <a:pt x="1875" y="310"/>
                      </a:lnTo>
                      <a:lnTo>
                        <a:pt x="1932" y="368"/>
                      </a:lnTo>
                      <a:lnTo>
                        <a:pt x="1985" y="433"/>
                      </a:lnTo>
                      <a:lnTo>
                        <a:pt x="2033" y="499"/>
                      </a:lnTo>
                      <a:lnTo>
                        <a:pt x="2075" y="570"/>
                      </a:lnTo>
                      <a:lnTo>
                        <a:pt x="2111" y="644"/>
                      </a:lnTo>
                      <a:lnTo>
                        <a:pt x="2140" y="722"/>
                      </a:lnTo>
                      <a:lnTo>
                        <a:pt x="2165" y="801"/>
                      </a:lnTo>
                      <a:lnTo>
                        <a:pt x="2182" y="883"/>
                      </a:lnTo>
                      <a:lnTo>
                        <a:pt x="2194" y="968"/>
                      </a:lnTo>
                      <a:lnTo>
                        <a:pt x="2197" y="1054"/>
                      </a:lnTo>
                      <a:lnTo>
                        <a:pt x="2195" y="1128"/>
                      </a:lnTo>
                      <a:lnTo>
                        <a:pt x="2189" y="1197"/>
                      </a:lnTo>
                      <a:lnTo>
                        <a:pt x="2180" y="1263"/>
                      </a:lnTo>
                      <a:lnTo>
                        <a:pt x="2168" y="1326"/>
                      </a:lnTo>
                      <a:lnTo>
                        <a:pt x="2153" y="1384"/>
                      </a:lnTo>
                      <a:lnTo>
                        <a:pt x="2136" y="1440"/>
                      </a:lnTo>
                      <a:lnTo>
                        <a:pt x="2116" y="1493"/>
                      </a:lnTo>
                      <a:lnTo>
                        <a:pt x="2095" y="1542"/>
                      </a:lnTo>
                      <a:lnTo>
                        <a:pt x="2072" y="1588"/>
                      </a:lnTo>
                      <a:lnTo>
                        <a:pt x="2050" y="1632"/>
                      </a:lnTo>
                      <a:lnTo>
                        <a:pt x="2025" y="1675"/>
                      </a:lnTo>
                      <a:lnTo>
                        <a:pt x="2001" y="1714"/>
                      </a:lnTo>
                      <a:lnTo>
                        <a:pt x="1977" y="1752"/>
                      </a:lnTo>
                      <a:lnTo>
                        <a:pt x="1953" y="1787"/>
                      </a:lnTo>
                      <a:lnTo>
                        <a:pt x="1929" y="1820"/>
                      </a:lnTo>
                      <a:lnTo>
                        <a:pt x="1902" y="1862"/>
                      </a:lnTo>
                      <a:lnTo>
                        <a:pt x="1877" y="1899"/>
                      </a:lnTo>
                      <a:lnTo>
                        <a:pt x="1857" y="1933"/>
                      </a:lnTo>
                      <a:lnTo>
                        <a:pt x="1841" y="1963"/>
                      </a:lnTo>
                      <a:lnTo>
                        <a:pt x="1830" y="1991"/>
                      </a:lnTo>
                      <a:lnTo>
                        <a:pt x="1822" y="2019"/>
                      </a:lnTo>
                      <a:lnTo>
                        <a:pt x="1819" y="2044"/>
                      </a:lnTo>
                      <a:lnTo>
                        <a:pt x="1816" y="2095"/>
                      </a:lnTo>
                      <a:lnTo>
                        <a:pt x="1806" y="2145"/>
                      </a:lnTo>
                      <a:lnTo>
                        <a:pt x="1790" y="2193"/>
                      </a:lnTo>
                      <a:lnTo>
                        <a:pt x="1766" y="2240"/>
                      </a:lnTo>
                      <a:lnTo>
                        <a:pt x="1738" y="2285"/>
                      </a:lnTo>
                      <a:lnTo>
                        <a:pt x="1702" y="2328"/>
                      </a:lnTo>
                      <a:lnTo>
                        <a:pt x="1662" y="2369"/>
                      </a:lnTo>
                      <a:lnTo>
                        <a:pt x="1615" y="2406"/>
                      </a:lnTo>
                      <a:lnTo>
                        <a:pt x="1614" y="2429"/>
                      </a:lnTo>
                      <a:lnTo>
                        <a:pt x="1613" y="2456"/>
                      </a:lnTo>
                      <a:lnTo>
                        <a:pt x="1611" y="2485"/>
                      </a:lnTo>
                      <a:lnTo>
                        <a:pt x="1609" y="2515"/>
                      </a:lnTo>
                      <a:lnTo>
                        <a:pt x="1607" y="2546"/>
                      </a:lnTo>
                      <a:lnTo>
                        <a:pt x="1606" y="2576"/>
                      </a:lnTo>
                      <a:lnTo>
                        <a:pt x="1604" y="2605"/>
                      </a:lnTo>
                      <a:lnTo>
                        <a:pt x="1603" y="2631"/>
                      </a:lnTo>
                      <a:lnTo>
                        <a:pt x="1601" y="2653"/>
                      </a:lnTo>
                      <a:lnTo>
                        <a:pt x="1600" y="2671"/>
                      </a:lnTo>
                      <a:lnTo>
                        <a:pt x="1600" y="2682"/>
                      </a:lnTo>
                      <a:lnTo>
                        <a:pt x="1599" y="2685"/>
                      </a:lnTo>
                      <a:lnTo>
                        <a:pt x="1599" y="2699"/>
                      </a:lnTo>
                      <a:lnTo>
                        <a:pt x="1597" y="2715"/>
                      </a:lnTo>
                      <a:lnTo>
                        <a:pt x="1592" y="2732"/>
                      </a:lnTo>
                      <a:lnTo>
                        <a:pt x="1587" y="2750"/>
                      </a:lnTo>
                      <a:lnTo>
                        <a:pt x="1578" y="2770"/>
                      </a:lnTo>
                      <a:lnTo>
                        <a:pt x="1566" y="2789"/>
                      </a:lnTo>
                      <a:lnTo>
                        <a:pt x="1552" y="2809"/>
                      </a:lnTo>
                      <a:lnTo>
                        <a:pt x="1533" y="2831"/>
                      </a:lnTo>
                      <a:lnTo>
                        <a:pt x="1511" y="2850"/>
                      </a:lnTo>
                      <a:lnTo>
                        <a:pt x="1483" y="2870"/>
                      </a:lnTo>
                      <a:lnTo>
                        <a:pt x="1452" y="2888"/>
                      </a:lnTo>
                      <a:lnTo>
                        <a:pt x="1415" y="2906"/>
                      </a:lnTo>
                      <a:lnTo>
                        <a:pt x="1372" y="2922"/>
                      </a:lnTo>
                      <a:lnTo>
                        <a:pt x="1347" y="2953"/>
                      </a:lnTo>
                      <a:lnTo>
                        <a:pt x="1317" y="2983"/>
                      </a:lnTo>
                      <a:lnTo>
                        <a:pt x="1283" y="3010"/>
                      </a:lnTo>
                      <a:lnTo>
                        <a:pt x="1259" y="3022"/>
                      </a:lnTo>
                      <a:lnTo>
                        <a:pt x="1233" y="3030"/>
                      </a:lnTo>
                      <a:lnTo>
                        <a:pt x="1205" y="3032"/>
                      </a:lnTo>
                      <a:lnTo>
                        <a:pt x="992" y="3032"/>
                      </a:lnTo>
                      <a:lnTo>
                        <a:pt x="965" y="3030"/>
                      </a:lnTo>
                      <a:lnTo>
                        <a:pt x="939" y="3022"/>
                      </a:lnTo>
                      <a:lnTo>
                        <a:pt x="915" y="3010"/>
                      </a:lnTo>
                      <a:lnTo>
                        <a:pt x="881" y="2983"/>
                      </a:lnTo>
                      <a:lnTo>
                        <a:pt x="850" y="2953"/>
                      </a:lnTo>
                      <a:lnTo>
                        <a:pt x="825" y="2922"/>
                      </a:lnTo>
                      <a:lnTo>
                        <a:pt x="780" y="2904"/>
                      </a:lnTo>
                      <a:lnTo>
                        <a:pt x="741" y="2886"/>
                      </a:lnTo>
                      <a:lnTo>
                        <a:pt x="707" y="2866"/>
                      </a:lnTo>
                      <a:lnTo>
                        <a:pt x="680" y="2844"/>
                      </a:lnTo>
                      <a:lnTo>
                        <a:pt x="657" y="2823"/>
                      </a:lnTo>
                      <a:lnTo>
                        <a:pt x="639" y="2800"/>
                      </a:lnTo>
                      <a:lnTo>
                        <a:pt x="626" y="2779"/>
                      </a:lnTo>
                      <a:lnTo>
                        <a:pt x="614" y="2757"/>
                      </a:lnTo>
                      <a:lnTo>
                        <a:pt x="607" y="2737"/>
                      </a:lnTo>
                      <a:lnTo>
                        <a:pt x="602" y="2718"/>
                      </a:lnTo>
                      <a:lnTo>
                        <a:pt x="599" y="2701"/>
                      </a:lnTo>
                      <a:lnTo>
                        <a:pt x="598" y="2685"/>
                      </a:lnTo>
                      <a:lnTo>
                        <a:pt x="598" y="2685"/>
                      </a:lnTo>
                      <a:lnTo>
                        <a:pt x="598" y="2682"/>
                      </a:lnTo>
                      <a:lnTo>
                        <a:pt x="597" y="2671"/>
                      </a:lnTo>
                      <a:lnTo>
                        <a:pt x="596" y="2653"/>
                      </a:lnTo>
                      <a:lnTo>
                        <a:pt x="595" y="2631"/>
                      </a:lnTo>
                      <a:lnTo>
                        <a:pt x="594" y="2605"/>
                      </a:lnTo>
                      <a:lnTo>
                        <a:pt x="592" y="2576"/>
                      </a:lnTo>
                      <a:lnTo>
                        <a:pt x="590" y="2546"/>
                      </a:lnTo>
                      <a:lnTo>
                        <a:pt x="588" y="2515"/>
                      </a:lnTo>
                      <a:lnTo>
                        <a:pt x="587" y="2485"/>
                      </a:lnTo>
                      <a:lnTo>
                        <a:pt x="585" y="2456"/>
                      </a:lnTo>
                      <a:lnTo>
                        <a:pt x="584" y="2429"/>
                      </a:lnTo>
                      <a:lnTo>
                        <a:pt x="582" y="2406"/>
                      </a:lnTo>
                      <a:lnTo>
                        <a:pt x="536" y="2369"/>
                      </a:lnTo>
                      <a:lnTo>
                        <a:pt x="495" y="2328"/>
                      </a:lnTo>
                      <a:lnTo>
                        <a:pt x="460" y="2285"/>
                      </a:lnTo>
                      <a:lnTo>
                        <a:pt x="432" y="2240"/>
                      </a:lnTo>
                      <a:lnTo>
                        <a:pt x="408" y="2193"/>
                      </a:lnTo>
                      <a:lnTo>
                        <a:pt x="392" y="2145"/>
                      </a:lnTo>
                      <a:lnTo>
                        <a:pt x="382" y="2095"/>
                      </a:lnTo>
                      <a:lnTo>
                        <a:pt x="378" y="2044"/>
                      </a:lnTo>
                      <a:lnTo>
                        <a:pt x="376" y="2019"/>
                      </a:lnTo>
                      <a:lnTo>
                        <a:pt x="368" y="1991"/>
                      </a:lnTo>
                      <a:lnTo>
                        <a:pt x="357" y="1963"/>
                      </a:lnTo>
                      <a:lnTo>
                        <a:pt x="341" y="1933"/>
                      </a:lnTo>
                      <a:lnTo>
                        <a:pt x="320" y="1899"/>
                      </a:lnTo>
                      <a:lnTo>
                        <a:pt x="297" y="1862"/>
                      </a:lnTo>
                      <a:lnTo>
                        <a:pt x="268" y="1821"/>
                      </a:lnTo>
                      <a:lnTo>
                        <a:pt x="245" y="1788"/>
                      </a:lnTo>
                      <a:lnTo>
                        <a:pt x="222" y="1752"/>
                      </a:lnTo>
                      <a:lnTo>
                        <a:pt x="197" y="1714"/>
                      </a:lnTo>
                      <a:lnTo>
                        <a:pt x="173" y="1675"/>
                      </a:lnTo>
                      <a:lnTo>
                        <a:pt x="149" y="1633"/>
                      </a:lnTo>
                      <a:lnTo>
                        <a:pt x="125" y="1588"/>
                      </a:lnTo>
                      <a:lnTo>
                        <a:pt x="102" y="1542"/>
                      </a:lnTo>
                      <a:lnTo>
                        <a:pt x="82" y="1493"/>
                      </a:lnTo>
                      <a:lnTo>
                        <a:pt x="62" y="1440"/>
                      </a:lnTo>
                      <a:lnTo>
                        <a:pt x="45" y="1384"/>
                      </a:lnTo>
                      <a:lnTo>
                        <a:pt x="30" y="1326"/>
                      </a:lnTo>
                      <a:lnTo>
                        <a:pt x="17" y="1263"/>
                      </a:lnTo>
                      <a:lnTo>
                        <a:pt x="8" y="1197"/>
                      </a:lnTo>
                      <a:lnTo>
                        <a:pt x="3" y="1128"/>
                      </a:lnTo>
                      <a:lnTo>
                        <a:pt x="0" y="1054"/>
                      </a:lnTo>
                      <a:lnTo>
                        <a:pt x="4" y="968"/>
                      </a:lnTo>
                      <a:lnTo>
                        <a:pt x="15" y="883"/>
                      </a:lnTo>
                      <a:lnTo>
                        <a:pt x="32" y="801"/>
                      </a:lnTo>
                      <a:lnTo>
                        <a:pt x="57" y="722"/>
                      </a:lnTo>
                      <a:lnTo>
                        <a:pt x="87" y="644"/>
                      </a:lnTo>
                      <a:lnTo>
                        <a:pt x="123" y="570"/>
                      </a:lnTo>
                      <a:lnTo>
                        <a:pt x="165" y="499"/>
                      </a:lnTo>
                      <a:lnTo>
                        <a:pt x="213" y="433"/>
                      </a:lnTo>
                      <a:lnTo>
                        <a:pt x="266" y="368"/>
                      </a:lnTo>
                      <a:lnTo>
                        <a:pt x="323" y="310"/>
                      </a:lnTo>
                      <a:lnTo>
                        <a:pt x="385" y="255"/>
                      </a:lnTo>
                      <a:lnTo>
                        <a:pt x="451" y="204"/>
                      </a:lnTo>
                      <a:lnTo>
                        <a:pt x="521" y="159"/>
                      </a:lnTo>
                      <a:lnTo>
                        <a:pt x="595" y="118"/>
                      </a:lnTo>
                      <a:lnTo>
                        <a:pt x="672" y="83"/>
                      </a:lnTo>
                      <a:lnTo>
                        <a:pt x="753" y="54"/>
                      </a:lnTo>
                      <a:lnTo>
                        <a:pt x="836" y="32"/>
                      </a:lnTo>
                      <a:lnTo>
                        <a:pt x="921" y="15"/>
                      </a:lnTo>
                      <a:lnTo>
                        <a:pt x="1009" y="3"/>
                      </a:lnTo>
                      <a:lnTo>
                        <a:pt x="1099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39" name="Freeform 34"/>
                <p:cNvSpPr>
                  <a:spLocks/>
                </p:cNvSpPr>
                <p:nvPr/>
              </p:nvSpPr>
              <p:spPr bwMode="auto">
                <a:xfrm>
                  <a:off x="2525713" y="1574800"/>
                  <a:ext cx="31750" cy="79375"/>
                </a:xfrm>
                <a:custGeom>
                  <a:avLst/>
                  <a:gdLst>
                    <a:gd name="T0" fmla="*/ 69 w 138"/>
                    <a:gd name="T1" fmla="*/ 0 h 344"/>
                    <a:gd name="T2" fmla="*/ 69 w 138"/>
                    <a:gd name="T3" fmla="*/ 0 h 344"/>
                    <a:gd name="T4" fmla="*/ 87 w 138"/>
                    <a:gd name="T5" fmla="*/ 3 h 344"/>
                    <a:gd name="T6" fmla="*/ 104 w 138"/>
                    <a:gd name="T7" fmla="*/ 9 h 344"/>
                    <a:gd name="T8" fmla="*/ 118 w 138"/>
                    <a:gd name="T9" fmla="*/ 21 h 344"/>
                    <a:gd name="T10" fmla="*/ 129 w 138"/>
                    <a:gd name="T11" fmla="*/ 34 h 344"/>
                    <a:gd name="T12" fmla="*/ 136 w 138"/>
                    <a:gd name="T13" fmla="*/ 51 h 344"/>
                    <a:gd name="T14" fmla="*/ 138 w 138"/>
                    <a:gd name="T15" fmla="*/ 69 h 344"/>
                    <a:gd name="T16" fmla="*/ 138 w 138"/>
                    <a:gd name="T17" fmla="*/ 275 h 344"/>
                    <a:gd name="T18" fmla="*/ 136 w 138"/>
                    <a:gd name="T19" fmla="*/ 294 h 344"/>
                    <a:gd name="T20" fmla="*/ 129 w 138"/>
                    <a:gd name="T21" fmla="*/ 310 h 344"/>
                    <a:gd name="T22" fmla="*/ 118 w 138"/>
                    <a:gd name="T23" fmla="*/ 325 h 344"/>
                    <a:gd name="T24" fmla="*/ 104 w 138"/>
                    <a:gd name="T25" fmla="*/ 335 h 344"/>
                    <a:gd name="T26" fmla="*/ 87 w 138"/>
                    <a:gd name="T27" fmla="*/ 342 h 344"/>
                    <a:gd name="T28" fmla="*/ 69 w 138"/>
                    <a:gd name="T29" fmla="*/ 344 h 344"/>
                    <a:gd name="T30" fmla="*/ 51 w 138"/>
                    <a:gd name="T31" fmla="*/ 342 h 344"/>
                    <a:gd name="T32" fmla="*/ 34 w 138"/>
                    <a:gd name="T33" fmla="*/ 335 h 344"/>
                    <a:gd name="T34" fmla="*/ 20 w 138"/>
                    <a:gd name="T35" fmla="*/ 325 h 344"/>
                    <a:gd name="T36" fmla="*/ 9 w 138"/>
                    <a:gd name="T37" fmla="*/ 310 h 344"/>
                    <a:gd name="T38" fmla="*/ 2 w 138"/>
                    <a:gd name="T39" fmla="*/ 294 h 344"/>
                    <a:gd name="T40" fmla="*/ 0 w 138"/>
                    <a:gd name="T41" fmla="*/ 275 h 344"/>
                    <a:gd name="T42" fmla="*/ 0 w 138"/>
                    <a:gd name="T43" fmla="*/ 69 h 344"/>
                    <a:gd name="T44" fmla="*/ 2 w 138"/>
                    <a:gd name="T45" fmla="*/ 51 h 344"/>
                    <a:gd name="T46" fmla="*/ 9 w 138"/>
                    <a:gd name="T47" fmla="*/ 34 h 344"/>
                    <a:gd name="T48" fmla="*/ 20 w 138"/>
                    <a:gd name="T49" fmla="*/ 21 h 344"/>
                    <a:gd name="T50" fmla="*/ 34 w 138"/>
                    <a:gd name="T51" fmla="*/ 9 h 344"/>
                    <a:gd name="T52" fmla="*/ 51 w 138"/>
                    <a:gd name="T53" fmla="*/ 3 h 344"/>
                    <a:gd name="T54" fmla="*/ 69 w 138"/>
                    <a:gd name="T55" fmla="*/ 0 h 34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</a:cxnLst>
                  <a:rect l="0" t="0" r="r" b="b"/>
                  <a:pathLst>
                    <a:path w="138" h="344">
                      <a:moveTo>
                        <a:pt x="69" y="0"/>
                      </a:moveTo>
                      <a:lnTo>
                        <a:pt x="69" y="0"/>
                      </a:lnTo>
                      <a:lnTo>
                        <a:pt x="87" y="3"/>
                      </a:lnTo>
                      <a:lnTo>
                        <a:pt x="104" y="9"/>
                      </a:lnTo>
                      <a:lnTo>
                        <a:pt x="118" y="21"/>
                      </a:lnTo>
                      <a:lnTo>
                        <a:pt x="129" y="34"/>
                      </a:lnTo>
                      <a:lnTo>
                        <a:pt x="136" y="51"/>
                      </a:lnTo>
                      <a:lnTo>
                        <a:pt x="138" y="69"/>
                      </a:lnTo>
                      <a:lnTo>
                        <a:pt x="138" y="275"/>
                      </a:lnTo>
                      <a:lnTo>
                        <a:pt x="136" y="294"/>
                      </a:lnTo>
                      <a:lnTo>
                        <a:pt x="129" y="310"/>
                      </a:lnTo>
                      <a:lnTo>
                        <a:pt x="118" y="325"/>
                      </a:lnTo>
                      <a:lnTo>
                        <a:pt x="104" y="335"/>
                      </a:lnTo>
                      <a:lnTo>
                        <a:pt x="87" y="342"/>
                      </a:lnTo>
                      <a:lnTo>
                        <a:pt x="69" y="344"/>
                      </a:lnTo>
                      <a:lnTo>
                        <a:pt x="51" y="342"/>
                      </a:lnTo>
                      <a:lnTo>
                        <a:pt x="34" y="335"/>
                      </a:lnTo>
                      <a:lnTo>
                        <a:pt x="20" y="325"/>
                      </a:lnTo>
                      <a:lnTo>
                        <a:pt x="9" y="310"/>
                      </a:lnTo>
                      <a:lnTo>
                        <a:pt x="2" y="294"/>
                      </a:lnTo>
                      <a:lnTo>
                        <a:pt x="0" y="275"/>
                      </a:lnTo>
                      <a:lnTo>
                        <a:pt x="0" y="69"/>
                      </a:lnTo>
                      <a:lnTo>
                        <a:pt x="2" y="51"/>
                      </a:lnTo>
                      <a:lnTo>
                        <a:pt x="9" y="34"/>
                      </a:lnTo>
                      <a:lnTo>
                        <a:pt x="20" y="21"/>
                      </a:lnTo>
                      <a:lnTo>
                        <a:pt x="34" y="9"/>
                      </a:lnTo>
                      <a:lnTo>
                        <a:pt x="51" y="3"/>
                      </a:lnTo>
                      <a:lnTo>
                        <a:pt x="69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40" name="Freeform 35"/>
                <p:cNvSpPr>
                  <a:spLocks/>
                </p:cNvSpPr>
                <p:nvPr/>
              </p:nvSpPr>
              <p:spPr bwMode="auto">
                <a:xfrm>
                  <a:off x="2349500" y="1622425"/>
                  <a:ext cx="53975" cy="71437"/>
                </a:xfrm>
                <a:custGeom>
                  <a:avLst/>
                  <a:gdLst>
                    <a:gd name="T0" fmla="*/ 69 w 243"/>
                    <a:gd name="T1" fmla="*/ 0 h 317"/>
                    <a:gd name="T2" fmla="*/ 87 w 243"/>
                    <a:gd name="T3" fmla="*/ 2 h 317"/>
                    <a:gd name="T4" fmla="*/ 103 w 243"/>
                    <a:gd name="T5" fmla="*/ 9 h 317"/>
                    <a:gd name="T6" fmla="*/ 118 w 243"/>
                    <a:gd name="T7" fmla="*/ 20 h 317"/>
                    <a:gd name="T8" fmla="*/ 129 w 243"/>
                    <a:gd name="T9" fmla="*/ 34 h 317"/>
                    <a:gd name="T10" fmla="*/ 233 w 243"/>
                    <a:gd name="T11" fmla="*/ 214 h 317"/>
                    <a:gd name="T12" fmla="*/ 240 w 243"/>
                    <a:gd name="T13" fmla="*/ 230 h 317"/>
                    <a:gd name="T14" fmla="*/ 243 w 243"/>
                    <a:gd name="T15" fmla="*/ 248 h 317"/>
                    <a:gd name="T16" fmla="*/ 240 w 243"/>
                    <a:gd name="T17" fmla="*/ 265 h 317"/>
                    <a:gd name="T18" fmla="*/ 233 w 243"/>
                    <a:gd name="T19" fmla="*/ 282 h 317"/>
                    <a:gd name="T20" fmla="*/ 223 w 243"/>
                    <a:gd name="T21" fmla="*/ 297 h 317"/>
                    <a:gd name="T22" fmla="*/ 209 w 243"/>
                    <a:gd name="T23" fmla="*/ 308 h 317"/>
                    <a:gd name="T24" fmla="*/ 191 w 243"/>
                    <a:gd name="T25" fmla="*/ 315 h 317"/>
                    <a:gd name="T26" fmla="*/ 173 w 243"/>
                    <a:gd name="T27" fmla="*/ 317 h 317"/>
                    <a:gd name="T28" fmla="*/ 155 w 243"/>
                    <a:gd name="T29" fmla="*/ 315 h 317"/>
                    <a:gd name="T30" fmla="*/ 139 w 243"/>
                    <a:gd name="T31" fmla="*/ 308 h 317"/>
                    <a:gd name="T32" fmla="*/ 125 w 243"/>
                    <a:gd name="T33" fmla="*/ 297 h 317"/>
                    <a:gd name="T34" fmla="*/ 113 w 243"/>
                    <a:gd name="T35" fmla="*/ 282 h 317"/>
                    <a:gd name="T36" fmla="*/ 9 w 243"/>
                    <a:gd name="T37" fmla="*/ 103 h 317"/>
                    <a:gd name="T38" fmla="*/ 2 w 243"/>
                    <a:gd name="T39" fmla="*/ 86 h 317"/>
                    <a:gd name="T40" fmla="*/ 0 w 243"/>
                    <a:gd name="T41" fmla="*/ 68 h 317"/>
                    <a:gd name="T42" fmla="*/ 2 w 243"/>
                    <a:gd name="T43" fmla="*/ 51 h 317"/>
                    <a:gd name="T44" fmla="*/ 9 w 243"/>
                    <a:gd name="T45" fmla="*/ 34 h 317"/>
                    <a:gd name="T46" fmla="*/ 20 w 243"/>
                    <a:gd name="T47" fmla="*/ 21 h 317"/>
                    <a:gd name="T48" fmla="*/ 34 w 243"/>
                    <a:gd name="T49" fmla="*/ 10 h 317"/>
                    <a:gd name="T50" fmla="*/ 52 w 243"/>
                    <a:gd name="T51" fmla="*/ 2 h 317"/>
                    <a:gd name="T52" fmla="*/ 69 w 243"/>
                    <a:gd name="T53" fmla="*/ 0 h 3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</a:cxnLst>
                  <a:rect l="0" t="0" r="r" b="b"/>
                  <a:pathLst>
                    <a:path w="243" h="317">
                      <a:moveTo>
                        <a:pt x="69" y="0"/>
                      </a:moveTo>
                      <a:lnTo>
                        <a:pt x="87" y="2"/>
                      </a:lnTo>
                      <a:lnTo>
                        <a:pt x="103" y="9"/>
                      </a:lnTo>
                      <a:lnTo>
                        <a:pt x="118" y="20"/>
                      </a:lnTo>
                      <a:lnTo>
                        <a:pt x="129" y="34"/>
                      </a:lnTo>
                      <a:lnTo>
                        <a:pt x="233" y="214"/>
                      </a:lnTo>
                      <a:lnTo>
                        <a:pt x="240" y="230"/>
                      </a:lnTo>
                      <a:lnTo>
                        <a:pt x="243" y="248"/>
                      </a:lnTo>
                      <a:lnTo>
                        <a:pt x="240" y="265"/>
                      </a:lnTo>
                      <a:lnTo>
                        <a:pt x="233" y="282"/>
                      </a:lnTo>
                      <a:lnTo>
                        <a:pt x="223" y="297"/>
                      </a:lnTo>
                      <a:lnTo>
                        <a:pt x="209" y="308"/>
                      </a:lnTo>
                      <a:lnTo>
                        <a:pt x="191" y="315"/>
                      </a:lnTo>
                      <a:lnTo>
                        <a:pt x="173" y="317"/>
                      </a:lnTo>
                      <a:lnTo>
                        <a:pt x="155" y="315"/>
                      </a:lnTo>
                      <a:lnTo>
                        <a:pt x="139" y="308"/>
                      </a:lnTo>
                      <a:lnTo>
                        <a:pt x="125" y="297"/>
                      </a:lnTo>
                      <a:lnTo>
                        <a:pt x="113" y="282"/>
                      </a:lnTo>
                      <a:lnTo>
                        <a:pt x="9" y="103"/>
                      </a:lnTo>
                      <a:lnTo>
                        <a:pt x="2" y="86"/>
                      </a:lnTo>
                      <a:lnTo>
                        <a:pt x="0" y="68"/>
                      </a:lnTo>
                      <a:lnTo>
                        <a:pt x="2" y="51"/>
                      </a:lnTo>
                      <a:lnTo>
                        <a:pt x="9" y="34"/>
                      </a:lnTo>
                      <a:lnTo>
                        <a:pt x="20" y="21"/>
                      </a:lnTo>
                      <a:lnTo>
                        <a:pt x="34" y="10"/>
                      </a:lnTo>
                      <a:lnTo>
                        <a:pt x="52" y="2"/>
                      </a:lnTo>
                      <a:lnTo>
                        <a:pt x="69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41" name="Freeform 36"/>
                <p:cNvSpPr>
                  <a:spLocks/>
                </p:cNvSpPr>
                <p:nvPr/>
              </p:nvSpPr>
              <p:spPr bwMode="auto">
                <a:xfrm>
                  <a:off x="2219325" y="1751013"/>
                  <a:ext cx="71438" cy="55562"/>
                </a:xfrm>
                <a:custGeom>
                  <a:avLst/>
                  <a:gdLst>
                    <a:gd name="T0" fmla="*/ 69 w 319"/>
                    <a:gd name="T1" fmla="*/ 0 h 241"/>
                    <a:gd name="T2" fmla="*/ 86 w 319"/>
                    <a:gd name="T3" fmla="*/ 3 h 241"/>
                    <a:gd name="T4" fmla="*/ 104 w 319"/>
                    <a:gd name="T5" fmla="*/ 9 h 241"/>
                    <a:gd name="T6" fmla="*/ 285 w 319"/>
                    <a:gd name="T7" fmla="*/ 112 h 241"/>
                    <a:gd name="T8" fmla="*/ 299 w 319"/>
                    <a:gd name="T9" fmla="*/ 124 h 241"/>
                    <a:gd name="T10" fmla="*/ 310 w 319"/>
                    <a:gd name="T11" fmla="*/ 138 h 241"/>
                    <a:gd name="T12" fmla="*/ 316 w 319"/>
                    <a:gd name="T13" fmla="*/ 155 h 241"/>
                    <a:gd name="T14" fmla="*/ 319 w 319"/>
                    <a:gd name="T15" fmla="*/ 172 h 241"/>
                    <a:gd name="T16" fmla="*/ 316 w 319"/>
                    <a:gd name="T17" fmla="*/ 190 h 241"/>
                    <a:gd name="T18" fmla="*/ 310 w 319"/>
                    <a:gd name="T19" fmla="*/ 206 h 241"/>
                    <a:gd name="T20" fmla="*/ 298 w 319"/>
                    <a:gd name="T21" fmla="*/ 221 h 241"/>
                    <a:gd name="T22" fmla="*/ 283 w 319"/>
                    <a:gd name="T23" fmla="*/ 232 h 241"/>
                    <a:gd name="T24" fmla="*/ 266 w 319"/>
                    <a:gd name="T25" fmla="*/ 239 h 241"/>
                    <a:gd name="T26" fmla="*/ 249 w 319"/>
                    <a:gd name="T27" fmla="*/ 241 h 241"/>
                    <a:gd name="T28" fmla="*/ 231 w 319"/>
                    <a:gd name="T29" fmla="*/ 239 h 241"/>
                    <a:gd name="T30" fmla="*/ 214 w 319"/>
                    <a:gd name="T31" fmla="*/ 231 h 241"/>
                    <a:gd name="T32" fmla="*/ 34 w 319"/>
                    <a:gd name="T33" fmla="*/ 129 h 241"/>
                    <a:gd name="T34" fmla="*/ 19 w 319"/>
                    <a:gd name="T35" fmla="*/ 118 h 241"/>
                    <a:gd name="T36" fmla="*/ 9 w 319"/>
                    <a:gd name="T37" fmla="*/ 103 h 241"/>
                    <a:gd name="T38" fmla="*/ 2 w 319"/>
                    <a:gd name="T39" fmla="*/ 87 h 241"/>
                    <a:gd name="T40" fmla="*/ 0 w 319"/>
                    <a:gd name="T41" fmla="*/ 69 h 241"/>
                    <a:gd name="T42" fmla="*/ 2 w 319"/>
                    <a:gd name="T43" fmla="*/ 51 h 241"/>
                    <a:gd name="T44" fmla="*/ 9 w 319"/>
                    <a:gd name="T45" fmla="*/ 34 h 241"/>
                    <a:gd name="T46" fmla="*/ 20 w 319"/>
                    <a:gd name="T47" fmla="*/ 20 h 241"/>
                    <a:gd name="T48" fmla="*/ 35 w 319"/>
                    <a:gd name="T49" fmla="*/ 9 h 241"/>
                    <a:gd name="T50" fmla="*/ 51 w 319"/>
                    <a:gd name="T51" fmla="*/ 3 h 241"/>
                    <a:gd name="T52" fmla="*/ 69 w 319"/>
                    <a:gd name="T53" fmla="*/ 0 h 24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</a:cxnLst>
                  <a:rect l="0" t="0" r="r" b="b"/>
                  <a:pathLst>
                    <a:path w="319" h="241">
                      <a:moveTo>
                        <a:pt x="69" y="0"/>
                      </a:moveTo>
                      <a:lnTo>
                        <a:pt x="86" y="3"/>
                      </a:lnTo>
                      <a:lnTo>
                        <a:pt x="104" y="9"/>
                      </a:lnTo>
                      <a:lnTo>
                        <a:pt x="285" y="112"/>
                      </a:lnTo>
                      <a:lnTo>
                        <a:pt x="299" y="124"/>
                      </a:lnTo>
                      <a:lnTo>
                        <a:pt x="310" y="138"/>
                      </a:lnTo>
                      <a:lnTo>
                        <a:pt x="316" y="155"/>
                      </a:lnTo>
                      <a:lnTo>
                        <a:pt x="319" y="172"/>
                      </a:lnTo>
                      <a:lnTo>
                        <a:pt x="316" y="190"/>
                      </a:lnTo>
                      <a:lnTo>
                        <a:pt x="310" y="206"/>
                      </a:lnTo>
                      <a:lnTo>
                        <a:pt x="298" y="221"/>
                      </a:lnTo>
                      <a:lnTo>
                        <a:pt x="283" y="232"/>
                      </a:lnTo>
                      <a:lnTo>
                        <a:pt x="266" y="239"/>
                      </a:lnTo>
                      <a:lnTo>
                        <a:pt x="249" y="241"/>
                      </a:lnTo>
                      <a:lnTo>
                        <a:pt x="231" y="239"/>
                      </a:lnTo>
                      <a:lnTo>
                        <a:pt x="214" y="231"/>
                      </a:lnTo>
                      <a:lnTo>
                        <a:pt x="34" y="129"/>
                      </a:lnTo>
                      <a:lnTo>
                        <a:pt x="19" y="118"/>
                      </a:lnTo>
                      <a:lnTo>
                        <a:pt x="9" y="103"/>
                      </a:lnTo>
                      <a:lnTo>
                        <a:pt x="2" y="87"/>
                      </a:lnTo>
                      <a:lnTo>
                        <a:pt x="0" y="69"/>
                      </a:lnTo>
                      <a:lnTo>
                        <a:pt x="2" y="51"/>
                      </a:lnTo>
                      <a:lnTo>
                        <a:pt x="9" y="34"/>
                      </a:lnTo>
                      <a:lnTo>
                        <a:pt x="20" y="20"/>
                      </a:lnTo>
                      <a:lnTo>
                        <a:pt x="35" y="9"/>
                      </a:lnTo>
                      <a:lnTo>
                        <a:pt x="51" y="3"/>
                      </a:lnTo>
                      <a:lnTo>
                        <a:pt x="69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42" name="Freeform 37"/>
                <p:cNvSpPr>
                  <a:spLocks/>
                </p:cNvSpPr>
                <p:nvPr/>
              </p:nvSpPr>
              <p:spPr bwMode="auto">
                <a:xfrm>
                  <a:off x="2171700" y="1927225"/>
                  <a:ext cx="77788" cy="31750"/>
                </a:xfrm>
                <a:custGeom>
                  <a:avLst/>
                  <a:gdLst>
                    <a:gd name="T0" fmla="*/ 69 w 347"/>
                    <a:gd name="T1" fmla="*/ 0 h 139"/>
                    <a:gd name="T2" fmla="*/ 278 w 347"/>
                    <a:gd name="T3" fmla="*/ 0 h 139"/>
                    <a:gd name="T4" fmla="*/ 296 w 347"/>
                    <a:gd name="T5" fmla="*/ 4 h 139"/>
                    <a:gd name="T6" fmla="*/ 313 w 347"/>
                    <a:gd name="T7" fmla="*/ 10 h 139"/>
                    <a:gd name="T8" fmla="*/ 327 w 347"/>
                    <a:gd name="T9" fmla="*/ 21 h 139"/>
                    <a:gd name="T10" fmla="*/ 338 w 347"/>
                    <a:gd name="T11" fmla="*/ 35 h 139"/>
                    <a:gd name="T12" fmla="*/ 345 w 347"/>
                    <a:gd name="T13" fmla="*/ 51 h 139"/>
                    <a:gd name="T14" fmla="*/ 347 w 347"/>
                    <a:gd name="T15" fmla="*/ 70 h 139"/>
                    <a:gd name="T16" fmla="*/ 345 w 347"/>
                    <a:gd name="T17" fmla="*/ 88 h 139"/>
                    <a:gd name="T18" fmla="*/ 338 w 347"/>
                    <a:gd name="T19" fmla="*/ 104 h 139"/>
                    <a:gd name="T20" fmla="*/ 327 w 347"/>
                    <a:gd name="T21" fmla="*/ 119 h 139"/>
                    <a:gd name="T22" fmla="*/ 313 w 347"/>
                    <a:gd name="T23" fmla="*/ 129 h 139"/>
                    <a:gd name="T24" fmla="*/ 296 w 347"/>
                    <a:gd name="T25" fmla="*/ 137 h 139"/>
                    <a:gd name="T26" fmla="*/ 278 w 347"/>
                    <a:gd name="T27" fmla="*/ 139 h 139"/>
                    <a:gd name="T28" fmla="*/ 69 w 347"/>
                    <a:gd name="T29" fmla="*/ 139 h 139"/>
                    <a:gd name="T30" fmla="*/ 51 w 347"/>
                    <a:gd name="T31" fmla="*/ 137 h 139"/>
                    <a:gd name="T32" fmla="*/ 35 w 347"/>
                    <a:gd name="T33" fmla="*/ 129 h 139"/>
                    <a:gd name="T34" fmla="*/ 20 w 347"/>
                    <a:gd name="T35" fmla="*/ 119 h 139"/>
                    <a:gd name="T36" fmla="*/ 10 w 347"/>
                    <a:gd name="T37" fmla="*/ 104 h 139"/>
                    <a:gd name="T38" fmla="*/ 2 w 347"/>
                    <a:gd name="T39" fmla="*/ 88 h 139"/>
                    <a:gd name="T40" fmla="*/ 0 w 347"/>
                    <a:gd name="T41" fmla="*/ 70 h 139"/>
                    <a:gd name="T42" fmla="*/ 2 w 347"/>
                    <a:gd name="T43" fmla="*/ 51 h 139"/>
                    <a:gd name="T44" fmla="*/ 10 w 347"/>
                    <a:gd name="T45" fmla="*/ 35 h 139"/>
                    <a:gd name="T46" fmla="*/ 20 w 347"/>
                    <a:gd name="T47" fmla="*/ 21 h 139"/>
                    <a:gd name="T48" fmla="*/ 35 w 347"/>
                    <a:gd name="T49" fmla="*/ 10 h 139"/>
                    <a:gd name="T50" fmla="*/ 51 w 347"/>
                    <a:gd name="T51" fmla="*/ 4 h 139"/>
                    <a:gd name="T52" fmla="*/ 69 w 347"/>
                    <a:gd name="T53" fmla="*/ 0 h 13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</a:cxnLst>
                  <a:rect l="0" t="0" r="r" b="b"/>
                  <a:pathLst>
                    <a:path w="347" h="139">
                      <a:moveTo>
                        <a:pt x="69" y="0"/>
                      </a:moveTo>
                      <a:lnTo>
                        <a:pt x="278" y="0"/>
                      </a:lnTo>
                      <a:lnTo>
                        <a:pt x="296" y="4"/>
                      </a:lnTo>
                      <a:lnTo>
                        <a:pt x="313" y="10"/>
                      </a:lnTo>
                      <a:lnTo>
                        <a:pt x="327" y="21"/>
                      </a:lnTo>
                      <a:lnTo>
                        <a:pt x="338" y="35"/>
                      </a:lnTo>
                      <a:lnTo>
                        <a:pt x="345" y="51"/>
                      </a:lnTo>
                      <a:lnTo>
                        <a:pt x="347" y="70"/>
                      </a:lnTo>
                      <a:lnTo>
                        <a:pt x="345" y="88"/>
                      </a:lnTo>
                      <a:lnTo>
                        <a:pt x="338" y="104"/>
                      </a:lnTo>
                      <a:lnTo>
                        <a:pt x="327" y="119"/>
                      </a:lnTo>
                      <a:lnTo>
                        <a:pt x="313" y="129"/>
                      </a:lnTo>
                      <a:lnTo>
                        <a:pt x="296" y="137"/>
                      </a:lnTo>
                      <a:lnTo>
                        <a:pt x="278" y="139"/>
                      </a:lnTo>
                      <a:lnTo>
                        <a:pt x="69" y="139"/>
                      </a:lnTo>
                      <a:lnTo>
                        <a:pt x="51" y="137"/>
                      </a:lnTo>
                      <a:lnTo>
                        <a:pt x="35" y="129"/>
                      </a:lnTo>
                      <a:lnTo>
                        <a:pt x="20" y="119"/>
                      </a:lnTo>
                      <a:lnTo>
                        <a:pt x="10" y="104"/>
                      </a:lnTo>
                      <a:lnTo>
                        <a:pt x="2" y="88"/>
                      </a:lnTo>
                      <a:lnTo>
                        <a:pt x="0" y="70"/>
                      </a:lnTo>
                      <a:lnTo>
                        <a:pt x="2" y="51"/>
                      </a:lnTo>
                      <a:lnTo>
                        <a:pt x="10" y="35"/>
                      </a:lnTo>
                      <a:lnTo>
                        <a:pt x="20" y="21"/>
                      </a:lnTo>
                      <a:lnTo>
                        <a:pt x="35" y="10"/>
                      </a:lnTo>
                      <a:lnTo>
                        <a:pt x="51" y="4"/>
                      </a:lnTo>
                      <a:lnTo>
                        <a:pt x="69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43" name="Freeform 38"/>
                <p:cNvSpPr>
                  <a:spLocks/>
                </p:cNvSpPr>
                <p:nvPr/>
              </p:nvSpPr>
              <p:spPr bwMode="auto">
                <a:xfrm>
                  <a:off x="2219325" y="2079625"/>
                  <a:ext cx="71438" cy="55562"/>
                </a:xfrm>
                <a:custGeom>
                  <a:avLst/>
                  <a:gdLst>
                    <a:gd name="T0" fmla="*/ 249 w 319"/>
                    <a:gd name="T1" fmla="*/ 0 h 242"/>
                    <a:gd name="T2" fmla="*/ 268 w 319"/>
                    <a:gd name="T3" fmla="*/ 3 h 242"/>
                    <a:gd name="T4" fmla="*/ 283 w 319"/>
                    <a:gd name="T5" fmla="*/ 9 h 242"/>
                    <a:gd name="T6" fmla="*/ 298 w 319"/>
                    <a:gd name="T7" fmla="*/ 20 h 242"/>
                    <a:gd name="T8" fmla="*/ 310 w 319"/>
                    <a:gd name="T9" fmla="*/ 35 h 242"/>
                    <a:gd name="T10" fmla="*/ 316 w 319"/>
                    <a:gd name="T11" fmla="*/ 52 h 242"/>
                    <a:gd name="T12" fmla="*/ 319 w 319"/>
                    <a:gd name="T13" fmla="*/ 70 h 242"/>
                    <a:gd name="T14" fmla="*/ 316 w 319"/>
                    <a:gd name="T15" fmla="*/ 86 h 242"/>
                    <a:gd name="T16" fmla="*/ 310 w 319"/>
                    <a:gd name="T17" fmla="*/ 103 h 242"/>
                    <a:gd name="T18" fmla="*/ 298 w 319"/>
                    <a:gd name="T19" fmla="*/ 118 h 242"/>
                    <a:gd name="T20" fmla="*/ 285 w 319"/>
                    <a:gd name="T21" fmla="*/ 129 h 242"/>
                    <a:gd name="T22" fmla="*/ 104 w 319"/>
                    <a:gd name="T23" fmla="*/ 232 h 242"/>
                    <a:gd name="T24" fmla="*/ 87 w 319"/>
                    <a:gd name="T25" fmla="*/ 239 h 242"/>
                    <a:gd name="T26" fmla="*/ 69 w 319"/>
                    <a:gd name="T27" fmla="*/ 242 h 242"/>
                    <a:gd name="T28" fmla="*/ 51 w 319"/>
                    <a:gd name="T29" fmla="*/ 239 h 242"/>
                    <a:gd name="T30" fmla="*/ 35 w 319"/>
                    <a:gd name="T31" fmla="*/ 233 h 242"/>
                    <a:gd name="T32" fmla="*/ 20 w 319"/>
                    <a:gd name="T33" fmla="*/ 222 h 242"/>
                    <a:gd name="T34" fmla="*/ 9 w 319"/>
                    <a:gd name="T35" fmla="*/ 207 h 242"/>
                    <a:gd name="T36" fmla="*/ 2 w 319"/>
                    <a:gd name="T37" fmla="*/ 190 h 242"/>
                    <a:gd name="T38" fmla="*/ 0 w 319"/>
                    <a:gd name="T39" fmla="*/ 172 h 242"/>
                    <a:gd name="T40" fmla="*/ 2 w 319"/>
                    <a:gd name="T41" fmla="*/ 155 h 242"/>
                    <a:gd name="T42" fmla="*/ 9 w 319"/>
                    <a:gd name="T43" fmla="*/ 138 h 242"/>
                    <a:gd name="T44" fmla="*/ 19 w 319"/>
                    <a:gd name="T45" fmla="*/ 125 h 242"/>
                    <a:gd name="T46" fmla="*/ 34 w 319"/>
                    <a:gd name="T47" fmla="*/ 114 h 242"/>
                    <a:gd name="T48" fmla="*/ 214 w 319"/>
                    <a:gd name="T49" fmla="*/ 10 h 242"/>
                    <a:gd name="T50" fmla="*/ 232 w 319"/>
                    <a:gd name="T51" fmla="*/ 2 h 242"/>
                    <a:gd name="T52" fmla="*/ 249 w 319"/>
                    <a:gd name="T53" fmla="*/ 0 h 24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</a:cxnLst>
                  <a:rect l="0" t="0" r="r" b="b"/>
                  <a:pathLst>
                    <a:path w="319" h="242">
                      <a:moveTo>
                        <a:pt x="249" y="0"/>
                      </a:moveTo>
                      <a:lnTo>
                        <a:pt x="268" y="3"/>
                      </a:lnTo>
                      <a:lnTo>
                        <a:pt x="283" y="9"/>
                      </a:lnTo>
                      <a:lnTo>
                        <a:pt x="298" y="20"/>
                      </a:lnTo>
                      <a:lnTo>
                        <a:pt x="310" y="35"/>
                      </a:lnTo>
                      <a:lnTo>
                        <a:pt x="316" y="52"/>
                      </a:lnTo>
                      <a:lnTo>
                        <a:pt x="319" y="70"/>
                      </a:lnTo>
                      <a:lnTo>
                        <a:pt x="316" y="86"/>
                      </a:lnTo>
                      <a:lnTo>
                        <a:pt x="310" y="103"/>
                      </a:lnTo>
                      <a:lnTo>
                        <a:pt x="298" y="118"/>
                      </a:lnTo>
                      <a:lnTo>
                        <a:pt x="285" y="129"/>
                      </a:lnTo>
                      <a:lnTo>
                        <a:pt x="104" y="232"/>
                      </a:lnTo>
                      <a:lnTo>
                        <a:pt x="87" y="239"/>
                      </a:lnTo>
                      <a:lnTo>
                        <a:pt x="69" y="242"/>
                      </a:lnTo>
                      <a:lnTo>
                        <a:pt x="51" y="239"/>
                      </a:lnTo>
                      <a:lnTo>
                        <a:pt x="35" y="233"/>
                      </a:lnTo>
                      <a:lnTo>
                        <a:pt x="20" y="222"/>
                      </a:lnTo>
                      <a:lnTo>
                        <a:pt x="9" y="207"/>
                      </a:lnTo>
                      <a:lnTo>
                        <a:pt x="2" y="190"/>
                      </a:lnTo>
                      <a:lnTo>
                        <a:pt x="0" y="172"/>
                      </a:lnTo>
                      <a:lnTo>
                        <a:pt x="2" y="155"/>
                      </a:lnTo>
                      <a:lnTo>
                        <a:pt x="9" y="138"/>
                      </a:lnTo>
                      <a:lnTo>
                        <a:pt x="19" y="125"/>
                      </a:lnTo>
                      <a:lnTo>
                        <a:pt x="34" y="114"/>
                      </a:lnTo>
                      <a:lnTo>
                        <a:pt x="214" y="10"/>
                      </a:lnTo>
                      <a:lnTo>
                        <a:pt x="232" y="2"/>
                      </a:lnTo>
                      <a:lnTo>
                        <a:pt x="249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44" name="Freeform 39"/>
                <p:cNvSpPr>
                  <a:spLocks/>
                </p:cNvSpPr>
                <p:nvPr/>
              </p:nvSpPr>
              <p:spPr bwMode="auto">
                <a:xfrm>
                  <a:off x="2792413" y="2079625"/>
                  <a:ext cx="71438" cy="55562"/>
                </a:xfrm>
                <a:custGeom>
                  <a:avLst/>
                  <a:gdLst>
                    <a:gd name="T0" fmla="*/ 69 w 319"/>
                    <a:gd name="T1" fmla="*/ 0 h 242"/>
                    <a:gd name="T2" fmla="*/ 87 w 319"/>
                    <a:gd name="T3" fmla="*/ 2 h 242"/>
                    <a:gd name="T4" fmla="*/ 104 w 319"/>
                    <a:gd name="T5" fmla="*/ 10 h 242"/>
                    <a:gd name="T6" fmla="*/ 285 w 319"/>
                    <a:gd name="T7" fmla="*/ 114 h 242"/>
                    <a:gd name="T8" fmla="*/ 299 w 319"/>
                    <a:gd name="T9" fmla="*/ 125 h 242"/>
                    <a:gd name="T10" fmla="*/ 310 w 319"/>
                    <a:gd name="T11" fmla="*/ 138 h 242"/>
                    <a:gd name="T12" fmla="*/ 316 w 319"/>
                    <a:gd name="T13" fmla="*/ 155 h 242"/>
                    <a:gd name="T14" fmla="*/ 319 w 319"/>
                    <a:gd name="T15" fmla="*/ 172 h 242"/>
                    <a:gd name="T16" fmla="*/ 316 w 319"/>
                    <a:gd name="T17" fmla="*/ 190 h 242"/>
                    <a:gd name="T18" fmla="*/ 310 w 319"/>
                    <a:gd name="T19" fmla="*/ 207 h 242"/>
                    <a:gd name="T20" fmla="*/ 298 w 319"/>
                    <a:gd name="T21" fmla="*/ 222 h 242"/>
                    <a:gd name="T22" fmla="*/ 284 w 319"/>
                    <a:gd name="T23" fmla="*/ 233 h 242"/>
                    <a:gd name="T24" fmla="*/ 268 w 319"/>
                    <a:gd name="T25" fmla="*/ 239 h 242"/>
                    <a:gd name="T26" fmla="*/ 250 w 319"/>
                    <a:gd name="T27" fmla="*/ 242 h 242"/>
                    <a:gd name="T28" fmla="*/ 231 w 319"/>
                    <a:gd name="T29" fmla="*/ 239 h 242"/>
                    <a:gd name="T30" fmla="*/ 214 w 319"/>
                    <a:gd name="T31" fmla="*/ 232 h 242"/>
                    <a:gd name="T32" fmla="*/ 34 w 319"/>
                    <a:gd name="T33" fmla="*/ 129 h 242"/>
                    <a:gd name="T34" fmla="*/ 20 w 319"/>
                    <a:gd name="T35" fmla="*/ 118 h 242"/>
                    <a:gd name="T36" fmla="*/ 9 w 319"/>
                    <a:gd name="T37" fmla="*/ 103 h 242"/>
                    <a:gd name="T38" fmla="*/ 2 w 319"/>
                    <a:gd name="T39" fmla="*/ 86 h 242"/>
                    <a:gd name="T40" fmla="*/ 0 w 319"/>
                    <a:gd name="T41" fmla="*/ 70 h 242"/>
                    <a:gd name="T42" fmla="*/ 2 w 319"/>
                    <a:gd name="T43" fmla="*/ 52 h 242"/>
                    <a:gd name="T44" fmla="*/ 9 w 319"/>
                    <a:gd name="T45" fmla="*/ 35 h 242"/>
                    <a:gd name="T46" fmla="*/ 20 w 319"/>
                    <a:gd name="T47" fmla="*/ 20 h 242"/>
                    <a:gd name="T48" fmla="*/ 35 w 319"/>
                    <a:gd name="T49" fmla="*/ 9 h 242"/>
                    <a:gd name="T50" fmla="*/ 51 w 319"/>
                    <a:gd name="T51" fmla="*/ 3 h 242"/>
                    <a:gd name="T52" fmla="*/ 69 w 319"/>
                    <a:gd name="T53" fmla="*/ 0 h 24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</a:cxnLst>
                  <a:rect l="0" t="0" r="r" b="b"/>
                  <a:pathLst>
                    <a:path w="319" h="242">
                      <a:moveTo>
                        <a:pt x="69" y="0"/>
                      </a:moveTo>
                      <a:lnTo>
                        <a:pt x="87" y="2"/>
                      </a:lnTo>
                      <a:lnTo>
                        <a:pt x="104" y="10"/>
                      </a:lnTo>
                      <a:lnTo>
                        <a:pt x="285" y="114"/>
                      </a:lnTo>
                      <a:lnTo>
                        <a:pt x="299" y="125"/>
                      </a:lnTo>
                      <a:lnTo>
                        <a:pt x="310" y="138"/>
                      </a:lnTo>
                      <a:lnTo>
                        <a:pt x="316" y="155"/>
                      </a:lnTo>
                      <a:lnTo>
                        <a:pt x="319" y="172"/>
                      </a:lnTo>
                      <a:lnTo>
                        <a:pt x="316" y="190"/>
                      </a:lnTo>
                      <a:lnTo>
                        <a:pt x="310" y="207"/>
                      </a:lnTo>
                      <a:lnTo>
                        <a:pt x="298" y="222"/>
                      </a:lnTo>
                      <a:lnTo>
                        <a:pt x="284" y="233"/>
                      </a:lnTo>
                      <a:lnTo>
                        <a:pt x="268" y="239"/>
                      </a:lnTo>
                      <a:lnTo>
                        <a:pt x="250" y="242"/>
                      </a:lnTo>
                      <a:lnTo>
                        <a:pt x="231" y="239"/>
                      </a:lnTo>
                      <a:lnTo>
                        <a:pt x="214" y="232"/>
                      </a:lnTo>
                      <a:lnTo>
                        <a:pt x="34" y="129"/>
                      </a:lnTo>
                      <a:lnTo>
                        <a:pt x="20" y="118"/>
                      </a:lnTo>
                      <a:lnTo>
                        <a:pt x="9" y="103"/>
                      </a:lnTo>
                      <a:lnTo>
                        <a:pt x="2" y="86"/>
                      </a:lnTo>
                      <a:lnTo>
                        <a:pt x="0" y="70"/>
                      </a:lnTo>
                      <a:lnTo>
                        <a:pt x="2" y="52"/>
                      </a:lnTo>
                      <a:lnTo>
                        <a:pt x="9" y="35"/>
                      </a:lnTo>
                      <a:lnTo>
                        <a:pt x="20" y="20"/>
                      </a:lnTo>
                      <a:lnTo>
                        <a:pt x="35" y="9"/>
                      </a:lnTo>
                      <a:lnTo>
                        <a:pt x="51" y="3"/>
                      </a:lnTo>
                      <a:lnTo>
                        <a:pt x="69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45" name="Freeform 40"/>
                <p:cNvSpPr>
                  <a:spLocks/>
                </p:cNvSpPr>
                <p:nvPr/>
              </p:nvSpPr>
              <p:spPr bwMode="auto">
                <a:xfrm>
                  <a:off x="2833688" y="1927225"/>
                  <a:ext cx="77788" cy="31750"/>
                </a:xfrm>
                <a:custGeom>
                  <a:avLst/>
                  <a:gdLst>
                    <a:gd name="T0" fmla="*/ 70 w 348"/>
                    <a:gd name="T1" fmla="*/ 0 h 139"/>
                    <a:gd name="T2" fmla="*/ 278 w 348"/>
                    <a:gd name="T3" fmla="*/ 0 h 139"/>
                    <a:gd name="T4" fmla="*/ 297 w 348"/>
                    <a:gd name="T5" fmla="*/ 4 h 139"/>
                    <a:gd name="T6" fmla="*/ 314 w 348"/>
                    <a:gd name="T7" fmla="*/ 10 h 139"/>
                    <a:gd name="T8" fmla="*/ 327 w 348"/>
                    <a:gd name="T9" fmla="*/ 21 h 139"/>
                    <a:gd name="T10" fmla="*/ 337 w 348"/>
                    <a:gd name="T11" fmla="*/ 35 h 139"/>
                    <a:gd name="T12" fmla="*/ 345 w 348"/>
                    <a:gd name="T13" fmla="*/ 51 h 139"/>
                    <a:gd name="T14" fmla="*/ 348 w 348"/>
                    <a:gd name="T15" fmla="*/ 70 h 139"/>
                    <a:gd name="T16" fmla="*/ 345 w 348"/>
                    <a:gd name="T17" fmla="*/ 88 h 139"/>
                    <a:gd name="T18" fmla="*/ 337 w 348"/>
                    <a:gd name="T19" fmla="*/ 104 h 139"/>
                    <a:gd name="T20" fmla="*/ 327 w 348"/>
                    <a:gd name="T21" fmla="*/ 119 h 139"/>
                    <a:gd name="T22" fmla="*/ 314 w 348"/>
                    <a:gd name="T23" fmla="*/ 129 h 139"/>
                    <a:gd name="T24" fmla="*/ 297 w 348"/>
                    <a:gd name="T25" fmla="*/ 137 h 139"/>
                    <a:gd name="T26" fmla="*/ 278 w 348"/>
                    <a:gd name="T27" fmla="*/ 139 h 139"/>
                    <a:gd name="T28" fmla="*/ 70 w 348"/>
                    <a:gd name="T29" fmla="*/ 139 h 139"/>
                    <a:gd name="T30" fmla="*/ 52 w 348"/>
                    <a:gd name="T31" fmla="*/ 137 h 139"/>
                    <a:gd name="T32" fmla="*/ 34 w 348"/>
                    <a:gd name="T33" fmla="*/ 129 h 139"/>
                    <a:gd name="T34" fmla="*/ 21 w 348"/>
                    <a:gd name="T35" fmla="*/ 119 h 139"/>
                    <a:gd name="T36" fmla="*/ 10 w 348"/>
                    <a:gd name="T37" fmla="*/ 104 h 139"/>
                    <a:gd name="T38" fmla="*/ 3 w 348"/>
                    <a:gd name="T39" fmla="*/ 88 h 139"/>
                    <a:gd name="T40" fmla="*/ 0 w 348"/>
                    <a:gd name="T41" fmla="*/ 70 h 139"/>
                    <a:gd name="T42" fmla="*/ 3 w 348"/>
                    <a:gd name="T43" fmla="*/ 51 h 139"/>
                    <a:gd name="T44" fmla="*/ 10 w 348"/>
                    <a:gd name="T45" fmla="*/ 35 h 139"/>
                    <a:gd name="T46" fmla="*/ 21 w 348"/>
                    <a:gd name="T47" fmla="*/ 21 h 139"/>
                    <a:gd name="T48" fmla="*/ 34 w 348"/>
                    <a:gd name="T49" fmla="*/ 10 h 139"/>
                    <a:gd name="T50" fmla="*/ 52 w 348"/>
                    <a:gd name="T51" fmla="*/ 4 h 139"/>
                    <a:gd name="T52" fmla="*/ 70 w 348"/>
                    <a:gd name="T53" fmla="*/ 0 h 13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</a:cxnLst>
                  <a:rect l="0" t="0" r="r" b="b"/>
                  <a:pathLst>
                    <a:path w="348" h="139">
                      <a:moveTo>
                        <a:pt x="70" y="0"/>
                      </a:moveTo>
                      <a:lnTo>
                        <a:pt x="278" y="0"/>
                      </a:lnTo>
                      <a:lnTo>
                        <a:pt x="297" y="4"/>
                      </a:lnTo>
                      <a:lnTo>
                        <a:pt x="314" y="10"/>
                      </a:lnTo>
                      <a:lnTo>
                        <a:pt x="327" y="21"/>
                      </a:lnTo>
                      <a:lnTo>
                        <a:pt x="337" y="35"/>
                      </a:lnTo>
                      <a:lnTo>
                        <a:pt x="345" y="51"/>
                      </a:lnTo>
                      <a:lnTo>
                        <a:pt x="348" y="70"/>
                      </a:lnTo>
                      <a:lnTo>
                        <a:pt x="345" y="88"/>
                      </a:lnTo>
                      <a:lnTo>
                        <a:pt x="337" y="104"/>
                      </a:lnTo>
                      <a:lnTo>
                        <a:pt x="327" y="119"/>
                      </a:lnTo>
                      <a:lnTo>
                        <a:pt x="314" y="129"/>
                      </a:lnTo>
                      <a:lnTo>
                        <a:pt x="297" y="137"/>
                      </a:lnTo>
                      <a:lnTo>
                        <a:pt x="278" y="139"/>
                      </a:lnTo>
                      <a:lnTo>
                        <a:pt x="70" y="139"/>
                      </a:lnTo>
                      <a:lnTo>
                        <a:pt x="52" y="137"/>
                      </a:lnTo>
                      <a:lnTo>
                        <a:pt x="34" y="129"/>
                      </a:lnTo>
                      <a:lnTo>
                        <a:pt x="21" y="119"/>
                      </a:lnTo>
                      <a:lnTo>
                        <a:pt x="10" y="104"/>
                      </a:lnTo>
                      <a:lnTo>
                        <a:pt x="3" y="88"/>
                      </a:lnTo>
                      <a:lnTo>
                        <a:pt x="0" y="70"/>
                      </a:lnTo>
                      <a:lnTo>
                        <a:pt x="3" y="51"/>
                      </a:lnTo>
                      <a:lnTo>
                        <a:pt x="10" y="35"/>
                      </a:lnTo>
                      <a:lnTo>
                        <a:pt x="21" y="21"/>
                      </a:lnTo>
                      <a:lnTo>
                        <a:pt x="34" y="10"/>
                      </a:lnTo>
                      <a:lnTo>
                        <a:pt x="52" y="4"/>
                      </a:lnTo>
                      <a:lnTo>
                        <a:pt x="70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46" name="Freeform 41"/>
                <p:cNvSpPr>
                  <a:spLocks/>
                </p:cNvSpPr>
                <p:nvPr/>
              </p:nvSpPr>
              <p:spPr bwMode="auto">
                <a:xfrm>
                  <a:off x="2792413" y="1751013"/>
                  <a:ext cx="71438" cy="55562"/>
                </a:xfrm>
                <a:custGeom>
                  <a:avLst/>
                  <a:gdLst>
                    <a:gd name="T0" fmla="*/ 250 w 319"/>
                    <a:gd name="T1" fmla="*/ 0 h 241"/>
                    <a:gd name="T2" fmla="*/ 268 w 319"/>
                    <a:gd name="T3" fmla="*/ 3 h 241"/>
                    <a:gd name="T4" fmla="*/ 284 w 319"/>
                    <a:gd name="T5" fmla="*/ 9 h 241"/>
                    <a:gd name="T6" fmla="*/ 298 w 319"/>
                    <a:gd name="T7" fmla="*/ 20 h 241"/>
                    <a:gd name="T8" fmla="*/ 310 w 319"/>
                    <a:gd name="T9" fmla="*/ 34 h 241"/>
                    <a:gd name="T10" fmla="*/ 316 w 319"/>
                    <a:gd name="T11" fmla="*/ 51 h 241"/>
                    <a:gd name="T12" fmla="*/ 319 w 319"/>
                    <a:gd name="T13" fmla="*/ 69 h 241"/>
                    <a:gd name="T14" fmla="*/ 316 w 319"/>
                    <a:gd name="T15" fmla="*/ 87 h 241"/>
                    <a:gd name="T16" fmla="*/ 310 w 319"/>
                    <a:gd name="T17" fmla="*/ 103 h 241"/>
                    <a:gd name="T18" fmla="*/ 299 w 319"/>
                    <a:gd name="T19" fmla="*/ 118 h 241"/>
                    <a:gd name="T20" fmla="*/ 285 w 319"/>
                    <a:gd name="T21" fmla="*/ 129 h 241"/>
                    <a:gd name="T22" fmla="*/ 104 w 319"/>
                    <a:gd name="T23" fmla="*/ 231 h 241"/>
                    <a:gd name="T24" fmla="*/ 87 w 319"/>
                    <a:gd name="T25" fmla="*/ 239 h 241"/>
                    <a:gd name="T26" fmla="*/ 69 w 319"/>
                    <a:gd name="T27" fmla="*/ 241 h 241"/>
                    <a:gd name="T28" fmla="*/ 52 w 319"/>
                    <a:gd name="T29" fmla="*/ 239 h 241"/>
                    <a:gd name="T30" fmla="*/ 35 w 319"/>
                    <a:gd name="T31" fmla="*/ 232 h 241"/>
                    <a:gd name="T32" fmla="*/ 20 w 319"/>
                    <a:gd name="T33" fmla="*/ 221 h 241"/>
                    <a:gd name="T34" fmla="*/ 9 w 319"/>
                    <a:gd name="T35" fmla="*/ 206 h 241"/>
                    <a:gd name="T36" fmla="*/ 2 w 319"/>
                    <a:gd name="T37" fmla="*/ 190 h 241"/>
                    <a:gd name="T38" fmla="*/ 0 w 319"/>
                    <a:gd name="T39" fmla="*/ 172 h 241"/>
                    <a:gd name="T40" fmla="*/ 2 w 319"/>
                    <a:gd name="T41" fmla="*/ 155 h 241"/>
                    <a:gd name="T42" fmla="*/ 9 w 319"/>
                    <a:gd name="T43" fmla="*/ 138 h 241"/>
                    <a:gd name="T44" fmla="*/ 20 w 319"/>
                    <a:gd name="T45" fmla="*/ 124 h 241"/>
                    <a:gd name="T46" fmla="*/ 34 w 319"/>
                    <a:gd name="T47" fmla="*/ 112 h 241"/>
                    <a:gd name="T48" fmla="*/ 214 w 319"/>
                    <a:gd name="T49" fmla="*/ 9 h 241"/>
                    <a:gd name="T50" fmla="*/ 233 w 319"/>
                    <a:gd name="T51" fmla="*/ 3 h 241"/>
                    <a:gd name="T52" fmla="*/ 250 w 319"/>
                    <a:gd name="T53" fmla="*/ 0 h 24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</a:cxnLst>
                  <a:rect l="0" t="0" r="r" b="b"/>
                  <a:pathLst>
                    <a:path w="319" h="241">
                      <a:moveTo>
                        <a:pt x="250" y="0"/>
                      </a:moveTo>
                      <a:lnTo>
                        <a:pt x="268" y="3"/>
                      </a:lnTo>
                      <a:lnTo>
                        <a:pt x="284" y="9"/>
                      </a:lnTo>
                      <a:lnTo>
                        <a:pt x="298" y="20"/>
                      </a:lnTo>
                      <a:lnTo>
                        <a:pt x="310" y="34"/>
                      </a:lnTo>
                      <a:lnTo>
                        <a:pt x="316" y="51"/>
                      </a:lnTo>
                      <a:lnTo>
                        <a:pt x="319" y="69"/>
                      </a:lnTo>
                      <a:lnTo>
                        <a:pt x="316" y="87"/>
                      </a:lnTo>
                      <a:lnTo>
                        <a:pt x="310" y="103"/>
                      </a:lnTo>
                      <a:lnTo>
                        <a:pt x="299" y="118"/>
                      </a:lnTo>
                      <a:lnTo>
                        <a:pt x="285" y="129"/>
                      </a:lnTo>
                      <a:lnTo>
                        <a:pt x="104" y="231"/>
                      </a:lnTo>
                      <a:lnTo>
                        <a:pt x="87" y="239"/>
                      </a:lnTo>
                      <a:lnTo>
                        <a:pt x="69" y="241"/>
                      </a:lnTo>
                      <a:lnTo>
                        <a:pt x="52" y="239"/>
                      </a:lnTo>
                      <a:lnTo>
                        <a:pt x="35" y="232"/>
                      </a:lnTo>
                      <a:lnTo>
                        <a:pt x="20" y="221"/>
                      </a:lnTo>
                      <a:lnTo>
                        <a:pt x="9" y="206"/>
                      </a:lnTo>
                      <a:lnTo>
                        <a:pt x="2" y="190"/>
                      </a:lnTo>
                      <a:lnTo>
                        <a:pt x="0" y="172"/>
                      </a:lnTo>
                      <a:lnTo>
                        <a:pt x="2" y="155"/>
                      </a:lnTo>
                      <a:lnTo>
                        <a:pt x="9" y="138"/>
                      </a:lnTo>
                      <a:lnTo>
                        <a:pt x="20" y="124"/>
                      </a:lnTo>
                      <a:lnTo>
                        <a:pt x="34" y="112"/>
                      </a:lnTo>
                      <a:lnTo>
                        <a:pt x="214" y="9"/>
                      </a:lnTo>
                      <a:lnTo>
                        <a:pt x="233" y="3"/>
                      </a:lnTo>
                      <a:lnTo>
                        <a:pt x="250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47" name="Freeform 42"/>
                <p:cNvSpPr>
                  <a:spLocks/>
                </p:cNvSpPr>
                <p:nvPr/>
              </p:nvSpPr>
              <p:spPr bwMode="auto">
                <a:xfrm>
                  <a:off x="2679700" y="1622425"/>
                  <a:ext cx="55563" cy="71437"/>
                </a:xfrm>
                <a:custGeom>
                  <a:avLst/>
                  <a:gdLst>
                    <a:gd name="T0" fmla="*/ 172 w 243"/>
                    <a:gd name="T1" fmla="*/ 0 h 316"/>
                    <a:gd name="T2" fmla="*/ 191 w 243"/>
                    <a:gd name="T3" fmla="*/ 2 h 316"/>
                    <a:gd name="T4" fmla="*/ 208 w 243"/>
                    <a:gd name="T5" fmla="*/ 10 h 316"/>
                    <a:gd name="T6" fmla="*/ 222 w 243"/>
                    <a:gd name="T7" fmla="*/ 21 h 316"/>
                    <a:gd name="T8" fmla="*/ 234 w 243"/>
                    <a:gd name="T9" fmla="*/ 34 h 316"/>
                    <a:gd name="T10" fmla="*/ 241 w 243"/>
                    <a:gd name="T11" fmla="*/ 51 h 316"/>
                    <a:gd name="T12" fmla="*/ 243 w 243"/>
                    <a:gd name="T13" fmla="*/ 68 h 316"/>
                    <a:gd name="T14" fmla="*/ 241 w 243"/>
                    <a:gd name="T15" fmla="*/ 86 h 316"/>
                    <a:gd name="T16" fmla="*/ 234 w 243"/>
                    <a:gd name="T17" fmla="*/ 103 h 316"/>
                    <a:gd name="T18" fmla="*/ 129 w 243"/>
                    <a:gd name="T19" fmla="*/ 282 h 316"/>
                    <a:gd name="T20" fmla="*/ 118 w 243"/>
                    <a:gd name="T21" fmla="*/ 297 h 316"/>
                    <a:gd name="T22" fmla="*/ 103 w 243"/>
                    <a:gd name="T23" fmla="*/ 308 h 316"/>
                    <a:gd name="T24" fmla="*/ 87 w 243"/>
                    <a:gd name="T25" fmla="*/ 314 h 316"/>
                    <a:gd name="T26" fmla="*/ 69 w 243"/>
                    <a:gd name="T27" fmla="*/ 316 h 316"/>
                    <a:gd name="T28" fmla="*/ 52 w 243"/>
                    <a:gd name="T29" fmla="*/ 314 h 316"/>
                    <a:gd name="T30" fmla="*/ 35 w 243"/>
                    <a:gd name="T31" fmla="*/ 307 h 316"/>
                    <a:gd name="T32" fmla="*/ 19 w 243"/>
                    <a:gd name="T33" fmla="*/ 296 h 316"/>
                    <a:gd name="T34" fmla="*/ 9 w 243"/>
                    <a:gd name="T35" fmla="*/ 282 h 316"/>
                    <a:gd name="T36" fmla="*/ 2 w 243"/>
                    <a:gd name="T37" fmla="*/ 265 h 316"/>
                    <a:gd name="T38" fmla="*/ 0 w 243"/>
                    <a:gd name="T39" fmla="*/ 248 h 316"/>
                    <a:gd name="T40" fmla="*/ 2 w 243"/>
                    <a:gd name="T41" fmla="*/ 230 h 316"/>
                    <a:gd name="T42" fmla="*/ 9 w 243"/>
                    <a:gd name="T43" fmla="*/ 214 h 316"/>
                    <a:gd name="T44" fmla="*/ 113 w 243"/>
                    <a:gd name="T45" fmla="*/ 34 h 316"/>
                    <a:gd name="T46" fmla="*/ 125 w 243"/>
                    <a:gd name="T47" fmla="*/ 20 h 316"/>
                    <a:gd name="T48" fmla="*/ 140 w 243"/>
                    <a:gd name="T49" fmla="*/ 9 h 316"/>
                    <a:gd name="T50" fmla="*/ 155 w 243"/>
                    <a:gd name="T51" fmla="*/ 2 h 316"/>
                    <a:gd name="T52" fmla="*/ 172 w 243"/>
                    <a:gd name="T53" fmla="*/ 0 h 31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</a:cxnLst>
                  <a:rect l="0" t="0" r="r" b="b"/>
                  <a:pathLst>
                    <a:path w="243" h="316">
                      <a:moveTo>
                        <a:pt x="172" y="0"/>
                      </a:moveTo>
                      <a:lnTo>
                        <a:pt x="191" y="2"/>
                      </a:lnTo>
                      <a:lnTo>
                        <a:pt x="208" y="10"/>
                      </a:lnTo>
                      <a:lnTo>
                        <a:pt x="222" y="21"/>
                      </a:lnTo>
                      <a:lnTo>
                        <a:pt x="234" y="34"/>
                      </a:lnTo>
                      <a:lnTo>
                        <a:pt x="241" y="51"/>
                      </a:lnTo>
                      <a:lnTo>
                        <a:pt x="243" y="68"/>
                      </a:lnTo>
                      <a:lnTo>
                        <a:pt x="241" y="86"/>
                      </a:lnTo>
                      <a:lnTo>
                        <a:pt x="234" y="103"/>
                      </a:lnTo>
                      <a:lnTo>
                        <a:pt x="129" y="282"/>
                      </a:lnTo>
                      <a:lnTo>
                        <a:pt x="118" y="297"/>
                      </a:lnTo>
                      <a:lnTo>
                        <a:pt x="103" y="308"/>
                      </a:lnTo>
                      <a:lnTo>
                        <a:pt x="87" y="314"/>
                      </a:lnTo>
                      <a:lnTo>
                        <a:pt x="69" y="316"/>
                      </a:lnTo>
                      <a:lnTo>
                        <a:pt x="52" y="314"/>
                      </a:lnTo>
                      <a:lnTo>
                        <a:pt x="35" y="307"/>
                      </a:lnTo>
                      <a:lnTo>
                        <a:pt x="19" y="296"/>
                      </a:lnTo>
                      <a:lnTo>
                        <a:pt x="9" y="282"/>
                      </a:lnTo>
                      <a:lnTo>
                        <a:pt x="2" y="265"/>
                      </a:lnTo>
                      <a:lnTo>
                        <a:pt x="0" y="248"/>
                      </a:lnTo>
                      <a:lnTo>
                        <a:pt x="2" y="230"/>
                      </a:lnTo>
                      <a:lnTo>
                        <a:pt x="9" y="214"/>
                      </a:lnTo>
                      <a:lnTo>
                        <a:pt x="113" y="34"/>
                      </a:lnTo>
                      <a:lnTo>
                        <a:pt x="125" y="20"/>
                      </a:lnTo>
                      <a:lnTo>
                        <a:pt x="140" y="9"/>
                      </a:lnTo>
                      <a:lnTo>
                        <a:pt x="155" y="2"/>
                      </a:lnTo>
                      <a:lnTo>
                        <a:pt x="172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48" name="Freeform 43"/>
                <p:cNvSpPr>
                  <a:spLocks/>
                </p:cNvSpPr>
                <p:nvPr/>
              </p:nvSpPr>
              <p:spPr bwMode="auto">
                <a:xfrm>
                  <a:off x="2503488" y="1811338"/>
                  <a:ext cx="76200" cy="242887"/>
                </a:xfrm>
                <a:custGeom>
                  <a:avLst/>
                  <a:gdLst>
                    <a:gd name="T0" fmla="*/ 167 w 334"/>
                    <a:gd name="T1" fmla="*/ 0 h 1073"/>
                    <a:gd name="T2" fmla="*/ 201 w 334"/>
                    <a:gd name="T3" fmla="*/ 2 h 1073"/>
                    <a:gd name="T4" fmla="*/ 230 w 334"/>
                    <a:gd name="T5" fmla="*/ 8 h 1073"/>
                    <a:gd name="T6" fmla="*/ 258 w 334"/>
                    <a:gd name="T7" fmla="*/ 18 h 1073"/>
                    <a:gd name="T8" fmla="*/ 280 w 334"/>
                    <a:gd name="T9" fmla="*/ 33 h 1073"/>
                    <a:gd name="T10" fmla="*/ 300 w 334"/>
                    <a:gd name="T11" fmla="*/ 51 h 1073"/>
                    <a:gd name="T12" fmla="*/ 314 w 334"/>
                    <a:gd name="T13" fmla="*/ 72 h 1073"/>
                    <a:gd name="T14" fmla="*/ 326 w 334"/>
                    <a:gd name="T15" fmla="*/ 98 h 1073"/>
                    <a:gd name="T16" fmla="*/ 331 w 334"/>
                    <a:gd name="T17" fmla="*/ 128 h 1073"/>
                    <a:gd name="T18" fmla="*/ 334 w 334"/>
                    <a:gd name="T19" fmla="*/ 162 h 1073"/>
                    <a:gd name="T20" fmla="*/ 334 w 334"/>
                    <a:gd name="T21" fmla="*/ 406 h 1073"/>
                    <a:gd name="T22" fmla="*/ 332 w 334"/>
                    <a:gd name="T23" fmla="*/ 438 h 1073"/>
                    <a:gd name="T24" fmla="*/ 329 w 334"/>
                    <a:gd name="T25" fmla="*/ 471 h 1073"/>
                    <a:gd name="T26" fmla="*/ 326 w 334"/>
                    <a:gd name="T27" fmla="*/ 505 h 1073"/>
                    <a:gd name="T28" fmla="*/ 260 w 334"/>
                    <a:gd name="T29" fmla="*/ 996 h 1073"/>
                    <a:gd name="T30" fmla="*/ 255 w 334"/>
                    <a:gd name="T31" fmla="*/ 1019 h 1073"/>
                    <a:gd name="T32" fmla="*/ 247 w 334"/>
                    <a:gd name="T33" fmla="*/ 1039 h 1073"/>
                    <a:gd name="T34" fmla="*/ 237 w 334"/>
                    <a:gd name="T35" fmla="*/ 1052 h 1073"/>
                    <a:gd name="T36" fmla="*/ 224 w 334"/>
                    <a:gd name="T37" fmla="*/ 1062 h 1073"/>
                    <a:gd name="T38" fmla="*/ 208 w 334"/>
                    <a:gd name="T39" fmla="*/ 1069 h 1073"/>
                    <a:gd name="T40" fmla="*/ 188 w 334"/>
                    <a:gd name="T41" fmla="*/ 1072 h 1073"/>
                    <a:gd name="T42" fmla="*/ 167 w 334"/>
                    <a:gd name="T43" fmla="*/ 1073 h 1073"/>
                    <a:gd name="T44" fmla="*/ 145 w 334"/>
                    <a:gd name="T45" fmla="*/ 1072 h 1073"/>
                    <a:gd name="T46" fmla="*/ 126 w 334"/>
                    <a:gd name="T47" fmla="*/ 1069 h 1073"/>
                    <a:gd name="T48" fmla="*/ 110 w 334"/>
                    <a:gd name="T49" fmla="*/ 1062 h 1073"/>
                    <a:gd name="T50" fmla="*/ 96 w 334"/>
                    <a:gd name="T51" fmla="*/ 1052 h 1073"/>
                    <a:gd name="T52" fmla="*/ 86 w 334"/>
                    <a:gd name="T53" fmla="*/ 1039 h 1073"/>
                    <a:gd name="T54" fmla="*/ 78 w 334"/>
                    <a:gd name="T55" fmla="*/ 1019 h 1073"/>
                    <a:gd name="T56" fmla="*/ 74 w 334"/>
                    <a:gd name="T57" fmla="*/ 996 h 1073"/>
                    <a:gd name="T58" fmla="*/ 8 w 334"/>
                    <a:gd name="T59" fmla="*/ 505 h 1073"/>
                    <a:gd name="T60" fmla="*/ 5 w 334"/>
                    <a:gd name="T61" fmla="*/ 471 h 1073"/>
                    <a:gd name="T62" fmla="*/ 1 w 334"/>
                    <a:gd name="T63" fmla="*/ 438 h 1073"/>
                    <a:gd name="T64" fmla="*/ 0 w 334"/>
                    <a:gd name="T65" fmla="*/ 406 h 1073"/>
                    <a:gd name="T66" fmla="*/ 0 w 334"/>
                    <a:gd name="T67" fmla="*/ 162 h 1073"/>
                    <a:gd name="T68" fmla="*/ 2 w 334"/>
                    <a:gd name="T69" fmla="*/ 128 h 1073"/>
                    <a:gd name="T70" fmla="*/ 8 w 334"/>
                    <a:gd name="T71" fmla="*/ 98 h 1073"/>
                    <a:gd name="T72" fmla="*/ 19 w 334"/>
                    <a:gd name="T73" fmla="*/ 72 h 1073"/>
                    <a:gd name="T74" fmla="*/ 34 w 334"/>
                    <a:gd name="T75" fmla="*/ 51 h 1073"/>
                    <a:gd name="T76" fmla="*/ 53 w 334"/>
                    <a:gd name="T77" fmla="*/ 33 h 1073"/>
                    <a:gd name="T78" fmla="*/ 76 w 334"/>
                    <a:gd name="T79" fmla="*/ 18 h 1073"/>
                    <a:gd name="T80" fmla="*/ 103 w 334"/>
                    <a:gd name="T81" fmla="*/ 8 h 1073"/>
                    <a:gd name="T82" fmla="*/ 133 w 334"/>
                    <a:gd name="T83" fmla="*/ 2 h 1073"/>
                    <a:gd name="T84" fmla="*/ 167 w 334"/>
                    <a:gd name="T85" fmla="*/ 0 h 107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</a:cxnLst>
                  <a:rect l="0" t="0" r="r" b="b"/>
                  <a:pathLst>
                    <a:path w="334" h="1073">
                      <a:moveTo>
                        <a:pt x="167" y="0"/>
                      </a:moveTo>
                      <a:lnTo>
                        <a:pt x="201" y="2"/>
                      </a:lnTo>
                      <a:lnTo>
                        <a:pt x="230" y="8"/>
                      </a:lnTo>
                      <a:lnTo>
                        <a:pt x="258" y="18"/>
                      </a:lnTo>
                      <a:lnTo>
                        <a:pt x="280" y="33"/>
                      </a:lnTo>
                      <a:lnTo>
                        <a:pt x="300" y="51"/>
                      </a:lnTo>
                      <a:lnTo>
                        <a:pt x="314" y="72"/>
                      </a:lnTo>
                      <a:lnTo>
                        <a:pt x="326" y="98"/>
                      </a:lnTo>
                      <a:lnTo>
                        <a:pt x="331" y="128"/>
                      </a:lnTo>
                      <a:lnTo>
                        <a:pt x="334" y="162"/>
                      </a:lnTo>
                      <a:lnTo>
                        <a:pt x="334" y="406"/>
                      </a:lnTo>
                      <a:lnTo>
                        <a:pt x="332" y="438"/>
                      </a:lnTo>
                      <a:lnTo>
                        <a:pt x="329" y="471"/>
                      </a:lnTo>
                      <a:lnTo>
                        <a:pt x="326" y="505"/>
                      </a:lnTo>
                      <a:lnTo>
                        <a:pt x="260" y="996"/>
                      </a:lnTo>
                      <a:lnTo>
                        <a:pt x="255" y="1019"/>
                      </a:lnTo>
                      <a:lnTo>
                        <a:pt x="247" y="1039"/>
                      </a:lnTo>
                      <a:lnTo>
                        <a:pt x="237" y="1052"/>
                      </a:lnTo>
                      <a:lnTo>
                        <a:pt x="224" y="1062"/>
                      </a:lnTo>
                      <a:lnTo>
                        <a:pt x="208" y="1069"/>
                      </a:lnTo>
                      <a:lnTo>
                        <a:pt x="188" y="1072"/>
                      </a:lnTo>
                      <a:lnTo>
                        <a:pt x="167" y="1073"/>
                      </a:lnTo>
                      <a:lnTo>
                        <a:pt x="145" y="1072"/>
                      </a:lnTo>
                      <a:lnTo>
                        <a:pt x="126" y="1069"/>
                      </a:lnTo>
                      <a:lnTo>
                        <a:pt x="110" y="1062"/>
                      </a:lnTo>
                      <a:lnTo>
                        <a:pt x="96" y="1052"/>
                      </a:lnTo>
                      <a:lnTo>
                        <a:pt x="86" y="1039"/>
                      </a:lnTo>
                      <a:lnTo>
                        <a:pt x="78" y="1019"/>
                      </a:lnTo>
                      <a:lnTo>
                        <a:pt x="74" y="996"/>
                      </a:lnTo>
                      <a:lnTo>
                        <a:pt x="8" y="505"/>
                      </a:lnTo>
                      <a:lnTo>
                        <a:pt x="5" y="471"/>
                      </a:lnTo>
                      <a:lnTo>
                        <a:pt x="1" y="438"/>
                      </a:lnTo>
                      <a:lnTo>
                        <a:pt x="0" y="406"/>
                      </a:lnTo>
                      <a:lnTo>
                        <a:pt x="0" y="162"/>
                      </a:lnTo>
                      <a:lnTo>
                        <a:pt x="2" y="128"/>
                      </a:lnTo>
                      <a:lnTo>
                        <a:pt x="8" y="98"/>
                      </a:lnTo>
                      <a:lnTo>
                        <a:pt x="19" y="72"/>
                      </a:lnTo>
                      <a:lnTo>
                        <a:pt x="34" y="51"/>
                      </a:lnTo>
                      <a:lnTo>
                        <a:pt x="53" y="33"/>
                      </a:lnTo>
                      <a:lnTo>
                        <a:pt x="76" y="18"/>
                      </a:lnTo>
                      <a:lnTo>
                        <a:pt x="103" y="8"/>
                      </a:lnTo>
                      <a:lnTo>
                        <a:pt x="133" y="2"/>
                      </a:lnTo>
                      <a:lnTo>
                        <a:pt x="167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49" name="Freeform 44"/>
                <p:cNvSpPr>
                  <a:spLocks/>
                </p:cNvSpPr>
                <p:nvPr/>
              </p:nvSpPr>
              <p:spPr bwMode="auto">
                <a:xfrm>
                  <a:off x="2501900" y="2085975"/>
                  <a:ext cx="79375" cy="77787"/>
                </a:xfrm>
                <a:custGeom>
                  <a:avLst/>
                  <a:gdLst>
                    <a:gd name="T0" fmla="*/ 174 w 347"/>
                    <a:gd name="T1" fmla="*/ 0 h 344"/>
                    <a:gd name="T2" fmla="*/ 209 w 347"/>
                    <a:gd name="T3" fmla="*/ 4 h 344"/>
                    <a:gd name="T4" fmla="*/ 241 w 347"/>
                    <a:gd name="T5" fmla="*/ 14 h 344"/>
                    <a:gd name="T6" fmla="*/ 270 w 347"/>
                    <a:gd name="T7" fmla="*/ 30 h 344"/>
                    <a:gd name="T8" fmla="*/ 296 w 347"/>
                    <a:gd name="T9" fmla="*/ 50 h 344"/>
                    <a:gd name="T10" fmla="*/ 318 w 347"/>
                    <a:gd name="T11" fmla="*/ 76 h 344"/>
                    <a:gd name="T12" fmla="*/ 334 w 347"/>
                    <a:gd name="T13" fmla="*/ 106 h 344"/>
                    <a:gd name="T14" fmla="*/ 344 w 347"/>
                    <a:gd name="T15" fmla="*/ 138 h 344"/>
                    <a:gd name="T16" fmla="*/ 347 w 347"/>
                    <a:gd name="T17" fmla="*/ 172 h 344"/>
                    <a:gd name="T18" fmla="*/ 344 w 347"/>
                    <a:gd name="T19" fmla="*/ 207 h 344"/>
                    <a:gd name="T20" fmla="*/ 334 w 347"/>
                    <a:gd name="T21" fmla="*/ 240 h 344"/>
                    <a:gd name="T22" fmla="*/ 318 w 347"/>
                    <a:gd name="T23" fmla="*/ 269 h 344"/>
                    <a:gd name="T24" fmla="*/ 296 w 347"/>
                    <a:gd name="T25" fmla="*/ 294 h 344"/>
                    <a:gd name="T26" fmla="*/ 270 w 347"/>
                    <a:gd name="T27" fmla="*/ 315 h 344"/>
                    <a:gd name="T28" fmla="*/ 241 w 347"/>
                    <a:gd name="T29" fmla="*/ 331 h 344"/>
                    <a:gd name="T30" fmla="*/ 209 w 347"/>
                    <a:gd name="T31" fmla="*/ 341 h 344"/>
                    <a:gd name="T32" fmla="*/ 174 w 347"/>
                    <a:gd name="T33" fmla="*/ 344 h 344"/>
                    <a:gd name="T34" fmla="*/ 139 w 347"/>
                    <a:gd name="T35" fmla="*/ 341 h 344"/>
                    <a:gd name="T36" fmla="*/ 107 w 347"/>
                    <a:gd name="T37" fmla="*/ 331 h 344"/>
                    <a:gd name="T38" fmla="*/ 77 w 347"/>
                    <a:gd name="T39" fmla="*/ 315 h 344"/>
                    <a:gd name="T40" fmla="*/ 51 w 347"/>
                    <a:gd name="T41" fmla="*/ 294 h 344"/>
                    <a:gd name="T42" fmla="*/ 30 w 347"/>
                    <a:gd name="T43" fmla="*/ 269 h 344"/>
                    <a:gd name="T44" fmla="*/ 14 w 347"/>
                    <a:gd name="T45" fmla="*/ 240 h 344"/>
                    <a:gd name="T46" fmla="*/ 4 w 347"/>
                    <a:gd name="T47" fmla="*/ 207 h 344"/>
                    <a:gd name="T48" fmla="*/ 0 w 347"/>
                    <a:gd name="T49" fmla="*/ 172 h 344"/>
                    <a:gd name="T50" fmla="*/ 4 w 347"/>
                    <a:gd name="T51" fmla="*/ 138 h 344"/>
                    <a:gd name="T52" fmla="*/ 14 w 347"/>
                    <a:gd name="T53" fmla="*/ 106 h 344"/>
                    <a:gd name="T54" fmla="*/ 30 w 347"/>
                    <a:gd name="T55" fmla="*/ 76 h 344"/>
                    <a:gd name="T56" fmla="*/ 51 w 347"/>
                    <a:gd name="T57" fmla="*/ 50 h 344"/>
                    <a:gd name="T58" fmla="*/ 77 w 347"/>
                    <a:gd name="T59" fmla="*/ 30 h 344"/>
                    <a:gd name="T60" fmla="*/ 107 w 347"/>
                    <a:gd name="T61" fmla="*/ 14 h 344"/>
                    <a:gd name="T62" fmla="*/ 139 w 347"/>
                    <a:gd name="T63" fmla="*/ 4 h 344"/>
                    <a:gd name="T64" fmla="*/ 174 w 347"/>
                    <a:gd name="T65" fmla="*/ 0 h 34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</a:cxnLst>
                  <a:rect l="0" t="0" r="r" b="b"/>
                  <a:pathLst>
                    <a:path w="347" h="344">
                      <a:moveTo>
                        <a:pt x="174" y="0"/>
                      </a:moveTo>
                      <a:lnTo>
                        <a:pt x="209" y="4"/>
                      </a:lnTo>
                      <a:lnTo>
                        <a:pt x="241" y="14"/>
                      </a:lnTo>
                      <a:lnTo>
                        <a:pt x="270" y="30"/>
                      </a:lnTo>
                      <a:lnTo>
                        <a:pt x="296" y="50"/>
                      </a:lnTo>
                      <a:lnTo>
                        <a:pt x="318" y="76"/>
                      </a:lnTo>
                      <a:lnTo>
                        <a:pt x="334" y="106"/>
                      </a:lnTo>
                      <a:lnTo>
                        <a:pt x="344" y="138"/>
                      </a:lnTo>
                      <a:lnTo>
                        <a:pt x="347" y="172"/>
                      </a:lnTo>
                      <a:lnTo>
                        <a:pt x="344" y="207"/>
                      </a:lnTo>
                      <a:lnTo>
                        <a:pt x="334" y="240"/>
                      </a:lnTo>
                      <a:lnTo>
                        <a:pt x="318" y="269"/>
                      </a:lnTo>
                      <a:lnTo>
                        <a:pt x="296" y="294"/>
                      </a:lnTo>
                      <a:lnTo>
                        <a:pt x="270" y="315"/>
                      </a:lnTo>
                      <a:lnTo>
                        <a:pt x="241" y="331"/>
                      </a:lnTo>
                      <a:lnTo>
                        <a:pt x="209" y="341"/>
                      </a:lnTo>
                      <a:lnTo>
                        <a:pt x="174" y="344"/>
                      </a:lnTo>
                      <a:lnTo>
                        <a:pt x="139" y="341"/>
                      </a:lnTo>
                      <a:lnTo>
                        <a:pt x="107" y="331"/>
                      </a:lnTo>
                      <a:lnTo>
                        <a:pt x="77" y="315"/>
                      </a:lnTo>
                      <a:lnTo>
                        <a:pt x="51" y="294"/>
                      </a:lnTo>
                      <a:lnTo>
                        <a:pt x="30" y="269"/>
                      </a:lnTo>
                      <a:lnTo>
                        <a:pt x="14" y="240"/>
                      </a:lnTo>
                      <a:lnTo>
                        <a:pt x="4" y="207"/>
                      </a:lnTo>
                      <a:lnTo>
                        <a:pt x="0" y="172"/>
                      </a:lnTo>
                      <a:lnTo>
                        <a:pt x="4" y="138"/>
                      </a:lnTo>
                      <a:lnTo>
                        <a:pt x="14" y="106"/>
                      </a:lnTo>
                      <a:lnTo>
                        <a:pt x="30" y="76"/>
                      </a:lnTo>
                      <a:lnTo>
                        <a:pt x="51" y="50"/>
                      </a:lnTo>
                      <a:lnTo>
                        <a:pt x="77" y="30"/>
                      </a:lnTo>
                      <a:lnTo>
                        <a:pt x="107" y="14"/>
                      </a:lnTo>
                      <a:lnTo>
                        <a:pt x="139" y="4"/>
                      </a:lnTo>
                      <a:lnTo>
                        <a:pt x="174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</p:grpSp>
        </p:grpSp>
        <p:grpSp>
          <p:nvGrpSpPr>
            <p:cNvPr id="5" name="그룹 51"/>
            <p:cNvGrpSpPr/>
            <p:nvPr/>
          </p:nvGrpSpPr>
          <p:grpSpPr>
            <a:xfrm>
              <a:off x="6377507" y="3161645"/>
              <a:ext cx="1887811" cy="1488466"/>
              <a:chOff x="6225107" y="3009245"/>
              <a:chExt cx="1887811" cy="1488466"/>
            </a:xfrm>
          </p:grpSpPr>
          <p:sp>
            <p:nvSpPr>
              <p:cNvPr id="34" name="Freeform 25"/>
              <p:cNvSpPr>
                <a:spLocks noEditPoints="1"/>
              </p:cNvSpPr>
              <p:nvPr/>
            </p:nvSpPr>
            <p:spPr bwMode="auto">
              <a:xfrm>
                <a:off x="6225107" y="3009245"/>
                <a:ext cx="1887811" cy="1488466"/>
              </a:xfrm>
              <a:custGeom>
                <a:avLst/>
                <a:gdLst>
                  <a:gd name="T0" fmla="*/ 1139 w 2079"/>
                  <a:gd name="T1" fmla="*/ 134 h 1640"/>
                  <a:gd name="T2" fmla="*/ 941 w 2079"/>
                  <a:gd name="T3" fmla="*/ 210 h 1640"/>
                  <a:gd name="T4" fmla="*/ 779 w 2079"/>
                  <a:gd name="T5" fmla="*/ 336 h 1640"/>
                  <a:gd name="T6" fmla="*/ 663 w 2079"/>
                  <a:gd name="T7" fmla="*/ 500 h 1640"/>
                  <a:gd name="T8" fmla="*/ 598 w 2079"/>
                  <a:gd name="T9" fmla="*/ 691 h 1640"/>
                  <a:gd name="T10" fmla="*/ 591 w 2079"/>
                  <a:gd name="T11" fmla="*/ 896 h 1640"/>
                  <a:gd name="T12" fmla="*/ 647 w 2079"/>
                  <a:gd name="T13" fmla="*/ 1101 h 1640"/>
                  <a:gd name="T14" fmla="*/ 757 w 2079"/>
                  <a:gd name="T15" fmla="*/ 1275 h 1640"/>
                  <a:gd name="T16" fmla="*/ 911 w 2079"/>
                  <a:gd name="T17" fmla="*/ 1407 h 1640"/>
                  <a:gd name="T18" fmla="*/ 1093 w 2079"/>
                  <a:gd name="T19" fmla="*/ 1489 h 1640"/>
                  <a:gd name="T20" fmla="*/ 1294 w 2079"/>
                  <a:gd name="T21" fmla="*/ 1516 h 1640"/>
                  <a:gd name="T22" fmla="*/ 1502 w 2079"/>
                  <a:gd name="T23" fmla="*/ 1482 h 1640"/>
                  <a:gd name="T24" fmla="*/ 1689 w 2079"/>
                  <a:gd name="T25" fmla="*/ 1388 h 1640"/>
                  <a:gd name="T26" fmla="*/ 1836 w 2079"/>
                  <a:gd name="T27" fmla="*/ 1248 h 1640"/>
                  <a:gd name="T28" fmla="*/ 1936 w 2079"/>
                  <a:gd name="T29" fmla="*/ 1074 h 1640"/>
                  <a:gd name="T30" fmla="*/ 1982 w 2079"/>
                  <a:gd name="T31" fmla="*/ 877 h 1640"/>
                  <a:gd name="T32" fmla="*/ 1970 w 2079"/>
                  <a:gd name="T33" fmla="*/ 670 h 1640"/>
                  <a:gd name="T34" fmla="*/ 1893 w 2079"/>
                  <a:gd name="T35" fmla="*/ 472 h 1640"/>
                  <a:gd name="T36" fmla="*/ 1768 w 2079"/>
                  <a:gd name="T37" fmla="*/ 310 h 1640"/>
                  <a:gd name="T38" fmla="*/ 1603 w 2079"/>
                  <a:gd name="T39" fmla="*/ 194 h 1640"/>
                  <a:gd name="T40" fmla="*/ 1413 w 2079"/>
                  <a:gd name="T41" fmla="*/ 130 h 1640"/>
                  <a:gd name="T42" fmla="*/ 1286 w 2079"/>
                  <a:gd name="T43" fmla="*/ 0 h 1640"/>
                  <a:gd name="T44" fmla="*/ 1496 w 2079"/>
                  <a:gd name="T45" fmla="*/ 36 h 1640"/>
                  <a:gd name="T46" fmla="*/ 1689 w 2079"/>
                  <a:gd name="T47" fmla="*/ 125 h 1640"/>
                  <a:gd name="T48" fmla="*/ 1854 w 2079"/>
                  <a:gd name="T49" fmla="*/ 259 h 1640"/>
                  <a:gd name="T50" fmla="*/ 1981 w 2079"/>
                  <a:gd name="T51" fmla="*/ 436 h 1640"/>
                  <a:gd name="T52" fmla="*/ 2059 w 2079"/>
                  <a:gd name="T53" fmla="*/ 645 h 1640"/>
                  <a:gd name="T54" fmla="*/ 2079 w 2079"/>
                  <a:gd name="T55" fmla="*/ 863 h 1640"/>
                  <a:gd name="T56" fmla="*/ 2043 w 2079"/>
                  <a:gd name="T57" fmla="*/ 1074 h 1640"/>
                  <a:gd name="T58" fmla="*/ 1955 w 2079"/>
                  <a:gd name="T59" fmla="*/ 1267 h 1640"/>
                  <a:gd name="T60" fmla="*/ 1820 w 2079"/>
                  <a:gd name="T61" fmla="*/ 1431 h 1640"/>
                  <a:gd name="T62" fmla="*/ 1645 w 2079"/>
                  <a:gd name="T63" fmla="*/ 1558 h 1640"/>
                  <a:gd name="T64" fmla="*/ 1461 w 2079"/>
                  <a:gd name="T65" fmla="*/ 1629 h 1640"/>
                  <a:gd name="T66" fmla="*/ 1304 w 2079"/>
                  <a:gd name="T67" fmla="*/ 1640 h 1640"/>
                  <a:gd name="T68" fmla="*/ 1120 w 2079"/>
                  <a:gd name="T69" fmla="*/ 1623 h 1640"/>
                  <a:gd name="T70" fmla="*/ 923 w 2079"/>
                  <a:gd name="T71" fmla="*/ 1581 h 1640"/>
                  <a:gd name="T72" fmla="*/ 722 w 2079"/>
                  <a:gd name="T73" fmla="*/ 1523 h 1640"/>
                  <a:gd name="T74" fmla="*/ 526 w 2079"/>
                  <a:gd name="T75" fmla="*/ 1455 h 1640"/>
                  <a:gd name="T76" fmla="*/ 348 w 2079"/>
                  <a:gd name="T77" fmla="*/ 1388 h 1640"/>
                  <a:gd name="T78" fmla="*/ 197 w 2079"/>
                  <a:gd name="T79" fmla="*/ 1324 h 1640"/>
                  <a:gd name="T80" fmla="*/ 83 w 2079"/>
                  <a:gd name="T81" fmla="*/ 1273 h 1640"/>
                  <a:gd name="T82" fmla="*/ 15 w 2079"/>
                  <a:gd name="T83" fmla="*/ 1241 h 1640"/>
                  <a:gd name="T84" fmla="*/ 3 w 2079"/>
                  <a:gd name="T85" fmla="*/ 1231 h 1640"/>
                  <a:gd name="T86" fmla="*/ 29 w 2079"/>
                  <a:gd name="T87" fmla="*/ 1183 h 1640"/>
                  <a:gd name="T88" fmla="*/ 84 w 2079"/>
                  <a:gd name="T89" fmla="*/ 1088 h 1640"/>
                  <a:gd name="T90" fmla="*/ 162 w 2079"/>
                  <a:gd name="T91" fmla="*/ 956 h 1640"/>
                  <a:gd name="T92" fmla="*/ 261 w 2079"/>
                  <a:gd name="T93" fmla="*/ 801 h 1640"/>
                  <a:gd name="T94" fmla="*/ 374 w 2079"/>
                  <a:gd name="T95" fmla="*/ 634 h 1640"/>
                  <a:gd name="T96" fmla="*/ 500 w 2079"/>
                  <a:gd name="T97" fmla="*/ 467 h 1640"/>
                  <a:gd name="T98" fmla="*/ 633 w 2079"/>
                  <a:gd name="T99" fmla="*/ 310 h 1640"/>
                  <a:gd name="T100" fmla="*/ 771 w 2079"/>
                  <a:gd name="T101" fmla="*/ 178 h 1640"/>
                  <a:gd name="T102" fmla="*/ 907 w 2079"/>
                  <a:gd name="T103" fmla="*/ 81 h 1640"/>
                  <a:gd name="T104" fmla="*/ 1067 w 2079"/>
                  <a:gd name="T105" fmla="*/ 20 h 1640"/>
                  <a:gd name="T106" fmla="*/ 1286 w 2079"/>
                  <a:gd name="T107" fmla="*/ 0 h 164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</a:cxnLst>
                <a:rect l="0" t="0" r="r" b="b"/>
                <a:pathLst>
                  <a:path w="2079" h="1640">
                    <a:moveTo>
                      <a:pt x="1278" y="119"/>
                    </a:moveTo>
                    <a:lnTo>
                      <a:pt x="1208" y="123"/>
                    </a:lnTo>
                    <a:lnTo>
                      <a:pt x="1139" y="134"/>
                    </a:lnTo>
                    <a:lnTo>
                      <a:pt x="1070" y="152"/>
                    </a:lnTo>
                    <a:lnTo>
                      <a:pt x="1003" y="178"/>
                    </a:lnTo>
                    <a:lnTo>
                      <a:pt x="941" y="210"/>
                    </a:lnTo>
                    <a:lnTo>
                      <a:pt x="883" y="247"/>
                    </a:lnTo>
                    <a:lnTo>
                      <a:pt x="829" y="289"/>
                    </a:lnTo>
                    <a:lnTo>
                      <a:pt x="779" y="336"/>
                    </a:lnTo>
                    <a:lnTo>
                      <a:pt x="736" y="387"/>
                    </a:lnTo>
                    <a:lnTo>
                      <a:pt x="696" y="442"/>
                    </a:lnTo>
                    <a:lnTo>
                      <a:pt x="663" y="500"/>
                    </a:lnTo>
                    <a:lnTo>
                      <a:pt x="636" y="561"/>
                    </a:lnTo>
                    <a:lnTo>
                      <a:pt x="614" y="625"/>
                    </a:lnTo>
                    <a:lnTo>
                      <a:pt x="598" y="691"/>
                    </a:lnTo>
                    <a:lnTo>
                      <a:pt x="590" y="758"/>
                    </a:lnTo>
                    <a:lnTo>
                      <a:pt x="587" y="825"/>
                    </a:lnTo>
                    <a:lnTo>
                      <a:pt x="591" y="896"/>
                    </a:lnTo>
                    <a:lnTo>
                      <a:pt x="602" y="964"/>
                    </a:lnTo>
                    <a:lnTo>
                      <a:pt x="621" y="1033"/>
                    </a:lnTo>
                    <a:lnTo>
                      <a:pt x="647" y="1101"/>
                    </a:lnTo>
                    <a:lnTo>
                      <a:pt x="679" y="1163"/>
                    </a:lnTo>
                    <a:lnTo>
                      <a:pt x="715" y="1221"/>
                    </a:lnTo>
                    <a:lnTo>
                      <a:pt x="757" y="1275"/>
                    </a:lnTo>
                    <a:lnTo>
                      <a:pt x="804" y="1324"/>
                    </a:lnTo>
                    <a:lnTo>
                      <a:pt x="856" y="1368"/>
                    </a:lnTo>
                    <a:lnTo>
                      <a:pt x="911" y="1407"/>
                    </a:lnTo>
                    <a:lnTo>
                      <a:pt x="969" y="1440"/>
                    </a:lnTo>
                    <a:lnTo>
                      <a:pt x="1030" y="1467"/>
                    </a:lnTo>
                    <a:lnTo>
                      <a:pt x="1093" y="1489"/>
                    </a:lnTo>
                    <a:lnTo>
                      <a:pt x="1159" y="1505"/>
                    </a:lnTo>
                    <a:lnTo>
                      <a:pt x="1227" y="1513"/>
                    </a:lnTo>
                    <a:lnTo>
                      <a:pt x="1294" y="1516"/>
                    </a:lnTo>
                    <a:lnTo>
                      <a:pt x="1364" y="1512"/>
                    </a:lnTo>
                    <a:lnTo>
                      <a:pt x="1433" y="1501"/>
                    </a:lnTo>
                    <a:lnTo>
                      <a:pt x="1502" y="1482"/>
                    </a:lnTo>
                    <a:lnTo>
                      <a:pt x="1569" y="1457"/>
                    </a:lnTo>
                    <a:lnTo>
                      <a:pt x="1631" y="1424"/>
                    </a:lnTo>
                    <a:lnTo>
                      <a:pt x="1689" y="1388"/>
                    </a:lnTo>
                    <a:lnTo>
                      <a:pt x="1743" y="1346"/>
                    </a:lnTo>
                    <a:lnTo>
                      <a:pt x="1793" y="1299"/>
                    </a:lnTo>
                    <a:lnTo>
                      <a:pt x="1836" y="1248"/>
                    </a:lnTo>
                    <a:lnTo>
                      <a:pt x="1876" y="1192"/>
                    </a:lnTo>
                    <a:lnTo>
                      <a:pt x="1909" y="1134"/>
                    </a:lnTo>
                    <a:lnTo>
                      <a:pt x="1936" y="1074"/>
                    </a:lnTo>
                    <a:lnTo>
                      <a:pt x="1958" y="1010"/>
                    </a:lnTo>
                    <a:lnTo>
                      <a:pt x="1974" y="944"/>
                    </a:lnTo>
                    <a:lnTo>
                      <a:pt x="1982" y="877"/>
                    </a:lnTo>
                    <a:lnTo>
                      <a:pt x="1985" y="809"/>
                    </a:lnTo>
                    <a:lnTo>
                      <a:pt x="1981" y="739"/>
                    </a:lnTo>
                    <a:lnTo>
                      <a:pt x="1970" y="670"/>
                    </a:lnTo>
                    <a:lnTo>
                      <a:pt x="1951" y="602"/>
                    </a:lnTo>
                    <a:lnTo>
                      <a:pt x="1926" y="534"/>
                    </a:lnTo>
                    <a:lnTo>
                      <a:pt x="1893" y="472"/>
                    </a:lnTo>
                    <a:lnTo>
                      <a:pt x="1857" y="414"/>
                    </a:lnTo>
                    <a:lnTo>
                      <a:pt x="1815" y="360"/>
                    </a:lnTo>
                    <a:lnTo>
                      <a:pt x="1768" y="310"/>
                    </a:lnTo>
                    <a:lnTo>
                      <a:pt x="1716" y="267"/>
                    </a:lnTo>
                    <a:lnTo>
                      <a:pt x="1661" y="228"/>
                    </a:lnTo>
                    <a:lnTo>
                      <a:pt x="1603" y="194"/>
                    </a:lnTo>
                    <a:lnTo>
                      <a:pt x="1542" y="167"/>
                    </a:lnTo>
                    <a:lnTo>
                      <a:pt x="1479" y="146"/>
                    </a:lnTo>
                    <a:lnTo>
                      <a:pt x="1413" y="130"/>
                    </a:lnTo>
                    <a:lnTo>
                      <a:pt x="1345" y="121"/>
                    </a:lnTo>
                    <a:lnTo>
                      <a:pt x="1278" y="119"/>
                    </a:lnTo>
                    <a:close/>
                    <a:moveTo>
                      <a:pt x="1286" y="0"/>
                    </a:moveTo>
                    <a:lnTo>
                      <a:pt x="1358" y="7"/>
                    </a:lnTo>
                    <a:lnTo>
                      <a:pt x="1428" y="19"/>
                    </a:lnTo>
                    <a:lnTo>
                      <a:pt x="1496" y="36"/>
                    </a:lnTo>
                    <a:lnTo>
                      <a:pt x="1563" y="61"/>
                    </a:lnTo>
                    <a:lnTo>
                      <a:pt x="1627" y="90"/>
                    </a:lnTo>
                    <a:lnTo>
                      <a:pt x="1689" y="125"/>
                    </a:lnTo>
                    <a:lnTo>
                      <a:pt x="1747" y="165"/>
                    </a:lnTo>
                    <a:lnTo>
                      <a:pt x="1803" y="210"/>
                    </a:lnTo>
                    <a:lnTo>
                      <a:pt x="1854" y="259"/>
                    </a:lnTo>
                    <a:lnTo>
                      <a:pt x="1901" y="313"/>
                    </a:lnTo>
                    <a:lnTo>
                      <a:pt x="1943" y="372"/>
                    </a:lnTo>
                    <a:lnTo>
                      <a:pt x="1981" y="436"/>
                    </a:lnTo>
                    <a:lnTo>
                      <a:pt x="2013" y="502"/>
                    </a:lnTo>
                    <a:lnTo>
                      <a:pt x="2040" y="572"/>
                    </a:lnTo>
                    <a:lnTo>
                      <a:pt x="2059" y="645"/>
                    </a:lnTo>
                    <a:lnTo>
                      <a:pt x="2073" y="719"/>
                    </a:lnTo>
                    <a:lnTo>
                      <a:pt x="2079" y="792"/>
                    </a:lnTo>
                    <a:lnTo>
                      <a:pt x="2079" y="863"/>
                    </a:lnTo>
                    <a:lnTo>
                      <a:pt x="2074" y="935"/>
                    </a:lnTo>
                    <a:lnTo>
                      <a:pt x="2062" y="1005"/>
                    </a:lnTo>
                    <a:lnTo>
                      <a:pt x="2043" y="1074"/>
                    </a:lnTo>
                    <a:lnTo>
                      <a:pt x="2019" y="1141"/>
                    </a:lnTo>
                    <a:lnTo>
                      <a:pt x="1990" y="1204"/>
                    </a:lnTo>
                    <a:lnTo>
                      <a:pt x="1955" y="1267"/>
                    </a:lnTo>
                    <a:lnTo>
                      <a:pt x="1915" y="1324"/>
                    </a:lnTo>
                    <a:lnTo>
                      <a:pt x="1870" y="1380"/>
                    </a:lnTo>
                    <a:lnTo>
                      <a:pt x="1820" y="1431"/>
                    </a:lnTo>
                    <a:lnTo>
                      <a:pt x="1766" y="1478"/>
                    </a:lnTo>
                    <a:lnTo>
                      <a:pt x="1708" y="1520"/>
                    </a:lnTo>
                    <a:lnTo>
                      <a:pt x="1645" y="1558"/>
                    </a:lnTo>
                    <a:lnTo>
                      <a:pt x="1579" y="1590"/>
                    </a:lnTo>
                    <a:lnTo>
                      <a:pt x="1507" y="1617"/>
                    </a:lnTo>
                    <a:lnTo>
                      <a:pt x="1461" y="1629"/>
                    </a:lnTo>
                    <a:lnTo>
                      <a:pt x="1413" y="1636"/>
                    </a:lnTo>
                    <a:lnTo>
                      <a:pt x="1359" y="1640"/>
                    </a:lnTo>
                    <a:lnTo>
                      <a:pt x="1304" y="1640"/>
                    </a:lnTo>
                    <a:lnTo>
                      <a:pt x="1244" y="1637"/>
                    </a:lnTo>
                    <a:lnTo>
                      <a:pt x="1184" y="1631"/>
                    </a:lnTo>
                    <a:lnTo>
                      <a:pt x="1120" y="1623"/>
                    </a:lnTo>
                    <a:lnTo>
                      <a:pt x="1055" y="1610"/>
                    </a:lnTo>
                    <a:lnTo>
                      <a:pt x="991" y="1597"/>
                    </a:lnTo>
                    <a:lnTo>
                      <a:pt x="923" y="1581"/>
                    </a:lnTo>
                    <a:lnTo>
                      <a:pt x="856" y="1563"/>
                    </a:lnTo>
                    <a:lnTo>
                      <a:pt x="790" y="1543"/>
                    </a:lnTo>
                    <a:lnTo>
                      <a:pt x="722" y="1523"/>
                    </a:lnTo>
                    <a:lnTo>
                      <a:pt x="656" y="1501"/>
                    </a:lnTo>
                    <a:lnTo>
                      <a:pt x="591" y="1478"/>
                    </a:lnTo>
                    <a:lnTo>
                      <a:pt x="526" y="1455"/>
                    </a:lnTo>
                    <a:lnTo>
                      <a:pt x="466" y="1432"/>
                    </a:lnTo>
                    <a:lnTo>
                      <a:pt x="405" y="1409"/>
                    </a:lnTo>
                    <a:lnTo>
                      <a:pt x="348" y="1388"/>
                    </a:lnTo>
                    <a:lnTo>
                      <a:pt x="294" y="1365"/>
                    </a:lnTo>
                    <a:lnTo>
                      <a:pt x="245" y="1343"/>
                    </a:lnTo>
                    <a:lnTo>
                      <a:pt x="197" y="1324"/>
                    </a:lnTo>
                    <a:lnTo>
                      <a:pt x="154" y="1306"/>
                    </a:lnTo>
                    <a:lnTo>
                      <a:pt x="115" y="1288"/>
                    </a:lnTo>
                    <a:lnTo>
                      <a:pt x="83" y="1273"/>
                    </a:lnTo>
                    <a:lnTo>
                      <a:pt x="54" y="1260"/>
                    </a:lnTo>
                    <a:lnTo>
                      <a:pt x="31" y="1249"/>
                    </a:lnTo>
                    <a:lnTo>
                      <a:pt x="15" y="1241"/>
                    </a:lnTo>
                    <a:lnTo>
                      <a:pt x="4" y="1237"/>
                    </a:lnTo>
                    <a:lnTo>
                      <a:pt x="0" y="1235"/>
                    </a:lnTo>
                    <a:lnTo>
                      <a:pt x="3" y="1231"/>
                    </a:lnTo>
                    <a:lnTo>
                      <a:pt x="8" y="1222"/>
                    </a:lnTo>
                    <a:lnTo>
                      <a:pt x="17" y="1206"/>
                    </a:lnTo>
                    <a:lnTo>
                      <a:pt x="29" y="1183"/>
                    </a:lnTo>
                    <a:lnTo>
                      <a:pt x="45" y="1156"/>
                    </a:lnTo>
                    <a:lnTo>
                      <a:pt x="62" y="1124"/>
                    </a:lnTo>
                    <a:lnTo>
                      <a:pt x="84" y="1088"/>
                    </a:lnTo>
                    <a:lnTo>
                      <a:pt x="107" y="1048"/>
                    </a:lnTo>
                    <a:lnTo>
                      <a:pt x="134" y="1003"/>
                    </a:lnTo>
                    <a:lnTo>
                      <a:pt x="162" y="956"/>
                    </a:lnTo>
                    <a:lnTo>
                      <a:pt x="192" y="906"/>
                    </a:lnTo>
                    <a:lnTo>
                      <a:pt x="226" y="855"/>
                    </a:lnTo>
                    <a:lnTo>
                      <a:pt x="261" y="801"/>
                    </a:lnTo>
                    <a:lnTo>
                      <a:pt x="297" y="747"/>
                    </a:lnTo>
                    <a:lnTo>
                      <a:pt x="335" y="691"/>
                    </a:lnTo>
                    <a:lnTo>
                      <a:pt x="374" y="634"/>
                    </a:lnTo>
                    <a:lnTo>
                      <a:pt x="415" y="579"/>
                    </a:lnTo>
                    <a:lnTo>
                      <a:pt x="458" y="522"/>
                    </a:lnTo>
                    <a:lnTo>
                      <a:pt x="500" y="467"/>
                    </a:lnTo>
                    <a:lnTo>
                      <a:pt x="544" y="413"/>
                    </a:lnTo>
                    <a:lnTo>
                      <a:pt x="589" y="362"/>
                    </a:lnTo>
                    <a:lnTo>
                      <a:pt x="633" y="310"/>
                    </a:lnTo>
                    <a:lnTo>
                      <a:pt x="679" y="263"/>
                    </a:lnTo>
                    <a:lnTo>
                      <a:pt x="725" y="219"/>
                    </a:lnTo>
                    <a:lnTo>
                      <a:pt x="771" y="178"/>
                    </a:lnTo>
                    <a:lnTo>
                      <a:pt x="817" y="142"/>
                    </a:lnTo>
                    <a:lnTo>
                      <a:pt x="861" y="108"/>
                    </a:lnTo>
                    <a:lnTo>
                      <a:pt x="907" y="81"/>
                    </a:lnTo>
                    <a:lnTo>
                      <a:pt x="951" y="58"/>
                    </a:lnTo>
                    <a:lnTo>
                      <a:pt x="995" y="41"/>
                    </a:lnTo>
                    <a:lnTo>
                      <a:pt x="1067" y="20"/>
                    </a:lnTo>
                    <a:lnTo>
                      <a:pt x="1140" y="7"/>
                    </a:lnTo>
                    <a:lnTo>
                      <a:pt x="1213" y="0"/>
                    </a:lnTo>
                    <a:lnTo>
                      <a:pt x="1286" y="0"/>
                    </a:lnTo>
                    <a:close/>
                  </a:path>
                </a:pathLst>
              </a:custGeom>
              <a:solidFill>
                <a:schemeClr val="accent3"/>
              </a:solidFill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35" name="Freeform 49"/>
              <p:cNvSpPr>
                <a:spLocks noEditPoints="1"/>
              </p:cNvSpPr>
              <p:nvPr/>
            </p:nvSpPr>
            <p:spPr bwMode="auto">
              <a:xfrm>
                <a:off x="7130965" y="3464081"/>
                <a:ext cx="615949" cy="615949"/>
              </a:xfrm>
              <a:custGeom>
                <a:avLst/>
                <a:gdLst>
                  <a:gd name="T0" fmla="*/ 2959 w 3962"/>
                  <a:gd name="T1" fmla="*/ 2546 h 3963"/>
                  <a:gd name="T2" fmla="*/ 3397 w 3962"/>
                  <a:gd name="T3" fmla="*/ 2984 h 3963"/>
                  <a:gd name="T4" fmla="*/ 3464 w 3962"/>
                  <a:gd name="T5" fmla="*/ 3124 h 3963"/>
                  <a:gd name="T6" fmla="*/ 3343 w 3962"/>
                  <a:gd name="T7" fmla="*/ 3219 h 3963"/>
                  <a:gd name="T8" fmla="*/ 2736 w 3962"/>
                  <a:gd name="T9" fmla="*/ 3150 h 3963"/>
                  <a:gd name="T10" fmla="*/ 2752 w 3962"/>
                  <a:gd name="T11" fmla="*/ 2523 h 3963"/>
                  <a:gd name="T12" fmla="*/ 2896 w 3962"/>
                  <a:gd name="T13" fmla="*/ 2232 h 3963"/>
                  <a:gd name="T14" fmla="*/ 2500 w 3962"/>
                  <a:gd name="T15" fmla="*/ 2399 h 3963"/>
                  <a:gd name="T16" fmla="*/ 2262 w 3962"/>
                  <a:gd name="T17" fmla="*/ 2752 h 3963"/>
                  <a:gd name="T18" fmla="*/ 2262 w 3962"/>
                  <a:gd name="T19" fmla="*/ 3193 h 3963"/>
                  <a:gd name="T20" fmla="*/ 2500 w 3962"/>
                  <a:gd name="T21" fmla="*/ 3544 h 3963"/>
                  <a:gd name="T22" fmla="*/ 2896 w 3962"/>
                  <a:gd name="T23" fmla="*/ 3711 h 3963"/>
                  <a:gd name="T24" fmla="*/ 3325 w 3962"/>
                  <a:gd name="T25" fmla="*/ 3625 h 3963"/>
                  <a:gd name="T26" fmla="*/ 3625 w 3962"/>
                  <a:gd name="T27" fmla="*/ 3325 h 3963"/>
                  <a:gd name="T28" fmla="*/ 3711 w 3962"/>
                  <a:gd name="T29" fmla="*/ 2896 h 3963"/>
                  <a:gd name="T30" fmla="*/ 3544 w 3962"/>
                  <a:gd name="T31" fmla="*/ 2500 h 3963"/>
                  <a:gd name="T32" fmla="*/ 3193 w 3962"/>
                  <a:gd name="T33" fmla="*/ 2262 h 3963"/>
                  <a:gd name="T34" fmla="*/ 1734 w 3962"/>
                  <a:gd name="T35" fmla="*/ 2724 h 3963"/>
                  <a:gd name="T36" fmla="*/ 495 w 3962"/>
                  <a:gd name="T37" fmla="*/ 2724 h 3963"/>
                  <a:gd name="T38" fmla="*/ 3300 w 3962"/>
                  <a:gd name="T39" fmla="*/ 2037 h 3963"/>
                  <a:gd name="T40" fmla="*/ 3700 w 3962"/>
                  <a:gd name="T41" fmla="*/ 2300 h 3963"/>
                  <a:gd name="T42" fmla="*/ 3930 w 3962"/>
                  <a:gd name="T43" fmla="*/ 2722 h 3963"/>
                  <a:gd name="T44" fmla="*/ 3930 w 3962"/>
                  <a:gd name="T45" fmla="*/ 3222 h 3963"/>
                  <a:gd name="T46" fmla="*/ 3700 w 3962"/>
                  <a:gd name="T47" fmla="*/ 3643 h 3963"/>
                  <a:gd name="T48" fmla="*/ 3300 w 3962"/>
                  <a:gd name="T49" fmla="*/ 3907 h 3963"/>
                  <a:gd name="T50" fmla="*/ 2802 w 3962"/>
                  <a:gd name="T51" fmla="*/ 3948 h 3963"/>
                  <a:gd name="T52" fmla="*/ 2361 w 3962"/>
                  <a:gd name="T53" fmla="*/ 3752 h 3963"/>
                  <a:gd name="T54" fmla="*/ 2067 w 3962"/>
                  <a:gd name="T55" fmla="*/ 3376 h 3963"/>
                  <a:gd name="T56" fmla="*/ 1984 w 3962"/>
                  <a:gd name="T57" fmla="*/ 2887 h 3963"/>
                  <a:gd name="T58" fmla="*/ 2144 w 3962"/>
                  <a:gd name="T59" fmla="*/ 2426 h 3963"/>
                  <a:gd name="T60" fmla="*/ 2495 w 3962"/>
                  <a:gd name="T61" fmla="*/ 2103 h 3963"/>
                  <a:gd name="T62" fmla="*/ 2972 w 3962"/>
                  <a:gd name="T63" fmla="*/ 1982 h 3963"/>
                  <a:gd name="T64" fmla="*/ 1238 w 3962"/>
                  <a:gd name="T65" fmla="*/ 1486 h 3963"/>
                  <a:gd name="T66" fmla="*/ 990 w 3962"/>
                  <a:gd name="T67" fmla="*/ 1486 h 3963"/>
                  <a:gd name="T68" fmla="*/ 371 w 3962"/>
                  <a:gd name="T69" fmla="*/ 619 h 3963"/>
                  <a:gd name="T70" fmla="*/ 473 w 3962"/>
                  <a:gd name="T71" fmla="*/ 819 h 3963"/>
                  <a:gd name="T72" fmla="*/ 697 w 3962"/>
                  <a:gd name="T73" fmla="*/ 854 h 3963"/>
                  <a:gd name="T74" fmla="*/ 854 w 3962"/>
                  <a:gd name="T75" fmla="*/ 697 h 3963"/>
                  <a:gd name="T76" fmla="*/ 2355 w 3962"/>
                  <a:gd name="T77" fmla="*/ 659 h 3963"/>
                  <a:gd name="T78" fmla="*/ 2487 w 3962"/>
                  <a:gd name="T79" fmla="*/ 839 h 3963"/>
                  <a:gd name="T80" fmla="*/ 2714 w 3962"/>
                  <a:gd name="T81" fmla="*/ 839 h 3963"/>
                  <a:gd name="T82" fmla="*/ 2844 w 3962"/>
                  <a:gd name="T83" fmla="*/ 659 h 3963"/>
                  <a:gd name="T84" fmla="*/ 3074 w 3962"/>
                  <a:gd name="T85" fmla="*/ 526 h 3963"/>
                  <a:gd name="T86" fmla="*/ 3215 w 3962"/>
                  <a:gd name="T87" fmla="*/ 724 h 3963"/>
                  <a:gd name="T88" fmla="*/ 248 w 3962"/>
                  <a:gd name="T89" fmla="*/ 2947 h 3963"/>
                  <a:gd name="T90" fmla="*/ 268 w 3962"/>
                  <a:gd name="T91" fmla="*/ 3219 h 3963"/>
                  <a:gd name="T92" fmla="*/ 52 w 3962"/>
                  <a:gd name="T93" fmla="*/ 3108 h 3963"/>
                  <a:gd name="T94" fmla="*/ 3 w 3962"/>
                  <a:gd name="T95" fmla="*/ 724 h 3963"/>
                  <a:gd name="T96" fmla="*/ 144 w 3962"/>
                  <a:gd name="T97" fmla="*/ 526 h 3963"/>
                  <a:gd name="T98" fmla="*/ 2654 w 3962"/>
                  <a:gd name="T99" fmla="*/ 13 h 3963"/>
                  <a:gd name="T100" fmla="*/ 2724 w 3962"/>
                  <a:gd name="T101" fmla="*/ 619 h 3963"/>
                  <a:gd name="T102" fmla="*/ 2629 w 3962"/>
                  <a:gd name="T103" fmla="*/ 739 h 3963"/>
                  <a:gd name="T104" fmla="*/ 2489 w 3962"/>
                  <a:gd name="T105" fmla="*/ 673 h 3963"/>
                  <a:gd name="T106" fmla="*/ 2503 w 3962"/>
                  <a:gd name="T107" fmla="*/ 47 h 3963"/>
                  <a:gd name="T108" fmla="*/ 647 w 3962"/>
                  <a:gd name="T109" fmla="*/ 3 h 3963"/>
                  <a:gd name="T110" fmla="*/ 743 w 3962"/>
                  <a:gd name="T111" fmla="*/ 124 h 3963"/>
                  <a:gd name="T112" fmla="*/ 673 w 3962"/>
                  <a:gd name="T113" fmla="*/ 730 h 3963"/>
                  <a:gd name="T114" fmla="*/ 523 w 3962"/>
                  <a:gd name="T115" fmla="*/ 696 h 3963"/>
                  <a:gd name="T116" fmla="*/ 508 w 3962"/>
                  <a:gd name="T117" fmla="*/ 69 h 396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</a:cxnLst>
                <a:rect l="0" t="0" r="r" b="b"/>
                <a:pathLst>
                  <a:path w="3962" h="3963">
                    <a:moveTo>
                      <a:pt x="2848" y="2477"/>
                    </a:moveTo>
                    <a:lnTo>
                      <a:pt x="2876" y="2479"/>
                    </a:lnTo>
                    <a:lnTo>
                      <a:pt x="2902" y="2489"/>
                    </a:lnTo>
                    <a:lnTo>
                      <a:pt x="2925" y="2503"/>
                    </a:lnTo>
                    <a:lnTo>
                      <a:pt x="2944" y="2523"/>
                    </a:lnTo>
                    <a:lnTo>
                      <a:pt x="2959" y="2546"/>
                    </a:lnTo>
                    <a:lnTo>
                      <a:pt x="2968" y="2572"/>
                    </a:lnTo>
                    <a:lnTo>
                      <a:pt x="2972" y="2600"/>
                    </a:lnTo>
                    <a:lnTo>
                      <a:pt x="2972" y="2972"/>
                    </a:lnTo>
                    <a:lnTo>
                      <a:pt x="3343" y="2972"/>
                    </a:lnTo>
                    <a:lnTo>
                      <a:pt x="3371" y="2975"/>
                    </a:lnTo>
                    <a:lnTo>
                      <a:pt x="3397" y="2984"/>
                    </a:lnTo>
                    <a:lnTo>
                      <a:pt x="3420" y="2999"/>
                    </a:lnTo>
                    <a:lnTo>
                      <a:pt x="3440" y="3018"/>
                    </a:lnTo>
                    <a:lnTo>
                      <a:pt x="3454" y="3041"/>
                    </a:lnTo>
                    <a:lnTo>
                      <a:pt x="3464" y="3067"/>
                    </a:lnTo>
                    <a:lnTo>
                      <a:pt x="3467" y="3096"/>
                    </a:lnTo>
                    <a:lnTo>
                      <a:pt x="3464" y="3124"/>
                    </a:lnTo>
                    <a:lnTo>
                      <a:pt x="3454" y="3150"/>
                    </a:lnTo>
                    <a:lnTo>
                      <a:pt x="3440" y="3173"/>
                    </a:lnTo>
                    <a:lnTo>
                      <a:pt x="3420" y="3193"/>
                    </a:lnTo>
                    <a:lnTo>
                      <a:pt x="3397" y="3207"/>
                    </a:lnTo>
                    <a:lnTo>
                      <a:pt x="3371" y="3217"/>
                    </a:lnTo>
                    <a:lnTo>
                      <a:pt x="3343" y="3219"/>
                    </a:lnTo>
                    <a:lnTo>
                      <a:pt x="2848" y="3219"/>
                    </a:lnTo>
                    <a:lnTo>
                      <a:pt x="2819" y="3217"/>
                    </a:lnTo>
                    <a:lnTo>
                      <a:pt x="2794" y="3207"/>
                    </a:lnTo>
                    <a:lnTo>
                      <a:pt x="2771" y="3193"/>
                    </a:lnTo>
                    <a:lnTo>
                      <a:pt x="2752" y="3173"/>
                    </a:lnTo>
                    <a:lnTo>
                      <a:pt x="2736" y="3150"/>
                    </a:lnTo>
                    <a:lnTo>
                      <a:pt x="2727" y="3124"/>
                    </a:lnTo>
                    <a:lnTo>
                      <a:pt x="2724" y="3096"/>
                    </a:lnTo>
                    <a:lnTo>
                      <a:pt x="2724" y="2600"/>
                    </a:lnTo>
                    <a:lnTo>
                      <a:pt x="2727" y="2572"/>
                    </a:lnTo>
                    <a:lnTo>
                      <a:pt x="2736" y="2546"/>
                    </a:lnTo>
                    <a:lnTo>
                      <a:pt x="2752" y="2523"/>
                    </a:lnTo>
                    <a:lnTo>
                      <a:pt x="2771" y="2503"/>
                    </a:lnTo>
                    <a:lnTo>
                      <a:pt x="2794" y="2489"/>
                    </a:lnTo>
                    <a:lnTo>
                      <a:pt x="2819" y="2479"/>
                    </a:lnTo>
                    <a:lnTo>
                      <a:pt x="2848" y="2477"/>
                    </a:lnTo>
                    <a:close/>
                    <a:moveTo>
                      <a:pt x="2972" y="2229"/>
                    </a:moveTo>
                    <a:lnTo>
                      <a:pt x="2896" y="2232"/>
                    </a:lnTo>
                    <a:lnTo>
                      <a:pt x="2821" y="2244"/>
                    </a:lnTo>
                    <a:lnTo>
                      <a:pt x="2750" y="2262"/>
                    </a:lnTo>
                    <a:lnTo>
                      <a:pt x="2683" y="2288"/>
                    </a:lnTo>
                    <a:lnTo>
                      <a:pt x="2618" y="2319"/>
                    </a:lnTo>
                    <a:lnTo>
                      <a:pt x="2556" y="2356"/>
                    </a:lnTo>
                    <a:lnTo>
                      <a:pt x="2500" y="2399"/>
                    </a:lnTo>
                    <a:lnTo>
                      <a:pt x="2447" y="2447"/>
                    </a:lnTo>
                    <a:lnTo>
                      <a:pt x="2399" y="2500"/>
                    </a:lnTo>
                    <a:lnTo>
                      <a:pt x="2355" y="2556"/>
                    </a:lnTo>
                    <a:lnTo>
                      <a:pt x="2318" y="2618"/>
                    </a:lnTo>
                    <a:lnTo>
                      <a:pt x="2287" y="2683"/>
                    </a:lnTo>
                    <a:lnTo>
                      <a:pt x="2262" y="2752"/>
                    </a:lnTo>
                    <a:lnTo>
                      <a:pt x="2243" y="2823"/>
                    </a:lnTo>
                    <a:lnTo>
                      <a:pt x="2232" y="2896"/>
                    </a:lnTo>
                    <a:lnTo>
                      <a:pt x="2229" y="2972"/>
                    </a:lnTo>
                    <a:lnTo>
                      <a:pt x="2232" y="3048"/>
                    </a:lnTo>
                    <a:lnTo>
                      <a:pt x="2243" y="3122"/>
                    </a:lnTo>
                    <a:lnTo>
                      <a:pt x="2262" y="3193"/>
                    </a:lnTo>
                    <a:lnTo>
                      <a:pt x="2287" y="3261"/>
                    </a:lnTo>
                    <a:lnTo>
                      <a:pt x="2318" y="3325"/>
                    </a:lnTo>
                    <a:lnTo>
                      <a:pt x="2355" y="3387"/>
                    </a:lnTo>
                    <a:lnTo>
                      <a:pt x="2399" y="3444"/>
                    </a:lnTo>
                    <a:lnTo>
                      <a:pt x="2447" y="3497"/>
                    </a:lnTo>
                    <a:lnTo>
                      <a:pt x="2500" y="3544"/>
                    </a:lnTo>
                    <a:lnTo>
                      <a:pt x="2556" y="3588"/>
                    </a:lnTo>
                    <a:lnTo>
                      <a:pt x="2618" y="3625"/>
                    </a:lnTo>
                    <a:lnTo>
                      <a:pt x="2683" y="3657"/>
                    </a:lnTo>
                    <a:lnTo>
                      <a:pt x="2750" y="3682"/>
                    </a:lnTo>
                    <a:lnTo>
                      <a:pt x="2821" y="3700"/>
                    </a:lnTo>
                    <a:lnTo>
                      <a:pt x="2896" y="3711"/>
                    </a:lnTo>
                    <a:lnTo>
                      <a:pt x="2972" y="3714"/>
                    </a:lnTo>
                    <a:lnTo>
                      <a:pt x="3048" y="3711"/>
                    </a:lnTo>
                    <a:lnTo>
                      <a:pt x="3121" y="3700"/>
                    </a:lnTo>
                    <a:lnTo>
                      <a:pt x="3193" y="3682"/>
                    </a:lnTo>
                    <a:lnTo>
                      <a:pt x="3260" y="3657"/>
                    </a:lnTo>
                    <a:lnTo>
                      <a:pt x="3325" y="3625"/>
                    </a:lnTo>
                    <a:lnTo>
                      <a:pt x="3386" y="3588"/>
                    </a:lnTo>
                    <a:lnTo>
                      <a:pt x="3444" y="3544"/>
                    </a:lnTo>
                    <a:lnTo>
                      <a:pt x="3496" y="3497"/>
                    </a:lnTo>
                    <a:lnTo>
                      <a:pt x="3544" y="3444"/>
                    </a:lnTo>
                    <a:lnTo>
                      <a:pt x="3588" y="3387"/>
                    </a:lnTo>
                    <a:lnTo>
                      <a:pt x="3625" y="3325"/>
                    </a:lnTo>
                    <a:lnTo>
                      <a:pt x="3656" y="3261"/>
                    </a:lnTo>
                    <a:lnTo>
                      <a:pt x="3680" y="3193"/>
                    </a:lnTo>
                    <a:lnTo>
                      <a:pt x="3700" y="3122"/>
                    </a:lnTo>
                    <a:lnTo>
                      <a:pt x="3711" y="3048"/>
                    </a:lnTo>
                    <a:lnTo>
                      <a:pt x="3714" y="2972"/>
                    </a:lnTo>
                    <a:lnTo>
                      <a:pt x="3711" y="2896"/>
                    </a:lnTo>
                    <a:lnTo>
                      <a:pt x="3700" y="2823"/>
                    </a:lnTo>
                    <a:lnTo>
                      <a:pt x="3680" y="2752"/>
                    </a:lnTo>
                    <a:lnTo>
                      <a:pt x="3656" y="2683"/>
                    </a:lnTo>
                    <a:lnTo>
                      <a:pt x="3625" y="2618"/>
                    </a:lnTo>
                    <a:lnTo>
                      <a:pt x="3588" y="2556"/>
                    </a:lnTo>
                    <a:lnTo>
                      <a:pt x="3544" y="2500"/>
                    </a:lnTo>
                    <a:lnTo>
                      <a:pt x="3496" y="2447"/>
                    </a:lnTo>
                    <a:lnTo>
                      <a:pt x="3444" y="2399"/>
                    </a:lnTo>
                    <a:lnTo>
                      <a:pt x="3386" y="2356"/>
                    </a:lnTo>
                    <a:lnTo>
                      <a:pt x="3325" y="2319"/>
                    </a:lnTo>
                    <a:lnTo>
                      <a:pt x="3260" y="2288"/>
                    </a:lnTo>
                    <a:lnTo>
                      <a:pt x="3193" y="2262"/>
                    </a:lnTo>
                    <a:lnTo>
                      <a:pt x="3121" y="2244"/>
                    </a:lnTo>
                    <a:lnTo>
                      <a:pt x="3048" y="2232"/>
                    </a:lnTo>
                    <a:lnTo>
                      <a:pt x="2972" y="2229"/>
                    </a:lnTo>
                    <a:close/>
                    <a:moveTo>
                      <a:pt x="1238" y="2229"/>
                    </a:moveTo>
                    <a:lnTo>
                      <a:pt x="1734" y="2229"/>
                    </a:lnTo>
                    <a:lnTo>
                      <a:pt x="1734" y="2724"/>
                    </a:lnTo>
                    <a:lnTo>
                      <a:pt x="1238" y="2724"/>
                    </a:lnTo>
                    <a:lnTo>
                      <a:pt x="1238" y="2229"/>
                    </a:lnTo>
                    <a:close/>
                    <a:moveTo>
                      <a:pt x="495" y="2229"/>
                    </a:moveTo>
                    <a:lnTo>
                      <a:pt x="990" y="2229"/>
                    </a:lnTo>
                    <a:lnTo>
                      <a:pt x="990" y="2724"/>
                    </a:lnTo>
                    <a:lnTo>
                      <a:pt x="495" y="2724"/>
                    </a:lnTo>
                    <a:lnTo>
                      <a:pt x="495" y="2229"/>
                    </a:lnTo>
                    <a:close/>
                    <a:moveTo>
                      <a:pt x="2972" y="1982"/>
                    </a:moveTo>
                    <a:lnTo>
                      <a:pt x="3058" y="1985"/>
                    </a:lnTo>
                    <a:lnTo>
                      <a:pt x="3141" y="1996"/>
                    </a:lnTo>
                    <a:lnTo>
                      <a:pt x="3221" y="2013"/>
                    </a:lnTo>
                    <a:lnTo>
                      <a:pt x="3300" y="2037"/>
                    </a:lnTo>
                    <a:lnTo>
                      <a:pt x="3376" y="2067"/>
                    </a:lnTo>
                    <a:lnTo>
                      <a:pt x="3448" y="2103"/>
                    </a:lnTo>
                    <a:lnTo>
                      <a:pt x="3517" y="2144"/>
                    </a:lnTo>
                    <a:lnTo>
                      <a:pt x="3582" y="2191"/>
                    </a:lnTo>
                    <a:lnTo>
                      <a:pt x="3643" y="2243"/>
                    </a:lnTo>
                    <a:lnTo>
                      <a:pt x="3700" y="2300"/>
                    </a:lnTo>
                    <a:lnTo>
                      <a:pt x="3752" y="2361"/>
                    </a:lnTo>
                    <a:lnTo>
                      <a:pt x="3799" y="2426"/>
                    </a:lnTo>
                    <a:lnTo>
                      <a:pt x="3841" y="2495"/>
                    </a:lnTo>
                    <a:lnTo>
                      <a:pt x="3876" y="2567"/>
                    </a:lnTo>
                    <a:lnTo>
                      <a:pt x="3906" y="2643"/>
                    </a:lnTo>
                    <a:lnTo>
                      <a:pt x="3930" y="2722"/>
                    </a:lnTo>
                    <a:lnTo>
                      <a:pt x="3948" y="2803"/>
                    </a:lnTo>
                    <a:lnTo>
                      <a:pt x="3959" y="2887"/>
                    </a:lnTo>
                    <a:lnTo>
                      <a:pt x="3962" y="2972"/>
                    </a:lnTo>
                    <a:lnTo>
                      <a:pt x="3959" y="3058"/>
                    </a:lnTo>
                    <a:lnTo>
                      <a:pt x="3948" y="3141"/>
                    </a:lnTo>
                    <a:lnTo>
                      <a:pt x="3930" y="3222"/>
                    </a:lnTo>
                    <a:lnTo>
                      <a:pt x="3906" y="3300"/>
                    </a:lnTo>
                    <a:lnTo>
                      <a:pt x="3876" y="3376"/>
                    </a:lnTo>
                    <a:lnTo>
                      <a:pt x="3841" y="3448"/>
                    </a:lnTo>
                    <a:lnTo>
                      <a:pt x="3799" y="3518"/>
                    </a:lnTo>
                    <a:lnTo>
                      <a:pt x="3752" y="3583"/>
                    </a:lnTo>
                    <a:lnTo>
                      <a:pt x="3700" y="3643"/>
                    </a:lnTo>
                    <a:lnTo>
                      <a:pt x="3643" y="3700"/>
                    </a:lnTo>
                    <a:lnTo>
                      <a:pt x="3582" y="3752"/>
                    </a:lnTo>
                    <a:lnTo>
                      <a:pt x="3517" y="3799"/>
                    </a:lnTo>
                    <a:lnTo>
                      <a:pt x="3448" y="3841"/>
                    </a:lnTo>
                    <a:lnTo>
                      <a:pt x="3376" y="3877"/>
                    </a:lnTo>
                    <a:lnTo>
                      <a:pt x="3300" y="3907"/>
                    </a:lnTo>
                    <a:lnTo>
                      <a:pt x="3221" y="3931"/>
                    </a:lnTo>
                    <a:lnTo>
                      <a:pt x="3141" y="3948"/>
                    </a:lnTo>
                    <a:lnTo>
                      <a:pt x="3058" y="3959"/>
                    </a:lnTo>
                    <a:lnTo>
                      <a:pt x="2972" y="3963"/>
                    </a:lnTo>
                    <a:lnTo>
                      <a:pt x="2886" y="3959"/>
                    </a:lnTo>
                    <a:lnTo>
                      <a:pt x="2802" y="3948"/>
                    </a:lnTo>
                    <a:lnTo>
                      <a:pt x="2721" y="3931"/>
                    </a:lnTo>
                    <a:lnTo>
                      <a:pt x="2643" y="3907"/>
                    </a:lnTo>
                    <a:lnTo>
                      <a:pt x="2567" y="3877"/>
                    </a:lnTo>
                    <a:lnTo>
                      <a:pt x="2495" y="3841"/>
                    </a:lnTo>
                    <a:lnTo>
                      <a:pt x="2426" y="3799"/>
                    </a:lnTo>
                    <a:lnTo>
                      <a:pt x="2361" y="3752"/>
                    </a:lnTo>
                    <a:lnTo>
                      <a:pt x="2300" y="3700"/>
                    </a:lnTo>
                    <a:lnTo>
                      <a:pt x="2243" y="3643"/>
                    </a:lnTo>
                    <a:lnTo>
                      <a:pt x="2191" y="3583"/>
                    </a:lnTo>
                    <a:lnTo>
                      <a:pt x="2144" y="3518"/>
                    </a:lnTo>
                    <a:lnTo>
                      <a:pt x="2103" y="3448"/>
                    </a:lnTo>
                    <a:lnTo>
                      <a:pt x="2067" y="3376"/>
                    </a:lnTo>
                    <a:lnTo>
                      <a:pt x="2037" y="3300"/>
                    </a:lnTo>
                    <a:lnTo>
                      <a:pt x="2013" y="3222"/>
                    </a:lnTo>
                    <a:lnTo>
                      <a:pt x="1995" y="3141"/>
                    </a:lnTo>
                    <a:lnTo>
                      <a:pt x="1984" y="3058"/>
                    </a:lnTo>
                    <a:lnTo>
                      <a:pt x="1980" y="2972"/>
                    </a:lnTo>
                    <a:lnTo>
                      <a:pt x="1984" y="2887"/>
                    </a:lnTo>
                    <a:lnTo>
                      <a:pt x="1995" y="2803"/>
                    </a:lnTo>
                    <a:lnTo>
                      <a:pt x="2013" y="2722"/>
                    </a:lnTo>
                    <a:lnTo>
                      <a:pt x="2037" y="2643"/>
                    </a:lnTo>
                    <a:lnTo>
                      <a:pt x="2067" y="2567"/>
                    </a:lnTo>
                    <a:lnTo>
                      <a:pt x="2103" y="2495"/>
                    </a:lnTo>
                    <a:lnTo>
                      <a:pt x="2144" y="2426"/>
                    </a:lnTo>
                    <a:lnTo>
                      <a:pt x="2191" y="2361"/>
                    </a:lnTo>
                    <a:lnTo>
                      <a:pt x="2243" y="2300"/>
                    </a:lnTo>
                    <a:lnTo>
                      <a:pt x="2300" y="2243"/>
                    </a:lnTo>
                    <a:lnTo>
                      <a:pt x="2361" y="2191"/>
                    </a:lnTo>
                    <a:lnTo>
                      <a:pt x="2426" y="2144"/>
                    </a:lnTo>
                    <a:lnTo>
                      <a:pt x="2495" y="2103"/>
                    </a:lnTo>
                    <a:lnTo>
                      <a:pt x="2567" y="2067"/>
                    </a:lnTo>
                    <a:lnTo>
                      <a:pt x="2643" y="2037"/>
                    </a:lnTo>
                    <a:lnTo>
                      <a:pt x="2721" y="2013"/>
                    </a:lnTo>
                    <a:lnTo>
                      <a:pt x="2802" y="1996"/>
                    </a:lnTo>
                    <a:lnTo>
                      <a:pt x="2886" y="1985"/>
                    </a:lnTo>
                    <a:lnTo>
                      <a:pt x="2972" y="1982"/>
                    </a:lnTo>
                    <a:close/>
                    <a:moveTo>
                      <a:pt x="1980" y="1486"/>
                    </a:moveTo>
                    <a:lnTo>
                      <a:pt x="2476" y="1486"/>
                    </a:lnTo>
                    <a:lnTo>
                      <a:pt x="2476" y="1982"/>
                    </a:lnTo>
                    <a:lnTo>
                      <a:pt x="1980" y="1982"/>
                    </a:lnTo>
                    <a:lnTo>
                      <a:pt x="1980" y="1486"/>
                    </a:lnTo>
                    <a:close/>
                    <a:moveTo>
                      <a:pt x="1238" y="1486"/>
                    </a:moveTo>
                    <a:lnTo>
                      <a:pt x="1734" y="1486"/>
                    </a:lnTo>
                    <a:lnTo>
                      <a:pt x="1734" y="1982"/>
                    </a:lnTo>
                    <a:lnTo>
                      <a:pt x="1238" y="1982"/>
                    </a:lnTo>
                    <a:lnTo>
                      <a:pt x="1238" y="1486"/>
                    </a:lnTo>
                    <a:close/>
                    <a:moveTo>
                      <a:pt x="495" y="1486"/>
                    </a:moveTo>
                    <a:lnTo>
                      <a:pt x="990" y="1486"/>
                    </a:lnTo>
                    <a:lnTo>
                      <a:pt x="990" y="1982"/>
                    </a:lnTo>
                    <a:lnTo>
                      <a:pt x="495" y="1982"/>
                    </a:lnTo>
                    <a:lnTo>
                      <a:pt x="495" y="1486"/>
                    </a:lnTo>
                    <a:close/>
                    <a:moveTo>
                      <a:pt x="268" y="495"/>
                    </a:moveTo>
                    <a:lnTo>
                      <a:pt x="371" y="495"/>
                    </a:lnTo>
                    <a:lnTo>
                      <a:pt x="371" y="619"/>
                    </a:lnTo>
                    <a:lnTo>
                      <a:pt x="374" y="659"/>
                    </a:lnTo>
                    <a:lnTo>
                      <a:pt x="384" y="697"/>
                    </a:lnTo>
                    <a:lnTo>
                      <a:pt x="399" y="732"/>
                    </a:lnTo>
                    <a:lnTo>
                      <a:pt x="419" y="765"/>
                    </a:lnTo>
                    <a:lnTo>
                      <a:pt x="444" y="794"/>
                    </a:lnTo>
                    <a:lnTo>
                      <a:pt x="473" y="819"/>
                    </a:lnTo>
                    <a:lnTo>
                      <a:pt x="505" y="839"/>
                    </a:lnTo>
                    <a:lnTo>
                      <a:pt x="541" y="854"/>
                    </a:lnTo>
                    <a:lnTo>
                      <a:pt x="579" y="864"/>
                    </a:lnTo>
                    <a:lnTo>
                      <a:pt x="619" y="867"/>
                    </a:lnTo>
                    <a:lnTo>
                      <a:pt x="659" y="864"/>
                    </a:lnTo>
                    <a:lnTo>
                      <a:pt x="697" y="854"/>
                    </a:lnTo>
                    <a:lnTo>
                      <a:pt x="732" y="839"/>
                    </a:lnTo>
                    <a:lnTo>
                      <a:pt x="765" y="819"/>
                    </a:lnTo>
                    <a:lnTo>
                      <a:pt x="794" y="794"/>
                    </a:lnTo>
                    <a:lnTo>
                      <a:pt x="819" y="765"/>
                    </a:lnTo>
                    <a:lnTo>
                      <a:pt x="838" y="732"/>
                    </a:lnTo>
                    <a:lnTo>
                      <a:pt x="854" y="697"/>
                    </a:lnTo>
                    <a:lnTo>
                      <a:pt x="864" y="659"/>
                    </a:lnTo>
                    <a:lnTo>
                      <a:pt x="866" y="619"/>
                    </a:lnTo>
                    <a:lnTo>
                      <a:pt x="866" y="495"/>
                    </a:lnTo>
                    <a:lnTo>
                      <a:pt x="2353" y="495"/>
                    </a:lnTo>
                    <a:lnTo>
                      <a:pt x="2353" y="619"/>
                    </a:lnTo>
                    <a:lnTo>
                      <a:pt x="2355" y="659"/>
                    </a:lnTo>
                    <a:lnTo>
                      <a:pt x="2365" y="697"/>
                    </a:lnTo>
                    <a:lnTo>
                      <a:pt x="2380" y="732"/>
                    </a:lnTo>
                    <a:lnTo>
                      <a:pt x="2400" y="765"/>
                    </a:lnTo>
                    <a:lnTo>
                      <a:pt x="2425" y="794"/>
                    </a:lnTo>
                    <a:lnTo>
                      <a:pt x="2454" y="819"/>
                    </a:lnTo>
                    <a:lnTo>
                      <a:pt x="2487" y="839"/>
                    </a:lnTo>
                    <a:lnTo>
                      <a:pt x="2521" y="854"/>
                    </a:lnTo>
                    <a:lnTo>
                      <a:pt x="2560" y="864"/>
                    </a:lnTo>
                    <a:lnTo>
                      <a:pt x="2600" y="867"/>
                    </a:lnTo>
                    <a:lnTo>
                      <a:pt x="2641" y="864"/>
                    </a:lnTo>
                    <a:lnTo>
                      <a:pt x="2678" y="854"/>
                    </a:lnTo>
                    <a:lnTo>
                      <a:pt x="2714" y="839"/>
                    </a:lnTo>
                    <a:lnTo>
                      <a:pt x="2747" y="819"/>
                    </a:lnTo>
                    <a:lnTo>
                      <a:pt x="2776" y="794"/>
                    </a:lnTo>
                    <a:lnTo>
                      <a:pt x="2800" y="765"/>
                    </a:lnTo>
                    <a:lnTo>
                      <a:pt x="2820" y="732"/>
                    </a:lnTo>
                    <a:lnTo>
                      <a:pt x="2835" y="697"/>
                    </a:lnTo>
                    <a:lnTo>
                      <a:pt x="2844" y="659"/>
                    </a:lnTo>
                    <a:lnTo>
                      <a:pt x="2848" y="619"/>
                    </a:lnTo>
                    <a:lnTo>
                      <a:pt x="2848" y="495"/>
                    </a:lnTo>
                    <a:lnTo>
                      <a:pt x="2952" y="495"/>
                    </a:lnTo>
                    <a:lnTo>
                      <a:pt x="2995" y="498"/>
                    </a:lnTo>
                    <a:lnTo>
                      <a:pt x="3036" y="509"/>
                    </a:lnTo>
                    <a:lnTo>
                      <a:pt x="3074" y="526"/>
                    </a:lnTo>
                    <a:lnTo>
                      <a:pt x="3109" y="548"/>
                    </a:lnTo>
                    <a:lnTo>
                      <a:pt x="3141" y="574"/>
                    </a:lnTo>
                    <a:lnTo>
                      <a:pt x="3167" y="607"/>
                    </a:lnTo>
                    <a:lnTo>
                      <a:pt x="3189" y="642"/>
                    </a:lnTo>
                    <a:lnTo>
                      <a:pt x="3206" y="682"/>
                    </a:lnTo>
                    <a:lnTo>
                      <a:pt x="3215" y="724"/>
                    </a:lnTo>
                    <a:lnTo>
                      <a:pt x="3219" y="767"/>
                    </a:lnTo>
                    <a:lnTo>
                      <a:pt x="3219" y="1733"/>
                    </a:lnTo>
                    <a:lnTo>
                      <a:pt x="2972" y="1733"/>
                    </a:lnTo>
                    <a:lnTo>
                      <a:pt x="2972" y="1238"/>
                    </a:lnTo>
                    <a:lnTo>
                      <a:pt x="248" y="1238"/>
                    </a:lnTo>
                    <a:lnTo>
                      <a:pt x="248" y="2947"/>
                    </a:lnTo>
                    <a:lnTo>
                      <a:pt x="250" y="2959"/>
                    </a:lnTo>
                    <a:lnTo>
                      <a:pt x="258" y="2969"/>
                    </a:lnTo>
                    <a:lnTo>
                      <a:pt x="268" y="2972"/>
                    </a:lnTo>
                    <a:lnTo>
                      <a:pt x="1734" y="2972"/>
                    </a:lnTo>
                    <a:lnTo>
                      <a:pt x="1734" y="3219"/>
                    </a:lnTo>
                    <a:lnTo>
                      <a:pt x="268" y="3219"/>
                    </a:lnTo>
                    <a:lnTo>
                      <a:pt x="225" y="3216"/>
                    </a:lnTo>
                    <a:lnTo>
                      <a:pt x="183" y="3206"/>
                    </a:lnTo>
                    <a:lnTo>
                      <a:pt x="144" y="3189"/>
                    </a:lnTo>
                    <a:lnTo>
                      <a:pt x="109" y="3167"/>
                    </a:lnTo>
                    <a:lnTo>
                      <a:pt x="78" y="3140"/>
                    </a:lnTo>
                    <a:lnTo>
                      <a:pt x="52" y="3108"/>
                    </a:lnTo>
                    <a:lnTo>
                      <a:pt x="30" y="3072"/>
                    </a:lnTo>
                    <a:lnTo>
                      <a:pt x="13" y="3034"/>
                    </a:lnTo>
                    <a:lnTo>
                      <a:pt x="3" y="2991"/>
                    </a:lnTo>
                    <a:lnTo>
                      <a:pt x="0" y="2947"/>
                    </a:lnTo>
                    <a:lnTo>
                      <a:pt x="0" y="767"/>
                    </a:lnTo>
                    <a:lnTo>
                      <a:pt x="3" y="724"/>
                    </a:lnTo>
                    <a:lnTo>
                      <a:pt x="13" y="682"/>
                    </a:lnTo>
                    <a:lnTo>
                      <a:pt x="30" y="642"/>
                    </a:lnTo>
                    <a:lnTo>
                      <a:pt x="52" y="607"/>
                    </a:lnTo>
                    <a:lnTo>
                      <a:pt x="78" y="574"/>
                    </a:lnTo>
                    <a:lnTo>
                      <a:pt x="109" y="548"/>
                    </a:lnTo>
                    <a:lnTo>
                      <a:pt x="144" y="526"/>
                    </a:lnTo>
                    <a:lnTo>
                      <a:pt x="183" y="509"/>
                    </a:lnTo>
                    <a:lnTo>
                      <a:pt x="225" y="498"/>
                    </a:lnTo>
                    <a:lnTo>
                      <a:pt x="268" y="495"/>
                    </a:lnTo>
                    <a:close/>
                    <a:moveTo>
                      <a:pt x="2600" y="0"/>
                    </a:moveTo>
                    <a:lnTo>
                      <a:pt x="2629" y="3"/>
                    </a:lnTo>
                    <a:lnTo>
                      <a:pt x="2654" y="13"/>
                    </a:lnTo>
                    <a:lnTo>
                      <a:pt x="2678" y="27"/>
                    </a:lnTo>
                    <a:lnTo>
                      <a:pt x="2696" y="47"/>
                    </a:lnTo>
                    <a:lnTo>
                      <a:pt x="2712" y="69"/>
                    </a:lnTo>
                    <a:lnTo>
                      <a:pt x="2720" y="95"/>
                    </a:lnTo>
                    <a:lnTo>
                      <a:pt x="2724" y="124"/>
                    </a:lnTo>
                    <a:lnTo>
                      <a:pt x="2724" y="619"/>
                    </a:lnTo>
                    <a:lnTo>
                      <a:pt x="2720" y="648"/>
                    </a:lnTo>
                    <a:lnTo>
                      <a:pt x="2712" y="673"/>
                    </a:lnTo>
                    <a:lnTo>
                      <a:pt x="2696" y="696"/>
                    </a:lnTo>
                    <a:lnTo>
                      <a:pt x="2678" y="715"/>
                    </a:lnTo>
                    <a:lnTo>
                      <a:pt x="2654" y="730"/>
                    </a:lnTo>
                    <a:lnTo>
                      <a:pt x="2629" y="739"/>
                    </a:lnTo>
                    <a:lnTo>
                      <a:pt x="2600" y="743"/>
                    </a:lnTo>
                    <a:lnTo>
                      <a:pt x="2572" y="739"/>
                    </a:lnTo>
                    <a:lnTo>
                      <a:pt x="2546" y="730"/>
                    </a:lnTo>
                    <a:lnTo>
                      <a:pt x="2523" y="715"/>
                    </a:lnTo>
                    <a:lnTo>
                      <a:pt x="2503" y="696"/>
                    </a:lnTo>
                    <a:lnTo>
                      <a:pt x="2489" y="673"/>
                    </a:lnTo>
                    <a:lnTo>
                      <a:pt x="2479" y="648"/>
                    </a:lnTo>
                    <a:lnTo>
                      <a:pt x="2476" y="619"/>
                    </a:lnTo>
                    <a:lnTo>
                      <a:pt x="2476" y="124"/>
                    </a:lnTo>
                    <a:lnTo>
                      <a:pt x="2479" y="95"/>
                    </a:lnTo>
                    <a:lnTo>
                      <a:pt x="2489" y="69"/>
                    </a:lnTo>
                    <a:lnTo>
                      <a:pt x="2503" y="47"/>
                    </a:lnTo>
                    <a:lnTo>
                      <a:pt x="2523" y="27"/>
                    </a:lnTo>
                    <a:lnTo>
                      <a:pt x="2546" y="13"/>
                    </a:lnTo>
                    <a:lnTo>
                      <a:pt x="2572" y="3"/>
                    </a:lnTo>
                    <a:lnTo>
                      <a:pt x="2600" y="0"/>
                    </a:lnTo>
                    <a:close/>
                    <a:moveTo>
                      <a:pt x="619" y="0"/>
                    </a:moveTo>
                    <a:lnTo>
                      <a:pt x="647" y="3"/>
                    </a:lnTo>
                    <a:lnTo>
                      <a:pt x="673" y="13"/>
                    </a:lnTo>
                    <a:lnTo>
                      <a:pt x="696" y="27"/>
                    </a:lnTo>
                    <a:lnTo>
                      <a:pt x="715" y="47"/>
                    </a:lnTo>
                    <a:lnTo>
                      <a:pt x="730" y="69"/>
                    </a:lnTo>
                    <a:lnTo>
                      <a:pt x="740" y="95"/>
                    </a:lnTo>
                    <a:lnTo>
                      <a:pt x="743" y="124"/>
                    </a:lnTo>
                    <a:lnTo>
                      <a:pt x="743" y="619"/>
                    </a:lnTo>
                    <a:lnTo>
                      <a:pt x="740" y="648"/>
                    </a:lnTo>
                    <a:lnTo>
                      <a:pt x="730" y="673"/>
                    </a:lnTo>
                    <a:lnTo>
                      <a:pt x="715" y="696"/>
                    </a:lnTo>
                    <a:lnTo>
                      <a:pt x="696" y="715"/>
                    </a:lnTo>
                    <a:lnTo>
                      <a:pt x="673" y="730"/>
                    </a:lnTo>
                    <a:lnTo>
                      <a:pt x="647" y="739"/>
                    </a:lnTo>
                    <a:lnTo>
                      <a:pt x="619" y="743"/>
                    </a:lnTo>
                    <a:lnTo>
                      <a:pt x="590" y="739"/>
                    </a:lnTo>
                    <a:lnTo>
                      <a:pt x="565" y="730"/>
                    </a:lnTo>
                    <a:lnTo>
                      <a:pt x="542" y="715"/>
                    </a:lnTo>
                    <a:lnTo>
                      <a:pt x="523" y="696"/>
                    </a:lnTo>
                    <a:lnTo>
                      <a:pt x="508" y="673"/>
                    </a:lnTo>
                    <a:lnTo>
                      <a:pt x="499" y="648"/>
                    </a:lnTo>
                    <a:lnTo>
                      <a:pt x="495" y="619"/>
                    </a:lnTo>
                    <a:lnTo>
                      <a:pt x="495" y="124"/>
                    </a:lnTo>
                    <a:lnTo>
                      <a:pt x="499" y="95"/>
                    </a:lnTo>
                    <a:lnTo>
                      <a:pt x="508" y="69"/>
                    </a:lnTo>
                    <a:lnTo>
                      <a:pt x="523" y="47"/>
                    </a:lnTo>
                    <a:lnTo>
                      <a:pt x="542" y="27"/>
                    </a:lnTo>
                    <a:lnTo>
                      <a:pt x="565" y="13"/>
                    </a:lnTo>
                    <a:lnTo>
                      <a:pt x="590" y="3"/>
                    </a:lnTo>
                    <a:lnTo>
                      <a:pt x="619" y="0"/>
                    </a:lnTo>
                    <a:close/>
                  </a:path>
                </a:pathLst>
              </a:custGeom>
              <a:solidFill>
                <a:schemeClr val="accent3"/>
              </a:solidFill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  <p:grpSp>
          <p:nvGrpSpPr>
            <p:cNvPr id="6" name="그룹 60"/>
            <p:cNvGrpSpPr/>
            <p:nvPr/>
          </p:nvGrpSpPr>
          <p:grpSpPr>
            <a:xfrm>
              <a:off x="4228307" y="3143493"/>
              <a:ext cx="1884180" cy="1488466"/>
              <a:chOff x="4075907" y="2991093"/>
              <a:chExt cx="1884180" cy="1488466"/>
            </a:xfrm>
          </p:grpSpPr>
          <p:sp>
            <p:nvSpPr>
              <p:cNvPr id="26" name="Freeform 26"/>
              <p:cNvSpPr>
                <a:spLocks noEditPoints="1"/>
              </p:cNvSpPr>
              <p:nvPr/>
            </p:nvSpPr>
            <p:spPr bwMode="auto">
              <a:xfrm>
                <a:off x="4075907" y="2991093"/>
                <a:ext cx="1884180" cy="1488466"/>
              </a:xfrm>
              <a:custGeom>
                <a:avLst/>
                <a:gdLst>
                  <a:gd name="T0" fmla="*/ 667 w 2078"/>
                  <a:gd name="T1" fmla="*/ 130 h 1640"/>
                  <a:gd name="T2" fmla="*/ 477 w 2078"/>
                  <a:gd name="T3" fmla="*/ 194 h 1640"/>
                  <a:gd name="T4" fmla="*/ 312 w 2078"/>
                  <a:gd name="T5" fmla="*/ 310 h 1640"/>
                  <a:gd name="T6" fmla="*/ 185 w 2078"/>
                  <a:gd name="T7" fmla="*/ 472 h 1640"/>
                  <a:gd name="T8" fmla="*/ 110 w 2078"/>
                  <a:gd name="T9" fmla="*/ 670 h 1640"/>
                  <a:gd name="T10" fmla="*/ 96 w 2078"/>
                  <a:gd name="T11" fmla="*/ 877 h 1640"/>
                  <a:gd name="T12" fmla="*/ 143 w 2078"/>
                  <a:gd name="T13" fmla="*/ 1074 h 1640"/>
                  <a:gd name="T14" fmla="*/ 242 w 2078"/>
                  <a:gd name="T15" fmla="*/ 1248 h 1640"/>
                  <a:gd name="T16" fmla="*/ 389 w 2078"/>
                  <a:gd name="T17" fmla="*/ 1388 h 1640"/>
                  <a:gd name="T18" fmla="*/ 578 w 2078"/>
                  <a:gd name="T19" fmla="*/ 1482 h 1640"/>
                  <a:gd name="T20" fmla="*/ 784 w 2078"/>
                  <a:gd name="T21" fmla="*/ 1516 h 1640"/>
                  <a:gd name="T22" fmla="*/ 985 w 2078"/>
                  <a:gd name="T23" fmla="*/ 1489 h 1640"/>
                  <a:gd name="T24" fmla="*/ 1169 w 2078"/>
                  <a:gd name="T25" fmla="*/ 1407 h 1640"/>
                  <a:gd name="T26" fmla="*/ 1321 w 2078"/>
                  <a:gd name="T27" fmla="*/ 1275 h 1640"/>
                  <a:gd name="T28" fmla="*/ 1433 w 2078"/>
                  <a:gd name="T29" fmla="*/ 1101 h 1640"/>
                  <a:gd name="T30" fmla="*/ 1488 w 2078"/>
                  <a:gd name="T31" fmla="*/ 894 h 1640"/>
                  <a:gd name="T32" fmla="*/ 1480 w 2078"/>
                  <a:gd name="T33" fmla="*/ 691 h 1640"/>
                  <a:gd name="T34" fmla="*/ 1416 w 2078"/>
                  <a:gd name="T35" fmla="*/ 501 h 1640"/>
                  <a:gd name="T36" fmla="*/ 1300 w 2078"/>
                  <a:gd name="T37" fmla="*/ 336 h 1640"/>
                  <a:gd name="T38" fmla="*/ 1139 w 2078"/>
                  <a:gd name="T39" fmla="*/ 209 h 1640"/>
                  <a:gd name="T40" fmla="*/ 941 w 2078"/>
                  <a:gd name="T41" fmla="*/ 134 h 1640"/>
                  <a:gd name="T42" fmla="*/ 794 w 2078"/>
                  <a:gd name="T43" fmla="*/ 0 h 1640"/>
                  <a:gd name="T44" fmla="*/ 1011 w 2078"/>
                  <a:gd name="T45" fmla="*/ 20 h 1640"/>
                  <a:gd name="T46" fmla="*/ 1173 w 2078"/>
                  <a:gd name="T47" fmla="*/ 81 h 1640"/>
                  <a:gd name="T48" fmla="*/ 1309 w 2078"/>
                  <a:gd name="T49" fmla="*/ 178 h 1640"/>
                  <a:gd name="T50" fmla="*/ 1447 w 2078"/>
                  <a:gd name="T51" fmla="*/ 310 h 1640"/>
                  <a:gd name="T52" fmla="*/ 1579 w 2078"/>
                  <a:gd name="T53" fmla="*/ 467 h 1640"/>
                  <a:gd name="T54" fmla="*/ 1706 w 2078"/>
                  <a:gd name="T55" fmla="*/ 634 h 1640"/>
                  <a:gd name="T56" fmla="*/ 1819 w 2078"/>
                  <a:gd name="T57" fmla="*/ 801 h 1640"/>
                  <a:gd name="T58" fmla="*/ 1917 w 2078"/>
                  <a:gd name="T59" fmla="*/ 956 h 1640"/>
                  <a:gd name="T60" fmla="*/ 1996 w 2078"/>
                  <a:gd name="T61" fmla="*/ 1087 h 1640"/>
                  <a:gd name="T62" fmla="*/ 2051 w 2078"/>
                  <a:gd name="T63" fmla="*/ 1183 h 1640"/>
                  <a:gd name="T64" fmla="*/ 2077 w 2078"/>
                  <a:gd name="T65" fmla="*/ 1232 h 1640"/>
                  <a:gd name="T66" fmla="*/ 2064 w 2078"/>
                  <a:gd name="T67" fmla="*/ 1241 h 1640"/>
                  <a:gd name="T68" fmla="*/ 1997 w 2078"/>
                  <a:gd name="T69" fmla="*/ 1273 h 1640"/>
                  <a:gd name="T70" fmla="*/ 1882 w 2078"/>
                  <a:gd name="T71" fmla="*/ 1323 h 1640"/>
                  <a:gd name="T72" fmla="*/ 1731 w 2078"/>
                  <a:gd name="T73" fmla="*/ 1387 h 1640"/>
                  <a:gd name="T74" fmla="*/ 1552 w 2078"/>
                  <a:gd name="T75" fmla="*/ 1455 h 1640"/>
                  <a:gd name="T76" fmla="*/ 1358 w 2078"/>
                  <a:gd name="T77" fmla="*/ 1523 h 1640"/>
                  <a:gd name="T78" fmla="*/ 1157 w 2078"/>
                  <a:gd name="T79" fmla="*/ 1581 h 1640"/>
                  <a:gd name="T80" fmla="*/ 958 w 2078"/>
                  <a:gd name="T81" fmla="*/ 1623 h 1640"/>
                  <a:gd name="T82" fmla="*/ 776 w 2078"/>
                  <a:gd name="T83" fmla="*/ 1640 h 1640"/>
                  <a:gd name="T84" fmla="*/ 617 w 2078"/>
                  <a:gd name="T85" fmla="*/ 1628 h 1640"/>
                  <a:gd name="T86" fmla="*/ 435 w 2078"/>
                  <a:gd name="T87" fmla="*/ 1558 h 1640"/>
                  <a:gd name="T88" fmla="*/ 258 w 2078"/>
                  <a:gd name="T89" fmla="*/ 1431 h 1640"/>
                  <a:gd name="T90" fmla="*/ 124 w 2078"/>
                  <a:gd name="T91" fmla="*/ 1267 h 1640"/>
                  <a:gd name="T92" fmla="*/ 37 w 2078"/>
                  <a:gd name="T93" fmla="*/ 1074 h 1640"/>
                  <a:gd name="T94" fmla="*/ 0 w 2078"/>
                  <a:gd name="T95" fmla="*/ 863 h 1640"/>
                  <a:gd name="T96" fmla="*/ 19 w 2078"/>
                  <a:gd name="T97" fmla="*/ 645 h 1640"/>
                  <a:gd name="T98" fmla="*/ 99 w 2078"/>
                  <a:gd name="T99" fmla="*/ 434 h 1640"/>
                  <a:gd name="T100" fmla="*/ 226 w 2078"/>
                  <a:gd name="T101" fmla="*/ 259 h 1640"/>
                  <a:gd name="T102" fmla="*/ 390 w 2078"/>
                  <a:gd name="T103" fmla="*/ 126 h 1640"/>
                  <a:gd name="T104" fmla="*/ 583 w 2078"/>
                  <a:gd name="T105" fmla="*/ 37 h 1640"/>
                  <a:gd name="T106" fmla="*/ 794 w 2078"/>
                  <a:gd name="T107" fmla="*/ 0 h 164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</a:cxnLst>
                <a:rect l="0" t="0" r="r" b="b"/>
                <a:pathLst>
                  <a:path w="2078" h="1640">
                    <a:moveTo>
                      <a:pt x="802" y="119"/>
                    </a:moveTo>
                    <a:lnTo>
                      <a:pt x="733" y="122"/>
                    </a:lnTo>
                    <a:lnTo>
                      <a:pt x="667" y="130"/>
                    </a:lnTo>
                    <a:lnTo>
                      <a:pt x="601" y="146"/>
                    </a:lnTo>
                    <a:lnTo>
                      <a:pt x="537" y="167"/>
                    </a:lnTo>
                    <a:lnTo>
                      <a:pt x="477" y="194"/>
                    </a:lnTo>
                    <a:lnTo>
                      <a:pt x="417" y="228"/>
                    </a:lnTo>
                    <a:lnTo>
                      <a:pt x="363" y="267"/>
                    </a:lnTo>
                    <a:lnTo>
                      <a:pt x="312" y="310"/>
                    </a:lnTo>
                    <a:lnTo>
                      <a:pt x="265" y="360"/>
                    </a:lnTo>
                    <a:lnTo>
                      <a:pt x="223" y="413"/>
                    </a:lnTo>
                    <a:lnTo>
                      <a:pt x="185" y="472"/>
                    </a:lnTo>
                    <a:lnTo>
                      <a:pt x="154" y="534"/>
                    </a:lnTo>
                    <a:lnTo>
                      <a:pt x="129" y="602"/>
                    </a:lnTo>
                    <a:lnTo>
                      <a:pt x="110" y="670"/>
                    </a:lnTo>
                    <a:lnTo>
                      <a:pt x="99" y="739"/>
                    </a:lnTo>
                    <a:lnTo>
                      <a:pt x="95" y="808"/>
                    </a:lnTo>
                    <a:lnTo>
                      <a:pt x="96" y="877"/>
                    </a:lnTo>
                    <a:lnTo>
                      <a:pt x="106" y="944"/>
                    </a:lnTo>
                    <a:lnTo>
                      <a:pt x="122" y="1010"/>
                    </a:lnTo>
                    <a:lnTo>
                      <a:pt x="143" y="1074"/>
                    </a:lnTo>
                    <a:lnTo>
                      <a:pt x="170" y="1134"/>
                    </a:lnTo>
                    <a:lnTo>
                      <a:pt x="204" y="1192"/>
                    </a:lnTo>
                    <a:lnTo>
                      <a:pt x="242" y="1248"/>
                    </a:lnTo>
                    <a:lnTo>
                      <a:pt x="286" y="1299"/>
                    </a:lnTo>
                    <a:lnTo>
                      <a:pt x="335" y="1346"/>
                    </a:lnTo>
                    <a:lnTo>
                      <a:pt x="389" y="1388"/>
                    </a:lnTo>
                    <a:lnTo>
                      <a:pt x="448" y="1424"/>
                    </a:lnTo>
                    <a:lnTo>
                      <a:pt x="510" y="1457"/>
                    </a:lnTo>
                    <a:lnTo>
                      <a:pt x="578" y="1482"/>
                    </a:lnTo>
                    <a:lnTo>
                      <a:pt x="647" y="1500"/>
                    </a:lnTo>
                    <a:lnTo>
                      <a:pt x="715" y="1512"/>
                    </a:lnTo>
                    <a:lnTo>
                      <a:pt x="784" y="1516"/>
                    </a:lnTo>
                    <a:lnTo>
                      <a:pt x="853" y="1513"/>
                    </a:lnTo>
                    <a:lnTo>
                      <a:pt x="920" y="1504"/>
                    </a:lnTo>
                    <a:lnTo>
                      <a:pt x="985" y="1489"/>
                    </a:lnTo>
                    <a:lnTo>
                      <a:pt x="1050" y="1468"/>
                    </a:lnTo>
                    <a:lnTo>
                      <a:pt x="1111" y="1439"/>
                    </a:lnTo>
                    <a:lnTo>
                      <a:pt x="1169" y="1407"/>
                    </a:lnTo>
                    <a:lnTo>
                      <a:pt x="1224" y="1368"/>
                    </a:lnTo>
                    <a:lnTo>
                      <a:pt x="1275" y="1325"/>
                    </a:lnTo>
                    <a:lnTo>
                      <a:pt x="1321" y="1275"/>
                    </a:lnTo>
                    <a:lnTo>
                      <a:pt x="1364" y="1221"/>
                    </a:lnTo>
                    <a:lnTo>
                      <a:pt x="1401" y="1163"/>
                    </a:lnTo>
                    <a:lnTo>
                      <a:pt x="1433" y="1101"/>
                    </a:lnTo>
                    <a:lnTo>
                      <a:pt x="1457" y="1033"/>
                    </a:lnTo>
                    <a:lnTo>
                      <a:pt x="1476" y="965"/>
                    </a:lnTo>
                    <a:lnTo>
                      <a:pt x="1488" y="894"/>
                    </a:lnTo>
                    <a:lnTo>
                      <a:pt x="1492" y="826"/>
                    </a:lnTo>
                    <a:lnTo>
                      <a:pt x="1490" y="758"/>
                    </a:lnTo>
                    <a:lnTo>
                      <a:pt x="1480" y="691"/>
                    </a:lnTo>
                    <a:lnTo>
                      <a:pt x="1465" y="625"/>
                    </a:lnTo>
                    <a:lnTo>
                      <a:pt x="1444" y="561"/>
                    </a:lnTo>
                    <a:lnTo>
                      <a:pt x="1416" y="501"/>
                    </a:lnTo>
                    <a:lnTo>
                      <a:pt x="1383" y="441"/>
                    </a:lnTo>
                    <a:lnTo>
                      <a:pt x="1344" y="387"/>
                    </a:lnTo>
                    <a:lnTo>
                      <a:pt x="1300" y="336"/>
                    </a:lnTo>
                    <a:lnTo>
                      <a:pt x="1251" y="289"/>
                    </a:lnTo>
                    <a:lnTo>
                      <a:pt x="1197" y="247"/>
                    </a:lnTo>
                    <a:lnTo>
                      <a:pt x="1139" y="209"/>
                    </a:lnTo>
                    <a:lnTo>
                      <a:pt x="1076" y="178"/>
                    </a:lnTo>
                    <a:lnTo>
                      <a:pt x="1009" y="153"/>
                    </a:lnTo>
                    <a:lnTo>
                      <a:pt x="941" y="134"/>
                    </a:lnTo>
                    <a:lnTo>
                      <a:pt x="871" y="123"/>
                    </a:lnTo>
                    <a:lnTo>
                      <a:pt x="802" y="119"/>
                    </a:lnTo>
                    <a:close/>
                    <a:moveTo>
                      <a:pt x="794" y="0"/>
                    </a:moveTo>
                    <a:lnTo>
                      <a:pt x="865" y="0"/>
                    </a:lnTo>
                    <a:lnTo>
                      <a:pt x="938" y="7"/>
                    </a:lnTo>
                    <a:lnTo>
                      <a:pt x="1011" y="20"/>
                    </a:lnTo>
                    <a:lnTo>
                      <a:pt x="1084" y="41"/>
                    </a:lnTo>
                    <a:lnTo>
                      <a:pt x="1128" y="58"/>
                    </a:lnTo>
                    <a:lnTo>
                      <a:pt x="1173" y="81"/>
                    </a:lnTo>
                    <a:lnTo>
                      <a:pt x="1217" y="108"/>
                    </a:lnTo>
                    <a:lnTo>
                      <a:pt x="1263" y="140"/>
                    </a:lnTo>
                    <a:lnTo>
                      <a:pt x="1309" y="178"/>
                    </a:lnTo>
                    <a:lnTo>
                      <a:pt x="1355" y="219"/>
                    </a:lnTo>
                    <a:lnTo>
                      <a:pt x="1401" y="263"/>
                    </a:lnTo>
                    <a:lnTo>
                      <a:pt x="1447" y="310"/>
                    </a:lnTo>
                    <a:lnTo>
                      <a:pt x="1491" y="360"/>
                    </a:lnTo>
                    <a:lnTo>
                      <a:pt x="1536" y="413"/>
                    </a:lnTo>
                    <a:lnTo>
                      <a:pt x="1579" y="467"/>
                    </a:lnTo>
                    <a:lnTo>
                      <a:pt x="1622" y="522"/>
                    </a:lnTo>
                    <a:lnTo>
                      <a:pt x="1664" y="577"/>
                    </a:lnTo>
                    <a:lnTo>
                      <a:pt x="1706" y="634"/>
                    </a:lnTo>
                    <a:lnTo>
                      <a:pt x="1745" y="691"/>
                    </a:lnTo>
                    <a:lnTo>
                      <a:pt x="1782" y="746"/>
                    </a:lnTo>
                    <a:lnTo>
                      <a:pt x="1819" y="801"/>
                    </a:lnTo>
                    <a:lnTo>
                      <a:pt x="1854" y="855"/>
                    </a:lnTo>
                    <a:lnTo>
                      <a:pt x="1886" y="907"/>
                    </a:lnTo>
                    <a:lnTo>
                      <a:pt x="1917" y="956"/>
                    </a:lnTo>
                    <a:lnTo>
                      <a:pt x="1946" y="1004"/>
                    </a:lnTo>
                    <a:lnTo>
                      <a:pt x="1973" y="1048"/>
                    </a:lnTo>
                    <a:lnTo>
                      <a:pt x="1996" y="1087"/>
                    </a:lnTo>
                    <a:lnTo>
                      <a:pt x="2017" y="1124"/>
                    </a:lnTo>
                    <a:lnTo>
                      <a:pt x="2035" y="1156"/>
                    </a:lnTo>
                    <a:lnTo>
                      <a:pt x="2051" y="1183"/>
                    </a:lnTo>
                    <a:lnTo>
                      <a:pt x="2063" y="1205"/>
                    </a:lnTo>
                    <a:lnTo>
                      <a:pt x="2071" y="1221"/>
                    </a:lnTo>
                    <a:lnTo>
                      <a:pt x="2077" y="1232"/>
                    </a:lnTo>
                    <a:lnTo>
                      <a:pt x="2078" y="1234"/>
                    </a:lnTo>
                    <a:lnTo>
                      <a:pt x="2075" y="1237"/>
                    </a:lnTo>
                    <a:lnTo>
                      <a:pt x="2064" y="1241"/>
                    </a:lnTo>
                    <a:lnTo>
                      <a:pt x="2048" y="1249"/>
                    </a:lnTo>
                    <a:lnTo>
                      <a:pt x="2025" y="1260"/>
                    </a:lnTo>
                    <a:lnTo>
                      <a:pt x="1997" y="1273"/>
                    </a:lnTo>
                    <a:lnTo>
                      <a:pt x="1963" y="1288"/>
                    </a:lnTo>
                    <a:lnTo>
                      <a:pt x="1926" y="1306"/>
                    </a:lnTo>
                    <a:lnTo>
                      <a:pt x="1882" y="1323"/>
                    </a:lnTo>
                    <a:lnTo>
                      <a:pt x="1835" y="1343"/>
                    </a:lnTo>
                    <a:lnTo>
                      <a:pt x="1785" y="1365"/>
                    </a:lnTo>
                    <a:lnTo>
                      <a:pt x="1731" y="1387"/>
                    </a:lnTo>
                    <a:lnTo>
                      <a:pt x="1673" y="1410"/>
                    </a:lnTo>
                    <a:lnTo>
                      <a:pt x="1614" y="1433"/>
                    </a:lnTo>
                    <a:lnTo>
                      <a:pt x="1552" y="1455"/>
                    </a:lnTo>
                    <a:lnTo>
                      <a:pt x="1488" y="1478"/>
                    </a:lnTo>
                    <a:lnTo>
                      <a:pt x="1424" y="1501"/>
                    </a:lnTo>
                    <a:lnTo>
                      <a:pt x="1358" y="1523"/>
                    </a:lnTo>
                    <a:lnTo>
                      <a:pt x="1290" y="1543"/>
                    </a:lnTo>
                    <a:lnTo>
                      <a:pt x="1223" y="1563"/>
                    </a:lnTo>
                    <a:lnTo>
                      <a:pt x="1157" y="1581"/>
                    </a:lnTo>
                    <a:lnTo>
                      <a:pt x="1089" y="1597"/>
                    </a:lnTo>
                    <a:lnTo>
                      <a:pt x="1023" y="1611"/>
                    </a:lnTo>
                    <a:lnTo>
                      <a:pt x="958" y="1623"/>
                    </a:lnTo>
                    <a:lnTo>
                      <a:pt x="896" y="1631"/>
                    </a:lnTo>
                    <a:lnTo>
                      <a:pt x="834" y="1638"/>
                    </a:lnTo>
                    <a:lnTo>
                      <a:pt x="776" y="1640"/>
                    </a:lnTo>
                    <a:lnTo>
                      <a:pt x="719" y="1640"/>
                    </a:lnTo>
                    <a:lnTo>
                      <a:pt x="667" y="1636"/>
                    </a:lnTo>
                    <a:lnTo>
                      <a:pt x="617" y="1628"/>
                    </a:lnTo>
                    <a:lnTo>
                      <a:pt x="572" y="1617"/>
                    </a:lnTo>
                    <a:lnTo>
                      <a:pt x="501" y="1590"/>
                    </a:lnTo>
                    <a:lnTo>
                      <a:pt x="435" y="1558"/>
                    </a:lnTo>
                    <a:lnTo>
                      <a:pt x="371" y="1520"/>
                    </a:lnTo>
                    <a:lnTo>
                      <a:pt x="313" y="1478"/>
                    </a:lnTo>
                    <a:lnTo>
                      <a:pt x="258" y="1431"/>
                    </a:lnTo>
                    <a:lnTo>
                      <a:pt x="209" y="1380"/>
                    </a:lnTo>
                    <a:lnTo>
                      <a:pt x="164" y="1325"/>
                    </a:lnTo>
                    <a:lnTo>
                      <a:pt x="124" y="1267"/>
                    </a:lnTo>
                    <a:lnTo>
                      <a:pt x="89" y="1205"/>
                    </a:lnTo>
                    <a:lnTo>
                      <a:pt x="60" y="1141"/>
                    </a:lnTo>
                    <a:lnTo>
                      <a:pt x="37" y="1074"/>
                    </a:lnTo>
                    <a:lnTo>
                      <a:pt x="18" y="1005"/>
                    </a:lnTo>
                    <a:lnTo>
                      <a:pt x="6" y="935"/>
                    </a:lnTo>
                    <a:lnTo>
                      <a:pt x="0" y="863"/>
                    </a:lnTo>
                    <a:lnTo>
                      <a:pt x="0" y="792"/>
                    </a:lnTo>
                    <a:lnTo>
                      <a:pt x="7" y="718"/>
                    </a:lnTo>
                    <a:lnTo>
                      <a:pt x="19" y="645"/>
                    </a:lnTo>
                    <a:lnTo>
                      <a:pt x="39" y="572"/>
                    </a:lnTo>
                    <a:lnTo>
                      <a:pt x="66" y="502"/>
                    </a:lnTo>
                    <a:lnTo>
                      <a:pt x="99" y="434"/>
                    </a:lnTo>
                    <a:lnTo>
                      <a:pt x="137" y="372"/>
                    </a:lnTo>
                    <a:lnTo>
                      <a:pt x="178" y="313"/>
                    </a:lnTo>
                    <a:lnTo>
                      <a:pt x="226" y="259"/>
                    </a:lnTo>
                    <a:lnTo>
                      <a:pt x="277" y="209"/>
                    </a:lnTo>
                    <a:lnTo>
                      <a:pt x="332" y="165"/>
                    </a:lnTo>
                    <a:lnTo>
                      <a:pt x="390" y="126"/>
                    </a:lnTo>
                    <a:lnTo>
                      <a:pt x="452" y="91"/>
                    </a:lnTo>
                    <a:lnTo>
                      <a:pt x="516" y="61"/>
                    </a:lnTo>
                    <a:lnTo>
                      <a:pt x="583" y="37"/>
                    </a:lnTo>
                    <a:lnTo>
                      <a:pt x="652" y="19"/>
                    </a:lnTo>
                    <a:lnTo>
                      <a:pt x="722" y="7"/>
                    </a:lnTo>
                    <a:lnTo>
                      <a:pt x="794" y="0"/>
                    </a:lnTo>
                    <a:close/>
                  </a:path>
                </a:pathLst>
              </a:custGeom>
              <a:solidFill>
                <a:schemeClr val="accent4"/>
              </a:solidFill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grpSp>
            <p:nvGrpSpPr>
              <p:cNvPr id="7" name="Group 92"/>
              <p:cNvGrpSpPr/>
              <p:nvPr/>
            </p:nvGrpSpPr>
            <p:grpSpPr>
              <a:xfrm>
                <a:off x="4559245" y="3525194"/>
                <a:ext cx="479425" cy="477838"/>
                <a:chOff x="4575175" y="3521076"/>
                <a:chExt cx="479425" cy="477838"/>
              </a:xfrm>
            </p:grpSpPr>
            <p:sp>
              <p:nvSpPr>
                <p:cNvPr id="28" name="Freeform 54"/>
                <p:cNvSpPr>
                  <a:spLocks/>
                </p:cNvSpPr>
                <p:nvPr/>
              </p:nvSpPr>
              <p:spPr bwMode="auto">
                <a:xfrm>
                  <a:off x="4657725" y="3606801"/>
                  <a:ext cx="206375" cy="42863"/>
                </a:xfrm>
                <a:custGeom>
                  <a:avLst/>
                  <a:gdLst>
                    <a:gd name="T0" fmla="*/ 151 w 1438"/>
                    <a:gd name="T1" fmla="*/ 0 h 302"/>
                    <a:gd name="T2" fmla="*/ 1287 w 1438"/>
                    <a:gd name="T3" fmla="*/ 0 h 302"/>
                    <a:gd name="T4" fmla="*/ 1318 w 1438"/>
                    <a:gd name="T5" fmla="*/ 3 h 302"/>
                    <a:gd name="T6" fmla="*/ 1346 w 1438"/>
                    <a:gd name="T7" fmla="*/ 12 h 302"/>
                    <a:gd name="T8" fmla="*/ 1372 w 1438"/>
                    <a:gd name="T9" fmla="*/ 26 h 302"/>
                    <a:gd name="T10" fmla="*/ 1394 w 1438"/>
                    <a:gd name="T11" fmla="*/ 45 h 302"/>
                    <a:gd name="T12" fmla="*/ 1413 w 1438"/>
                    <a:gd name="T13" fmla="*/ 67 h 302"/>
                    <a:gd name="T14" fmla="*/ 1426 w 1438"/>
                    <a:gd name="T15" fmla="*/ 93 h 302"/>
                    <a:gd name="T16" fmla="*/ 1435 w 1438"/>
                    <a:gd name="T17" fmla="*/ 121 h 302"/>
                    <a:gd name="T18" fmla="*/ 1438 w 1438"/>
                    <a:gd name="T19" fmla="*/ 151 h 302"/>
                    <a:gd name="T20" fmla="*/ 1435 w 1438"/>
                    <a:gd name="T21" fmla="*/ 181 h 302"/>
                    <a:gd name="T22" fmla="*/ 1426 w 1438"/>
                    <a:gd name="T23" fmla="*/ 209 h 302"/>
                    <a:gd name="T24" fmla="*/ 1413 w 1438"/>
                    <a:gd name="T25" fmla="*/ 235 h 302"/>
                    <a:gd name="T26" fmla="*/ 1394 w 1438"/>
                    <a:gd name="T27" fmla="*/ 257 h 302"/>
                    <a:gd name="T28" fmla="*/ 1372 w 1438"/>
                    <a:gd name="T29" fmla="*/ 276 h 302"/>
                    <a:gd name="T30" fmla="*/ 1346 w 1438"/>
                    <a:gd name="T31" fmla="*/ 289 h 302"/>
                    <a:gd name="T32" fmla="*/ 1318 w 1438"/>
                    <a:gd name="T33" fmla="*/ 298 h 302"/>
                    <a:gd name="T34" fmla="*/ 1287 w 1438"/>
                    <a:gd name="T35" fmla="*/ 302 h 302"/>
                    <a:gd name="T36" fmla="*/ 151 w 1438"/>
                    <a:gd name="T37" fmla="*/ 302 h 302"/>
                    <a:gd name="T38" fmla="*/ 121 w 1438"/>
                    <a:gd name="T39" fmla="*/ 298 h 302"/>
                    <a:gd name="T40" fmla="*/ 93 w 1438"/>
                    <a:gd name="T41" fmla="*/ 289 h 302"/>
                    <a:gd name="T42" fmla="*/ 66 w 1438"/>
                    <a:gd name="T43" fmla="*/ 276 h 302"/>
                    <a:gd name="T44" fmla="*/ 44 w 1438"/>
                    <a:gd name="T45" fmla="*/ 257 h 302"/>
                    <a:gd name="T46" fmla="*/ 26 w 1438"/>
                    <a:gd name="T47" fmla="*/ 235 h 302"/>
                    <a:gd name="T48" fmla="*/ 12 w 1438"/>
                    <a:gd name="T49" fmla="*/ 209 h 302"/>
                    <a:gd name="T50" fmla="*/ 4 w 1438"/>
                    <a:gd name="T51" fmla="*/ 181 h 302"/>
                    <a:gd name="T52" fmla="*/ 0 w 1438"/>
                    <a:gd name="T53" fmla="*/ 151 h 302"/>
                    <a:gd name="T54" fmla="*/ 4 w 1438"/>
                    <a:gd name="T55" fmla="*/ 121 h 302"/>
                    <a:gd name="T56" fmla="*/ 12 w 1438"/>
                    <a:gd name="T57" fmla="*/ 93 h 302"/>
                    <a:gd name="T58" fmla="*/ 26 w 1438"/>
                    <a:gd name="T59" fmla="*/ 67 h 302"/>
                    <a:gd name="T60" fmla="*/ 44 w 1438"/>
                    <a:gd name="T61" fmla="*/ 45 h 302"/>
                    <a:gd name="T62" fmla="*/ 66 w 1438"/>
                    <a:gd name="T63" fmla="*/ 26 h 302"/>
                    <a:gd name="T64" fmla="*/ 93 w 1438"/>
                    <a:gd name="T65" fmla="*/ 12 h 302"/>
                    <a:gd name="T66" fmla="*/ 121 w 1438"/>
                    <a:gd name="T67" fmla="*/ 3 h 302"/>
                    <a:gd name="T68" fmla="*/ 151 w 1438"/>
                    <a:gd name="T69" fmla="*/ 0 h 30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</a:cxnLst>
                  <a:rect l="0" t="0" r="r" b="b"/>
                  <a:pathLst>
                    <a:path w="1438" h="302">
                      <a:moveTo>
                        <a:pt x="151" y="0"/>
                      </a:moveTo>
                      <a:lnTo>
                        <a:pt x="1287" y="0"/>
                      </a:lnTo>
                      <a:lnTo>
                        <a:pt x="1318" y="3"/>
                      </a:lnTo>
                      <a:lnTo>
                        <a:pt x="1346" y="12"/>
                      </a:lnTo>
                      <a:lnTo>
                        <a:pt x="1372" y="26"/>
                      </a:lnTo>
                      <a:lnTo>
                        <a:pt x="1394" y="45"/>
                      </a:lnTo>
                      <a:lnTo>
                        <a:pt x="1413" y="67"/>
                      </a:lnTo>
                      <a:lnTo>
                        <a:pt x="1426" y="93"/>
                      </a:lnTo>
                      <a:lnTo>
                        <a:pt x="1435" y="121"/>
                      </a:lnTo>
                      <a:lnTo>
                        <a:pt x="1438" y="151"/>
                      </a:lnTo>
                      <a:lnTo>
                        <a:pt x="1435" y="181"/>
                      </a:lnTo>
                      <a:lnTo>
                        <a:pt x="1426" y="209"/>
                      </a:lnTo>
                      <a:lnTo>
                        <a:pt x="1413" y="235"/>
                      </a:lnTo>
                      <a:lnTo>
                        <a:pt x="1394" y="257"/>
                      </a:lnTo>
                      <a:lnTo>
                        <a:pt x="1372" y="276"/>
                      </a:lnTo>
                      <a:lnTo>
                        <a:pt x="1346" y="289"/>
                      </a:lnTo>
                      <a:lnTo>
                        <a:pt x="1318" y="298"/>
                      </a:lnTo>
                      <a:lnTo>
                        <a:pt x="1287" y="302"/>
                      </a:lnTo>
                      <a:lnTo>
                        <a:pt x="151" y="302"/>
                      </a:lnTo>
                      <a:lnTo>
                        <a:pt x="121" y="298"/>
                      </a:lnTo>
                      <a:lnTo>
                        <a:pt x="93" y="289"/>
                      </a:lnTo>
                      <a:lnTo>
                        <a:pt x="66" y="276"/>
                      </a:lnTo>
                      <a:lnTo>
                        <a:pt x="44" y="257"/>
                      </a:lnTo>
                      <a:lnTo>
                        <a:pt x="26" y="235"/>
                      </a:lnTo>
                      <a:lnTo>
                        <a:pt x="12" y="209"/>
                      </a:lnTo>
                      <a:lnTo>
                        <a:pt x="4" y="181"/>
                      </a:lnTo>
                      <a:lnTo>
                        <a:pt x="0" y="151"/>
                      </a:lnTo>
                      <a:lnTo>
                        <a:pt x="4" y="121"/>
                      </a:lnTo>
                      <a:lnTo>
                        <a:pt x="12" y="93"/>
                      </a:lnTo>
                      <a:lnTo>
                        <a:pt x="26" y="67"/>
                      </a:lnTo>
                      <a:lnTo>
                        <a:pt x="44" y="45"/>
                      </a:lnTo>
                      <a:lnTo>
                        <a:pt x="66" y="26"/>
                      </a:lnTo>
                      <a:lnTo>
                        <a:pt x="93" y="12"/>
                      </a:lnTo>
                      <a:lnTo>
                        <a:pt x="121" y="3"/>
                      </a:lnTo>
                      <a:lnTo>
                        <a:pt x="151" y="0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29" name="Freeform 55"/>
                <p:cNvSpPr>
                  <a:spLocks/>
                </p:cNvSpPr>
                <p:nvPr/>
              </p:nvSpPr>
              <p:spPr bwMode="auto">
                <a:xfrm>
                  <a:off x="4657725" y="3687763"/>
                  <a:ext cx="206375" cy="42863"/>
                </a:xfrm>
                <a:custGeom>
                  <a:avLst/>
                  <a:gdLst>
                    <a:gd name="T0" fmla="*/ 151 w 1438"/>
                    <a:gd name="T1" fmla="*/ 0 h 301"/>
                    <a:gd name="T2" fmla="*/ 1287 w 1438"/>
                    <a:gd name="T3" fmla="*/ 0 h 301"/>
                    <a:gd name="T4" fmla="*/ 1318 w 1438"/>
                    <a:gd name="T5" fmla="*/ 3 h 301"/>
                    <a:gd name="T6" fmla="*/ 1346 w 1438"/>
                    <a:gd name="T7" fmla="*/ 12 h 301"/>
                    <a:gd name="T8" fmla="*/ 1372 w 1438"/>
                    <a:gd name="T9" fmla="*/ 26 h 301"/>
                    <a:gd name="T10" fmla="*/ 1394 w 1438"/>
                    <a:gd name="T11" fmla="*/ 44 h 301"/>
                    <a:gd name="T12" fmla="*/ 1413 w 1438"/>
                    <a:gd name="T13" fmla="*/ 66 h 301"/>
                    <a:gd name="T14" fmla="*/ 1426 w 1438"/>
                    <a:gd name="T15" fmla="*/ 92 h 301"/>
                    <a:gd name="T16" fmla="*/ 1435 w 1438"/>
                    <a:gd name="T17" fmla="*/ 120 h 301"/>
                    <a:gd name="T18" fmla="*/ 1438 w 1438"/>
                    <a:gd name="T19" fmla="*/ 150 h 301"/>
                    <a:gd name="T20" fmla="*/ 1435 w 1438"/>
                    <a:gd name="T21" fmla="*/ 181 h 301"/>
                    <a:gd name="T22" fmla="*/ 1426 w 1438"/>
                    <a:gd name="T23" fmla="*/ 210 h 301"/>
                    <a:gd name="T24" fmla="*/ 1413 w 1438"/>
                    <a:gd name="T25" fmla="*/ 235 h 301"/>
                    <a:gd name="T26" fmla="*/ 1394 w 1438"/>
                    <a:gd name="T27" fmla="*/ 258 h 301"/>
                    <a:gd name="T28" fmla="*/ 1372 w 1438"/>
                    <a:gd name="T29" fmla="*/ 275 h 301"/>
                    <a:gd name="T30" fmla="*/ 1346 w 1438"/>
                    <a:gd name="T31" fmla="*/ 290 h 301"/>
                    <a:gd name="T32" fmla="*/ 1318 w 1438"/>
                    <a:gd name="T33" fmla="*/ 298 h 301"/>
                    <a:gd name="T34" fmla="*/ 1287 w 1438"/>
                    <a:gd name="T35" fmla="*/ 301 h 301"/>
                    <a:gd name="T36" fmla="*/ 151 w 1438"/>
                    <a:gd name="T37" fmla="*/ 301 h 301"/>
                    <a:gd name="T38" fmla="*/ 121 w 1438"/>
                    <a:gd name="T39" fmla="*/ 298 h 301"/>
                    <a:gd name="T40" fmla="*/ 93 w 1438"/>
                    <a:gd name="T41" fmla="*/ 290 h 301"/>
                    <a:gd name="T42" fmla="*/ 66 w 1438"/>
                    <a:gd name="T43" fmla="*/ 275 h 301"/>
                    <a:gd name="T44" fmla="*/ 44 w 1438"/>
                    <a:gd name="T45" fmla="*/ 258 h 301"/>
                    <a:gd name="T46" fmla="*/ 26 w 1438"/>
                    <a:gd name="T47" fmla="*/ 235 h 301"/>
                    <a:gd name="T48" fmla="*/ 12 w 1438"/>
                    <a:gd name="T49" fmla="*/ 210 h 301"/>
                    <a:gd name="T50" fmla="*/ 4 w 1438"/>
                    <a:gd name="T51" fmla="*/ 181 h 301"/>
                    <a:gd name="T52" fmla="*/ 0 w 1438"/>
                    <a:gd name="T53" fmla="*/ 150 h 301"/>
                    <a:gd name="T54" fmla="*/ 4 w 1438"/>
                    <a:gd name="T55" fmla="*/ 120 h 301"/>
                    <a:gd name="T56" fmla="*/ 12 w 1438"/>
                    <a:gd name="T57" fmla="*/ 92 h 301"/>
                    <a:gd name="T58" fmla="*/ 26 w 1438"/>
                    <a:gd name="T59" fmla="*/ 66 h 301"/>
                    <a:gd name="T60" fmla="*/ 44 w 1438"/>
                    <a:gd name="T61" fmla="*/ 44 h 301"/>
                    <a:gd name="T62" fmla="*/ 66 w 1438"/>
                    <a:gd name="T63" fmla="*/ 26 h 301"/>
                    <a:gd name="T64" fmla="*/ 93 w 1438"/>
                    <a:gd name="T65" fmla="*/ 12 h 301"/>
                    <a:gd name="T66" fmla="*/ 121 w 1438"/>
                    <a:gd name="T67" fmla="*/ 3 h 301"/>
                    <a:gd name="T68" fmla="*/ 151 w 1438"/>
                    <a:gd name="T69" fmla="*/ 0 h 30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</a:cxnLst>
                  <a:rect l="0" t="0" r="r" b="b"/>
                  <a:pathLst>
                    <a:path w="1438" h="301">
                      <a:moveTo>
                        <a:pt x="151" y="0"/>
                      </a:moveTo>
                      <a:lnTo>
                        <a:pt x="1287" y="0"/>
                      </a:lnTo>
                      <a:lnTo>
                        <a:pt x="1318" y="3"/>
                      </a:lnTo>
                      <a:lnTo>
                        <a:pt x="1346" y="12"/>
                      </a:lnTo>
                      <a:lnTo>
                        <a:pt x="1372" y="26"/>
                      </a:lnTo>
                      <a:lnTo>
                        <a:pt x="1394" y="44"/>
                      </a:lnTo>
                      <a:lnTo>
                        <a:pt x="1413" y="66"/>
                      </a:lnTo>
                      <a:lnTo>
                        <a:pt x="1426" y="92"/>
                      </a:lnTo>
                      <a:lnTo>
                        <a:pt x="1435" y="120"/>
                      </a:lnTo>
                      <a:lnTo>
                        <a:pt x="1438" y="150"/>
                      </a:lnTo>
                      <a:lnTo>
                        <a:pt x="1435" y="181"/>
                      </a:lnTo>
                      <a:lnTo>
                        <a:pt x="1426" y="210"/>
                      </a:lnTo>
                      <a:lnTo>
                        <a:pt x="1413" y="235"/>
                      </a:lnTo>
                      <a:lnTo>
                        <a:pt x="1394" y="258"/>
                      </a:lnTo>
                      <a:lnTo>
                        <a:pt x="1372" y="275"/>
                      </a:lnTo>
                      <a:lnTo>
                        <a:pt x="1346" y="290"/>
                      </a:lnTo>
                      <a:lnTo>
                        <a:pt x="1318" y="298"/>
                      </a:lnTo>
                      <a:lnTo>
                        <a:pt x="1287" y="301"/>
                      </a:lnTo>
                      <a:lnTo>
                        <a:pt x="151" y="301"/>
                      </a:lnTo>
                      <a:lnTo>
                        <a:pt x="121" y="298"/>
                      </a:lnTo>
                      <a:lnTo>
                        <a:pt x="93" y="290"/>
                      </a:lnTo>
                      <a:lnTo>
                        <a:pt x="66" y="275"/>
                      </a:lnTo>
                      <a:lnTo>
                        <a:pt x="44" y="258"/>
                      </a:lnTo>
                      <a:lnTo>
                        <a:pt x="26" y="235"/>
                      </a:lnTo>
                      <a:lnTo>
                        <a:pt x="12" y="210"/>
                      </a:lnTo>
                      <a:lnTo>
                        <a:pt x="4" y="181"/>
                      </a:lnTo>
                      <a:lnTo>
                        <a:pt x="0" y="150"/>
                      </a:lnTo>
                      <a:lnTo>
                        <a:pt x="4" y="120"/>
                      </a:lnTo>
                      <a:lnTo>
                        <a:pt x="12" y="92"/>
                      </a:lnTo>
                      <a:lnTo>
                        <a:pt x="26" y="66"/>
                      </a:lnTo>
                      <a:lnTo>
                        <a:pt x="44" y="44"/>
                      </a:lnTo>
                      <a:lnTo>
                        <a:pt x="66" y="26"/>
                      </a:lnTo>
                      <a:lnTo>
                        <a:pt x="93" y="12"/>
                      </a:lnTo>
                      <a:lnTo>
                        <a:pt x="121" y="3"/>
                      </a:lnTo>
                      <a:lnTo>
                        <a:pt x="151" y="0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30" name="Freeform 56"/>
                <p:cNvSpPr>
                  <a:spLocks/>
                </p:cNvSpPr>
                <p:nvPr/>
              </p:nvSpPr>
              <p:spPr bwMode="auto">
                <a:xfrm>
                  <a:off x="4657725" y="3768726"/>
                  <a:ext cx="125413" cy="44450"/>
                </a:xfrm>
                <a:custGeom>
                  <a:avLst/>
                  <a:gdLst>
                    <a:gd name="T0" fmla="*/ 151 w 870"/>
                    <a:gd name="T1" fmla="*/ 0 h 301"/>
                    <a:gd name="T2" fmla="*/ 720 w 870"/>
                    <a:gd name="T3" fmla="*/ 0 h 301"/>
                    <a:gd name="T4" fmla="*/ 750 w 870"/>
                    <a:gd name="T5" fmla="*/ 4 h 301"/>
                    <a:gd name="T6" fmla="*/ 778 w 870"/>
                    <a:gd name="T7" fmla="*/ 12 h 301"/>
                    <a:gd name="T8" fmla="*/ 805 w 870"/>
                    <a:gd name="T9" fmla="*/ 26 h 301"/>
                    <a:gd name="T10" fmla="*/ 827 w 870"/>
                    <a:gd name="T11" fmla="*/ 44 h 301"/>
                    <a:gd name="T12" fmla="*/ 845 w 870"/>
                    <a:gd name="T13" fmla="*/ 67 h 301"/>
                    <a:gd name="T14" fmla="*/ 859 w 870"/>
                    <a:gd name="T15" fmla="*/ 92 h 301"/>
                    <a:gd name="T16" fmla="*/ 867 w 870"/>
                    <a:gd name="T17" fmla="*/ 120 h 301"/>
                    <a:gd name="T18" fmla="*/ 870 w 870"/>
                    <a:gd name="T19" fmla="*/ 151 h 301"/>
                    <a:gd name="T20" fmla="*/ 867 w 870"/>
                    <a:gd name="T21" fmla="*/ 181 h 301"/>
                    <a:gd name="T22" fmla="*/ 859 w 870"/>
                    <a:gd name="T23" fmla="*/ 209 h 301"/>
                    <a:gd name="T24" fmla="*/ 845 w 870"/>
                    <a:gd name="T25" fmla="*/ 234 h 301"/>
                    <a:gd name="T26" fmla="*/ 827 w 870"/>
                    <a:gd name="T27" fmla="*/ 257 h 301"/>
                    <a:gd name="T28" fmla="*/ 805 w 870"/>
                    <a:gd name="T29" fmla="*/ 275 h 301"/>
                    <a:gd name="T30" fmla="*/ 778 w 870"/>
                    <a:gd name="T31" fmla="*/ 290 h 301"/>
                    <a:gd name="T32" fmla="*/ 750 w 870"/>
                    <a:gd name="T33" fmla="*/ 298 h 301"/>
                    <a:gd name="T34" fmla="*/ 720 w 870"/>
                    <a:gd name="T35" fmla="*/ 301 h 301"/>
                    <a:gd name="T36" fmla="*/ 151 w 870"/>
                    <a:gd name="T37" fmla="*/ 301 h 301"/>
                    <a:gd name="T38" fmla="*/ 121 w 870"/>
                    <a:gd name="T39" fmla="*/ 298 h 301"/>
                    <a:gd name="T40" fmla="*/ 93 w 870"/>
                    <a:gd name="T41" fmla="*/ 290 h 301"/>
                    <a:gd name="T42" fmla="*/ 66 w 870"/>
                    <a:gd name="T43" fmla="*/ 275 h 301"/>
                    <a:gd name="T44" fmla="*/ 44 w 870"/>
                    <a:gd name="T45" fmla="*/ 257 h 301"/>
                    <a:gd name="T46" fmla="*/ 26 w 870"/>
                    <a:gd name="T47" fmla="*/ 234 h 301"/>
                    <a:gd name="T48" fmla="*/ 12 w 870"/>
                    <a:gd name="T49" fmla="*/ 209 h 301"/>
                    <a:gd name="T50" fmla="*/ 4 w 870"/>
                    <a:gd name="T51" fmla="*/ 181 h 301"/>
                    <a:gd name="T52" fmla="*/ 0 w 870"/>
                    <a:gd name="T53" fmla="*/ 151 h 301"/>
                    <a:gd name="T54" fmla="*/ 4 w 870"/>
                    <a:gd name="T55" fmla="*/ 120 h 301"/>
                    <a:gd name="T56" fmla="*/ 12 w 870"/>
                    <a:gd name="T57" fmla="*/ 92 h 301"/>
                    <a:gd name="T58" fmla="*/ 26 w 870"/>
                    <a:gd name="T59" fmla="*/ 67 h 301"/>
                    <a:gd name="T60" fmla="*/ 44 w 870"/>
                    <a:gd name="T61" fmla="*/ 44 h 301"/>
                    <a:gd name="T62" fmla="*/ 66 w 870"/>
                    <a:gd name="T63" fmla="*/ 26 h 301"/>
                    <a:gd name="T64" fmla="*/ 93 w 870"/>
                    <a:gd name="T65" fmla="*/ 12 h 301"/>
                    <a:gd name="T66" fmla="*/ 121 w 870"/>
                    <a:gd name="T67" fmla="*/ 4 h 301"/>
                    <a:gd name="T68" fmla="*/ 151 w 870"/>
                    <a:gd name="T69" fmla="*/ 0 h 30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</a:cxnLst>
                  <a:rect l="0" t="0" r="r" b="b"/>
                  <a:pathLst>
                    <a:path w="870" h="301">
                      <a:moveTo>
                        <a:pt x="151" y="0"/>
                      </a:moveTo>
                      <a:lnTo>
                        <a:pt x="720" y="0"/>
                      </a:lnTo>
                      <a:lnTo>
                        <a:pt x="750" y="4"/>
                      </a:lnTo>
                      <a:lnTo>
                        <a:pt x="778" y="12"/>
                      </a:lnTo>
                      <a:lnTo>
                        <a:pt x="805" y="26"/>
                      </a:lnTo>
                      <a:lnTo>
                        <a:pt x="827" y="44"/>
                      </a:lnTo>
                      <a:lnTo>
                        <a:pt x="845" y="67"/>
                      </a:lnTo>
                      <a:lnTo>
                        <a:pt x="859" y="92"/>
                      </a:lnTo>
                      <a:lnTo>
                        <a:pt x="867" y="120"/>
                      </a:lnTo>
                      <a:lnTo>
                        <a:pt x="870" y="151"/>
                      </a:lnTo>
                      <a:lnTo>
                        <a:pt x="867" y="181"/>
                      </a:lnTo>
                      <a:lnTo>
                        <a:pt x="859" y="209"/>
                      </a:lnTo>
                      <a:lnTo>
                        <a:pt x="845" y="234"/>
                      </a:lnTo>
                      <a:lnTo>
                        <a:pt x="827" y="257"/>
                      </a:lnTo>
                      <a:lnTo>
                        <a:pt x="805" y="275"/>
                      </a:lnTo>
                      <a:lnTo>
                        <a:pt x="778" y="290"/>
                      </a:lnTo>
                      <a:lnTo>
                        <a:pt x="750" y="298"/>
                      </a:lnTo>
                      <a:lnTo>
                        <a:pt x="720" y="301"/>
                      </a:lnTo>
                      <a:lnTo>
                        <a:pt x="151" y="301"/>
                      </a:lnTo>
                      <a:lnTo>
                        <a:pt x="121" y="298"/>
                      </a:lnTo>
                      <a:lnTo>
                        <a:pt x="93" y="290"/>
                      </a:lnTo>
                      <a:lnTo>
                        <a:pt x="66" y="275"/>
                      </a:lnTo>
                      <a:lnTo>
                        <a:pt x="44" y="257"/>
                      </a:lnTo>
                      <a:lnTo>
                        <a:pt x="26" y="234"/>
                      </a:lnTo>
                      <a:lnTo>
                        <a:pt x="12" y="209"/>
                      </a:lnTo>
                      <a:lnTo>
                        <a:pt x="4" y="181"/>
                      </a:lnTo>
                      <a:lnTo>
                        <a:pt x="0" y="151"/>
                      </a:lnTo>
                      <a:lnTo>
                        <a:pt x="4" y="120"/>
                      </a:lnTo>
                      <a:lnTo>
                        <a:pt x="12" y="92"/>
                      </a:lnTo>
                      <a:lnTo>
                        <a:pt x="26" y="67"/>
                      </a:lnTo>
                      <a:lnTo>
                        <a:pt x="44" y="44"/>
                      </a:lnTo>
                      <a:lnTo>
                        <a:pt x="66" y="26"/>
                      </a:lnTo>
                      <a:lnTo>
                        <a:pt x="93" y="12"/>
                      </a:lnTo>
                      <a:lnTo>
                        <a:pt x="121" y="4"/>
                      </a:lnTo>
                      <a:lnTo>
                        <a:pt x="151" y="0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31" name="Freeform 57"/>
                <p:cNvSpPr>
                  <a:spLocks/>
                </p:cNvSpPr>
                <p:nvPr/>
              </p:nvSpPr>
              <p:spPr bwMode="auto">
                <a:xfrm>
                  <a:off x="4575175" y="3521076"/>
                  <a:ext cx="371475" cy="477838"/>
                </a:xfrm>
                <a:custGeom>
                  <a:avLst/>
                  <a:gdLst>
                    <a:gd name="T0" fmla="*/ 152 w 2574"/>
                    <a:gd name="T1" fmla="*/ 0 h 3310"/>
                    <a:gd name="T2" fmla="*/ 2423 w 2574"/>
                    <a:gd name="T3" fmla="*/ 0 h 3310"/>
                    <a:gd name="T4" fmla="*/ 2453 w 2574"/>
                    <a:gd name="T5" fmla="*/ 3 h 3310"/>
                    <a:gd name="T6" fmla="*/ 2481 w 2574"/>
                    <a:gd name="T7" fmla="*/ 12 h 3310"/>
                    <a:gd name="T8" fmla="*/ 2507 w 2574"/>
                    <a:gd name="T9" fmla="*/ 26 h 3310"/>
                    <a:gd name="T10" fmla="*/ 2529 w 2574"/>
                    <a:gd name="T11" fmla="*/ 44 h 3310"/>
                    <a:gd name="T12" fmla="*/ 2548 w 2574"/>
                    <a:gd name="T13" fmla="*/ 67 h 3310"/>
                    <a:gd name="T14" fmla="*/ 2562 w 2574"/>
                    <a:gd name="T15" fmla="*/ 92 h 3310"/>
                    <a:gd name="T16" fmla="*/ 2571 w 2574"/>
                    <a:gd name="T17" fmla="*/ 120 h 3310"/>
                    <a:gd name="T18" fmla="*/ 2574 w 2574"/>
                    <a:gd name="T19" fmla="*/ 150 h 3310"/>
                    <a:gd name="T20" fmla="*/ 2574 w 2574"/>
                    <a:gd name="T21" fmla="*/ 374 h 3310"/>
                    <a:gd name="T22" fmla="*/ 2272 w 2574"/>
                    <a:gd name="T23" fmla="*/ 896 h 3310"/>
                    <a:gd name="T24" fmla="*/ 2272 w 2574"/>
                    <a:gd name="T25" fmla="*/ 301 h 3310"/>
                    <a:gd name="T26" fmla="*/ 304 w 2574"/>
                    <a:gd name="T27" fmla="*/ 301 h 3310"/>
                    <a:gd name="T28" fmla="*/ 304 w 2574"/>
                    <a:gd name="T29" fmla="*/ 3008 h 3310"/>
                    <a:gd name="T30" fmla="*/ 2272 w 2574"/>
                    <a:gd name="T31" fmla="*/ 3008 h 3310"/>
                    <a:gd name="T32" fmla="*/ 2272 w 2574"/>
                    <a:gd name="T33" fmla="*/ 2634 h 3310"/>
                    <a:gd name="T34" fmla="*/ 2430 w 2574"/>
                    <a:gd name="T35" fmla="*/ 2530 h 3310"/>
                    <a:gd name="T36" fmla="*/ 2458 w 2574"/>
                    <a:gd name="T37" fmla="*/ 2508 h 3310"/>
                    <a:gd name="T38" fmla="*/ 2482 w 2574"/>
                    <a:gd name="T39" fmla="*/ 2483 h 3310"/>
                    <a:gd name="T40" fmla="*/ 2502 w 2574"/>
                    <a:gd name="T41" fmla="*/ 2454 h 3310"/>
                    <a:gd name="T42" fmla="*/ 2574 w 2574"/>
                    <a:gd name="T43" fmla="*/ 2330 h 3310"/>
                    <a:gd name="T44" fmla="*/ 2574 w 2574"/>
                    <a:gd name="T45" fmla="*/ 3159 h 3310"/>
                    <a:gd name="T46" fmla="*/ 2571 w 2574"/>
                    <a:gd name="T47" fmla="*/ 3189 h 3310"/>
                    <a:gd name="T48" fmla="*/ 2562 w 2574"/>
                    <a:gd name="T49" fmla="*/ 3217 h 3310"/>
                    <a:gd name="T50" fmla="*/ 2548 w 2574"/>
                    <a:gd name="T51" fmla="*/ 3243 h 3310"/>
                    <a:gd name="T52" fmla="*/ 2529 w 2574"/>
                    <a:gd name="T53" fmla="*/ 3265 h 3310"/>
                    <a:gd name="T54" fmla="*/ 2507 w 2574"/>
                    <a:gd name="T55" fmla="*/ 3284 h 3310"/>
                    <a:gd name="T56" fmla="*/ 2481 w 2574"/>
                    <a:gd name="T57" fmla="*/ 3297 h 3310"/>
                    <a:gd name="T58" fmla="*/ 2453 w 2574"/>
                    <a:gd name="T59" fmla="*/ 3307 h 3310"/>
                    <a:gd name="T60" fmla="*/ 2423 w 2574"/>
                    <a:gd name="T61" fmla="*/ 3310 h 3310"/>
                    <a:gd name="T62" fmla="*/ 152 w 2574"/>
                    <a:gd name="T63" fmla="*/ 3310 h 3310"/>
                    <a:gd name="T64" fmla="*/ 121 w 2574"/>
                    <a:gd name="T65" fmla="*/ 3307 h 3310"/>
                    <a:gd name="T66" fmla="*/ 93 w 2574"/>
                    <a:gd name="T67" fmla="*/ 3297 h 3310"/>
                    <a:gd name="T68" fmla="*/ 67 w 2574"/>
                    <a:gd name="T69" fmla="*/ 3284 h 3310"/>
                    <a:gd name="T70" fmla="*/ 45 w 2574"/>
                    <a:gd name="T71" fmla="*/ 3265 h 3310"/>
                    <a:gd name="T72" fmla="*/ 26 w 2574"/>
                    <a:gd name="T73" fmla="*/ 3243 h 3310"/>
                    <a:gd name="T74" fmla="*/ 13 w 2574"/>
                    <a:gd name="T75" fmla="*/ 3217 h 3310"/>
                    <a:gd name="T76" fmla="*/ 3 w 2574"/>
                    <a:gd name="T77" fmla="*/ 3189 h 3310"/>
                    <a:gd name="T78" fmla="*/ 0 w 2574"/>
                    <a:gd name="T79" fmla="*/ 3159 h 3310"/>
                    <a:gd name="T80" fmla="*/ 0 w 2574"/>
                    <a:gd name="T81" fmla="*/ 150 h 3310"/>
                    <a:gd name="T82" fmla="*/ 3 w 2574"/>
                    <a:gd name="T83" fmla="*/ 120 h 3310"/>
                    <a:gd name="T84" fmla="*/ 13 w 2574"/>
                    <a:gd name="T85" fmla="*/ 92 h 3310"/>
                    <a:gd name="T86" fmla="*/ 26 w 2574"/>
                    <a:gd name="T87" fmla="*/ 67 h 3310"/>
                    <a:gd name="T88" fmla="*/ 45 w 2574"/>
                    <a:gd name="T89" fmla="*/ 44 h 3310"/>
                    <a:gd name="T90" fmla="*/ 67 w 2574"/>
                    <a:gd name="T91" fmla="*/ 26 h 3310"/>
                    <a:gd name="T92" fmla="*/ 93 w 2574"/>
                    <a:gd name="T93" fmla="*/ 12 h 3310"/>
                    <a:gd name="T94" fmla="*/ 121 w 2574"/>
                    <a:gd name="T95" fmla="*/ 3 h 3310"/>
                    <a:gd name="T96" fmla="*/ 152 w 2574"/>
                    <a:gd name="T97" fmla="*/ 0 h 331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</a:cxnLst>
                  <a:rect l="0" t="0" r="r" b="b"/>
                  <a:pathLst>
                    <a:path w="2574" h="3310">
                      <a:moveTo>
                        <a:pt x="152" y="0"/>
                      </a:moveTo>
                      <a:lnTo>
                        <a:pt x="2423" y="0"/>
                      </a:lnTo>
                      <a:lnTo>
                        <a:pt x="2453" y="3"/>
                      </a:lnTo>
                      <a:lnTo>
                        <a:pt x="2481" y="12"/>
                      </a:lnTo>
                      <a:lnTo>
                        <a:pt x="2507" y="26"/>
                      </a:lnTo>
                      <a:lnTo>
                        <a:pt x="2529" y="44"/>
                      </a:lnTo>
                      <a:lnTo>
                        <a:pt x="2548" y="67"/>
                      </a:lnTo>
                      <a:lnTo>
                        <a:pt x="2562" y="92"/>
                      </a:lnTo>
                      <a:lnTo>
                        <a:pt x="2571" y="120"/>
                      </a:lnTo>
                      <a:lnTo>
                        <a:pt x="2574" y="150"/>
                      </a:lnTo>
                      <a:lnTo>
                        <a:pt x="2574" y="374"/>
                      </a:lnTo>
                      <a:lnTo>
                        <a:pt x="2272" y="896"/>
                      </a:lnTo>
                      <a:lnTo>
                        <a:pt x="2272" y="301"/>
                      </a:lnTo>
                      <a:lnTo>
                        <a:pt x="304" y="301"/>
                      </a:lnTo>
                      <a:lnTo>
                        <a:pt x="304" y="3008"/>
                      </a:lnTo>
                      <a:lnTo>
                        <a:pt x="2272" y="3008"/>
                      </a:lnTo>
                      <a:lnTo>
                        <a:pt x="2272" y="2634"/>
                      </a:lnTo>
                      <a:lnTo>
                        <a:pt x="2430" y="2530"/>
                      </a:lnTo>
                      <a:lnTo>
                        <a:pt x="2458" y="2508"/>
                      </a:lnTo>
                      <a:lnTo>
                        <a:pt x="2482" y="2483"/>
                      </a:lnTo>
                      <a:lnTo>
                        <a:pt x="2502" y="2454"/>
                      </a:lnTo>
                      <a:lnTo>
                        <a:pt x="2574" y="2330"/>
                      </a:lnTo>
                      <a:lnTo>
                        <a:pt x="2574" y="3159"/>
                      </a:lnTo>
                      <a:lnTo>
                        <a:pt x="2571" y="3189"/>
                      </a:lnTo>
                      <a:lnTo>
                        <a:pt x="2562" y="3217"/>
                      </a:lnTo>
                      <a:lnTo>
                        <a:pt x="2548" y="3243"/>
                      </a:lnTo>
                      <a:lnTo>
                        <a:pt x="2529" y="3265"/>
                      </a:lnTo>
                      <a:lnTo>
                        <a:pt x="2507" y="3284"/>
                      </a:lnTo>
                      <a:lnTo>
                        <a:pt x="2481" y="3297"/>
                      </a:lnTo>
                      <a:lnTo>
                        <a:pt x="2453" y="3307"/>
                      </a:lnTo>
                      <a:lnTo>
                        <a:pt x="2423" y="3310"/>
                      </a:lnTo>
                      <a:lnTo>
                        <a:pt x="152" y="3310"/>
                      </a:lnTo>
                      <a:lnTo>
                        <a:pt x="121" y="3307"/>
                      </a:lnTo>
                      <a:lnTo>
                        <a:pt x="93" y="3297"/>
                      </a:lnTo>
                      <a:lnTo>
                        <a:pt x="67" y="3284"/>
                      </a:lnTo>
                      <a:lnTo>
                        <a:pt x="45" y="3265"/>
                      </a:lnTo>
                      <a:lnTo>
                        <a:pt x="26" y="3243"/>
                      </a:lnTo>
                      <a:lnTo>
                        <a:pt x="13" y="3217"/>
                      </a:lnTo>
                      <a:lnTo>
                        <a:pt x="3" y="3189"/>
                      </a:lnTo>
                      <a:lnTo>
                        <a:pt x="0" y="3159"/>
                      </a:lnTo>
                      <a:lnTo>
                        <a:pt x="0" y="150"/>
                      </a:lnTo>
                      <a:lnTo>
                        <a:pt x="3" y="120"/>
                      </a:lnTo>
                      <a:lnTo>
                        <a:pt x="13" y="92"/>
                      </a:lnTo>
                      <a:lnTo>
                        <a:pt x="26" y="67"/>
                      </a:lnTo>
                      <a:lnTo>
                        <a:pt x="45" y="44"/>
                      </a:lnTo>
                      <a:lnTo>
                        <a:pt x="67" y="26"/>
                      </a:lnTo>
                      <a:lnTo>
                        <a:pt x="93" y="12"/>
                      </a:lnTo>
                      <a:lnTo>
                        <a:pt x="121" y="3"/>
                      </a:lnTo>
                      <a:lnTo>
                        <a:pt x="152" y="0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32" name="Freeform 58"/>
                <p:cNvSpPr>
                  <a:spLocks noEditPoints="1"/>
                </p:cNvSpPr>
                <p:nvPr/>
              </p:nvSpPr>
              <p:spPr bwMode="auto">
                <a:xfrm>
                  <a:off x="4826000" y="3575051"/>
                  <a:ext cx="228600" cy="341313"/>
                </a:xfrm>
                <a:custGeom>
                  <a:avLst/>
                  <a:gdLst>
                    <a:gd name="T0" fmla="*/ 131 w 1591"/>
                    <a:gd name="T1" fmla="*/ 1996 h 2370"/>
                    <a:gd name="T2" fmla="*/ 223 w 1591"/>
                    <a:gd name="T3" fmla="*/ 2040 h 2370"/>
                    <a:gd name="T4" fmla="*/ 308 w 1591"/>
                    <a:gd name="T5" fmla="*/ 2097 h 2370"/>
                    <a:gd name="T6" fmla="*/ 439 w 1591"/>
                    <a:gd name="T7" fmla="*/ 1980 h 2370"/>
                    <a:gd name="T8" fmla="*/ 389 w 1591"/>
                    <a:gd name="T9" fmla="*/ 1934 h 2370"/>
                    <a:gd name="T10" fmla="*/ 314 w 1591"/>
                    <a:gd name="T11" fmla="*/ 1883 h 2370"/>
                    <a:gd name="T12" fmla="*/ 245 w 1591"/>
                    <a:gd name="T13" fmla="*/ 1849 h 2370"/>
                    <a:gd name="T14" fmla="*/ 187 w 1591"/>
                    <a:gd name="T15" fmla="*/ 1829 h 2370"/>
                    <a:gd name="T16" fmla="*/ 141 w 1591"/>
                    <a:gd name="T17" fmla="*/ 1820 h 2370"/>
                    <a:gd name="T18" fmla="*/ 1118 w 1591"/>
                    <a:gd name="T19" fmla="*/ 0 h 2370"/>
                    <a:gd name="T20" fmla="*/ 1173 w 1591"/>
                    <a:gd name="T21" fmla="*/ 7 h 2370"/>
                    <a:gd name="T22" fmla="*/ 1240 w 1591"/>
                    <a:gd name="T23" fmla="*/ 25 h 2370"/>
                    <a:gd name="T24" fmla="*/ 1319 w 1591"/>
                    <a:gd name="T25" fmla="*/ 57 h 2370"/>
                    <a:gd name="T26" fmla="*/ 1407 w 1591"/>
                    <a:gd name="T27" fmla="*/ 108 h 2370"/>
                    <a:gd name="T28" fmla="*/ 1478 w 1591"/>
                    <a:gd name="T29" fmla="*/ 163 h 2370"/>
                    <a:gd name="T30" fmla="*/ 1528 w 1591"/>
                    <a:gd name="T31" fmla="*/ 215 h 2370"/>
                    <a:gd name="T32" fmla="*/ 1561 w 1591"/>
                    <a:gd name="T33" fmla="*/ 261 h 2370"/>
                    <a:gd name="T34" fmla="*/ 1580 w 1591"/>
                    <a:gd name="T35" fmla="*/ 297 h 2370"/>
                    <a:gd name="T36" fmla="*/ 1588 w 1591"/>
                    <a:gd name="T37" fmla="*/ 320 h 2370"/>
                    <a:gd name="T38" fmla="*/ 1591 w 1591"/>
                    <a:gd name="T39" fmla="*/ 344 h 2370"/>
                    <a:gd name="T40" fmla="*/ 1581 w 1591"/>
                    <a:gd name="T41" fmla="*/ 379 h 2370"/>
                    <a:gd name="T42" fmla="*/ 625 w 1591"/>
                    <a:gd name="T43" fmla="*/ 2021 h 2370"/>
                    <a:gd name="T44" fmla="*/ 116 w 1591"/>
                    <a:gd name="T45" fmla="*/ 2357 h 2370"/>
                    <a:gd name="T46" fmla="*/ 77 w 1591"/>
                    <a:gd name="T47" fmla="*/ 2370 h 2370"/>
                    <a:gd name="T48" fmla="*/ 36 w 1591"/>
                    <a:gd name="T49" fmla="*/ 2359 h 2370"/>
                    <a:gd name="T50" fmla="*/ 12 w 1591"/>
                    <a:gd name="T51" fmla="*/ 2338 h 2370"/>
                    <a:gd name="T52" fmla="*/ 0 w 1591"/>
                    <a:gd name="T53" fmla="*/ 2306 h 2370"/>
                    <a:gd name="T54" fmla="*/ 34 w 1591"/>
                    <a:gd name="T55" fmla="*/ 1702 h 2370"/>
                    <a:gd name="T56" fmla="*/ 45 w 1591"/>
                    <a:gd name="T57" fmla="*/ 1670 h 2370"/>
                    <a:gd name="T58" fmla="*/ 1002 w 1591"/>
                    <a:gd name="T59" fmla="*/ 27 h 2370"/>
                    <a:gd name="T60" fmla="*/ 1034 w 1591"/>
                    <a:gd name="T61" fmla="*/ 7 h 2370"/>
                    <a:gd name="T62" fmla="*/ 1048 w 1591"/>
                    <a:gd name="T63" fmla="*/ 4 h 2370"/>
                    <a:gd name="T64" fmla="*/ 1076 w 1591"/>
                    <a:gd name="T65" fmla="*/ 0 h 237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</a:cxnLst>
                  <a:rect l="0" t="0" r="r" b="b"/>
                  <a:pathLst>
                    <a:path w="1591" h="2370">
                      <a:moveTo>
                        <a:pt x="141" y="1820"/>
                      </a:moveTo>
                      <a:lnTo>
                        <a:pt x="131" y="1996"/>
                      </a:lnTo>
                      <a:lnTo>
                        <a:pt x="177" y="2016"/>
                      </a:lnTo>
                      <a:lnTo>
                        <a:pt x="223" y="2040"/>
                      </a:lnTo>
                      <a:lnTo>
                        <a:pt x="267" y="2067"/>
                      </a:lnTo>
                      <a:lnTo>
                        <a:pt x="308" y="2097"/>
                      </a:lnTo>
                      <a:lnTo>
                        <a:pt x="455" y="2000"/>
                      </a:lnTo>
                      <a:lnTo>
                        <a:pt x="439" y="1980"/>
                      </a:lnTo>
                      <a:lnTo>
                        <a:pt x="417" y="1958"/>
                      </a:lnTo>
                      <a:lnTo>
                        <a:pt x="389" y="1934"/>
                      </a:lnTo>
                      <a:lnTo>
                        <a:pt x="355" y="1909"/>
                      </a:lnTo>
                      <a:lnTo>
                        <a:pt x="314" y="1883"/>
                      </a:lnTo>
                      <a:lnTo>
                        <a:pt x="278" y="1864"/>
                      </a:lnTo>
                      <a:lnTo>
                        <a:pt x="245" y="1849"/>
                      </a:lnTo>
                      <a:lnTo>
                        <a:pt x="214" y="1837"/>
                      </a:lnTo>
                      <a:lnTo>
                        <a:pt x="187" y="1829"/>
                      </a:lnTo>
                      <a:lnTo>
                        <a:pt x="163" y="1824"/>
                      </a:lnTo>
                      <a:lnTo>
                        <a:pt x="141" y="1820"/>
                      </a:lnTo>
                      <a:close/>
                      <a:moveTo>
                        <a:pt x="1095" y="0"/>
                      </a:moveTo>
                      <a:lnTo>
                        <a:pt x="1118" y="0"/>
                      </a:lnTo>
                      <a:lnTo>
                        <a:pt x="1144" y="2"/>
                      </a:lnTo>
                      <a:lnTo>
                        <a:pt x="1173" y="7"/>
                      </a:lnTo>
                      <a:lnTo>
                        <a:pt x="1205" y="14"/>
                      </a:lnTo>
                      <a:lnTo>
                        <a:pt x="1240" y="25"/>
                      </a:lnTo>
                      <a:lnTo>
                        <a:pt x="1278" y="39"/>
                      </a:lnTo>
                      <a:lnTo>
                        <a:pt x="1319" y="57"/>
                      </a:lnTo>
                      <a:lnTo>
                        <a:pt x="1362" y="81"/>
                      </a:lnTo>
                      <a:lnTo>
                        <a:pt x="1407" y="108"/>
                      </a:lnTo>
                      <a:lnTo>
                        <a:pt x="1446" y="136"/>
                      </a:lnTo>
                      <a:lnTo>
                        <a:pt x="1478" y="163"/>
                      </a:lnTo>
                      <a:lnTo>
                        <a:pt x="1505" y="190"/>
                      </a:lnTo>
                      <a:lnTo>
                        <a:pt x="1528" y="215"/>
                      </a:lnTo>
                      <a:lnTo>
                        <a:pt x="1546" y="239"/>
                      </a:lnTo>
                      <a:lnTo>
                        <a:pt x="1561" y="261"/>
                      </a:lnTo>
                      <a:lnTo>
                        <a:pt x="1571" y="280"/>
                      </a:lnTo>
                      <a:lnTo>
                        <a:pt x="1580" y="297"/>
                      </a:lnTo>
                      <a:lnTo>
                        <a:pt x="1585" y="311"/>
                      </a:lnTo>
                      <a:lnTo>
                        <a:pt x="1588" y="320"/>
                      </a:lnTo>
                      <a:lnTo>
                        <a:pt x="1589" y="325"/>
                      </a:lnTo>
                      <a:lnTo>
                        <a:pt x="1591" y="344"/>
                      </a:lnTo>
                      <a:lnTo>
                        <a:pt x="1588" y="363"/>
                      </a:lnTo>
                      <a:lnTo>
                        <a:pt x="1581" y="379"/>
                      </a:lnTo>
                      <a:lnTo>
                        <a:pt x="634" y="2008"/>
                      </a:lnTo>
                      <a:lnTo>
                        <a:pt x="625" y="2021"/>
                      </a:lnTo>
                      <a:lnTo>
                        <a:pt x="611" y="2033"/>
                      </a:lnTo>
                      <a:lnTo>
                        <a:pt x="116" y="2357"/>
                      </a:lnTo>
                      <a:lnTo>
                        <a:pt x="97" y="2367"/>
                      </a:lnTo>
                      <a:lnTo>
                        <a:pt x="77" y="2370"/>
                      </a:lnTo>
                      <a:lnTo>
                        <a:pt x="56" y="2368"/>
                      </a:lnTo>
                      <a:lnTo>
                        <a:pt x="36" y="2359"/>
                      </a:lnTo>
                      <a:lnTo>
                        <a:pt x="23" y="2350"/>
                      </a:lnTo>
                      <a:lnTo>
                        <a:pt x="12" y="2338"/>
                      </a:lnTo>
                      <a:lnTo>
                        <a:pt x="5" y="2323"/>
                      </a:lnTo>
                      <a:lnTo>
                        <a:pt x="0" y="2306"/>
                      </a:lnTo>
                      <a:lnTo>
                        <a:pt x="0" y="2290"/>
                      </a:lnTo>
                      <a:lnTo>
                        <a:pt x="34" y="1702"/>
                      </a:lnTo>
                      <a:lnTo>
                        <a:pt x="38" y="1685"/>
                      </a:lnTo>
                      <a:lnTo>
                        <a:pt x="45" y="1670"/>
                      </a:lnTo>
                      <a:lnTo>
                        <a:pt x="991" y="41"/>
                      </a:lnTo>
                      <a:lnTo>
                        <a:pt x="1002" y="27"/>
                      </a:lnTo>
                      <a:lnTo>
                        <a:pt x="1016" y="15"/>
                      </a:lnTo>
                      <a:lnTo>
                        <a:pt x="1034" y="7"/>
                      </a:lnTo>
                      <a:lnTo>
                        <a:pt x="1038" y="6"/>
                      </a:lnTo>
                      <a:lnTo>
                        <a:pt x="1048" y="4"/>
                      </a:lnTo>
                      <a:lnTo>
                        <a:pt x="1060" y="2"/>
                      </a:lnTo>
                      <a:lnTo>
                        <a:pt x="1076" y="0"/>
                      </a:lnTo>
                      <a:lnTo>
                        <a:pt x="1095" y="0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33" name="Freeform 59"/>
                <p:cNvSpPr>
                  <a:spLocks/>
                </p:cNvSpPr>
                <p:nvPr/>
              </p:nvSpPr>
              <p:spPr bwMode="auto">
                <a:xfrm>
                  <a:off x="4645025" y="3849688"/>
                  <a:ext cx="166688" cy="84138"/>
                </a:xfrm>
                <a:custGeom>
                  <a:avLst/>
                  <a:gdLst>
                    <a:gd name="T0" fmla="*/ 557 w 1155"/>
                    <a:gd name="T1" fmla="*/ 5 h 591"/>
                    <a:gd name="T2" fmla="*/ 583 w 1155"/>
                    <a:gd name="T3" fmla="*/ 28 h 591"/>
                    <a:gd name="T4" fmla="*/ 591 w 1155"/>
                    <a:gd name="T5" fmla="*/ 111 h 591"/>
                    <a:gd name="T6" fmla="*/ 560 w 1155"/>
                    <a:gd name="T7" fmla="*/ 199 h 591"/>
                    <a:gd name="T8" fmla="*/ 569 w 1155"/>
                    <a:gd name="T9" fmla="*/ 242 h 591"/>
                    <a:gd name="T10" fmla="*/ 587 w 1155"/>
                    <a:gd name="T11" fmla="*/ 270 h 591"/>
                    <a:gd name="T12" fmla="*/ 637 w 1155"/>
                    <a:gd name="T13" fmla="*/ 278 h 591"/>
                    <a:gd name="T14" fmla="*/ 681 w 1155"/>
                    <a:gd name="T15" fmla="*/ 323 h 591"/>
                    <a:gd name="T16" fmla="*/ 693 w 1155"/>
                    <a:gd name="T17" fmla="*/ 357 h 591"/>
                    <a:gd name="T18" fmla="*/ 847 w 1155"/>
                    <a:gd name="T19" fmla="*/ 351 h 591"/>
                    <a:gd name="T20" fmla="*/ 996 w 1155"/>
                    <a:gd name="T21" fmla="*/ 366 h 591"/>
                    <a:gd name="T22" fmla="*/ 1118 w 1155"/>
                    <a:gd name="T23" fmla="*/ 373 h 591"/>
                    <a:gd name="T24" fmla="*/ 1149 w 1155"/>
                    <a:gd name="T25" fmla="*/ 400 h 591"/>
                    <a:gd name="T26" fmla="*/ 1154 w 1155"/>
                    <a:gd name="T27" fmla="*/ 441 h 591"/>
                    <a:gd name="T28" fmla="*/ 1131 w 1155"/>
                    <a:gd name="T29" fmla="*/ 475 h 591"/>
                    <a:gd name="T30" fmla="*/ 1066 w 1155"/>
                    <a:gd name="T31" fmla="*/ 482 h 591"/>
                    <a:gd name="T32" fmla="*/ 957 w 1155"/>
                    <a:gd name="T33" fmla="*/ 467 h 591"/>
                    <a:gd name="T34" fmla="*/ 843 w 1155"/>
                    <a:gd name="T35" fmla="*/ 452 h 591"/>
                    <a:gd name="T36" fmla="*/ 738 w 1155"/>
                    <a:gd name="T37" fmla="*/ 461 h 591"/>
                    <a:gd name="T38" fmla="*/ 679 w 1155"/>
                    <a:gd name="T39" fmla="*/ 486 h 591"/>
                    <a:gd name="T40" fmla="*/ 636 w 1155"/>
                    <a:gd name="T41" fmla="*/ 492 h 591"/>
                    <a:gd name="T42" fmla="*/ 603 w 1155"/>
                    <a:gd name="T43" fmla="*/ 477 h 591"/>
                    <a:gd name="T44" fmla="*/ 576 w 1155"/>
                    <a:gd name="T45" fmla="*/ 454 h 591"/>
                    <a:gd name="T46" fmla="*/ 571 w 1155"/>
                    <a:gd name="T47" fmla="*/ 407 h 591"/>
                    <a:gd name="T48" fmla="*/ 537 w 1155"/>
                    <a:gd name="T49" fmla="*/ 457 h 591"/>
                    <a:gd name="T50" fmla="*/ 495 w 1155"/>
                    <a:gd name="T51" fmla="*/ 471 h 591"/>
                    <a:gd name="T52" fmla="*/ 455 w 1155"/>
                    <a:gd name="T53" fmla="*/ 456 h 591"/>
                    <a:gd name="T54" fmla="*/ 439 w 1155"/>
                    <a:gd name="T55" fmla="*/ 419 h 591"/>
                    <a:gd name="T56" fmla="*/ 450 w 1155"/>
                    <a:gd name="T57" fmla="*/ 390 h 591"/>
                    <a:gd name="T58" fmla="*/ 458 w 1155"/>
                    <a:gd name="T59" fmla="*/ 369 h 591"/>
                    <a:gd name="T60" fmla="*/ 422 w 1155"/>
                    <a:gd name="T61" fmla="*/ 404 h 591"/>
                    <a:gd name="T62" fmla="*/ 379 w 1155"/>
                    <a:gd name="T63" fmla="*/ 428 h 591"/>
                    <a:gd name="T64" fmla="*/ 335 w 1155"/>
                    <a:gd name="T65" fmla="*/ 417 h 591"/>
                    <a:gd name="T66" fmla="*/ 314 w 1155"/>
                    <a:gd name="T67" fmla="*/ 379 h 591"/>
                    <a:gd name="T68" fmla="*/ 364 w 1155"/>
                    <a:gd name="T69" fmla="*/ 288 h 591"/>
                    <a:gd name="T70" fmla="*/ 252 w 1155"/>
                    <a:gd name="T71" fmla="*/ 393 h 591"/>
                    <a:gd name="T72" fmla="*/ 96 w 1155"/>
                    <a:gd name="T73" fmla="*/ 581 h 591"/>
                    <a:gd name="T74" fmla="*/ 49 w 1155"/>
                    <a:gd name="T75" fmla="*/ 590 h 591"/>
                    <a:gd name="T76" fmla="*/ 9 w 1155"/>
                    <a:gd name="T77" fmla="*/ 569 h 591"/>
                    <a:gd name="T78" fmla="*/ 2 w 1155"/>
                    <a:gd name="T79" fmla="*/ 527 h 591"/>
                    <a:gd name="T80" fmla="*/ 138 w 1155"/>
                    <a:gd name="T81" fmla="*/ 351 h 591"/>
                    <a:gd name="T82" fmla="*/ 344 w 1155"/>
                    <a:gd name="T83" fmla="*/ 123 h 591"/>
                    <a:gd name="T84" fmla="*/ 398 w 1155"/>
                    <a:gd name="T85" fmla="*/ 70 h 591"/>
                    <a:gd name="T86" fmla="*/ 462 w 1155"/>
                    <a:gd name="T87" fmla="*/ 20 h 591"/>
                    <a:gd name="T88" fmla="*/ 534 w 1155"/>
                    <a:gd name="T89" fmla="*/ 0 h 59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</a:cxnLst>
                  <a:rect l="0" t="0" r="r" b="b"/>
                  <a:pathLst>
                    <a:path w="1155" h="591">
                      <a:moveTo>
                        <a:pt x="534" y="0"/>
                      </a:moveTo>
                      <a:lnTo>
                        <a:pt x="545" y="2"/>
                      </a:lnTo>
                      <a:lnTo>
                        <a:pt x="557" y="5"/>
                      </a:lnTo>
                      <a:lnTo>
                        <a:pt x="567" y="10"/>
                      </a:lnTo>
                      <a:lnTo>
                        <a:pt x="576" y="18"/>
                      </a:lnTo>
                      <a:lnTo>
                        <a:pt x="583" y="28"/>
                      </a:lnTo>
                      <a:lnTo>
                        <a:pt x="591" y="54"/>
                      </a:lnTo>
                      <a:lnTo>
                        <a:pt x="593" y="82"/>
                      </a:lnTo>
                      <a:lnTo>
                        <a:pt x="591" y="111"/>
                      </a:lnTo>
                      <a:lnTo>
                        <a:pt x="584" y="140"/>
                      </a:lnTo>
                      <a:lnTo>
                        <a:pt x="573" y="170"/>
                      </a:lnTo>
                      <a:lnTo>
                        <a:pt x="560" y="199"/>
                      </a:lnTo>
                      <a:lnTo>
                        <a:pt x="543" y="230"/>
                      </a:lnTo>
                      <a:lnTo>
                        <a:pt x="557" y="235"/>
                      </a:lnTo>
                      <a:lnTo>
                        <a:pt x="569" y="242"/>
                      </a:lnTo>
                      <a:lnTo>
                        <a:pt x="579" y="254"/>
                      </a:lnTo>
                      <a:lnTo>
                        <a:pt x="583" y="263"/>
                      </a:lnTo>
                      <a:lnTo>
                        <a:pt x="587" y="270"/>
                      </a:lnTo>
                      <a:lnTo>
                        <a:pt x="604" y="269"/>
                      </a:lnTo>
                      <a:lnTo>
                        <a:pt x="620" y="272"/>
                      </a:lnTo>
                      <a:lnTo>
                        <a:pt x="637" y="278"/>
                      </a:lnTo>
                      <a:lnTo>
                        <a:pt x="653" y="289"/>
                      </a:lnTo>
                      <a:lnTo>
                        <a:pt x="668" y="303"/>
                      </a:lnTo>
                      <a:lnTo>
                        <a:pt x="681" y="323"/>
                      </a:lnTo>
                      <a:lnTo>
                        <a:pt x="689" y="338"/>
                      </a:lnTo>
                      <a:lnTo>
                        <a:pt x="692" y="349"/>
                      </a:lnTo>
                      <a:lnTo>
                        <a:pt x="693" y="357"/>
                      </a:lnTo>
                      <a:lnTo>
                        <a:pt x="746" y="351"/>
                      </a:lnTo>
                      <a:lnTo>
                        <a:pt x="797" y="350"/>
                      </a:lnTo>
                      <a:lnTo>
                        <a:pt x="847" y="351"/>
                      </a:lnTo>
                      <a:lnTo>
                        <a:pt x="897" y="355"/>
                      </a:lnTo>
                      <a:lnTo>
                        <a:pt x="946" y="361"/>
                      </a:lnTo>
                      <a:lnTo>
                        <a:pt x="996" y="366"/>
                      </a:lnTo>
                      <a:lnTo>
                        <a:pt x="1048" y="369"/>
                      </a:lnTo>
                      <a:lnTo>
                        <a:pt x="1101" y="371"/>
                      </a:lnTo>
                      <a:lnTo>
                        <a:pt x="1118" y="373"/>
                      </a:lnTo>
                      <a:lnTo>
                        <a:pt x="1131" y="379"/>
                      </a:lnTo>
                      <a:lnTo>
                        <a:pt x="1142" y="389"/>
                      </a:lnTo>
                      <a:lnTo>
                        <a:pt x="1149" y="400"/>
                      </a:lnTo>
                      <a:lnTo>
                        <a:pt x="1154" y="413"/>
                      </a:lnTo>
                      <a:lnTo>
                        <a:pt x="1155" y="427"/>
                      </a:lnTo>
                      <a:lnTo>
                        <a:pt x="1154" y="441"/>
                      </a:lnTo>
                      <a:lnTo>
                        <a:pt x="1149" y="454"/>
                      </a:lnTo>
                      <a:lnTo>
                        <a:pt x="1142" y="466"/>
                      </a:lnTo>
                      <a:lnTo>
                        <a:pt x="1131" y="475"/>
                      </a:lnTo>
                      <a:lnTo>
                        <a:pt x="1118" y="481"/>
                      </a:lnTo>
                      <a:lnTo>
                        <a:pt x="1101" y="483"/>
                      </a:lnTo>
                      <a:lnTo>
                        <a:pt x="1066" y="482"/>
                      </a:lnTo>
                      <a:lnTo>
                        <a:pt x="1031" y="478"/>
                      </a:lnTo>
                      <a:lnTo>
                        <a:pt x="993" y="473"/>
                      </a:lnTo>
                      <a:lnTo>
                        <a:pt x="957" y="467"/>
                      </a:lnTo>
                      <a:lnTo>
                        <a:pt x="919" y="460"/>
                      </a:lnTo>
                      <a:lnTo>
                        <a:pt x="881" y="455"/>
                      </a:lnTo>
                      <a:lnTo>
                        <a:pt x="843" y="452"/>
                      </a:lnTo>
                      <a:lnTo>
                        <a:pt x="807" y="451"/>
                      </a:lnTo>
                      <a:lnTo>
                        <a:pt x="771" y="454"/>
                      </a:lnTo>
                      <a:lnTo>
                        <a:pt x="738" y="461"/>
                      </a:lnTo>
                      <a:lnTo>
                        <a:pt x="705" y="474"/>
                      </a:lnTo>
                      <a:lnTo>
                        <a:pt x="693" y="480"/>
                      </a:lnTo>
                      <a:lnTo>
                        <a:pt x="679" y="486"/>
                      </a:lnTo>
                      <a:lnTo>
                        <a:pt x="664" y="492"/>
                      </a:lnTo>
                      <a:lnTo>
                        <a:pt x="651" y="494"/>
                      </a:lnTo>
                      <a:lnTo>
                        <a:pt x="636" y="492"/>
                      </a:lnTo>
                      <a:lnTo>
                        <a:pt x="626" y="487"/>
                      </a:lnTo>
                      <a:lnTo>
                        <a:pt x="614" y="482"/>
                      </a:lnTo>
                      <a:lnTo>
                        <a:pt x="603" y="477"/>
                      </a:lnTo>
                      <a:lnTo>
                        <a:pt x="592" y="471"/>
                      </a:lnTo>
                      <a:lnTo>
                        <a:pt x="584" y="464"/>
                      </a:lnTo>
                      <a:lnTo>
                        <a:pt x="576" y="454"/>
                      </a:lnTo>
                      <a:lnTo>
                        <a:pt x="572" y="442"/>
                      </a:lnTo>
                      <a:lnTo>
                        <a:pt x="571" y="423"/>
                      </a:lnTo>
                      <a:lnTo>
                        <a:pt x="571" y="407"/>
                      </a:lnTo>
                      <a:lnTo>
                        <a:pt x="560" y="427"/>
                      </a:lnTo>
                      <a:lnTo>
                        <a:pt x="547" y="446"/>
                      </a:lnTo>
                      <a:lnTo>
                        <a:pt x="537" y="457"/>
                      </a:lnTo>
                      <a:lnTo>
                        <a:pt x="524" y="466"/>
                      </a:lnTo>
                      <a:lnTo>
                        <a:pt x="509" y="470"/>
                      </a:lnTo>
                      <a:lnTo>
                        <a:pt x="495" y="471"/>
                      </a:lnTo>
                      <a:lnTo>
                        <a:pt x="480" y="469"/>
                      </a:lnTo>
                      <a:lnTo>
                        <a:pt x="467" y="464"/>
                      </a:lnTo>
                      <a:lnTo>
                        <a:pt x="455" y="456"/>
                      </a:lnTo>
                      <a:lnTo>
                        <a:pt x="446" y="446"/>
                      </a:lnTo>
                      <a:lnTo>
                        <a:pt x="440" y="433"/>
                      </a:lnTo>
                      <a:lnTo>
                        <a:pt x="439" y="419"/>
                      </a:lnTo>
                      <a:lnTo>
                        <a:pt x="444" y="402"/>
                      </a:lnTo>
                      <a:lnTo>
                        <a:pt x="447" y="396"/>
                      </a:lnTo>
                      <a:lnTo>
                        <a:pt x="450" y="390"/>
                      </a:lnTo>
                      <a:lnTo>
                        <a:pt x="450" y="390"/>
                      </a:lnTo>
                      <a:lnTo>
                        <a:pt x="449" y="390"/>
                      </a:lnTo>
                      <a:lnTo>
                        <a:pt x="458" y="369"/>
                      </a:lnTo>
                      <a:lnTo>
                        <a:pt x="445" y="378"/>
                      </a:lnTo>
                      <a:lnTo>
                        <a:pt x="432" y="390"/>
                      </a:lnTo>
                      <a:lnTo>
                        <a:pt x="422" y="404"/>
                      </a:lnTo>
                      <a:lnTo>
                        <a:pt x="409" y="417"/>
                      </a:lnTo>
                      <a:lnTo>
                        <a:pt x="394" y="425"/>
                      </a:lnTo>
                      <a:lnTo>
                        <a:pt x="379" y="428"/>
                      </a:lnTo>
                      <a:lnTo>
                        <a:pt x="363" y="428"/>
                      </a:lnTo>
                      <a:lnTo>
                        <a:pt x="348" y="424"/>
                      </a:lnTo>
                      <a:lnTo>
                        <a:pt x="335" y="417"/>
                      </a:lnTo>
                      <a:lnTo>
                        <a:pt x="324" y="406"/>
                      </a:lnTo>
                      <a:lnTo>
                        <a:pt x="317" y="394"/>
                      </a:lnTo>
                      <a:lnTo>
                        <a:pt x="314" y="379"/>
                      </a:lnTo>
                      <a:lnTo>
                        <a:pt x="316" y="364"/>
                      </a:lnTo>
                      <a:lnTo>
                        <a:pt x="323" y="347"/>
                      </a:lnTo>
                      <a:lnTo>
                        <a:pt x="364" y="288"/>
                      </a:lnTo>
                      <a:lnTo>
                        <a:pt x="404" y="226"/>
                      </a:lnTo>
                      <a:lnTo>
                        <a:pt x="326" y="309"/>
                      </a:lnTo>
                      <a:lnTo>
                        <a:pt x="252" y="393"/>
                      </a:lnTo>
                      <a:lnTo>
                        <a:pt x="179" y="480"/>
                      </a:lnTo>
                      <a:lnTo>
                        <a:pt x="108" y="569"/>
                      </a:lnTo>
                      <a:lnTo>
                        <a:pt x="96" y="581"/>
                      </a:lnTo>
                      <a:lnTo>
                        <a:pt x="80" y="588"/>
                      </a:lnTo>
                      <a:lnTo>
                        <a:pt x="65" y="591"/>
                      </a:lnTo>
                      <a:lnTo>
                        <a:pt x="49" y="590"/>
                      </a:lnTo>
                      <a:lnTo>
                        <a:pt x="33" y="586"/>
                      </a:lnTo>
                      <a:lnTo>
                        <a:pt x="21" y="579"/>
                      </a:lnTo>
                      <a:lnTo>
                        <a:pt x="9" y="569"/>
                      </a:lnTo>
                      <a:lnTo>
                        <a:pt x="2" y="556"/>
                      </a:lnTo>
                      <a:lnTo>
                        <a:pt x="0" y="542"/>
                      </a:lnTo>
                      <a:lnTo>
                        <a:pt x="2" y="527"/>
                      </a:lnTo>
                      <a:lnTo>
                        <a:pt x="11" y="511"/>
                      </a:lnTo>
                      <a:lnTo>
                        <a:pt x="74" y="431"/>
                      </a:lnTo>
                      <a:lnTo>
                        <a:pt x="138" y="351"/>
                      </a:lnTo>
                      <a:lnTo>
                        <a:pt x="204" y="273"/>
                      </a:lnTo>
                      <a:lnTo>
                        <a:pt x="273" y="196"/>
                      </a:lnTo>
                      <a:lnTo>
                        <a:pt x="344" y="123"/>
                      </a:lnTo>
                      <a:lnTo>
                        <a:pt x="361" y="107"/>
                      </a:lnTo>
                      <a:lnTo>
                        <a:pt x="380" y="89"/>
                      </a:lnTo>
                      <a:lnTo>
                        <a:pt x="398" y="70"/>
                      </a:lnTo>
                      <a:lnTo>
                        <a:pt x="418" y="52"/>
                      </a:lnTo>
                      <a:lnTo>
                        <a:pt x="439" y="35"/>
                      </a:lnTo>
                      <a:lnTo>
                        <a:pt x="462" y="20"/>
                      </a:lnTo>
                      <a:lnTo>
                        <a:pt x="485" y="9"/>
                      </a:lnTo>
                      <a:lnTo>
                        <a:pt x="509" y="2"/>
                      </a:lnTo>
                      <a:lnTo>
                        <a:pt x="534" y="0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</p:grpSp>
        </p:grpSp>
        <p:grpSp>
          <p:nvGrpSpPr>
            <p:cNvPr id="8" name="그룹 54"/>
            <p:cNvGrpSpPr/>
            <p:nvPr/>
          </p:nvGrpSpPr>
          <p:grpSpPr>
            <a:xfrm>
              <a:off x="4700260" y="4423210"/>
              <a:ext cx="1499358" cy="1717182"/>
              <a:chOff x="4547860" y="4270810"/>
              <a:chExt cx="1499358" cy="1717182"/>
            </a:xfrm>
          </p:grpSpPr>
          <p:sp>
            <p:nvSpPr>
              <p:cNvPr id="17" name="Freeform 27"/>
              <p:cNvSpPr>
                <a:spLocks noEditPoints="1"/>
              </p:cNvSpPr>
              <p:nvPr/>
            </p:nvSpPr>
            <p:spPr bwMode="auto">
              <a:xfrm>
                <a:off x="4547860" y="4270810"/>
                <a:ext cx="1499358" cy="1717182"/>
              </a:xfrm>
              <a:custGeom>
                <a:avLst/>
                <a:gdLst>
                  <a:gd name="T0" fmla="*/ 699 w 1653"/>
                  <a:gd name="T1" fmla="*/ 403 h 1892"/>
                  <a:gd name="T2" fmla="*/ 506 w 1653"/>
                  <a:gd name="T3" fmla="*/ 462 h 1892"/>
                  <a:gd name="T4" fmla="*/ 336 w 1653"/>
                  <a:gd name="T5" fmla="*/ 577 h 1892"/>
                  <a:gd name="T6" fmla="*/ 202 w 1653"/>
                  <a:gd name="T7" fmla="*/ 741 h 1892"/>
                  <a:gd name="T8" fmla="*/ 127 w 1653"/>
                  <a:gd name="T9" fmla="*/ 934 h 1892"/>
                  <a:gd name="T10" fmla="*/ 109 w 1653"/>
                  <a:gd name="T11" fmla="*/ 1135 h 1892"/>
                  <a:gd name="T12" fmla="*/ 151 w 1653"/>
                  <a:gd name="T13" fmla="*/ 1332 h 1892"/>
                  <a:gd name="T14" fmla="*/ 247 w 1653"/>
                  <a:gd name="T15" fmla="*/ 1510 h 1892"/>
                  <a:gd name="T16" fmla="*/ 397 w 1653"/>
                  <a:gd name="T17" fmla="*/ 1659 h 1892"/>
                  <a:gd name="T18" fmla="*/ 583 w 1653"/>
                  <a:gd name="T19" fmla="*/ 1754 h 1892"/>
                  <a:gd name="T20" fmla="*/ 783 w 1653"/>
                  <a:gd name="T21" fmla="*/ 1791 h 1892"/>
                  <a:gd name="T22" fmla="*/ 982 w 1653"/>
                  <a:gd name="T23" fmla="*/ 1769 h 1892"/>
                  <a:gd name="T24" fmla="*/ 1168 w 1653"/>
                  <a:gd name="T25" fmla="*/ 1691 h 1892"/>
                  <a:gd name="T26" fmla="*/ 1328 w 1653"/>
                  <a:gd name="T27" fmla="*/ 1559 h 1892"/>
                  <a:gd name="T28" fmla="*/ 1445 w 1653"/>
                  <a:gd name="T29" fmla="*/ 1381 h 1892"/>
                  <a:gd name="T30" fmla="*/ 1500 w 1653"/>
                  <a:gd name="T31" fmla="*/ 1184 h 1892"/>
                  <a:gd name="T32" fmla="*/ 1498 w 1653"/>
                  <a:gd name="T33" fmla="*/ 983 h 1892"/>
                  <a:gd name="T34" fmla="*/ 1438 w 1653"/>
                  <a:gd name="T35" fmla="*/ 791 h 1892"/>
                  <a:gd name="T36" fmla="*/ 1324 w 1653"/>
                  <a:gd name="T37" fmla="*/ 621 h 1892"/>
                  <a:gd name="T38" fmla="*/ 1159 w 1653"/>
                  <a:gd name="T39" fmla="*/ 488 h 1892"/>
                  <a:gd name="T40" fmla="*/ 966 w 1653"/>
                  <a:gd name="T41" fmla="*/ 412 h 1892"/>
                  <a:gd name="T42" fmla="*/ 1601 w 1653"/>
                  <a:gd name="T43" fmla="*/ 0 h 1892"/>
                  <a:gd name="T44" fmla="*/ 1607 w 1653"/>
                  <a:gd name="T45" fmla="*/ 37 h 1892"/>
                  <a:gd name="T46" fmla="*/ 1619 w 1653"/>
                  <a:gd name="T47" fmla="*/ 143 h 1892"/>
                  <a:gd name="T48" fmla="*/ 1634 w 1653"/>
                  <a:gd name="T49" fmla="*/ 299 h 1892"/>
                  <a:gd name="T50" fmla="*/ 1646 w 1653"/>
                  <a:gd name="T51" fmla="*/ 493 h 1892"/>
                  <a:gd name="T52" fmla="*/ 1653 w 1653"/>
                  <a:gd name="T53" fmla="*/ 710 h 1892"/>
                  <a:gd name="T54" fmla="*/ 1649 w 1653"/>
                  <a:gd name="T55" fmla="*/ 934 h 1892"/>
                  <a:gd name="T56" fmla="*/ 1630 w 1653"/>
                  <a:gd name="T57" fmla="*/ 1151 h 1892"/>
                  <a:gd name="T58" fmla="*/ 1591 w 1653"/>
                  <a:gd name="T59" fmla="*/ 1348 h 1892"/>
                  <a:gd name="T60" fmla="*/ 1527 w 1653"/>
                  <a:gd name="T61" fmla="*/ 1507 h 1892"/>
                  <a:gd name="T62" fmla="*/ 1402 w 1653"/>
                  <a:gd name="T63" fmla="*/ 1663 h 1892"/>
                  <a:gd name="T64" fmla="*/ 1226 w 1653"/>
                  <a:gd name="T65" fmla="*/ 1791 h 1892"/>
                  <a:gd name="T66" fmla="*/ 1028 w 1653"/>
                  <a:gd name="T67" fmla="*/ 1868 h 1892"/>
                  <a:gd name="T68" fmla="*/ 818 w 1653"/>
                  <a:gd name="T69" fmla="*/ 1892 h 1892"/>
                  <a:gd name="T70" fmla="*/ 606 w 1653"/>
                  <a:gd name="T71" fmla="*/ 1861 h 1892"/>
                  <a:gd name="T72" fmla="*/ 405 w 1653"/>
                  <a:gd name="T73" fmla="*/ 1775 h 1892"/>
                  <a:gd name="T74" fmla="*/ 229 w 1653"/>
                  <a:gd name="T75" fmla="*/ 1636 h 1892"/>
                  <a:gd name="T76" fmla="*/ 101 w 1653"/>
                  <a:gd name="T77" fmla="*/ 1460 h 1892"/>
                  <a:gd name="T78" fmla="*/ 24 w 1653"/>
                  <a:gd name="T79" fmla="*/ 1262 h 1892"/>
                  <a:gd name="T80" fmla="*/ 0 w 1653"/>
                  <a:gd name="T81" fmla="*/ 1052 h 1892"/>
                  <a:gd name="T82" fmla="*/ 31 w 1653"/>
                  <a:gd name="T83" fmla="*/ 840 h 1892"/>
                  <a:gd name="T84" fmla="*/ 117 w 1653"/>
                  <a:gd name="T85" fmla="*/ 639 h 1892"/>
                  <a:gd name="T86" fmla="*/ 229 w 1653"/>
                  <a:gd name="T87" fmla="*/ 499 h 1892"/>
                  <a:gd name="T88" fmla="*/ 378 w 1653"/>
                  <a:gd name="T89" fmla="*/ 393 h 1892"/>
                  <a:gd name="T90" fmla="*/ 563 w 1653"/>
                  <a:gd name="T91" fmla="*/ 300 h 1892"/>
                  <a:gd name="T92" fmla="*/ 769 w 1653"/>
                  <a:gd name="T93" fmla="*/ 218 h 1892"/>
                  <a:gd name="T94" fmla="*/ 981 w 1653"/>
                  <a:gd name="T95" fmla="*/ 149 h 1892"/>
                  <a:gd name="T96" fmla="*/ 1185 w 1653"/>
                  <a:gd name="T97" fmla="*/ 93 h 1892"/>
                  <a:gd name="T98" fmla="*/ 1363 w 1653"/>
                  <a:gd name="T99" fmla="*/ 49 h 1892"/>
                  <a:gd name="T100" fmla="*/ 1502 w 1653"/>
                  <a:gd name="T101" fmla="*/ 18 h 1892"/>
                  <a:gd name="T102" fmla="*/ 1585 w 1653"/>
                  <a:gd name="T103" fmla="*/ 2 h 189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</a:cxnLst>
                <a:rect l="0" t="0" r="r" b="b"/>
                <a:pathLst>
                  <a:path w="1653" h="1892">
                    <a:moveTo>
                      <a:pt x="832" y="395"/>
                    </a:moveTo>
                    <a:lnTo>
                      <a:pt x="765" y="395"/>
                    </a:lnTo>
                    <a:lnTo>
                      <a:pt x="699" y="403"/>
                    </a:lnTo>
                    <a:lnTo>
                      <a:pt x="633" y="416"/>
                    </a:lnTo>
                    <a:lnTo>
                      <a:pt x="568" y="437"/>
                    </a:lnTo>
                    <a:lnTo>
                      <a:pt x="506" y="462"/>
                    </a:lnTo>
                    <a:lnTo>
                      <a:pt x="447" y="495"/>
                    </a:lnTo>
                    <a:lnTo>
                      <a:pt x="390" y="532"/>
                    </a:lnTo>
                    <a:lnTo>
                      <a:pt x="336" y="577"/>
                    </a:lnTo>
                    <a:lnTo>
                      <a:pt x="287" y="627"/>
                    </a:lnTo>
                    <a:lnTo>
                      <a:pt x="242" y="682"/>
                    </a:lnTo>
                    <a:lnTo>
                      <a:pt x="202" y="741"/>
                    </a:lnTo>
                    <a:lnTo>
                      <a:pt x="171" y="805"/>
                    </a:lnTo>
                    <a:lnTo>
                      <a:pt x="146" y="868"/>
                    </a:lnTo>
                    <a:lnTo>
                      <a:pt x="127" y="934"/>
                    </a:lnTo>
                    <a:lnTo>
                      <a:pt x="115" y="1000"/>
                    </a:lnTo>
                    <a:lnTo>
                      <a:pt x="109" y="1068"/>
                    </a:lnTo>
                    <a:lnTo>
                      <a:pt x="109" y="1135"/>
                    </a:lnTo>
                    <a:lnTo>
                      <a:pt x="117" y="1201"/>
                    </a:lnTo>
                    <a:lnTo>
                      <a:pt x="131" y="1267"/>
                    </a:lnTo>
                    <a:lnTo>
                      <a:pt x="151" y="1332"/>
                    </a:lnTo>
                    <a:lnTo>
                      <a:pt x="177" y="1394"/>
                    </a:lnTo>
                    <a:lnTo>
                      <a:pt x="209" y="1454"/>
                    </a:lnTo>
                    <a:lnTo>
                      <a:pt x="247" y="1510"/>
                    </a:lnTo>
                    <a:lnTo>
                      <a:pt x="292" y="1564"/>
                    </a:lnTo>
                    <a:lnTo>
                      <a:pt x="341" y="1613"/>
                    </a:lnTo>
                    <a:lnTo>
                      <a:pt x="397" y="1659"/>
                    </a:lnTo>
                    <a:lnTo>
                      <a:pt x="456" y="1698"/>
                    </a:lnTo>
                    <a:lnTo>
                      <a:pt x="519" y="1729"/>
                    </a:lnTo>
                    <a:lnTo>
                      <a:pt x="583" y="1754"/>
                    </a:lnTo>
                    <a:lnTo>
                      <a:pt x="649" y="1773"/>
                    </a:lnTo>
                    <a:lnTo>
                      <a:pt x="716" y="1785"/>
                    </a:lnTo>
                    <a:lnTo>
                      <a:pt x="783" y="1791"/>
                    </a:lnTo>
                    <a:lnTo>
                      <a:pt x="850" y="1791"/>
                    </a:lnTo>
                    <a:lnTo>
                      <a:pt x="917" y="1783"/>
                    </a:lnTo>
                    <a:lnTo>
                      <a:pt x="982" y="1769"/>
                    </a:lnTo>
                    <a:lnTo>
                      <a:pt x="1047" y="1749"/>
                    </a:lnTo>
                    <a:lnTo>
                      <a:pt x="1109" y="1723"/>
                    </a:lnTo>
                    <a:lnTo>
                      <a:pt x="1168" y="1691"/>
                    </a:lnTo>
                    <a:lnTo>
                      <a:pt x="1225" y="1653"/>
                    </a:lnTo>
                    <a:lnTo>
                      <a:pt x="1279" y="1609"/>
                    </a:lnTo>
                    <a:lnTo>
                      <a:pt x="1328" y="1559"/>
                    </a:lnTo>
                    <a:lnTo>
                      <a:pt x="1373" y="1503"/>
                    </a:lnTo>
                    <a:lnTo>
                      <a:pt x="1413" y="1444"/>
                    </a:lnTo>
                    <a:lnTo>
                      <a:pt x="1445" y="1381"/>
                    </a:lnTo>
                    <a:lnTo>
                      <a:pt x="1469" y="1317"/>
                    </a:lnTo>
                    <a:lnTo>
                      <a:pt x="1488" y="1251"/>
                    </a:lnTo>
                    <a:lnTo>
                      <a:pt x="1500" y="1184"/>
                    </a:lnTo>
                    <a:lnTo>
                      <a:pt x="1506" y="1118"/>
                    </a:lnTo>
                    <a:lnTo>
                      <a:pt x="1506" y="1050"/>
                    </a:lnTo>
                    <a:lnTo>
                      <a:pt x="1498" y="983"/>
                    </a:lnTo>
                    <a:lnTo>
                      <a:pt x="1484" y="918"/>
                    </a:lnTo>
                    <a:lnTo>
                      <a:pt x="1464" y="853"/>
                    </a:lnTo>
                    <a:lnTo>
                      <a:pt x="1438" y="791"/>
                    </a:lnTo>
                    <a:lnTo>
                      <a:pt x="1406" y="732"/>
                    </a:lnTo>
                    <a:lnTo>
                      <a:pt x="1368" y="675"/>
                    </a:lnTo>
                    <a:lnTo>
                      <a:pt x="1324" y="621"/>
                    </a:lnTo>
                    <a:lnTo>
                      <a:pt x="1274" y="573"/>
                    </a:lnTo>
                    <a:lnTo>
                      <a:pt x="1218" y="527"/>
                    </a:lnTo>
                    <a:lnTo>
                      <a:pt x="1159" y="488"/>
                    </a:lnTo>
                    <a:lnTo>
                      <a:pt x="1096" y="455"/>
                    </a:lnTo>
                    <a:lnTo>
                      <a:pt x="1032" y="431"/>
                    </a:lnTo>
                    <a:lnTo>
                      <a:pt x="966" y="412"/>
                    </a:lnTo>
                    <a:lnTo>
                      <a:pt x="900" y="400"/>
                    </a:lnTo>
                    <a:lnTo>
                      <a:pt x="832" y="395"/>
                    </a:lnTo>
                    <a:close/>
                    <a:moveTo>
                      <a:pt x="1601" y="0"/>
                    </a:moveTo>
                    <a:lnTo>
                      <a:pt x="1603" y="4"/>
                    </a:lnTo>
                    <a:lnTo>
                      <a:pt x="1604" y="17"/>
                    </a:lnTo>
                    <a:lnTo>
                      <a:pt x="1607" y="37"/>
                    </a:lnTo>
                    <a:lnTo>
                      <a:pt x="1611" y="66"/>
                    </a:lnTo>
                    <a:lnTo>
                      <a:pt x="1615" y="101"/>
                    </a:lnTo>
                    <a:lnTo>
                      <a:pt x="1619" y="143"/>
                    </a:lnTo>
                    <a:lnTo>
                      <a:pt x="1624" y="190"/>
                    </a:lnTo>
                    <a:lnTo>
                      <a:pt x="1628" y="242"/>
                    </a:lnTo>
                    <a:lnTo>
                      <a:pt x="1634" y="299"/>
                    </a:lnTo>
                    <a:lnTo>
                      <a:pt x="1638" y="361"/>
                    </a:lnTo>
                    <a:lnTo>
                      <a:pt x="1643" y="426"/>
                    </a:lnTo>
                    <a:lnTo>
                      <a:pt x="1646" y="493"/>
                    </a:lnTo>
                    <a:lnTo>
                      <a:pt x="1650" y="563"/>
                    </a:lnTo>
                    <a:lnTo>
                      <a:pt x="1651" y="636"/>
                    </a:lnTo>
                    <a:lnTo>
                      <a:pt x="1653" y="710"/>
                    </a:lnTo>
                    <a:lnTo>
                      <a:pt x="1653" y="785"/>
                    </a:lnTo>
                    <a:lnTo>
                      <a:pt x="1651" y="859"/>
                    </a:lnTo>
                    <a:lnTo>
                      <a:pt x="1649" y="934"/>
                    </a:lnTo>
                    <a:lnTo>
                      <a:pt x="1645" y="1008"/>
                    </a:lnTo>
                    <a:lnTo>
                      <a:pt x="1638" y="1081"/>
                    </a:lnTo>
                    <a:lnTo>
                      <a:pt x="1630" y="1151"/>
                    </a:lnTo>
                    <a:lnTo>
                      <a:pt x="1619" y="1220"/>
                    </a:lnTo>
                    <a:lnTo>
                      <a:pt x="1606" y="1286"/>
                    </a:lnTo>
                    <a:lnTo>
                      <a:pt x="1591" y="1348"/>
                    </a:lnTo>
                    <a:lnTo>
                      <a:pt x="1572" y="1406"/>
                    </a:lnTo>
                    <a:lnTo>
                      <a:pt x="1552" y="1459"/>
                    </a:lnTo>
                    <a:lnTo>
                      <a:pt x="1527" y="1507"/>
                    </a:lnTo>
                    <a:lnTo>
                      <a:pt x="1500" y="1551"/>
                    </a:lnTo>
                    <a:lnTo>
                      <a:pt x="1453" y="1609"/>
                    </a:lnTo>
                    <a:lnTo>
                      <a:pt x="1402" y="1663"/>
                    </a:lnTo>
                    <a:lnTo>
                      <a:pt x="1346" y="1711"/>
                    </a:lnTo>
                    <a:lnTo>
                      <a:pt x="1287" y="1753"/>
                    </a:lnTo>
                    <a:lnTo>
                      <a:pt x="1226" y="1791"/>
                    </a:lnTo>
                    <a:lnTo>
                      <a:pt x="1162" y="1822"/>
                    </a:lnTo>
                    <a:lnTo>
                      <a:pt x="1096" y="1847"/>
                    </a:lnTo>
                    <a:lnTo>
                      <a:pt x="1028" y="1868"/>
                    </a:lnTo>
                    <a:lnTo>
                      <a:pt x="959" y="1881"/>
                    </a:lnTo>
                    <a:lnTo>
                      <a:pt x="889" y="1889"/>
                    </a:lnTo>
                    <a:lnTo>
                      <a:pt x="818" y="1892"/>
                    </a:lnTo>
                    <a:lnTo>
                      <a:pt x="747" y="1888"/>
                    </a:lnTo>
                    <a:lnTo>
                      <a:pt x="676" y="1877"/>
                    </a:lnTo>
                    <a:lnTo>
                      <a:pt x="606" y="1861"/>
                    </a:lnTo>
                    <a:lnTo>
                      <a:pt x="537" y="1839"/>
                    </a:lnTo>
                    <a:lnTo>
                      <a:pt x="471" y="1810"/>
                    </a:lnTo>
                    <a:lnTo>
                      <a:pt x="405" y="1775"/>
                    </a:lnTo>
                    <a:lnTo>
                      <a:pt x="341" y="1734"/>
                    </a:lnTo>
                    <a:lnTo>
                      <a:pt x="283" y="1687"/>
                    </a:lnTo>
                    <a:lnTo>
                      <a:pt x="229" y="1636"/>
                    </a:lnTo>
                    <a:lnTo>
                      <a:pt x="181" y="1580"/>
                    </a:lnTo>
                    <a:lnTo>
                      <a:pt x="139" y="1521"/>
                    </a:lnTo>
                    <a:lnTo>
                      <a:pt x="101" y="1460"/>
                    </a:lnTo>
                    <a:lnTo>
                      <a:pt x="70" y="1396"/>
                    </a:lnTo>
                    <a:lnTo>
                      <a:pt x="45" y="1329"/>
                    </a:lnTo>
                    <a:lnTo>
                      <a:pt x="24" y="1262"/>
                    </a:lnTo>
                    <a:lnTo>
                      <a:pt x="11" y="1193"/>
                    </a:lnTo>
                    <a:lnTo>
                      <a:pt x="3" y="1123"/>
                    </a:lnTo>
                    <a:lnTo>
                      <a:pt x="0" y="1052"/>
                    </a:lnTo>
                    <a:lnTo>
                      <a:pt x="4" y="981"/>
                    </a:lnTo>
                    <a:lnTo>
                      <a:pt x="15" y="910"/>
                    </a:lnTo>
                    <a:lnTo>
                      <a:pt x="31" y="840"/>
                    </a:lnTo>
                    <a:lnTo>
                      <a:pt x="53" y="771"/>
                    </a:lnTo>
                    <a:lnTo>
                      <a:pt x="82" y="705"/>
                    </a:lnTo>
                    <a:lnTo>
                      <a:pt x="117" y="639"/>
                    </a:lnTo>
                    <a:lnTo>
                      <a:pt x="159" y="575"/>
                    </a:lnTo>
                    <a:lnTo>
                      <a:pt x="190" y="536"/>
                    </a:lnTo>
                    <a:lnTo>
                      <a:pt x="229" y="499"/>
                    </a:lnTo>
                    <a:lnTo>
                      <a:pt x="274" y="462"/>
                    </a:lnTo>
                    <a:lnTo>
                      <a:pt x="324" y="427"/>
                    </a:lnTo>
                    <a:lnTo>
                      <a:pt x="378" y="393"/>
                    </a:lnTo>
                    <a:lnTo>
                      <a:pt x="436" y="361"/>
                    </a:lnTo>
                    <a:lnTo>
                      <a:pt x="498" y="330"/>
                    </a:lnTo>
                    <a:lnTo>
                      <a:pt x="563" y="300"/>
                    </a:lnTo>
                    <a:lnTo>
                      <a:pt x="630" y="271"/>
                    </a:lnTo>
                    <a:lnTo>
                      <a:pt x="699" y="244"/>
                    </a:lnTo>
                    <a:lnTo>
                      <a:pt x="769" y="218"/>
                    </a:lnTo>
                    <a:lnTo>
                      <a:pt x="839" y="194"/>
                    </a:lnTo>
                    <a:lnTo>
                      <a:pt x="911" y="171"/>
                    </a:lnTo>
                    <a:lnTo>
                      <a:pt x="981" y="149"/>
                    </a:lnTo>
                    <a:lnTo>
                      <a:pt x="1051" y="129"/>
                    </a:lnTo>
                    <a:lnTo>
                      <a:pt x="1118" y="110"/>
                    </a:lnTo>
                    <a:lnTo>
                      <a:pt x="1185" y="93"/>
                    </a:lnTo>
                    <a:lnTo>
                      <a:pt x="1248" y="76"/>
                    </a:lnTo>
                    <a:lnTo>
                      <a:pt x="1307" y="62"/>
                    </a:lnTo>
                    <a:lnTo>
                      <a:pt x="1363" y="49"/>
                    </a:lnTo>
                    <a:lnTo>
                      <a:pt x="1414" y="37"/>
                    </a:lnTo>
                    <a:lnTo>
                      <a:pt x="1461" y="28"/>
                    </a:lnTo>
                    <a:lnTo>
                      <a:pt x="1502" y="18"/>
                    </a:lnTo>
                    <a:lnTo>
                      <a:pt x="1537" y="12"/>
                    </a:lnTo>
                    <a:lnTo>
                      <a:pt x="1564" y="6"/>
                    </a:lnTo>
                    <a:lnTo>
                      <a:pt x="1585" y="2"/>
                    </a:lnTo>
                    <a:lnTo>
                      <a:pt x="1597" y="1"/>
                    </a:lnTo>
                    <a:lnTo>
                      <a:pt x="1601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grpSp>
            <p:nvGrpSpPr>
              <p:cNvPr id="9" name="Group 103"/>
              <p:cNvGrpSpPr/>
              <p:nvPr/>
            </p:nvGrpSpPr>
            <p:grpSpPr>
              <a:xfrm>
                <a:off x="4967287" y="4952988"/>
                <a:ext cx="650639" cy="625474"/>
                <a:chOff x="4967288" y="5026025"/>
                <a:chExt cx="574676" cy="552451"/>
              </a:xfrm>
            </p:grpSpPr>
            <p:sp>
              <p:nvSpPr>
                <p:cNvPr id="19" name="Freeform 64"/>
                <p:cNvSpPr>
                  <a:spLocks/>
                </p:cNvSpPr>
                <p:nvPr/>
              </p:nvSpPr>
              <p:spPr bwMode="auto">
                <a:xfrm>
                  <a:off x="5049838" y="5100638"/>
                  <a:ext cx="131763" cy="128588"/>
                </a:xfrm>
                <a:custGeom>
                  <a:avLst/>
                  <a:gdLst>
                    <a:gd name="T0" fmla="*/ 327 w 833"/>
                    <a:gd name="T1" fmla="*/ 0 h 811"/>
                    <a:gd name="T2" fmla="*/ 372 w 833"/>
                    <a:gd name="T3" fmla="*/ 3 h 811"/>
                    <a:gd name="T4" fmla="*/ 414 w 833"/>
                    <a:gd name="T5" fmla="*/ 12 h 811"/>
                    <a:gd name="T6" fmla="*/ 454 w 833"/>
                    <a:gd name="T7" fmla="*/ 25 h 811"/>
                    <a:gd name="T8" fmla="*/ 492 w 833"/>
                    <a:gd name="T9" fmla="*/ 44 h 811"/>
                    <a:gd name="T10" fmla="*/ 527 w 833"/>
                    <a:gd name="T11" fmla="*/ 68 h 811"/>
                    <a:gd name="T12" fmla="*/ 558 w 833"/>
                    <a:gd name="T13" fmla="*/ 95 h 811"/>
                    <a:gd name="T14" fmla="*/ 586 w 833"/>
                    <a:gd name="T15" fmla="*/ 127 h 811"/>
                    <a:gd name="T16" fmla="*/ 609 w 833"/>
                    <a:gd name="T17" fmla="*/ 162 h 811"/>
                    <a:gd name="T18" fmla="*/ 628 w 833"/>
                    <a:gd name="T19" fmla="*/ 200 h 811"/>
                    <a:gd name="T20" fmla="*/ 642 w 833"/>
                    <a:gd name="T21" fmla="*/ 239 h 811"/>
                    <a:gd name="T22" fmla="*/ 651 w 833"/>
                    <a:gd name="T23" fmla="*/ 283 h 811"/>
                    <a:gd name="T24" fmla="*/ 654 w 833"/>
                    <a:gd name="T25" fmla="*/ 327 h 811"/>
                    <a:gd name="T26" fmla="*/ 651 w 833"/>
                    <a:gd name="T27" fmla="*/ 369 h 811"/>
                    <a:gd name="T28" fmla="*/ 642 w 833"/>
                    <a:gd name="T29" fmla="*/ 409 h 811"/>
                    <a:gd name="T30" fmla="*/ 629 w 833"/>
                    <a:gd name="T31" fmla="*/ 447 h 811"/>
                    <a:gd name="T32" fmla="*/ 612 w 833"/>
                    <a:gd name="T33" fmla="*/ 483 h 811"/>
                    <a:gd name="T34" fmla="*/ 833 w 833"/>
                    <a:gd name="T35" fmla="*/ 692 h 811"/>
                    <a:gd name="T36" fmla="*/ 792 w 833"/>
                    <a:gd name="T37" fmla="*/ 729 h 811"/>
                    <a:gd name="T38" fmla="*/ 754 w 833"/>
                    <a:gd name="T39" fmla="*/ 768 h 811"/>
                    <a:gd name="T40" fmla="*/ 720 w 833"/>
                    <a:gd name="T41" fmla="*/ 811 h 811"/>
                    <a:gd name="T42" fmla="*/ 499 w 833"/>
                    <a:gd name="T43" fmla="*/ 603 h 811"/>
                    <a:gd name="T44" fmla="*/ 461 w 833"/>
                    <a:gd name="T45" fmla="*/ 624 h 811"/>
                    <a:gd name="T46" fmla="*/ 418 w 833"/>
                    <a:gd name="T47" fmla="*/ 640 h 811"/>
                    <a:gd name="T48" fmla="*/ 374 w 833"/>
                    <a:gd name="T49" fmla="*/ 650 h 811"/>
                    <a:gd name="T50" fmla="*/ 327 w 833"/>
                    <a:gd name="T51" fmla="*/ 653 h 811"/>
                    <a:gd name="T52" fmla="*/ 283 w 833"/>
                    <a:gd name="T53" fmla="*/ 651 h 811"/>
                    <a:gd name="T54" fmla="*/ 240 w 833"/>
                    <a:gd name="T55" fmla="*/ 642 h 811"/>
                    <a:gd name="T56" fmla="*/ 200 w 833"/>
                    <a:gd name="T57" fmla="*/ 628 h 811"/>
                    <a:gd name="T58" fmla="*/ 162 w 833"/>
                    <a:gd name="T59" fmla="*/ 609 h 811"/>
                    <a:gd name="T60" fmla="*/ 127 w 833"/>
                    <a:gd name="T61" fmla="*/ 585 h 811"/>
                    <a:gd name="T62" fmla="*/ 96 w 833"/>
                    <a:gd name="T63" fmla="*/ 558 h 811"/>
                    <a:gd name="T64" fmla="*/ 68 w 833"/>
                    <a:gd name="T65" fmla="*/ 527 h 811"/>
                    <a:gd name="T66" fmla="*/ 45 w 833"/>
                    <a:gd name="T67" fmla="*/ 491 h 811"/>
                    <a:gd name="T68" fmla="*/ 26 w 833"/>
                    <a:gd name="T69" fmla="*/ 454 h 811"/>
                    <a:gd name="T70" fmla="*/ 11 w 833"/>
                    <a:gd name="T71" fmla="*/ 414 h 811"/>
                    <a:gd name="T72" fmla="*/ 4 w 833"/>
                    <a:gd name="T73" fmla="*/ 371 h 811"/>
                    <a:gd name="T74" fmla="*/ 0 w 833"/>
                    <a:gd name="T75" fmla="*/ 327 h 811"/>
                    <a:gd name="T76" fmla="*/ 4 w 833"/>
                    <a:gd name="T77" fmla="*/ 283 h 811"/>
                    <a:gd name="T78" fmla="*/ 11 w 833"/>
                    <a:gd name="T79" fmla="*/ 239 h 811"/>
                    <a:gd name="T80" fmla="*/ 26 w 833"/>
                    <a:gd name="T81" fmla="*/ 200 h 811"/>
                    <a:gd name="T82" fmla="*/ 45 w 833"/>
                    <a:gd name="T83" fmla="*/ 162 h 811"/>
                    <a:gd name="T84" fmla="*/ 68 w 833"/>
                    <a:gd name="T85" fmla="*/ 127 h 811"/>
                    <a:gd name="T86" fmla="*/ 96 w 833"/>
                    <a:gd name="T87" fmla="*/ 95 h 811"/>
                    <a:gd name="T88" fmla="*/ 127 w 833"/>
                    <a:gd name="T89" fmla="*/ 68 h 811"/>
                    <a:gd name="T90" fmla="*/ 162 w 833"/>
                    <a:gd name="T91" fmla="*/ 44 h 811"/>
                    <a:gd name="T92" fmla="*/ 200 w 833"/>
                    <a:gd name="T93" fmla="*/ 25 h 811"/>
                    <a:gd name="T94" fmla="*/ 240 w 833"/>
                    <a:gd name="T95" fmla="*/ 12 h 811"/>
                    <a:gd name="T96" fmla="*/ 283 w 833"/>
                    <a:gd name="T97" fmla="*/ 3 h 811"/>
                    <a:gd name="T98" fmla="*/ 327 w 833"/>
                    <a:gd name="T99" fmla="*/ 0 h 81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</a:cxnLst>
                  <a:rect l="0" t="0" r="r" b="b"/>
                  <a:pathLst>
                    <a:path w="833" h="811">
                      <a:moveTo>
                        <a:pt x="327" y="0"/>
                      </a:moveTo>
                      <a:lnTo>
                        <a:pt x="372" y="3"/>
                      </a:lnTo>
                      <a:lnTo>
                        <a:pt x="414" y="12"/>
                      </a:lnTo>
                      <a:lnTo>
                        <a:pt x="454" y="25"/>
                      </a:lnTo>
                      <a:lnTo>
                        <a:pt x="492" y="44"/>
                      </a:lnTo>
                      <a:lnTo>
                        <a:pt x="527" y="68"/>
                      </a:lnTo>
                      <a:lnTo>
                        <a:pt x="558" y="95"/>
                      </a:lnTo>
                      <a:lnTo>
                        <a:pt x="586" y="127"/>
                      </a:lnTo>
                      <a:lnTo>
                        <a:pt x="609" y="162"/>
                      </a:lnTo>
                      <a:lnTo>
                        <a:pt x="628" y="200"/>
                      </a:lnTo>
                      <a:lnTo>
                        <a:pt x="642" y="239"/>
                      </a:lnTo>
                      <a:lnTo>
                        <a:pt x="651" y="283"/>
                      </a:lnTo>
                      <a:lnTo>
                        <a:pt x="654" y="327"/>
                      </a:lnTo>
                      <a:lnTo>
                        <a:pt x="651" y="369"/>
                      </a:lnTo>
                      <a:lnTo>
                        <a:pt x="642" y="409"/>
                      </a:lnTo>
                      <a:lnTo>
                        <a:pt x="629" y="447"/>
                      </a:lnTo>
                      <a:lnTo>
                        <a:pt x="612" y="483"/>
                      </a:lnTo>
                      <a:lnTo>
                        <a:pt x="833" y="692"/>
                      </a:lnTo>
                      <a:lnTo>
                        <a:pt x="792" y="729"/>
                      </a:lnTo>
                      <a:lnTo>
                        <a:pt x="754" y="768"/>
                      </a:lnTo>
                      <a:lnTo>
                        <a:pt x="720" y="811"/>
                      </a:lnTo>
                      <a:lnTo>
                        <a:pt x="499" y="603"/>
                      </a:lnTo>
                      <a:lnTo>
                        <a:pt x="461" y="624"/>
                      </a:lnTo>
                      <a:lnTo>
                        <a:pt x="418" y="640"/>
                      </a:lnTo>
                      <a:lnTo>
                        <a:pt x="374" y="650"/>
                      </a:lnTo>
                      <a:lnTo>
                        <a:pt x="327" y="653"/>
                      </a:lnTo>
                      <a:lnTo>
                        <a:pt x="283" y="651"/>
                      </a:lnTo>
                      <a:lnTo>
                        <a:pt x="240" y="642"/>
                      </a:lnTo>
                      <a:lnTo>
                        <a:pt x="200" y="628"/>
                      </a:lnTo>
                      <a:lnTo>
                        <a:pt x="162" y="609"/>
                      </a:lnTo>
                      <a:lnTo>
                        <a:pt x="127" y="585"/>
                      </a:lnTo>
                      <a:lnTo>
                        <a:pt x="96" y="558"/>
                      </a:lnTo>
                      <a:lnTo>
                        <a:pt x="68" y="527"/>
                      </a:lnTo>
                      <a:lnTo>
                        <a:pt x="45" y="491"/>
                      </a:lnTo>
                      <a:lnTo>
                        <a:pt x="26" y="454"/>
                      </a:lnTo>
                      <a:lnTo>
                        <a:pt x="11" y="414"/>
                      </a:lnTo>
                      <a:lnTo>
                        <a:pt x="4" y="371"/>
                      </a:lnTo>
                      <a:lnTo>
                        <a:pt x="0" y="327"/>
                      </a:lnTo>
                      <a:lnTo>
                        <a:pt x="4" y="283"/>
                      </a:lnTo>
                      <a:lnTo>
                        <a:pt x="11" y="239"/>
                      </a:lnTo>
                      <a:lnTo>
                        <a:pt x="26" y="200"/>
                      </a:lnTo>
                      <a:lnTo>
                        <a:pt x="45" y="162"/>
                      </a:lnTo>
                      <a:lnTo>
                        <a:pt x="68" y="127"/>
                      </a:lnTo>
                      <a:lnTo>
                        <a:pt x="96" y="95"/>
                      </a:lnTo>
                      <a:lnTo>
                        <a:pt x="127" y="68"/>
                      </a:lnTo>
                      <a:lnTo>
                        <a:pt x="162" y="44"/>
                      </a:lnTo>
                      <a:lnTo>
                        <a:pt x="200" y="25"/>
                      </a:lnTo>
                      <a:lnTo>
                        <a:pt x="240" y="12"/>
                      </a:lnTo>
                      <a:lnTo>
                        <a:pt x="283" y="3"/>
                      </a:lnTo>
                      <a:lnTo>
                        <a:pt x="327" y="0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20" name="Freeform 65"/>
                <p:cNvSpPr>
                  <a:spLocks/>
                </p:cNvSpPr>
                <p:nvPr/>
              </p:nvSpPr>
              <p:spPr bwMode="auto">
                <a:xfrm>
                  <a:off x="5307013" y="5026025"/>
                  <a:ext cx="136525" cy="179388"/>
                </a:xfrm>
                <a:custGeom>
                  <a:avLst/>
                  <a:gdLst>
                    <a:gd name="T0" fmla="*/ 524 w 852"/>
                    <a:gd name="T1" fmla="*/ 0 h 1132"/>
                    <a:gd name="T2" fmla="*/ 524 w 852"/>
                    <a:gd name="T3" fmla="*/ 0 h 1132"/>
                    <a:gd name="T4" fmla="*/ 569 w 852"/>
                    <a:gd name="T5" fmla="*/ 3 h 1132"/>
                    <a:gd name="T6" fmla="*/ 611 w 852"/>
                    <a:gd name="T7" fmla="*/ 12 h 1132"/>
                    <a:gd name="T8" fmla="*/ 652 w 852"/>
                    <a:gd name="T9" fmla="*/ 27 h 1132"/>
                    <a:gd name="T10" fmla="*/ 690 w 852"/>
                    <a:gd name="T11" fmla="*/ 45 h 1132"/>
                    <a:gd name="T12" fmla="*/ 724 w 852"/>
                    <a:gd name="T13" fmla="*/ 69 h 1132"/>
                    <a:gd name="T14" fmla="*/ 755 w 852"/>
                    <a:gd name="T15" fmla="*/ 96 h 1132"/>
                    <a:gd name="T16" fmla="*/ 783 w 852"/>
                    <a:gd name="T17" fmla="*/ 128 h 1132"/>
                    <a:gd name="T18" fmla="*/ 806 w 852"/>
                    <a:gd name="T19" fmla="*/ 162 h 1132"/>
                    <a:gd name="T20" fmla="*/ 825 w 852"/>
                    <a:gd name="T21" fmla="*/ 200 h 1132"/>
                    <a:gd name="T22" fmla="*/ 839 w 852"/>
                    <a:gd name="T23" fmla="*/ 241 h 1132"/>
                    <a:gd name="T24" fmla="*/ 848 w 852"/>
                    <a:gd name="T25" fmla="*/ 283 h 1132"/>
                    <a:gd name="T26" fmla="*/ 852 w 852"/>
                    <a:gd name="T27" fmla="*/ 327 h 1132"/>
                    <a:gd name="T28" fmla="*/ 848 w 852"/>
                    <a:gd name="T29" fmla="*/ 372 h 1132"/>
                    <a:gd name="T30" fmla="*/ 839 w 852"/>
                    <a:gd name="T31" fmla="*/ 414 h 1132"/>
                    <a:gd name="T32" fmla="*/ 825 w 852"/>
                    <a:gd name="T33" fmla="*/ 455 h 1132"/>
                    <a:gd name="T34" fmla="*/ 806 w 852"/>
                    <a:gd name="T35" fmla="*/ 492 h 1132"/>
                    <a:gd name="T36" fmla="*/ 783 w 852"/>
                    <a:gd name="T37" fmla="*/ 527 h 1132"/>
                    <a:gd name="T38" fmla="*/ 755 w 852"/>
                    <a:gd name="T39" fmla="*/ 558 h 1132"/>
                    <a:gd name="T40" fmla="*/ 724 w 852"/>
                    <a:gd name="T41" fmla="*/ 586 h 1132"/>
                    <a:gd name="T42" fmla="*/ 690 w 852"/>
                    <a:gd name="T43" fmla="*/ 609 h 1132"/>
                    <a:gd name="T44" fmla="*/ 652 w 852"/>
                    <a:gd name="T45" fmla="*/ 628 h 1132"/>
                    <a:gd name="T46" fmla="*/ 611 w 852"/>
                    <a:gd name="T47" fmla="*/ 642 h 1132"/>
                    <a:gd name="T48" fmla="*/ 569 w 852"/>
                    <a:gd name="T49" fmla="*/ 651 h 1132"/>
                    <a:gd name="T50" fmla="*/ 524 w 852"/>
                    <a:gd name="T51" fmla="*/ 654 h 1132"/>
                    <a:gd name="T52" fmla="*/ 493 w 852"/>
                    <a:gd name="T53" fmla="*/ 652 h 1132"/>
                    <a:gd name="T54" fmla="*/ 463 w 852"/>
                    <a:gd name="T55" fmla="*/ 647 h 1132"/>
                    <a:gd name="T56" fmla="*/ 434 w 852"/>
                    <a:gd name="T57" fmla="*/ 640 h 1132"/>
                    <a:gd name="T58" fmla="*/ 142 w 852"/>
                    <a:gd name="T59" fmla="*/ 1132 h 1132"/>
                    <a:gd name="T60" fmla="*/ 96 w 852"/>
                    <a:gd name="T61" fmla="*/ 1100 h 1132"/>
                    <a:gd name="T62" fmla="*/ 50 w 852"/>
                    <a:gd name="T63" fmla="*/ 1072 h 1132"/>
                    <a:gd name="T64" fmla="*/ 0 w 852"/>
                    <a:gd name="T65" fmla="*/ 1048 h 1132"/>
                    <a:gd name="T66" fmla="*/ 292 w 852"/>
                    <a:gd name="T67" fmla="*/ 557 h 1132"/>
                    <a:gd name="T68" fmla="*/ 265 w 852"/>
                    <a:gd name="T69" fmla="*/ 526 h 1132"/>
                    <a:gd name="T70" fmla="*/ 242 w 852"/>
                    <a:gd name="T71" fmla="*/ 491 h 1132"/>
                    <a:gd name="T72" fmla="*/ 223 w 852"/>
                    <a:gd name="T73" fmla="*/ 454 h 1132"/>
                    <a:gd name="T74" fmla="*/ 209 w 852"/>
                    <a:gd name="T75" fmla="*/ 414 h 1132"/>
                    <a:gd name="T76" fmla="*/ 201 w 852"/>
                    <a:gd name="T77" fmla="*/ 372 h 1132"/>
                    <a:gd name="T78" fmla="*/ 197 w 852"/>
                    <a:gd name="T79" fmla="*/ 327 h 1132"/>
                    <a:gd name="T80" fmla="*/ 201 w 852"/>
                    <a:gd name="T81" fmla="*/ 283 h 1132"/>
                    <a:gd name="T82" fmla="*/ 209 w 852"/>
                    <a:gd name="T83" fmla="*/ 240 h 1132"/>
                    <a:gd name="T84" fmla="*/ 223 w 852"/>
                    <a:gd name="T85" fmla="*/ 200 h 1132"/>
                    <a:gd name="T86" fmla="*/ 242 w 852"/>
                    <a:gd name="T87" fmla="*/ 162 h 1132"/>
                    <a:gd name="T88" fmla="*/ 266 w 852"/>
                    <a:gd name="T89" fmla="*/ 128 h 1132"/>
                    <a:gd name="T90" fmla="*/ 293 w 852"/>
                    <a:gd name="T91" fmla="*/ 96 h 1132"/>
                    <a:gd name="T92" fmla="*/ 325 w 852"/>
                    <a:gd name="T93" fmla="*/ 69 h 1132"/>
                    <a:gd name="T94" fmla="*/ 359 w 852"/>
                    <a:gd name="T95" fmla="*/ 45 h 1132"/>
                    <a:gd name="T96" fmla="*/ 397 w 852"/>
                    <a:gd name="T97" fmla="*/ 27 h 1132"/>
                    <a:gd name="T98" fmla="*/ 437 w 852"/>
                    <a:gd name="T99" fmla="*/ 12 h 1132"/>
                    <a:gd name="T100" fmla="*/ 480 w 852"/>
                    <a:gd name="T101" fmla="*/ 3 h 1132"/>
                    <a:gd name="T102" fmla="*/ 524 w 852"/>
                    <a:gd name="T103" fmla="*/ 0 h 113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</a:cxnLst>
                  <a:rect l="0" t="0" r="r" b="b"/>
                  <a:pathLst>
                    <a:path w="852" h="1132">
                      <a:moveTo>
                        <a:pt x="524" y="0"/>
                      </a:moveTo>
                      <a:lnTo>
                        <a:pt x="524" y="0"/>
                      </a:lnTo>
                      <a:lnTo>
                        <a:pt x="569" y="3"/>
                      </a:lnTo>
                      <a:lnTo>
                        <a:pt x="611" y="12"/>
                      </a:lnTo>
                      <a:lnTo>
                        <a:pt x="652" y="27"/>
                      </a:lnTo>
                      <a:lnTo>
                        <a:pt x="690" y="45"/>
                      </a:lnTo>
                      <a:lnTo>
                        <a:pt x="724" y="69"/>
                      </a:lnTo>
                      <a:lnTo>
                        <a:pt x="755" y="96"/>
                      </a:lnTo>
                      <a:lnTo>
                        <a:pt x="783" y="128"/>
                      </a:lnTo>
                      <a:lnTo>
                        <a:pt x="806" y="162"/>
                      </a:lnTo>
                      <a:lnTo>
                        <a:pt x="825" y="200"/>
                      </a:lnTo>
                      <a:lnTo>
                        <a:pt x="839" y="241"/>
                      </a:lnTo>
                      <a:lnTo>
                        <a:pt x="848" y="283"/>
                      </a:lnTo>
                      <a:lnTo>
                        <a:pt x="852" y="327"/>
                      </a:lnTo>
                      <a:lnTo>
                        <a:pt x="848" y="372"/>
                      </a:lnTo>
                      <a:lnTo>
                        <a:pt x="839" y="414"/>
                      </a:lnTo>
                      <a:lnTo>
                        <a:pt x="825" y="455"/>
                      </a:lnTo>
                      <a:lnTo>
                        <a:pt x="806" y="492"/>
                      </a:lnTo>
                      <a:lnTo>
                        <a:pt x="783" y="527"/>
                      </a:lnTo>
                      <a:lnTo>
                        <a:pt x="755" y="558"/>
                      </a:lnTo>
                      <a:lnTo>
                        <a:pt x="724" y="586"/>
                      </a:lnTo>
                      <a:lnTo>
                        <a:pt x="690" y="609"/>
                      </a:lnTo>
                      <a:lnTo>
                        <a:pt x="652" y="628"/>
                      </a:lnTo>
                      <a:lnTo>
                        <a:pt x="611" y="642"/>
                      </a:lnTo>
                      <a:lnTo>
                        <a:pt x="569" y="651"/>
                      </a:lnTo>
                      <a:lnTo>
                        <a:pt x="524" y="654"/>
                      </a:lnTo>
                      <a:lnTo>
                        <a:pt x="493" y="652"/>
                      </a:lnTo>
                      <a:lnTo>
                        <a:pt x="463" y="647"/>
                      </a:lnTo>
                      <a:lnTo>
                        <a:pt x="434" y="640"/>
                      </a:lnTo>
                      <a:lnTo>
                        <a:pt x="142" y="1132"/>
                      </a:lnTo>
                      <a:lnTo>
                        <a:pt x="96" y="1100"/>
                      </a:lnTo>
                      <a:lnTo>
                        <a:pt x="50" y="1072"/>
                      </a:lnTo>
                      <a:lnTo>
                        <a:pt x="0" y="1048"/>
                      </a:lnTo>
                      <a:lnTo>
                        <a:pt x="292" y="557"/>
                      </a:lnTo>
                      <a:lnTo>
                        <a:pt x="265" y="526"/>
                      </a:lnTo>
                      <a:lnTo>
                        <a:pt x="242" y="491"/>
                      </a:lnTo>
                      <a:lnTo>
                        <a:pt x="223" y="454"/>
                      </a:lnTo>
                      <a:lnTo>
                        <a:pt x="209" y="414"/>
                      </a:lnTo>
                      <a:lnTo>
                        <a:pt x="201" y="372"/>
                      </a:lnTo>
                      <a:lnTo>
                        <a:pt x="197" y="327"/>
                      </a:lnTo>
                      <a:lnTo>
                        <a:pt x="201" y="283"/>
                      </a:lnTo>
                      <a:lnTo>
                        <a:pt x="209" y="240"/>
                      </a:lnTo>
                      <a:lnTo>
                        <a:pt x="223" y="200"/>
                      </a:lnTo>
                      <a:lnTo>
                        <a:pt x="242" y="162"/>
                      </a:lnTo>
                      <a:lnTo>
                        <a:pt x="266" y="128"/>
                      </a:lnTo>
                      <a:lnTo>
                        <a:pt x="293" y="96"/>
                      </a:lnTo>
                      <a:lnTo>
                        <a:pt x="325" y="69"/>
                      </a:lnTo>
                      <a:lnTo>
                        <a:pt x="359" y="45"/>
                      </a:lnTo>
                      <a:lnTo>
                        <a:pt x="397" y="27"/>
                      </a:lnTo>
                      <a:lnTo>
                        <a:pt x="437" y="12"/>
                      </a:lnTo>
                      <a:lnTo>
                        <a:pt x="480" y="3"/>
                      </a:lnTo>
                      <a:lnTo>
                        <a:pt x="524" y="0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22" name="Freeform 66"/>
                <p:cNvSpPr>
                  <a:spLocks/>
                </p:cNvSpPr>
                <p:nvPr/>
              </p:nvSpPr>
              <p:spPr bwMode="auto">
                <a:xfrm>
                  <a:off x="5375276" y="5272088"/>
                  <a:ext cx="166688" cy="103188"/>
                </a:xfrm>
                <a:custGeom>
                  <a:avLst/>
                  <a:gdLst>
                    <a:gd name="T0" fmla="*/ 729 w 1055"/>
                    <a:gd name="T1" fmla="*/ 0 h 653"/>
                    <a:gd name="T2" fmla="*/ 773 w 1055"/>
                    <a:gd name="T3" fmla="*/ 2 h 653"/>
                    <a:gd name="T4" fmla="*/ 816 w 1055"/>
                    <a:gd name="T5" fmla="*/ 11 h 653"/>
                    <a:gd name="T6" fmla="*/ 856 w 1055"/>
                    <a:gd name="T7" fmla="*/ 25 h 653"/>
                    <a:gd name="T8" fmla="*/ 893 w 1055"/>
                    <a:gd name="T9" fmla="*/ 44 h 653"/>
                    <a:gd name="T10" fmla="*/ 929 w 1055"/>
                    <a:gd name="T11" fmla="*/ 68 h 653"/>
                    <a:gd name="T12" fmla="*/ 960 w 1055"/>
                    <a:gd name="T13" fmla="*/ 95 h 653"/>
                    <a:gd name="T14" fmla="*/ 988 w 1055"/>
                    <a:gd name="T15" fmla="*/ 126 h 653"/>
                    <a:gd name="T16" fmla="*/ 1011 w 1055"/>
                    <a:gd name="T17" fmla="*/ 162 h 653"/>
                    <a:gd name="T18" fmla="*/ 1030 w 1055"/>
                    <a:gd name="T19" fmla="*/ 200 h 653"/>
                    <a:gd name="T20" fmla="*/ 1044 w 1055"/>
                    <a:gd name="T21" fmla="*/ 239 h 653"/>
                    <a:gd name="T22" fmla="*/ 1053 w 1055"/>
                    <a:gd name="T23" fmla="*/ 282 h 653"/>
                    <a:gd name="T24" fmla="*/ 1055 w 1055"/>
                    <a:gd name="T25" fmla="*/ 326 h 653"/>
                    <a:gd name="T26" fmla="*/ 1053 w 1055"/>
                    <a:gd name="T27" fmla="*/ 370 h 653"/>
                    <a:gd name="T28" fmla="*/ 1044 w 1055"/>
                    <a:gd name="T29" fmla="*/ 414 h 653"/>
                    <a:gd name="T30" fmla="*/ 1030 w 1055"/>
                    <a:gd name="T31" fmla="*/ 454 h 653"/>
                    <a:gd name="T32" fmla="*/ 1011 w 1055"/>
                    <a:gd name="T33" fmla="*/ 491 h 653"/>
                    <a:gd name="T34" fmla="*/ 988 w 1055"/>
                    <a:gd name="T35" fmla="*/ 526 h 653"/>
                    <a:gd name="T36" fmla="*/ 960 w 1055"/>
                    <a:gd name="T37" fmla="*/ 558 h 653"/>
                    <a:gd name="T38" fmla="*/ 929 w 1055"/>
                    <a:gd name="T39" fmla="*/ 584 h 653"/>
                    <a:gd name="T40" fmla="*/ 893 w 1055"/>
                    <a:gd name="T41" fmla="*/ 609 h 653"/>
                    <a:gd name="T42" fmla="*/ 856 w 1055"/>
                    <a:gd name="T43" fmla="*/ 628 h 653"/>
                    <a:gd name="T44" fmla="*/ 816 w 1055"/>
                    <a:gd name="T45" fmla="*/ 641 h 653"/>
                    <a:gd name="T46" fmla="*/ 773 w 1055"/>
                    <a:gd name="T47" fmla="*/ 650 h 653"/>
                    <a:gd name="T48" fmla="*/ 729 w 1055"/>
                    <a:gd name="T49" fmla="*/ 653 h 653"/>
                    <a:gd name="T50" fmla="*/ 685 w 1055"/>
                    <a:gd name="T51" fmla="*/ 650 h 653"/>
                    <a:gd name="T52" fmla="*/ 644 w 1055"/>
                    <a:gd name="T53" fmla="*/ 642 h 653"/>
                    <a:gd name="T54" fmla="*/ 604 w 1055"/>
                    <a:gd name="T55" fmla="*/ 628 h 653"/>
                    <a:gd name="T56" fmla="*/ 566 w 1055"/>
                    <a:gd name="T57" fmla="*/ 610 h 653"/>
                    <a:gd name="T58" fmla="*/ 532 w 1055"/>
                    <a:gd name="T59" fmla="*/ 587 h 653"/>
                    <a:gd name="T60" fmla="*/ 501 w 1055"/>
                    <a:gd name="T61" fmla="*/ 560 h 653"/>
                    <a:gd name="T62" fmla="*/ 474 w 1055"/>
                    <a:gd name="T63" fmla="*/ 529 h 653"/>
                    <a:gd name="T64" fmla="*/ 450 w 1055"/>
                    <a:gd name="T65" fmla="*/ 495 h 653"/>
                    <a:gd name="T66" fmla="*/ 431 w 1055"/>
                    <a:gd name="T67" fmla="*/ 458 h 653"/>
                    <a:gd name="T68" fmla="*/ 416 w 1055"/>
                    <a:gd name="T69" fmla="*/ 419 h 653"/>
                    <a:gd name="T70" fmla="*/ 407 w 1055"/>
                    <a:gd name="T71" fmla="*/ 377 h 653"/>
                    <a:gd name="T72" fmla="*/ 0 w 1055"/>
                    <a:gd name="T73" fmla="*/ 337 h 653"/>
                    <a:gd name="T74" fmla="*/ 9 w 1055"/>
                    <a:gd name="T75" fmla="*/ 287 h 653"/>
                    <a:gd name="T76" fmla="*/ 15 w 1055"/>
                    <a:gd name="T77" fmla="*/ 235 h 653"/>
                    <a:gd name="T78" fmla="*/ 17 w 1055"/>
                    <a:gd name="T79" fmla="*/ 182 h 653"/>
                    <a:gd name="T80" fmla="*/ 16 w 1055"/>
                    <a:gd name="T81" fmla="*/ 173 h 653"/>
                    <a:gd name="T82" fmla="*/ 423 w 1055"/>
                    <a:gd name="T83" fmla="*/ 214 h 653"/>
                    <a:gd name="T84" fmla="*/ 441 w 1055"/>
                    <a:gd name="T85" fmla="*/ 173 h 653"/>
                    <a:gd name="T86" fmla="*/ 464 w 1055"/>
                    <a:gd name="T87" fmla="*/ 136 h 653"/>
                    <a:gd name="T88" fmla="*/ 492 w 1055"/>
                    <a:gd name="T89" fmla="*/ 103 h 653"/>
                    <a:gd name="T90" fmla="*/ 524 w 1055"/>
                    <a:gd name="T91" fmla="*/ 73 h 653"/>
                    <a:gd name="T92" fmla="*/ 558 w 1055"/>
                    <a:gd name="T93" fmla="*/ 48 h 653"/>
                    <a:gd name="T94" fmla="*/ 597 w 1055"/>
                    <a:gd name="T95" fmla="*/ 28 h 653"/>
                    <a:gd name="T96" fmla="*/ 639 w 1055"/>
                    <a:gd name="T97" fmla="*/ 12 h 653"/>
                    <a:gd name="T98" fmla="*/ 683 w 1055"/>
                    <a:gd name="T99" fmla="*/ 3 h 653"/>
                    <a:gd name="T100" fmla="*/ 729 w 1055"/>
                    <a:gd name="T101" fmla="*/ 0 h 65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</a:cxnLst>
                  <a:rect l="0" t="0" r="r" b="b"/>
                  <a:pathLst>
                    <a:path w="1055" h="653">
                      <a:moveTo>
                        <a:pt x="729" y="0"/>
                      </a:moveTo>
                      <a:lnTo>
                        <a:pt x="773" y="2"/>
                      </a:lnTo>
                      <a:lnTo>
                        <a:pt x="816" y="11"/>
                      </a:lnTo>
                      <a:lnTo>
                        <a:pt x="856" y="25"/>
                      </a:lnTo>
                      <a:lnTo>
                        <a:pt x="893" y="44"/>
                      </a:lnTo>
                      <a:lnTo>
                        <a:pt x="929" y="68"/>
                      </a:lnTo>
                      <a:lnTo>
                        <a:pt x="960" y="95"/>
                      </a:lnTo>
                      <a:lnTo>
                        <a:pt x="988" y="126"/>
                      </a:lnTo>
                      <a:lnTo>
                        <a:pt x="1011" y="162"/>
                      </a:lnTo>
                      <a:lnTo>
                        <a:pt x="1030" y="200"/>
                      </a:lnTo>
                      <a:lnTo>
                        <a:pt x="1044" y="239"/>
                      </a:lnTo>
                      <a:lnTo>
                        <a:pt x="1053" y="282"/>
                      </a:lnTo>
                      <a:lnTo>
                        <a:pt x="1055" y="326"/>
                      </a:lnTo>
                      <a:lnTo>
                        <a:pt x="1053" y="370"/>
                      </a:lnTo>
                      <a:lnTo>
                        <a:pt x="1044" y="414"/>
                      </a:lnTo>
                      <a:lnTo>
                        <a:pt x="1030" y="454"/>
                      </a:lnTo>
                      <a:lnTo>
                        <a:pt x="1011" y="491"/>
                      </a:lnTo>
                      <a:lnTo>
                        <a:pt x="988" y="526"/>
                      </a:lnTo>
                      <a:lnTo>
                        <a:pt x="960" y="558"/>
                      </a:lnTo>
                      <a:lnTo>
                        <a:pt x="929" y="584"/>
                      </a:lnTo>
                      <a:lnTo>
                        <a:pt x="893" y="609"/>
                      </a:lnTo>
                      <a:lnTo>
                        <a:pt x="856" y="628"/>
                      </a:lnTo>
                      <a:lnTo>
                        <a:pt x="816" y="641"/>
                      </a:lnTo>
                      <a:lnTo>
                        <a:pt x="773" y="650"/>
                      </a:lnTo>
                      <a:lnTo>
                        <a:pt x="729" y="653"/>
                      </a:lnTo>
                      <a:lnTo>
                        <a:pt x="685" y="650"/>
                      </a:lnTo>
                      <a:lnTo>
                        <a:pt x="644" y="642"/>
                      </a:lnTo>
                      <a:lnTo>
                        <a:pt x="604" y="628"/>
                      </a:lnTo>
                      <a:lnTo>
                        <a:pt x="566" y="610"/>
                      </a:lnTo>
                      <a:lnTo>
                        <a:pt x="532" y="587"/>
                      </a:lnTo>
                      <a:lnTo>
                        <a:pt x="501" y="560"/>
                      </a:lnTo>
                      <a:lnTo>
                        <a:pt x="474" y="529"/>
                      </a:lnTo>
                      <a:lnTo>
                        <a:pt x="450" y="495"/>
                      </a:lnTo>
                      <a:lnTo>
                        <a:pt x="431" y="458"/>
                      </a:lnTo>
                      <a:lnTo>
                        <a:pt x="416" y="419"/>
                      </a:lnTo>
                      <a:lnTo>
                        <a:pt x="407" y="377"/>
                      </a:lnTo>
                      <a:lnTo>
                        <a:pt x="0" y="337"/>
                      </a:lnTo>
                      <a:lnTo>
                        <a:pt x="9" y="287"/>
                      </a:lnTo>
                      <a:lnTo>
                        <a:pt x="15" y="235"/>
                      </a:lnTo>
                      <a:lnTo>
                        <a:pt x="17" y="182"/>
                      </a:lnTo>
                      <a:lnTo>
                        <a:pt x="16" y="173"/>
                      </a:lnTo>
                      <a:lnTo>
                        <a:pt x="423" y="214"/>
                      </a:lnTo>
                      <a:lnTo>
                        <a:pt x="441" y="173"/>
                      </a:lnTo>
                      <a:lnTo>
                        <a:pt x="464" y="136"/>
                      </a:lnTo>
                      <a:lnTo>
                        <a:pt x="492" y="103"/>
                      </a:lnTo>
                      <a:lnTo>
                        <a:pt x="524" y="73"/>
                      </a:lnTo>
                      <a:lnTo>
                        <a:pt x="558" y="48"/>
                      </a:lnTo>
                      <a:lnTo>
                        <a:pt x="597" y="28"/>
                      </a:lnTo>
                      <a:lnTo>
                        <a:pt x="639" y="12"/>
                      </a:lnTo>
                      <a:lnTo>
                        <a:pt x="683" y="3"/>
                      </a:lnTo>
                      <a:lnTo>
                        <a:pt x="729" y="0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23" name="Freeform 67"/>
                <p:cNvSpPr>
                  <a:spLocks/>
                </p:cNvSpPr>
                <p:nvPr/>
              </p:nvSpPr>
              <p:spPr bwMode="auto">
                <a:xfrm>
                  <a:off x="5259388" y="5411788"/>
                  <a:ext cx="103188" cy="166688"/>
                </a:xfrm>
                <a:custGeom>
                  <a:avLst/>
                  <a:gdLst>
                    <a:gd name="T0" fmla="*/ 246 w 654"/>
                    <a:gd name="T1" fmla="*/ 0 h 1049"/>
                    <a:gd name="T2" fmla="*/ 337 w 654"/>
                    <a:gd name="T3" fmla="*/ 397 h 1049"/>
                    <a:gd name="T4" fmla="*/ 383 w 654"/>
                    <a:gd name="T5" fmla="*/ 402 h 1049"/>
                    <a:gd name="T6" fmla="*/ 429 w 654"/>
                    <a:gd name="T7" fmla="*/ 413 h 1049"/>
                    <a:gd name="T8" fmla="*/ 471 w 654"/>
                    <a:gd name="T9" fmla="*/ 431 h 1049"/>
                    <a:gd name="T10" fmla="*/ 510 w 654"/>
                    <a:gd name="T11" fmla="*/ 453 h 1049"/>
                    <a:gd name="T12" fmla="*/ 545 w 654"/>
                    <a:gd name="T13" fmla="*/ 480 h 1049"/>
                    <a:gd name="T14" fmla="*/ 576 w 654"/>
                    <a:gd name="T15" fmla="*/ 513 h 1049"/>
                    <a:gd name="T16" fmla="*/ 603 w 654"/>
                    <a:gd name="T17" fmla="*/ 548 h 1049"/>
                    <a:gd name="T18" fmla="*/ 624 w 654"/>
                    <a:gd name="T19" fmla="*/ 588 h 1049"/>
                    <a:gd name="T20" fmla="*/ 641 w 654"/>
                    <a:gd name="T21" fmla="*/ 630 h 1049"/>
                    <a:gd name="T22" fmla="*/ 651 w 654"/>
                    <a:gd name="T23" fmla="*/ 676 h 1049"/>
                    <a:gd name="T24" fmla="*/ 654 w 654"/>
                    <a:gd name="T25" fmla="*/ 723 h 1049"/>
                    <a:gd name="T26" fmla="*/ 651 w 654"/>
                    <a:gd name="T27" fmla="*/ 768 h 1049"/>
                    <a:gd name="T28" fmla="*/ 642 w 654"/>
                    <a:gd name="T29" fmla="*/ 810 h 1049"/>
                    <a:gd name="T30" fmla="*/ 628 w 654"/>
                    <a:gd name="T31" fmla="*/ 850 h 1049"/>
                    <a:gd name="T32" fmla="*/ 608 w 654"/>
                    <a:gd name="T33" fmla="*/ 887 h 1049"/>
                    <a:gd name="T34" fmla="*/ 585 w 654"/>
                    <a:gd name="T35" fmla="*/ 923 h 1049"/>
                    <a:gd name="T36" fmla="*/ 557 w 654"/>
                    <a:gd name="T37" fmla="*/ 954 h 1049"/>
                    <a:gd name="T38" fmla="*/ 526 w 654"/>
                    <a:gd name="T39" fmla="*/ 982 h 1049"/>
                    <a:gd name="T40" fmla="*/ 492 w 654"/>
                    <a:gd name="T41" fmla="*/ 1005 h 1049"/>
                    <a:gd name="T42" fmla="*/ 454 w 654"/>
                    <a:gd name="T43" fmla="*/ 1024 h 1049"/>
                    <a:gd name="T44" fmla="*/ 413 w 654"/>
                    <a:gd name="T45" fmla="*/ 1038 h 1049"/>
                    <a:gd name="T46" fmla="*/ 371 w 654"/>
                    <a:gd name="T47" fmla="*/ 1047 h 1049"/>
                    <a:gd name="T48" fmla="*/ 327 w 654"/>
                    <a:gd name="T49" fmla="*/ 1049 h 1049"/>
                    <a:gd name="T50" fmla="*/ 282 w 654"/>
                    <a:gd name="T51" fmla="*/ 1047 h 1049"/>
                    <a:gd name="T52" fmla="*/ 240 w 654"/>
                    <a:gd name="T53" fmla="*/ 1038 h 1049"/>
                    <a:gd name="T54" fmla="*/ 199 w 654"/>
                    <a:gd name="T55" fmla="*/ 1024 h 1049"/>
                    <a:gd name="T56" fmla="*/ 161 w 654"/>
                    <a:gd name="T57" fmla="*/ 1005 h 1049"/>
                    <a:gd name="T58" fmla="*/ 127 w 654"/>
                    <a:gd name="T59" fmla="*/ 982 h 1049"/>
                    <a:gd name="T60" fmla="*/ 96 w 654"/>
                    <a:gd name="T61" fmla="*/ 954 h 1049"/>
                    <a:gd name="T62" fmla="*/ 68 w 654"/>
                    <a:gd name="T63" fmla="*/ 923 h 1049"/>
                    <a:gd name="T64" fmla="*/ 45 w 654"/>
                    <a:gd name="T65" fmla="*/ 887 h 1049"/>
                    <a:gd name="T66" fmla="*/ 26 w 654"/>
                    <a:gd name="T67" fmla="*/ 850 h 1049"/>
                    <a:gd name="T68" fmla="*/ 12 w 654"/>
                    <a:gd name="T69" fmla="*/ 810 h 1049"/>
                    <a:gd name="T70" fmla="*/ 3 w 654"/>
                    <a:gd name="T71" fmla="*/ 768 h 1049"/>
                    <a:gd name="T72" fmla="*/ 0 w 654"/>
                    <a:gd name="T73" fmla="*/ 723 h 1049"/>
                    <a:gd name="T74" fmla="*/ 3 w 654"/>
                    <a:gd name="T75" fmla="*/ 677 h 1049"/>
                    <a:gd name="T76" fmla="*/ 13 w 654"/>
                    <a:gd name="T77" fmla="*/ 632 h 1049"/>
                    <a:gd name="T78" fmla="*/ 28 w 654"/>
                    <a:gd name="T79" fmla="*/ 591 h 1049"/>
                    <a:gd name="T80" fmla="*/ 49 w 654"/>
                    <a:gd name="T81" fmla="*/ 553 h 1049"/>
                    <a:gd name="T82" fmla="*/ 75 w 654"/>
                    <a:gd name="T83" fmla="*/ 517 h 1049"/>
                    <a:gd name="T84" fmla="*/ 105 w 654"/>
                    <a:gd name="T85" fmla="*/ 485 h 1049"/>
                    <a:gd name="T86" fmla="*/ 139 w 654"/>
                    <a:gd name="T87" fmla="*/ 457 h 1049"/>
                    <a:gd name="T88" fmla="*/ 177 w 654"/>
                    <a:gd name="T89" fmla="*/ 435 h 1049"/>
                    <a:gd name="T90" fmla="*/ 85 w 654"/>
                    <a:gd name="T91" fmla="*/ 37 h 1049"/>
                    <a:gd name="T92" fmla="*/ 140 w 654"/>
                    <a:gd name="T93" fmla="*/ 28 h 1049"/>
                    <a:gd name="T94" fmla="*/ 194 w 654"/>
                    <a:gd name="T95" fmla="*/ 16 h 1049"/>
                    <a:gd name="T96" fmla="*/ 246 w 654"/>
                    <a:gd name="T97" fmla="*/ 0 h 104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</a:cxnLst>
                  <a:rect l="0" t="0" r="r" b="b"/>
                  <a:pathLst>
                    <a:path w="654" h="1049">
                      <a:moveTo>
                        <a:pt x="246" y="0"/>
                      </a:moveTo>
                      <a:lnTo>
                        <a:pt x="337" y="397"/>
                      </a:lnTo>
                      <a:lnTo>
                        <a:pt x="383" y="402"/>
                      </a:lnTo>
                      <a:lnTo>
                        <a:pt x="429" y="413"/>
                      </a:lnTo>
                      <a:lnTo>
                        <a:pt x="471" y="431"/>
                      </a:lnTo>
                      <a:lnTo>
                        <a:pt x="510" y="453"/>
                      </a:lnTo>
                      <a:lnTo>
                        <a:pt x="545" y="480"/>
                      </a:lnTo>
                      <a:lnTo>
                        <a:pt x="576" y="513"/>
                      </a:lnTo>
                      <a:lnTo>
                        <a:pt x="603" y="548"/>
                      </a:lnTo>
                      <a:lnTo>
                        <a:pt x="624" y="588"/>
                      </a:lnTo>
                      <a:lnTo>
                        <a:pt x="641" y="630"/>
                      </a:lnTo>
                      <a:lnTo>
                        <a:pt x="651" y="676"/>
                      </a:lnTo>
                      <a:lnTo>
                        <a:pt x="654" y="723"/>
                      </a:lnTo>
                      <a:lnTo>
                        <a:pt x="651" y="768"/>
                      </a:lnTo>
                      <a:lnTo>
                        <a:pt x="642" y="810"/>
                      </a:lnTo>
                      <a:lnTo>
                        <a:pt x="628" y="850"/>
                      </a:lnTo>
                      <a:lnTo>
                        <a:pt x="608" y="887"/>
                      </a:lnTo>
                      <a:lnTo>
                        <a:pt x="585" y="923"/>
                      </a:lnTo>
                      <a:lnTo>
                        <a:pt x="557" y="954"/>
                      </a:lnTo>
                      <a:lnTo>
                        <a:pt x="526" y="982"/>
                      </a:lnTo>
                      <a:lnTo>
                        <a:pt x="492" y="1005"/>
                      </a:lnTo>
                      <a:lnTo>
                        <a:pt x="454" y="1024"/>
                      </a:lnTo>
                      <a:lnTo>
                        <a:pt x="413" y="1038"/>
                      </a:lnTo>
                      <a:lnTo>
                        <a:pt x="371" y="1047"/>
                      </a:lnTo>
                      <a:lnTo>
                        <a:pt x="327" y="1049"/>
                      </a:lnTo>
                      <a:lnTo>
                        <a:pt x="282" y="1047"/>
                      </a:lnTo>
                      <a:lnTo>
                        <a:pt x="240" y="1038"/>
                      </a:lnTo>
                      <a:lnTo>
                        <a:pt x="199" y="1024"/>
                      </a:lnTo>
                      <a:lnTo>
                        <a:pt x="161" y="1005"/>
                      </a:lnTo>
                      <a:lnTo>
                        <a:pt x="127" y="982"/>
                      </a:lnTo>
                      <a:lnTo>
                        <a:pt x="96" y="954"/>
                      </a:lnTo>
                      <a:lnTo>
                        <a:pt x="68" y="923"/>
                      </a:lnTo>
                      <a:lnTo>
                        <a:pt x="45" y="887"/>
                      </a:lnTo>
                      <a:lnTo>
                        <a:pt x="26" y="850"/>
                      </a:lnTo>
                      <a:lnTo>
                        <a:pt x="12" y="810"/>
                      </a:lnTo>
                      <a:lnTo>
                        <a:pt x="3" y="768"/>
                      </a:lnTo>
                      <a:lnTo>
                        <a:pt x="0" y="723"/>
                      </a:lnTo>
                      <a:lnTo>
                        <a:pt x="3" y="677"/>
                      </a:lnTo>
                      <a:lnTo>
                        <a:pt x="13" y="632"/>
                      </a:lnTo>
                      <a:lnTo>
                        <a:pt x="28" y="591"/>
                      </a:lnTo>
                      <a:lnTo>
                        <a:pt x="49" y="553"/>
                      </a:lnTo>
                      <a:lnTo>
                        <a:pt x="75" y="517"/>
                      </a:lnTo>
                      <a:lnTo>
                        <a:pt x="105" y="485"/>
                      </a:lnTo>
                      <a:lnTo>
                        <a:pt x="139" y="457"/>
                      </a:lnTo>
                      <a:lnTo>
                        <a:pt x="177" y="435"/>
                      </a:lnTo>
                      <a:lnTo>
                        <a:pt x="85" y="37"/>
                      </a:lnTo>
                      <a:lnTo>
                        <a:pt x="140" y="28"/>
                      </a:lnTo>
                      <a:lnTo>
                        <a:pt x="194" y="16"/>
                      </a:lnTo>
                      <a:lnTo>
                        <a:pt x="246" y="0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24" name="Freeform 68"/>
                <p:cNvSpPr>
                  <a:spLocks/>
                </p:cNvSpPr>
                <p:nvPr/>
              </p:nvSpPr>
              <p:spPr bwMode="auto">
                <a:xfrm>
                  <a:off x="4967288" y="5326063"/>
                  <a:ext cx="184150" cy="106363"/>
                </a:xfrm>
                <a:custGeom>
                  <a:avLst/>
                  <a:gdLst>
                    <a:gd name="T0" fmla="*/ 1106 w 1159"/>
                    <a:gd name="T1" fmla="*/ 0 h 675"/>
                    <a:gd name="T2" fmla="*/ 1120 w 1159"/>
                    <a:gd name="T3" fmla="*/ 54 h 675"/>
                    <a:gd name="T4" fmla="*/ 1138 w 1159"/>
                    <a:gd name="T5" fmla="*/ 106 h 675"/>
                    <a:gd name="T6" fmla="*/ 1159 w 1159"/>
                    <a:gd name="T7" fmla="*/ 156 h 675"/>
                    <a:gd name="T8" fmla="*/ 651 w 1159"/>
                    <a:gd name="T9" fmla="*/ 326 h 675"/>
                    <a:gd name="T10" fmla="*/ 652 w 1159"/>
                    <a:gd name="T11" fmla="*/ 336 h 675"/>
                    <a:gd name="T12" fmla="*/ 653 w 1159"/>
                    <a:gd name="T13" fmla="*/ 348 h 675"/>
                    <a:gd name="T14" fmla="*/ 651 w 1159"/>
                    <a:gd name="T15" fmla="*/ 392 h 675"/>
                    <a:gd name="T16" fmla="*/ 642 w 1159"/>
                    <a:gd name="T17" fmla="*/ 435 h 675"/>
                    <a:gd name="T18" fmla="*/ 628 w 1159"/>
                    <a:gd name="T19" fmla="*/ 475 h 675"/>
                    <a:gd name="T20" fmla="*/ 609 w 1159"/>
                    <a:gd name="T21" fmla="*/ 513 h 675"/>
                    <a:gd name="T22" fmla="*/ 586 w 1159"/>
                    <a:gd name="T23" fmla="*/ 547 h 675"/>
                    <a:gd name="T24" fmla="*/ 558 w 1159"/>
                    <a:gd name="T25" fmla="*/ 579 h 675"/>
                    <a:gd name="T26" fmla="*/ 527 w 1159"/>
                    <a:gd name="T27" fmla="*/ 607 h 675"/>
                    <a:gd name="T28" fmla="*/ 491 w 1159"/>
                    <a:gd name="T29" fmla="*/ 630 h 675"/>
                    <a:gd name="T30" fmla="*/ 454 w 1159"/>
                    <a:gd name="T31" fmla="*/ 649 h 675"/>
                    <a:gd name="T32" fmla="*/ 414 w 1159"/>
                    <a:gd name="T33" fmla="*/ 664 h 675"/>
                    <a:gd name="T34" fmla="*/ 370 w 1159"/>
                    <a:gd name="T35" fmla="*/ 671 h 675"/>
                    <a:gd name="T36" fmla="*/ 326 w 1159"/>
                    <a:gd name="T37" fmla="*/ 675 h 675"/>
                    <a:gd name="T38" fmla="*/ 282 w 1159"/>
                    <a:gd name="T39" fmla="*/ 671 h 675"/>
                    <a:gd name="T40" fmla="*/ 240 w 1159"/>
                    <a:gd name="T41" fmla="*/ 664 h 675"/>
                    <a:gd name="T42" fmla="*/ 200 w 1159"/>
                    <a:gd name="T43" fmla="*/ 649 h 675"/>
                    <a:gd name="T44" fmla="*/ 162 w 1159"/>
                    <a:gd name="T45" fmla="*/ 630 h 675"/>
                    <a:gd name="T46" fmla="*/ 126 w 1159"/>
                    <a:gd name="T47" fmla="*/ 607 h 675"/>
                    <a:gd name="T48" fmla="*/ 95 w 1159"/>
                    <a:gd name="T49" fmla="*/ 579 h 675"/>
                    <a:gd name="T50" fmla="*/ 68 w 1159"/>
                    <a:gd name="T51" fmla="*/ 547 h 675"/>
                    <a:gd name="T52" fmla="*/ 44 w 1159"/>
                    <a:gd name="T53" fmla="*/ 513 h 675"/>
                    <a:gd name="T54" fmla="*/ 26 w 1159"/>
                    <a:gd name="T55" fmla="*/ 475 h 675"/>
                    <a:gd name="T56" fmla="*/ 12 w 1159"/>
                    <a:gd name="T57" fmla="*/ 435 h 675"/>
                    <a:gd name="T58" fmla="*/ 3 w 1159"/>
                    <a:gd name="T59" fmla="*/ 392 h 675"/>
                    <a:gd name="T60" fmla="*/ 0 w 1159"/>
                    <a:gd name="T61" fmla="*/ 348 h 675"/>
                    <a:gd name="T62" fmla="*/ 3 w 1159"/>
                    <a:gd name="T63" fmla="*/ 303 h 675"/>
                    <a:gd name="T64" fmla="*/ 12 w 1159"/>
                    <a:gd name="T65" fmla="*/ 261 h 675"/>
                    <a:gd name="T66" fmla="*/ 26 w 1159"/>
                    <a:gd name="T67" fmla="*/ 221 h 675"/>
                    <a:gd name="T68" fmla="*/ 44 w 1159"/>
                    <a:gd name="T69" fmla="*/ 183 h 675"/>
                    <a:gd name="T70" fmla="*/ 68 w 1159"/>
                    <a:gd name="T71" fmla="*/ 148 h 675"/>
                    <a:gd name="T72" fmla="*/ 95 w 1159"/>
                    <a:gd name="T73" fmla="*/ 117 h 675"/>
                    <a:gd name="T74" fmla="*/ 126 w 1159"/>
                    <a:gd name="T75" fmla="*/ 89 h 675"/>
                    <a:gd name="T76" fmla="*/ 162 w 1159"/>
                    <a:gd name="T77" fmla="*/ 66 h 675"/>
                    <a:gd name="T78" fmla="*/ 200 w 1159"/>
                    <a:gd name="T79" fmla="*/ 47 h 675"/>
                    <a:gd name="T80" fmla="*/ 240 w 1159"/>
                    <a:gd name="T81" fmla="*/ 33 h 675"/>
                    <a:gd name="T82" fmla="*/ 282 w 1159"/>
                    <a:gd name="T83" fmla="*/ 25 h 675"/>
                    <a:gd name="T84" fmla="*/ 326 w 1159"/>
                    <a:gd name="T85" fmla="*/ 21 h 675"/>
                    <a:gd name="T86" fmla="*/ 369 w 1159"/>
                    <a:gd name="T87" fmla="*/ 24 h 675"/>
                    <a:gd name="T88" fmla="*/ 409 w 1159"/>
                    <a:gd name="T89" fmla="*/ 33 h 675"/>
                    <a:gd name="T90" fmla="*/ 448 w 1159"/>
                    <a:gd name="T91" fmla="*/ 45 h 675"/>
                    <a:gd name="T92" fmla="*/ 485 w 1159"/>
                    <a:gd name="T93" fmla="*/ 63 h 675"/>
                    <a:gd name="T94" fmla="*/ 518 w 1159"/>
                    <a:gd name="T95" fmla="*/ 84 h 675"/>
                    <a:gd name="T96" fmla="*/ 549 w 1159"/>
                    <a:gd name="T97" fmla="*/ 109 h 675"/>
                    <a:gd name="T98" fmla="*/ 577 w 1159"/>
                    <a:gd name="T99" fmla="*/ 138 h 675"/>
                    <a:gd name="T100" fmla="*/ 600 w 1159"/>
                    <a:gd name="T101" fmla="*/ 170 h 675"/>
                    <a:gd name="T102" fmla="*/ 1106 w 1159"/>
                    <a:gd name="T103" fmla="*/ 0 h 6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</a:cxnLst>
                  <a:rect l="0" t="0" r="r" b="b"/>
                  <a:pathLst>
                    <a:path w="1159" h="675">
                      <a:moveTo>
                        <a:pt x="1106" y="0"/>
                      </a:moveTo>
                      <a:lnTo>
                        <a:pt x="1120" y="54"/>
                      </a:lnTo>
                      <a:lnTo>
                        <a:pt x="1138" y="106"/>
                      </a:lnTo>
                      <a:lnTo>
                        <a:pt x="1159" y="156"/>
                      </a:lnTo>
                      <a:lnTo>
                        <a:pt x="651" y="326"/>
                      </a:lnTo>
                      <a:lnTo>
                        <a:pt x="652" y="336"/>
                      </a:lnTo>
                      <a:lnTo>
                        <a:pt x="653" y="348"/>
                      </a:lnTo>
                      <a:lnTo>
                        <a:pt x="651" y="392"/>
                      </a:lnTo>
                      <a:lnTo>
                        <a:pt x="642" y="435"/>
                      </a:lnTo>
                      <a:lnTo>
                        <a:pt x="628" y="475"/>
                      </a:lnTo>
                      <a:lnTo>
                        <a:pt x="609" y="513"/>
                      </a:lnTo>
                      <a:lnTo>
                        <a:pt x="586" y="547"/>
                      </a:lnTo>
                      <a:lnTo>
                        <a:pt x="558" y="579"/>
                      </a:lnTo>
                      <a:lnTo>
                        <a:pt x="527" y="607"/>
                      </a:lnTo>
                      <a:lnTo>
                        <a:pt x="491" y="630"/>
                      </a:lnTo>
                      <a:lnTo>
                        <a:pt x="454" y="649"/>
                      </a:lnTo>
                      <a:lnTo>
                        <a:pt x="414" y="664"/>
                      </a:lnTo>
                      <a:lnTo>
                        <a:pt x="370" y="671"/>
                      </a:lnTo>
                      <a:lnTo>
                        <a:pt x="326" y="675"/>
                      </a:lnTo>
                      <a:lnTo>
                        <a:pt x="282" y="671"/>
                      </a:lnTo>
                      <a:lnTo>
                        <a:pt x="240" y="664"/>
                      </a:lnTo>
                      <a:lnTo>
                        <a:pt x="200" y="649"/>
                      </a:lnTo>
                      <a:lnTo>
                        <a:pt x="162" y="630"/>
                      </a:lnTo>
                      <a:lnTo>
                        <a:pt x="126" y="607"/>
                      </a:lnTo>
                      <a:lnTo>
                        <a:pt x="95" y="579"/>
                      </a:lnTo>
                      <a:lnTo>
                        <a:pt x="68" y="547"/>
                      </a:lnTo>
                      <a:lnTo>
                        <a:pt x="44" y="513"/>
                      </a:lnTo>
                      <a:lnTo>
                        <a:pt x="26" y="475"/>
                      </a:lnTo>
                      <a:lnTo>
                        <a:pt x="12" y="435"/>
                      </a:lnTo>
                      <a:lnTo>
                        <a:pt x="3" y="392"/>
                      </a:lnTo>
                      <a:lnTo>
                        <a:pt x="0" y="348"/>
                      </a:lnTo>
                      <a:lnTo>
                        <a:pt x="3" y="303"/>
                      </a:lnTo>
                      <a:lnTo>
                        <a:pt x="12" y="261"/>
                      </a:lnTo>
                      <a:lnTo>
                        <a:pt x="26" y="221"/>
                      </a:lnTo>
                      <a:lnTo>
                        <a:pt x="44" y="183"/>
                      </a:lnTo>
                      <a:lnTo>
                        <a:pt x="68" y="148"/>
                      </a:lnTo>
                      <a:lnTo>
                        <a:pt x="95" y="117"/>
                      </a:lnTo>
                      <a:lnTo>
                        <a:pt x="126" y="89"/>
                      </a:lnTo>
                      <a:lnTo>
                        <a:pt x="162" y="66"/>
                      </a:lnTo>
                      <a:lnTo>
                        <a:pt x="200" y="47"/>
                      </a:lnTo>
                      <a:lnTo>
                        <a:pt x="240" y="33"/>
                      </a:lnTo>
                      <a:lnTo>
                        <a:pt x="282" y="25"/>
                      </a:lnTo>
                      <a:lnTo>
                        <a:pt x="326" y="21"/>
                      </a:lnTo>
                      <a:lnTo>
                        <a:pt x="369" y="24"/>
                      </a:lnTo>
                      <a:lnTo>
                        <a:pt x="409" y="33"/>
                      </a:lnTo>
                      <a:lnTo>
                        <a:pt x="448" y="45"/>
                      </a:lnTo>
                      <a:lnTo>
                        <a:pt x="485" y="63"/>
                      </a:lnTo>
                      <a:lnTo>
                        <a:pt x="518" y="84"/>
                      </a:lnTo>
                      <a:lnTo>
                        <a:pt x="549" y="109"/>
                      </a:lnTo>
                      <a:lnTo>
                        <a:pt x="577" y="138"/>
                      </a:lnTo>
                      <a:lnTo>
                        <a:pt x="600" y="170"/>
                      </a:lnTo>
                      <a:lnTo>
                        <a:pt x="1106" y="0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25" name="Freeform 69"/>
                <p:cNvSpPr>
                  <a:spLocks/>
                </p:cNvSpPr>
                <p:nvPr/>
              </p:nvSpPr>
              <p:spPr bwMode="auto">
                <a:xfrm>
                  <a:off x="5170488" y="5211763"/>
                  <a:ext cx="177800" cy="177800"/>
                </a:xfrm>
                <a:custGeom>
                  <a:avLst/>
                  <a:gdLst>
                    <a:gd name="T0" fmla="*/ 561 w 1122"/>
                    <a:gd name="T1" fmla="*/ 0 h 1121"/>
                    <a:gd name="T2" fmla="*/ 622 w 1122"/>
                    <a:gd name="T3" fmla="*/ 3 h 1121"/>
                    <a:gd name="T4" fmla="*/ 681 w 1122"/>
                    <a:gd name="T5" fmla="*/ 13 h 1121"/>
                    <a:gd name="T6" fmla="*/ 738 w 1122"/>
                    <a:gd name="T7" fmla="*/ 29 h 1121"/>
                    <a:gd name="T8" fmla="*/ 792 w 1122"/>
                    <a:gd name="T9" fmla="*/ 50 h 1121"/>
                    <a:gd name="T10" fmla="*/ 843 w 1122"/>
                    <a:gd name="T11" fmla="*/ 76 h 1121"/>
                    <a:gd name="T12" fmla="*/ 892 w 1122"/>
                    <a:gd name="T13" fmla="*/ 108 h 1121"/>
                    <a:gd name="T14" fmla="*/ 937 w 1122"/>
                    <a:gd name="T15" fmla="*/ 145 h 1121"/>
                    <a:gd name="T16" fmla="*/ 976 w 1122"/>
                    <a:gd name="T17" fmla="*/ 185 h 1121"/>
                    <a:gd name="T18" fmla="*/ 1013 w 1122"/>
                    <a:gd name="T19" fmla="*/ 229 h 1121"/>
                    <a:gd name="T20" fmla="*/ 1045 w 1122"/>
                    <a:gd name="T21" fmla="*/ 278 h 1121"/>
                    <a:gd name="T22" fmla="*/ 1072 w 1122"/>
                    <a:gd name="T23" fmla="*/ 329 h 1121"/>
                    <a:gd name="T24" fmla="*/ 1093 w 1122"/>
                    <a:gd name="T25" fmla="*/ 383 h 1121"/>
                    <a:gd name="T26" fmla="*/ 1108 w 1122"/>
                    <a:gd name="T27" fmla="*/ 440 h 1121"/>
                    <a:gd name="T28" fmla="*/ 1118 w 1122"/>
                    <a:gd name="T29" fmla="*/ 499 h 1121"/>
                    <a:gd name="T30" fmla="*/ 1122 w 1122"/>
                    <a:gd name="T31" fmla="*/ 560 h 1121"/>
                    <a:gd name="T32" fmla="*/ 1118 w 1122"/>
                    <a:gd name="T33" fmla="*/ 621 h 1121"/>
                    <a:gd name="T34" fmla="*/ 1108 w 1122"/>
                    <a:gd name="T35" fmla="*/ 681 h 1121"/>
                    <a:gd name="T36" fmla="*/ 1093 w 1122"/>
                    <a:gd name="T37" fmla="*/ 737 h 1121"/>
                    <a:gd name="T38" fmla="*/ 1072 w 1122"/>
                    <a:gd name="T39" fmla="*/ 792 h 1121"/>
                    <a:gd name="T40" fmla="*/ 1045 w 1122"/>
                    <a:gd name="T41" fmla="*/ 843 h 1121"/>
                    <a:gd name="T42" fmla="*/ 1013 w 1122"/>
                    <a:gd name="T43" fmla="*/ 891 h 1121"/>
                    <a:gd name="T44" fmla="*/ 976 w 1122"/>
                    <a:gd name="T45" fmla="*/ 936 h 1121"/>
                    <a:gd name="T46" fmla="*/ 937 w 1122"/>
                    <a:gd name="T47" fmla="*/ 977 h 1121"/>
                    <a:gd name="T48" fmla="*/ 892 w 1122"/>
                    <a:gd name="T49" fmla="*/ 1012 h 1121"/>
                    <a:gd name="T50" fmla="*/ 843 w 1122"/>
                    <a:gd name="T51" fmla="*/ 1044 h 1121"/>
                    <a:gd name="T52" fmla="*/ 792 w 1122"/>
                    <a:gd name="T53" fmla="*/ 1071 h 1121"/>
                    <a:gd name="T54" fmla="*/ 738 w 1122"/>
                    <a:gd name="T55" fmla="*/ 1092 h 1121"/>
                    <a:gd name="T56" fmla="*/ 681 w 1122"/>
                    <a:gd name="T57" fmla="*/ 1108 h 1121"/>
                    <a:gd name="T58" fmla="*/ 622 w 1122"/>
                    <a:gd name="T59" fmla="*/ 1118 h 1121"/>
                    <a:gd name="T60" fmla="*/ 561 w 1122"/>
                    <a:gd name="T61" fmla="*/ 1121 h 1121"/>
                    <a:gd name="T62" fmla="*/ 500 w 1122"/>
                    <a:gd name="T63" fmla="*/ 1118 h 1121"/>
                    <a:gd name="T64" fmla="*/ 441 w 1122"/>
                    <a:gd name="T65" fmla="*/ 1108 h 1121"/>
                    <a:gd name="T66" fmla="*/ 384 w 1122"/>
                    <a:gd name="T67" fmla="*/ 1092 h 1121"/>
                    <a:gd name="T68" fmla="*/ 330 w 1122"/>
                    <a:gd name="T69" fmla="*/ 1071 h 1121"/>
                    <a:gd name="T70" fmla="*/ 279 w 1122"/>
                    <a:gd name="T71" fmla="*/ 1044 h 1121"/>
                    <a:gd name="T72" fmla="*/ 230 w 1122"/>
                    <a:gd name="T73" fmla="*/ 1012 h 1121"/>
                    <a:gd name="T74" fmla="*/ 186 w 1122"/>
                    <a:gd name="T75" fmla="*/ 977 h 1121"/>
                    <a:gd name="T76" fmla="*/ 145 w 1122"/>
                    <a:gd name="T77" fmla="*/ 936 h 1121"/>
                    <a:gd name="T78" fmla="*/ 109 w 1122"/>
                    <a:gd name="T79" fmla="*/ 891 h 1121"/>
                    <a:gd name="T80" fmla="*/ 77 w 1122"/>
                    <a:gd name="T81" fmla="*/ 843 h 1121"/>
                    <a:gd name="T82" fmla="*/ 50 w 1122"/>
                    <a:gd name="T83" fmla="*/ 792 h 1121"/>
                    <a:gd name="T84" fmla="*/ 29 w 1122"/>
                    <a:gd name="T85" fmla="*/ 737 h 1121"/>
                    <a:gd name="T86" fmla="*/ 14 w 1122"/>
                    <a:gd name="T87" fmla="*/ 681 h 1121"/>
                    <a:gd name="T88" fmla="*/ 4 w 1122"/>
                    <a:gd name="T89" fmla="*/ 621 h 1121"/>
                    <a:gd name="T90" fmla="*/ 0 w 1122"/>
                    <a:gd name="T91" fmla="*/ 560 h 1121"/>
                    <a:gd name="T92" fmla="*/ 4 w 1122"/>
                    <a:gd name="T93" fmla="*/ 499 h 1121"/>
                    <a:gd name="T94" fmla="*/ 14 w 1122"/>
                    <a:gd name="T95" fmla="*/ 440 h 1121"/>
                    <a:gd name="T96" fmla="*/ 29 w 1122"/>
                    <a:gd name="T97" fmla="*/ 383 h 1121"/>
                    <a:gd name="T98" fmla="*/ 50 w 1122"/>
                    <a:gd name="T99" fmla="*/ 329 h 1121"/>
                    <a:gd name="T100" fmla="*/ 77 w 1122"/>
                    <a:gd name="T101" fmla="*/ 278 h 1121"/>
                    <a:gd name="T102" fmla="*/ 109 w 1122"/>
                    <a:gd name="T103" fmla="*/ 229 h 1121"/>
                    <a:gd name="T104" fmla="*/ 145 w 1122"/>
                    <a:gd name="T105" fmla="*/ 185 h 1121"/>
                    <a:gd name="T106" fmla="*/ 186 w 1122"/>
                    <a:gd name="T107" fmla="*/ 145 h 1121"/>
                    <a:gd name="T108" fmla="*/ 230 w 1122"/>
                    <a:gd name="T109" fmla="*/ 108 h 1121"/>
                    <a:gd name="T110" fmla="*/ 279 w 1122"/>
                    <a:gd name="T111" fmla="*/ 76 h 1121"/>
                    <a:gd name="T112" fmla="*/ 330 w 1122"/>
                    <a:gd name="T113" fmla="*/ 50 h 1121"/>
                    <a:gd name="T114" fmla="*/ 384 w 1122"/>
                    <a:gd name="T115" fmla="*/ 29 h 1121"/>
                    <a:gd name="T116" fmla="*/ 441 w 1122"/>
                    <a:gd name="T117" fmla="*/ 13 h 1121"/>
                    <a:gd name="T118" fmla="*/ 500 w 1122"/>
                    <a:gd name="T119" fmla="*/ 3 h 1121"/>
                    <a:gd name="T120" fmla="*/ 561 w 1122"/>
                    <a:gd name="T121" fmla="*/ 0 h 112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  <a:cxn ang="0">
                      <a:pos x="T110" y="T111"/>
                    </a:cxn>
                    <a:cxn ang="0">
                      <a:pos x="T112" y="T113"/>
                    </a:cxn>
                    <a:cxn ang="0">
                      <a:pos x="T114" y="T115"/>
                    </a:cxn>
                    <a:cxn ang="0">
                      <a:pos x="T116" y="T117"/>
                    </a:cxn>
                    <a:cxn ang="0">
                      <a:pos x="T118" y="T119"/>
                    </a:cxn>
                    <a:cxn ang="0">
                      <a:pos x="T120" y="T121"/>
                    </a:cxn>
                  </a:cxnLst>
                  <a:rect l="0" t="0" r="r" b="b"/>
                  <a:pathLst>
                    <a:path w="1122" h="1121">
                      <a:moveTo>
                        <a:pt x="561" y="0"/>
                      </a:moveTo>
                      <a:lnTo>
                        <a:pt x="622" y="3"/>
                      </a:lnTo>
                      <a:lnTo>
                        <a:pt x="681" y="13"/>
                      </a:lnTo>
                      <a:lnTo>
                        <a:pt x="738" y="29"/>
                      </a:lnTo>
                      <a:lnTo>
                        <a:pt x="792" y="50"/>
                      </a:lnTo>
                      <a:lnTo>
                        <a:pt x="843" y="76"/>
                      </a:lnTo>
                      <a:lnTo>
                        <a:pt x="892" y="108"/>
                      </a:lnTo>
                      <a:lnTo>
                        <a:pt x="937" y="145"/>
                      </a:lnTo>
                      <a:lnTo>
                        <a:pt x="976" y="185"/>
                      </a:lnTo>
                      <a:lnTo>
                        <a:pt x="1013" y="229"/>
                      </a:lnTo>
                      <a:lnTo>
                        <a:pt x="1045" y="278"/>
                      </a:lnTo>
                      <a:lnTo>
                        <a:pt x="1072" y="329"/>
                      </a:lnTo>
                      <a:lnTo>
                        <a:pt x="1093" y="383"/>
                      </a:lnTo>
                      <a:lnTo>
                        <a:pt x="1108" y="440"/>
                      </a:lnTo>
                      <a:lnTo>
                        <a:pt x="1118" y="499"/>
                      </a:lnTo>
                      <a:lnTo>
                        <a:pt x="1122" y="560"/>
                      </a:lnTo>
                      <a:lnTo>
                        <a:pt x="1118" y="621"/>
                      </a:lnTo>
                      <a:lnTo>
                        <a:pt x="1108" y="681"/>
                      </a:lnTo>
                      <a:lnTo>
                        <a:pt x="1093" y="737"/>
                      </a:lnTo>
                      <a:lnTo>
                        <a:pt x="1072" y="792"/>
                      </a:lnTo>
                      <a:lnTo>
                        <a:pt x="1045" y="843"/>
                      </a:lnTo>
                      <a:lnTo>
                        <a:pt x="1013" y="891"/>
                      </a:lnTo>
                      <a:lnTo>
                        <a:pt x="976" y="936"/>
                      </a:lnTo>
                      <a:lnTo>
                        <a:pt x="937" y="977"/>
                      </a:lnTo>
                      <a:lnTo>
                        <a:pt x="892" y="1012"/>
                      </a:lnTo>
                      <a:lnTo>
                        <a:pt x="843" y="1044"/>
                      </a:lnTo>
                      <a:lnTo>
                        <a:pt x="792" y="1071"/>
                      </a:lnTo>
                      <a:lnTo>
                        <a:pt x="738" y="1092"/>
                      </a:lnTo>
                      <a:lnTo>
                        <a:pt x="681" y="1108"/>
                      </a:lnTo>
                      <a:lnTo>
                        <a:pt x="622" y="1118"/>
                      </a:lnTo>
                      <a:lnTo>
                        <a:pt x="561" y="1121"/>
                      </a:lnTo>
                      <a:lnTo>
                        <a:pt x="500" y="1118"/>
                      </a:lnTo>
                      <a:lnTo>
                        <a:pt x="441" y="1108"/>
                      </a:lnTo>
                      <a:lnTo>
                        <a:pt x="384" y="1092"/>
                      </a:lnTo>
                      <a:lnTo>
                        <a:pt x="330" y="1071"/>
                      </a:lnTo>
                      <a:lnTo>
                        <a:pt x="279" y="1044"/>
                      </a:lnTo>
                      <a:lnTo>
                        <a:pt x="230" y="1012"/>
                      </a:lnTo>
                      <a:lnTo>
                        <a:pt x="186" y="977"/>
                      </a:lnTo>
                      <a:lnTo>
                        <a:pt x="145" y="936"/>
                      </a:lnTo>
                      <a:lnTo>
                        <a:pt x="109" y="891"/>
                      </a:lnTo>
                      <a:lnTo>
                        <a:pt x="77" y="843"/>
                      </a:lnTo>
                      <a:lnTo>
                        <a:pt x="50" y="792"/>
                      </a:lnTo>
                      <a:lnTo>
                        <a:pt x="29" y="737"/>
                      </a:lnTo>
                      <a:lnTo>
                        <a:pt x="14" y="681"/>
                      </a:lnTo>
                      <a:lnTo>
                        <a:pt x="4" y="621"/>
                      </a:lnTo>
                      <a:lnTo>
                        <a:pt x="0" y="560"/>
                      </a:lnTo>
                      <a:lnTo>
                        <a:pt x="4" y="499"/>
                      </a:lnTo>
                      <a:lnTo>
                        <a:pt x="14" y="440"/>
                      </a:lnTo>
                      <a:lnTo>
                        <a:pt x="29" y="383"/>
                      </a:lnTo>
                      <a:lnTo>
                        <a:pt x="50" y="329"/>
                      </a:lnTo>
                      <a:lnTo>
                        <a:pt x="77" y="278"/>
                      </a:lnTo>
                      <a:lnTo>
                        <a:pt x="109" y="229"/>
                      </a:lnTo>
                      <a:lnTo>
                        <a:pt x="145" y="185"/>
                      </a:lnTo>
                      <a:lnTo>
                        <a:pt x="186" y="145"/>
                      </a:lnTo>
                      <a:lnTo>
                        <a:pt x="230" y="108"/>
                      </a:lnTo>
                      <a:lnTo>
                        <a:pt x="279" y="76"/>
                      </a:lnTo>
                      <a:lnTo>
                        <a:pt x="330" y="50"/>
                      </a:lnTo>
                      <a:lnTo>
                        <a:pt x="384" y="29"/>
                      </a:lnTo>
                      <a:lnTo>
                        <a:pt x="441" y="13"/>
                      </a:lnTo>
                      <a:lnTo>
                        <a:pt x="500" y="3"/>
                      </a:lnTo>
                      <a:lnTo>
                        <a:pt x="561" y="0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</p:grpSp>
        </p:grpSp>
        <p:grpSp>
          <p:nvGrpSpPr>
            <p:cNvPr id="10" name="그룹 53"/>
            <p:cNvGrpSpPr/>
            <p:nvPr/>
          </p:nvGrpSpPr>
          <p:grpSpPr>
            <a:xfrm>
              <a:off x="6270410" y="4434101"/>
              <a:ext cx="1501173" cy="1717182"/>
              <a:chOff x="6118010" y="4281701"/>
              <a:chExt cx="1501173" cy="1717182"/>
            </a:xfrm>
          </p:grpSpPr>
          <p:sp>
            <p:nvSpPr>
              <p:cNvPr id="15" name="Freeform 28"/>
              <p:cNvSpPr>
                <a:spLocks noEditPoints="1"/>
              </p:cNvSpPr>
              <p:nvPr/>
            </p:nvSpPr>
            <p:spPr bwMode="auto">
              <a:xfrm>
                <a:off x="6118010" y="4281701"/>
                <a:ext cx="1501173" cy="1717182"/>
              </a:xfrm>
              <a:custGeom>
                <a:avLst/>
                <a:gdLst>
                  <a:gd name="T0" fmla="*/ 687 w 1653"/>
                  <a:gd name="T1" fmla="*/ 411 h 1892"/>
                  <a:gd name="T2" fmla="*/ 495 w 1653"/>
                  <a:gd name="T3" fmla="*/ 488 h 1892"/>
                  <a:gd name="T4" fmla="*/ 329 w 1653"/>
                  <a:gd name="T5" fmla="*/ 621 h 1892"/>
                  <a:gd name="T6" fmla="*/ 214 w 1653"/>
                  <a:gd name="T7" fmla="*/ 791 h 1892"/>
                  <a:gd name="T8" fmla="*/ 155 w 1653"/>
                  <a:gd name="T9" fmla="*/ 983 h 1892"/>
                  <a:gd name="T10" fmla="*/ 152 w 1653"/>
                  <a:gd name="T11" fmla="*/ 1184 h 1892"/>
                  <a:gd name="T12" fmla="*/ 209 w 1653"/>
                  <a:gd name="T13" fmla="*/ 1381 h 1892"/>
                  <a:gd name="T14" fmla="*/ 325 w 1653"/>
                  <a:gd name="T15" fmla="*/ 1559 h 1892"/>
                  <a:gd name="T16" fmla="*/ 484 w 1653"/>
                  <a:gd name="T17" fmla="*/ 1691 h 1892"/>
                  <a:gd name="T18" fmla="*/ 670 w 1653"/>
                  <a:gd name="T19" fmla="*/ 1769 h 1892"/>
                  <a:gd name="T20" fmla="*/ 870 w 1653"/>
                  <a:gd name="T21" fmla="*/ 1791 h 1892"/>
                  <a:gd name="T22" fmla="*/ 1070 w 1653"/>
                  <a:gd name="T23" fmla="*/ 1754 h 1892"/>
                  <a:gd name="T24" fmla="*/ 1256 w 1653"/>
                  <a:gd name="T25" fmla="*/ 1657 h 1892"/>
                  <a:gd name="T26" fmla="*/ 1406 w 1653"/>
                  <a:gd name="T27" fmla="*/ 1510 h 1892"/>
                  <a:gd name="T28" fmla="*/ 1502 w 1653"/>
                  <a:gd name="T29" fmla="*/ 1331 h 1892"/>
                  <a:gd name="T30" fmla="*/ 1543 w 1653"/>
                  <a:gd name="T31" fmla="*/ 1135 h 1892"/>
                  <a:gd name="T32" fmla="*/ 1526 w 1653"/>
                  <a:gd name="T33" fmla="*/ 934 h 1892"/>
                  <a:gd name="T34" fmla="*/ 1450 w 1653"/>
                  <a:gd name="T35" fmla="*/ 742 h 1892"/>
                  <a:gd name="T36" fmla="*/ 1317 w 1653"/>
                  <a:gd name="T37" fmla="*/ 576 h 1892"/>
                  <a:gd name="T38" fmla="*/ 1147 w 1653"/>
                  <a:gd name="T39" fmla="*/ 462 h 1892"/>
                  <a:gd name="T40" fmla="*/ 955 w 1653"/>
                  <a:gd name="T41" fmla="*/ 402 h 1892"/>
                  <a:gd name="T42" fmla="*/ 51 w 1653"/>
                  <a:gd name="T43" fmla="*/ 0 h 1892"/>
                  <a:gd name="T44" fmla="*/ 89 w 1653"/>
                  <a:gd name="T45" fmla="*/ 6 h 1892"/>
                  <a:gd name="T46" fmla="*/ 193 w 1653"/>
                  <a:gd name="T47" fmla="*/ 27 h 1892"/>
                  <a:gd name="T48" fmla="*/ 345 w 1653"/>
                  <a:gd name="T49" fmla="*/ 62 h 1892"/>
                  <a:gd name="T50" fmla="*/ 534 w 1653"/>
                  <a:gd name="T51" fmla="*/ 109 h 1892"/>
                  <a:gd name="T52" fmla="*/ 742 w 1653"/>
                  <a:gd name="T53" fmla="*/ 171 h 1892"/>
                  <a:gd name="T54" fmla="*/ 954 w 1653"/>
                  <a:gd name="T55" fmla="*/ 244 h 1892"/>
                  <a:gd name="T56" fmla="*/ 1155 w 1653"/>
                  <a:gd name="T57" fmla="*/ 329 h 1892"/>
                  <a:gd name="T58" fmla="*/ 1330 w 1653"/>
                  <a:gd name="T59" fmla="*/ 427 h 1892"/>
                  <a:gd name="T60" fmla="*/ 1462 w 1653"/>
                  <a:gd name="T61" fmla="*/ 537 h 1892"/>
                  <a:gd name="T62" fmla="*/ 1572 w 1653"/>
                  <a:gd name="T63" fmla="*/ 704 h 1892"/>
                  <a:gd name="T64" fmla="*/ 1639 w 1653"/>
                  <a:gd name="T65" fmla="*/ 910 h 1892"/>
                  <a:gd name="T66" fmla="*/ 1650 w 1653"/>
                  <a:gd name="T67" fmla="*/ 1122 h 1892"/>
                  <a:gd name="T68" fmla="*/ 1608 w 1653"/>
                  <a:gd name="T69" fmla="*/ 1330 h 1892"/>
                  <a:gd name="T70" fmla="*/ 1515 w 1653"/>
                  <a:gd name="T71" fmla="*/ 1521 h 1892"/>
                  <a:gd name="T72" fmla="*/ 1371 w 1653"/>
                  <a:gd name="T73" fmla="*/ 1686 h 1892"/>
                  <a:gd name="T74" fmla="*/ 1183 w 1653"/>
                  <a:gd name="T75" fmla="*/ 1810 h 1892"/>
                  <a:gd name="T76" fmla="*/ 977 w 1653"/>
                  <a:gd name="T77" fmla="*/ 1877 h 1892"/>
                  <a:gd name="T78" fmla="*/ 765 w 1653"/>
                  <a:gd name="T79" fmla="*/ 1889 h 1892"/>
                  <a:gd name="T80" fmla="*/ 557 w 1653"/>
                  <a:gd name="T81" fmla="*/ 1847 h 1892"/>
                  <a:gd name="T82" fmla="*/ 366 w 1653"/>
                  <a:gd name="T83" fmla="*/ 1753 h 1892"/>
                  <a:gd name="T84" fmla="*/ 201 w 1653"/>
                  <a:gd name="T85" fmla="*/ 1609 h 1892"/>
                  <a:gd name="T86" fmla="*/ 103 w 1653"/>
                  <a:gd name="T87" fmla="*/ 1459 h 1892"/>
                  <a:gd name="T88" fmla="*/ 47 w 1653"/>
                  <a:gd name="T89" fmla="*/ 1285 h 1892"/>
                  <a:gd name="T90" fmla="*/ 15 w 1653"/>
                  <a:gd name="T91" fmla="*/ 1080 h 1892"/>
                  <a:gd name="T92" fmla="*/ 1 w 1653"/>
                  <a:gd name="T93" fmla="*/ 859 h 1892"/>
                  <a:gd name="T94" fmla="*/ 1 w 1653"/>
                  <a:gd name="T95" fmla="*/ 636 h 1892"/>
                  <a:gd name="T96" fmla="*/ 11 w 1653"/>
                  <a:gd name="T97" fmla="*/ 425 h 1892"/>
                  <a:gd name="T98" fmla="*/ 24 w 1653"/>
                  <a:gd name="T99" fmla="*/ 242 h 1892"/>
                  <a:gd name="T100" fmla="*/ 39 w 1653"/>
                  <a:gd name="T101" fmla="*/ 101 h 1892"/>
                  <a:gd name="T102" fmla="*/ 49 w 1653"/>
                  <a:gd name="T103" fmla="*/ 17 h 189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</a:cxnLst>
                <a:rect l="0" t="0" r="r" b="b"/>
                <a:pathLst>
                  <a:path w="1653" h="1892">
                    <a:moveTo>
                      <a:pt x="820" y="394"/>
                    </a:moveTo>
                    <a:lnTo>
                      <a:pt x="754" y="399"/>
                    </a:lnTo>
                    <a:lnTo>
                      <a:pt x="687" y="411"/>
                    </a:lnTo>
                    <a:lnTo>
                      <a:pt x="621" y="430"/>
                    </a:lnTo>
                    <a:lnTo>
                      <a:pt x="557" y="456"/>
                    </a:lnTo>
                    <a:lnTo>
                      <a:pt x="495" y="488"/>
                    </a:lnTo>
                    <a:lnTo>
                      <a:pt x="434" y="527"/>
                    </a:lnTo>
                    <a:lnTo>
                      <a:pt x="379" y="572"/>
                    </a:lnTo>
                    <a:lnTo>
                      <a:pt x="329" y="621"/>
                    </a:lnTo>
                    <a:lnTo>
                      <a:pt x="285" y="674"/>
                    </a:lnTo>
                    <a:lnTo>
                      <a:pt x="247" y="731"/>
                    </a:lnTo>
                    <a:lnTo>
                      <a:pt x="214" y="791"/>
                    </a:lnTo>
                    <a:lnTo>
                      <a:pt x="189" y="853"/>
                    </a:lnTo>
                    <a:lnTo>
                      <a:pt x="169" y="917"/>
                    </a:lnTo>
                    <a:lnTo>
                      <a:pt x="155" y="983"/>
                    </a:lnTo>
                    <a:lnTo>
                      <a:pt x="147" y="1050"/>
                    </a:lnTo>
                    <a:lnTo>
                      <a:pt x="147" y="1116"/>
                    </a:lnTo>
                    <a:lnTo>
                      <a:pt x="152" y="1184"/>
                    </a:lnTo>
                    <a:lnTo>
                      <a:pt x="165" y="1251"/>
                    </a:lnTo>
                    <a:lnTo>
                      <a:pt x="183" y="1316"/>
                    </a:lnTo>
                    <a:lnTo>
                      <a:pt x="209" y="1381"/>
                    </a:lnTo>
                    <a:lnTo>
                      <a:pt x="241" y="1443"/>
                    </a:lnTo>
                    <a:lnTo>
                      <a:pt x="279" y="1504"/>
                    </a:lnTo>
                    <a:lnTo>
                      <a:pt x="325" y="1559"/>
                    </a:lnTo>
                    <a:lnTo>
                      <a:pt x="374" y="1609"/>
                    </a:lnTo>
                    <a:lnTo>
                      <a:pt x="428" y="1653"/>
                    </a:lnTo>
                    <a:lnTo>
                      <a:pt x="484" y="1691"/>
                    </a:lnTo>
                    <a:lnTo>
                      <a:pt x="544" y="1723"/>
                    </a:lnTo>
                    <a:lnTo>
                      <a:pt x="606" y="1749"/>
                    </a:lnTo>
                    <a:lnTo>
                      <a:pt x="670" y="1769"/>
                    </a:lnTo>
                    <a:lnTo>
                      <a:pt x="737" y="1783"/>
                    </a:lnTo>
                    <a:lnTo>
                      <a:pt x="803" y="1789"/>
                    </a:lnTo>
                    <a:lnTo>
                      <a:pt x="870" y="1791"/>
                    </a:lnTo>
                    <a:lnTo>
                      <a:pt x="938" y="1785"/>
                    </a:lnTo>
                    <a:lnTo>
                      <a:pt x="1004" y="1773"/>
                    </a:lnTo>
                    <a:lnTo>
                      <a:pt x="1070" y="1754"/>
                    </a:lnTo>
                    <a:lnTo>
                      <a:pt x="1133" y="1729"/>
                    </a:lnTo>
                    <a:lnTo>
                      <a:pt x="1197" y="1696"/>
                    </a:lnTo>
                    <a:lnTo>
                      <a:pt x="1256" y="1657"/>
                    </a:lnTo>
                    <a:lnTo>
                      <a:pt x="1311" y="1613"/>
                    </a:lnTo>
                    <a:lnTo>
                      <a:pt x="1361" y="1563"/>
                    </a:lnTo>
                    <a:lnTo>
                      <a:pt x="1406" y="1510"/>
                    </a:lnTo>
                    <a:lnTo>
                      <a:pt x="1444" y="1454"/>
                    </a:lnTo>
                    <a:lnTo>
                      <a:pt x="1476" y="1394"/>
                    </a:lnTo>
                    <a:lnTo>
                      <a:pt x="1502" y="1331"/>
                    </a:lnTo>
                    <a:lnTo>
                      <a:pt x="1522" y="1268"/>
                    </a:lnTo>
                    <a:lnTo>
                      <a:pt x="1535" y="1201"/>
                    </a:lnTo>
                    <a:lnTo>
                      <a:pt x="1543" y="1135"/>
                    </a:lnTo>
                    <a:lnTo>
                      <a:pt x="1543" y="1068"/>
                    </a:lnTo>
                    <a:lnTo>
                      <a:pt x="1538" y="1000"/>
                    </a:lnTo>
                    <a:lnTo>
                      <a:pt x="1526" y="934"/>
                    </a:lnTo>
                    <a:lnTo>
                      <a:pt x="1507" y="868"/>
                    </a:lnTo>
                    <a:lnTo>
                      <a:pt x="1483" y="804"/>
                    </a:lnTo>
                    <a:lnTo>
                      <a:pt x="1450" y="742"/>
                    </a:lnTo>
                    <a:lnTo>
                      <a:pt x="1411" y="682"/>
                    </a:lnTo>
                    <a:lnTo>
                      <a:pt x="1365" y="626"/>
                    </a:lnTo>
                    <a:lnTo>
                      <a:pt x="1317" y="576"/>
                    </a:lnTo>
                    <a:lnTo>
                      <a:pt x="1263" y="532"/>
                    </a:lnTo>
                    <a:lnTo>
                      <a:pt x="1206" y="493"/>
                    </a:lnTo>
                    <a:lnTo>
                      <a:pt x="1147" y="462"/>
                    </a:lnTo>
                    <a:lnTo>
                      <a:pt x="1085" y="435"/>
                    </a:lnTo>
                    <a:lnTo>
                      <a:pt x="1020" y="416"/>
                    </a:lnTo>
                    <a:lnTo>
                      <a:pt x="955" y="402"/>
                    </a:lnTo>
                    <a:lnTo>
                      <a:pt x="888" y="395"/>
                    </a:lnTo>
                    <a:lnTo>
                      <a:pt x="820" y="394"/>
                    </a:lnTo>
                    <a:close/>
                    <a:moveTo>
                      <a:pt x="51" y="0"/>
                    </a:moveTo>
                    <a:lnTo>
                      <a:pt x="55" y="0"/>
                    </a:lnTo>
                    <a:lnTo>
                      <a:pt x="69" y="2"/>
                    </a:lnTo>
                    <a:lnTo>
                      <a:pt x="89" y="6"/>
                    </a:lnTo>
                    <a:lnTo>
                      <a:pt x="117" y="12"/>
                    </a:lnTo>
                    <a:lnTo>
                      <a:pt x="151" y="19"/>
                    </a:lnTo>
                    <a:lnTo>
                      <a:pt x="193" y="27"/>
                    </a:lnTo>
                    <a:lnTo>
                      <a:pt x="239" y="37"/>
                    </a:lnTo>
                    <a:lnTo>
                      <a:pt x="290" y="48"/>
                    </a:lnTo>
                    <a:lnTo>
                      <a:pt x="345" y="62"/>
                    </a:lnTo>
                    <a:lnTo>
                      <a:pt x="406" y="77"/>
                    </a:lnTo>
                    <a:lnTo>
                      <a:pt x="468" y="93"/>
                    </a:lnTo>
                    <a:lnTo>
                      <a:pt x="534" y="109"/>
                    </a:lnTo>
                    <a:lnTo>
                      <a:pt x="602" y="128"/>
                    </a:lnTo>
                    <a:lnTo>
                      <a:pt x="672" y="148"/>
                    </a:lnTo>
                    <a:lnTo>
                      <a:pt x="742" y="171"/>
                    </a:lnTo>
                    <a:lnTo>
                      <a:pt x="813" y="194"/>
                    </a:lnTo>
                    <a:lnTo>
                      <a:pt x="884" y="218"/>
                    </a:lnTo>
                    <a:lnTo>
                      <a:pt x="954" y="244"/>
                    </a:lnTo>
                    <a:lnTo>
                      <a:pt x="1024" y="271"/>
                    </a:lnTo>
                    <a:lnTo>
                      <a:pt x="1090" y="299"/>
                    </a:lnTo>
                    <a:lnTo>
                      <a:pt x="1155" y="329"/>
                    </a:lnTo>
                    <a:lnTo>
                      <a:pt x="1217" y="361"/>
                    </a:lnTo>
                    <a:lnTo>
                      <a:pt x="1275" y="394"/>
                    </a:lnTo>
                    <a:lnTo>
                      <a:pt x="1330" y="427"/>
                    </a:lnTo>
                    <a:lnTo>
                      <a:pt x="1379" y="462"/>
                    </a:lnTo>
                    <a:lnTo>
                      <a:pt x="1423" y="499"/>
                    </a:lnTo>
                    <a:lnTo>
                      <a:pt x="1462" y="537"/>
                    </a:lnTo>
                    <a:lnTo>
                      <a:pt x="1495" y="576"/>
                    </a:lnTo>
                    <a:lnTo>
                      <a:pt x="1537" y="639"/>
                    </a:lnTo>
                    <a:lnTo>
                      <a:pt x="1572" y="704"/>
                    </a:lnTo>
                    <a:lnTo>
                      <a:pt x="1600" y="771"/>
                    </a:lnTo>
                    <a:lnTo>
                      <a:pt x="1623" y="840"/>
                    </a:lnTo>
                    <a:lnTo>
                      <a:pt x="1639" y="910"/>
                    </a:lnTo>
                    <a:lnTo>
                      <a:pt x="1649" y="980"/>
                    </a:lnTo>
                    <a:lnTo>
                      <a:pt x="1653" y="1052"/>
                    </a:lnTo>
                    <a:lnTo>
                      <a:pt x="1650" y="1122"/>
                    </a:lnTo>
                    <a:lnTo>
                      <a:pt x="1642" y="1192"/>
                    </a:lnTo>
                    <a:lnTo>
                      <a:pt x="1628" y="1262"/>
                    </a:lnTo>
                    <a:lnTo>
                      <a:pt x="1608" y="1330"/>
                    </a:lnTo>
                    <a:lnTo>
                      <a:pt x="1582" y="1396"/>
                    </a:lnTo>
                    <a:lnTo>
                      <a:pt x="1551" y="1460"/>
                    </a:lnTo>
                    <a:lnTo>
                      <a:pt x="1515" y="1521"/>
                    </a:lnTo>
                    <a:lnTo>
                      <a:pt x="1472" y="1579"/>
                    </a:lnTo>
                    <a:lnTo>
                      <a:pt x="1423" y="1634"/>
                    </a:lnTo>
                    <a:lnTo>
                      <a:pt x="1371" y="1686"/>
                    </a:lnTo>
                    <a:lnTo>
                      <a:pt x="1311" y="1733"/>
                    </a:lnTo>
                    <a:lnTo>
                      <a:pt x="1248" y="1775"/>
                    </a:lnTo>
                    <a:lnTo>
                      <a:pt x="1183" y="1810"/>
                    </a:lnTo>
                    <a:lnTo>
                      <a:pt x="1116" y="1838"/>
                    </a:lnTo>
                    <a:lnTo>
                      <a:pt x="1047" y="1861"/>
                    </a:lnTo>
                    <a:lnTo>
                      <a:pt x="977" y="1877"/>
                    </a:lnTo>
                    <a:lnTo>
                      <a:pt x="907" y="1888"/>
                    </a:lnTo>
                    <a:lnTo>
                      <a:pt x="835" y="1892"/>
                    </a:lnTo>
                    <a:lnTo>
                      <a:pt x="765" y="1889"/>
                    </a:lnTo>
                    <a:lnTo>
                      <a:pt x="695" y="1881"/>
                    </a:lnTo>
                    <a:lnTo>
                      <a:pt x="625" y="1868"/>
                    </a:lnTo>
                    <a:lnTo>
                      <a:pt x="557" y="1847"/>
                    </a:lnTo>
                    <a:lnTo>
                      <a:pt x="491" y="1822"/>
                    </a:lnTo>
                    <a:lnTo>
                      <a:pt x="426" y="1791"/>
                    </a:lnTo>
                    <a:lnTo>
                      <a:pt x="366" y="1753"/>
                    </a:lnTo>
                    <a:lnTo>
                      <a:pt x="306" y="1711"/>
                    </a:lnTo>
                    <a:lnTo>
                      <a:pt x="252" y="1663"/>
                    </a:lnTo>
                    <a:lnTo>
                      <a:pt x="201" y="1609"/>
                    </a:lnTo>
                    <a:lnTo>
                      <a:pt x="154" y="1549"/>
                    </a:lnTo>
                    <a:lnTo>
                      <a:pt x="125" y="1508"/>
                    </a:lnTo>
                    <a:lnTo>
                      <a:pt x="103" y="1459"/>
                    </a:lnTo>
                    <a:lnTo>
                      <a:pt x="81" y="1405"/>
                    </a:lnTo>
                    <a:lnTo>
                      <a:pt x="63" y="1347"/>
                    </a:lnTo>
                    <a:lnTo>
                      <a:pt x="47" y="1285"/>
                    </a:lnTo>
                    <a:lnTo>
                      <a:pt x="35" y="1220"/>
                    </a:lnTo>
                    <a:lnTo>
                      <a:pt x="24" y="1152"/>
                    </a:lnTo>
                    <a:lnTo>
                      <a:pt x="15" y="1080"/>
                    </a:lnTo>
                    <a:lnTo>
                      <a:pt x="9" y="1007"/>
                    </a:lnTo>
                    <a:lnTo>
                      <a:pt x="4" y="934"/>
                    </a:lnTo>
                    <a:lnTo>
                      <a:pt x="1" y="859"/>
                    </a:lnTo>
                    <a:lnTo>
                      <a:pt x="0" y="785"/>
                    </a:lnTo>
                    <a:lnTo>
                      <a:pt x="0" y="709"/>
                    </a:lnTo>
                    <a:lnTo>
                      <a:pt x="1" y="636"/>
                    </a:lnTo>
                    <a:lnTo>
                      <a:pt x="4" y="563"/>
                    </a:lnTo>
                    <a:lnTo>
                      <a:pt x="7" y="493"/>
                    </a:lnTo>
                    <a:lnTo>
                      <a:pt x="11" y="425"/>
                    </a:lnTo>
                    <a:lnTo>
                      <a:pt x="15" y="360"/>
                    </a:lnTo>
                    <a:lnTo>
                      <a:pt x="19" y="299"/>
                    </a:lnTo>
                    <a:lnTo>
                      <a:pt x="24" y="242"/>
                    </a:lnTo>
                    <a:lnTo>
                      <a:pt x="30" y="190"/>
                    </a:lnTo>
                    <a:lnTo>
                      <a:pt x="34" y="143"/>
                    </a:lnTo>
                    <a:lnTo>
                      <a:pt x="39" y="101"/>
                    </a:lnTo>
                    <a:lnTo>
                      <a:pt x="43" y="66"/>
                    </a:lnTo>
                    <a:lnTo>
                      <a:pt x="46" y="37"/>
                    </a:lnTo>
                    <a:lnTo>
                      <a:pt x="49" y="17"/>
                    </a:lnTo>
                    <a:lnTo>
                      <a:pt x="50" y="4"/>
                    </a:lnTo>
                    <a:lnTo>
                      <a:pt x="51" y="0"/>
                    </a:lnTo>
                    <a:close/>
                  </a:path>
                </a:pathLst>
              </a:custGeom>
              <a:solidFill>
                <a:schemeClr val="accent6"/>
              </a:solidFill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6" name="Freeform 74"/>
              <p:cNvSpPr>
                <a:spLocks noEditPoints="1"/>
              </p:cNvSpPr>
              <p:nvPr/>
            </p:nvSpPr>
            <p:spPr bwMode="auto">
              <a:xfrm>
                <a:off x="6650038" y="4946650"/>
                <a:ext cx="517525" cy="635000"/>
              </a:xfrm>
              <a:custGeom>
                <a:avLst/>
                <a:gdLst>
                  <a:gd name="T0" fmla="*/ 2003 w 2939"/>
                  <a:gd name="T1" fmla="*/ 2890 h 3600"/>
                  <a:gd name="T2" fmla="*/ 1859 w 2939"/>
                  <a:gd name="T3" fmla="*/ 2961 h 3600"/>
                  <a:gd name="T4" fmla="*/ 2195 w 2939"/>
                  <a:gd name="T5" fmla="*/ 3289 h 3600"/>
                  <a:gd name="T6" fmla="*/ 2729 w 2939"/>
                  <a:gd name="T7" fmla="*/ 2753 h 3600"/>
                  <a:gd name="T8" fmla="*/ 2634 w 2939"/>
                  <a:gd name="T9" fmla="*/ 2623 h 3600"/>
                  <a:gd name="T10" fmla="*/ 1495 w 2939"/>
                  <a:gd name="T11" fmla="*/ 2623 h 3600"/>
                  <a:gd name="T12" fmla="*/ 949 w 2939"/>
                  <a:gd name="T13" fmla="*/ 2664 h 3600"/>
                  <a:gd name="T14" fmla="*/ 963 w 2939"/>
                  <a:gd name="T15" fmla="*/ 2522 h 3600"/>
                  <a:gd name="T16" fmla="*/ 838 w 2939"/>
                  <a:gd name="T17" fmla="*/ 2470 h 3600"/>
                  <a:gd name="T18" fmla="*/ 456 w 2939"/>
                  <a:gd name="T19" fmla="*/ 2606 h 3600"/>
                  <a:gd name="T20" fmla="*/ 488 w 2939"/>
                  <a:gd name="T21" fmla="*/ 2522 h 3600"/>
                  <a:gd name="T22" fmla="*/ 2269 w 2939"/>
                  <a:gd name="T23" fmla="*/ 2263 h 3600"/>
                  <a:gd name="T24" fmla="*/ 2743 w 2939"/>
                  <a:gd name="T25" fmla="*/ 2459 h 3600"/>
                  <a:gd name="T26" fmla="*/ 2939 w 2939"/>
                  <a:gd name="T27" fmla="*/ 2931 h 3600"/>
                  <a:gd name="T28" fmla="*/ 2743 w 2939"/>
                  <a:gd name="T29" fmla="*/ 3404 h 3600"/>
                  <a:gd name="T30" fmla="*/ 2269 w 2939"/>
                  <a:gd name="T31" fmla="*/ 3600 h 3600"/>
                  <a:gd name="T32" fmla="*/ 1795 w 2939"/>
                  <a:gd name="T33" fmla="*/ 3404 h 3600"/>
                  <a:gd name="T34" fmla="*/ 1599 w 2939"/>
                  <a:gd name="T35" fmla="*/ 2931 h 3600"/>
                  <a:gd name="T36" fmla="*/ 1795 w 2939"/>
                  <a:gd name="T37" fmla="*/ 2459 h 3600"/>
                  <a:gd name="T38" fmla="*/ 2269 w 2939"/>
                  <a:gd name="T39" fmla="*/ 2263 h 3600"/>
                  <a:gd name="T40" fmla="*/ 1599 w 2939"/>
                  <a:gd name="T41" fmla="*/ 2160 h 3600"/>
                  <a:gd name="T42" fmla="*/ 949 w 2939"/>
                  <a:gd name="T43" fmla="*/ 2201 h 3600"/>
                  <a:gd name="T44" fmla="*/ 963 w 2939"/>
                  <a:gd name="T45" fmla="*/ 2060 h 3600"/>
                  <a:gd name="T46" fmla="*/ 838 w 2939"/>
                  <a:gd name="T47" fmla="*/ 2029 h 3600"/>
                  <a:gd name="T48" fmla="*/ 456 w 2939"/>
                  <a:gd name="T49" fmla="*/ 2165 h 3600"/>
                  <a:gd name="T50" fmla="*/ 488 w 2939"/>
                  <a:gd name="T51" fmla="*/ 2081 h 3600"/>
                  <a:gd name="T52" fmla="*/ 980 w 2939"/>
                  <a:gd name="T53" fmla="*/ 1646 h 3600"/>
                  <a:gd name="T54" fmla="*/ 1854 w 2939"/>
                  <a:gd name="T55" fmla="*/ 1765 h 3600"/>
                  <a:gd name="T56" fmla="*/ 938 w 2939"/>
                  <a:gd name="T57" fmla="*/ 1779 h 3600"/>
                  <a:gd name="T58" fmla="*/ 980 w 2939"/>
                  <a:gd name="T59" fmla="*/ 1646 h 3600"/>
                  <a:gd name="T60" fmla="*/ 830 w 2939"/>
                  <a:gd name="T61" fmla="*/ 1605 h 3600"/>
                  <a:gd name="T62" fmla="*/ 446 w 2939"/>
                  <a:gd name="T63" fmla="*/ 1717 h 3600"/>
                  <a:gd name="T64" fmla="*/ 502 w 2939"/>
                  <a:gd name="T65" fmla="*/ 1647 h 3600"/>
                  <a:gd name="T66" fmla="*/ 1804 w 2939"/>
                  <a:gd name="T67" fmla="*/ 1183 h 3600"/>
                  <a:gd name="T68" fmla="*/ 1846 w 2939"/>
                  <a:gd name="T69" fmla="*/ 1316 h 3600"/>
                  <a:gd name="T70" fmla="*/ 931 w 2939"/>
                  <a:gd name="T71" fmla="*/ 1301 h 3600"/>
                  <a:gd name="T72" fmla="*/ 798 w 2939"/>
                  <a:gd name="T73" fmla="*/ 1068 h 3600"/>
                  <a:gd name="T74" fmla="*/ 640 w 2939"/>
                  <a:gd name="T75" fmla="*/ 1360 h 3600"/>
                  <a:gd name="T76" fmla="*/ 440 w 2939"/>
                  <a:gd name="T77" fmla="*/ 1246 h 3600"/>
                  <a:gd name="T78" fmla="*/ 515 w 2939"/>
                  <a:gd name="T79" fmla="*/ 1197 h 3600"/>
                  <a:gd name="T80" fmla="*/ 569 w 2939"/>
                  <a:gd name="T81" fmla="*/ 386 h 3600"/>
                  <a:gd name="T82" fmla="*/ 706 w 2939"/>
                  <a:gd name="T83" fmla="*/ 640 h 3600"/>
                  <a:gd name="T84" fmla="*/ 1648 w 2939"/>
                  <a:gd name="T85" fmla="*/ 619 h 3600"/>
                  <a:gd name="T86" fmla="*/ 1748 w 2939"/>
                  <a:gd name="T87" fmla="*/ 360 h 3600"/>
                  <a:gd name="T88" fmla="*/ 2285 w 2939"/>
                  <a:gd name="T89" fmla="*/ 454 h 3600"/>
                  <a:gd name="T90" fmla="*/ 2198 w 2939"/>
                  <a:gd name="T91" fmla="*/ 2112 h 3600"/>
                  <a:gd name="T92" fmla="*/ 1465 w 2939"/>
                  <a:gd name="T93" fmla="*/ 3116 h 3600"/>
                  <a:gd name="T94" fmla="*/ 49 w 2939"/>
                  <a:gd name="T95" fmla="*/ 3167 h 3600"/>
                  <a:gd name="T96" fmla="*/ 22 w 2939"/>
                  <a:gd name="T97" fmla="*/ 471 h 3600"/>
                  <a:gd name="T98" fmla="*/ 1160 w 2939"/>
                  <a:gd name="T99" fmla="*/ 103 h 3600"/>
                  <a:gd name="T100" fmla="*/ 1094 w 2939"/>
                  <a:gd name="T101" fmla="*/ 219 h 3600"/>
                  <a:gd name="T102" fmla="*/ 1227 w 2939"/>
                  <a:gd name="T103" fmla="*/ 219 h 3600"/>
                  <a:gd name="T104" fmla="*/ 1160 w 2939"/>
                  <a:gd name="T105" fmla="*/ 103 h 3600"/>
                  <a:gd name="T106" fmla="*/ 1317 w 2939"/>
                  <a:gd name="T107" fmla="*/ 88 h 3600"/>
                  <a:gd name="T108" fmla="*/ 1379 w 2939"/>
                  <a:gd name="T109" fmla="*/ 247 h 3600"/>
                  <a:gd name="T110" fmla="*/ 1624 w 2939"/>
                  <a:gd name="T111" fmla="*/ 324 h 3600"/>
                  <a:gd name="T112" fmla="*/ 1605 w 2939"/>
                  <a:gd name="T113" fmla="*/ 521 h 3600"/>
                  <a:gd name="T114" fmla="*/ 738 w 2939"/>
                  <a:gd name="T115" fmla="*/ 540 h 3600"/>
                  <a:gd name="T116" fmla="*/ 682 w 2939"/>
                  <a:gd name="T117" fmla="*/ 350 h 3600"/>
                  <a:gd name="T118" fmla="*/ 923 w 2939"/>
                  <a:gd name="T119" fmla="*/ 254 h 3600"/>
                  <a:gd name="T120" fmla="*/ 991 w 2939"/>
                  <a:gd name="T121" fmla="*/ 116 h 36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</a:cxnLst>
                <a:rect l="0" t="0" r="r" b="b"/>
                <a:pathLst>
                  <a:path w="2939" h="3600">
                    <a:moveTo>
                      <a:pt x="2634" y="2623"/>
                    </a:moveTo>
                    <a:lnTo>
                      <a:pt x="2613" y="2625"/>
                    </a:lnTo>
                    <a:lnTo>
                      <a:pt x="2591" y="2630"/>
                    </a:lnTo>
                    <a:lnTo>
                      <a:pt x="2570" y="2641"/>
                    </a:lnTo>
                    <a:lnTo>
                      <a:pt x="2552" y="2657"/>
                    </a:lnTo>
                    <a:lnTo>
                      <a:pt x="2205" y="3047"/>
                    </a:lnTo>
                    <a:lnTo>
                      <a:pt x="2024" y="2903"/>
                    </a:lnTo>
                    <a:lnTo>
                      <a:pt x="2003" y="2890"/>
                    </a:lnTo>
                    <a:lnTo>
                      <a:pt x="1982" y="2882"/>
                    </a:lnTo>
                    <a:lnTo>
                      <a:pt x="1960" y="2880"/>
                    </a:lnTo>
                    <a:lnTo>
                      <a:pt x="1937" y="2882"/>
                    </a:lnTo>
                    <a:lnTo>
                      <a:pt x="1915" y="2890"/>
                    </a:lnTo>
                    <a:lnTo>
                      <a:pt x="1895" y="2902"/>
                    </a:lnTo>
                    <a:lnTo>
                      <a:pt x="1879" y="2918"/>
                    </a:lnTo>
                    <a:lnTo>
                      <a:pt x="1866" y="2939"/>
                    </a:lnTo>
                    <a:lnTo>
                      <a:pt x="1859" y="2961"/>
                    </a:lnTo>
                    <a:lnTo>
                      <a:pt x="1856" y="2983"/>
                    </a:lnTo>
                    <a:lnTo>
                      <a:pt x="1859" y="3005"/>
                    </a:lnTo>
                    <a:lnTo>
                      <a:pt x="1866" y="3027"/>
                    </a:lnTo>
                    <a:lnTo>
                      <a:pt x="1878" y="3046"/>
                    </a:lnTo>
                    <a:lnTo>
                      <a:pt x="1895" y="3063"/>
                    </a:lnTo>
                    <a:lnTo>
                      <a:pt x="2152" y="3268"/>
                    </a:lnTo>
                    <a:lnTo>
                      <a:pt x="2173" y="3281"/>
                    </a:lnTo>
                    <a:lnTo>
                      <a:pt x="2195" y="3289"/>
                    </a:lnTo>
                    <a:lnTo>
                      <a:pt x="2217" y="3291"/>
                    </a:lnTo>
                    <a:lnTo>
                      <a:pt x="2239" y="3289"/>
                    </a:lnTo>
                    <a:lnTo>
                      <a:pt x="2258" y="3283"/>
                    </a:lnTo>
                    <a:lnTo>
                      <a:pt x="2278" y="3272"/>
                    </a:lnTo>
                    <a:lnTo>
                      <a:pt x="2294" y="3257"/>
                    </a:lnTo>
                    <a:lnTo>
                      <a:pt x="2707" y="2794"/>
                    </a:lnTo>
                    <a:lnTo>
                      <a:pt x="2720" y="2774"/>
                    </a:lnTo>
                    <a:lnTo>
                      <a:pt x="2729" y="2753"/>
                    </a:lnTo>
                    <a:lnTo>
                      <a:pt x="2733" y="2731"/>
                    </a:lnTo>
                    <a:lnTo>
                      <a:pt x="2731" y="2709"/>
                    </a:lnTo>
                    <a:lnTo>
                      <a:pt x="2725" y="2687"/>
                    </a:lnTo>
                    <a:lnTo>
                      <a:pt x="2714" y="2666"/>
                    </a:lnTo>
                    <a:lnTo>
                      <a:pt x="2698" y="2649"/>
                    </a:lnTo>
                    <a:lnTo>
                      <a:pt x="2678" y="2636"/>
                    </a:lnTo>
                    <a:lnTo>
                      <a:pt x="2657" y="2627"/>
                    </a:lnTo>
                    <a:lnTo>
                      <a:pt x="2634" y="2623"/>
                    </a:lnTo>
                    <a:close/>
                    <a:moveTo>
                      <a:pt x="980" y="2520"/>
                    </a:moveTo>
                    <a:lnTo>
                      <a:pt x="1444" y="2520"/>
                    </a:lnTo>
                    <a:lnTo>
                      <a:pt x="1460" y="2522"/>
                    </a:lnTo>
                    <a:lnTo>
                      <a:pt x="1474" y="2530"/>
                    </a:lnTo>
                    <a:lnTo>
                      <a:pt x="1485" y="2541"/>
                    </a:lnTo>
                    <a:lnTo>
                      <a:pt x="1493" y="2555"/>
                    </a:lnTo>
                    <a:lnTo>
                      <a:pt x="1495" y="2571"/>
                    </a:lnTo>
                    <a:lnTo>
                      <a:pt x="1495" y="2623"/>
                    </a:lnTo>
                    <a:lnTo>
                      <a:pt x="1493" y="2639"/>
                    </a:lnTo>
                    <a:lnTo>
                      <a:pt x="1485" y="2653"/>
                    </a:lnTo>
                    <a:lnTo>
                      <a:pt x="1474" y="2664"/>
                    </a:lnTo>
                    <a:lnTo>
                      <a:pt x="1460" y="2672"/>
                    </a:lnTo>
                    <a:lnTo>
                      <a:pt x="1444" y="2674"/>
                    </a:lnTo>
                    <a:lnTo>
                      <a:pt x="980" y="2674"/>
                    </a:lnTo>
                    <a:lnTo>
                      <a:pt x="963" y="2672"/>
                    </a:lnTo>
                    <a:lnTo>
                      <a:pt x="949" y="2664"/>
                    </a:lnTo>
                    <a:lnTo>
                      <a:pt x="938" y="2653"/>
                    </a:lnTo>
                    <a:lnTo>
                      <a:pt x="931" y="2639"/>
                    </a:lnTo>
                    <a:lnTo>
                      <a:pt x="928" y="2623"/>
                    </a:lnTo>
                    <a:lnTo>
                      <a:pt x="928" y="2571"/>
                    </a:lnTo>
                    <a:lnTo>
                      <a:pt x="931" y="2555"/>
                    </a:lnTo>
                    <a:lnTo>
                      <a:pt x="938" y="2541"/>
                    </a:lnTo>
                    <a:lnTo>
                      <a:pt x="949" y="2530"/>
                    </a:lnTo>
                    <a:lnTo>
                      <a:pt x="963" y="2522"/>
                    </a:lnTo>
                    <a:lnTo>
                      <a:pt x="980" y="2520"/>
                    </a:lnTo>
                    <a:close/>
                    <a:moveTo>
                      <a:pt x="798" y="2404"/>
                    </a:moveTo>
                    <a:lnTo>
                      <a:pt x="812" y="2408"/>
                    </a:lnTo>
                    <a:lnTo>
                      <a:pt x="826" y="2416"/>
                    </a:lnTo>
                    <a:lnTo>
                      <a:pt x="835" y="2427"/>
                    </a:lnTo>
                    <a:lnTo>
                      <a:pt x="841" y="2441"/>
                    </a:lnTo>
                    <a:lnTo>
                      <a:pt x="841" y="2456"/>
                    </a:lnTo>
                    <a:lnTo>
                      <a:pt x="838" y="2470"/>
                    </a:lnTo>
                    <a:lnTo>
                      <a:pt x="830" y="2483"/>
                    </a:lnTo>
                    <a:lnTo>
                      <a:pt x="640" y="2696"/>
                    </a:lnTo>
                    <a:lnTo>
                      <a:pt x="629" y="2704"/>
                    </a:lnTo>
                    <a:lnTo>
                      <a:pt x="617" y="2710"/>
                    </a:lnTo>
                    <a:lnTo>
                      <a:pt x="604" y="2712"/>
                    </a:lnTo>
                    <a:lnTo>
                      <a:pt x="588" y="2709"/>
                    </a:lnTo>
                    <a:lnTo>
                      <a:pt x="574" y="2701"/>
                    </a:lnTo>
                    <a:lnTo>
                      <a:pt x="456" y="2606"/>
                    </a:lnTo>
                    <a:lnTo>
                      <a:pt x="446" y="2595"/>
                    </a:lnTo>
                    <a:lnTo>
                      <a:pt x="440" y="2582"/>
                    </a:lnTo>
                    <a:lnTo>
                      <a:pt x="438" y="2568"/>
                    </a:lnTo>
                    <a:lnTo>
                      <a:pt x="441" y="2554"/>
                    </a:lnTo>
                    <a:lnTo>
                      <a:pt x="448" y="2540"/>
                    </a:lnTo>
                    <a:lnTo>
                      <a:pt x="459" y="2530"/>
                    </a:lnTo>
                    <a:lnTo>
                      <a:pt x="473" y="2524"/>
                    </a:lnTo>
                    <a:lnTo>
                      <a:pt x="488" y="2522"/>
                    </a:lnTo>
                    <a:lnTo>
                      <a:pt x="502" y="2525"/>
                    </a:lnTo>
                    <a:lnTo>
                      <a:pt x="515" y="2533"/>
                    </a:lnTo>
                    <a:lnTo>
                      <a:pt x="598" y="2600"/>
                    </a:lnTo>
                    <a:lnTo>
                      <a:pt x="759" y="2420"/>
                    </a:lnTo>
                    <a:lnTo>
                      <a:pt x="770" y="2410"/>
                    </a:lnTo>
                    <a:lnTo>
                      <a:pt x="784" y="2405"/>
                    </a:lnTo>
                    <a:lnTo>
                      <a:pt x="798" y="2404"/>
                    </a:lnTo>
                    <a:close/>
                    <a:moveTo>
                      <a:pt x="2269" y="2263"/>
                    </a:moveTo>
                    <a:lnTo>
                      <a:pt x="2337" y="2266"/>
                    </a:lnTo>
                    <a:lnTo>
                      <a:pt x="2404" y="2277"/>
                    </a:lnTo>
                    <a:lnTo>
                      <a:pt x="2468" y="2293"/>
                    </a:lnTo>
                    <a:lnTo>
                      <a:pt x="2530" y="2315"/>
                    </a:lnTo>
                    <a:lnTo>
                      <a:pt x="2589" y="2343"/>
                    </a:lnTo>
                    <a:lnTo>
                      <a:pt x="2643" y="2377"/>
                    </a:lnTo>
                    <a:lnTo>
                      <a:pt x="2695" y="2415"/>
                    </a:lnTo>
                    <a:lnTo>
                      <a:pt x="2743" y="2459"/>
                    </a:lnTo>
                    <a:lnTo>
                      <a:pt x="2785" y="2506"/>
                    </a:lnTo>
                    <a:lnTo>
                      <a:pt x="2825" y="2557"/>
                    </a:lnTo>
                    <a:lnTo>
                      <a:pt x="2858" y="2613"/>
                    </a:lnTo>
                    <a:lnTo>
                      <a:pt x="2886" y="2672"/>
                    </a:lnTo>
                    <a:lnTo>
                      <a:pt x="2909" y="2733"/>
                    </a:lnTo>
                    <a:lnTo>
                      <a:pt x="2925" y="2797"/>
                    </a:lnTo>
                    <a:lnTo>
                      <a:pt x="2935" y="2863"/>
                    </a:lnTo>
                    <a:lnTo>
                      <a:pt x="2939" y="2931"/>
                    </a:lnTo>
                    <a:lnTo>
                      <a:pt x="2935" y="3000"/>
                    </a:lnTo>
                    <a:lnTo>
                      <a:pt x="2925" y="3067"/>
                    </a:lnTo>
                    <a:lnTo>
                      <a:pt x="2909" y="3130"/>
                    </a:lnTo>
                    <a:lnTo>
                      <a:pt x="2886" y="3192"/>
                    </a:lnTo>
                    <a:lnTo>
                      <a:pt x="2858" y="3250"/>
                    </a:lnTo>
                    <a:lnTo>
                      <a:pt x="2825" y="3305"/>
                    </a:lnTo>
                    <a:lnTo>
                      <a:pt x="2785" y="3357"/>
                    </a:lnTo>
                    <a:lnTo>
                      <a:pt x="2743" y="3404"/>
                    </a:lnTo>
                    <a:lnTo>
                      <a:pt x="2695" y="3447"/>
                    </a:lnTo>
                    <a:lnTo>
                      <a:pt x="2643" y="3485"/>
                    </a:lnTo>
                    <a:lnTo>
                      <a:pt x="2589" y="3519"/>
                    </a:lnTo>
                    <a:lnTo>
                      <a:pt x="2530" y="3548"/>
                    </a:lnTo>
                    <a:lnTo>
                      <a:pt x="2468" y="3569"/>
                    </a:lnTo>
                    <a:lnTo>
                      <a:pt x="2404" y="3587"/>
                    </a:lnTo>
                    <a:lnTo>
                      <a:pt x="2337" y="3597"/>
                    </a:lnTo>
                    <a:lnTo>
                      <a:pt x="2269" y="3600"/>
                    </a:lnTo>
                    <a:lnTo>
                      <a:pt x="2200" y="3597"/>
                    </a:lnTo>
                    <a:lnTo>
                      <a:pt x="2134" y="3587"/>
                    </a:lnTo>
                    <a:lnTo>
                      <a:pt x="2069" y="3569"/>
                    </a:lnTo>
                    <a:lnTo>
                      <a:pt x="2008" y="3548"/>
                    </a:lnTo>
                    <a:lnTo>
                      <a:pt x="1949" y="3519"/>
                    </a:lnTo>
                    <a:lnTo>
                      <a:pt x="1894" y="3485"/>
                    </a:lnTo>
                    <a:lnTo>
                      <a:pt x="1843" y="3447"/>
                    </a:lnTo>
                    <a:lnTo>
                      <a:pt x="1795" y="3404"/>
                    </a:lnTo>
                    <a:lnTo>
                      <a:pt x="1752" y="3357"/>
                    </a:lnTo>
                    <a:lnTo>
                      <a:pt x="1713" y="3305"/>
                    </a:lnTo>
                    <a:lnTo>
                      <a:pt x="1680" y="3250"/>
                    </a:lnTo>
                    <a:lnTo>
                      <a:pt x="1651" y="3192"/>
                    </a:lnTo>
                    <a:lnTo>
                      <a:pt x="1628" y="3130"/>
                    </a:lnTo>
                    <a:lnTo>
                      <a:pt x="1612" y="3067"/>
                    </a:lnTo>
                    <a:lnTo>
                      <a:pt x="1602" y="3000"/>
                    </a:lnTo>
                    <a:lnTo>
                      <a:pt x="1599" y="2931"/>
                    </a:lnTo>
                    <a:lnTo>
                      <a:pt x="1602" y="2863"/>
                    </a:lnTo>
                    <a:lnTo>
                      <a:pt x="1612" y="2797"/>
                    </a:lnTo>
                    <a:lnTo>
                      <a:pt x="1628" y="2733"/>
                    </a:lnTo>
                    <a:lnTo>
                      <a:pt x="1651" y="2672"/>
                    </a:lnTo>
                    <a:lnTo>
                      <a:pt x="1680" y="2613"/>
                    </a:lnTo>
                    <a:lnTo>
                      <a:pt x="1713" y="2557"/>
                    </a:lnTo>
                    <a:lnTo>
                      <a:pt x="1752" y="2506"/>
                    </a:lnTo>
                    <a:lnTo>
                      <a:pt x="1795" y="2459"/>
                    </a:lnTo>
                    <a:lnTo>
                      <a:pt x="1843" y="2415"/>
                    </a:lnTo>
                    <a:lnTo>
                      <a:pt x="1894" y="2377"/>
                    </a:lnTo>
                    <a:lnTo>
                      <a:pt x="1949" y="2343"/>
                    </a:lnTo>
                    <a:lnTo>
                      <a:pt x="2008" y="2315"/>
                    </a:lnTo>
                    <a:lnTo>
                      <a:pt x="2069" y="2293"/>
                    </a:lnTo>
                    <a:lnTo>
                      <a:pt x="2134" y="2277"/>
                    </a:lnTo>
                    <a:lnTo>
                      <a:pt x="2200" y="2266"/>
                    </a:lnTo>
                    <a:lnTo>
                      <a:pt x="2269" y="2263"/>
                    </a:lnTo>
                    <a:close/>
                    <a:moveTo>
                      <a:pt x="980" y="2057"/>
                    </a:moveTo>
                    <a:lnTo>
                      <a:pt x="1547" y="2057"/>
                    </a:lnTo>
                    <a:lnTo>
                      <a:pt x="1563" y="2060"/>
                    </a:lnTo>
                    <a:lnTo>
                      <a:pt x="1577" y="2067"/>
                    </a:lnTo>
                    <a:lnTo>
                      <a:pt x="1589" y="2078"/>
                    </a:lnTo>
                    <a:lnTo>
                      <a:pt x="1596" y="2092"/>
                    </a:lnTo>
                    <a:lnTo>
                      <a:pt x="1599" y="2109"/>
                    </a:lnTo>
                    <a:lnTo>
                      <a:pt x="1599" y="2160"/>
                    </a:lnTo>
                    <a:lnTo>
                      <a:pt x="1596" y="2176"/>
                    </a:lnTo>
                    <a:lnTo>
                      <a:pt x="1589" y="2191"/>
                    </a:lnTo>
                    <a:lnTo>
                      <a:pt x="1577" y="2201"/>
                    </a:lnTo>
                    <a:lnTo>
                      <a:pt x="1563" y="2209"/>
                    </a:lnTo>
                    <a:lnTo>
                      <a:pt x="1547" y="2211"/>
                    </a:lnTo>
                    <a:lnTo>
                      <a:pt x="980" y="2211"/>
                    </a:lnTo>
                    <a:lnTo>
                      <a:pt x="963" y="2209"/>
                    </a:lnTo>
                    <a:lnTo>
                      <a:pt x="949" y="2201"/>
                    </a:lnTo>
                    <a:lnTo>
                      <a:pt x="938" y="2191"/>
                    </a:lnTo>
                    <a:lnTo>
                      <a:pt x="931" y="2176"/>
                    </a:lnTo>
                    <a:lnTo>
                      <a:pt x="928" y="2160"/>
                    </a:lnTo>
                    <a:lnTo>
                      <a:pt x="928" y="2109"/>
                    </a:lnTo>
                    <a:lnTo>
                      <a:pt x="931" y="2092"/>
                    </a:lnTo>
                    <a:lnTo>
                      <a:pt x="938" y="2078"/>
                    </a:lnTo>
                    <a:lnTo>
                      <a:pt x="949" y="2067"/>
                    </a:lnTo>
                    <a:lnTo>
                      <a:pt x="963" y="2060"/>
                    </a:lnTo>
                    <a:lnTo>
                      <a:pt x="980" y="2057"/>
                    </a:lnTo>
                    <a:close/>
                    <a:moveTo>
                      <a:pt x="798" y="1964"/>
                    </a:moveTo>
                    <a:lnTo>
                      <a:pt x="812" y="1967"/>
                    </a:lnTo>
                    <a:lnTo>
                      <a:pt x="826" y="1976"/>
                    </a:lnTo>
                    <a:lnTo>
                      <a:pt x="835" y="1987"/>
                    </a:lnTo>
                    <a:lnTo>
                      <a:pt x="841" y="2001"/>
                    </a:lnTo>
                    <a:lnTo>
                      <a:pt x="841" y="2015"/>
                    </a:lnTo>
                    <a:lnTo>
                      <a:pt x="838" y="2029"/>
                    </a:lnTo>
                    <a:lnTo>
                      <a:pt x="830" y="2042"/>
                    </a:lnTo>
                    <a:lnTo>
                      <a:pt x="640" y="2255"/>
                    </a:lnTo>
                    <a:lnTo>
                      <a:pt x="629" y="2264"/>
                    </a:lnTo>
                    <a:lnTo>
                      <a:pt x="617" y="2269"/>
                    </a:lnTo>
                    <a:lnTo>
                      <a:pt x="604" y="2271"/>
                    </a:lnTo>
                    <a:lnTo>
                      <a:pt x="588" y="2268"/>
                    </a:lnTo>
                    <a:lnTo>
                      <a:pt x="574" y="2260"/>
                    </a:lnTo>
                    <a:lnTo>
                      <a:pt x="456" y="2165"/>
                    </a:lnTo>
                    <a:lnTo>
                      <a:pt x="446" y="2155"/>
                    </a:lnTo>
                    <a:lnTo>
                      <a:pt x="440" y="2141"/>
                    </a:lnTo>
                    <a:lnTo>
                      <a:pt x="438" y="2127"/>
                    </a:lnTo>
                    <a:lnTo>
                      <a:pt x="441" y="2113"/>
                    </a:lnTo>
                    <a:lnTo>
                      <a:pt x="448" y="2099"/>
                    </a:lnTo>
                    <a:lnTo>
                      <a:pt x="459" y="2089"/>
                    </a:lnTo>
                    <a:lnTo>
                      <a:pt x="473" y="2084"/>
                    </a:lnTo>
                    <a:lnTo>
                      <a:pt x="488" y="2081"/>
                    </a:lnTo>
                    <a:lnTo>
                      <a:pt x="502" y="2085"/>
                    </a:lnTo>
                    <a:lnTo>
                      <a:pt x="515" y="2092"/>
                    </a:lnTo>
                    <a:lnTo>
                      <a:pt x="598" y="2159"/>
                    </a:lnTo>
                    <a:lnTo>
                      <a:pt x="759" y="1979"/>
                    </a:lnTo>
                    <a:lnTo>
                      <a:pt x="770" y="1969"/>
                    </a:lnTo>
                    <a:lnTo>
                      <a:pt x="784" y="1965"/>
                    </a:lnTo>
                    <a:lnTo>
                      <a:pt x="798" y="1964"/>
                    </a:lnTo>
                    <a:close/>
                    <a:moveTo>
                      <a:pt x="980" y="1646"/>
                    </a:moveTo>
                    <a:lnTo>
                      <a:pt x="1804" y="1646"/>
                    </a:lnTo>
                    <a:lnTo>
                      <a:pt x="1821" y="1648"/>
                    </a:lnTo>
                    <a:lnTo>
                      <a:pt x="1835" y="1656"/>
                    </a:lnTo>
                    <a:lnTo>
                      <a:pt x="1846" y="1667"/>
                    </a:lnTo>
                    <a:lnTo>
                      <a:pt x="1854" y="1681"/>
                    </a:lnTo>
                    <a:lnTo>
                      <a:pt x="1856" y="1697"/>
                    </a:lnTo>
                    <a:lnTo>
                      <a:pt x="1856" y="1749"/>
                    </a:lnTo>
                    <a:lnTo>
                      <a:pt x="1854" y="1765"/>
                    </a:lnTo>
                    <a:lnTo>
                      <a:pt x="1846" y="1779"/>
                    </a:lnTo>
                    <a:lnTo>
                      <a:pt x="1835" y="1790"/>
                    </a:lnTo>
                    <a:lnTo>
                      <a:pt x="1821" y="1798"/>
                    </a:lnTo>
                    <a:lnTo>
                      <a:pt x="1804" y="1800"/>
                    </a:lnTo>
                    <a:lnTo>
                      <a:pt x="980" y="1800"/>
                    </a:lnTo>
                    <a:lnTo>
                      <a:pt x="963" y="1798"/>
                    </a:lnTo>
                    <a:lnTo>
                      <a:pt x="949" y="1790"/>
                    </a:lnTo>
                    <a:lnTo>
                      <a:pt x="938" y="1779"/>
                    </a:lnTo>
                    <a:lnTo>
                      <a:pt x="931" y="1765"/>
                    </a:lnTo>
                    <a:lnTo>
                      <a:pt x="928" y="1749"/>
                    </a:lnTo>
                    <a:lnTo>
                      <a:pt x="928" y="1697"/>
                    </a:lnTo>
                    <a:lnTo>
                      <a:pt x="931" y="1681"/>
                    </a:lnTo>
                    <a:lnTo>
                      <a:pt x="938" y="1667"/>
                    </a:lnTo>
                    <a:lnTo>
                      <a:pt x="949" y="1656"/>
                    </a:lnTo>
                    <a:lnTo>
                      <a:pt x="963" y="1648"/>
                    </a:lnTo>
                    <a:lnTo>
                      <a:pt x="980" y="1646"/>
                    </a:lnTo>
                    <a:close/>
                    <a:moveTo>
                      <a:pt x="798" y="1526"/>
                    </a:moveTo>
                    <a:lnTo>
                      <a:pt x="812" y="1529"/>
                    </a:lnTo>
                    <a:lnTo>
                      <a:pt x="826" y="1538"/>
                    </a:lnTo>
                    <a:lnTo>
                      <a:pt x="835" y="1549"/>
                    </a:lnTo>
                    <a:lnTo>
                      <a:pt x="841" y="1563"/>
                    </a:lnTo>
                    <a:lnTo>
                      <a:pt x="841" y="1577"/>
                    </a:lnTo>
                    <a:lnTo>
                      <a:pt x="838" y="1592"/>
                    </a:lnTo>
                    <a:lnTo>
                      <a:pt x="830" y="1605"/>
                    </a:lnTo>
                    <a:lnTo>
                      <a:pt x="640" y="1817"/>
                    </a:lnTo>
                    <a:lnTo>
                      <a:pt x="629" y="1826"/>
                    </a:lnTo>
                    <a:lnTo>
                      <a:pt x="617" y="1832"/>
                    </a:lnTo>
                    <a:lnTo>
                      <a:pt x="604" y="1834"/>
                    </a:lnTo>
                    <a:lnTo>
                      <a:pt x="588" y="1831"/>
                    </a:lnTo>
                    <a:lnTo>
                      <a:pt x="574" y="1823"/>
                    </a:lnTo>
                    <a:lnTo>
                      <a:pt x="456" y="1728"/>
                    </a:lnTo>
                    <a:lnTo>
                      <a:pt x="446" y="1717"/>
                    </a:lnTo>
                    <a:lnTo>
                      <a:pt x="440" y="1704"/>
                    </a:lnTo>
                    <a:lnTo>
                      <a:pt x="438" y="1690"/>
                    </a:lnTo>
                    <a:lnTo>
                      <a:pt x="441" y="1675"/>
                    </a:lnTo>
                    <a:lnTo>
                      <a:pt x="448" y="1661"/>
                    </a:lnTo>
                    <a:lnTo>
                      <a:pt x="459" y="1652"/>
                    </a:lnTo>
                    <a:lnTo>
                      <a:pt x="473" y="1646"/>
                    </a:lnTo>
                    <a:lnTo>
                      <a:pt x="488" y="1644"/>
                    </a:lnTo>
                    <a:lnTo>
                      <a:pt x="502" y="1647"/>
                    </a:lnTo>
                    <a:lnTo>
                      <a:pt x="515" y="1655"/>
                    </a:lnTo>
                    <a:lnTo>
                      <a:pt x="598" y="1721"/>
                    </a:lnTo>
                    <a:lnTo>
                      <a:pt x="759" y="1541"/>
                    </a:lnTo>
                    <a:lnTo>
                      <a:pt x="770" y="1532"/>
                    </a:lnTo>
                    <a:lnTo>
                      <a:pt x="784" y="1527"/>
                    </a:lnTo>
                    <a:lnTo>
                      <a:pt x="798" y="1526"/>
                    </a:lnTo>
                    <a:close/>
                    <a:moveTo>
                      <a:pt x="980" y="1183"/>
                    </a:moveTo>
                    <a:lnTo>
                      <a:pt x="1804" y="1183"/>
                    </a:lnTo>
                    <a:lnTo>
                      <a:pt x="1821" y="1186"/>
                    </a:lnTo>
                    <a:lnTo>
                      <a:pt x="1835" y="1192"/>
                    </a:lnTo>
                    <a:lnTo>
                      <a:pt x="1846" y="1204"/>
                    </a:lnTo>
                    <a:lnTo>
                      <a:pt x="1854" y="1219"/>
                    </a:lnTo>
                    <a:lnTo>
                      <a:pt x="1856" y="1234"/>
                    </a:lnTo>
                    <a:lnTo>
                      <a:pt x="1856" y="1286"/>
                    </a:lnTo>
                    <a:lnTo>
                      <a:pt x="1854" y="1301"/>
                    </a:lnTo>
                    <a:lnTo>
                      <a:pt x="1846" y="1316"/>
                    </a:lnTo>
                    <a:lnTo>
                      <a:pt x="1835" y="1328"/>
                    </a:lnTo>
                    <a:lnTo>
                      <a:pt x="1821" y="1334"/>
                    </a:lnTo>
                    <a:lnTo>
                      <a:pt x="1804" y="1337"/>
                    </a:lnTo>
                    <a:lnTo>
                      <a:pt x="980" y="1337"/>
                    </a:lnTo>
                    <a:lnTo>
                      <a:pt x="963" y="1334"/>
                    </a:lnTo>
                    <a:lnTo>
                      <a:pt x="949" y="1328"/>
                    </a:lnTo>
                    <a:lnTo>
                      <a:pt x="938" y="1316"/>
                    </a:lnTo>
                    <a:lnTo>
                      <a:pt x="931" y="1301"/>
                    </a:lnTo>
                    <a:lnTo>
                      <a:pt x="928" y="1286"/>
                    </a:lnTo>
                    <a:lnTo>
                      <a:pt x="928" y="1234"/>
                    </a:lnTo>
                    <a:lnTo>
                      <a:pt x="931" y="1219"/>
                    </a:lnTo>
                    <a:lnTo>
                      <a:pt x="938" y="1204"/>
                    </a:lnTo>
                    <a:lnTo>
                      <a:pt x="949" y="1192"/>
                    </a:lnTo>
                    <a:lnTo>
                      <a:pt x="963" y="1186"/>
                    </a:lnTo>
                    <a:lnTo>
                      <a:pt x="980" y="1183"/>
                    </a:lnTo>
                    <a:close/>
                    <a:moveTo>
                      <a:pt x="798" y="1068"/>
                    </a:moveTo>
                    <a:lnTo>
                      <a:pt x="812" y="1072"/>
                    </a:lnTo>
                    <a:lnTo>
                      <a:pt x="826" y="1080"/>
                    </a:lnTo>
                    <a:lnTo>
                      <a:pt x="835" y="1092"/>
                    </a:lnTo>
                    <a:lnTo>
                      <a:pt x="841" y="1105"/>
                    </a:lnTo>
                    <a:lnTo>
                      <a:pt x="841" y="1120"/>
                    </a:lnTo>
                    <a:lnTo>
                      <a:pt x="838" y="1135"/>
                    </a:lnTo>
                    <a:lnTo>
                      <a:pt x="830" y="1147"/>
                    </a:lnTo>
                    <a:lnTo>
                      <a:pt x="640" y="1360"/>
                    </a:lnTo>
                    <a:lnTo>
                      <a:pt x="629" y="1369"/>
                    </a:lnTo>
                    <a:lnTo>
                      <a:pt x="617" y="1375"/>
                    </a:lnTo>
                    <a:lnTo>
                      <a:pt x="604" y="1376"/>
                    </a:lnTo>
                    <a:lnTo>
                      <a:pt x="588" y="1373"/>
                    </a:lnTo>
                    <a:lnTo>
                      <a:pt x="574" y="1366"/>
                    </a:lnTo>
                    <a:lnTo>
                      <a:pt x="456" y="1271"/>
                    </a:lnTo>
                    <a:lnTo>
                      <a:pt x="446" y="1260"/>
                    </a:lnTo>
                    <a:lnTo>
                      <a:pt x="440" y="1246"/>
                    </a:lnTo>
                    <a:lnTo>
                      <a:pt x="438" y="1232"/>
                    </a:lnTo>
                    <a:lnTo>
                      <a:pt x="441" y="1217"/>
                    </a:lnTo>
                    <a:lnTo>
                      <a:pt x="448" y="1204"/>
                    </a:lnTo>
                    <a:lnTo>
                      <a:pt x="459" y="1195"/>
                    </a:lnTo>
                    <a:lnTo>
                      <a:pt x="473" y="1188"/>
                    </a:lnTo>
                    <a:lnTo>
                      <a:pt x="488" y="1187"/>
                    </a:lnTo>
                    <a:lnTo>
                      <a:pt x="502" y="1189"/>
                    </a:lnTo>
                    <a:lnTo>
                      <a:pt x="515" y="1197"/>
                    </a:lnTo>
                    <a:lnTo>
                      <a:pt x="598" y="1263"/>
                    </a:lnTo>
                    <a:lnTo>
                      <a:pt x="759" y="1084"/>
                    </a:lnTo>
                    <a:lnTo>
                      <a:pt x="770" y="1075"/>
                    </a:lnTo>
                    <a:lnTo>
                      <a:pt x="784" y="1069"/>
                    </a:lnTo>
                    <a:lnTo>
                      <a:pt x="798" y="1068"/>
                    </a:lnTo>
                    <a:close/>
                    <a:moveTo>
                      <a:pt x="155" y="360"/>
                    </a:moveTo>
                    <a:lnTo>
                      <a:pt x="573" y="360"/>
                    </a:lnTo>
                    <a:lnTo>
                      <a:pt x="569" y="386"/>
                    </a:lnTo>
                    <a:lnTo>
                      <a:pt x="568" y="413"/>
                    </a:lnTo>
                    <a:lnTo>
                      <a:pt x="571" y="455"/>
                    </a:lnTo>
                    <a:lnTo>
                      <a:pt x="581" y="494"/>
                    </a:lnTo>
                    <a:lnTo>
                      <a:pt x="596" y="530"/>
                    </a:lnTo>
                    <a:lnTo>
                      <a:pt x="617" y="564"/>
                    </a:lnTo>
                    <a:lnTo>
                      <a:pt x="642" y="593"/>
                    </a:lnTo>
                    <a:lnTo>
                      <a:pt x="672" y="620"/>
                    </a:lnTo>
                    <a:lnTo>
                      <a:pt x="706" y="640"/>
                    </a:lnTo>
                    <a:lnTo>
                      <a:pt x="742" y="656"/>
                    </a:lnTo>
                    <a:lnTo>
                      <a:pt x="782" y="665"/>
                    </a:lnTo>
                    <a:lnTo>
                      <a:pt x="823" y="669"/>
                    </a:lnTo>
                    <a:lnTo>
                      <a:pt x="1497" y="669"/>
                    </a:lnTo>
                    <a:lnTo>
                      <a:pt x="1539" y="665"/>
                    </a:lnTo>
                    <a:lnTo>
                      <a:pt x="1578" y="656"/>
                    </a:lnTo>
                    <a:lnTo>
                      <a:pt x="1614" y="640"/>
                    </a:lnTo>
                    <a:lnTo>
                      <a:pt x="1648" y="619"/>
                    </a:lnTo>
                    <a:lnTo>
                      <a:pt x="1678" y="593"/>
                    </a:lnTo>
                    <a:lnTo>
                      <a:pt x="1704" y="563"/>
                    </a:lnTo>
                    <a:lnTo>
                      <a:pt x="1725" y="529"/>
                    </a:lnTo>
                    <a:lnTo>
                      <a:pt x="1740" y="492"/>
                    </a:lnTo>
                    <a:lnTo>
                      <a:pt x="1750" y="452"/>
                    </a:lnTo>
                    <a:lnTo>
                      <a:pt x="1753" y="410"/>
                    </a:lnTo>
                    <a:lnTo>
                      <a:pt x="1752" y="385"/>
                    </a:lnTo>
                    <a:lnTo>
                      <a:pt x="1748" y="360"/>
                    </a:lnTo>
                    <a:lnTo>
                      <a:pt x="2063" y="360"/>
                    </a:lnTo>
                    <a:lnTo>
                      <a:pt x="2106" y="362"/>
                    </a:lnTo>
                    <a:lnTo>
                      <a:pt x="2146" y="369"/>
                    </a:lnTo>
                    <a:lnTo>
                      <a:pt x="2181" y="380"/>
                    </a:lnTo>
                    <a:lnTo>
                      <a:pt x="2213" y="393"/>
                    </a:lnTo>
                    <a:lnTo>
                      <a:pt x="2241" y="410"/>
                    </a:lnTo>
                    <a:lnTo>
                      <a:pt x="2265" y="431"/>
                    </a:lnTo>
                    <a:lnTo>
                      <a:pt x="2285" y="454"/>
                    </a:lnTo>
                    <a:lnTo>
                      <a:pt x="2300" y="479"/>
                    </a:lnTo>
                    <a:lnTo>
                      <a:pt x="2311" y="506"/>
                    </a:lnTo>
                    <a:lnTo>
                      <a:pt x="2318" y="536"/>
                    </a:lnTo>
                    <a:lnTo>
                      <a:pt x="2321" y="566"/>
                    </a:lnTo>
                    <a:lnTo>
                      <a:pt x="2321" y="2111"/>
                    </a:lnTo>
                    <a:lnTo>
                      <a:pt x="2294" y="2110"/>
                    </a:lnTo>
                    <a:lnTo>
                      <a:pt x="2269" y="2109"/>
                    </a:lnTo>
                    <a:lnTo>
                      <a:pt x="2198" y="2112"/>
                    </a:lnTo>
                    <a:lnTo>
                      <a:pt x="2129" y="2121"/>
                    </a:lnTo>
                    <a:lnTo>
                      <a:pt x="2063" y="2136"/>
                    </a:lnTo>
                    <a:lnTo>
                      <a:pt x="2063" y="926"/>
                    </a:lnTo>
                    <a:lnTo>
                      <a:pt x="258" y="926"/>
                    </a:lnTo>
                    <a:lnTo>
                      <a:pt x="258" y="2983"/>
                    </a:lnTo>
                    <a:lnTo>
                      <a:pt x="1447" y="2983"/>
                    </a:lnTo>
                    <a:lnTo>
                      <a:pt x="1453" y="3050"/>
                    </a:lnTo>
                    <a:lnTo>
                      <a:pt x="1465" y="3116"/>
                    </a:lnTo>
                    <a:lnTo>
                      <a:pt x="1483" y="3179"/>
                    </a:lnTo>
                    <a:lnTo>
                      <a:pt x="1505" y="3240"/>
                    </a:lnTo>
                    <a:lnTo>
                      <a:pt x="207" y="3240"/>
                    </a:lnTo>
                    <a:lnTo>
                      <a:pt x="169" y="3237"/>
                    </a:lnTo>
                    <a:lnTo>
                      <a:pt x="134" y="3227"/>
                    </a:lnTo>
                    <a:lnTo>
                      <a:pt x="103" y="3212"/>
                    </a:lnTo>
                    <a:lnTo>
                      <a:pt x="73" y="3192"/>
                    </a:lnTo>
                    <a:lnTo>
                      <a:pt x="49" y="3167"/>
                    </a:lnTo>
                    <a:lnTo>
                      <a:pt x="28" y="3139"/>
                    </a:lnTo>
                    <a:lnTo>
                      <a:pt x="13" y="3106"/>
                    </a:lnTo>
                    <a:lnTo>
                      <a:pt x="3" y="3071"/>
                    </a:lnTo>
                    <a:lnTo>
                      <a:pt x="0" y="3034"/>
                    </a:lnTo>
                    <a:lnTo>
                      <a:pt x="0" y="566"/>
                    </a:lnTo>
                    <a:lnTo>
                      <a:pt x="3" y="532"/>
                    </a:lnTo>
                    <a:lnTo>
                      <a:pt x="10" y="501"/>
                    </a:lnTo>
                    <a:lnTo>
                      <a:pt x="22" y="471"/>
                    </a:lnTo>
                    <a:lnTo>
                      <a:pt x="37" y="444"/>
                    </a:lnTo>
                    <a:lnTo>
                      <a:pt x="55" y="420"/>
                    </a:lnTo>
                    <a:lnTo>
                      <a:pt x="73" y="399"/>
                    </a:lnTo>
                    <a:lnTo>
                      <a:pt x="94" y="383"/>
                    </a:lnTo>
                    <a:lnTo>
                      <a:pt x="115" y="371"/>
                    </a:lnTo>
                    <a:lnTo>
                      <a:pt x="136" y="362"/>
                    </a:lnTo>
                    <a:lnTo>
                      <a:pt x="155" y="360"/>
                    </a:lnTo>
                    <a:close/>
                    <a:moveTo>
                      <a:pt x="1160" y="103"/>
                    </a:moveTo>
                    <a:lnTo>
                      <a:pt x="1139" y="106"/>
                    </a:lnTo>
                    <a:lnTo>
                      <a:pt x="1121" y="113"/>
                    </a:lnTo>
                    <a:lnTo>
                      <a:pt x="1106" y="125"/>
                    </a:lnTo>
                    <a:lnTo>
                      <a:pt x="1094" y="141"/>
                    </a:lnTo>
                    <a:lnTo>
                      <a:pt x="1086" y="159"/>
                    </a:lnTo>
                    <a:lnTo>
                      <a:pt x="1083" y="180"/>
                    </a:lnTo>
                    <a:lnTo>
                      <a:pt x="1086" y="201"/>
                    </a:lnTo>
                    <a:lnTo>
                      <a:pt x="1094" y="219"/>
                    </a:lnTo>
                    <a:lnTo>
                      <a:pt x="1106" y="235"/>
                    </a:lnTo>
                    <a:lnTo>
                      <a:pt x="1121" y="247"/>
                    </a:lnTo>
                    <a:lnTo>
                      <a:pt x="1139" y="254"/>
                    </a:lnTo>
                    <a:lnTo>
                      <a:pt x="1160" y="257"/>
                    </a:lnTo>
                    <a:lnTo>
                      <a:pt x="1181" y="254"/>
                    </a:lnTo>
                    <a:lnTo>
                      <a:pt x="1200" y="247"/>
                    </a:lnTo>
                    <a:lnTo>
                      <a:pt x="1215" y="235"/>
                    </a:lnTo>
                    <a:lnTo>
                      <a:pt x="1227" y="219"/>
                    </a:lnTo>
                    <a:lnTo>
                      <a:pt x="1235" y="201"/>
                    </a:lnTo>
                    <a:lnTo>
                      <a:pt x="1238" y="180"/>
                    </a:lnTo>
                    <a:lnTo>
                      <a:pt x="1235" y="159"/>
                    </a:lnTo>
                    <a:lnTo>
                      <a:pt x="1227" y="141"/>
                    </a:lnTo>
                    <a:lnTo>
                      <a:pt x="1215" y="125"/>
                    </a:lnTo>
                    <a:lnTo>
                      <a:pt x="1200" y="113"/>
                    </a:lnTo>
                    <a:lnTo>
                      <a:pt x="1181" y="106"/>
                    </a:lnTo>
                    <a:lnTo>
                      <a:pt x="1160" y="103"/>
                    </a:lnTo>
                    <a:close/>
                    <a:moveTo>
                      <a:pt x="1158" y="0"/>
                    </a:moveTo>
                    <a:lnTo>
                      <a:pt x="1162" y="0"/>
                    </a:lnTo>
                    <a:lnTo>
                      <a:pt x="1194" y="3"/>
                    </a:lnTo>
                    <a:lnTo>
                      <a:pt x="1225" y="11"/>
                    </a:lnTo>
                    <a:lnTo>
                      <a:pt x="1252" y="24"/>
                    </a:lnTo>
                    <a:lnTo>
                      <a:pt x="1277" y="41"/>
                    </a:lnTo>
                    <a:lnTo>
                      <a:pt x="1299" y="63"/>
                    </a:lnTo>
                    <a:lnTo>
                      <a:pt x="1317" y="88"/>
                    </a:lnTo>
                    <a:lnTo>
                      <a:pt x="1330" y="116"/>
                    </a:lnTo>
                    <a:lnTo>
                      <a:pt x="1337" y="146"/>
                    </a:lnTo>
                    <a:lnTo>
                      <a:pt x="1341" y="178"/>
                    </a:lnTo>
                    <a:lnTo>
                      <a:pt x="1341" y="180"/>
                    </a:lnTo>
                    <a:lnTo>
                      <a:pt x="1343" y="201"/>
                    </a:lnTo>
                    <a:lnTo>
                      <a:pt x="1352" y="219"/>
                    </a:lnTo>
                    <a:lnTo>
                      <a:pt x="1364" y="235"/>
                    </a:lnTo>
                    <a:lnTo>
                      <a:pt x="1379" y="247"/>
                    </a:lnTo>
                    <a:lnTo>
                      <a:pt x="1396" y="254"/>
                    </a:lnTo>
                    <a:lnTo>
                      <a:pt x="1417" y="257"/>
                    </a:lnTo>
                    <a:lnTo>
                      <a:pt x="1497" y="257"/>
                    </a:lnTo>
                    <a:lnTo>
                      <a:pt x="1528" y="261"/>
                    </a:lnTo>
                    <a:lnTo>
                      <a:pt x="1556" y="269"/>
                    </a:lnTo>
                    <a:lnTo>
                      <a:pt x="1582" y="284"/>
                    </a:lnTo>
                    <a:lnTo>
                      <a:pt x="1605" y="302"/>
                    </a:lnTo>
                    <a:lnTo>
                      <a:pt x="1624" y="324"/>
                    </a:lnTo>
                    <a:lnTo>
                      <a:pt x="1638" y="350"/>
                    </a:lnTo>
                    <a:lnTo>
                      <a:pt x="1647" y="380"/>
                    </a:lnTo>
                    <a:lnTo>
                      <a:pt x="1650" y="410"/>
                    </a:lnTo>
                    <a:lnTo>
                      <a:pt x="1650" y="413"/>
                    </a:lnTo>
                    <a:lnTo>
                      <a:pt x="1647" y="444"/>
                    </a:lnTo>
                    <a:lnTo>
                      <a:pt x="1638" y="472"/>
                    </a:lnTo>
                    <a:lnTo>
                      <a:pt x="1624" y="499"/>
                    </a:lnTo>
                    <a:lnTo>
                      <a:pt x="1605" y="521"/>
                    </a:lnTo>
                    <a:lnTo>
                      <a:pt x="1582" y="540"/>
                    </a:lnTo>
                    <a:lnTo>
                      <a:pt x="1556" y="554"/>
                    </a:lnTo>
                    <a:lnTo>
                      <a:pt x="1528" y="563"/>
                    </a:lnTo>
                    <a:lnTo>
                      <a:pt x="1497" y="566"/>
                    </a:lnTo>
                    <a:lnTo>
                      <a:pt x="823" y="566"/>
                    </a:lnTo>
                    <a:lnTo>
                      <a:pt x="793" y="563"/>
                    </a:lnTo>
                    <a:lnTo>
                      <a:pt x="764" y="554"/>
                    </a:lnTo>
                    <a:lnTo>
                      <a:pt x="738" y="540"/>
                    </a:lnTo>
                    <a:lnTo>
                      <a:pt x="715" y="521"/>
                    </a:lnTo>
                    <a:lnTo>
                      <a:pt x="697" y="499"/>
                    </a:lnTo>
                    <a:lnTo>
                      <a:pt x="682" y="472"/>
                    </a:lnTo>
                    <a:lnTo>
                      <a:pt x="674" y="444"/>
                    </a:lnTo>
                    <a:lnTo>
                      <a:pt x="670" y="413"/>
                    </a:lnTo>
                    <a:lnTo>
                      <a:pt x="670" y="410"/>
                    </a:lnTo>
                    <a:lnTo>
                      <a:pt x="674" y="380"/>
                    </a:lnTo>
                    <a:lnTo>
                      <a:pt x="682" y="350"/>
                    </a:lnTo>
                    <a:lnTo>
                      <a:pt x="697" y="324"/>
                    </a:lnTo>
                    <a:lnTo>
                      <a:pt x="715" y="302"/>
                    </a:lnTo>
                    <a:lnTo>
                      <a:pt x="738" y="284"/>
                    </a:lnTo>
                    <a:lnTo>
                      <a:pt x="764" y="269"/>
                    </a:lnTo>
                    <a:lnTo>
                      <a:pt x="793" y="261"/>
                    </a:lnTo>
                    <a:lnTo>
                      <a:pt x="823" y="257"/>
                    </a:lnTo>
                    <a:lnTo>
                      <a:pt x="903" y="257"/>
                    </a:lnTo>
                    <a:lnTo>
                      <a:pt x="923" y="254"/>
                    </a:lnTo>
                    <a:lnTo>
                      <a:pt x="942" y="247"/>
                    </a:lnTo>
                    <a:lnTo>
                      <a:pt x="957" y="235"/>
                    </a:lnTo>
                    <a:lnTo>
                      <a:pt x="969" y="219"/>
                    </a:lnTo>
                    <a:lnTo>
                      <a:pt x="977" y="201"/>
                    </a:lnTo>
                    <a:lnTo>
                      <a:pt x="980" y="180"/>
                    </a:lnTo>
                    <a:lnTo>
                      <a:pt x="980" y="178"/>
                    </a:lnTo>
                    <a:lnTo>
                      <a:pt x="983" y="146"/>
                    </a:lnTo>
                    <a:lnTo>
                      <a:pt x="991" y="116"/>
                    </a:lnTo>
                    <a:lnTo>
                      <a:pt x="1004" y="88"/>
                    </a:lnTo>
                    <a:lnTo>
                      <a:pt x="1021" y="63"/>
                    </a:lnTo>
                    <a:lnTo>
                      <a:pt x="1043" y="41"/>
                    </a:lnTo>
                    <a:lnTo>
                      <a:pt x="1068" y="24"/>
                    </a:lnTo>
                    <a:lnTo>
                      <a:pt x="1096" y="11"/>
                    </a:lnTo>
                    <a:lnTo>
                      <a:pt x="1126" y="3"/>
                    </a:lnTo>
                    <a:lnTo>
                      <a:pt x="1158" y="0"/>
                    </a:lnTo>
                    <a:close/>
                  </a:path>
                </a:pathLst>
              </a:custGeom>
              <a:solidFill>
                <a:schemeClr val="accent6"/>
              </a:solidFill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</p:grpSp>
      <p:sp>
        <p:nvSpPr>
          <p:cNvPr id="57" name="TextBox 56"/>
          <p:cNvSpPr txBox="1"/>
          <p:nvPr/>
        </p:nvSpPr>
        <p:spPr>
          <a:xfrm>
            <a:off x="4022710" y="2743648"/>
            <a:ext cx="114300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 smtClean="0"/>
              <a:t>(</a:t>
            </a:r>
            <a:r>
              <a:rPr lang="ko-KR" altLang="en-US" sz="1400" dirty="0" smtClean="0"/>
              <a:t>더블 클릭</a:t>
            </a:r>
            <a:r>
              <a:rPr lang="en-US" altLang="ko-KR" sz="1400" dirty="0" smtClean="0"/>
              <a:t>)</a:t>
            </a:r>
            <a:endParaRPr lang="ko-KR" altLang="en-US" sz="1400" dirty="0"/>
          </a:p>
        </p:txBody>
      </p:sp>
      <p:sp>
        <p:nvSpPr>
          <p:cNvPr id="58" name="직사각형 57"/>
          <p:cNvSpPr/>
          <p:nvPr/>
        </p:nvSpPr>
        <p:spPr>
          <a:xfrm>
            <a:off x="4841867" y="5884880"/>
            <a:ext cx="422274" cy="234930"/>
          </a:xfrm>
          <a:prstGeom prst="rect">
            <a:avLst/>
          </a:prstGeom>
          <a:noFill/>
          <a:ln w="5715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9" name="TextBox 58"/>
          <p:cNvSpPr txBox="1"/>
          <p:nvPr/>
        </p:nvSpPr>
        <p:spPr>
          <a:xfrm>
            <a:off x="1440956" y="3358694"/>
            <a:ext cx="3143272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 smtClean="0"/>
              <a:t>=&gt;</a:t>
            </a:r>
            <a:r>
              <a:rPr lang="ko-KR" altLang="en-US" sz="1400" dirty="0" smtClean="0"/>
              <a:t>학번을 입력하지 않은 상태에서</a:t>
            </a:r>
            <a:endParaRPr lang="en-US" altLang="ko-KR" sz="1400" dirty="0" smtClean="0"/>
          </a:p>
          <a:p>
            <a:r>
              <a:rPr lang="ko-KR" altLang="en-US" sz="1400" dirty="0" smtClean="0"/>
              <a:t>    과목을 더블 클릭을 하게 되면</a:t>
            </a:r>
            <a:endParaRPr lang="en-US" altLang="ko-KR" sz="1400" dirty="0" smtClean="0"/>
          </a:p>
          <a:p>
            <a:r>
              <a:rPr lang="ko-KR" altLang="en-US" sz="1400" dirty="0" smtClean="0"/>
              <a:t>    삭제 버튼이 활성화 되지 않습니다</a:t>
            </a:r>
            <a:endParaRPr lang="ko-KR" altLang="en-US" sz="1400" dirty="0"/>
          </a:p>
        </p:txBody>
      </p:sp>
      <p:sp>
        <p:nvSpPr>
          <p:cNvPr id="60" name="직사각형 59"/>
          <p:cNvSpPr/>
          <p:nvPr/>
        </p:nvSpPr>
        <p:spPr>
          <a:xfrm>
            <a:off x="3539154" y="831514"/>
            <a:ext cx="876300" cy="234930"/>
          </a:xfrm>
          <a:prstGeom prst="rect">
            <a:avLst/>
          </a:prstGeom>
          <a:noFill/>
          <a:ln w="5715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64" name="꺾인 연결선 63"/>
          <p:cNvCxnSpPr/>
          <p:nvPr/>
        </p:nvCxnSpPr>
        <p:spPr>
          <a:xfrm rot="5400000">
            <a:off x="3612934" y="2733472"/>
            <a:ext cx="2214578" cy="605238"/>
          </a:xfrm>
          <a:prstGeom prst="bentConnector3">
            <a:avLst>
              <a:gd name="adj1" fmla="val 50000"/>
            </a:avLst>
          </a:prstGeom>
          <a:ln w="12700">
            <a:prstDash val="sysDash"/>
            <a:headEnd type="diamond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5" name="직사각형 64"/>
          <p:cNvSpPr/>
          <p:nvPr/>
        </p:nvSpPr>
        <p:spPr>
          <a:xfrm>
            <a:off x="8113721" y="866758"/>
            <a:ext cx="876300" cy="234930"/>
          </a:xfrm>
          <a:prstGeom prst="rect">
            <a:avLst/>
          </a:prstGeom>
          <a:noFill/>
          <a:ln w="5715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7" name="직사각형 66"/>
          <p:cNvSpPr/>
          <p:nvPr/>
        </p:nvSpPr>
        <p:spPr>
          <a:xfrm>
            <a:off x="9416755" y="5882044"/>
            <a:ext cx="422274" cy="234930"/>
          </a:xfrm>
          <a:prstGeom prst="rect">
            <a:avLst/>
          </a:prstGeom>
          <a:noFill/>
          <a:ln w="5715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70" name="꺾인 연결선 69"/>
          <p:cNvCxnSpPr/>
          <p:nvPr/>
        </p:nvCxnSpPr>
        <p:spPr>
          <a:xfrm rot="5400000">
            <a:off x="8222048" y="2768956"/>
            <a:ext cx="2141542" cy="604110"/>
          </a:xfrm>
          <a:prstGeom prst="bentConnector3">
            <a:avLst>
              <a:gd name="adj1" fmla="val 50000"/>
            </a:avLst>
          </a:prstGeom>
          <a:ln w="12700">
            <a:prstDash val="sysDash"/>
            <a:headEnd type="diamond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1" name="TextBox 70"/>
          <p:cNvSpPr txBox="1"/>
          <p:nvPr/>
        </p:nvSpPr>
        <p:spPr>
          <a:xfrm>
            <a:off x="8947170" y="3230562"/>
            <a:ext cx="3143272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 smtClean="0"/>
              <a:t>=&gt; </a:t>
            </a:r>
            <a:r>
              <a:rPr lang="ko-KR" altLang="en-US" sz="1400" dirty="0" smtClean="0"/>
              <a:t>학번을 입력하고 검색을 한 후에</a:t>
            </a:r>
            <a:endParaRPr lang="en-US" altLang="ko-KR" sz="1400" dirty="0" smtClean="0"/>
          </a:p>
          <a:p>
            <a:r>
              <a:rPr lang="ko-KR" altLang="en-US" sz="1400" dirty="0" smtClean="0"/>
              <a:t>    과목을 더블 클릭을 하게 되면</a:t>
            </a:r>
            <a:endParaRPr lang="en-US" altLang="ko-KR" sz="1400" dirty="0" smtClean="0"/>
          </a:p>
          <a:p>
            <a:r>
              <a:rPr lang="ko-KR" altLang="en-US" sz="1400" dirty="0" smtClean="0"/>
              <a:t>    신청한 과목 중에서</a:t>
            </a:r>
            <a:r>
              <a:rPr lang="en-US" altLang="ko-KR" sz="1400" dirty="0" smtClean="0"/>
              <a:t> </a:t>
            </a:r>
            <a:r>
              <a:rPr lang="ko-KR" altLang="en-US" sz="1400" dirty="0" smtClean="0"/>
              <a:t>삭제 버튼이</a:t>
            </a:r>
            <a:endParaRPr lang="en-US" altLang="ko-KR" sz="1400" dirty="0" smtClean="0"/>
          </a:p>
          <a:p>
            <a:r>
              <a:rPr lang="en-US" altLang="ko-KR" sz="1400" dirty="0" smtClean="0"/>
              <a:t>     </a:t>
            </a:r>
            <a:r>
              <a:rPr lang="ko-KR" altLang="en-US" sz="1400" dirty="0" smtClean="0"/>
              <a:t>활성화 되어 있는 것을</a:t>
            </a:r>
            <a:endParaRPr lang="en-US" altLang="ko-KR" sz="1400" dirty="0" smtClean="0"/>
          </a:p>
          <a:p>
            <a:r>
              <a:rPr lang="en-US" altLang="ko-KR" sz="1400" dirty="0" smtClean="0"/>
              <a:t>                                  </a:t>
            </a:r>
            <a:r>
              <a:rPr lang="ko-KR" altLang="en-US" sz="1400" dirty="0" smtClean="0"/>
              <a:t>확인할 수 있습니다</a:t>
            </a:r>
            <a:r>
              <a:rPr lang="en-US" altLang="ko-KR" sz="1400" dirty="0" smtClean="0"/>
              <a:t>.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9347222" y="6189682"/>
            <a:ext cx="192882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 smtClean="0"/>
              <a:t>=&gt; </a:t>
            </a:r>
            <a:r>
              <a:rPr lang="ko-KR" altLang="en-US" sz="1400" dirty="0" smtClean="0"/>
              <a:t>삭제할 수 있습니다</a:t>
            </a:r>
            <a:endParaRPr lang="ko-KR" altLang="en-US" sz="1400" dirty="0"/>
          </a:p>
        </p:txBody>
      </p:sp>
      <p:sp>
        <p:nvSpPr>
          <p:cNvPr id="62" name="TextBox 61"/>
          <p:cNvSpPr txBox="1"/>
          <p:nvPr/>
        </p:nvSpPr>
        <p:spPr>
          <a:xfrm>
            <a:off x="8594742" y="2786058"/>
            <a:ext cx="114300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 smtClean="0"/>
              <a:t>(</a:t>
            </a:r>
            <a:r>
              <a:rPr lang="ko-KR" altLang="en-US" sz="1400" dirty="0" smtClean="0"/>
              <a:t>더블 클릭</a:t>
            </a:r>
            <a:r>
              <a:rPr lang="en-US" altLang="ko-KR" sz="1400" dirty="0" smtClean="0"/>
              <a:t>)</a:t>
            </a:r>
            <a:endParaRPr lang="ko-KR" altLang="en-US" sz="1400" dirty="0"/>
          </a:p>
        </p:txBody>
      </p:sp>
    </p:spTree>
    <p:extLst>
      <p:ext uri="{BB962C8B-B14F-4D97-AF65-F5344CB8AC3E}">
        <p14:creationId xmlns:p14="http://schemas.microsoft.com/office/powerpoint/2010/main" xmlns="" val="1935223717"/>
      </p:ext>
    </p:extLst>
  </p:cSld>
  <p:clrMapOvr>
    <a:masterClrMapping/>
  </p:clrMapOvr>
  <p:transition spd="med">
    <p:fade/>
  </p:transition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직사각형 67"/>
          <p:cNvSpPr/>
          <p:nvPr/>
        </p:nvSpPr>
        <p:spPr>
          <a:xfrm>
            <a:off x="379372" y="428604"/>
            <a:ext cx="2286016" cy="785818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b="1" dirty="0" smtClean="0"/>
              <a:t>Schedule</a:t>
            </a:r>
            <a:endParaRPr lang="ko-KR" altLang="en-US" b="1" dirty="0"/>
          </a:p>
        </p:txBody>
      </p:sp>
      <p:sp>
        <p:nvSpPr>
          <p:cNvPr id="69" name="직사각형 68"/>
          <p:cNvSpPr/>
          <p:nvPr/>
        </p:nvSpPr>
        <p:spPr>
          <a:xfrm>
            <a:off x="10166378" y="571480"/>
            <a:ext cx="1071570" cy="857256"/>
          </a:xfrm>
          <a:prstGeom prst="rect">
            <a:avLst/>
          </a:prstGeom>
          <a:noFill/>
          <a:ln w="12700">
            <a:solidFill>
              <a:schemeClr val="accent1">
                <a:lumMod val="40000"/>
                <a:lumOff val="60000"/>
              </a:schemeClr>
            </a:solidFill>
            <a:prstDash val="sysDash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b="1" dirty="0"/>
          </a:p>
        </p:txBody>
      </p:sp>
      <p:grpSp>
        <p:nvGrpSpPr>
          <p:cNvPr id="2" name="그룹 8"/>
          <p:cNvGrpSpPr/>
          <p:nvPr/>
        </p:nvGrpSpPr>
        <p:grpSpPr>
          <a:xfrm>
            <a:off x="11452262" y="6142964"/>
            <a:ext cx="736563" cy="715036"/>
            <a:chOff x="4228307" y="2232261"/>
            <a:chExt cx="4037011" cy="3919022"/>
          </a:xfrm>
        </p:grpSpPr>
        <p:grpSp>
          <p:nvGrpSpPr>
            <p:cNvPr id="3" name="그룹 50"/>
            <p:cNvGrpSpPr/>
            <p:nvPr/>
          </p:nvGrpSpPr>
          <p:grpSpPr>
            <a:xfrm>
              <a:off x="5500764" y="2232261"/>
              <a:ext cx="1504804" cy="1944083"/>
              <a:chOff x="5348364" y="2079861"/>
              <a:chExt cx="1504804" cy="1944083"/>
            </a:xfrm>
          </p:grpSpPr>
          <p:sp>
            <p:nvSpPr>
              <p:cNvPr id="36" name="Freeform 24"/>
              <p:cNvSpPr>
                <a:spLocks noEditPoints="1"/>
              </p:cNvSpPr>
              <p:nvPr/>
            </p:nvSpPr>
            <p:spPr bwMode="auto">
              <a:xfrm>
                <a:off x="5348364" y="2079861"/>
                <a:ext cx="1504804" cy="1944083"/>
              </a:xfrm>
              <a:custGeom>
                <a:avLst/>
                <a:gdLst>
                  <a:gd name="T0" fmla="*/ 679 w 1658"/>
                  <a:gd name="T1" fmla="*/ 110 h 2143"/>
                  <a:gd name="T2" fmla="*/ 476 w 1658"/>
                  <a:gd name="T3" fmla="*/ 189 h 2143"/>
                  <a:gd name="T4" fmla="*/ 310 w 1658"/>
                  <a:gd name="T5" fmla="*/ 324 h 2143"/>
                  <a:gd name="T6" fmla="*/ 193 w 1658"/>
                  <a:gd name="T7" fmla="*/ 503 h 2143"/>
                  <a:gd name="T8" fmla="*/ 134 w 1658"/>
                  <a:gd name="T9" fmla="*/ 717 h 2143"/>
                  <a:gd name="T10" fmla="*/ 146 w 1658"/>
                  <a:gd name="T11" fmla="*/ 942 h 2143"/>
                  <a:gd name="T12" fmla="*/ 225 w 1658"/>
                  <a:gd name="T13" fmla="*/ 1145 h 2143"/>
                  <a:gd name="T14" fmla="*/ 360 w 1658"/>
                  <a:gd name="T15" fmla="*/ 1311 h 2143"/>
                  <a:gd name="T16" fmla="*/ 541 w 1658"/>
                  <a:gd name="T17" fmla="*/ 1429 h 2143"/>
                  <a:gd name="T18" fmla="*/ 753 w 1658"/>
                  <a:gd name="T19" fmla="*/ 1487 h 2143"/>
                  <a:gd name="T20" fmla="*/ 979 w 1658"/>
                  <a:gd name="T21" fmla="*/ 1475 h 2143"/>
                  <a:gd name="T22" fmla="*/ 1182 w 1658"/>
                  <a:gd name="T23" fmla="*/ 1396 h 2143"/>
                  <a:gd name="T24" fmla="*/ 1348 w 1658"/>
                  <a:gd name="T25" fmla="*/ 1260 h 2143"/>
                  <a:gd name="T26" fmla="*/ 1465 w 1658"/>
                  <a:gd name="T27" fmla="*/ 1081 h 2143"/>
                  <a:gd name="T28" fmla="*/ 1525 w 1658"/>
                  <a:gd name="T29" fmla="*/ 869 h 2143"/>
                  <a:gd name="T30" fmla="*/ 1512 w 1658"/>
                  <a:gd name="T31" fmla="*/ 642 h 2143"/>
                  <a:gd name="T32" fmla="*/ 1433 w 1658"/>
                  <a:gd name="T33" fmla="*/ 440 h 2143"/>
                  <a:gd name="T34" fmla="*/ 1298 w 1658"/>
                  <a:gd name="T35" fmla="*/ 274 h 2143"/>
                  <a:gd name="T36" fmla="*/ 1117 w 1658"/>
                  <a:gd name="T37" fmla="*/ 155 h 2143"/>
                  <a:gd name="T38" fmla="*/ 905 w 1658"/>
                  <a:gd name="T39" fmla="*/ 97 h 2143"/>
                  <a:gd name="T40" fmla="*/ 913 w 1658"/>
                  <a:gd name="T41" fmla="*/ 4 h 2143"/>
                  <a:gd name="T42" fmla="*/ 1152 w 1658"/>
                  <a:gd name="T43" fmla="*/ 65 h 2143"/>
                  <a:gd name="T44" fmla="*/ 1356 w 1658"/>
                  <a:gd name="T45" fmla="*/ 189 h 2143"/>
                  <a:gd name="T46" fmla="*/ 1516 w 1658"/>
                  <a:gd name="T47" fmla="*/ 366 h 2143"/>
                  <a:gd name="T48" fmla="*/ 1620 w 1658"/>
                  <a:gd name="T49" fmla="*/ 583 h 2143"/>
                  <a:gd name="T50" fmla="*/ 1658 w 1658"/>
                  <a:gd name="T51" fmla="*/ 828 h 2143"/>
                  <a:gd name="T52" fmla="*/ 1637 w 1658"/>
                  <a:gd name="T53" fmla="*/ 971 h 2143"/>
                  <a:gd name="T54" fmla="*/ 1577 w 1658"/>
                  <a:gd name="T55" fmla="*/ 1131 h 2143"/>
                  <a:gd name="T56" fmla="*/ 1489 w 1658"/>
                  <a:gd name="T57" fmla="*/ 1298 h 2143"/>
                  <a:gd name="T58" fmla="*/ 1382 w 1658"/>
                  <a:gd name="T59" fmla="*/ 1468 h 2143"/>
                  <a:gd name="T60" fmla="*/ 1264 w 1658"/>
                  <a:gd name="T61" fmla="*/ 1631 h 2143"/>
                  <a:gd name="T62" fmla="*/ 1144 w 1658"/>
                  <a:gd name="T63" fmla="*/ 1785 h 2143"/>
                  <a:gd name="T64" fmla="*/ 1032 w 1658"/>
                  <a:gd name="T65" fmla="*/ 1918 h 2143"/>
                  <a:gd name="T66" fmla="*/ 936 w 1658"/>
                  <a:gd name="T67" fmla="*/ 2027 h 2143"/>
                  <a:gd name="T68" fmla="*/ 868 w 1658"/>
                  <a:gd name="T69" fmla="*/ 2103 h 2143"/>
                  <a:gd name="T70" fmla="*/ 831 w 1658"/>
                  <a:gd name="T71" fmla="*/ 2141 h 2143"/>
                  <a:gd name="T72" fmla="*/ 819 w 1658"/>
                  <a:gd name="T73" fmla="*/ 2133 h 2143"/>
                  <a:gd name="T74" fmla="*/ 772 w 1658"/>
                  <a:gd name="T75" fmla="*/ 2081 h 2143"/>
                  <a:gd name="T76" fmla="*/ 692 w 1658"/>
                  <a:gd name="T77" fmla="*/ 1994 h 2143"/>
                  <a:gd name="T78" fmla="*/ 590 w 1658"/>
                  <a:gd name="T79" fmla="*/ 1876 h 2143"/>
                  <a:gd name="T80" fmla="*/ 475 w 1658"/>
                  <a:gd name="T81" fmla="*/ 1735 h 2143"/>
                  <a:gd name="T82" fmla="*/ 355 w 1658"/>
                  <a:gd name="T83" fmla="*/ 1577 h 2143"/>
                  <a:gd name="T84" fmla="*/ 239 w 1658"/>
                  <a:gd name="T85" fmla="*/ 1411 h 2143"/>
                  <a:gd name="T86" fmla="*/ 138 w 1658"/>
                  <a:gd name="T87" fmla="*/ 1241 h 2143"/>
                  <a:gd name="T88" fmla="*/ 58 w 1658"/>
                  <a:gd name="T89" fmla="*/ 1077 h 2143"/>
                  <a:gd name="T90" fmla="*/ 9 w 1658"/>
                  <a:gd name="T91" fmla="*/ 923 h 2143"/>
                  <a:gd name="T92" fmla="*/ 4 w 1658"/>
                  <a:gd name="T93" fmla="*/ 745 h 2143"/>
                  <a:gd name="T94" fmla="*/ 65 w 1658"/>
                  <a:gd name="T95" fmla="*/ 506 h 2143"/>
                  <a:gd name="T96" fmla="*/ 189 w 1658"/>
                  <a:gd name="T97" fmla="*/ 302 h 2143"/>
                  <a:gd name="T98" fmla="*/ 366 w 1658"/>
                  <a:gd name="T99" fmla="*/ 142 h 2143"/>
                  <a:gd name="T100" fmla="*/ 583 w 1658"/>
                  <a:gd name="T101" fmla="*/ 38 h 2143"/>
                  <a:gd name="T102" fmla="*/ 828 w 1658"/>
                  <a:gd name="T103" fmla="*/ 0 h 21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</a:cxnLst>
                <a:rect l="0" t="0" r="r" b="b"/>
                <a:pathLst>
                  <a:path w="1658" h="2143">
                    <a:moveTo>
                      <a:pt x="828" y="93"/>
                    </a:moveTo>
                    <a:lnTo>
                      <a:pt x="753" y="97"/>
                    </a:lnTo>
                    <a:lnTo>
                      <a:pt x="679" y="110"/>
                    </a:lnTo>
                    <a:lnTo>
                      <a:pt x="608" y="130"/>
                    </a:lnTo>
                    <a:lnTo>
                      <a:pt x="541" y="155"/>
                    </a:lnTo>
                    <a:lnTo>
                      <a:pt x="476" y="189"/>
                    </a:lnTo>
                    <a:lnTo>
                      <a:pt x="417" y="228"/>
                    </a:lnTo>
                    <a:lnTo>
                      <a:pt x="360" y="274"/>
                    </a:lnTo>
                    <a:lnTo>
                      <a:pt x="310" y="324"/>
                    </a:lnTo>
                    <a:lnTo>
                      <a:pt x="264" y="379"/>
                    </a:lnTo>
                    <a:lnTo>
                      <a:pt x="225" y="440"/>
                    </a:lnTo>
                    <a:lnTo>
                      <a:pt x="193" y="503"/>
                    </a:lnTo>
                    <a:lnTo>
                      <a:pt x="166" y="572"/>
                    </a:lnTo>
                    <a:lnTo>
                      <a:pt x="146" y="642"/>
                    </a:lnTo>
                    <a:lnTo>
                      <a:pt x="134" y="717"/>
                    </a:lnTo>
                    <a:lnTo>
                      <a:pt x="130" y="792"/>
                    </a:lnTo>
                    <a:lnTo>
                      <a:pt x="134" y="869"/>
                    </a:lnTo>
                    <a:lnTo>
                      <a:pt x="146" y="942"/>
                    </a:lnTo>
                    <a:lnTo>
                      <a:pt x="166" y="1013"/>
                    </a:lnTo>
                    <a:lnTo>
                      <a:pt x="193" y="1081"/>
                    </a:lnTo>
                    <a:lnTo>
                      <a:pt x="225" y="1145"/>
                    </a:lnTo>
                    <a:lnTo>
                      <a:pt x="264" y="1205"/>
                    </a:lnTo>
                    <a:lnTo>
                      <a:pt x="310" y="1260"/>
                    </a:lnTo>
                    <a:lnTo>
                      <a:pt x="360" y="1311"/>
                    </a:lnTo>
                    <a:lnTo>
                      <a:pt x="417" y="1356"/>
                    </a:lnTo>
                    <a:lnTo>
                      <a:pt x="476" y="1396"/>
                    </a:lnTo>
                    <a:lnTo>
                      <a:pt x="541" y="1429"/>
                    </a:lnTo>
                    <a:lnTo>
                      <a:pt x="608" y="1456"/>
                    </a:lnTo>
                    <a:lnTo>
                      <a:pt x="679" y="1475"/>
                    </a:lnTo>
                    <a:lnTo>
                      <a:pt x="753" y="1487"/>
                    </a:lnTo>
                    <a:lnTo>
                      <a:pt x="828" y="1491"/>
                    </a:lnTo>
                    <a:lnTo>
                      <a:pt x="905" y="1487"/>
                    </a:lnTo>
                    <a:lnTo>
                      <a:pt x="979" y="1475"/>
                    </a:lnTo>
                    <a:lnTo>
                      <a:pt x="1050" y="1456"/>
                    </a:lnTo>
                    <a:lnTo>
                      <a:pt x="1117" y="1429"/>
                    </a:lnTo>
                    <a:lnTo>
                      <a:pt x="1182" y="1396"/>
                    </a:lnTo>
                    <a:lnTo>
                      <a:pt x="1241" y="1356"/>
                    </a:lnTo>
                    <a:lnTo>
                      <a:pt x="1298" y="1311"/>
                    </a:lnTo>
                    <a:lnTo>
                      <a:pt x="1348" y="1260"/>
                    </a:lnTo>
                    <a:lnTo>
                      <a:pt x="1394" y="1205"/>
                    </a:lnTo>
                    <a:lnTo>
                      <a:pt x="1433" y="1145"/>
                    </a:lnTo>
                    <a:lnTo>
                      <a:pt x="1465" y="1081"/>
                    </a:lnTo>
                    <a:lnTo>
                      <a:pt x="1492" y="1013"/>
                    </a:lnTo>
                    <a:lnTo>
                      <a:pt x="1512" y="942"/>
                    </a:lnTo>
                    <a:lnTo>
                      <a:pt x="1525" y="869"/>
                    </a:lnTo>
                    <a:lnTo>
                      <a:pt x="1529" y="792"/>
                    </a:lnTo>
                    <a:lnTo>
                      <a:pt x="1525" y="717"/>
                    </a:lnTo>
                    <a:lnTo>
                      <a:pt x="1512" y="642"/>
                    </a:lnTo>
                    <a:lnTo>
                      <a:pt x="1492" y="572"/>
                    </a:lnTo>
                    <a:lnTo>
                      <a:pt x="1465" y="503"/>
                    </a:lnTo>
                    <a:lnTo>
                      <a:pt x="1433" y="440"/>
                    </a:lnTo>
                    <a:lnTo>
                      <a:pt x="1394" y="379"/>
                    </a:lnTo>
                    <a:lnTo>
                      <a:pt x="1348" y="324"/>
                    </a:lnTo>
                    <a:lnTo>
                      <a:pt x="1298" y="274"/>
                    </a:lnTo>
                    <a:lnTo>
                      <a:pt x="1241" y="228"/>
                    </a:lnTo>
                    <a:lnTo>
                      <a:pt x="1182" y="189"/>
                    </a:lnTo>
                    <a:lnTo>
                      <a:pt x="1117" y="155"/>
                    </a:lnTo>
                    <a:lnTo>
                      <a:pt x="1050" y="130"/>
                    </a:lnTo>
                    <a:lnTo>
                      <a:pt x="979" y="110"/>
                    </a:lnTo>
                    <a:lnTo>
                      <a:pt x="905" y="97"/>
                    </a:lnTo>
                    <a:lnTo>
                      <a:pt x="828" y="93"/>
                    </a:lnTo>
                    <a:close/>
                    <a:moveTo>
                      <a:pt x="828" y="0"/>
                    </a:moveTo>
                    <a:lnTo>
                      <a:pt x="913" y="4"/>
                    </a:lnTo>
                    <a:lnTo>
                      <a:pt x="996" y="18"/>
                    </a:lnTo>
                    <a:lnTo>
                      <a:pt x="1075" y="38"/>
                    </a:lnTo>
                    <a:lnTo>
                      <a:pt x="1152" y="65"/>
                    </a:lnTo>
                    <a:lnTo>
                      <a:pt x="1224" y="100"/>
                    </a:lnTo>
                    <a:lnTo>
                      <a:pt x="1292" y="142"/>
                    </a:lnTo>
                    <a:lnTo>
                      <a:pt x="1356" y="189"/>
                    </a:lnTo>
                    <a:lnTo>
                      <a:pt x="1415" y="243"/>
                    </a:lnTo>
                    <a:lnTo>
                      <a:pt x="1469" y="302"/>
                    </a:lnTo>
                    <a:lnTo>
                      <a:pt x="1516" y="366"/>
                    </a:lnTo>
                    <a:lnTo>
                      <a:pt x="1558" y="435"/>
                    </a:lnTo>
                    <a:lnTo>
                      <a:pt x="1593" y="506"/>
                    </a:lnTo>
                    <a:lnTo>
                      <a:pt x="1620" y="583"/>
                    </a:lnTo>
                    <a:lnTo>
                      <a:pt x="1641" y="663"/>
                    </a:lnTo>
                    <a:lnTo>
                      <a:pt x="1654" y="745"/>
                    </a:lnTo>
                    <a:lnTo>
                      <a:pt x="1658" y="828"/>
                    </a:lnTo>
                    <a:lnTo>
                      <a:pt x="1655" y="874"/>
                    </a:lnTo>
                    <a:lnTo>
                      <a:pt x="1649" y="923"/>
                    </a:lnTo>
                    <a:lnTo>
                      <a:pt x="1637" y="971"/>
                    </a:lnTo>
                    <a:lnTo>
                      <a:pt x="1620" y="1024"/>
                    </a:lnTo>
                    <a:lnTo>
                      <a:pt x="1600" y="1077"/>
                    </a:lnTo>
                    <a:lnTo>
                      <a:pt x="1577" y="1131"/>
                    </a:lnTo>
                    <a:lnTo>
                      <a:pt x="1550" y="1186"/>
                    </a:lnTo>
                    <a:lnTo>
                      <a:pt x="1520" y="1241"/>
                    </a:lnTo>
                    <a:lnTo>
                      <a:pt x="1489" y="1298"/>
                    </a:lnTo>
                    <a:lnTo>
                      <a:pt x="1454" y="1354"/>
                    </a:lnTo>
                    <a:lnTo>
                      <a:pt x="1419" y="1411"/>
                    </a:lnTo>
                    <a:lnTo>
                      <a:pt x="1382" y="1468"/>
                    </a:lnTo>
                    <a:lnTo>
                      <a:pt x="1342" y="1523"/>
                    </a:lnTo>
                    <a:lnTo>
                      <a:pt x="1303" y="1577"/>
                    </a:lnTo>
                    <a:lnTo>
                      <a:pt x="1264" y="1631"/>
                    </a:lnTo>
                    <a:lnTo>
                      <a:pt x="1224" y="1684"/>
                    </a:lnTo>
                    <a:lnTo>
                      <a:pt x="1183" y="1735"/>
                    </a:lnTo>
                    <a:lnTo>
                      <a:pt x="1144" y="1785"/>
                    </a:lnTo>
                    <a:lnTo>
                      <a:pt x="1105" y="1831"/>
                    </a:lnTo>
                    <a:lnTo>
                      <a:pt x="1069" y="1876"/>
                    </a:lnTo>
                    <a:lnTo>
                      <a:pt x="1032" y="1918"/>
                    </a:lnTo>
                    <a:lnTo>
                      <a:pt x="998" y="1957"/>
                    </a:lnTo>
                    <a:lnTo>
                      <a:pt x="966" y="1994"/>
                    </a:lnTo>
                    <a:lnTo>
                      <a:pt x="936" y="2027"/>
                    </a:lnTo>
                    <a:lnTo>
                      <a:pt x="911" y="2056"/>
                    </a:lnTo>
                    <a:lnTo>
                      <a:pt x="886" y="2081"/>
                    </a:lnTo>
                    <a:lnTo>
                      <a:pt x="868" y="2103"/>
                    </a:lnTo>
                    <a:lnTo>
                      <a:pt x="851" y="2121"/>
                    </a:lnTo>
                    <a:lnTo>
                      <a:pt x="839" y="2133"/>
                    </a:lnTo>
                    <a:lnTo>
                      <a:pt x="831" y="2141"/>
                    </a:lnTo>
                    <a:lnTo>
                      <a:pt x="828" y="2143"/>
                    </a:lnTo>
                    <a:lnTo>
                      <a:pt x="827" y="2141"/>
                    </a:lnTo>
                    <a:lnTo>
                      <a:pt x="819" y="2133"/>
                    </a:lnTo>
                    <a:lnTo>
                      <a:pt x="807" y="2121"/>
                    </a:lnTo>
                    <a:lnTo>
                      <a:pt x="791" y="2103"/>
                    </a:lnTo>
                    <a:lnTo>
                      <a:pt x="772" y="2081"/>
                    </a:lnTo>
                    <a:lnTo>
                      <a:pt x="747" y="2056"/>
                    </a:lnTo>
                    <a:lnTo>
                      <a:pt x="722" y="2027"/>
                    </a:lnTo>
                    <a:lnTo>
                      <a:pt x="692" y="1994"/>
                    </a:lnTo>
                    <a:lnTo>
                      <a:pt x="660" y="1957"/>
                    </a:lnTo>
                    <a:lnTo>
                      <a:pt x="626" y="1918"/>
                    </a:lnTo>
                    <a:lnTo>
                      <a:pt x="590" y="1876"/>
                    </a:lnTo>
                    <a:lnTo>
                      <a:pt x="553" y="1831"/>
                    </a:lnTo>
                    <a:lnTo>
                      <a:pt x="514" y="1785"/>
                    </a:lnTo>
                    <a:lnTo>
                      <a:pt x="475" y="1735"/>
                    </a:lnTo>
                    <a:lnTo>
                      <a:pt x="434" y="1684"/>
                    </a:lnTo>
                    <a:lnTo>
                      <a:pt x="394" y="1631"/>
                    </a:lnTo>
                    <a:lnTo>
                      <a:pt x="355" y="1577"/>
                    </a:lnTo>
                    <a:lnTo>
                      <a:pt x="316" y="1523"/>
                    </a:lnTo>
                    <a:lnTo>
                      <a:pt x="277" y="1468"/>
                    </a:lnTo>
                    <a:lnTo>
                      <a:pt x="239" y="1411"/>
                    </a:lnTo>
                    <a:lnTo>
                      <a:pt x="204" y="1354"/>
                    </a:lnTo>
                    <a:lnTo>
                      <a:pt x="169" y="1298"/>
                    </a:lnTo>
                    <a:lnTo>
                      <a:pt x="138" y="1241"/>
                    </a:lnTo>
                    <a:lnTo>
                      <a:pt x="108" y="1186"/>
                    </a:lnTo>
                    <a:lnTo>
                      <a:pt x="81" y="1131"/>
                    </a:lnTo>
                    <a:lnTo>
                      <a:pt x="58" y="1077"/>
                    </a:lnTo>
                    <a:lnTo>
                      <a:pt x="38" y="1024"/>
                    </a:lnTo>
                    <a:lnTo>
                      <a:pt x="22" y="971"/>
                    </a:lnTo>
                    <a:lnTo>
                      <a:pt x="9" y="923"/>
                    </a:lnTo>
                    <a:lnTo>
                      <a:pt x="3" y="874"/>
                    </a:lnTo>
                    <a:lnTo>
                      <a:pt x="0" y="828"/>
                    </a:lnTo>
                    <a:lnTo>
                      <a:pt x="4" y="745"/>
                    </a:lnTo>
                    <a:lnTo>
                      <a:pt x="18" y="663"/>
                    </a:lnTo>
                    <a:lnTo>
                      <a:pt x="38" y="583"/>
                    </a:lnTo>
                    <a:lnTo>
                      <a:pt x="65" y="506"/>
                    </a:lnTo>
                    <a:lnTo>
                      <a:pt x="100" y="435"/>
                    </a:lnTo>
                    <a:lnTo>
                      <a:pt x="142" y="366"/>
                    </a:lnTo>
                    <a:lnTo>
                      <a:pt x="189" y="302"/>
                    </a:lnTo>
                    <a:lnTo>
                      <a:pt x="243" y="243"/>
                    </a:lnTo>
                    <a:lnTo>
                      <a:pt x="302" y="189"/>
                    </a:lnTo>
                    <a:lnTo>
                      <a:pt x="366" y="142"/>
                    </a:lnTo>
                    <a:lnTo>
                      <a:pt x="434" y="100"/>
                    </a:lnTo>
                    <a:lnTo>
                      <a:pt x="506" y="65"/>
                    </a:lnTo>
                    <a:lnTo>
                      <a:pt x="583" y="38"/>
                    </a:lnTo>
                    <a:lnTo>
                      <a:pt x="662" y="18"/>
                    </a:lnTo>
                    <a:lnTo>
                      <a:pt x="745" y="4"/>
                    </a:lnTo>
                    <a:lnTo>
                      <a:pt x="828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grpSp>
            <p:nvGrpSpPr>
              <p:cNvPr id="4" name="Group 76"/>
              <p:cNvGrpSpPr/>
              <p:nvPr/>
            </p:nvGrpSpPr>
            <p:grpSpPr>
              <a:xfrm>
                <a:off x="5767211" y="2423034"/>
                <a:ext cx="650753" cy="714990"/>
                <a:chOff x="2171700" y="1574800"/>
                <a:chExt cx="739776" cy="812800"/>
              </a:xfrm>
              <a:solidFill>
                <a:schemeClr val="accent1"/>
              </a:solidFill>
            </p:grpSpPr>
            <p:sp>
              <p:nvSpPr>
                <p:cNvPr id="38" name="Freeform 33"/>
                <p:cNvSpPr>
                  <a:spLocks noEditPoints="1"/>
                </p:cNvSpPr>
                <p:nvPr/>
              </p:nvSpPr>
              <p:spPr bwMode="auto">
                <a:xfrm>
                  <a:off x="2292350" y="1700213"/>
                  <a:ext cx="498475" cy="687387"/>
                </a:xfrm>
                <a:custGeom>
                  <a:avLst/>
                  <a:gdLst>
                    <a:gd name="T0" fmla="*/ 813 w 2197"/>
                    <a:gd name="T1" fmla="*/ 324 h 3032"/>
                    <a:gd name="T2" fmla="*/ 519 w 2197"/>
                    <a:gd name="T3" fmla="*/ 505 h 3032"/>
                    <a:gd name="T4" fmla="*/ 329 w 2197"/>
                    <a:gd name="T5" fmla="*/ 783 h 3032"/>
                    <a:gd name="T6" fmla="*/ 281 w 2197"/>
                    <a:gd name="T7" fmla="*/ 1120 h 3032"/>
                    <a:gd name="T8" fmla="*/ 340 w 2197"/>
                    <a:gd name="T9" fmla="*/ 1390 h 3032"/>
                    <a:gd name="T10" fmla="*/ 449 w 2197"/>
                    <a:gd name="T11" fmla="*/ 1594 h 3032"/>
                    <a:gd name="T12" fmla="*/ 575 w 2197"/>
                    <a:gd name="T13" fmla="*/ 1783 h 3032"/>
                    <a:gd name="T14" fmla="*/ 653 w 2197"/>
                    <a:gd name="T15" fmla="*/ 1996 h 3032"/>
                    <a:gd name="T16" fmla="*/ 700 w 2197"/>
                    <a:gd name="T17" fmla="*/ 2142 h 3032"/>
                    <a:gd name="T18" fmla="*/ 1457 w 2197"/>
                    <a:gd name="T19" fmla="*/ 2178 h 3032"/>
                    <a:gd name="T20" fmla="*/ 1539 w 2197"/>
                    <a:gd name="T21" fmla="*/ 2071 h 3032"/>
                    <a:gd name="T22" fmla="*/ 1581 w 2197"/>
                    <a:gd name="T23" fmla="*/ 1864 h 3032"/>
                    <a:gd name="T24" fmla="*/ 1700 w 2197"/>
                    <a:gd name="T25" fmla="*/ 1666 h 3032"/>
                    <a:gd name="T26" fmla="*/ 1817 w 2197"/>
                    <a:gd name="T27" fmla="*/ 1478 h 3032"/>
                    <a:gd name="T28" fmla="*/ 1902 w 2197"/>
                    <a:gd name="T29" fmla="*/ 1238 h 3032"/>
                    <a:gd name="T30" fmla="*/ 1907 w 2197"/>
                    <a:gd name="T31" fmla="*/ 915 h 3032"/>
                    <a:gd name="T32" fmla="*/ 1769 w 2197"/>
                    <a:gd name="T33" fmla="*/ 606 h 3032"/>
                    <a:gd name="T34" fmla="*/ 1513 w 2197"/>
                    <a:gd name="T35" fmla="*/ 382 h 3032"/>
                    <a:gd name="T36" fmla="*/ 1174 w 2197"/>
                    <a:gd name="T37" fmla="*/ 279 h 3032"/>
                    <a:gd name="T38" fmla="*/ 1362 w 2197"/>
                    <a:gd name="T39" fmla="*/ 32 h 3032"/>
                    <a:gd name="T40" fmla="*/ 1747 w 2197"/>
                    <a:gd name="T41" fmla="*/ 204 h 3032"/>
                    <a:gd name="T42" fmla="*/ 2033 w 2197"/>
                    <a:gd name="T43" fmla="*/ 499 h 3032"/>
                    <a:gd name="T44" fmla="*/ 2182 w 2197"/>
                    <a:gd name="T45" fmla="*/ 883 h 3032"/>
                    <a:gd name="T46" fmla="*/ 2180 w 2197"/>
                    <a:gd name="T47" fmla="*/ 1263 h 3032"/>
                    <a:gd name="T48" fmla="*/ 2095 w 2197"/>
                    <a:gd name="T49" fmla="*/ 1542 h 3032"/>
                    <a:gd name="T50" fmla="*/ 1977 w 2197"/>
                    <a:gd name="T51" fmla="*/ 1752 h 3032"/>
                    <a:gd name="T52" fmla="*/ 1857 w 2197"/>
                    <a:gd name="T53" fmla="*/ 1933 h 3032"/>
                    <a:gd name="T54" fmla="*/ 1816 w 2197"/>
                    <a:gd name="T55" fmla="*/ 2095 h 3032"/>
                    <a:gd name="T56" fmla="*/ 1702 w 2197"/>
                    <a:gd name="T57" fmla="*/ 2328 h 3032"/>
                    <a:gd name="T58" fmla="*/ 1611 w 2197"/>
                    <a:gd name="T59" fmla="*/ 2485 h 3032"/>
                    <a:gd name="T60" fmla="*/ 1603 w 2197"/>
                    <a:gd name="T61" fmla="*/ 2631 h 3032"/>
                    <a:gd name="T62" fmla="*/ 1599 w 2197"/>
                    <a:gd name="T63" fmla="*/ 2699 h 3032"/>
                    <a:gd name="T64" fmla="*/ 1566 w 2197"/>
                    <a:gd name="T65" fmla="*/ 2789 h 3032"/>
                    <a:gd name="T66" fmla="*/ 1452 w 2197"/>
                    <a:gd name="T67" fmla="*/ 2888 h 3032"/>
                    <a:gd name="T68" fmla="*/ 1283 w 2197"/>
                    <a:gd name="T69" fmla="*/ 3010 h 3032"/>
                    <a:gd name="T70" fmla="*/ 965 w 2197"/>
                    <a:gd name="T71" fmla="*/ 3030 h 3032"/>
                    <a:gd name="T72" fmla="*/ 825 w 2197"/>
                    <a:gd name="T73" fmla="*/ 2922 h 3032"/>
                    <a:gd name="T74" fmla="*/ 657 w 2197"/>
                    <a:gd name="T75" fmla="*/ 2823 h 3032"/>
                    <a:gd name="T76" fmla="*/ 602 w 2197"/>
                    <a:gd name="T77" fmla="*/ 2718 h 3032"/>
                    <a:gd name="T78" fmla="*/ 597 w 2197"/>
                    <a:gd name="T79" fmla="*/ 2671 h 3032"/>
                    <a:gd name="T80" fmla="*/ 590 w 2197"/>
                    <a:gd name="T81" fmla="*/ 2546 h 3032"/>
                    <a:gd name="T82" fmla="*/ 582 w 2197"/>
                    <a:gd name="T83" fmla="*/ 2406 h 3032"/>
                    <a:gd name="T84" fmla="*/ 408 w 2197"/>
                    <a:gd name="T85" fmla="*/ 2193 h 3032"/>
                    <a:gd name="T86" fmla="*/ 368 w 2197"/>
                    <a:gd name="T87" fmla="*/ 1991 h 3032"/>
                    <a:gd name="T88" fmla="*/ 268 w 2197"/>
                    <a:gd name="T89" fmla="*/ 1821 h 3032"/>
                    <a:gd name="T90" fmla="*/ 149 w 2197"/>
                    <a:gd name="T91" fmla="*/ 1633 h 3032"/>
                    <a:gd name="T92" fmla="*/ 45 w 2197"/>
                    <a:gd name="T93" fmla="*/ 1384 h 3032"/>
                    <a:gd name="T94" fmla="*/ 0 w 2197"/>
                    <a:gd name="T95" fmla="*/ 1054 h 3032"/>
                    <a:gd name="T96" fmla="*/ 87 w 2197"/>
                    <a:gd name="T97" fmla="*/ 644 h 3032"/>
                    <a:gd name="T98" fmla="*/ 323 w 2197"/>
                    <a:gd name="T99" fmla="*/ 310 h 3032"/>
                    <a:gd name="T100" fmla="*/ 672 w 2197"/>
                    <a:gd name="T101" fmla="*/ 83 h 3032"/>
                    <a:gd name="T102" fmla="*/ 1099 w 2197"/>
                    <a:gd name="T103" fmla="*/ 0 h 303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</a:cxnLst>
                  <a:rect l="0" t="0" r="r" b="b"/>
                  <a:pathLst>
                    <a:path w="2197" h="3032">
                      <a:moveTo>
                        <a:pt x="1099" y="276"/>
                      </a:moveTo>
                      <a:lnTo>
                        <a:pt x="1024" y="279"/>
                      </a:lnTo>
                      <a:lnTo>
                        <a:pt x="951" y="288"/>
                      </a:lnTo>
                      <a:lnTo>
                        <a:pt x="881" y="304"/>
                      </a:lnTo>
                      <a:lnTo>
                        <a:pt x="813" y="324"/>
                      </a:lnTo>
                      <a:lnTo>
                        <a:pt x="747" y="352"/>
                      </a:lnTo>
                      <a:lnTo>
                        <a:pt x="685" y="383"/>
                      </a:lnTo>
                      <a:lnTo>
                        <a:pt x="626" y="419"/>
                      </a:lnTo>
                      <a:lnTo>
                        <a:pt x="571" y="460"/>
                      </a:lnTo>
                      <a:lnTo>
                        <a:pt x="519" y="505"/>
                      </a:lnTo>
                      <a:lnTo>
                        <a:pt x="471" y="553"/>
                      </a:lnTo>
                      <a:lnTo>
                        <a:pt x="429" y="606"/>
                      </a:lnTo>
                      <a:lnTo>
                        <a:pt x="391" y="662"/>
                      </a:lnTo>
                      <a:lnTo>
                        <a:pt x="358" y="721"/>
                      </a:lnTo>
                      <a:lnTo>
                        <a:pt x="329" y="783"/>
                      </a:lnTo>
                      <a:lnTo>
                        <a:pt x="308" y="848"/>
                      </a:lnTo>
                      <a:lnTo>
                        <a:pt x="292" y="915"/>
                      </a:lnTo>
                      <a:lnTo>
                        <a:pt x="282" y="983"/>
                      </a:lnTo>
                      <a:lnTo>
                        <a:pt x="278" y="1054"/>
                      </a:lnTo>
                      <a:lnTo>
                        <a:pt x="281" y="1120"/>
                      </a:lnTo>
                      <a:lnTo>
                        <a:pt x="286" y="1181"/>
                      </a:lnTo>
                      <a:lnTo>
                        <a:pt x="295" y="1238"/>
                      </a:lnTo>
                      <a:lnTo>
                        <a:pt x="308" y="1292"/>
                      </a:lnTo>
                      <a:lnTo>
                        <a:pt x="323" y="1343"/>
                      </a:lnTo>
                      <a:lnTo>
                        <a:pt x="340" y="1390"/>
                      </a:lnTo>
                      <a:lnTo>
                        <a:pt x="359" y="1435"/>
                      </a:lnTo>
                      <a:lnTo>
                        <a:pt x="380" y="1478"/>
                      </a:lnTo>
                      <a:lnTo>
                        <a:pt x="402" y="1518"/>
                      </a:lnTo>
                      <a:lnTo>
                        <a:pt x="426" y="1557"/>
                      </a:lnTo>
                      <a:lnTo>
                        <a:pt x="449" y="1594"/>
                      </a:lnTo>
                      <a:lnTo>
                        <a:pt x="474" y="1630"/>
                      </a:lnTo>
                      <a:lnTo>
                        <a:pt x="496" y="1665"/>
                      </a:lnTo>
                      <a:lnTo>
                        <a:pt x="523" y="1704"/>
                      </a:lnTo>
                      <a:lnTo>
                        <a:pt x="550" y="1744"/>
                      </a:lnTo>
                      <a:lnTo>
                        <a:pt x="575" y="1783"/>
                      </a:lnTo>
                      <a:lnTo>
                        <a:pt x="597" y="1823"/>
                      </a:lnTo>
                      <a:lnTo>
                        <a:pt x="617" y="1864"/>
                      </a:lnTo>
                      <a:lnTo>
                        <a:pt x="632" y="1906"/>
                      </a:lnTo>
                      <a:lnTo>
                        <a:pt x="645" y="1950"/>
                      </a:lnTo>
                      <a:lnTo>
                        <a:pt x="653" y="1996"/>
                      </a:lnTo>
                      <a:lnTo>
                        <a:pt x="655" y="2044"/>
                      </a:lnTo>
                      <a:lnTo>
                        <a:pt x="658" y="2071"/>
                      </a:lnTo>
                      <a:lnTo>
                        <a:pt x="669" y="2097"/>
                      </a:lnTo>
                      <a:lnTo>
                        <a:pt x="682" y="2121"/>
                      </a:lnTo>
                      <a:lnTo>
                        <a:pt x="700" y="2142"/>
                      </a:lnTo>
                      <a:lnTo>
                        <a:pt x="720" y="2162"/>
                      </a:lnTo>
                      <a:lnTo>
                        <a:pt x="740" y="2178"/>
                      </a:lnTo>
                      <a:lnTo>
                        <a:pt x="759" y="2193"/>
                      </a:lnTo>
                      <a:lnTo>
                        <a:pt x="1438" y="2193"/>
                      </a:lnTo>
                      <a:lnTo>
                        <a:pt x="1457" y="2178"/>
                      </a:lnTo>
                      <a:lnTo>
                        <a:pt x="1478" y="2162"/>
                      </a:lnTo>
                      <a:lnTo>
                        <a:pt x="1498" y="2142"/>
                      </a:lnTo>
                      <a:lnTo>
                        <a:pt x="1515" y="2121"/>
                      </a:lnTo>
                      <a:lnTo>
                        <a:pt x="1529" y="2097"/>
                      </a:lnTo>
                      <a:lnTo>
                        <a:pt x="1539" y="2071"/>
                      </a:lnTo>
                      <a:lnTo>
                        <a:pt x="1542" y="2044"/>
                      </a:lnTo>
                      <a:lnTo>
                        <a:pt x="1545" y="1996"/>
                      </a:lnTo>
                      <a:lnTo>
                        <a:pt x="1553" y="1950"/>
                      </a:lnTo>
                      <a:lnTo>
                        <a:pt x="1565" y="1906"/>
                      </a:lnTo>
                      <a:lnTo>
                        <a:pt x="1581" y="1864"/>
                      </a:lnTo>
                      <a:lnTo>
                        <a:pt x="1600" y="1824"/>
                      </a:lnTo>
                      <a:lnTo>
                        <a:pt x="1623" y="1783"/>
                      </a:lnTo>
                      <a:lnTo>
                        <a:pt x="1647" y="1744"/>
                      </a:lnTo>
                      <a:lnTo>
                        <a:pt x="1673" y="1705"/>
                      </a:lnTo>
                      <a:lnTo>
                        <a:pt x="1700" y="1666"/>
                      </a:lnTo>
                      <a:lnTo>
                        <a:pt x="1724" y="1631"/>
                      </a:lnTo>
                      <a:lnTo>
                        <a:pt x="1748" y="1595"/>
                      </a:lnTo>
                      <a:lnTo>
                        <a:pt x="1772" y="1558"/>
                      </a:lnTo>
                      <a:lnTo>
                        <a:pt x="1796" y="1518"/>
                      </a:lnTo>
                      <a:lnTo>
                        <a:pt x="1817" y="1478"/>
                      </a:lnTo>
                      <a:lnTo>
                        <a:pt x="1839" y="1435"/>
                      </a:lnTo>
                      <a:lnTo>
                        <a:pt x="1858" y="1390"/>
                      </a:lnTo>
                      <a:lnTo>
                        <a:pt x="1875" y="1343"/>
                      </a:lnTo>
                      <a:lnTo>
                        <a:pt x="1890" y="1292"/>
                      </a:lnTo>
                      <a:lnTo>
                        <a:pt x="1902" y="1238"/>
                      </a:lnTo>
                      <a:lnTo>
                        <a:pt x="1911" y="1181"/>
                      </a:lnTo>
                      <a:lnTo>
                        <a:pt x="1917" y="1120"/>
                      </a:lnTo>
                      <a:lnTo>
                        <a:pt x="1919" y="1054"/>
                      </a:lnTo>
                      <a:lnTo>
                        <a:pt x="1916" y="983"/>
                      </a:lnTo>
                      <a:lnTo>
                        <a:pt x="1907" y="915"/>
                      </a:lnTo>
                      <a:lnTo>
                        <a:pt x="1890" y="847"/>
                      </a:lnTo>
                      <a:lnTo>
                        <a:pt x="1868" y="783"/>
                      </a:lnTo>
                      <a:lnTo>
                        <a:pt x="1841" y="721"/>
                      </a:lnTo>
                      <a:lnTo>
                        <a:pt x="1807" y="661"/>
                      </a:lnTo>
                      <a:lnTo>
                        <a:pt x="1769" y="606"/>
                      </a:lnTo>
                      <a:lnTo>
                        <a:pt x="1726" y="553"/>
                      </a:lnTo>
                      <a:lnTo>
                        <a:pt x="1679" y="505"/>
                      </a:lnTo>
                      <a:lnTo>
                        <a:pt x="1628" y="460"/>
                      </a:lnTo>
                      <a:lnTo>
                        <a:pt x="1572" y="418"/>
                      </a:lnTo>
                      <a:lnTo>
                        <a:pt x="1513" y="382"/>
                      </a:lnTo>
                      <a:lnTo>
                        <a:pt x="1451" y="352"/>
                      </a:lnTo>
                      <a:lnTo>
                        <a:pt x="1385" y="324"/>
                      </a:lnTo>
                      <a:lnTo>
                        <a:pt x="1317" y="304"/>
                      </a:lnTo>
                      <a:lnTo>
                        <a:pt x="1246" y="288"/>
                      </a:lnTo>
                      <a:lnTo>
                        <a:pt x="1174" y="279"/>
                      </a:lnTo>
                      <a:lnTo>
                        <a:pt x="1099" y="276"/>
                      </a:lnTo>
                      <a:close/>
                      <a:moveTo>
                        <a:pt x="1099" y="0"/>
                      </a:moveTo>
                      <a:lnTo>
                        <a:pt x="1188" y="3"/>
                      </a:lnTo>
                      <a:lnTo>
                        <a:pt x="1277" y="15"/>
                      </a:lnTo>
                      <a:lnTo>
                        <a:pt x="1362" y="32"/>
                      </a:lnTo>
                      <a:lnTo>
                        <a:pt x="1446" y="54"/>
                      </a:lnTo>
                      <a:lnTo>
                        <a:pt x="1525" y="83"/>
                      </a:lnTo>
                      <a:lnTo>
                        <a:pt x="1603" y="118"/>
                      </a:lnTo>
                      <a:lnTo>
                        <a:pt x="1676" y="159"/>
                      </a:lnTo>
                      <a:lnTo>
                        <a:pt x="1747" y="204"/>
                      </a:lnTo>
                      <a:lnTo>
                        <a:pt x="1813" y="255"/>
                      </a:lnTo>
                      <a:lnTo>
                        <a:pt x="1875" y="310"/>
                      </a:lnTo>
                      <a:lnTo>
                        <a:pt x="1932" y="368"/>
                      </a:lnTo>
                      <a:lnTo>
                        <a:pt x="1985" y="433"/>
                      </a:lnTo>
                      <a:lnTo>
                        <a:pt x="2033" y="499"/>
                      </a:lnTo>
                      <a:lnTo>
                        <a:pt x="2075" y="570"/>
                      </a:lnTo>
                      <a:lnTo>
                        <a:pt x="2111" y="644"/>
                      </a:lnTo>
                      <a:lnTo>
                        <a:pt x="2140" y="722"/>
                      </a:lnTo>
                      <a:lnTo>
                        <a:pt x="2165" y="801"/>
                      </a:lnTo>
                      <a:lnTo>
                        <a:pt x="2182" y="883"/>
                      </a:lnTo>
                      <a:lnTo>
                        <a:pt x="2194" y="968"/>
                      </a:lnTo>
                      <a:lnTo>
                        <a:pt x="2197" y="1054"/>
                      </a:lnTo>
                      <a:lnTo>
                        <a:pt x="2195" y="1128"/>
                      </a:lnTo>
                      <a:lnTo>
                        <a:pt x="2189" y="1197"/>
                      </a:lnTo>
                      <a:lnTo>
                        <a:pt x="2180" y="1263"/>
                      </a:lnTo>
                      <a:lnTo>
                        <a:pt x="2168" y="1326"/>
                      </a:lnTo>
                      <a:lnTo>
                        <a:pt x="2153" y="1384"/>
                      </a:lnTo>
                      <a:lnTo>
                        <a:pt x="2136" y="1440"/>
                      </a:lnTo>
                      <a:lnTo>
                        <a:pt x="2116" y="1493"/>
                      </a:lnTo>
                      <a:lnTo>
                        <a:pt x="2095" y="1542"/>
                      </a:lnTo>
                      <a:lnTo>
                        <a:pt x="2072" y="1588"/>
                      </a:lnTo>
                      <a:lnTo>
                        <a:pt x="2050" y="1632"/>
                      </a:lnTo>
                      <a:lnTo>
                        <a:pt x="2025" y="1675"/>
                      </a:lnTo>
                      <a:lnTo>
                        <a:pt x="2001" y="1714"/>
                      </a:lnTo>
                      <a:lnTo>
                        <a:pt x="1977" y="1752"/>
                      </a:lnTo>
                      <a:lnTo>
                        <a:pt x="1953" y="1787"/>
                      </a:lnTo>
                      <a:lnTo>
                        <a:pt x="1929" y="1820"/>
                      </a:lnTo>
                      <a:lnTo>
                        <a:pt x="1902" y="1862"/>
                      </a:lnTo>
                      <a:lnTo>
                        <a:pt x="1877" y="1899"/>
                      </a:lnTo>
                      <a:lnTo>
                        <a:pt x="1857" y="1933"/>
                      </a:lnTo>
                      <a:lnTo>
                        <a:pt x="1841" y="1963"/>
                      </a:lnTo>
                      <a:lnTo>
                        <a:pt x="1830" y="1991"/>
                      </a:lnTo>
                      <a:lnTo>
                        <a:pt x="1822" y="2019"/>
                      </a:lnTo>
                      <a:lnTo>
                        <a:pt x="1819" y="2044"/>
                      </a:lnTo>
                      <a:lnTo>
                        <a:pt x="1816" y="2095"/>
                      </a:lnTo>
                      <a:lnTo>
                        <a:pt x="1806" y="2145"/>
                      </a:lnTo>
                      <a:lnTo>
                        <a:pt x="1790" y="2193"/>
                      </a:lnTo>
                      <a:lnTo>
                        <a:pt x="1766" y="2240"/>
                      </a:lnTo>
                      <a:lnTo>
                        <a:pt x="1738" y="2285"/>
                      </a:lnTo>
                      <a:lnTo>
                        <a:pt x="1702" y="2328"/>
                      </a:lnTo>
                      <a:lnTo>
                        <a:pt x="1662" y="2369"/>
                      </a:lnTo>
                      <a:lnTo>
                        <a:pt x="1615" y="2406"/>
                      </a:lnTo>
                      <a:lnTo>
                        <a:pt x="1614" y="2429"/>
                      </a:lnTo>
                      <a:lnTo>
                        <a:pt x="1613" y="2456"/>
                      </a:lnTo>
                      <a:lnTo>
                        <a:pt x="1611" y="2485"/>
                      </a:lnTo>
                      <a:lnTo>
                        <a:pt x="1609" y="2515"/>
                      </a:lnTo>
                      <a:lnTo>
                        <a:pt x="1607" y="2546"/>
                      </a:lnTo>
                      <a:lnTo>
                        <a:pt x="1606" y="2576"/>
                      </a:lnTo>
                      <a:lnTo>
                        <a:pt x="1604" y="2605"/>
                      </a:lnTo>
                      <a:lnTo>
                        <a:pt x="1603" y="2631"/>
                      </a:lnTo>
                      <a:lnTo>
                        <a:pt x="1601" y="2653"/>
                      </a:lnTo>
                      <a:lnTo>
                        <a:pt x="1600" y="2671"/>
                      </a:lnTo>
                      <a:lnTo>
                        <a:pt x="1600" y="2682"/>
                      </a:lnTo>
                      <a:lnTo>
                        <a:pt x="1599" y="2685"/>
                      </a:lnTo>
                      <a:lnTo>
                        <a:pt x="1599" y="2699"/>
                      </a:lnTo>
                      <a:lnTo>
                        <a:pt x="1597" y="2715"/>
                      </a:lnTo>
                      <a:lnTo>
                        <a:pt x="1592" y="2732"/>
                      </a:lnTo>
                      <a:lnTo>
                        <a:pt x="1587" y="2750"/>
                      </a:lnTo>
                      <a:lnTo>
                        <a:pt x="1578" y="2770"/>
                      </a:lnTo>
                      <a:lnTo>
                        <a:pt x="1566" y="2789"/>
                      </a:lnTo>
                      <a:lnTo>
                        <a:pt x="1552" y="2809"/>
                      </a:lnTo>
                      <a:lnTo>
                        <a:pt x="1533" y="2831"/>
                      </a:lnTo>
                      <a:lnTo>
                        <a:pt x="1511" y="2850"/>
                      </a:lnTo>
                      <a:lnTo>
                        <a:pt x="1483" y="2870"/>
                      </a:lnTo>
                      <a:lnTo>
                        <a:pt x="1452" y="2888"/>
                      </a:lnTo>
                      <a:lnTo>
                        <a:pt x="1415" y="2906"/>
                      </a:lnTo>
                      <a:lnTo>
                        <a:pt x="1372" y="2922"/>
                      </a:lnTo>
                      <a:lnTo>
                        <a:pt x="1347" y="2953"/>
                      </a:lnTo>
                      <a:lnTo>
                        <a:pt x="1317" y="2983"/>
                      </a:lnTo>
                      <a:lnTo>
                        <a:pt x="1283" y="3010"/>
                      </a:lnTo>
                      <a:lnTo>
                        <a:pt x="1259" y="3022"/>
                      </a:lnTo>
                      <a:lnTo>
                        <a:pt x="1233" y="3030"/>
                      </a:lnTo>
                      <a:lnTo>
                        <a:pt x="1205" y="3032"/>
                      </a:lnTo>
                      <a:lnTo>
                        <a:pt x="992" y="3032"/>
                      </a:lnTo>
                      <a:lnTo>
                        <a:pt x="965" y="3030"/>
                      </a:lnTo>
                      <a:lnTo>
                        <a:pt x="939" y="3022"/>
                      </a:lnTo>
                      <a:lnTo>
                        <a:pt x="915" y="3010"/>
                      </a:lnTo>
                      <a:lnTo>
                        <a:pt x="881" y="2983"/>
                      </a:lnTo>
                      <a:lnTo>
                        <a:pt x="850" y="2953"/>
                      </a:lnTo>
                      <a:lnTo>
                        <a:pt x="825" y="2922"/>
                      </a:lnTo>
                      <a:lnTo>
                        <a:pt x="780" y="2904"/>
                      </a:lnTo>
                      <a:lnTo>
                        <a:pt x="741" y="2886"/>
                      </a:lnTo>
                      <a:lnTo>
                        <a:pt x="707" y="2866"/>
                      </a:lnTo>
                      <a:lnTo>
                        <a:pt x="680" y="2844"/>
                      </a:lnTo>
                      <a:lnTo>
                        <a:pt x="657" y="2823"/>
                      </a:lnTo>
                      <a:lnTo>
                        <a:pt x="639" y="2800"/>
                      </a:lnTo>
                      <a:lnTo>
                        <a:pt x="626" y="2779"/>
                      </a:lnTo>
                      <a:lnTo>
                        <a:pt x="614" y="2757"/>
                      </a:lnTo>
                      <a:lnTo>
                        <a:pt x="607" y="2737"/>
                      </a:lnTo>
                      <a:lnTo>
                        <a:pt x="602" y="2718"/>
                      </a:lnTo>
                      <a:lnTo>
                        <a:pt x="599" y="2701"/>
                      </a:lnTo>
                      <a:lnTo>
                        <a:pt x="598" y="2685"/>
                      </a:lnTo>
                      <a:lnTo>
                        <a:pt x="598" y="2685"/>
                      </a:lnTo>
                      <a:lnTo>
                        <a:pt x="598" y="2682"/>
                      </a:lnTo>
                      <a:lnTo>
                        <a:pt x="597" y="2671"/>
                      </a:lnTo>
                      <a:lnTo>
                        <a:pt x="596" y="2653"/>
                      </a:lnTo>
                      <a:lnTo>
                        <a:pt x="595" y="2631"/>
                      </a:lnTo>
                      <a:lnTo>
                        <a:pt x="594" y="2605"/>
                      </a:lnTo>
                      <a:lnTo>
                        <a:pt x="592" y="2576"/>
                      </a:lnTo>
                      <a:lnTo>
                        <a:pt x="590" y="2546"/>
                      </a:lnTo>
                      <a:lnTo>
                        <a:pt x="588" y="2515"/>
                      </a:lnTo>
                      <a:lnTo>
                        <a:pt x="587" y="2485"/>
                      </a:lnTo>
                      <a:lnTo>
                        <a:pt x="585" y="2456"/>
                      </a:lnTo>
                      <a:lnTo>
                        <a:pt x="584" y="2429"/>
                      </a:lnTo>
                      <a:lnTo>
                        <a:pt x="582" y="2406"/>
                      </a:lnTo>
                      <a:lnTo>
                        <a:pt x="536" y="2369"/>
                      </a:lnTo>
                      <a:lnTo>
                        <a:pt x="495" y="2328"/>
                      </a:lnTo>
                      <a:lnTo>
                        <a:pt x="460" y="2285"/>
                      </a:lnTo>
                      <a:lnTo>
                        <a:pt x="432" y="2240"/>
                      </a:lnTo>
                      <a:lnTo>
                        <a:pt x="408" y="2193"/>
                      </a:lnTo>
                      <a:lnTo>
                        <a:pt x="392" y="2145"/>
                      </a:lnTo>
                      <a:lnTo>
                        <a:pt x="382" y="2095"/>
                      </a:lnTo>
                      <a:lnTo>
                        <a:pt x="378" y="2044"/>
                      </a:lnTo>
                      <a:lnTo>
                        <a:pt x="376" y="2019"/>
                      </a:lnTo>
                      <a:lnTo>
                        <a:pt x="368" y="1991"/>
                      </a:lnTo>
                      <a:lnTo>
                        <a:pt x="357" y="1963"/>
                      </a:lnTo>
                      <a:lnTo>
                        <a:pt x="341" y="1933"/>
                      </a:lnTo>
                      <a:lnTo>
                        <a:pt x="320" y="1899"/>
                      </a:lnTo>
                      <a:lnTo>
                        <a:pt x="297" y="1862"/>
                      </a:lnTo>
                      <a:lnTo>
                        <a:pt x="268" y="1821"/>
                      </a:lnTo>
                      <a:lnTo>
                        <a:pt x="245" y="1788"/>
                      </a:lnTo>
                      <a:lnTo>
                        <a:pt x="222" y="1752"/>
                      </a:lnTo>
                      <a:lnTo>
                        <a:pt x="197" y="1714"/>
                      </a:lnTo>
                      <a:lnTo>
                        <a:pt x="173" y="1675"/>
                      </a:lnTo>
                      <a:lnTo>
                        <a:pt x="149" y="1633"/>
                      </a:lnTo>
                      <a:lnTo>
                        <a:pt x="125" y="1588"/>
                      </a:lnTo>
                      <a:lnTo>
                        <a:pt x="102" y="1542"/>
                      </a:lnTo>
                      <a:lnTo>
                        <a:pt x="82" y="1493"/>
                      </a:lnTo>
                      <a:lnTo>
                        <a:pt x="62" y="1440"/>
                      </a:lnTo>
                      <a:lnTo>
                        <a:pt x="45" y="1384"/>
                      </a:lnTo>
                      <a:lnTo>
                        <a:pt x="30" y="1326"/>
                      </a:lnTo>
                      <a:lnTo>
                        <a:pt x="17" y="1263"/>
                      </a:lnTo>
                      <a:lnTo>
                        <a:pt x="8" y="1197"/>
                      </a:lnTo>
                      <a:lnTo>
                        <a:pt x="3" y="1128"/>
                      </a:lnTo>
                      <a:lnTo>
                        <a:pt x="0" y="1054"/>
                      </a:lnTo>
                      <a:lnTo>
                        <a:pt x="4" y="968"/>
                      </a:lnTo>
                      <a:lnTo>
                        <a:pt x="15" y="883"/>
                      </a:lnTo>
                      <a:lnTo>
                        <a:pt x="32" y="801"/>
                      </a:lnTo>
                      <a:lnTo>
                        <a:pt x="57" y="722"/>
                      </a:lnTo>
                      <a:lnTo>
                        <a:pt x="87" y="644"/>
                      </a:lnTo>
                      <a:lnTo>
                        <a:pt x="123" y="570"/>
                      </a:lnTo>
                      <a:lnTo>
                        <a:pt x="165" y="499"/>
                      </a:lnTo>
                      <a:lnTo>
                        <a:pt x="213" y="433"/>
                      </a:lnTo>
                      <a:lnTo>
                        <a:pt x="266" y="368"/>
                      </a:lnTo>
                      <a:lnTo>
                        <a:pt x="323" y="310"/>
                      </a:lnTo>
                      <a:lnTo>
                        <a:pt x="385" y="255"/>
                      </a:lnTo>
                      <a:lnTo>
                        <a:pt x="451" y="204"/>
                      </a:lnTo>
                      <a:lnTo>
                        <a:pt x="521" y="159"/>
                      </a:lnTo>
                      <a:lnTo>
                        <a:pt x="595" y="118"/>
                      </a:lnTo>
                      <a:lnTo>
                        <a:pt x="672" y="83"/>
                      </a:lnTo>
                      <a:lnTo>
                        <a:pt x="753" y="54"/>
                      </a:lnTo>
                      <a:lnTo>
                        <a:pt x="836" y="32"/>
                      </a:lnTo>
                      <a:lnTo>
                        <a:pt x="921" y="15"/>
                      </a:lnTo>
                      <a:lnTo>
                        <a:pt x="1009" y="3"/>
                      </a:lnTo>
                      <a:lnTo>
                        <a:pt x="1099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39" name="Freeform 34"/>
                <p:cNvSpPr>
                  <a:spLocks/>
                </p:cNvSpPr>
                <p:nvPr/>
              </p:nvSpPr>
              <p:spPr bwMode="auto">
                <a:xfrm>
                  <a:off x="2525713" y="1574800"/>
                  <a:ext cx="31750" cy="79375"/>
                </a:xfrm>
                <a:custGeom>
                  <a:avLst/>
                  <a:gdLst>
                    <a:gd name="T0" fmla="*/ 69 w 138"/>
                    <a:gd name="T1" fmla="*/ 0 h 344"/>
                    <a:gd name="T2" fmla="*/ 69 w 138"/>
                    <a:gd name="T3" fmla="*/ 0 h 344"/>
                    <a:gd name="T4" fmla="*/ 87 w 138"/>
                    <a:gd name="T5" fmla="*/ 3 h 344"/>
                    <a:gd name="T6" fmla="*/ 104 w 138"/>
                    <a:gd name="T7" fmla="*/ 9 h 344"/>
                    <a:gd name="T8" fmla="*/ 118 w 138"/>
                    <a:gd name="T9" fmla="*/ 21 h 344"/>
                    <a:gd name="T10" fmla="*/ 129 w 138"/>
                    <a:gd name="T11" fmla="*/ 34 h 344"/>
                    <a:gd name="T12" fmla="*/ 136 w 138"/>
                    <a:gd name="T13" fmla="*/ 51 h 344"/>
                    <a:gd name="T14" fmla="*/ 138 w 138"/>
                    <a:gd name="T15" fmla="*/ 69 h 344"/>
                    <a:gd name="T16" fmla="*/ 138 w 138"/>
                    <a:gd name="T17" fmla="*/ 275 h 344"/>
                    <a:gd name="T18" fmla="*/ 136 w 138"/>
                    <a:gd name="T19" fmla="*/ 294 h 344"/>
                    <a:gd name="T20" fmla="*/ 129 w 138"/>
                    <a:gd name="T21" fmla="*/ 310 h 344"/>
                    <a:gd name="T22" fmla="*/ 118 w 138"/>
                    <a:gd name="T23" fmla="*/ 325 h 344"/>
                    <a:gd name="T24" fmla="*/ 104 w 138"/>
                    <a:gd name="T25" fmla="*/ 335 h 344"/>
                    <a:gd name="T26" fmla="*/ 87 w 138"/>
                    <a:gd name="T27" fmla="*/ 342 h 344"/>
                    <a:gd name="T28" fmla="*/ 69 w 138"/>
                    <a:gd name="T29" fmla="*/ 344 h 344"/>
                    <a:gd name="T30" fmla="*/ 51 w 138"/>
                    <a:gd name="T31" fmla="*/ 342 h 344"/>
                    <a:gd name="T32" fmla="*/ 34 w 138"/>
                    <a:gd name="T33" fmla="*/ 335 h 344"/>
                    <a:gd name="T34" fmla="*/ 20 w 138"/>
                    <a:gd name="T35" fmla="*/ 325 h 344"/>
                    <a:gd name="T36" fmla="*/ 9 w 138"/>
                    <a:gd name="T37" fmla="*/ 310 h 344"/>
                    <a:gd name="T38" fmla="*/ 2 w 138"/>
                    <a:gd name="T39" fmla="*/ 294 h 344"/>
                    <a:gd name="T40" fmla="*/ 0 w 138"/>
                    <a:gd name="T41" fmla="*/ 275 h 344"/>
                    <a:gd name="T42" fmla="*/ 0 w 138"/>
                    <a:gd name="T43" fmla="*/ 69 h 344"/>
                    <a:gd name="T44" fmla="*/ 2 w 138"/>
                    <a:gd name="T45" fmla="*/ 51 h 344"/>
                    <a:gd name="T46" fmla="*/ 9 w 138"/>
                    <a:gd name="T47" fmla="*/ 34 h 344"/>
                    <a:gd name="T48" fmla="*/ 20 w 138"/>
                    <a:gd name="T49" fmla="*/ 21 h 344"/>
                    <a:gd name="T50" fmla="*/ 34 w 138"/>
                    <a:gd name="T51" fmla="*/ 9 h 344"/>
                    <a:gd name="T52" fmla="*/ 51 w 138"/>
                    <a:gd name="T53" fmla="*/ 3 h 344"/>
                    <a:gd name="T54" fmla="*/ 69 w 138"/>
                    <a:gd name="T55" fmla="*/ 0 h 34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</a:cxnLst>
                  <a:rect l="0" t="0" r="r" b="b"/>
                  <a:pathLst>
                    <a:path w="138" h="344">
                      <a:moveTo>
                        <a:pt x="69" y="0"/>
                      </a:moveTo>
                      <a:lnTo>
                        <a:pt x="69" y="0"/>
                      </a:lnTo>
                      <a:lnTo>
                        <a:pt x="87" y="3"/>
                      </a:lnTo>
                      <a:lnTo>
                        <a:pt x="104" y="9"/>
                      </a:lnTo>
                      <a:lnTo>
                        <a:pt x="118" y="21"/>
                      </a:lnTo>
                      <a:lnTo>
                        <a:pt x="129" y="34"/>
                      </a:lnTo>
                      <a:lnTo>
                        <a:pt x="136" y="51"/>
                      </a:lnTo>
                      <a:lnTo>
                        <a:pt x="138" y="69"/>
                      </a:lnTo>
                      <a:lnTo>
                        <a:pt x="138" y="275"/>
                      </a:lnTo>
                      <a:lnTo>
                        <a:pt x="136" y="294"/>
                      </a:lnTo>
                      <a:lnTo>
                        <a:pt x="129" y="310"/>
                      </a:lnTo>
                      <a:lnTo>
                        <a:pt x="118" y="325"/>
                      </a:lnTo>
                      <a:lnTo>
                        <a:pt x="104" y="335"/>
                      </a:lnTo>
                      <a:lnTo>
                        <a:pt x="87" y="342"/>
                      </a:lnTo>
                      <a:lnTo>
                        <a:pt x="69" y="344"/>
                      </a:lnTo>
                      <a:lnTo>
                        <a:pt x="51" y="342"/>
                      </a:lnTo>
                      <a:lnTo>
                        <a:pt x="34" y="335"/>
                      </a:lnTo>
                      <a:lnTo>
                        <a:pt x="20" y="325"/>
                      </a:lnTo>
                      <a:lnTo>
                        <a:pt x="9" y="310"/>
                      </a:lnTo>
                      <a:lnTo>
                        <a:pt x="2" y="294"/>
                      </a:lnTo>
                      <a:lnTo>
                        <a:pt x="0" y="275"/>
                      </a:lnTo>
                      <a:lnTo>
                        <a:pt x="0" y="69"/>
                      </a:lnTo>
                      <a:lnTo>
                        <a:pt x="2" y="51"/>
                      </a:lnTo>
                      <a:lnTo>
                        <a:pt x="9" y="34"/>
                      </a:lnTo>
                      <a:lnTo>
                        <a:pt x="20" y="21"/>
                      </a:lnTo>
                      <a:lnTo>
                        <a:pt x="34" y="9"/>
                      </a:lnTo>
                      <a:lnTo>
                        <a:pt x="51" y="3"/>
                      </a:lnTo>
                      <a:lnTo>
                        <a:pt x="69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40" name="Freeform 35"/>
                <p:cNvSpPr>
                  <a:spLocks/>
                </p:cNvSpPr>
                <p:nvPr/>
              </p:nvSpPr>
              <p:spPr bwMode="auto">
                <a:xfrm>
                  <a:off x="2349500" y="1622425"/>
                  <a:ext cx="53975" cy="71437"/>
                </a:xfrm>
                <a:custGeom>
                  <a:avLst/>
                  <a:gdLst>
                    <a:gd name="T0" fmla="*/ 69 w 243"/>
                    <a:gd name="T1" fmla="*/ 0 h 317"/>
                    <a:gd name="T2" fmla="*/ 87 w 243"/>
                    <a:gd name="T3" fmla="*/ 2 h 317"/>
                    <a:gd name="T4" fmla="*/ 103 w 243"/>
                    <a:gd name="T5" fmla="*/ 9 h 317"/>
                    <a:gd name="T6" fmla="*/ 118 w 243"/>
                    <a:gd name="T7" fmla="*/ 20 h 317"/>
                    <a:gd name="T8" fmla="*/ 129 w 243"/>
                    <a:gd name="T9" fmla="*/ 34 h 317"/>
                    <a:gd name="T10" fmla="*/ 233 w 243"/>
                    <a:gd name="T11" fmla="*/ 214 h 317"/>
                    <a:gd name="T12" fmla="*/ 240 w 243"/>
                    <a:gd name="T13" fmla="*/ 230 h 317"/>
                    <a:gd name="T14" fmla="*/ 243 w 243"/>
                    <a:gd name="T15" fmla="*/ 248 h 317"/>
                    <a:gd name="T16" fmla="*/ 240 w 243"/>
                    <a:gd name="T17" fmla="*/ 265 h 317"/>
                    <a:gd name="T18" fmla="*/ 233 w 243"/>
                    <a:gd name="T19" fmla="*/ 282 h 317"/>
                    <a:gd name="T20" fmla="*/ 223 w 243"/>
                    <a:gd name="T21" fmla="*/ 297 h 317"/>
                    <a:gd name="T22" fmla="*/ 209 w 243"/>
                    <a:gd name="T23" fmla="*/ 308 h 317"/>
                    <a:gd name="T24" fmla="*/ 191 w 243"/>
                    <a:gd name="T25" fmla="*/ 315 h 317"/>
                    <a:gd name="T26" fmla="*/ 173 w 243"/>
                    <a:gd name="T27" fmla="*/ 317 h 317"/>
                    <a:gd name="T28" fmla="*/ 155 w 243"/>
                    <a:gd name="T29" fmla="*/ 315 h 317"/>
                    <a:gd name="T30" fmla="*/ 139 w 243"/>
                    <a:gd name="T31" fmla="*/ 308 h 317"/>
                    <a:gd name="T32" fmla="*/ 125 w 243"/>
                    <a:gd name="T33" fmla="*/ 297 h 317"/>
                    <a:gd name="T34" fmla="*/ 113 w 243"/>
                    <a:gd name="T35" fmla="*/ 282 h 317"/>
                    <a:gd name="T36" fmla="*/ 9 w 243"/>
                    <a:gd name="T37" fmla="*/ 103 h 317"/>
                    <a:gd name="T38" fmla="*/ 2 w 243"/>
                    <a:gd name="T39" fmla="*/ 86 h 317"/>
                    <a:gd name="T40" fmla="*/ 0 w 243"/>
                    <a:gd name="T41" fmla="*/ 68 h 317"/>
                    <a:gd name="T42" fmla="*/ 2 w 243"/>
                    <a:gd name="T43" fmla="*/ 51 h 317"/>
                    <a:gd name="T44" fmla="*/ 9 w 243"/>
                    <a:gd name="T45" fmla="*/ 34 h 317"/>
                    <a:gd name="T46" fmla="*/ 20 w 243"/>
                    <a:gd name="T47" fmla="*/ 21 h 317"/>
                    <a:gd name="T48" fmla="*/ 34 w 243"/>
                    <a:gd name="T49" fmla="*/ 10 h 317"/>
                    <a:gd name="T50" fmla="*/ 52 w 243"/>
                    <a:gd name="T51" fmla="*/ 2 h 317"/>
                    <a:gd name="T52" fmla="*/ 69 w 243"/>
                    <a:gd name="T53" fmla="*/ 0 h 3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</a:cxnLst>
                  <a:rect l="0" t="0" r="r" b="b"/>
                  <a:pathLst>
                    <a:path w="243" h="317">
                      <a:moveTo>
                        <a:pt x="69" y="0"/>
                      </a:moveTo>
                      <a:lnTo>
                        <a:pt x="87" y="2"/>
                      </a:lnTo>
                      <a:lnTo>
                        <a:pt x="103" y="9"/>
                      </a:lnTo>
                      <a:lnTo>
                        <a:pt x="118" y="20"/>
                      </a:lnTo>
                      <a:lnTo>
                        <a:pt x="129" y="34"/>
                      </a:lnTo>
                      <a:lnTo>
                        <a:pt x="233" y="214"/>
                      </a:lnTo>
                      <a:lnTo>
                        <a:pt x="240" y="230"/>
                      </a:lnTo>
                      <a:lnTo>
                        <a:pt x="243" y="248"/>
                      </a:lnTo>
                      <a:lnTo>
                        <a:pt x="240" y="265"/>
                      </a:lnTo>
                      <a:lnTo>
                        <a:pt x="233" y="282"/>
                      </a:lnTo>
                      <a:lnTo>
                        <a:pt x="223" y="297"/>
                      </a:lnTo>
                      <a:lnTo>
                        <a:pt x="209" y="308"/>
                      </a:lnTo>
                      <a:lnTo>
                        <a:pt x="191" y="315"/>
                      </a:lnTo>
                      <a:lnTo>
                        <a:pt x="173" y="317"/>
                      </a:lnTo>
                      <a:lnTo>
                        <a:pt x="155" y="315"/>
                      </a:lnTo>
                      <a:lnTo>
                        <a:pt x="139" y="308"/>
                      </a:lnTo>
                      <a:lnTo>
                        <a:pt x="125" y="297"/>
                      </a:lnTo>
                      <a:lnTo>
                        <a:pt x="113" y="282"/>
                      </a:lnTo>
                      <a:lnTo>
                        <a:pt x="9" y="103"/>
                      </a:lnTo>
                      <a:lnTo>
                        <a:pt x="2" y="86"/>
                      </a:lnTo>
                      <a:lnTo>
                        <a:pt x="0" y="68"/>
                      </a:lnTo>
                      <a:lnTo>
                        <a:pt x="2" y="51"/>
                      </a:lnTo>
                      <a:lnTo>
                        <a:pt x="9" y="34"/>
                      </a:lnTo>
                      <a:lnTo>
                        <a:pt x="20" y="21"/>
                      </a:lnTo>
                      <a:lnTo>
                        <a:pt x="34" y="10"/>
                      </a:lnTo>
                      <a:lnTo>
                        <a:pt x="52" y="2"/>
                      </a:lnTo>
                      <a:lnTo>
                        <a:pt x="69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41" name="Freeform 36"/>
                <p:cNvSpPr>
                  <a:spLocks/>
                </p:cNvSpPr>
                <p:nvPr/>
              </p:nvSpPr>
              <p:spPr bwMode="auto">
                <a:xfrm>
                  <a:off x="2219325" y="1751013"/>
                  <a:ext cx="71438" cy="55562"/>
                </a:xfrm>
                <a:custGeom>
                  <a:avLst/>
                  <a:gdLst>
                    <a:gd name="T0" fmla="*/ 69 w 319"/>
                    <a:gd name="T1" fmla="*/ 0 h 241"/>
                    <a:gd name="T2" fmla="*/ 86 w 319"/>
                    <a:gd name="T3" fmla="*/ 3 h 241"/>
                    <a:gd name="T4" fmla="*/ 104 w 319"/>
                    <a:gd name="T5" fmla="*/ 9 h 241"/>
                    <a:gd name="T6" fmla="*/ 285 w 319"/>
                    <a:gd name="T7" fmla="*/ 112 h 241"/>
                    <a:gd name="T8" fmla="*/ 299 w 319"/>
                    <a:gd name="T9" fmla="*/ 124 h 241"/>
                    <a:gd name="T10" fmla="*/ 310 w 319"/>
                    <a:gd name="T11" fmla="*/ 138 h 241"/>
                    <a:gd name="T12" fmla="*/ 316 w 319"/>
                    <a:gd name="T13" fmla="*/ 155 h 241"/>
                    <a:gd name="T14" fmla="*/ 319 w 319"/>
                    <a:gd name="T15" fmla="*/ 172 h 241"/>
                    <a:gd name="T16" fmla="*/ 316 w 319"/>
                    <a:gd name="T17" fmla="*/ 190 h 241"/>
                    <a:gd name="T18" fmla="*/ 310 w 319"/>
                    <a:gd name="T19" fmla="*/ 206 h 241"/>
                    <a:gd name="T20" fmla="*/ 298 w 319"/>
                    <a:gd name="T21" fmla="*/ 221 h 241"/>
                    <a:gd name="T22" fmla="*/ 283 w 319"/>
                    <a:gd name="T23" fmla="*/ 232 h 241"/>
                    <a:gd name="T24" fmla="*/ 266 w 319"/>
                    <a:gd name="T25" fmla="*/ 239 h 241"/>
                    <a:gd name="T26" fmla="*/ 249 w 319"/>
                    <a:gd name="T27" fmla="*/ 241 h 241"/>
                    <a:gd name="T28" fmla="*/ 231 w 319"/>
                    <a:gd name="T29" fmla="*/ 239 h 241"/>
                    <a:gd name="T30" fmla="*/ 214 w 319"/>
                    <a:gd name="T31" fmla="*/ 231 h 241"/>
                    <a:gd name="T32" fmla="*/ 34 w 319"/>
                    <a:gd name="T33" fmla="*/ 129 h 241"/>
                    <a:gd name="T34" fmla="*/ 19 w 319"/>
                    <a:gd name="T35" fmla="*/ 118 h 241"/>
                    <a:gd name="T36" fmla="*/ 9 w 319"/>
                    <a:gd name="T37" fmla="*/ 103 h 241"/>
                    <a:gd name="T38" fmla="*/ 2 w 319"/>
                    <a:gd name="T39" fmla="*/ 87 h 241"/>
                    <a:gd name="T40" fmla="*/ 0 w 319"/>
                    <a:gd name="T41" fmla="*/ 69 h 241"/>
                    <a:gd name="T42" fmla="*/ 2 w 319"/>
                    <a:gd name="T43" fmla="*/ 51 h 241"/>
                    <a:gd name="T44" fmla="*/ 9 w 319"/>
                    <a:gd name="T45" fmla="*/ 34 h 241"/>
                    <a:gd name="T46" fmla="*/ 20 w 319"/>
                    <a:gd name="T47" fmla="*/ 20 h 241"/>
                    <a:gd name="T48" fmla="*/ 35 w 319"/>
                    <a:gd name="T49" fmla="*/ 9 h 241"/>
                    <a:gd name="T50" fmla="*/ 51 w 319"/>
                    <a:gd name="T51" fmla="*/ 3 h 241"/>
                    <a:gd name="T52" fmla="*/ 69 w 319"/>
                    <a:gd name="T53" fmla="*/ 0 h 24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</a:cxnLst>
                  <a:rect l="0" t="0" r="r" b="b"/>
                  <a:pathLst>
                    <a:path w="319" h="241">
                      <a:moveTo>
                        <a:pt x="69" y="0"/>
                      </a:moveTo>
                      <a:lnTo>
                        <a:pt x="86" y="3"/>
                      </a:lnTo>
                      <a:lnTo>
                        <a:pt x="104" y="9"/>
                      </a:lnTo>
                      <a:lnTo>
                        <a:pt x="285" y="112"/>
                      </a:lnTo>
                      <a:lnTo>
                        <a:pt x="299" y="124"/>
                      </a:lnTo>
                      <a:lnTo>
                        <a:pt x="310" y="138"/>
                      </a:lnTo>
                      <a:lnTo>
                        <a:pt x="316" y="155"/>
                      </a:lnTo>
                      <a:lnTo>
                        <a:pt x="319" y="172"/>
                      </a:lnTo>
                      <a:lnTo>
                        <a:pt x="316" y="190"/>
                      </a:lnTo>
                      <a:lnTo>
                        <a:pt x="310" y="206"/>
                      </a:lnTo>
                      <a:lnTo>
                        <a:pt x="298" y="221"/>
                      </a:lnTo>
                      <a:lnTo>
                        <a:pt x="283" y="232"/>
                      </a:lnTo>
                      <a:lnTo>
                        <a:pt x="266" y="239"/>
                      </a:lnTo>
                      <a:lnTo>
                        <a:pt x="249" y="241"/>
                      </a:lnTo>
                      <a:lnTo>
                        <a:pt x="231" y="239"/>
                      </a:lnTo>
                      <a:lnTo>
                        <a:pt x="214" y="231"/>
                      </a:lnTo>
                      <a:lnTo>
                        <a:pt x="34" y="129"/>
                      </a:lnTo>
                      <a:lnTo>
                        <a:pt x="19" y="118"/>
                      </a:lnTo>
                      <a:lnTo>
                        <a:pt x="9" y="103"/>
                      </a:lnTo>
                      <a:lnTo>
                        <a:pt x="2" y="87"/>
                      </a:lnTo>
                      <a:lnTo>
                        <a:pt x="0" y="69"/>
                      </a:lnTo>
                      <a:lnTo>
                        <a:pt x="2" y="51"/>
                      </a:lnTo>
                      <a:lnTo>
                        <a:pt x="9" y="34"/>
                      </a:lnTo>
                      <a:lnTo>
                        <a:pt x="20" y="20"/>
                      </a:lnTo>
                      <a:lnTo>
                        <a:pt x="35" y="9"/>
                      </a:lnTo>
                      <a:lnTo>
                        <a:pt x="51" y="3"/>
                      </a:lnTo>
                      <a:lnTo>
                        <a:pt x="69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42" name="Freeform 37"/>
                <p:cNvSpPr>
                  <a:spLocks/>
                </p:cNvSpPr>
                <p:nvPr/>
              </p:nvSpPr>
              <p:spPr bwMode="auto">
                <a:xfrm>
                  <a:off x="2171700" y="1927225"/>
                  <a:ext cx="77788" cy="31750"/>
                </a:xfrm>
                <a:custGeom>
                  <a:avLst/>
                  <a:gdLst>
                    <a:gd name="T0" fmla="*/ 69 w 347"/>
                    <a:gd name="T1" fmla="*/ 0 h 139"/>
                    <a:gd name="T2" fmla="*/ 278 w 347"/>
                    <a:gd name="T3" fmla="*/ 0 h 139"/>
                    <a:gd name="T4" fmla="*/ 296 w 347"/>
                    <a:gd name="T5" fmla="*/ 4 h 139"/>
                    <a:gd name="T6" fmla="*/ 313 w 347"/>
                    <a:gd name="T7" fmla="*/ 10 h 139"/>
                    <a:gd name="T8" fmla="*/ 327 w 347"/>
                    <a:gd name="T9" fmla="*/ 21 h 139"/>
                    <a:gd name="T10" fmla="*/ 338 w 347"/>
                    <a:gd name="T11" fmla="*/ 35 h 139"/>
                    <a:gd name="T12" fmla="*/ 345 w 347"/>
                    <a:gd name="T13" fmla="*/ 51 h 139"/>
                    <a:gd name="T14" fmla="*/ 347 w 347"/>
                    <a:gd name="T15" fmla="*/ 70 h 139"/>
                    <a:gd name="T16" fmla="*/ 345 w 347"/>
                    <a:gd name="T17" fmla="*/ 88 h 139"/>
                    <a:gd name="T18" fmla="*/ 338 w 347"/>
                    <a:gd name="T19" fmla="*/ 104 h 139"/>
                    <a:gd name="T20" fmla="*/ 327 w 347"/>
                    <a:gd name="T21" fmla="*/ 119 h 139"/>
                    <a:gd name="T22" fmla="*/ 313 w 347"/>
                    <a:gd name="T23" fmla="*/ 129 h 139"/>
                    <a:gd name="T24" fmla="*/ 296 w 347"/>
                    <a:gd name="T25" fmla="*/ 137 h 139"/>
                    <a:gd name="T26" fmla="*/ 278 w 347"/>
                    <a:gd name="T27" fmla="*/ 139 h 139"/>
                    <a:gd name="T28" fmla="*/ 69 w 347"/>
                    <a:gd name="T29" fmla="*/ 139 h 139"/>
                    <a:gd name="T30" fmla="*/ 51 w 347"/>
                    <a:gd name="T31" fmla="*/ 137 h 139"/>
                    <a:gd name="T32" fmla="*/ 35 w 347"/>
                    <a:gd name="T33" fmla="*/ 129 h 139"/>
                    <a:gd name="T34" fmla="*/ 20 w 347"/>
                    <a:gd name="T35" fmla="*/ 119 h 139"/>
                    <a:gd name="T36" fmla="*/ 10 w 347"/>
                    <a:gd name="T37" fmla="*/ 104 h 139"/>
                    <a:gd name="T38" fmla="*/ 2 w 347"/>
                    <a:gd name="T39" fmla="*/ 88 h 139"/>
                    <a:gd name="T40" fmla="*/ 0 w 347"/>
                    <a:gd name="T41" fmla="*/ 70 h 139"/>
                    <a:gd name="T42" fmla="*/ 2 w 347"/>
                    <a:gd name="T43" fmla="*/ 51 h 139"/>
                    <a:gd name="T44" fmla="*/ 10 w 347"/>
                    <a:gd name="T45" fmla="*/ 35 h 139"/>
                    <a:gd name="T46" fmla="*/ 20 w 347"/>
                    <a:gd name="T47" fmla="*/ 21 h 139"/>
                    <a:gd name="T48" fmla="*/ 35 w 347"/>
                    <a:gd name="T49" fmla="*/ 10 h 139"/>
                    <a:gd name="T50" fmla="*/ 51 w 347"/>
                    <a:gd name="T51" fmla="*/ 4 h 139"/>
                    <a:gd name="T52" fmla="*/ 69 w 347"/>
                    <a:gd name="T53" fmla="*/ 0 h 13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</a:cxnLst>
                  <a:rect l="0" t="0" r="r" b="b"/>
                  <a:pathLst>
                    <a:path w="347" h="139">
                      <a:moveTo>
                        <a:pt x="69" y="0"/>
                      </a:moveTo>
                      <a:lnTo>
                        <a:pt x="278" y="0"/>
                      </a:lnTo>
                      <a:lnTo>
                        <a:pt x="296" y="4"/>
                      </a:lnTo>
                      <a:lnTo>
                        <a:pt x="313" y="10"/>
                      </a:lnTo>
                      <a:lnTo>
                        <a:pt x="327" y="21"/>
                      </a:lnTo>
                      <a:lnTo>
                        <a:pt x="338" y="35"/>
                      </a:lnTo>
                      <a:lnTo>
                        <a:pt x="345" y="51"/>
                      </a:lnTo>
                      <a:lnTo>
                        <a:pt x="347" y="70"/>
                      </a:lnTo>
                      <a:lnTo>
                        <a:pt x="345" y="88"/>
                      </a:lnTo>
                      <a:lnTo>
                        <a:pt x="338" y="104"/>
                      </a:lnTo>
                      <a:lnTo>
                        <a:pt x="327" y="119"/>
                      </a:lnTo>
                      <a:lnTo>
                        <a:pt x="313" y="129"/>
                      </a:lnTo>
                      <a:lnTo>
                        <a:pt x="296" y="137"/>
                      </a:lnTo>
                      <a:lnTo>
                        <a:pt x="278" y="139"/>
                      </a:lnTo>
                      <a:lnTo>
                        <a:pt x="69" y="139"/>
                      </a:lnTo>
                      <a:lnTo>
                        <a:pt x="51" y="137"/>
                      </a:lnTo>
                      <a:lnTo>
                        <a:pt x="35" y="129"/>
                      </a:lnTo>
                      <a:lnTo>
                        <a:pt x="20" y="119"/>
                      </a:lnTo>
                      <a:lnTo>
                        <a:pt x="10" y="104"/>
                      </a:lnTo>
                      <a:lnTo>
                        <a:pt x="2" y="88"/>
                      </a:lnTo>
                      <a:lnTo>
                        <a:pt x="0" y="70"/>
                      </a:lnTo>
                      <a:lnTo>
                        <a:pt x="2" y="51"/>
                      </a:lnTo>
                      <a:lnTo>
                        <a:pt x="10" y="35"/>
                      </a:lnTo>
                      <a:lnTo>
                        <a:pt x="20" y="21"/>
                      </a:lnTo>
                      <a:lnTo>
                        <a:pt x="35" y="10"/>
                      </a:lnTo>
                      <a:lnTo>
                        <a:pt x="51" y="4"/>
                      </a:lnTo>
                      <a:lnTo>
                        <a:pt x="69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43" name="Freeform 38"/>
                <p:cNvSpPr>
                  <a:spLocks/>
                </p:cNvSpPr>
                <p:nvPr/>
              </p:nvSpPr>
              <p:spPr bwMode="auto">
                <a:xfrm>
                  <a:off x="2219325" y="2079625"/>
                  <a:ext cx="71438" cy="55562"/>
                </a:xfrm>
                <a:custGeom>
                  <a:avLst/>
                  <a:gdLst>
                    <a:gd name="T0" fmla="*/ 249 w 319"/>
                    <a:gd name="T1" fmla="*/ 0 h 242"/>
                    <a:gd name="T2" fmla="*/ 268 w 319"/>
                    <a:gd name="T3" fmla="*/ 3 h 242"/>
                    <a:gd name="T4" fmla="*/ 283 w 319"/>
                    <a:gd name="T5" fmla="*/ 9 h 242"/>
                    <a:gd name="T6" fmla="*/ 298 w 319"/>
                    <a:gd name="T7" fmla="*/ 20 h 242"/>
                    <a:gd name="T8" fmla="*/ 310 w 319"/>
                    <a:gd name="T9" fmla="*/ 35 h 242"/>
                    <a:gd name="T10" fmla="*/ 316 w 319"/>
                    <a:gd name="T11" fmla="*/ 52 h 242"/>
                    <a:gd name="T12" fmla="*/ 319 w 319"/>
                    <a:gd name="T13" fmla="*/ 70 h 242"/>
                    <a:gd name="T14" fmla="*/ 316 w 319"/>
                    <a:gd name="T15" fmla="*/ 86 h 242"/>
                    <a:gd name="T16" fmla="*/ 310 w 319"/>
                    <a:gd name="T17" fmla="*/ 103 h 242"/>
                    <a:gd name="T18" fmla="*/ 298 w 319"/>
                    <a:gd name="T19" fmla="*/ 118 h 242"/>
                    <a:gd name="T20" fmla="*/ 285 w 319"/>
                    <a:gd name="T21" fmla="*/ 129 h 242"/>
                    <a:gd name="T22" fmla="*/ 104 w 319"/>
                    <a:gd name="T23" fmla="*/ 232 h 242"/>
                    <a:gd name="T24" fmla="*/ 87 w 319"/>
                    <a:gd name="T25" fmla="*/ 239 h 242"/>
                    <a:gd name="T26" fmla="*/ 69 w 319"/>
                    <a:gd name="T27" fmla="*/ 242 h 242"/>
                    <a:gd name="T28" fmla="*/ 51 w 319"/>
                    <a:gd name="T29" fmla="*/ 239 h 242"/>
                    <a:gd name="T30" fmla="*/ 35 w 319"/>
                    <a:gd name="T31" fmla="*/ 233 h 242"/>
                    <a:gd name="T32" fmla="*/ 20 w 319"/>
                    <a:gd name="T33" fmla="*/ 222 h 242"/>
                    <a:gd name="T34" fmla="*/ 9 w 319"/>
                    <a:gd name="T35" fmla="*/ 207 h 242"/>
                    <a:gd name="T36" fmla="*/ 2 w 319"/>
                    <a:gd name="T37" fmla="*/ 190 h 242"/>
                    <a:gd name="T38" fmla="*/ 0 w 319"/>
                    <a:gd name="T39" fmla="*/ 172 h 242"/>
                    <a:gd name="T40" fmla="*/ 2 w 319"/>
                    <a:gd name="T41" fmla="*/ 155 h 242"/>
                    <a:gd name="T42" fmla="*/ 9 w 319"/>
                    <a:gd name="T43" fmla="*/ 138 h 242"/>
                    <a:gd name="T44" fmla="*/ 19 w 319"/>
                    <a:gd name="T45" fmla="*/ 125 h 242"/>
                    <a:gd name="T46" fmla="*/ 34 w 319"/>
                    <a:gd name="T47" fmla="*/ 114 h 242"/>
                    <a:gd name="T48" fmla="*/ 214 w 319"/>
                    <a:gd name="T49" fmla="*/ 10 h 242"/>
                    <a:gd name="T50" fmla="*/ 232 w 319"/>
                    <a:gd name="T51" fmla="*/ 2 h 242"/>
                    <a:gd name="T52" fmla="*/ 249 w 319"/>
                    <a:gd name="T53" fmla="*/ 0 h 24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</a:cxnLst>
                  <a:rect l="0" t="0" r="r" b="b"/>
                  <a:pathLst>
                    <a:path w="319" h="242">
                      <a:moveTo>
                        <a:pt x="249" y="0"/>
                      </a:moveTo>
                      <a:lnTo>
                        <a:pt x="268" y="3"/>
                      </a:lnTo>
                      <a:lnTo>
                        <a:pt x="283" y="9"/>
                      </a:lnTo>
                      <a:lnTo>
                        <a:pt x="298" y="20"/>
                      </a:lnTo>
                      <a:lnTo>
                        <a:pt x="310" y="35"/>
                      </a:lnTo>
                      <a:lnTo>
                        <a:pt x="316" y="52"/>
                      </a:lnTo>
                      <a:lnTo>
                        <a:pt x="319" y="70"/>
                      </a:lnTo>
                      <a:lnTo>
                        <a:pt x="316" y="86"/>
                      </a:lnTo>
                      <a:lnTo>
                        <a:pt x="310" y="103"/>
                      </a:lnTo>
                      <a:lnTo>
                        <a:pt x="298" y="118"/>
                      </a:lnTo>
                      <a:lnTo>
                        <a:pt x="285" y="129"/>
                      </a:lnTo>
                      <a:lnTo>
                        <a:pt x="104" y="232"/>
                      </a:lnTo>
                      <a:lnTo>
                        <a:pt x="87" y="239"/>
                      </a:lnTo>
                      <a:lnTo>
                        <a:pt x="69" y="242"/>
                      </a:lnTo>
                      <a:lnTo>
                        <a:pt x="51" y="239"/>
                      </a:lnTo>
                      <a:lnTo>
                        <a:pt x="35" y="233"/>
                      </a:lnTo>
                      <a:lnTo>
                        <a:pt x="20" y="222"/>
                      </a:lnTo>
                      <a:lnTo>
                        <a:pt x="9" y="207"/>
                      </a:lnTo>
                      <a:lnTo>
                        <a:pt x="2" y="190"/>
                      </a:lnTo>
                      <a:lnTo>
                        <a:pt x="0" y="172"/>
                      </a:lnTo>
                      <a:lnTo>
                        <a:pt x="2" y="155"/>
                      </a:lnTo>
                      <a:lnTo>
                        <a:pt x="9" y="138"/>
                      </a:lnTo>
                      <a:lnTo>
                        <a:pt x="19" y="125"/>
                      </a:lnTo>
                      <a:lnTo>
                        <a:pt x="34" y="114"/>
                      </a:lnTo>
                      <a:lnTo>
                        <a:pt x="214" y="10"/>
                      </a:lnTo>
                      <a:lnTo>
                        <a:pt x="232" y="2"/>
                      </a:lnTo>
                      <a:lnTo>
                        <a:pt x="249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44" name="Freeform 39"/>
                <p:cNvSpPr>
                  <a:spLocks/>
                </p:cNvSpPr>
                <p:nvPr/>
              </p:nvSpPr>
              <p:spPr bwMode="auto">
                <a:xfrm>
                  <a:off x="2792413" y="2079625"/>
                  <a:ext cx="71438" cy="55562"/>
                </a:xfrm>
                <a:custGeom>
                  <a:avLst/>
                  <a:gdLst>
                    <a:gd name="T0" fmla="*/ 69 w 319"/>
                    <a:gd name="T1" fmla="*/ 0 h 242"/>
                    <a:gd name="T2" fmla="*/ 87 w 319"/>
                    <a:gd name="T3" fmla="*/ 2 h 242"/>
                    <a:gd name="T4" fmla="*/ 104 w 319"/>
                    <a:gd name="T5" fmla="*/ 10 h 242"/>
                    <a:gd name="T6" fmla="*/ 285 w 319"/>
                    <a:gd name="T7" fmla="*/ 114 h 242"/>
                    <a:gd name="T8" fmla="*/ 299 w 319"/>
                    <a:gd name="T9" fmla="*/ 125 h 242"/>
                    <a:gd name="T10" fmla="*/ 310 w 319"/>
                    <a:gd name="T11" fmla="*/ 138 h 242"/>
                    <a:gd name="T12" fmla="*/ 316 w 319"/>
                    <a:gd name="T13" fmla="*/ 155 h 242"/>
                    <a:gd name="T14" fmla="*/ 319 w 319"/>
                    <a:gd name="T15" fmla="*/ 172 h 242"/>
                    <a:gd name="T16" fmla="*/ 316 w 319"/>
                    <a:gd name="T17" fmla="*/ 190 h 242"/>
                    <a:gd name="T18" fmla="*/ 310 w 319"/>
                    <a:gd name="T19" fmla="*/ 207 h 242"/>
                    <a:gd name="T20" fmla="*/ 298 w 319"/>
                    <a:gd name="T21" fmla="*/ 222 h 242"/>
                    <a:gd name="T22" fmla="*/ 284 w 319"/>
                    <a:gd name="T23" fmla="*/ 233 h 242"/>
                    <a:gd name="T24" fmla="*/ 268 w 319"/>
                    <a:gd name="T25" fmla="*/ 239 h 242"/>
                    <a:gd name="T26" fmla="*/ 250 w 319"/>
                    <a:gd name="T27" fmla="*/ 242 h 242"/>
                    <a:gd name="T28" fmla="*/ 231 w 319"/>
                    <a:gd name="T29" fmla="*/ 239 h 242"/>
                    <a:gd name="T30" fmla="*/ 214 w 319"/>
                    <a:gd name="T31" fmla="*/ 232 h 242"/>
                    <a:gd name="T32" fmla="*/ 34 w 319"/>
                    <a:gd name="T33" fmla="*/ 129 h 242"/>
                    <a:gd name="T34" fmla="*/ 20 w 319"/>
                    <a:gd name="T35" fmla="*/ 118 h 242"/>
                    <a:gd name="T36" fmla="*/ 9 w 319"/>
                    <a:gd name="T37" fmla="*/ 103 h 242"/>
                    <a:gd name="T38" fmla="*/ 2 w 319"/>
                    <a:gd name="T39" fmla="*/ 86 h 242"/>
                    <a:gd name="T40" fmla="*/ 0 w 319"/>
                    <a:gd name="T41" fmla="*/ 70 h 242"/>
                    <a:gd name="T42" fmla="*/ 2 w 319"/>
                    <a:gd name="T43" fmla="*/ 52 h 242"/>
                    <a:gd name="T44" fmla="*/ 9 w 319"/>
                    <a:gd name="T45" fmla="*/ 35 h 242"/>
                    <a:gd name="T46" fmla="*/ 20 w 319"/>
                    <a:gd name="T47" fmla="*/ 20 h 242"/>
                    <a:gd name="T48" fmla="*/ 35 w 319"/>
                    <a:gd name="T49" fmla="*/ 9 h 242"/>
                    <a:gd name="T50" fmla="*/ 51 w 319"/>
                    <a:gd name="T51" fmla="*/ 3 h 242"/>
                    <a:gd name="T52" fmla="*/ 69 w 319"/>
                    <a:gd name="T53" fmla="*/ 0 h 24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</a:cxnLst>
                  <a:rect l="0" t="0" r="r" b="b"/>
                  <a:pathLst>
                    <a:path w="319" h="242">
                      <a:moveTo>
                        <a:pt x="69" y="0"/>
                      </a:moveTo>
                      <a:lnTo>
                        <a:pt x="87" y="2"/>
                      </a:lnTo>
                      <a:lnTo>
                        <a:pt x="104" y="10"/>
                      </a:lnTo>
                      <a:lnTo>
                        <a:pt x="285" y="114"/>
                      </a:lnTo>
                      <a:lnTo>
                        <a:pt x="299" y="125"/>
                      </a:lnTo>
                      <a:lnTo>
                        <a:pt x="310" y="138"/>
                      </a:lnTo>
                      <a:lnTo>
                        <a:pt x="316" y="155"/>
                      </a:lnTo>
                      <a:lnTo>
                        <a:pt x="319" y="172"/>
                      </a:lnTo>
                      <a:lnTo>
                        <a:pt x="316" y="190"/>
                      </a:lnTo>
                      <a:lnTo>
                        <a:pt x="310" y="207"/>
                      </a:lnTo>
                      <a:lnTo>
                        <a:pt x="298" y="222"/>
                      </a:lnTo>
                      <a:lnTo>
                        <a:pt x="284" y="233"/>
                      </a:lnTo>
                      <a:lnTo>
                        <a:pt x="268" y="239"/>
                      </a:lnTo>
                      <a:lnTo>
                        <a:pt x="250" y="242"/>
                      </a:lnTo>
                      <a:lnTo>
                        <a:pt x="231" y="239"/>
                      </a:lnTo>
                      <a:lnTo>
                        <a:pt x="214" y="232"/>
                      </a:lnTo>
                      <a:lnTo>
                        <a:pt x="34" y="129"/>
                      </a:lnTo>
                      <a:lnTo>
                        <a:pt x="20" y="118"/>
                      </a:lnTo>
                      <a:lnTo>
                        <a:pt x="9" y="103"/>
                      </a:lnTo>
                      <a:lnTo>
                        <a:pt x="2" y="86"/>
                      </a:lnTo>
                      <a:lnTo>
                        <a:pt x="0" y="70"/>
                      </a:lnTo>
                      <a:lnTo>
                        <a:pt x="2" y="52"/>
                      </a:lnTo>
                      <a:lnTo>
                        <a:pt x="9" y="35"/>
                      </a:lnTo>
                      <a:lnTo>
                        <a:pt x="20" y="20"/>
                      </a:lnTo>
                      <a:lnTo>
                        <a:pt x="35" y="9"/>
                      </a:lnTo>
                      <a:lnTo>
                        <a:pt x="51" y="3"/>
                      </a:lnTo>
                      <a:lnTo>
                        <a:pt x="69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45" name="Freeform 40"/>
                <p:cNvSpPr>
                  <a:spLocks/>
                </p:cNvSpPr>
                <p:nvPr/>
              </p:nvSpPr>
              <p:spPr bwMode="auto">
                <a:xfrm>
                  <a:off x="2833688" y="1927225"/>
                  <a:ext cx="77788" cy="31750"/>
                </a:xfrm>
                <a:custGeom>
                  <a:avLst/>
                  <a:gdLst>
                    <a:gd name="T0" fmla="*/ 70 w 348"/>
                    <a:gd name="T1" fmla="*/ 0 h 139"/>
                    <a:gd name="T2" fmla="*/ 278 w 348"/>
                    <a:gd name="T3" fmla="*/ 0 h 139"/>
                    <a:gd name="T4" fmla="*/ 297 w 348"/>
                    <a:gd name="T5" fmla="*/ 4 h 139"/>
                    <a:gd name="T6" fmla="*/ 314 w 348"/>
                    <a:gd name="T7" fmla="*/ 10 h 139"/>
                    <a:gd name="T8" fmla="*/ 327 w 348"/>
                    <a:gd name="T9" fmla="*/ 21 h 139"/>
                    <a:gd name="T10" fmla="*/ 337 w 348"/>
                    <a:gd name="T11" fmla="*/ 35 h 139"/>
                    <a:gd name="T12" fmla="*/ 345 w 348"/>
                    <a:gd name="T13" fmla="*/ 51 h 139"/>
                    <a:gd name="T14" fmla="*/ 348 w 348"/>
                    <a:gd name="T15" fmla="*/ 70 h 139"/>
                    <a:gd name="T16" fmla="*/ 345 w 348"/>
                    <a:gd name="T17" fmla="*/ 88 h 139"/>
                    <a:gd name="T18" fmla="*/ 337 w 348"/>
                    <a:gd name="T19" fmla="*/ 104 h 139"/>
                    <a:gd name="T20" fmla="*/ 327 w 348"/>
                    <a:gd name="T21" fmla="*/ 119 h 139"/>
                    <a:gd name="T22" fmla="*/ 314 w 348"/>
                    <a:gd name="T23" fmla="*/ 129 h 139"/>
                    <a:gd name="T24" fmla="*/ 297 w 348"/>
                    <a:gd name="T25" fmla="*/ 137 h 139"/>
                    <a:gd name="T26" fmla="*/ 278 w 348"/>
                    <a:gd name="T27" fmla="*/ 139 h 139"/>
                    <a:gd name="T28" fmla="*/ 70 w 348"/>
                    <a:gd name="T29" fmla="*/ 139 h 139"/>
                    <a:gd name="T30" fmla="*/ 52 w 348"/>
                    <a:gd name="T31" fmla="*/ 137 h 139"/>
                    <a:gd name="T32" fmla="*/ 34 w 348"/>
                    <a:gd name="T33" fmla="*/ 129 h 139"/>
                    <a:gd name="T34" fmla="*/ 21 w 348"/>
                    <a:gd name="T35" fmla="*/ 119 h 139"/>
                    <a:gd name="T36" fmla="*/ 10 w 348"/>
                    <a:gd name="T37" fmla="*/ 104 h 139"/>
                    <a:gd name="T38" fmla="*/ 3 w 348"/>
                    <a:gd name="T39" fmla="*/ 88 h 139"/>
                    <a:gd name="T40" fmla="*/ 0 w 348"/>
                    <a:gd name="T41" fmla="*/ 70 h 139"/>
                    <a:gd name="T42" fmla="*/ 3 w 348"/>
                    <a:gd name="T43" fmla="*/ 51 h 139"/>
                    <a:gd name="T44" fmla="*/ 10 w 348"/>
                    <a:gd name="T45" fmla="*/ 35 h 139"/>
                    <a:gd name="T46" fmla="*/ 21 w 348"/>
                    <a:gd name="T47" fmla="*/ 21 h 139"/>
                    <a:gd name="T48" fmla="*/ 34 w 348"/>
                    <a:gd name="T49" fmla="*/ 10 h 139"/>
                    <a:gd name="T50" fmla="*/ 52 w 348"/>
                    <a:gd name="T51" fmla="*/ 4 h 139"/>
                    <a:gd name="T52" fmla="*/ 70 w 348"/>
                    <a:gd name="T53" fmla="*/ 0 h 13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</a:cxnLst>
                  <a:rect l="0" t="0" r="r" b="b"/>
                  <a:pathLst>
                    <a:path w="348" h="139">
                      <a:moveTo>
                        <a:pt x="70" y="0"/>
                      </a:moveTo>
                      <a:lnTo>
                        <a:pt x="278" y="0"/>
                      </a:lnTo>
                      <a:lnTo>
                        <a:pt x="297" y="4"/>
                      </a:lnTo>
                      <a:lnTo>
                        <a:pt x="314" y="10"/>
                      </a:lnTo>
                      <a:lnTo>
                        <a:pt x="327" y="21"/>
                      </a:lnTo>
                      <a:lnTo>
                        <a:pt x="337" y="35"/>
                      </a:lnTo>
                      <a:lnTo>
                        <a:pt x="345" y="51"/>
                      </a:lnTo>
                      <a:lnTo>
                        <a:pt x="348" y="70"/>
                      </a:lnTo>
                      <a:lnTo>
                        <a:pt x="345" y="88"/>
                      </a:lnTo>
                      <a:lnTo>
                        <a:pt x="337" y="104"/>
                      </a:lnTo>
                      <a:lnTo>
                        <a:pt x="327" y="119"/>
                      </a:lnTo>
                      <a:lnTo>
                        <a:pt x="314" y="129"/>
                      </a:lnTo>
                      <a:lnTo>
                        <a:pt x="297" y="137"/>
                      </a:lnTo>
                      <a:lnTo>
                        <a:pt x="278" y="139"/>
                      </a:lnTo>
                      <a:lnTo>
                        <a:pt x="70" y="139"/>
                      </a:lnTo>
                      <a:lnTo>
                        <a:pt x="52" y="137"/>
                      </a:lnTo>
                      <a:lnTo>
                        <a:pt x="34" y="129"/>
                      </a:lnTo>
                      <a:lnTo>
                        <a:pt x="21" y="119"/>
                      </a:lnTo>
                      <a:lnTo>
                        <a:pt x="10" y="104"/>
                      </a:lnTo>
                      <a:lnTo>
                        <a:pt x="3" y="88"/>
                      </a:lnTo>
                      <a:lnTo>
                        <a:pt x="0" y="70"/>
                      </a:lnTo>
                      <a:lnTo>
                        <a:pt x="3" y="51"/>
                      </a:lnTo>
                      <a:lnTo>
                        <a:pt x="10" y="35"/>
                      </a:lnTo>
                      <a:lnTo>
                        <a:pt x="21" y="21"/>
                      </a:lnTo>
                      <a:lnTo>
                        <a:pt x="34" y="10"/>
                      </a:lnTo>
                      <a:lnTo>
                        <a:pt x="52" y="4"/>
                      </a:lnTo>
                      <a:lnTo>
                        <a:pt x="70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46" name="Freeform 41"/>
                <p:cNvSpPr>
                  <a:spLocks/>
                </p:cNvSpPr>
                <p:nvPr/>
              </p:nvSpPr>
              <p:spPr bwMode="auto">
                <a:xfrm>
                  <a:off x="2792413" y="1751013"/>
                  <a:ext cx="71438" cy="55562"/>
                </a:xfrm>
                <a:custGeom>
                  <a:avLst/>
                  <a:gdLst>
                    <a:gd name="T0" fmla="*/ 250 w 319"/>
                    <a:gd name="T1" fmla="*/ 0 h 241"/>
                    <a:gd name="T2" fmla="*/ 268 w 319"/>
                    <a:gd name="T3" fmla="*/ 3 h 241"/>
                    <a:gd name="T4" fmla="*/ 284 w 319"/>
                    <a:gd name="T5" fmla="*/ 9 h 241"/>
                    <a:gd name="T6" fmla="*/ 298 w 319"/>
                    <a:gd name="T7" fmla="*/ 20 h 241"/>
                    <a:gd name="T8" fmla="*/ 310 w 319"/>
                    <a:gd name="T9" fmla="*/ 34 h 241"/>
                    <a:gd name="T10" fmla="*/ 316 w 319"/>
                    <a:gd name="T11" fmla="*/ 51 h 241"/>
                    <a:gd name="T12" fmla="*/ 319 w 319"/>
                    <a:gd name="T13" fmla="*/ 69 h 241"/>
                    <a:gd name="T14" fmla="*/ 316 w 319"/>
                    <a:gd name="T15" fmla="*/ 87 h 241"/>
                    <a:gd name="T16" fmla="*/ 310 w 319"/>
                    <a:gd name="T17" fmla="*/ 103 h 241"/>
                    <a:gd name="T18" fmla="*/ 299 w 319"/>
                    <a:gd name="T19" fmla="*/ 118 h 241"/>
                    <a:gd name="T20" fmla="*/ 285 w 319"/>
                    <a:gd name="T21" fmla="*/ 129 h 241"/>
                    <a:gd name="T22" fmla="*/ 104 w 319"/>
                    <a:gd name="T23" fmla="*/ 231 h 241"/>
                    <a:gd name="T24" fmla="*/ 87 w 319"/>
                    <a:gd name="T25" fmla="*/ 239 h 241"/>
                    <a:gd name="T26" fmla="*/ 69 w 319"/>
                    <a:gd name="T27" fmla="*/ 241 h 241"/>
                    <a:gd name="T28" fmla="*/ 52 w 319"/>
                    <a:gd name="T29" fmla="*/ 239 h 241"/>
                    <a:gd name="T30" fmla="*/ 35 w 319"/>
                    <a:gd name="T31" fmla="*/ 232 h 241"/>
                    <a:gd name="T32" fmla="*/ 20 w 319"/>
                    <a:gd name="T33" fmla="*/ 221 h 241"/>
                    <a:gd name="T34" fmla="*/ 9 w 319"/>
                    <a:gd name="T35" fmla="*/ 206 h 241"/>
                    <a:gd name="T36" fmla="*/ 2 w 319"/>
                    <a:gd name="T37" fmla="*/ 190 h 241"/>
                    <a:gd name="T38" fmla="*/ 0 w 319"/>
                    <a:gd name="T39" fmla="*/ 172 h 241"/>
                    <a:gd name="T40" fmla="*/ 2 w 319"/>
                    <a:gd name="T41" fmla="*/ 155 h 241"/>
                    <a:gd name="T42" fmla="*/ 9 w 319"/>
                    <a:gd name="T43" fmla="*/ 138 h 241"/>
                    <a:gd name="T44" fmla="*/ 20 w 319"/>
                    <a:gd name="T45" fmla="*/ 124 h 241"/>
                    <a:gd name="T46" fmla="*/ 34 w 319"/>
                    <a:gd name="T47" fmla="*/ 112 h 241"/>
                    <a:gd name="T48" fmla="*/ 214 w 319"/>
                    <a:gd name="T49" fmla="*/ 9 h 241"/>
                    <a:gd name="T50" fmla="*/ 233 w 319"/>
                    <a:gd name="T51" fmla="*/ 3 h 241"/>
                    <a:gd name="T52" fmla="*/ 250 w 319"/>
                    <a:gd name="T53" fmla="*/ 0 h 24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</a:cxnLst>
                  <a:rect l="0" t="0" r="r" b="b"/>
                  <a:pathLst>
                    <a:path w="319" h="241">
                      <a:moveTo>
                        <a:pt x="250" y="0"/>
                      </a:moveTo>
                      <a:lnTo>
                        <a:pt x="268" y="3"/>
                      </a:lnTo>
                      <a:lnTo>
                        <a:pt x="284" y="9"/>
                      </a:lnTo>
                      <a:lnTo>
                        <a:pt x="298" y="20"/>
                      </a:lnTo>
                      <a:lnTo>
                        <a:pt x="310" y="34"/>
                      </a:lnTo>
                      <a:lnTo>
                        <a:pt x="316" y="51"/>
                      </a:lnTo>
                      <a:lnTo>
                        <a:pt x="319" y="69"/>
                      </a:lnTo>
                      <a:lnTo>
                        <a:pt x="316" y="87"/>
                      </a:lnTo>
                      <a:lnTo>
                        <a:pt x="310" y="103"/>
                      </a:lnTo>
                      <a:lnTo>
                        <a:pt x="299" y="118"/>
                      </a:lnTo>
                      <a:lnTo>
                        <a:pt x="285" y="129"/>
                      </a:lnTo>
                      <a:lnTo>
                        <a:pt x="104" y="231"/>
                      </a:lnTo>
                      <a:lnTo>
                        <a:pt x="87" y="239"/>
                      </a:lnTo>
                      <a:lnTo>
                        <a:pt x="69" y="241"/>
                      </a:lnTo>
                      <a:lnTo>
                        <a:pt x="52" y="239"/>
                      </a:lnTo>
                      <a:lnTo>
                        <a:pt x="35" y="232"/>
                      </a:lnTo>
                      <a:lnTo>
                        <a:pt x="20" y="221"/>
                      </a:lnTo>
                      <a:lnTo>
                        <a:pt x="9" y="206"/>
                      </a:lnTo>
                      <a:lnTo>
                        <a:pt x="2" y="190"/>
                      </a:lnTo>
                      <a:lnTo>
                        <a:pt x="0" y="172"/>
                      </a:lnTo>
                      <a:lnTo>
                        <a:pt x="2" y="155"/>
                      </a:lnTo>
                      <a:lnTo>
                        <a:pt x="9" y="138"/>
                      </a:lnTo>
                      <a:lnTo>
                        <a:pt x="20" y="124"/>
                      </a:lnTo>
                      <a:lnTo>
                        <a:pt x="34" y="112"/>
                      </a:lnTo>
                      <a:lnTo>
                        <a:pt x="214" y="9"/>
                      </a:lnTo>
                      <a:lnTo>
                        <a:pt x="233" y="3"/>
                      </a:lnTo>
                      <a:lnTo>
                        <a:pt x="250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47" name="Freeform 42"/>
                <p:cNvSpPr>
                  <a:spLocks/>
                </p:cNvSpPr>
                <p:nvPr/>
              </p:nvSpPr>
              <p:spPr bwMode="auto">
                <a:xfrm>
                  <a:off x="2679700" y="1622425"/>
                  <a:ext cx="55563" cy="71437"/>
                </a:xfrm>
                <a:custGeom>
                  <a:avLst/>
                  <a:gdLst>
                    <a:gd name="T0" fmla="*/ 172 w 243"/>
                    <a:gd name="T1" fmla="*/ 0 h 316"/>
                    <a:gd name="T2" fmla="*/ 191 w 243"/>
                    <a:gd name="T3" fmla="*/ 2 h 316"/>
                    <a:gd name="T4" fmla="*/ 208 w 243"/>
                    <a:gd name="T5" fmla="*/ 10 h 316"/>
                    <a:gd name="T6" fmla="*/ 222 w 243"/>
                    <a:gd name="T7" fmla="*/ 21 h 316"/>
                    <a:gd name="T8" fmla="*/ 234 w 243"/>
                    <a:gd name="T9" fmla="*/ 34 h 316"/>
                    <a:gd name="T10" fmla="*/ 241 w 243"/>
                    <a:gd name="T11" fmla="*/ 51 h 316"/>
                    <a:gd name="T12" fmla="*/ 243 w 243"/>
                    <a:gd name="T13" fmla="*/ 68 h 316"/>
                    <a:gd name="T14" fmla="*/ 241 w 243"/>
                    <a:gd name="T15" fmla="*/ 86 h 316"/>
                    <a:gd name="T16" fmla="*/ 234 w 243"/>
                    <a:gd name="T17" fmla="*/ 103 h 316"/>
                    <a:gd name="T18" fmla="*/ 129 w 243"/>
                    <a:gd name="T19" fmla="*/ 282 h 316"/>
                    <a:gd name="T20" fmla="*/ 118 w 243"/>
                    <a:gd name="T21" fmla="*/ 297 h 316"/>
                    <a:gd name="T22" fmla="*/ 103 w 243"/>
                    <a:gd name="T23" fmla="*/ 308 h 316"/>
                    <a:gd name="T24" fmla="*/ 87 w 243"/>
                    <a:gd name="T25" fmla="*/ 314 h 316"/>
                    <a:gd name="T26" fmla="*/ 69 w 243"/>
                    <a:gd name="T27" fmla="*/ 316 h 316"/>
                    <a:gd name="T28" fmla="*/ 52 w 243"/>
                    <a:gd name="T29" fmla="*/ 314 h 316"/>
                    <a:gd name="T30" fmla="*/ 35 w 243"/>
                    <a:gd name="T31" fmla="*/ 307 h 316"/>
                    <a:gd name="T32" fmla="*/ 19 w 243"/>
                    <a:gd name="T33" fmla="*/ 296 h 316"/>
                    <a:gd name="T34" fmla="*/ 9 w 243"/>
                    <a:gd name="T35" fmla="*/ 282 h 316"/>
                    <a:gd name="T36" fmla="*/ 2 w 243"/>
                    <a:gd name="T37" fmla="*/ 265 h 316"/>
                    <a:gd name="T38" fmla="*/ 0 w 243"/>
                    <a:gd name="T39" fmla="*/ 248 h 316"/>
                    <a:gd name="T40" fmla="*/ 2 w 243"/>
                    <a:gd name="T41" fmla="*/ 230 h 316"/>
                    <a:gd name="T42" fmla="*/ 9 w 243"/>
                    <a:gd name="T43" fmla="*/ 214 h 316"/>
                    <a:gd name="T44" fmla="*/ 113 w 243"/>
                    <a:gd name="T45" fmla="*/ 34 h 316"/>
                    <a:gd name="T46" fmla="*/ 125 w 243"/>
                    <a:gd name="T47" fmla="*/ 20 h 316"/>
                    <a:gd name="T48" fmla="*/ 140 w 243"/>
                    <a:gd name="T49" fmla="*/ 9 h 316"/>
                    <a:gd name="T50" fmla="*/ 155 w 243"/>
                    <a:gd name="T51" fmla="*/ 2 h 316"/>
                    <a:gd name="T52" fmla="*/ 172 w 243"/>
                    <a:gd name="T53" fmla="*/ 0 h 31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</a:cxnLst>
                  <a:rect l="0" t="0" r="r" b="b"/>
                  <a:pathLst>
                    <a:path w="243" h="316">
                      <a:moveTo>
                        <a:pt x="172" y="0"/>
                      </a:moveTo>
                      <a:lnTo>
                        <a:pt x="191" y="2"/>
                      </a:lnTo>
                      <a:lnTo>
                        <a:pt x="208" y="10"/>
                      </a:lnTo>
                      <a:lnTo>
                        <a:pt x="222" y="21"/>
                      </a:lnTo>
                      <a:lnTo>
                        <a:pt x="234" y="34"/>
                      </a:lnTo>
                      <a:lnTo>
                        <a:pt x="241" y="51"/>
                      </a:lnTo>
                      <a:lnTo>
                        <a:pt x="243" y="68"/>
                      </a:lnTo>
                      <a:lnTo>
                        <a:pt x="241" y="86"/>
                      </a:lnTo>
                      <a:lnTo>
                        <a:pt x="234" y="103"/>
                      </a:lnTo>
                      <a:lnTo>
                        <a:pt x="129" y="282"/>
                      </a:lnTo>
                      <a:lnTo>
                        <a:pt x="118" y="297"/>
                      </a:lnTo>
                      <a:lnTo>
                        <a:pt x="103" y="308"/>
                      </a:lnTo>
                      <a:lnTo>
                        <a:pt x="87" y="314"/>
                      </a:lnTo>
                      <a:lnTo>
                        <a:pt x="69" y="316"/>
                      </a:lnTo>
                      <a:lnTo>
                        <a:pt x="52" y="314"/>
                      </a:lnTo>
                      <a:lnTo>
                        <a:pt x="35" y="307"/>
                      </a:lnTo>
                      <a:lnTo>
                        <a:pt x="19" y="296"/>
                      </a:lnTo>
                      <a:lnTo>
                        <a:pt x="9" y="282"/>
                      </a:lnTo>
                      <a:lnTo>
                        <a:pt x="2" y="265"/>
                      </a:lnTo>
                      <a:lnTo>
                        <a:pt x="0" y="248"/>
                      </a:lnTo>
                      <a:lnTo>
                        <a:pt x="2" y="230"/>
                      </a:lnTo>
                      <a:lnTo>
                        <a:pt x="9" y="214"/>
                      </a:lnTo>
                      <a:lnTo>
                        <a:pt x="113" y="34"/>
                      </a:lnTo>
                      <a:lnTo>
                        <a:pt x="125" y="20"/>
                      </a:lnTo>
                      <a:lnTo>
                        <a:pt x="140" y="9"/>
                      </a:lnTo>
                      <a:lnTo>
                        <a:pt x="155" y="2"/>
                      </a:lnTo>
                      <a:lnTo>
                        <a:pt x="172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48" name="Freeform 43"/>
                <p:cNvSpPr>
                  <a:spLocks/>
                </p:cNvSpPr>
                <p:nvPr/>
              </p:nvSpPr>
              <p:spPr bwMode="auto">
                <a:xfrm>
                  <a:off x="2503488" y="1811338"/>
                  <a:ext cx="76200" cy="242887"/>
                </a:xfrm>
                <a:custGeom>
                  <a:avLst/>
                  <a:gdLst>
                    <a:gd name="T0" fmla="*/ 167 w 334"/>
                    <a:gd name="T1" fmla="*/ 0 h 1073"/>
                    <a:gd name="T2" fmla="*/ 201 w 334"/>
                    <a:gd name="T3" fmla="*/ 2 h 1073"/>
                    <a:gd name="T4" fmla="*/ 230 w 334"/>
                    <a:gd name="T5" fmla="*/ 8 h 1073"/>
                    <a:gd name="T6" fmla="*/ 258 w 334"/>
                    <a:gd name="T7" fmla="*/ 18 h 1073"/>
                    <a:gd name="T8" fmla="*/ 280 w 334"/>
                    <a:gd name="T9" fmla="*/ 33 h 1073"/>
                    <a:gd name="T10" fmla="*/ 300 w 334"/>
                    <a:gd name="T11" fmla="*/ 51 h 1073"/>
                    <a:gd name="T12" fmla="*/ 314 w 334"/>
                    <a:gd name="T13" fmla="*/ 72 h 1073"/>
                    <a:gd name="T14" fmla="*/ 326 w 334"/>
                    <a:gd name="T15" fmla="*/ 98 h 1073"/>
                    <a:gd name="T16" fmla="*/ 331 w 334"/>
                    <a:gd name="T17" fmla="*/ 128 h 1073"/>
                    <a:gd name="T18" fmla="*/ 334 w 334"/>
                    <a:gd name="T19" fmla="*/ 162 h 1073"/>
                    <a:gd name="T20" fmla="*/ 334 w 334"/>
                    <a:gd name="T21" fmla="*/ 406 h 1073"/>
                    <a:gd name="T22" fmla="*/ 332 w 334"/>
                    <a:gd name="T23" fmla="*/ 438 h 1073"/>
                    <a:gd name="T24" fmla="*/ 329 w 334"/>
                    <a:gd name="T25" fmla="*/ 471 h 1073"/>
                    <a:gd name="T26" fmla="*/ 326 w 334"/>
                    <a:gd name="T27" fmla="*/ 505 h 1073"/>
                    <a:gd name="T28" fmla="*/ 260 w 334"/>
                    <a:gd name="T29" fmla="*/ 996 h 1073"/>
                    <a:gd name="T30" fmla="*/ 255 w 334"/>
                    <a:gd name="T31" fmla="*/ 1019 h 1073"/>
                    <a:gd name="T32" fmla="*/ 247 w 334"/>
                    <a:gd name="T33" fmla="*/ 1039 h 1073"/>
                    <a:gd name="T34" fmla="*/ 237 w 334"/>
                    <a:gd name="T35" fmla="*/ 1052 h 1073"/>
                    <a:gd name="T36" fmla="*/ 224 w 334"/>
                    <a:gd name="T37" fmla="*/ 1062 h 1073"/>
                    <a:gd name="T38" fmla="*/ 208 w 334"/>
                    <a:gd name="T39" fmla="*/ 1069 h 1073"/>
                    <a:gd name="T40" fmla="*/ 188 w 334"/>
                    <a:gd name="T41" fmla="*/ 1072 h 1073"/>
                    <a:gd name="T42" fmla="*/ 167 w 334"/>
                    <a:gd name="T43" fmla="*/ 1073 h 1073"/>
                    <a:gd name="T44" fmla="*/ 145 w 334"/>
                    <a:gd name="T45" fmla="*/ 1072 h 1073"/>
                    <a:gd name="T46" fmla="*/ 126 w 334"/>
                    <a:gd name="T47" fmla="*/ 1069 h 1073"/>
                    <a:gd name="T48" fmla="*/ 110 w 334"/>
                    <a:gd name="T49" fmla="*/ 1062 h 1073"/>
                    <a:gd name="T50" fmla="*/ 96 w 334"/>
                    <a:gd name="T51" fmla="*/ 1052 h 1073"/>
                    <a:gd name="T52" fmla="*/ 86 w 334"/>
                    <a:gd name="T53" fmla="*/ 1039 h 1073"/>
                    <a:gd name="T54" fmla="*/ 78 w 334"/>
                    <a:gd name="T55" fmla="*/ 1019 h 1073"/>
                    <a:gd name="T56" fmla="*/ 74 w 334"/>
                    <a:gd name="T57" fmla="*/ 996 h 1073"/>
                    <a:gd name="T58" fmla="*/ 8 w 334"/>
                    <a:gd name="T59" fmla="*/ 505 h 1073"/>
                    <a:gd name="T60" fmla="*/ 5 w 334"/>
                    <a:gd name="T61" fmla="*/ 471 h 1073"/>
                    <a:gd name="T62" fmla="*/ 1 w 334"/>
                    <a:gd name="T63" fmla="*/ 438 h 1073"/>
                    <a:gd name="T64" fmla="*/ 0 w 334"/>
                    <a:gd name="T65" fmla="*/ 406 h 1073"/>
                    <a:gd name="T66" fmla="*/ 0 w 334"/>
                    <a:gd name="T67" fmla="*/ 162 h 1073"/>
                    <a:gd name="T68" fmla="*/ 2 w 334"/>
                    <a:gd name="T69" fmla="*/ 128 h 1073"/>
                    <a:gd name="T70" fmla="*/ 8 w 334"/>
                    <a:gd name="T71" fmla="*/ 98 h 1073"/>
                    <a:gd name="T72" fmla="*/ 19 w 334"/>
                    <a:gd name="T73" fmla="*/ 72 h 1073"/>
                    <a:gd name="T74" fmla="*/ 34 w 334"/>
                    <a:gd name="T75" fmla="*/ 51 h 1073"/>
                    <a:gd name="T76" fmla="*/ 53 w 334"/>
                    <a:gd name="T77" fmla="*/ 33 h 1073"/>
                    <a:gd name="T78" fmla="*/ 76 w 334"/>
                    <a:gd name="T79" fmla="*/ 18 h 1073"/>
                    <a:gd name="T80" fmla="*/ 103 w 334"/>
                    <a:gd name="T81" fmla="*/ 8 h 1073"/>
                    <a:gd name="T82" fmla="*/ 133 w 334"/>
                    <a:gd name="T83" fmla="*/ 2 h 1073"/>
                    <a:gd name="T84" fmla="*/ 167 w 334"/>
                    <a:gd name="T85" fmla="*/ 0 h 107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</a:cxnLst>
                  <a:rect l="0" t="0" r="r" b="b"/>
                  <a:pathLst>
                    <a:path w="334" h="1073">
                      <a:moveTo>
                        <a:pt x="167" y="0"/>
                      </a:moveTo>
                      <a:lnTo>
                        <a:pt x="201" y="2"/>
                      </a:lnTo>
                      <a:lnTo>
                        <a:pt x="230" y="8"/>
                      </a:lnTo>
                      <a:lnTo>
                        <a:pt x="258" y="18"/>
                      </a:lnTo>
                      <a:lnTo>
                        <a:pt x="280" y="33"/>
                      </a:lnTo>
                      <a:lnTo>
                        <a:pt x="300" y="51"/>
                      </a:lnTo>
                      <a:lnTo>
                        <a:pt x="314" y="72"/>
                      </a:lnTo>
                      <a:lnTo>
                        <a:pt x="326" y="98"/>
                      </a:lnTo>
                      <a:lnTo>
                        <a:pt x="331" y="128"/>
                      </a:lnTo>
                      <a:lnTo>
                        <a:pt x="334" y="162"/>
                      </a:lnTo>
                      <a:lnTo>
                        <a:pt x="334" y="406"/>
                      </a:lnTo>
                      <a:lnTo>
                        <a:pt x="332" y="438"/>
                      </a:lnTo>
                      <a:lnTo>
                        <a:pt x="329" y="471"/>
                      </a:lnTo>
                      <a:lnTo>
                        <a:pt x="326" y="505"/>
                      </a:lnTo>
                      <a:lnTo>
                        <a:pt x="260" y="996"/>
                      </a:lnTo>
                      <a:lnTo>
                        <a:pt x="255" y="1019"/>
                      </a:lnTo>
                      <a:lnTo>
                        <a:pt x="247" y="1039"/>
                      </a:lnTo>
                      <a:lnTo>
                        <a:pt x="237" y="1052"/>
                      </a:lnTo>
                      <a:lnTo>
                        <a:pt x="224" y="1062"/>
                      </a:lnTo>
                      <a:lnTo>
                        <a:pt x="208" y="1069"/>
                      </a:lnTo>
                      <a:lnTo>
                        <a:pt x="188" y="1072"/>
                      </a:lnTo>
                      <a:lnTo>
                        <a:pt x="167" y="1073"/>
                      </a:lnTo>
                      <a:lnTo>
                        <a:pt x="145" y="1072"/>
                      </a:lnTo>
                      <a:lnTo>
                        <a:pt x="126" y="1069"/>
                      </a:lnTo>
                      <a:lnTo>
                        <a:pt x="110" y="1062"/>
                      </a:lnTo>
                      <a:lnTo>
                        <a:pt x="96" y="1052"/>
                      </a:lnTo>
                      <a:lnTo>
                        <a:pt x="86" y="1039"/>
                      </a:lnTo>
                      <a:lnTo>
                        <a:pt x="78" y="1019"/>
                      </a:lnTo>
                      <a:lnTo>
                        <a:pt x="74" y="996"/>
                      </a:lnTo>
                      <a:lnTo>
                        <a:pt x="8" y="505"/>
                      </a:lnTo>
                      <a:lnTo>
                        <a:pt x="5" y="471"/>
                      </a:lnTo>
                      <a:lnTo>
                        <a:pt x="1" y="438"/>
                      </a:lnTo>
                      <a:lnTo>
                        <a:pt x="0" y="406"/>
                      </a:lnTo>
                      <a:lnTo>
                        <a:pt x="0" y="162"/>
                      </a:lnTo>
                      <a:lnTo>
                        <a:pt x="2" y="128"/>
                      </a:lnTo>
                      <a:lnTo>
                        <a:pt x="8" y="98"/>
                      </a:lnTo>
                      <a:lnTo>
                        <a:pt x="19" y="72"/>
                      </a:lnTo>
                      <a:lnTo>
                        <a:pt x="34" y="51"/>
                      </a:lnTo>
                      <a:lnTo>
                        <a:pt x="53" y="33"/>
                      </a:lnTo>
                      <a:lnTo>
                        <a:pt x="76" y="18"/>
                      </a:lnTo>
                      <a:lnTo>
                        <a:pt x="103" y="8"/>
                      </a:lnTo>
                      <a:lnTo>
                        <a:pt x="133" y="2"/>
                      </a:lnTo>
                      <a:lnTo>
                        <a:pt x="167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49" name="Freeform 44"/>
                <p:cNvSpPr>
                  <a:spLocks/>
                </p:cNvSpPr>
                <p:nvPr/>
              </p:nvSpPr>
              <p:spPr bwMode="auto">
                <a:xfrm>
                  <a:off x="2501900" y="2085975"/>
                  <a:ext cx="79375" cy="77787"/>
                </a:xfrm>
                <a:custGeom>
                  <a:avLst/>
                  <a:gdLst>
                    <a:gd name="T0" fmla="*/ 174 w 347"/>
                    <a:gd name="T1" fmla="*/ 0 h 344"/>
                    <a:gd name="T2" fmla="*/ 209 w 347"/>
                    <a:gd name="T3" fmla="*/ 4 h 344"/>
                    <a:gd name="T4" fmla="*/ 241 w 347"/>
                    <a:gd name="T5" fmla="*/ 14 h 344"/>
                    <a:gd name="T6" fmla="*/ 270 w 347"/>
                    <a:gd name="T7" fmla="*/ 30 h 344"/>
                    <a:gd name="T8" fmla="*/ 296 w 347"/>
                    <a:gd name="T9" fmla="*/ 50 h 344"/>
                    <a:gd name="T10" fmla="*/ 318 w 347"/>
                    <a:gd name="T11" fmla="*/ 76 h 344"/>
                    <a:gd name="T12" fmla="*/ 334 w 347"/>
                    <a:gd name="T13" fmla="*/ 106 h 344"/>
                    <a:gd name="T14" fmla="*/ 344 w 347"/>
                    <a:gd name="T15" fmla="*/ 138 h 344"/>
                    <a:gd name="T16" fmla="*/ 347 w 347"/>
                    <a:gd name="T17" fmla="*/ 172 h 344"/>
                    <a:gd name="T18" fmla="*/ 344 w 347"/>
                    <a:gd name="T19" fmla="*/ 207 h 344"/>
                    <a:gd name="T20" fmla="*/ 334 w 347"/>
                    <a:gd name="T21" fmla="*/ 240 h 344"/>
                    <a:gd name="T22" fmla="*/ 318 w 347"/>
                    <a:gd name="T23" fmla="*/ 269 h 344"/>
                    <a:gd name="T24" fmla="*/ 296 w 347"/>
                    <a:gd name="T25" fmla="*/ 294 h 344"/>
                    <a:gd name="T26" fmla="*/ 270 w 347"/>
                    <a:gd name="T27" fmla="*/ 315 h 344"/>
                    <a:gd name="T28" fmla="*/ 241 w 347"/>
                    <a:gd name="T29" fmla="*/ 331 h 344"/>
                    <a:gd name="T30" fmla="*/ 209 w 347"/>
                    <a:gd name="T31" fmla="*/ 341 h 344"/>
                    <a:gd name="T32" fmla="*/ 174 w 347"/>
                    <a:gd name="T33" fmla="*/ 344 h 344"/>
                    <a:gd name="T34" fmla="*/ 139 w 347"/>
                    <a:gd name="T35" fmla="*/ 341 h 344"/>
                    <a:gd name="T36" fmla="*/ 107 w 347"/>
                    <a:gd name="T37" fmla="*/ 331 h 344"/>
                    <a:gd name="T38" fmla="*/ 77 w 347"/>
                    <a:gd name="T39" fmla="*/ 315 h 344"/>
                    <a:gd name="T40" fmla="*/ 51 w 347"/>
                    <a:gd name="T41" fmla="*/ 294 h 344"/>
                    <a:gd name="T42" fmla="*/ 30 w 347"/>
                    <a:gd name="T43" fmla="*/ 269 h 344"/>
                    <a:gd name="T44" fmla="*/ 14 w 347"/>
                    <a:gd name="T45" fmla="*/ 240 h 344"/>
                    <a:gd name="T46" fmla="*/ 4 w 347"/>
                    <a:gd name="T47" fmla="*/ 207 h 344"/>
                    <a:gd name="T48" fmla="*/ 0 w 347"/>
                    <a:gd name="T49" fmla="*/ 172 h 344"/>
                    <a:gd name="T50" fmla="*/ 4 w 347"/>
                    <a:gd name="T51" fmla="*/ 138 h 344"/>
                    <a:gd name="T52" fmla="*/ 14 w 347"/>
                    <a:gd name="T53" fmla="*/ 106 h 344"/>
                    <a:gd name="T54" fmla="*/ 30 w 347"/>
                    <a:gd name="T55" fmla="*/ 76 h 344"/>
                    <a:gd name="T56" fmla="*/ 51 w 347"/>
                    <a:gd name="T57" fmla="*/ 50 h 344"/>
                    <a:gd name="T58" fmla="*/ 77 w 347"/>
                    <a:gd name="T59" fmla="*/ 30 h 344"/>
                    <a:gd name="T60" fmla="*/ 107 w 347"/>
                    <a:gd name="T61" fmla="*/ 14 h 344"/>
                    <a:gd name="T62" fmla="*/ 139 w 347"/>
                    <a:gd name="T63" fmla="*/ 4 h 344"/>
                    <a:gd name="T64" fmla="*/ 174 w 347"/>
                    <a:gd name="T65" fmla="*/ 0 h 34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</a:cxnLst>
                  <a:rect l="0" t="0" r="r" b="b"/>
                  <a:pathLst>
                    <a:path w="347" h="344">
                      <a:moveTo>
                        <a:pt x="174" y="0"/>
                      </a:moveTo>
                      <a:lnTo>
                        <a:pt x="209" y="4"/>
                      </a:lnTo>
                      <a:lnTo>
                        <a:pt x="241" y="14"/>
                      </a:lnTo>
                      <a:lnTo>
                        <a:pt x="270" y="30"/>
                      </a:lnTo>
                      <a:lnTo>
                        <a:pt x="296" y="50"/>
                      </a:lnTo>
                      <a:lnTo>
                        <a:pt x="318" y="76"/>
                      </a:lnTo>
                      <a:lnTo>
                        <a:pt x="334" y="106"/>
                      </a:lnTo>
                      <a:lnTo>
                        <a:pt x="344" y="138"/>
                      </a:lnTo>
                      <a:lnTo>
                        <a:pt x="347" y="172"/>
                      </a:lnTo>
                      <a:lnTo>
                        <a:pt x="344" y="207"/>
                      </a:lnTo>
                      <a:lnTo>
                        <a:pt x="334" y="240"/>
                      </a:lnTo>
                      <a:lnTo>
                        <a:pt x="318" y="269"/>
                      </a:lnTo>
                      <a:lnTo>
                        <a:pt x="296" y="294"/>
                      </a:lnTo>
                      <a:lnTo>
                        <a:pt x="270" y="315"/>
                      </a:lnTo>
                      <a:lnTo>
                        <a:pt x="241" y="331"/>
                      </a:lnTo>
                      <a:lnTo>
                        <a:pt x="209" y="341"/>
                      </a:lnTo>
                      <a:lnTo>
                        <a:pt x="174" y="344"/>
                      </a:lnTo>
                      <a:lnTo>
                        <a:pt x="139" y="341"/>
                      </a:lnTo>
                      <a:lnTo>
                        <a:pt x="107" y="331"/>
                      </a:lnTo>
                      <a:lnTo>
                        <a:pt x="77" y="315"/>
                      </a:lnTo>
                      <a:lnTo>
                        <a:pt x="51" y="294"/>
                      </a:lnTo>
                      <a:lnTo>
                        <a:pt x="30" y="269"/>
                      </a:lnTo>
                      <a:lnTo>
                        <a:pt x="14" y="240"/>
                      </a:lnTo>
                      <a:lnTo>
                        <a:pt x="4" y="207"/>
                      </a:lnTo>
                      <a:lnTo>
                        <a:pt x="0" y="172"/>
                      </a:lnTo>
                      <a:lnTo>
                        <a:pt x="4" y="138"/>
                      </a:lnTo>
                      <a:lnTo>
                        <a:pt x="14" y="106"/>
                      </a:lnTo>
                      <a:lnTo>
                        <a:pt x="30" y="76"/>
                      </a:lnTo>
                      <a:lnTo>
                        <a:pt x="51" y="50"/>
                      </a:lnTo>
                      <a:lnTo>
                        <a:pt x="77" y="30"/>
                      </a:lnTo>
                      <a:lnTo>
                        <a:pt x="107" y="14"/>
                      </a:lnTo>
                      <a:lnTo>
                        <a:pt x="139" y="4"/>
                      </a:lnTo>
                      <a:lnTo>
                        <a:pt x="174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</p:grpSp>
        </p:grpSp>
        <p:grpSp>
          <p:nvGrpSpPr>
            <p:cNvPr id="5" name="그룹 51"/>
            <p:cNvGrpSpPr/>
            <p:nvPr/>
          </p:nvGrpSpPr>
          <p:grpSpPr>
            <a:xfrm>
              <a:off x="6377507" y="3161645"/>
              <a:ext cx="1887811" cy="1488466"/>
              <a:chOff x="6225107" y="3009245"/>
              <a:chExt cx="1887811" cy="1488466"/>
            </a:xfrm>
          </p:grpSpPr>
          <p:sp>
            <p:nvSpPr>
              <p:cNvPr id="34" name="Freeform 25"/>
              <p:cNvSpPr>
                <a:spLocks noEditPoints="1"/>
              </p:cNvSpPr>
              <p:nvPr/>
            </p:nvSpPr>
            <p:spPr bwMode="auto">
              <a:xfrm>
                <a:off x="6225107" y="3009245"/>
                <a:ext cx="1887811" cy="1488466"/>
              </a:xfrm>
              <a:custGeom>
                <a:avLst/>
                <a:gdLst>
                  <a:gd name="T0" fmla="*/ 1139 w 2079"/>
                  <a:gd name="T1" fmla="*/ 134 h 1640"/>
                  <a:gd name="T2" fmla="*/ 941 w 2079"/>
                  <a:gd name="T3" fmla="*/ 210 h 1640"/>
                  <a:gd name="T4" fmla="*/ 779 w 2079"/>
                  <a:gd name="T5" fmla="*/ 336 h 1640"/>
                  <a:gd name="T6" fmla="*/ 663 w 2079"/>
                  <a:gd name="T7" fmla="*/ 500 h 1640"/>
                  <a:gd name="T8" fmla="*/ 598 w 2079"/>
                  <a:gd name="T9" fmla="*/ 691 h 1640"/>
                  <a:gd name="T10" fmla="*/ 591 w 2079"/>
                  <a:gd name="T11" fmla="*/ 896 h 1640"/>
                  <a:gd name="T12" fmla="*/ 647 w 2079"/>
                  <a:gd name="T13" fmla="*/ 1101 h 1640"/>
                  <a:gd name="T14" fmla="*/ 757 w 2079"/>
                  <a:gd name="T15" fmla="*/ 1275 h 1640"/>
                  <a:gd name="T16" fmla="*/ 911 w 2079"/>
                  <a:gd name="T17" fmla="*/ 1407 h 1640"/>
                  <a:gd name="T18" fmla="*/ 1093 w 2079"/>
                  <a:gd name="T19" fmla="*/ 1489 h 1640"/>
                  <a:gd name="T20" fmla="*/ 1294 w 2079"/>
                  <a:gd name="T21" fmla="*/ 1516 h 1640"/>
                  <a:gd name="T22" fmla="*/ 1502 w 2079"/>
                  <a:gd name="T23" fmla="*/ 1482 h 1640"/>
                  <a:gd name="T24" fmla="*/ 1689 w 2079"/>
                  <a:gd name="T25" fmla="*/ 1388 h 1640"/>
                  <a:gd name="T26" fmla="*/ 1836 w 2079"/>
                  <a:gd name="T27" fmla="*/ 1248 h 1640"/>
                  <a:gd name="T28" fmla="*/ 1936 w 2079"/>
                  <a:gd name="T29" fmla="*/ 1074 h 1640"/>
                  <a:gd name="T30" fmla="*/ 1982 w 2079"/>
                  <a:gd name="T31" fmla="*/ 877 h 1640"/>
                  <a:gd name="T32" fmla="*/ 1970 w 2079"/>
                  <a:gd name="T33" fmla="*/ 670 h 1640"/>
                  <a:gd name="T34" fmla="*/ 1893 w 2079"/>
                  <a:gd name="T35" fmla="*/ 472 h 1640"/>
                  <a:gd name="T36" fmla="*/ 1768 w 2079"/>
                  <a:gd name="T37" fmla="*/ 310 h 1640"/>
                  <a:gd name="T38" fmla="*/ 1603 w 2079"/>
                  <a:gd name="T39" fmla="*/ 194 h 1640"/>
                  <a:gd name="T40" fmla="*/ 1413 w 2079"/>
                  <a:gd name="T41" fmla="*/ 130 h 1640"/>
                  <a:gd name="T42" fmla="*/ 1286 w 2079"/>
                  <a:gd name="T43" fmla="*/ 0 h 1640"/>
                  <a:gd name="T44" fmla="*/ 1496 w 2079"/>
                  <a:gd name="T45" fmla="*/ 36 h 1640"/>
                  <a:gd name="T46" fmla="*/ 1689 w 2079"/>
                  <a:gd name="T47" fmla="*/ 125 h 1640"/>
                  <a:gd name="T48" fmla="*/ 1854 w 2079"/>
                  <a:gd name="T49" fmla="*/ 259 h 1640"/>
                  <a:gd name="T50" fmla="*/ 1981 w 2079"/>
                  <a:gd name="T51" fmla="*/ 436 h 1640"/>
                  <a:gd name="T52" fmla="*/ 2059 w 2079"/>
                  <a:gd name="T53" fmla="*/ 645 h 1640"/>
                  <a:gd name="T54" fmla="*/ 2079 w 2079"/>
                  <a:gd name="T55" fmla="*/ 863 h 1640"/>
                  <a:gd name="T56" fmla="*/ 2043 w 2079"/>
                  <a:gd name="T57" fmla="*/ 1074 h 1640"/>
                  <a:gd name="T58" fmla="*/ 1955 w 2079"/>
                  <a:gd name="T59" fmla="*/ 1267 h 1640"/>
                  <a:gd name="T60" fmla="*/ 1820 w 2079"/>
                  <a:gd name="T61" fmla="*/ 1431 h 1640"/>
                  <a:gd name="T62" fmla="*/ 1645 w 2079"/>
                  <a:gd name="T63" fmla="*/ 1558 h 1640"/>
                  <a:gd name="T64" fmla="*/ 1461 w 2079"/>
                  <a:gd name="T65" fmla="*/ 1629 h 1640"/>
                  <a:gd name="T66" fmla="*/ 1304 w 2079"/>
                  <a:gd name="T67" fmla="*/ 1640 h 1640"/>
                  <a:gd name="T68" fmla="*/ 1120 w 2079"/>
                  <a:gd name="T69" fmla="*/ 1623 h 1640"/>
                  <a:gd name="T70" fmla="*/ 923 w 2079"/>
                  <a:gd name="T71" fmla="*/ 1581 h 1640"/>
                  <a:gd name="T72" fmla="*/ 722 w 2079"/>
                  <a:gd name="T73" fmla="*/ 1523 h 1640"/>
                  <a:gd name="T74" fmla="*/ 526 w 2079"/>
                  <a:gd name="T75" fmla="*/ 1455 h 1640"/>
                  <a:gd name="T76" fmla="*/ 348 w 2079"/>
                  <a:gd name="T77" fmla="*/ 1388 h 1640"/>
                  <a:gd name="T78" fmla="*/ 197 w 2079"/>
                  <a:gd name="T79" fmla="*/ 1324 h 1640"/>
                  <a:gd name="T80" fmla="*/ 83 w 2079"/>
                  <a:gd name="T81" fmla="*/ 1273 h 1640"/>
                  <a:gd name="T82" fmla="*/ 15 w 2079"/>
                  <a:gd name="T83" fmla="*/ 1241 h 1640"/>
                  <a:gd name="T84" fmla="*/ 3 w 2079"/>
                  <a:gd name="T85" fmla="*/ 1231 h 1640"/>
                  <a:gd name="T86" fmla="*/ 29 w 2079"/>
                  <a:gd name="T87" fmla="*/ 1183 h 1640"/>
                  <a:gd name="T88" fmla="*/ 84 w 2079"/>
                  <a:gd name="T89" fmla="*/ 1088 h 1640"/>
                  <a:gd name="T90" fmla="*/ 162 w 2079"/>
                  <a:gd name="T91" fmla="*/ 956 h 1640"/>
                  <a:gd name="T92" fmla="*/ 261 w 2079"/>
                  <a:gd name="T93" fmla="*/ 801 h 1640"/>
                  <a:gd name="T94" fmla="*/ 374 w 2079"/>
                  <a:gd name="T95" fmla="*/ 634 h 1640"/>
                  <a:gd name="T96" fmla="*/ 500 w 2079"/>
                  <a:gd name="T97" fmla="*/ 467 h 1640"/>
                  <a:gd name="T98" fmla="*/ 633 w 2079"/>
                  <a:gd name="T99" fmla="*/ 310 h 1640"/>
                  <a:gd name="T100" fmla="*/ 771 w 2079"/>
                  <a:gd name="T101" fmla="*/ 178 h 1640"/>
                  <a:gd name="T102" fmla="*/ 907 w 2079"/>
                  <a:gd name="T103" fmla="*/ 81 h 1640"/>
                  <a:gd name="T104" fmla="*/ 1067 w 2079"/>
                  <a:gd name="T105" fmla="*/ 20 h 1640"/>
                  <a:gd name="T106" fmla="*/ 1286 w 2079"/>
                  <a:gd name="T107" fmla="*/ 0 h 164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</a:cxnLst>
                <a:rect l="0" t="0" r="r" b="b"/>
                <a:pathLst>
                  <a:path w="2079" h="1640">
                    <a:moveTo>
                      <a:pt x="1278" y="119"/>
                    </a:moveTo>
                    <a:lnTo>
                      <a:pt x="1208" y="123"/>
                    </a:lnTo>
                    <a:lnTo>
                      <a:pt x="1139" y="134"/>
                    </a:lnTo>
                    <a:lnTo>
                      <a:pt x="1070" y="152"/>
                    </a:lnTo>
                    <a:lnTo>
                      <a:pt x="1003" y="178"/>
                    </a:lnTo>
                    <a:lnTo>
                      <a:pt x="941" y="210"/>
                    </a:lnTo>
                    <a:lnTo>
                      <a:pt x="883" y="247"/>
                    </a:lnTo>
                    <a:lnTo>
                      <a:pt x="829" y="289"/>
                    </a:lnTo>
                    <a:lnTo>
                      <a:pt x="779" y="336"/>
                    </a:lnTo>
                    <a:lnTo>
                      <a:pt x="736" y="387"/>
                    </a:lnTo>
                    <a:lnTo>
                      <a:pt x="696" y="442"/>
                    </a:lnTo>
                    <a:lnTo>
                      <a:pt x="663" y="500"/>
                    </a:lnTo>
                    <a:lnTo>
                      <a:pt x="636" y="561"/>
                    </a:lnTo>
                    <a:lnTo>
                      <a:pt x="614" y="625"/>
                    </a:lnTo>
                    <a:lnTo>
                      <a:pt x="598" y="691"/>
                    </a:lnTo>
                    <a:lnTo>
                      <a:pt x="590" y="758"/>
                    </a:lnTo>
                    <a:lnTo>
                      <a:pt x="587" y="825"/>
                    </a:lnTo>
                    <a:lnTo>
                      <a:pt x="591" y="896"/>
                    </a:lnTo>
                    <a:lnTo>
                      <a:pt x="602" y="964"/>
                    </a:lnTo>
                    <a:lnTo>
                      <a:pt x="621" y="1033"/>
                    </a:lnTo>
                    <a:lnTo>
                      <a:pt x="647" y="1101"/>
                    </a:lnTo>
                    <a:lnTo>
                      <a:pt x="679" y="1163"/>
                    </a:lnTo>
                    <a:lnTo>
                      <a:pt x="715" y="1221"/>
                    </a:lnTo>
                    <a:lnTo>
                      <a:pt x="757" y="1275"/>
                    </a:lnTo>
                    <a:lnTo>
                      <a:pt x="804" y="1324"/>
                    </a:lnTo>
                    <a:lnTo>
                      <a:pt x="856" y="1368"/>
                    </a:lnTo>
                    <a:lnTo>
                      <a:pt x="911" y="1407"/>
                    </a:lnTo>
                    <a:lnTo>
                      <a:pt x="969" y="1440"/>
                    </a:lnTo>
                    <a:lnTo>
                      <a:pt x="1030" y="1467"/>
                    </a:lnTo>
                    <a:lnTo>
                      <a:pt x="1093" y="1489"/>
                    </a:lnTo>
                    <a:lnTo>
                      <a:pt x="1159" y="1505"/>
                    </a:lnTo>
                    <a:lnTo>
                      <a:pt x="1227" y="1513"/>
                    </a:lnTo>
                    <a:lnTo>
                      <a:pt x="1294" y="1516"/>
                    </a:lnTo>
                    <a:lnTo>
                      <a:pt x="1364" y="1512"/>
                    </a:lnTo>
                    <a:lnTo>
                      <a:pt x="1433" y="1501"/>
                    </a:lnTo>
                    <a:lnTo>
                      <a:pt x="1502" y="1482"/>
                    </a:lnTo>
                    <a:lnTo>
                      <a:pt x="1569" y="1457"/>
                    </a:lnTo>
                    <a:lnTo>
                      <a:pt x="1631" y="1424"/>
                    </a:lnTo>
                    <a:lnTo>
                      <a:pt x="1689" y="1388"/>
                    </a:lnTo>
                    <a:lnTo>
                      <a:pt x="1743" y="1346"/>
                    </a:lnTo>
                    <a:lnTo>
                      <a:pt x="1793" y="1299"/>
                    </a:lnTo>
                    <a:lnTo>
                      <a:pt x="1836" y="1248"/>
                    </a:lnTo>
                    <a:lnTo>
                      <a:pt x="1876" y="1192"/>
                    </a:lnTo>
                    <a:lnTo>
                      <a:pt x="1909" y="1134"/>
                    </a:lnTo>
                    <a:lnTo>
                      <a:pt x="1936" y="1074"/>
                    </a:lnTo>
                    <a:lnTo>
                      <a:pt x="1958" y="1010"/>
                    </a:lnTo>
                    <a:lnTo>
                      <a:pt x="1974" y="944"/>
                    </a:lnTo>
                    <a:lnTo>
                      <a:pt x="1982" y="877"/>
                    </a:lnTo>
                    <a:lnTo>
                      <a:pt x="1985" y="809"/>
                    </a:lnTo>
                    <a:lnTo>
                      <a:pt x="1981" y="739"/>
                    </a:lnTo>
                    <a:lnTo>
                      <a:pt x="1970" y="670"/>
                    </a:lnTo>
                    <a:lnTo>
                      <a:pt x="1951" y="602"/>
                    </a:lnTo>
                    <a:lnTo>
                      <a:pt x="1926" y="534"/>
                    </a:lnTo>
                    <a:lnTo>
                      <a:pt x="1893" y="472"/>
                    </a:lnTo>
                    <a:lnTo>
                      <a:pt x="1857" y="414"/>
                    </a:lnTo>
                    <a:lnTo>
                      <a:pt x="1815" y="360"/>
                    </a:lnTo>
                    <a:lnTo>
                      <a:pt x="1768" y="310"/>
                    </a:lnTo>
                    <a:lnTo>
                      <a:pt x="1716" y="267"/>
                    </a:lnTo>
                    <a:lnTo>
                      <a:pt x="1661" y="228"/>
                    </a:lnTo>
                    <a:lnTo>
                      <a:pt x="1603" y="194"/>
                    </a:lnTo>
                    <a:lnTo>
                      <a:pt x="1542" y="167"/>
                    </a:lnTo>
                    <a:lnTo>
                      <a:pt x="1479" y="146"/>
                    </a:lnTo>
                    <a:lnTo>
                      <a:pt x="1413" y="130"/>
                    </a:lnTo>
                    <a:lnTo>
                      <a:pt x="1345" y="121"/>
                    </a:lnTo>
                    <a:lnTo>
                      <a:pt x="1278" y="119"/>
                    </a:lnTo>
                    <a:close/>
                    <a:moveTo>
                      <a:pt x="1286" y="0"/>
                    </a:moveTo>
                    <a:lnTo>
                      <a:pt x="1358" y="7"/>
                    </a:lnTo>
                    <a:lnTo>
                      <a:pt x="1428" y="19"/>
                    </a:lnTo>
                    <a:lnTo>
                      <a:pt x="1496" y="36"/>
                    </a:lnTo>
                    <a:lnTo>
                      <a:pt x="1563" y="61"/>
                    </a:lnTo>
                    <a:lnTo>
                      <a:pt x="1627" y="90"/>
                    </a:lnTo>
                    <a:lnTo>
                      <a:pt x="1689" y="125"/>
                    </a:lnTo>
                    <a:lnTo>
                      <a:pt x="1747" y="165"/>
                    </a:lnTo>
                    <a:lnTo>
                      <a:pt x="1803" y="210"/>
                    </a:lnTo>
                    <a:lnTo>
                      <a:pt x="1854" y="259"/>
                    </a:lnTo>
                    <a:lnTo>
                      <a:pt x="1901" y="313"/>
                    </a:lnTo>
                    <a:lnTo>
                      <a:pt x="1943" y="372"/>
                    </a:lnTo>
                    <a:lnTo>
                      <a:pt x="1981" y="436"/>
                    </a:lnTo>
                    <a:lnTo>
                      <a:pt x="2013" y="502"/>
                    </a:lnTo>
                    <a:lnTo>
                      <a:pt x="2040" y="572"/>
                    </a:lnTo>
                    <a:lnTo>
                      <a:pt x="2059" y="645"/>
                    </a:lnTo>
                    <a:lnTo>
                      <a:pt x="2073" y="719"/>
                    </a:lnTo>
                    <a:lnTo>
                      <a:pt x="2079" y="792"/>
                    </a:lnTo>
                    <a:lnTo>
                      <a:pt x="2079" y="863"/>
                    </a:lnTo>
                    <a:lnTo>
                      <a:pt x="2074" y="935"/>
                    </a:lnTo>
                    <a:lnTo>
                      <a:pt x="2062" y="1005"/>
                    </a:lnTo>
                    <a:lnTo>
                      <a:pt x="2043" y="1074"/>
                    </a:lnTo>
                    <a:lnTo>
                      <a:pt x="2019" y="1141"/>
                    </a:lnTo>
                    <a:lnTo>
                      <a:pt x="1990" y="1204"/>
                    </a:lnTo>
                    <a:lnTo>
                      <a:pt x="1955" y="1267"/>
                    </a:lnTo>
                    <a:lnTo>
                      <a:pt x="1915" y="1324"/>
                    </a:lnTo>
                    <a:lnTo>
                      <a:pt x="1870" y="1380"/>
                    </a:lnTo>
                    <a:lnTo>
                      <a:pt x="1820" y="1431"/>
                    </a:lnTo>
                    <a:lnTo>
                      <a:pt x="1766" y="1478"/>
                    </a:lnTo>
                    <a:lnTo>
                      <a:pt x="1708" y="1520"/>
                    </a:lnTo>
                    <a:lnTo>
                      <a:pt x="1645" y="1558"/>
                    </a:lnTo>
                    <a:lnTo>
                      <a:pt x="1579" y="1590"/>
                    </a:lnTo>
                    <a:lnTo>
                      <a:pt x="1507" y="1617"/>
                    </a:lnTo>
                    <a:lnTo>
                      <a:pt x="1461" y="1629"/>
                    </a:lnTo>
                    <a:lnTo>
                      <a:pt x="1413" y="1636"/>
                    </a:lnTo>
                    <a:lnTo>
                      <a:pt x="1359" y="1640"/>
                    </a:lnTo>
                    <a:lnTo>
                      <a:pt x="1304" y="1640"/>
                    </a:lnTo>
                    <a:lnTo>
                      <a:pt x="1244" y="1637"/>
                    </a:lnTo>
                    <a:lnTo>
                      <a:pt x="1184" y="1631"/>
                    </a:lnTo>
                    <a:lnTo>
                      <a:pt x="1120" y="1623"/>
                    </a:lnTo>
                    <a:lnTo>
                      <a:pt x="1055" y="1610"/>
                    </a:lnTo>
                    <a:lnTo>
                      <a:pt x="991" y="1597"/>
                    </a:lnTo>
                    <a:lnTo>
                      <a:pt x="923" y="1581"/>
                    </a:lnTo>
                    <a:lnTo>
                      <a:pt x="856" y="1563"/>
                    </a:lnTo>
                    <a:lnTo>
                      <a:pt x="790" y="1543"/>
                    </a:lnTo>
                    <a:lnTo>
                      <a:pt x="722" y="1523"/>
                    </a:lnTo>
                    <a:lnTo>
                      <a:pt x="656" y="1501"/>
                    </a:lnTo>
                    <a:lnTo>
                      <a:pt x="591" y="1478"/>
                    </a:lnTo>
                    <a:lnTo>
                      <a:pt x="526" y="1455"/>
                    </a:lnTo>
                    <a:lnTo>
                      <a:pt x="466" y="1432"/>
                    </a:lnTo>
                    <a:lnTo>
                      <a:pt x="405" y="1409"/>
                    </a:lnTo>
                    <a:lnTo>
                      <a:pt x="348" y="1388"/>
                    </a:lnTo>
                    <a:lnTo>
                      <a:pt x="294" y="1365"/>
                    </a:lnTo>
                    <a:lnTo>
                      <a:pt x="245" y="1343"/>
                    </a:lnTo>
                    <a:lnTo>
                      <a:pt x="197" y="1324"/>
                    </a:lnTo>
                    <a:lnTo>
                      <a:pt x="154" y="1306"/>
                    </a:lnTo>
                    <a:lnTo>
                      <a:pt x="115" y="1288"/>
                    </a:lnTo>
                    <a:lnTo>
                      <a:pt x="83" y="1273"/>
                    </a:lnTo>
                    <a:lnTo>
                      <a:pt x="54" y="1260"/>
                    </a:lnTo>
                    <a:lnTo>
                      <a:pt x="31" y="1249"/>
                    </a:lnTo>
                    <a:lnTo>
                      <a:pt x="15" y="1241"/>
                    </a:lnTo>
                    <a:lnTo>
                      <a:pt x="4" y="1237"/>
                    </a:lnTo>
                    <a:lnTo>
                      <a:pt x="0" y="1235"/>
                    </a:lnTo>
                    <a:lnTo>
                      <a:pt x="3" y="1231"/>
                    </a:lnTo>
                    <a:lnTo>
                      <a:pt x="8" y="1222"/>
                    </a:lnTo>
                    <a:lnTo>
                      <a:pt x="17" y="1206"/>
                    </a:lnTo>
                    <a:lnTo>
                      <a:pt x="29" y="1183"/>
                    </a:lnTo>
                    <a:lnTo>
                      <a:pt x="45" y="1156"/>
                    </a:lnTo>
                    <a:lnTo>
                      <a:pt x="62" y="1124"/>
                    </a:lnTo>
                    <a:lnTo>
                      <a:pt x="84" y="1088"/>
                    </a:lnTo>
                    <a:lnTo>
                      <a:pt x="107" y="1048"/>
                    </a:lnTo>
                    <a:lnTo>
                      <a:pt x="134" y="1003"/>
                    </a:lnTo>
                    <a:lnTo>
                      <a:pt x="162" y="956"/>
                    </a:lnTo>
                    <a:lnTo>
                      <a:pt x="192" y="906"/>
                    </a:lnTo>
                    <a:lnTo>
                      <a:pt x="226" y="855"/>
                    </a:lnTo>
                    <a:lnTo>
                      <a:pt x="261" y="801"/>
                    </a:lnTo>
                    <a:lnTo>
                      <a:pt x="297" y="747"/>
                    </a:lnTo>
                    <a:lnTo>
                      <a:pt x="335" y="691"/>
                    </a:lnTo>
                    <a:lnTo>
                      <a:pt x="374" y="634"/>
                    </a:lnTo>
                    <a:lnTo>
                      <a:pt x="415" y="579"/>
                    </a:lnTo>
                    <a:lnTo>
                      <a:pt x="458" y="522"/>
                    </a:lnTo>
                    <a:lnTo>
                      <a:pt x="500" y="467"/>
                    </a:lnTo>
                    <a:lnTo>
                      <a:pt x="544" y="413"/>
                    </a:lnTo>
                    <a:lnTo>
                      <a:pt x="589" y="362"/>
                    </a:lnTo>
                    <a:lnTo>
                      <a:pt x="633" y="310"/>
                    </a:lnTo>
                    <a:lnTo>
                      <a:pt x="679" y="263"/>
                    </a:lnTo>
                    <a:lnTo>
                      <a:pt x="725" y="219"/>
                    </a:lnTo>
                    <a:lnTo>
                      <a:pt x="771" y="178"/>
                    </a:lnTo>
                    <a:lnTo>
                      <a:pt x="817" y="142"/>
                    </a:lnTo>
                    <a:lnTo>
                      <a:pt x="861" y="108"/>
                    </a:lnTo>
                    <a:lnTo>
                      <a:pt x="907" y="81"/>
                    </a:lnTo>
                    <a:lnTo>
                      <a:pt x="951" y="58"/>
                    </a:lnTo>
                    <a:lnTo>
                      <a:pt x="995" y="41"/>
                    </a:lnTo>
                    <a:lnTo>
                      <a:pt x="1067" y="20"/>
                    </a:lnTo>
                    <a:lnTo>
                      <a:pt x="1140" y="7"/>
                    </a:lnTo>
                    <a:lnTo>
                      <a:pt x="1213" y="0"/>
                    </a:lnTo>
                    <a:lnTo>
                      <a:pt x="1286" y="0"/>
                    </a:lnTo>
                    <a:close/>
                  </a:path>
                </a:pathLst>
              </a:custGeom>
              <a:solidFill>
                <a:schemeClr val="accent3"/>
              </a:solidFill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35" name="Freeform 49"/>
              <p:cNvSpPr>
                <a:spLocks noEditPoints="1"/>
              </p:cNvSpPr>
              <p:nvPr/>
            </p:nvSpPr>
            <p:spPr bwMode="auto">
              <a:xfrm>
                <a:off x="7130965" y="3464081"/>
                <a:ext cx="615949" cy="615949"/>
              </a:xfrm>
              <a:custGeom>
                <a:avLst/>
                <a:gdLst>
                  <a:gd name="T0" fmla="*/ 2959 w 3962"/>
                  <a:gd name="T1" fmla="*/ 2546 h 3963"/>
                  <a:gd name="T2" fmla="*/ 3397 w 3962"/>
                  <a:gd name="T3" fmla="*/ 2984 h 3963"/>
                  <a:gd name="T4" fmla="*/ 3464 w 3962"/>
                  <a:gd name="T5" fmla="*/ 3124 h 3963"/>
                  <a:gd name="T6" fmla="*/ 3343 w 3962"/>
                  <a:gd name="T7" fmla="*/ 3219 h 3963"/>
                  <a:gd name="T8" fmla="*/ 2736 w 3962"/>
                  <a:gd name="T9" fmla="*/ 3150 h 3963"/>
                  <a:gd name="T10" fmla="*/ 2752 w 3962"/>
                  <a:gd name="T11" fmla="*/ 2523 h 3963"/>
                  <a:gd name="T12" fmla="*/ 2896 w 3962"/>
                  <a:gd name="T13" fmla="*/ 2232 h 3963"/>
                  <a:gd name="T14" fmla="*/ 2500 w 3962"/>
                  <a:gd name="T15" fmla="*/ 2399 h 3963"/>
                  <a:gd name="T16" fmla="*/ 2262 w 3962"/>
                  <a:gd name="T17" fmla="*/ 2752 h 3963"/>
                  <a:gd name="T18" fmla="*/ 2262 w 3962"/>
                  <a:gd name="T19" fmla="*/ 3193 h 3963"/>
                  <a:gd name="T20" fmla="*/ 2500 w 3962"/>
                  <a:gd name="T21" fmla="*/ 3544 h 3963"/>
                  <a:gd name="T22" fmla="*/ 2896 w 3962"/>
                  <a:gd name="T23" fmla="*/ 3711 h 3963"/>
                  <a:gd name="T24" fmla="*/ 3325 w 3962"/>
                  <a:gd name="T25" fmla="*/ 3625 h 3963"/>
                  <a:gd name="T26" fmla="*/ 3625 w 3962"/>
                  <a:gd name="T27" fmla="*/ 3325 h 3963"/>
                  <a:gd name="T28" fmla="*/ 3711 w 3962"/>
                  <a:gd name="T29" fmla="*/ 2896 h 3963"/>
                  <a:gd name="T30" fmla="*/ 3544 w 3962"/>
                  <a:gd name="T31" fmla="*/ 2500 h 3963"/>
                  <a:gd name="T32" fmla="*/ 3193 w 3962"/>
                  <a:gd name="T33" fmla="*/ 2262 h 3963"/>
                  <a:gd name="T34" fmla="*/ 1734 w 3962"/>
                  <a:gd name="T35" fmla="*/ 2724 h 3963"/>
                  <a:gd name="T36" fmla="*/ 495 w 3962"/>
                  <a:gd name="T37" fmla="*/ 2724 h 3963"/>
                  <a:gd name="T38" fmla="*/ 3300 w 3962"/>
                  <a:gd name="T39" fmla="*/ 2037 h 3963"/>
                  <a:gd name="T40" fmla="*/ 3700 w 3962"/>
                  <a:gd name="T41" fmla="*/ 2300 h 3963"/>
                  <a:gd name="T42" fmla="*/ 3930 w 3962"/>
                  <a:gd name="T43" fmla="*/ 2722 h 3963"/>
                  <a:gd name="T44" fmla="*/ 3930 w 3962"/>
                  <a:gd name="T45" fmla="*/ 3222 h 3963"/>
                  <a:gd name="T46" fmla="*/ 3700 w 3962"/>
                  <a:gd name="T47" fmla="*/ 3643 h 3963"/>
                  <a:gd name="T48" fmla="*/ 3300 w 3962"/>
                  <a:gd name="T49" fmla="*/ 3907 h 3963"/>
                  <a:gd name="T50" fmla="*/ 2802 w 3962"/>
                  <a:gd name="T51" fmla="*/ 3948 h 3963"/>
                  <a:gd name="T52" fmla="*/ 2361 w 3962"/>
                  <a:gd name="T53" fmla="*/ 3752 h 3963"/>
                  <a:gd name="T54" fmla="*/ 2067 w 3962"/>
                  <a:gd name="T55" fmla="*/ 3376 h 3963"/>
                  <a:gd name="T56" fmla="*/ 1984 w 3962"/>
                  <a:gd name="T57" fmla="*/ 2887 h 3963"/>
                  <a:gd name="T58" fmla="*/ 2144 w 3962"/>
                  <a:gd name="T59" fmla="*/ 2426 h 3963"/>
                  <a:gd name="T60" fmla="*/ 2495 w 3962"/>
                  <a:gd name="T61" fmla="*/ 2103 h 3963"/>
                  <a:gd name="T62" fmla="*/ 2972 w 3962"/>
                  <a:gd name="T63" fmla="*/ 1982 h 3963"/>
                  <a:gd name="T64" fmla="*/ 1238 w 3962"/>
                  <a:gd name="T65" fmla="*/ 1486 h 3963"/>
                  <a:gd name="T66" fmla="*/ 990 w 3962"/>
                  <a:gd name="T67" fmla="*/ 1486 h 3963"/>
                  <a:gd name="T68" fmla="*/ 371 w 3962"/>
                  <a:gd name="T69" fmla="*/ 619 h 3963"/>
                  <a:gd name="T70" fmla="*/ 473 w 3962"/>
                  <a:gd name="T71" fmla="*/ 819 h 3963"/>
                  <a:gd name="T72" fmla="*/ 697 w 3962"/>
                  <a:gd name="T73" fmla="*/ 854 h 3963"/>
                  <a:gd name="T74" fmla="*/ 854 w 3962"/>
                  <a:gd name="T75" fmla="*/ 697 h 3963"/>
                  <a:gd name="T76" fmla="*/ 2355 w 3962"/>
                  <a:gd name="T77" fmla="*/ 659 h 3963"/>
                  <a:gd name="T78" fmla="*/ 2487 w 3962"/>
                  <a:gd name="T79" fmla="*/ 839 h 3963"/>
                  <a:gd name="T80" fmla="*/ 2714 w 3962"/>
                  <a:gd name="T81" fmla="*/ 839 h 3963"/>
                  <a:gd name="T82" fmla="*/ 2844 w 3962"/>
                  <a:gd name="T83" fmla="*/ 659 h 3963"/>
                  <a:gd name="T84" fmla="*/ 3074 w 3962"/>
                  <a:gd name="T85" fmla="*/ 526 h 3963"/>
                  <a:gd name="T86" fmla="*/ 3215 w 3962"/>
                  <a:gd name="T87" fmla="*/ 724 h 3963"/>
                  <a:gd name="T88" fmla="*/ 248 w 3962"/>
                  <a:gd name="T89" fmla="*/ 2947 h 3963"/>
                  <a:gd name="T90" fmla="*/ 268 w 3962"/>
                  <a:gd name="T91" fmla="*/ 3219 h 3963"/>
                  <a:gd name="T92" fmla="*/ 52 w 3962"/>
                  <a:gd name="T93" fmla="*/ 3108 h 3963"/>
                  <a:gd name="T94" fmla="*/ 3 w 3962"/>
                  <a:gd name="T95" fmla="*/ 724 h 3963"/>
                  <a:gd name="T96" fmla="*/ 144 w 3962"/>
                  <a:gd name="T97" fmla="*/ 526 h 3963"/>
                  <a:gd name="T98" fmla="*/ 2654 w 3962"/>
                  <a:gd name="T99" fmla="*/ 13 h 3963"/>
                  <a:gd name="T100" fmla="*/ 2724 w 3962"/>
                  <a:gd name="T101" fmla="*/ 619 h 3963"/>
                  <a:gd name="T102" fmla="*/ 2629 w 3962"/>
                  <a:gd name="T103" fmla="*/ 739 h 3963"/>
                  <a:gd name="T104" fmla="*/ 2489 w 3962"/>
                  <a:gd name="T105" fmla="*/ 673 h 3963"/>
                  <a:gd name="T106" fmla="*/ 2503 w 3962"/>
                  <a:gd name="T107" fmla="*/ 47 h 3963"/>
                  <a:gd name="T108" fmla="*/ 647 w 3962"/>
                  <a:gd name="T109" fmla="*/ 3 h 3963"/>
                  <a:gd name="T110" fmla="*/ 743 w 3962"/>
                  <a:gd name="T111" fmla="*/ 124 h 3963"/>
                  <a:gd name="T112" fmla="*/ 673 w 3962"/>
                  <a:gd name="T113" fmla="*/ 730 h 3963"/>
                  <a:gd name="T114" fmla="*/ 523 w 3962"/>
                  <a:gd name="T115" fmla="*/ 696 h 3963"/>
                  <a:gd name="T116" fmla="*/ 508 w 3962"/>
                  <a:gd name="T117" fmla="*/ 69 h 396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</a:cxnLst>
                <a:rect l="0" t="0" r="r" b="b"/>
                <a:pathLst>
                  <a:path w="3962" h="3963">
                    <a:moveTo>
                      <a:pt x="2848" y="2477"/>
                    </a:moveTo>
                    <a:lnTo>
                      <a:pt x="2876" y="2479"/>
                    </a:lnTo>
                    <a:lnTo>
                      <a:pt x="2902" y="2489"/>
                    </a:lnTo>
                    <a:lnTo>
                      <a:pt x="2925" y="2503"/>
                    </a:lnTo>
                    <a:lnTo>
                      <a:pt x="2944" y="2523"/>
                    </a:lnTo>
                    <a:lnTo>
                      <a:pt x="2959" y="2546"/>
                    </a:lnTo>
                    <a:lnTo>
                      <a:pt x="2968" y="2572"/>
                    </a:lnTo>
                    <a:lnTo>
                      <a:pt x="2972" y="2600"/>
                    </a:lnTo>
                    <a:lnTo>
                      <a:pt x="2972" y="2972"/>
                    </a:lnTo>
                    <a:lnTo>
                      <a:pt x="3343" y="2972"/>
                    </a:lnTo>
                    <a:lnTo>
                      <a:pt x="3371" y="2975"/>
                    </a:lnTo>
                    <a:lnTo>
                      <a:pt x="3397" y="2984"/>
                    </a:lnTo>
                    <a:lnTo>
                      <a:pt x="3420" y="2999"/>
                    </a:lnTo>
                    <a:lnTo>
                      <a:pt x="3440" y="3018"/>
                    </a:lnTo>
                    <a:lnTo>
                      <a:pt x="3454" y="3041"/>
                    </a:lnTo>
                    <a:lnTo>
                      <a:pt x="3464" y="3067"/>
                    </a:lnTo>
                    <a:lnTo>
                      <a:pt x="3467" y="3096"/>
                    </a:lnTo>
                    <a:lnTo>
                      <a:pt x="3464" y="3124"/>
                    </a:lnTo>
                    <a:lnTo>
                      <a:pt x="3454" y="3150"/>
                    </a:lnTo>
                    <a:lnTo>
                      <a:pt x="3440" y="3173"/>
                    </a:lnTo>
                    <a:lnTo>
                      <a:pt x="3420" y="3193"/>
                    </a:lnTo>
                    <a:lnTo>
                      <a:pt x="3397" y="3207"/>
                    </a:lnTo>
                    <a:lnTo>
                      <a:pt x="3371" y="3217"/>
                    </a:lnTo>
                    <a:lnTo>
                      <a:pt x="3343" y="3219"/>
                    </a:lnTo>
                    <a:lnTo>
                      <a:pt x="2848" y="3219"/>
                    </a:lnTo>
                    <a:lnTo>
                      <a:pt x="2819" y="3217"/>
                    </a:lnTo>
                    <a:lnTo>
                      <a:pt x="2794" y="3207"/>
                    </a:lnTo>
                    <a:lnTo>
                      <a:pt x="2771" y="3193"/>
                    </a:lnTo>
                    <a:lnTo>
                      <a:pt x="2752" y="3173"/>
                    </a:lnTo>
                    <a:lnTo>
                      <a:pt x="2736" y="3150"/>
                    </a:lnTo>
                    <a:lnTo>
                      <a:pt x="2727" y="3124"/>
                    </a:lnTo>
                    <a:lnTo>
                      <a:pt x="2724" y="3096"/>
                    </a:lnTo>
                    <a:lnTo>
                      <a:pt x="2724" y="2600"/>
                    </a:lnTo>
                    <a:lnTo>
                      <a:pt x="2727" y="2572"/>
                    </a:lnTo>
                    <a:lnTo>
                      <a:pt x="2736" y="2546"/>
                    </a:lnTo>
                    <a:lnTo>
                      <a:pt x="2752" y="2523"/>
                    </a:lnTo>
                    <a:lnTo>
                      <a:pt x="2771" y="2503"/>
                    </a:lnTo>
                    <a:lnTo>
                      <a:pt x="2794" y="2489"/>
                    </a:lnTo>
                    <a:lnTo>
                      <a:pt x="2819" y="2479"/>
                    </a:lnTo>
                    <a:lnTo>
                      <a:pt x="2848" y="2477"/>
                    </a:lnTo>
                    <a:close/>
                    <a:moveTo>
                      <a:pt x="2972" y="2229"/>
                    </a:moveTo>
                    <a:lnTo>
                      <a:pt x="2896" y="2232"/>
                    </a:lnTo>
                    <a:lnTo>
                      <a:pt x="2821" y="2244"/>
                    </a:lnTo>
                    <a:lnTo>
                      <a:pt x="2750" y="2262"/>
                    </a:lnTo>
                    <a:lnTo>
                      <a:pt x="2683" y="2288"/>
                    </a:lnTo>
                    <a:lnTo>
                      <a:pt x="2618" y="2319"/>
                    </a:lnTo>
                    <a:lnTo>
                      <a:pt x="2556" y="2356"/>
                    </a:lnTo>
                    <a:lnTo>
                      <a:pt x="2500" y="2399"/>
                    </a:lnTo>
                    <a:lnTo>
                      <a:pt x="2447" y="2447"/>
                    </a:lnTo>
                    <a:lnTo>
                      <a:pt x="2399" y="2500"/>
                    </a:lnTo>
                    <a:lnTo>
                      <a:pt x="2355" y="2556"/>
                    </a:lnTo>
                    <a:lnTo>
                      <a:pt x="2318" y="2618"/>
                    </a:lnTo>
                    <a:lnTo>
                      <a:pt x="2287" y="2683"/>
                    </a:lnTo>
                    <a:lnTo>
                      <a:pt x="2262" y="2752"/>
                    </a:lnTo>
                    <a:lnTo>
                      <a:pt x="2243" y="2823"/>
                    </a:lnTo>
                    <a:lnTo>
                      <a:pt x="2232" y="2896"/>
                    </a:lnTo>
                    <a:lnTo>
                      <a:pt x="2229" y="2972"/>
                    </a:lnTo>
                    <a:lnTo>
                      <a:pt x="2232" y="3048"/>
                    </a:lnTo>
                    <a:lnTo>
                      <a:pt x="2243" y="3122"/>
                    </a:lnTo>
                    <a:lnTo>
                      <a:pt x="2262" y="3193"/>
                    </a:lnTo>
                    <a:lnTo>
                      <a:pt x="2287" y="3261"/>
                    </a:lnTo>
                    <a:lnTo>
                      <a:pt x="2318" y="3325"/>
                    </a:lnTo>
                    <a:lnTo>
                      <a:pt x="2355" y="3387"/>
                    </a:lnTo>
                    <a:lnTo>
                      <a:pt x="2399" y="3444"/>
                    </a:lnTo>
                    <a:lnTo>
                      <a:pt x="2447" y="3497"/>
                    </a:lnTo>
                    <a:lnTo>
                      <a:pt x="2500" y="3544"/>
                    </a:lnTo>
                    <a:lnTo>
                      <a:pt x="2556" y="3588"/>
                    </a:lnTo>
                    <a:lnTo>
                      <a:pt x="2618" y="3625"/>
                    </a:lnTo>
                    <a:lnTo>
                      <a:pt x="2683" y="3657"/>
                    </a:lnTo>
                    <a:lnTo>
                      <a:pt x="2750" y="3682"/>
                    </a:lnTo>
                    <a:lnTo>
                      <a:pt x="2821" y="3700"/>
                    </a:lnTo>
                    <a:lnTo>
                      <a:pt x="2896" y="3711"/>
                    </a:lnTo>
                    <a:lnTo>
                      <a:pt x="2972" y="3714"/>
                    </a:lnTo>
                    <a:lnTo>
                      <a:pt x="3048" y="3711"/>
                    </a:lnTo>
                    <a:lnTo>
                      <a:pt x="3121" y="3700"/>
                    </a:lnTo>
                    <a:lnTo>
                      <a:pt x="3193" y="3682"/>
                    </a:lnTo>
                    <a:lnTo>
                      <a:pt x="3260" y="3657"/>
                    </a:lnTo>
                    <a:lnTo>
                      <a:pt x="3325" y="3625"/>
                    </a:lnTo>
                    <a:lnTo>
                      <a:pt x="3386" y="3588"/>
                    </a:lnTo>
                    <a:lnTo>
                      <a:pt x="3444" y="3544"/>
                    </a:lnTo>
                    <a:lnTo>
                      <a:pt x="3496" y="3497"/>
                    </a:lnTo>
                    <a:lnTo>
                      <a:pt x="3544" y="3444"/>
                    </a:lnTo>
                    <a:lnTo>
                      <a:pt x="3588" y="3387"/>
                    </a:lnTo>
                    <a:lnTo>
                      <a:pt x="3625" y="3325"/>
                    </a:lnTo>
                    <a:lnTo>
                      <a:pt x="3656" y="3261"/>
                    </a:lnTo>
                    <a:lnTo>
                      <a:pt x="3680" y="3193"/>
                    </a:lnTo>
                    <a:lnTo>
                      <a:pt x="3700" y="3122"/>
                    </a:lnTo>
                    <a:lnTo>
                      <a:pt x="3711" y="3048"/>
                    </a:lnTo>
                    <a:lnTo>
                      <a:pt x="3714" y="2972"/>
                    </a:lnTo>
                    <a:lnTo>
                      <a:pt x="3711" y="2896"/>
                    </a:lnTo>
                    <a:lnTo>
                      <a:pt x="3700" y="2823"/>
                    </a:lnTo>
                    <a:lnTo>
                      <a:pt x="3680" y="2752"/>
                    </a:lnTo>
                    <a:lnTo>
                      <a:pt x="3656" y="2683"/>
                    </a:lnTo>
                    <a:lnTo>
                      <a:pt x="3625" y="2618"/>
                    </a:lnTo>
                    <a:lnTo>
                      <a:pt x="3588" y="2556"/>
                    </a:lnTo>
                    <a:lnTo>
                      <a:pt x="3544" y="2500"/>
                    </a:lnTo>
                    <a:lnTo>
                      <a:pt x="3496" y="2447"/>
                    </a:lnTo>
                    <a:lnTo>
                      <a:pt x="3444" y="2399"/>
                    </a:lnTo>
                    <a:lnTo>
                      <a:pt x="3386" y="2356"/>
                    </a:lnTo>
                    <a:lnTo>
                      <a:pt x="3325" y="2319"/>
                    </a:lnTo>
                    <a:lnTo>
                      <a:pt x="3260" y="2288"/>
                    </a:lnTo>
                    <a:lnTo>
                      <a:pt x="3193" y="2262"/>
                    </a:lnTo>
                    <a:lnTo>
                      <a:pt x="3121" y="2244"/>
                    </a:lnTo>
                    <a:lnTo>
                      <a:pt x="3048" y="2232"/>
                    </a:lnTo>
                    <a:lnTo>
                      <a:pt x="2972" y="2229"/>
                    </a:lnTo>
                    <a:close/>
                    <a:moveTo>
                      <a:pt x="1238" y="2229"/>
                    </a:moveTo>
                    <a:lnTo>
                      <a:pt x="1734" y="2229"/>
                    </a:lnTo>
                    <a:lnTo>
                      <a:pt x="1734" y="2724"/>
                    </a:lnTo>
                    <a:lnTo>
                      <a:pt x="1238" y="2724"/>
                    </a:lnTo>
                    <a:lnTo>
                      <a:pt x="1238" y="2229"/>
                    </a:lnTo>
                    <a:close/>
                    <a:moveTo>
                      <a:pt x="495" y="2229"/>
                    </a:moveTo>
                    <a:lnTo>
                      <a:pt x="990" y="2229"/>
                    </a:lnTo>
                    <a:lnTo>
                      <a:pt x="990" y="2724"/>
                    </a:lnTo>
                    <a:lnTo>
                      <a:pt x="495" y="2724"/>
                    </a:lnTo>
                    <a:lnTo>
                      <a:pt x="495" y="2229"/>
                    </a:lnTo>
                    <a:close/>
                    <a:moveTo>
                      <a:pt x="2972" y="1982"/>
                    </a:moveTo>
                    <a:lnTo>
                      <a:pt x="3058" y="1985"/>
                    </a:lnTo>
                    <a:lnTo>
                      <a:pt x="3141" y="1996"/>
                    </a:lnTo>
                    <a:lnTo>
                      <a:pt x="3221" y="2013"/>
                    </a:lnTo>
                    <a:lnTo>
                      <a:pt x="3300" y="2037"/>
                    </a:lnTo>
                    <a:lnTo>
                      <a:pt x="3376" y="2067"/>
                    </a:lnTo>
                    <a:lnTo>
                      <a:pt x="3448" y="2103"/>
                    </a:lnTo>
                    <a:lnTo>
                      <a:pt x="3517" y="2144"/>
                    </a:lnTo>
                    <a:lnTo>
                      <a:pt x="3582" y="2191"/>
                    </a:lnTo>
                    <a:lnTo>
                      <a:pt x="3643" y="2243"/>
                    </a:lnTo>
                    <a:lnTo>
                      <a:pt x="3700" y="2300"/>
                    </a:lnTo>
                    <a:lnTo>
                      <a:pt x="3752" y="2361"/>
                    </a:lnTo>
                    <a:lnTo>
                      <a:pt x="3799" y="2426"/>
                    </a:lnTo>
                    <a:lnTo>
                      <a:pt x="3841" y="2495"/>
                    </a:lnTo>
                    <a:lnTo>
                      <a:pt x="3876" y="2567"/>
                    </a:lnTo>
                    <a:lnTo>
                      <a:pt x="3906" y="2643"/>
                    </a:lnTo>
                    <a:lnTo>
                      <a:pt x="3930" y="2722"/>
                    </a:lnTo>
                    <a:lnTo>
                      <a:pt x="3948" y="2803"/>
                    </a:lnTo>
                    <a:lnTo>
                      <a:pt x="3959" y="2887"/>
                    </a:lnTo>
                    <a:lnTo>
                      <a:pt x="3962" y="2972"/>
                    </a:lnTo>
                    <a:lnTo>
                      <a:pt x="3959" y="3058"/>
                    </a:lnTo>
                    <a:lnTo>
                      <a:pt x="3948" y="3141"/>
                    </a:lnTo>
                    <a:lnTo>
                      <a:pt x="3930" y="3222"/>
                    </a:lnTo>
                    <a:lnTo>
                      <a:pt x="3906" y="3300"/>
                    </a:lnTo>
                    <a:lnTo>
                      <a:pt x="3876" y="3376"/>
                    </a:lnTo>
                    <a:lnTo>
                      <a:pt x="3841" y="3448"/>
                    </a:lnTo>
                    <a:lnTo>
                      <a:pt x="3799" y="3518"/>
                    </a:lnTo>
                    <a:lnTo>
                      <a:pt x="3752" y="3583"/>
                    </a:lnTo>
                    <a:lnTo>
                      <a:pt x="3700" y="3643"/>
                    </a:lnTo>
                    <a:lnTo>
                      <a:pt x="3643" y="3700"/>
                    </a:lnTo>
                    <a:lnTo>
                      <a:pt x="3582" y="3752"/>
                    </a:lnTo>
                    <a:lnTo>
                      <a:pt x="3517" y="3799"/>
                    </a:lnTo>
                    <a:lnTo>
                      <a:pt x="3448" y="3841"/>
                    </a:lnTo>
                    <a:lnTo>
                      <a:pt x="3376" y="3877"/>
                    </a:lnTo>
                    <a:lnTo>
                      <a:pt x="3300" y="3907"/>
                    </a:lnTo>
                    <a:lnTo>
                      <a:pt x="3221" y="3931"/>
                    </a:lnTo>
                    <a:lnTo>
                      <a:pt x="3141" y="3948"/>
                    </a:lnTo>
                    <a:lnTo>
                      <a:pt x="3058" y="3959"/>
                    </a:lnTo>
                    <a:lnTo>
                      <a:pt x="2972" y="3963"/>
                    </a:lnTo>
                    <a:lnTo>
                      <a:pt x="2886" y="3959"/>
                    </a:lnTo>
                    <a:lnTo>
                      <a:pt x="2802" y="3948"/>
                    </a:lnTo>
                    <a:lnTo>
                      <a:pt x="2721" y="3931"/>
                    </a:lnTo>
                    <a:lnTo>
                      <a:pt x="2643" y="3907"/>
                    </a:lnTo>
                    <a:lnTo>
                      <a:pt x="2567" y="3877"/>
                    </a:lnTo>
                    <a:lnTo>
                      <a:pt x="2495" y="3841"/>
                    </a:lnTo>
                    <a:lnTo>
                      <a:pt x="2426" y="3799"/>
                    </a:lnTo>
                    <a:lnTo>
                      <a:pt x="2361" y="3752"/>
                    </a:lnTo>
                    <a:lnTo>
                      <a:pt x="2300" y="3700"/>
                    </a:lnTo>
                    <a:lnTo>
                      <a:pt x="2243" y="3643"/>
                    </a:lnTo>
                    <a:lnTo>
                      <a:pt x="2191" y="3583"/>
                    </a:lnTo>
                    <a:lnTo>
                      <a:pt x="2144" y="3518"/>
                    </a:lnTo>
                    <a:lnTo>
                      <a:pt x="2103" y="3448"/>
                    </a:lnTo>
                    <a:lnTo>
                      <a:pt x="2067" y="3376"/>
                    </a:lnTo>
                    <a:lnTo>
                      <a:pt x="2037" y="3300"/>
                    </a:lnTo>
                    <a:lnTo>
                      <a:pt x="2013" y="3222"/>
                    </a:lnTo>
                    <a:lnTo>
                      <a:pt x="1995" y="3141"/>
                    </a:lnTo>
                    <a:lnTo>
                      <a:pt x="1984" y="3058"/>
                    </a:lnTo>
                    <a:lnTo>
                      <a:pt x="1980" y="2972"/>
                    </a:lnTo>
                    <a:lnTo>
                      <a:pt x="1984" y="2887"/>
                    </a:lnTo>
                    <a:lnTo>
                      <a:pt x="1995" y="2803"/>
                    </a:lnTo>
                    <a:lnTo>
                      <a:pt x="2013" y="2722"/>
                    </a:lnTo>
                    <a:lnTo>
                      <a:pt x="2037" y="2643"/>
                    </a:lnTo>
                    <a:lnTo>
                      <a:pt x="2067" y="2567"/>
                    </a:lnTo>
                    <a:lnTo>
                      <a:pt x="2103" y="2495"/>
                    </a:lnTo>
                    <a:lnTo>
                      <a:pt x="2144" y="2426"/>
                    </a:lnTo>
                    <a:lnTo>
                      <a:pt x="2191" y="2361"/>
                    </a:lnTo>
                    <a:lnTo>
                      <a:pt x="2243" y="2300"/>
                    </a:lnTo>
                    <a:lnTo>
                      <a:pt x="2300" y="2243"/>
                    </a:lnTo>
                    <a:lnTo>
                      <a:pt x="2361" y="2191"/>
                    </a:lnTo>
                    <a:lnTo>
                      <a:pt x="2426" y="2144"/>
                    </a:lnTo>
                    <a:lnTo>
                      <a:pt x="2495" y="2103"/>
                    </a:lnTo>
                    <a:lnTo>
                      <a:pt x="2567" y="2067"/>
                    </a:lnTo>
                    <a:lnTo>
                      <a:pt x="2643" y="2037"/>
                    </a:lnTo>
                    <a:lnTo>
                      <a:pt x="2721" y="2013"/>
                    </a:lnTo>
                    <a:lnTo>
                      <a:pt x="2802" y="1996"/>
                    </a:lnTo>
                    <a:lnTo>
                      <a:pt x="2886" y="1985"/>
                    </a:lnTo>
                    <a:lnTo>
                      <a:pt x="2972" y="1982"/>
                    </a:lnTo>
                    <a:close/>
                    <a:moveTo>
                      <a:pt x="1980" y="1486"/>
                    </a:moveTo>
                    <a:lnTo>
                      <a:pt x="2476" y="1486"/>
                    </a:lnTo>
                    <a:lnTo>
                      <a:pt x="2476" y="1982"/>
                    </a:lnTo>
                    <a:lnTo>
                      <a:pt x="1980" y="1982"/>
                    </a:lnTo>
                    <a:lnTo>
                      <a:pt x="1980" y="1486"/>
                    </a:lnTo>
                    <a:close/>
                    <a:moveTo>
                      <a:pt x="1238" y="1486"/>
                    </a:moveTo>
                    <a:lnTo>
                      <a:pt x="1734" y="1486"/>
                    </a:lnTo>
                    <a:lnTo>
                      <a:pt x="1734" y="1982"/>
                    </a:lnTo>
                    <a:lnTo>
                      <a:pt x="1238" y="1982"/>
                    </a:lnTo>
                    <a:lnTo>
                      <a:pt x="1238" y="1486"/>
                    </a:lnTo>
                    <a:close/>
                    <a:moveTo>
                      <a:pt x="495" y="1486"/>
                    </a:moveTo>
                    <a:lnTo>
                      <a:pt x="990" y="1486"/>
                    </a:lnTo>
                    <a:lnTo>
                      <a:pt x="990" y="1982"/>
                    </a:lnTo>
                    <a:lnTo>
                      <a:pt x="495" y="1982"/>
                    </a:lnTo>
                    <a:lnTo>
                      <a:pt x="495" y="1486"/>
                    </a:lnTo>
                    <a:close/>
                    <a:moveTo>
                      <a:pt x="268" y="495"/>
                    </a:moveTo>
                    <a:lnTo>
                      <a:pt x="371" y="495"/>
                    </a:lnTo>
                    <a:lnTo>
                      <a:pt x="371" y="619"/>
                    </a:lnTo>
                    <a:lnTo>
                      <a:pt x="374" y="659"/>
                    </a:lnTo>
                    <a:lnTo>
                      <a:pt x="384" y="697"/>
                    </a:lnTo>
                    <a:lnTo>
                      <a:pt x="399" y="732"/>
                    </a:lnTo>
                    <a:lnTo>
                      <a:pt x="419" y="765"/>
                    </a:lnTo>
                    <a:lnTo>
                      <a:pt x="444" y="794"/>
                    </a:lnTo>
                    <a:lnTo>
                      <a:pt x="473" y="819"/>
                    </a:lnTo>
                    <a:lnTo>
                      <a:pt x="505" y="839"/>
                    </a:lnTo>
                    <a:lnTo>
                      <a:pt x="541" y="854"/>
                    </a:lnTo>
                    <a:lnTo>
                      <a:pt x="579" y="864"/>
                    </a:lnTo>
                    <a:lnTo>
                      <a:pt x="619" y="867"/>
                    </a:lnTo>
                    <a:lnTo>
                      <a:pt x="659" y="864"/>
                    </a:lnTo>
                    <a:lnTo>
                      <a:pt x="697" y="854"/>
                    </a:lnTo>
                    <a:lnTo>
                      <a:pt x="732" y="839"/>
                    </a:lnTo>
                    <a:lnTo>
                      <a:pt x="765" y="819"/>
                    </a:lnTo>
                    <a:lnTo>
                      <a:pt x="794" y="794"/>
                    </a:lnTo>
                    <a:lnTo>
                      <a:pt x="819" y="765"/>
                    </a:lnTo>
                    <a:lnTo>
                      <a:pt x="838" y="732"/>
                    </a:lnTo>
                    <a:lnTo>
                      <a:pt x="854" y="697"/>
                    </a:lnTo>
                    <a:lnTo>
                      <a:pt x="864" y="659"/>
                    </a:lnTo>
                    <a:lnTo>
                      <a:pt x="866" y="619"/>
                    </a:lnTo>
                    <a:lnTo>
                      <a:pt x="866" y="495"/>
                    </a:lnTo>
                    <a:lnTo>
                      <a:pt x="2353" y="495"/>
                    </a:lnTo>
                    <a:lnTo>
                      <a:pt x="2353" y="619"/>
                    </a:lnTo>
                    <a:lnTo>
                      <a:pt x="2355" y="659"/>
                    </a:lnTo>
                    <a:lnTo>
                      <a:pt x="2365" y="697"/>
                    </a:lnTo>
                    <a:lnTo>
                      <a:pt x="2380" y="732"/>
                    </a:lnTo>
                    <a:lnTo>
                      <a:pt x="2400" y="765"/>
                    </a:lnTo>
                    <a:lnTo>
                      <a:pt x="2425" y="794"/>
                    </a:lnTo>
                    <a:lnTo>
                      <a:pt x="2454" y="819"/>
                    </a:lnTo>
                    <a:lnTo>
                      <a:pt x="2487" y="839"/>
                    </a:lnTo>
                    <a:lnTo>
                      <a:pt x="2521" y="854"/>
                    </a:lnTo>
                    <a:lnTo>
                      <a:pt x="2560" y="864"/>
                    </a:lnTo>
                    <a:lnTo>
                      <a:pt x="2600" y="867"/>
                    </a:lnTo>
                    <a:lnTo>
                      <a:pt x="2641" y="864"/>
                    </a:lnTo>
                    <a:lnTo>
                      <a:pt x="2678" y="854"/>
                    </a:lnTo>
                    <a:lnTo>
                      <a:pt x="2714" y="839"/>
                    </a:lnTo>
                    <a:lnTo>
                      <a:pt x="2747" y="819"/>
                    </a:lnTo>
                    <a:lnTo>
                      <a:pt x="2776" y="794"/>
                    </a:lnTo>
                    <a:lnTo>
                      <a:pt x="2800" y="765"/>
                    </a:lnTo>
                    <a:lnTo>
                      <a:pt x="2820" y="732"/>
                    </a:lnTo>
                    <a:lnTo>
                      <a:pt x="2835" y="697"/>
                    </a:lnTo>
                    <a:lnTo>
                      <a:pt x="2844" y="659"/>
                    </a:lnTo>
                    <a:lnTo>
                      <a:pt x="2848" y="619"/>
                    </a:lnTo>
                    <a:lnTo>
                      <a:pt x="2848" y="495"/>
                    </a:lnTo>
                    <a:lnTo>
                      <a:pt x="2952" y="495"/>
                    </a:lnTo>
                    <a:lnTo>
                      <a:pt x="2995" y="498"/>
                    </a:lnTo>
                    <a:lnTo>
                      <a:pt x="3036" y="509"/>
                    </a:lnTo>
                    <a:lnTo>
                      <a:pt x="3074" y="526"/>
                    </a:lnTo>
                    <a:lnTo>
                      <a:pt x="3109" y="548"/>
                    </a:lnTo>
                    <a:lnTo>
                      <a:pt x="3141" y="574"/>
                    </a:lnTo>
                    <a:lnTo>
                      <a:pt x="3167" y="607"/>
                    </a:lnTo>
                    <a:lnTo>
                      <a:pt x="3189" y="642"/>
                    </a:lnTo>
                    <a:lnTo>
                      <a:pt x="3206" y="682"/>
                    </a:lnTo>
                    <a:lnTo>
                      <a:pt x="3215" y="724"/>
                    </a:lnTo>
                    <a:lnTo>
                      <a:pt x="3219" y="767"/>
                    </a:lnTo>
                    <a:lnTo>
                      <a:pt x="3219" y="1733"/>
                    </a:lnTo>
                    <a:lnTo>
                      <a:pt x="2972" y="1733"/>
                    </a:lnTo>
                    <a:lnTo>
                      <a:pt x="2972" y="1238"/>
                    </a:lnTo>
                    <a:lnTo>
                      <a:pt x="248" y="1238"/>
                    </a:lnTo>
                    <a:lnTo>
                      <a:pt x="248" y="2947"/>
                    </a:lnTo>
                    <a:lnTo>
                      <a:pt x="250" y="2959"/>
                    </a:lnTo>
                    <a:lnTo>
                      <a:pt x="258" y="2969"/>
                    </a:lnTo>
                    <a:lnTo>
                      <a:pt x="268" y="2972"/>
                    </a:lnTo>
                    <a:lnTo>
                      <a:pt x="1734" y="2972"/>
                    </a:lnTo>
                    <a:lnTo>
                      <a:pt x="1734" y="3219"/>
                    </a:lnTo>
                    <a:lnTo>
                      <a:pt x="268" y="3219"/>
                    </a:lnTo>
                    <a:lnTo>
                      <a:pt x="225" y="3216"/>
                    </a:lnTo>
                    <a:lnTo>
                      <a:pt x="183" y="3206"/>
                    </a:lnTo>
                    <a:lnTo>
                      <a:pt x="144" y="3189"/>
                    </a:lnTo>
                    <a:lnTo>
                      <a:pt x="109" y="3167"/>
                    </a:lnTo>
                    <a:lnTo>
                      <a:pt x="78" y="3140"/>
                    </a:lnTo>
                    <a:lnTo>
                      <a:pt x="52" y="3108"/>
                    </a:lnTo>
                    <a:lnTo>
                      <a:pt x="30" y="3072"/>
                    </a:lnTo>
                    <a:lnTo>
                      <a:pt x="13" y="3034"/>
                    </a:lnTo>
                    <a:lnTo>
                      <a:pt x="3" y="2991"/>
                    </a:lnTo>
                    <a:lnTo>
                      <a:pt x="0" y="2947"/>
                    </a:lnTo>
                    <a:lnTo>
                      <a:pt x="0" y="767"/>
                    </a:lnTo>
                    <a:lnTo>
                      <a:pt x="3" y="724"/>
                    </a:lnTo>
                    <a:lnTo>
                      <a:pt x="13" y="682"/>
                    </a:lnTo>
                    <a:lnTo>
                      <a:pt x="30" y="642"/>
                    </a:lnTo>
                    <a:lnTo>
                      <a:pt x="52" y="607"/>
                    </a:lnTo>
                    <a:lnTo>
                      <a:pt x="78" y="574"/>
                    </a:lnTo>
                    <a:lnTo>
                      <a:pt x="109" y="548"/>
                    </a:lnTo>
                    <a:lnTo>
                      <a:pt x="144" y="526"/>
                    </a:lnTo>
                    <a:lnTo>
                      <a:pt x="183" y="509"/>
                    </a:lnTo>
                    <a:lnTo>
                      <a:pt x="225" y="498"/>
                    </a:lnTo>
                    <a:lnTo>
                      <a:pt x="268" y="495"/>
                    </a:lnTo>
                    <a:close/>
                    <a:moveTo>
                      <a:pt x="2600" y="0"/>
                    </a:moveTo>
                    <a:lnTo>
                      <a:pt x="2629" y="3"/>
                    </a:lnTo>
                    <a:lnTo>
                      <a:pt x="2654" y="13"/>
                    </a:lnTo>
                    <a:lnTo>
                      <a:pt x="2678" y="27"/>
                    </a:lnTo>
                    <a:lnTo>
                      <a:pt x="2696" y="47"/>
                    </a:lnTo>
                    <a:lnTo>
                      <a:pt x="2712" y="69"/>
                    </a:lnTo>
                    <a:lnTo>
                      <a:pt x="2720" y="95"/>
                    </a:lnTo>
                    <a:lnTo>
                      <a:pt x="2724" y="124"/>
                    </a:lnTo>
                    <a:lnTo>
                      <a:pt x="2724" y="619"/>
                    </a:lnTo>
                    <a:lnTo>
                      <a:pt x="2720" y="648"/>
                    </a:lnTo>
                    <a:lnTo>
                      <a:pt x="2712" y="673"/>
                    </a:lnTo>
                    <a:lnTo>
                      <a:pt x="2696" y="696"/>
                    </a:lnTo>
                    <a:lnTo>
                      <a:pt x="2678" y="715"/>
                    </a:lnTo>
                    <a:lnTo>
                      <a:pt x="2654" y="730"/>
                    </a:lnTo>
                    <a:lnTo>
                      <a:pt x="2629" y="739"/>
                    </a:lnTo>
                    <a:lnTo>
                      <a:pt x="2600" y="743"/>
                    </a:lnTo>
                    <a:lnTo>
                      <a:pt x="2572" y="739"/>
                    </a:lnTo>
                    <a:lnTo>
                      <a:pt x="2546" y="730"/>
                    </a:lnTo>
                    <a:lnTo>
                      <a:pt x="2523" y="715"/>
                    </a:lnTo>
                    <a:lnTo>
                      <a:pt x="2503" y="696"/>
                    </a:lnTo>
                    <a:lnTo>
                      <a:pt x="2489" y="673"/>
                    </a:lnTo>
                    <a:lnTo>
                      <a:pt x="2479" y="648"/>
                    </a:lnTo>
                    <a:lnTo>
                      <a:pt x="2476" y="619"/>
                    </a:lnTo>
                    <a:lnTo>
                      <a:pt x="2476" y="124"/>
                    </a:lnTo>
                    <a:lnTo>
                      <a:pt x="2479" y="95"/>
                    </a:lnTo>
                    <a:lnTo>
                      <a:pt x="2489" y="69"/>
                    </a:lnTo>
                    <a:lnTo>
                      <a:pt x="2503" y="47"/>
                    </a:lnTo>
                    <a:lnTo>
                      <a:pt x="2523" y="27"/>
                    </a:lnTo>
                    <a:lnTo>
                      <a:pt x="2546" y="13"/>
                    </a:lnTo>
                    <a:lnTo>
                      <a:pt x="2572" y="3"/>
                    </a:lnTo>
                    <a:lnTo>
                      <a:pt x="2600" y="0"/>
                    </a:lnTo>
                    <a:close/>
                    <a:moveTo>
                      <a:pt x="619" y="0"/>
                    </a:moveTo>
                    <a:lnTo>
                      <a:pt x="647" y="3"/>
                    </a:lnTo>
                    <a:lnTo>
                      <a:pt x="673" y="13"/>
                    </a:lnTo>
                    <a:lnTo>
                      <a:pt x="696" y="27"/>
                    </a:lnTo>
                    <a:lnTo>
                      <a:pt x="715" y="47"/>
                    </a:lnTo>
                    <a:lnTo>
                      <a:pt x="730" y="69"/>
                    </a:lnTo>
                    <a:lnTo>
                      <a:pt x="740" y="95"/>
                    </a:lnTo>
                    <a:lnTo>
                      <a:pt x="743" y="124"/>
                    </a:lnTo>
                    <a:lnTo>
                      <a:pt x="743" y="619"/>
                    </a:lnTo>
                    <a:lnTo>
                      <a:pt x="740" y="648"/>
                    </a:lnTo>
                    <a:lnTo>
                      <a:pt x="730" y="673"/>
                    </a:lnTo>
                    <a:lnTo>
                      <a:pt x="715" y="696"/>
                    </a:lnTo>
                    <a:lnTo>
                      <a:pt x="696" y="715"/>
                    </a:lnTo>
                    <a:lnTo>
                      <a:pt x="673" y="730"/>
                    </a:lnTo>
                    <a:lnTo>
                      <a:pt x="647" y="739"/>
                    </a:lnTo>
                    <a:lnTo>
                      <a:pt x="619" y="743"/>
                    </a:lnTo>
                    <a:lnTo>
                      <a:pt x="590" y="739"/>
                    </a:lnTo>
                    <a:lnTo>
                      <a:pt x="565" y="730"/>
                    </a:lnTo>
                    <a:lnTo>
                      <a:pt x="542" y="715"/>
                    </a:lnTo>
                    <a:lnTo>
                      <a:pt x="523" y="696"/>
                    </a:lnTo>
                    <a:lnTo>
                      <a:pt x="508" y="673"/>
                    </a:lnTo>
                    <a:lnTo>
                      <a:pt x="499" y="648"/>
                    </a:lnTo>
                    <a:lnTo>
                      <a:pt x="495" y="619"/>
                    </a:lnTo>
                    <a:lnTo>
                      <a:pt x="495" y="124"/>
                    </a:lnTo>
                    <a:lnTo>
                      <a:pt x="499" y="95"/>
                    </a:lnTo>
                    <a:lnTo>
                      <a:pt x="508" y="69"/>
                    </a:lnTo>
                    <a:lnTo>
                      <a:pt x="523" y="47"/>
                    </a:lnTo>
                    <a:lnTo>
                      <a:pt x="542" y="27"/>
                    </a:lnTo>
                    <a:lnTo>
                      <a:pt x="565" y="13"/>
                    </a:lnTo>
                    <a:lnTo>
                      <a:pt x="590" y="3"/>
                    </a:lnTo>
                    <a:lnTo>
                      <a:pt x="619" y="0"/>
                    </a:lnTo>
                    <a:close/>
                  </a:path>
                </a:pathLst>
              </a:custGeom>
              <a:solidFill>
                <a:schemeClr val="accent3"/>
              </a:solidFill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  <p:grpSp>
          <p:nvGrpSpPr>
            <p:cNvPr id="6" name="그룹 60"/>
            <p:cNvGrpSpPr/>
            <p:nvPr/>
          </p:nvGrpSpPr>
          <p:grpSpPr>
            <a:xfrm>
              <a:off x="4228307" y="3143493"/>
              <a:ext cx="1884180" cy="1488466"/>
              <a:chOff x="4075907" y="2991093"/>
              <a:chExt cx="1884180" cy="1488466"/>
            </a:xfrm>
          </p:grpSpPr>
          <p:sp>
            <p:nvSpPr>
              <p:cNvPr id="26" name="Freeform 26"/>
              <p:cNvSpPr>
                <a:spLocks noEditPoints="1"/>
              </p:cNvSpPr>
              <p:nvPr/>
            </p:nvSpPr>
            <p:spPr bwMode="auto">
              <a:xfrm>
                <a:off x="4075907" y="2991093"/>
                <a:ext cx="1884180" cy="1488466"/>
              </a:xfrm>
              <a:custGeom>
                <a:avLst/>
                <a:gdLst>
                  <a:gd name="T0" fmla="*/ 667 w 2078"/>
                  <a:gd name="T1" fmla="*/ 130 h 1640"/>
                  <a:gd name="T2" fmla="*/ 477 w 2078"/>
                  <a:gd name="T3" fmla="*/ 194 h 1640"/>
                  <a:gd name="T4" fmla="*/ 312 w 2078"/>
                  <a:gd name="T5" fmla="*/ 310 h 1640"/>
                  <a:gd name="T6" fmla="*/ 185 w 2078"/>
                  <a:gd name="T7" fmla="*/ 472 h 1640"/>
                  <a:gd name="T8" fmla="*/ 110 w 2078"/>
                  <a:gd name="T9" fmla="*/ 670 h 1640"/>
                  <a:gd name="T10" fmla="*/ 96 w 2078"/>
                  <a:gd name="T11" fmla="*/ 877 h 1640"/>
                  <a:gd name="T12" fmla="*/ 143 w 2078"/>
                  <a:gd name="T13" fmla="*/ 1074 h 1640"/>
                  <a:gd name="T14" fmla="*/ 242 w 2078"/>
                  <a:gd name="T15" fmla="*/ 1248 h 1640"/>
                  <a:gd name="T16" fmla="*/ 389 w 2078"/>
                  <a:gd name="T17" fmla="*/ 1388 h 1640"/>
                  <a:gd name="T18" fmla="*/ 578 w 2078"/>
                  <a:gd name="T19" fmla="*/ 1482 h 1640"/>
                  <a:gd name="T20" fmla="*/ 784 w 2078"/>
                  <a:gd name="T21" fmla="*/ 1516 h 1640"/>
                  <a:gd name="T22" fmla="*/ 985 w 2078"/>
                  <a:gd name="T23" fmla="*/ 1489 h 1640"/>
                  <a:gd name="T24" fmla="*/ 1169 w 2078"/>
                  <a:gd name="T25" fmla="*/ 1407 h 1640"/>
                  <a:gd name="T26" fmla="*/ 1321 w 2078"/>
                  <a:gd name="T27" fmla="*/ 1275 h 1640"/>
                  <a:gd name="T28" fmla="*/ 1433 w 2078"/>
                  <a:gd name="T29" fmla="*/ 1101 h 1640"/>
                  <a:gd name="T30" fmla="*/ 1488 w 2078"/>
                  <a:gd name="T31" fmla="*/ 894 h 1640"/>
                  <a:gd name="T32" fmla="*/ 1480 w 2078"/>
                  <a:gd name="T33" fmla="*/ 691 h 1640"/>
                  <a:gd name="T34" fmla="*/ 1416 w 2078"/>
                  <a:gd name="T35" fmla="*/ 501 h 1640"/>
                  <a:gd name="T36" fmla="*/ 1300 w 2078"/>
                  <a:gd name="T37" fmla="*/ 336 h 1640"/>
                  <a:gd name="T38" fmla="*/ 1139 w 2078"/>
                  <a:gd name="T39" fmla="*/ 209 h 1640"/>
                  <a:gd name="T40" fmla="*/ 941 w 2078"/>
                  <a:gd name="T41" fmla="*/ 134 h 1640"/>
                  <a:gd name="T42" fmla="*/ 794 w 2078"/>
                  <a:gd name="T43" fmla="*/ 0 h 1640"/>
                  <a:gd name="T44" fmla="*/ 1011 w 2078"/>
                  <a:gd name="T45" fmla="*/ 20 h 1640"/>
                  <a:gd name="T46" fmla="*/ 1173 w 2078"/>
                  <a:gd name="T47" fmla="*/ 81 h 1640"/>
                  <a:gd name="T48" fmla="*/ 1309 w 2078"/>
                  <a:gd name="T49" fmla="*/ 178 h 1640"/>
                  <a:gd name="T50" fmla="*/ 1447 w 2078"/>
                  <a:gd name="T51" fmla="*/ 310 h 1640"/>
                  <a:gd name="T52" fmla="*/ 1579 w 2078"/>
                  <a:gd name="T53" fmla="*/ 467 h 1640"/>
                  <a:gd name="T54" fmla="*/ 1706 w 2078"/>
                  <a:gd name="T55" fmla="*/ 634 h 1640"/>
                  <a:gd name="T56" fmla="*/ 1819 w 2078"/>
                  <a:gd name="T57" fmla="*/ 801 h 1640"/>
                  <a:gd name="T58" fmla="*/ 1917 w 2078"/>
                  <a:gd name="T59" fmla="*/ 956 h 1640"/>
                  <a:gd name="T60" fmla="*/ 1996 w 2078"/>
                  <a:gd name="T61" fmla="*/ 1087 h 1640"/>
                  <a:gd name="T62" fmla="*/ 2051 w 2078"/>
                  <a:gd name="T63" fmla="*/ 1183 h 1640"/>
                  <a:gd name="T64" fmla="*/ 2077 w 2078"/>
                  <a:gd name="T65" fmla="*/ 1232 h 1640"/>
                  <a:gd name="T66" fmla="*/ 2064 w 2078"/>
                  <a:gd name="T67" fmla="*/ 1241 h 1640"/>
                  <a:gd name="T68" fmla="*/ 1997 w 2078"/>
                  <a:gd name="T69" fmla="*/ 1273 h 1640"/>
                  <a:gd name="T70" fmla="*/ 1882 w 2078"/>
                  <a:gd name="T71" fmla="*/ 1323 h 1640"/>
                  <a:gd name="T72" fmla="*/ 1731 w 2078"/>
                  <a:gd name="T73" fmla="*/ 1387 h 1640"/>
                  <a:gd name="T74" fmla="*/ 1552 w 2078"/>
                  <a:gd name="T75" fmla="*/ 1455 h 1640"/>
                  <a:gd name="T76" fmla="*/ 1358 w 2078"/>
                  <a:gd name="T77" fmla="*/ 1523 h 1640"/>
                  <a:gd name="T78" fmla="*/ 1157 w 2078"/>
                  <a:gd name="T79" fmla="*/ 1581 h 1640"/>
                  <a:gd name="T80" fmla="*/ 958 w 2078"/>
                  <a:gd name="T81" fmla="*/ 1623 h 1640"/>
                  <a:gd name="T82" fmla="*/ 776 w 2078"/>
                  <a:gd name="T83" fmla="*/ 1640 h 1640"/>
                  <a:gd name="T84" fmla="*/ 617 w 2078"/>
                  <a:gd name="T85" fmla="*/ 1628 h 1640"/>
                  <a:gd name="T86" fmla="*/ 435 w 2078"/>
                  <a:gd name="T87" fmla="*/ 1558 h 1640"/>
                  <a:gd name="T88" fmla="*/ 258 w 2078"/>
                  <a:gd name="T89" fmla="*/ 1431 h 1640"/>
                  <a:gd name="T90" fmla="*/ 124 w 2078"/>
                  <a:gd name="T91" fmla="*/ 1267 h 1640"/>
                  <a:gd name="T92" fmla="*/ 37 w 2078"/>
                  <a:gd name="T93" fmla="*/ 1074 h 1640"/>
                  <a:gd name="T94" fmla="*/ 0 w 2078"/>
                  <a:gd name="T95" fmla="*/ 863 h 1640"/>
                  <a:gd name="T96" fmla="*/ 19 w 2078"/>
                  <a:gd name="T97" fmla="*/ 645 h 1640"/>
                  <a:gd name="T98" fmla="*/ 99 w 2078"/>
                  <a:gd name="T99" fmla="*/ 434 h 1640"/>
                  <a:gd name="T100" fmla="*/ 226 w 2078"/>
                  <a:gd name="T101" fmla="*/ 259 h 1640"/>
                  <a:gd name="T102" fmla="*/ 390 w 2078"/>
                  <a:gd name="T103" fmla="*/ 126 h 1640"/>
                  <a:gd name="T104" fmla="*/ 583 w 2078"/>
                  <a:gd name="T105" fmla="*/ 37 h 1640"/>
                  <a:gd name="T106" fmla="*/ 794 w 2078"/>
                  <a:gd name="T107" fmla="*/ 0 h 164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</a:cxnLst>
                <a:rect l="0" t="0" r="r" b="b"/>
                <a:pathLst>
                  <a:path w="2078" h="1640">
                    <a:moveTo>
                      <a:pt x="802" y="119"/>
                    </a:moveTo>
                    <a:lnTo>
                      <a:pt x="733" y="122"/>
                    </a:lnTo>
                    <a:lnTo>
                      <a:pt x="667" y="130"/>
                    </a:lnTo>
                    <a:lnTo>
                      <a:pt x="601" y="146"/>
                    </a:lnTo>
                    <a:lnTo>
                      <a:pt x="537" y="167"/>
                    </a:lnTo>
                    <a:lnTo>
                      <a:pt x="477" y="194"/>
                    </a:lnTo>
                    <a:lnTo>
                      <a:pt x="417" y="228"/>
                    </a:lnTo>
                    <a:lnTo>
                      <a:pt x="363" y="267"/>
                    </a:lnTo>
                    <a:lnTo>
                      <a:pt x="312" y="310"/>
                    </a:lnTo>
                    <a:lnTo>
                      <a:pt x="265" y="360"/>
                    </a:lnTo>
                    <a:lnTo>
                      <a:pt x="223" y="413"/>
                    </a:lnTo>
                    <a:lnTo>
                      <a:pt x="185" y="472"/>
                    </a:lnTo>
                    <a:lnTo>
                      <a:pt x="154" y="534"/>
                    </a:lnTo>
                    <a:lnTo>
                      <a:pt x="129" y="602"/>
                    </a:lnTo>
                    <a:lnTo>
                      <a:pt x="110" y="670"/>
                    </a:lnTo>
                    <a:lnTo>
                      <a:pt x="99" y="739"/>
                    </a:lnTo>
                    <a:lnTo>
                      <a:pt x="95" y="808"/>
                    </a:lnTo>
                    <a:lnTo>
                      <a:pt x="96" y="877"/>
                    </a:lnTo>
                    <a:lnTo>
                      <a:pt x="106" y="944"/>
                    </a:lnTo>
                    <a:lnTo>
                      <a:pt x="122" y="1010"/>
                    </a:lnTo>
                    <a:lnTo>
                      <a:pt x="143" y="1074"/>
                    </a:lnTo>
                    <a:lnTo>
                      <a:pt x="170" y="1134"/>
                    </a:lnTo>
                    <a:lnTo>
                      <a:pt x="204" y="1192"/>
                    </a:lnTo>
                    <a:lnTo>
                      <a:pt x="242" y="1248"/>
                    </a:lnTo>
                    <a:lnTo>
                      <a:pt x="286" y="1299"/>
                    </a:lnTo>
                    <a:lnTo>
                      <a:pt x="335" y="1346"/>
                    </a:lnTo>
                    <a:lnTo>
                      <a:pt x="389" y="1388"/>
                    </a:lnTo>
                    <a:lnTo>
                      <a:pt x="448" y="1424"/>
                    </a:lnTo>
                    <a:lnTo>
                      <a:pt x="510" y="1457"/>
                    </a:lnTo>
                    <a:lnTo>
                      <a:pt x="578" y="1482"/>
                    </a:lnTo>
                    <a:lnTo>
                      <a:pt x="647" y="1500"/>
                    </a:lnTo>
                    <a:lnTo>
                      <a:pt x="715" y="1512"/>
                    </a:lnTo>
                    <a:lnTo>
                      <a:pt x="784" y="1516"/>
                    </a:lnTo>
                    <a:lnTo>
                      <a:pt x="853" y="1513"/>
                    </a:lnTo>
                    <a:lnTo>
                      <a:pt x="920" y="1504"/>
                    </a:lnTo>
                    <a:lnTo>
                      <a:pt x="985" y="1489"/>
                    </a:lnTo>
                    <a:lnTo>
                      <a:pt x="1050" y="1468"/>
                    </a:lnTo>
                    <a:lnTo>
                      <a:pt x="1111" y="1439"/>
                    </a:lnTo>
                    <a:lnTo>
                      <a:pt x="1169" y="1407"/>
                    </a:lnTo>
                    <a:lnTo>
                      <a:pt x="1224" y="1368"/>
                    </a:lnTo>
                    <a:lnTo>
                      <a:pt x="1275" y="1325"/>
                    </a:lnTo>
                    <a:lnTo>
                      <a:pt x="1321" y="1275"/>
                    </a:lnTo>
                    <a:lnTo>
                      <a:pt x="1364" y="1221"/>
                    </a:lnTo>
                    <a:lnTo>
                      <a:pt x="1401" y="1163"/>
                    </a:lnTo>
                    <a:lnTo>
                      <a:pt x="1433" y="1101"/>
                    </a:lnTo>
                    <a:lnTo>
                      <a:pt x="1457" y="1033"/>
                    </a:lnTo>
                    <a:lnTo>
                      <a:pt x="1476" y="965"/>
                    </a:lnTo>
                    <a:lnTo>
                      <a:pt x="1488" y="894"/>
                    </a:lnTo>
                    <a:lnTo>
                      <a:pt x="1492" y="826"/>
                    </a:lnTo>
                    <a:lnTo>
                      <a:pt x="1490" y="758"/>
                    </a:lnTo>
                    <a:lnTo>
                      <a:pt x="1480" y="691"/>
                    </a:lnTo>
                    <a:lnTo>
                      <a:pt x="1465" y="625"/>
                    </a:lnTo>
                    <a:lnTo>
                      <a:pt x="1444" y="561"/>
                    </a:lnTo>
                    <a:lnTo>
                      <a:pt x="1416" y="501"/>
                    </a:lnTo>
                    <a:lnTo>
                      <a:pt x="1383" y="441"/>
                    </a:lnTo>
                    <a:lnTo>
                      <a:pt x="1344" y="387"/>
                    </a:lnTo>
                    <a:lnTo>
                      <a:pt x="1300" y="336"/>
                    </a:lnTo>
                    <a:lnTo>
                      <a:pt x="1251" y="289"/>
                    </a:lnTo>
                    <a:lnTo>
                      <a:pt x="1197" y="247"/>
                    </a:lnTo>
                    <a:lnTo>
                      <a:pt x="1139" y="209"/>
                    </a:lnTo>
                    <a:lnTo>
                      <a:pt x="1076" y="178"/>
                    </a:lnTo>
                    <a:lnTo>
                      <a:pt x="1009" y="153"/>
                    </a:lnTo>
                    <a:lnTo>
                      <a:pt x="941" y="134"/>
                    </a:lnTo>
                    <a:lnTo>
                      <a:pt x="871" y="123"/>
                    </a:lnTo>
                    <a:lnTo>
                      <a:pt x="802" y="119"/>
                    </a:lnTo>
                    <a:close/>
                    <a:moveTo>
                      <a:pt x="794" y="0"/>
                    </a:moveTo>
                    <a:lnTo>
                      <a:pt x="865" y="0"/>
                    </a:lnTo>
                    <a:lnTo>
                      <a:pt x="938" y="7"/>
                    </a:lnTo>
                    <a:lnTo>
                      <a:pt x="1011" y="20"/>
                    </a:lnTo>
                    <a:lnTo>
                      <a:pt x="1084" y="41"/>
                    </a:lnTo>
                    <a:lnTo>
                      <a:pt x="1128" y="58"/>
                    </a:lnTo>
                    <a:lnTo>
                      <a:pt x="1173" y="81"/>
                    </a:lnTo>
                    <a:lnTo>
                      <a:pt x="1217" y="108"/>
                    </a:lnTo>
                    <a:lnTo>
                      <a:pt x="1263" y="140"/>
                    </a:lnTo>
                    <a:lnTo>
                      <a:pt x="1309" y="178"/>
                    </a:lnTo>
                    <a:lnTo>
                      <a:pt x="1355" y="219"/>
                    </a:lnTo>
                    <a:lnTo>
                      <a:pt x="1401" y="263"/>
                    </a:lnTo>
                    <a:lnTo>
                      <a:pt x="1447" y="310"/>
                    </a:lnTo>
                    <a:lnTo>
                      <a:pt x="1491" y="360"/>
                    </a:lnTo>
                    <a:lnTo>
                      <a:pt x="1536" y="413"/>
                    </a:lnTo>
                    <a:lnTo>
                      <a:pt x="1579" y="467"/>
                    </a:lnTo>
                    <a:lnTo>
                      <a:pt x="1622" y="522"/>
                    </a:lnTo>
                    <a:lnTo>
                      <a:pt x="1664" y="577"/>
                    </a:lnTo>
                    <a:lnTo>
                      <a:pt x="1706" y="634"/>
                    </a:lnTo>
                    <a:lnTo>
                      <a:pt x="1745" y="691"/>
                    </a:lnTo>
                    <a:lnTo>
                      <a:pt x="1782" y="746"/>
                    </a:lnTo>
                    <a:lnTo>
                      <a:pt x="1819" y="801"/>
                    </a:lnTo>
                    <a:lnTo>
                      <a:pt x="1854" y="855"/>
                    </a:lnTo>
                    <a:lnTo>
                      <a:pt x="1886" y="907"/>
                    </a:lnTo>
                    <a:lnTo>
                      <a:pt x="1917" y="956"/>
                    </a:lnTo>
                    <a:lnTo>
                      <a:pt x="1946" y="1004"/>
                    </a:lnTo>
                    <a:lnTo>
                      <a:pt x="1973" y="1048"/>
                    </a:lnTo>
                    <a:lnTo>
                      <a:pt x="1996" y="1087"/>
                    </a:lnTo>
                    <a:lnTo>
                      <a:pt x="2017" y="1124"/>
                    </a:lnTo>
                    <a:lnTo>
                      <a:pt x="2035" y="1156"/>
                    </a:lnTo>
                    <a:lnTo>
                      <a:pt x="2051" y="1183"/>
                    </a:lnTo>
                    <a:lnTo>
                      <a:pt x="2063" y="1205"/>
                    </a:lnTo>
                    <a:lnTo>
                      <a:pt x="2071" y="1221"/>
                    </a:lnTo>
                    <a:lnTo>
                      <a:pt x="2077" y="1232"/>
                    </a:lnTo>
                    <a:lnTo>
                      <a:pt x="2078" y="1234"/>
                    </a:lnTo>
                    <a:lnTo>
                      <a:pt x="2075" y="1237"/>
                    </a:lnTo>
                    <a:lnTo>
                      <a:pt x="2064" y="1241"/>
                    </a:lnTo>
                    <a:lnTo>
                      <a:pt x="2048" y="1249"/>
                    </a:lnTo>
                    <a:lnTo>
                      <a:pt x="2025" y="1260"/>
                    </a:lnTo>
                    <a:lnTo>
                      <a:pt x="1997" y="1273"/>
                    </a:lnTo>
                    <a:lnTo>
                      <a:pt x="1963" y="1288"/>
                    </a:lnTo>
                    <a:lnTo>
                      <a:pt x="1926" y="1306"/>
                    </a:lnTo>
                    <a:lnTo>
                      <a:pt x="1882" y="1323"/>
                    </a:lnTo>
                    <a:lnTo>
                      <a:pt x="1835" y="1343"/>
                    </a:lnTo>
                    <a:lnTo>
                      <a:pt x="1785" y="1365"/>
                    </a:lnTo>
                    <a:lnTo>
                      <a:pt x="1731" y="1387"/>
                    </a:lnTo>
                    <a:lnTo>
                      <a:pt x="1673" y="1410"/>
                    </a:lnTo>
                    <a:lnTo>
                      <a:pt x="1614" y="1433"/>
                    </a:lnTo>
                    <a:lnTo>
                      <a:pt x="1552" y="1455"/>
                    </a:lnTo>
                    <a:lnTo>
                      <a:pt x="1488" y="1478"/>
                    </a:lnTo>
                    <a:lnTo>
                      <a:pt x="1424" y="1501"/>
                    </a:lnTo>
                    <a:lnTo>
                      <a:pt x="1358" y="1523"/>
                    </a:lnTo>
                    <a:lnTo>
                      <a:pt x="1290" y="1543"/>
                    </a:lnTo>
                    <a:lnTo>
                      <a:pt x="1223" y="1563"/>
                    </a:lnTo>
                    <a:lnTo>
                      <a:pt x="1157" y="1581"/>
                    </a:lnTo>
                    <a:lnTo>
                      <a:pt x="1089" y="1597"/>
                    </a:lnTo>
                    <a:lnTo>
                      <a:pt x="1023" y="1611"/>
                    </a:lnTo>
                    <a:lnTo>
                      <a:pt x="958" y="1623"/>
                    </a:lnTo>
                    <a:lnTo>
                      <a:pt x="896" y="1631"/>
                    </a:lnTo>
                    <a:lnTo>
                      <a:pt x="834" y="1638"/>
                    </a:lnTo>
                    <a:lnTo>
                      <a:pt x="776" y="1640"/>
                    </a:lnTo>
                    <a:lnTo>
                      <a:pt x="719" y="1640"/>
                    </a:lnTo>
                    <a:lnTo>
                      <a:pt x="667" y="1636"/>
                    </a:lnTo>
                    <a:lnTo>
                      <a:pt x="617" y="1628"/>
                    </a:lnTo>
                    <a:lnTo>
                      <a:pt x="572" y="1617"/>
                    </a:lnTo>
                    <a:lnTo>
                      <a:pt x="501" y="1590"/>
                    </a:lnTo>
                    <a:lnTo>
                      <a:pt x="435" y="1558"/>
                    </a:lnTo>
                    <a:lnTo>
                      <a:pt x="371" y="1520"/>
                    </a:lnTo>
                    <a:lnTo>
                      <a:pt x="313" y="1478"/>
                    </a:lnTo>
                    <a:lnTo>
                      <a:pt x="258" y="1431"/>
                    </a:lnTo>
                    <a:lnTo>
                      <a:pt x="209" y="1380"/>
                    </a:lnTo>
                    <a:lnTo>
                      <a:pt x="164" y="1325"/>
                    </a:lnTo>
                    <a:lnTo>
                      <a:pt x="124" y="1267"/>
                    </a:lnTo>
                    <a:lnTo>
                      <a:pt x="89" y="1205"/>
                    </a:lnTo>
                    <a:lnTo>
                      <a:pt x="60" y="1141"/>
                    </a:lnTo>
                    <a:lnTo>
                      <a:pt x="37" y="1074"/>
                    </a:lnTo>
                    <a:lnTo>
                      <a:pt x="18" y="1005"/>
                    </a:lnTo>
                    <a:lnTo>
                      <a:pt x="6" y="935"/>
                    </a:lnTo>
                    <a:lnTo>
                      <a:pt x="0" y="863"/>
                    </a:lnTo>
                    <a:lnTo>
                      <a:pt x="0" y="792"/>
                    </a:lnTo>
                    <a:lnTo>
                      <a:pt x="7" y="718"/>
                    </a:lnTo>
                    <a:lnTo>
                      <a:pt x="19" y="645"/>
                    </a:lnTo>
                    <a:lnTo>
                      <a:pt x="39" y="572"/>
                    </a:lnTo>
                    <a:lnTo>
                      <a:pt x="66" y="502"/>
                    </a:lnTo>
                    <a:lnTo>
                      <a:pt x="99" y="434"/>
                    </a:lnTo>
                    <a:lnTo>
                      <a:pt x="137" y="372"/>
                    </a:lnTo>
                    <a:lnTo>
                      <a:pt x="178" y="313"/>
                    </a:lnTo>
                    <a:lnTo>
                      <a:pt x="226" y="259"/>
                    </a:lnTo>
                    <a:lnTo>
                      <a:pt x="277" y="209"/>
                    </a:lnTo>
                    <a:lnTo>
                      <a:pt x="332" y="165"/>
                    </a:lnTo>
                    <a:lnTo>
                      <a:pt x="390" y="126"/>
                    </a:lnTo>
                    <a:lnTo>
                      <a:pt x="452" y="91"/>
                    </a:lnTo>
                    <a:lnTo>
                      <a:pt x="516" y="61"/>
                    </a:lnTo>
                    <a:lnTo>
                      <a:pt x="583" y="37"/>
                    </a:lnTo>
                    <a:lnTo>
                      <a:pt x="652" y="19"/>
                    </a:lnTo>
                    <a:lnTo>
                      <a:pt x="722" y="7"/>
                    </a:lnTo>
                    <a:lnTo>
                      <a:pt x="794" y="0"/>
                    </a:lnTo>
                    <a:close/>
                  </a:path>
                </a:pathLst>
              </a:custGeom>
              <a:solidFill>
                <a:schemeClr val="accent4"/>
              </a:solidFill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grpSp>
            <p:nvGrpSpPr>
              <p:cNvPr id="7" name="Group 92"/>
              <p:cNvGrpSpPr/>
              <p:nvPr/>
            </p:nvGrpSpPr>
            <p:grpSpPr>
              <a:xfrm>
                <a:off x="4559245" y="3525194"/>
                <a:ext cx="479425" cy="477838"/>
                <a:chOff x="4575175" y="3521076"/>
                <a:chExt cx="479425" cy="477838"/>
              </a:xfrm>
            </p:grpSpPr>
            <p:sp>
              <p:nvSpPr>
                <p:cNvPr id="28" name="Freeform 54"/>
                <p:cNvSpPr>
                  <a:spLocks/>
                </p:cNvSpPr>
                <p:nvPr/>
              </p:nvSpPr>
              <p:spPr bwMode="auto">
                <a:xfrm>
                  <a:off x="4657725" y="3606801"/>
                  <a:ext cx="206375" cy="42863"/>
                </a:xfrm>
                <a:custGeom>
                  <a:avLst/>
                  <a:gdLst>
                    <a:gd name="T0" fmla="*/ 151 w 1438"/>
                    <a:gd name="T1" fmla="*/ 0 h 302"/>
                    <a:gd name="T2" fmla="*/ 1287 w 1438"/>
                    <a:gd name="T3" fmla="*/ 0 h 302"/>
                    <a:gd name="T4" fmla="*/ 1318 w 1438"/>
                    <a:gd name="T5" fmla="*/ 3 h 302"/>
                    <a:gd name="T6" fmla="*/ 1346 w 1438"/>
                    <a:gd name="T7" fmla="*/ 12 h 302"/>
                    <a:gd name="T8" fmla="*/ 1372 w 1438"/>
                    <a:gd name="T9" fmla="*/ 26 h 302"/>
                    <a:gd name="T10" fmla="*/ 1394 w 1438"/>
                    <a:gd name="T11" fmla="*/ 45 h 302"/>
                    <a:gd name="T12" fmla="*/ 1413 w 1438"/>
                    <a:gd name="T13" fmla="*/ 67 h 302"/>
                    <a:gd name="T14" fmla="*/ 1426 w 1438"/>
                    <a:gd name="T15" fmla="*/ 93 h 302"/>
                    <a:gd name="T16" fmla="*/ 1435 w 1438"/>
                    <a:gd name="T17" fmla="*/ 121 h 302"/>
                    <a:gd name="T18" fmla="*/ 1438 w 1438"/>
                    <a:gd name="T19" fmla="*/ 151 h 302"/>
                    <a:gd name="T20" fmla="*/ 1435 w 1438"/>
                    <a:gd name="T21" fmla="*/ 181 h 302"/>
                    <a:gd name="T22" fmla="*/ 1426 w 1438"/>
                    <a:gd name="T23" fmla="*/ 209 h 302"/>
                    <a:gd name="T24" fmla="*/ 1413 w 1438"/>
                    <a:gd name="T25" fmla="*/ 235 h 302"/>
                    <a:gd name="T26" fmla="*/ 1394 w 1438"/>
                    <a:gd name="T27" fmla="*/ 257 h 302"/>
                    <a:gd name="T28" fmla="*/ 1372 w 1438"/>
                    <a:gd name="T29" fmla="*/ 276 h 302"/>
                    <a:gd name="T30" fmla="*/ 1346 w 1438"/>
                    <a:gd name="T31" fmla="*/ 289 h 302"/>
                    <a:gd name="T32" fmla="*/ 1318 w 1438"/>
                    <a:gd name="T33" fmla="*/ 298 h 302"/>
                    <a:gd name="T34" fmla="*/ 1287 w 1438"/>
                    <a:gd name="T35" fmla="*/ 302 h 302"/>
                    <a:gd name="T36" fmla="*/ 151 w 1438"/>
                    <a:gd name="T37" fmla="*/ 302 h 302"/>
                    <a:gd name="T38" fmla="*/ 121 w 1438"/>
                    <a:gd name="T39" fmla="*/ 298 h 302"/>
                    <a:gd name="T40" fmla="*/ 93 w 1438"/>
                    <a:gd name="T41" fmla="*/ 289 h 302"/>
                    <a:gd name="T42" fmla="*/ 66 w 1438"/>
                    <a:gd name="T43" fmla="*/ 276 h 302"/>
                    <a:gd name="T44" fmla="*/ 44 w 1438"/>
                    <a:gd name="T45" fmla="*/ 257 h 302"/>
                    <a:gd name="T46" fmla="*/ 26 w 1438"/>
                    <a:gd name="T47" fmla="*/ 235 h 302"/>
                    <a:gd name="T48" fmla="*/ 12 w 1438"/>
                    <a:gd name="T49" fmla="*/ 209 h 302"/>
                    <a:gd name="T50" fmla="*/ 4 w 1438"/>
                    <a:gd name="T51" fmla="*/ 181 h 302"/>
                    <a:gd name="T52" fmla="*/ 0 w 1438"/>
                    <a:gd name="T53" fmla="*/ 151 h 302"/>
                    <a:gd name="T54" fmla="*/ 4 w 1438"/>
                    <a:gd name="T55" fmla="*/ 121 h 302"/>
                    <a:gd name="T56" fmla="*/ 12 w 1438"/>
                    <a:gd name="T57" fmla="*/ 93 h 302"/>
                    <a:gd name="T58" fmla="*/ 26 w 1438"/>
                    <a:gd name="T59" fmla="*/ 67 h 302"/>
                    <a:gd name="T60" fmla="*/ 44 w 1438"/>
                    <a:gd name="T61" fmla="*/ 45 h 302"/>
                    <a:gd name="T62" fmla="*/ 66 w 1438"/>
                    <a:gd name="T63" fmla="*/ 26 h 302"/>
                    <a:gd name="T64" fmla="*/ 93 w 1438"/>
                    <a:gd name="T65" fmla="*/ 12 h 302"/>
                    <a:gd name="T66" fmla="*/ 121 w 1438"/>
                    <a:gd name="T67" fmla="*/ 3 h 302"/>
                    <a:gd name="T68" fmla="*/ 151 w 1438"/>
                    <a:gd name="T69" fmla="*/ 0 h 30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</a:cxnLst>
                  <a:rect l="0" t="0" r="r" b="b"/>
                  <a:pathLst>
                    <a:path w="1438" h="302">
                      <a:moveTo>
                        <a:pt x="151" y="0"/>
                      </a:moveTo>
                      <a:lnTo>
                        <a:pt x="1287" y="0"/>
                      </a:lnTo>
                      <a:lnTo>
                        <a:pt x="1318" y="3"/>
                      </a:lnTo>
                      <a:lnTo>
                        <a:pt x="1346" y="12"/>
                      </a:lnTo>
                      <a:lnTo>
                        <a:pt x="1372" y="26"/>
                      </a:lnTo>
                      <a:lnTo>
                        <a:pt x="1394" y="45"/>
                      </a:lnTo>
                      <a:lnTo>
                        <a:pt x="1413" y="67"/>
                      </a:lnTo>
                      <a:lnTo>
                        <a:pt x="1426" y="93"/>
                      </a:lnTo>
                      <a:lnTo>
                        <a:pt x="1435" y="121"/>
                      </a:lnTo>
                      <a:lnTo>
                        <a:pt x="1438" y="151"/>
                      </a:lnTo>
                      <a:lnTo>
                        <a:pt x="1435" y="181"/>
                      </a:lnTo>
                      <a:lnTo>
                        <a:pt x="1426" y="209"/>
                      </a:lnTo>
                      <a:lnTo>
                        <a:pt x="1413" y="235"/>
                      </a:lnTo>
                      <a:lnTo>
                        <a:pt x="1394" y="257"/>
                      </a:lnTo>
                      <a:lnTo>
                        <a:pt x="1372" y="276"/>
                      </a:lnTo>
                      <a:lnTo>
                        <a:pt x="1346" y="289"/>
                      </a:lnTo>
                      <a:lnTo>
                        <a:pt x="1318" y="298"/>
                      </a:lnTo>
                      <a:lnTo>
                        <a:pt x="1287" y="302"/>
                      </a:lnTo>
                      <a:lnTo>
                        <a:pt x="151" y="302"/>
                      </a:lnTo>
                      <a:lnTo>
                        <a:pt x="121" y="298"/>
                      </a:lnTo>
                      <a:lnTo>
                        <a:pt x="93" y="289"/>
                      </a:lnTo>
                      <a:lnTo>
                        <a:pt x="66" y="276"/>
                      </a:lnTo>
                      <a:lnTo>
                        <a:pt x="44" y="257"/>
                      </a:lnTo>
                      <a:lnTo>
                        <a:pt x="26" y="235"/>
                      </a:lnTo>
                      <a:lnTo>
                        <a:pt x="12" y="209"/>
                      </a:lnTo>
                      <a:lnTo>
                        <a:pt x="4" y="181"/>
                      </a:lnTo>
                      <a:lnTo>
                        <a:pt x="0" y="151"/>
                      </a:lnTo>
                      <a:lnTo>
                        <a:pt x="4" y="121"/>
                      </a:lnTo>
                      <a:lnTo>
                        <a:pt x="12" y="93"/>
                      </a:lnTo>
                      <a:lnTo>
                        <a:pt x="26" y="67"/>
                      </a:lnTo>
                      <a:lnTo>
                        <a:pt x="44" y="45"/>
                      </a:lnTo>
                      <a:lnTo>
                        <a:pt x="66" y="26"/>
                      </a:lnTo>
                      <a:lnTo>
                        <a:pt x="93" y="12"/>
                      </a:lnTo>
                      <a:lnTo>
                        <a:pt x="121" y="3"/>
                      </a:lnTo>
                      <a:lnTo>
                        <a:pt x="151" y="0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29" name="Freeform 55"/>
                <p:cNvSpPr>
                  <a:spLocks/>
                </p:cNvSpPr>
                <p:nvPr/>
              </p:nvSpPr>
              <p:spPr bwMode="auto">
                <a:xfrm>
                  <a:off x="4657725" y="3687763"/>
                  <a:ext cx="206375" cy="42863"/>
                </a:xfrm>
                <a:custGeom>
                  <a:avLst/>
                  <a:gdLst>
                    <a:gd name="T0" fmla="*/ 151 w 1438"/>
                    <a:gd name="T1" fmla="*/ 0 h 301"/>
                    <a:gd name="T2" fmla="*/ 1287 w 1438"/>
                    <a:gd name="T3" fmla="*/ 0 h 301"/>
                    <a:gd name="T4" fmla="*/ 1318 w 1438"/>
                    <a:gd name="T5" fmla="*/ 3 h 301"/>
                    <a:gd name="T6" fmla="*/ 1346 w 1438"/>
                    <a:gd name="T7" fmla="*/ 12 h 301"/>
                    <a:gd name="T8" fmla="*/ 1372 w 1438"/>
                    <a:gd name="T9" fmla="*/ 26 h 301"/>
                    <a:gd name="T10" fmla="*/ 1394 w 1438"/>
                    <a:gd name="T11" fmla="*/ 44 h 301"/>
                    <a:gd name="T12" fmla="*/ 1413 w 1438"/>
                    <a:gd name="T13" fmla="*/ 66 h 301"/>
                    <a:gd name="T14" fmla="*/ 1426 w 1438"/>
                    <a:gd name="T15" fmla="*/ 92 h 301"/>
                    <a:gd name="T16" fmla="*/ 1435 w 1438"/>
                    <a:gd name="T17" fmla="*/ 120 h 301"/>
                    <a:gd name="T18" fmla="*/ 1438 w 1438"/>
                    <a:gd name="T19" fmla="*/ 150 h 301"/>
                    <a:gd name="T20" fmla="*/ 1435 w 1438"/>
                    <a:gd name="T21" fmla="*/ 181 h 301"/>
                    <a:gd name="T22" fmla="*/ 1426 w 1438"/>
                    <a:gd name="T23" fmla="*/ 210 h 301"/>
                    <a:gd name="T24" fmla="*/ 1413 w 1438"/>
                    <a:gd name="T25" fmla="*/ 235 h 301"/>
                    <a:gd name="T26" fmla="*/ 1394 w 1438"/>
                    <a:gd name="T27" fmla="*/ 258 h 301"/>
                    <a:gd name="T28" fmla="*/ 1372 w 1438"/>
                    <a:gd name="T29" fmla="*/ 275 h 301"/>
                    <a:gd name="T30" fmla="*/ 1346 w 1438"/>
                    <a:gd name="T31" fmla="*/ 290 h 301"/>
                    <a:gd name="T32" fmla="*/ 1318 w 1438"/>
                    <a:gd name="T33" fmla="*/ 298 h 301"/>
                    <a:gd name="T34" fmla="*/ 1287 w 1438"/>
                    <a:gd name="T35" fmla="*/ 301 h 301"/>
                    <a:gd name="T36" fmla="*/ 151 w 1438"/>
                    <a:gd name="T37" fmla="*/ 301 h 301"/>
                    <a:gd name="T38" fmla="*/ 121 w 1438"/>
                    <a:gd name="T39" fmla="*/ 298 h 301"/>
                    <a:gd name="T40" fmla="*/ 93 w 1438"/>
                    <a:gd name="T41" fmla="*/ 290 h 301"/>
                    <a:gd name="T42" fmla="*/ 66 w 1438"/>
                    <a:gd name="T43" fmla="*/ 275 h 301"/>
                    <a:gd name="T44" fmla="*/ 44 w 1438"/>
                    <a:gd name="T45" fmla="*/ 258 h 301"/>
                    <a:gd name="T46" fmla="*/ 26 w 1438"/>
                    <a:gd name="T47" fmla="*/ 235 h 301"/>
                    <a:gd name="T48" fmla="*/ 12 w 1438"/>
                    <a:gd name="T49" fmla="*/ 210 h 301"/>
                    <a:gd name="T50" fmla="*/ 4 w 1438"/>
                    <a:gd name="T51" fmla="*/ 181 h 301"/>
                    <a:gd name="T52" fmla="*/ 0 w 1438"/>
                    <a:gd name="T53" fmla="*/ 150 h 301"/>
                    <a:gd name="T54" fmla="*/ 4 w 1438"/>
                    <a:gd name="T55" fmla="*/ 120 h 301"/>
                    <a:gd name="T56" fmla="*/ 12 w 1438"/>
                    <a:gd name="T57" fmla="*/ 92 h 301"/>
                    <a:gd name="T58" fmla="*/ 26 w 1438"/>
                    <a:gd name="T59" fmla="*/ 66 h 301"/>
                    <a:gd name="T60" fmla="*/ 44 w 1438"/>
                    <a:gd name="T61" fmla="*/ 44 h 301"/>
                    <a:gd name="T62" fmla="*/ 66 w 1438"/>
                    <a:gd name="T63" fmla="*/ 26 h 301"/>
                    <a:gd name="T64" fmla="*/ 93 w 1438"/>
                    <a:gd name="T65" fmla="*/ 12 h 301"/>
                    <a:gd name="T66" fmla="*/ 121 w 1438"/>
                    <a:gd name="T67" fmla="*/ 3 h 301"/>
                    <a:gd name="T68" fmla="*/ 151 w 1438"/>
                    <a:gd name="T69" fmla="*/ 0 h 30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</a:cxnLst>
                  <a:rect l="0" t="0" r="r" b="b"/>
                  <a:pathLst>
                    <a:path w="1438" h="301">
                      <a:moveTo>
                        <a:pt x="151" y="0"/>
                      </a:moveTo>
                      <a:lnTo>
                        <a:pt x="1287" y="0"/>
                      </a:lnTo>
                      <a:lnTo>
                        <a:pt x="1318" y="3"/>
                      </a:lnTo>
                      <a:lnTo>
                        <a:pt x="1346" y="12"/>
                      </a:lnTo>
                      <a:lnTo>
                        <a:pt x="1372" y="26"/>
                      </a:lnTo>
                      <a:lnTo>
                        <a:pt x="1394" y="44"/>
                      </a:lnTo>
                      <a:lnTo>
                        <a:pt x="1413" y="66"/>
                      </a:lnTo>
                      <a:lnTo>
                        <a:pt x="1426" y="92"/>
                      </a:lnTo>
                      <a:lnTo>
                        <a:pt x="1435" y="120"/>
                      </a:lnTo>
                      <a:lnTo>
                        <a:pt x="1438" y="150"/>
                      </a:lnTo>
                      <a:lnTo>
                        <a:pt x="1435" y="181"/>
                      </a:lnTo>
                      <a:lnTo>
                        <a:pt x="1426" y="210"/>
                      </a:lnTo>
                      <a:lnTo>
                        <a:pt x="1413" y="235"/>
                      </a:lnTo>
                      <a:lnTo>
                        <a:pt x="1394" y="258"/>
                      </a:lnTo>
                      <a:lnTo>
                        <a:pt x="1372" y="275"/>
                      </a:lnTo>
                      <a:lnTo>
                        <a:pt x="1346" y="290"/>
                      </a:lnTo>
                      <a:lnTo>
                        <a:pt x="1318" y="298"/>
                      </a:lnTo>
                      <a:lnTo>
                        <a:pt x="1287" y="301"/>
                      </a:lnTo>
                      <a:lnTo>
                        <a:pt x="151" y="301"/>
                      </a:lnTo>
                      <a:lnTo>
                        <a:pt x="121" y="298"/>
                      </a:lnTo>
                      <a:lnTo>
                        <a:pt x="93" y="290"/>
                      </a:lnTo>
                      <a:lnTo>
                        <a:pt x="66" y="275"/>
                      </a:lnTo>
                      <a:lnTo>
                        <a:pt x="44" y="258"/>
                      </a:lnTo>
                      <a:lnTo>
                        <a:pt x="26" y="235"/>
                      </a:lnTo>
                      <a:lnTo>
                        <a:pt x="12" y="210"/>
                      </a:lnTo>
                      <a:lnTo>
                        <a:pt x="4" y="181"/>
                      </a:lnTo>
                      <a:lnTo>
                        <a:pt x="0" y="150"/>
                      </a:lnTo>
                      <a:lnTo>
                        <a:pt x="4" y="120"/>
                      </a:lnTo>
                      <a:lnTo>
                        <a:pt x="12" y="92"/>
                      </a:lnTo>
                      <a:lnTo>
                        <a:pt x="26" y="66"/>
                      </a:lnTo>
                      <a:lnTo>
                        <a:pt x="44" y="44"/>
                      </a:lnTo>
                      <a:lnTo>
                        <a:pt x="66" y="26"/>
                      </a:lnTo>
                      <a:lnTo>
                        <a:pt x="93" y="12"/>
                      </a:lnTo>
                      <a:lnTo>
                        <a:pt x="121" y="3"/>
                      </a:lnTo>
                      <a:lnTo>
                        <a:pt x="151" y="0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30" name="Freeform 56"/>
                <p:cNvSpPr>
                  <a:spLocks/>
                </p:cNvSpPr>
                <p:nvPr/>
              </p:nvSpPr>
              <p:spPr bwMode="auto">
                <a:xfrm>
                  <a:off x="4657725" y="3768726"/>
                  <a:ext cx="125413" cy="44450"/>
                </a:xfrm>
                <a:custGeom>
                  <a:avLst/>
                  <a:gdLst>
                    <a:gd name="T0" fmla="*/ 151 w 870"/>
                    <a:gd name="T1" fmla="*/ 0 h 301"/>
                    <a:gd name="T2" fmla="*/ 720 w 870"/>
                    <a:gd name="T3" fmla="*/ 0 h 301"/>
                    <a:gd name="T4" fmla="*/ 750 w 870"/>
                    <a:gd name="T5" fmla="*/ 4 h 301"/>
                    <a:gd name="T6" fmla="*/ 778 w 870"/>
                    <a:gd name="T7" fmla="*/ 12 h 301"/>
                    <a:gd name="T8" fmla="*/ 805 w 870"/>
                    <a:gd name="T9" fmla="*/ 26 h 301"/>
                    <a:gd name="T10" fmla="*/ 827 w 870"/>
                    <a:gd name="T11" fmla="*/ 44 h 301"/>
                    <a:gd name="T12" fmla="*/ 845 w 870"/>
                    <a:gd name="T13" fmla="*/ 67 h 301"/>
                    <a:gd name="T14" fmla="*/ 859 w 870"/>
                    <a:gd name="T15" fmla="*/ 92 h 301"/>
                    <a:gd name="T16" fmla="*/ 867 w 870"/>
                    <a:gd name="T17" fmla="*/ 120 h 301"/>
                    <a:gd name="T18" fmla="*/ 870 w 870"/>
                    <a:gd name="T19" fmla="*/ 151 h 301"/>
                    <a:gd name="T20" fmla="*/ 867 w 870"/>
                    <a:gd name="T21" fmla="*/ 181 h 301"/>
                    <a:gd name="T22" fmla="*/ 859 w 870"/>
                    <a:gd name="T23" fmla="*/ 209 h 301"/>
                    <a:gd name="T24" fmla="*/ 845 w 870"/>
                    <a:gd name="T25" fmla="*/ 234 h 301"/>
                    <a:gd name="T26" fmla="*/ 827 w 870"/>
                    <a:gd name="T27" fmla="*/ 257 h 301"/>
                    <a:gd name="T28" fmla="*/ 805 w 870"/>
                    <a:gd name="T29" fmla="*/ 275 h 301"/>
                    <a:gd name="T30" fmla="*/ 778 w 870"/>
                    <a:gd name="T31" fmla="*/ 290 h 301"/>
                    <a:gd name="T32" fmla="*/ 750 w 870"/>
                    <a:gd name="T33" fmla="*/ 298 h 301"/>
                    <a:gd name="T34" fmla="*/ 720 w 870"/>
                    <a:gd name="T35" fmla="*/ 301 h 301"/>
                    <a:gd name="T36" fmla="*/ 151 w 870"/>
                    <a:gd name="T37" fmla="*/ 301 h 301"/>
                    <a:gd name="T38" fmla="*/ 121 w 870"/>
                    <a:gd name="T39" fmla="*/ 298 h 301"/>
                    <a:gd name="T40" fmla="*/ 93 w 870"/>
                    <a:gd name="T41" fmla="*/ 290 h 301"/>
                    <a:gd name="T42" fmla="*/ 66 w 870"/>
                    <a:gd name="T43" fmla="*/ 275 h 301"/>
                    <a:gd name="T44" fmla="*/ 44 w 870"/>
                    <a:gd name="T45" fmla="*/ 257 h 301"/>
                    <a:gd name="T46" fmla="*/ 26 w 870"/>
                    <a:gd name="T47" fmla="*/ 234 h 301"/>
                    <a:gd name="T48" fmla="*/ 12 w 870"/>
                    <a:gd name="T49" fmla="*/ 209 h 301"/>
                    <a:gd name="T50" fmla="*/ 4 w 870"/>
                    <a:gd name="T51" fmla="*/ 181 h 301"/>
                    <a:gd name="T52" fmla="*/ 0 w 870"/>
                    <a:gd name="T53" fmla="*/ 151 h 301"/>
                    <a:gd name="T54" fmla="*/ 4 w 870"/>
                    <a:gd name="T55" fmla="*/ 120 h 301"/>
                    <a:gd name="T56" fmla="*/ 12 w 870"/>
                    <a:gd name="T57" fmla="*/ 92 h 301"/>
                    <a:gd name="T58" fmla="*/ 26 w 870"/>
                    <a:gd name="T59" fmla="*/ 67 h 301"/>
                    <a:gd name="T60" fmla="*/ 44 w 870"/>
                    <a:gd name="T61" fmla="*/ 44 h 301"/>
                    <a:gd name="T62" fmla="*/ 66 w 870"/>
                    <a:gd name="T63" fmla="*/ 26 h 301"/>
                    <a:gd name="T64" fmla="*/ 93 w 870"/>
                    <a:gd name="T65" fmla="*/ 12 h 301"/>
                    <a:gd name="T66" fmla="*/ 121 w 870"/>
                    <a:gd name="T67" fmla="*/ 4 h 301"/>
                    <a:gd name="T68" fmla="*/ 151 w 870"/>
                    <a:gd name="T69" fmla="*/ 0 h 30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</a:cxnLst>
                  <a:rect l="0" t="0" r="r" b="b"/>
                  <a:pathLst>
                    <a:path w="870" h="301">
                      <a:moveTo>
                        <a:pt x="151" y="0"/>
                      </a:moveTo>
                      <a:lnTo>
                        <a:pt x="720" y="0"/>
                      </a:lnTo>
                      <a:lnTo>
                        <a:pt x="750" y="4"/>
                      </a:lnTo>
                      <a:lnTo>
                        <a:pt x="778" y="12"/>
                      </a:lnTo>
                      <a:lnTo>
                        <a:pt x="805" y="26"/>
                      </a:lnTo>
                      <a:lnTo>
                        <a:pt x="827" y="44"/>
                      </a:lnTo>
                      <a:lnTo>
                        <a:pt x="845" y="67"/>
                      </a:lnTo>
                      <a:lnTo>
                        <a:pt x="859" y="92"/>
                      </a:lnTo>
                      <a:lnTo>
                        <a:pt x="867" y="120"/>
                      </a:lnTo>
                      <a:lnTo>
                        <a:pt x="870" y="151"/>
                      </a:lnTo>
                      <a:lnTo>
                        <a:pt x="867" y="181"/>
                      </a:lnTo>
                      <a:lnTo>
                        <a:pt x="859" y="209"/>
                      </a:lnTo>
                      <a:lnTo>
                        <a:pt x="845" y="234"/>
                      </a:lnTo>
                      <a:lnTo>
                        <a:pt x="827" y="257"/>
                      </a:lnTo>
                      <a:lnTo>
                        <a:pt x="805" y="275"/>
                      </a:lnTo>
                      <a:lnTo>
                        <a:pt x="778" y="290"/>
                      </a:lnTo>
                      <a:lnTo>
                        <a:pt x="750" y="298"/>
                      </a:lnTo>
                      <a:lnTo>
                        <a:pt x="720" y="301"/>
                      </a:lnTo>
                      <a:lnTo>
                        <a:pt x="151" y="301"/>
                      </a:lnTo>
                      <a:lnTo>
                        <a:pt x="121" y="298"/>
                      </a:lnTo>
                      <a:lnTo>
                        <a:pt x="93" y="290"/>
                      </a:lnTo>
                      <a:lnTo>
                        <a:pt x="66" y="275"/>
                      </a:lnTo>
                      <a:lnTo>
                        <a:pt x="44" y="257"/>
                      </a:lnTo>
                      <a:lnTo>
                        <a:pt x="26" y="234"/>
                      </a:lnTo>
                      <a:lnTo>
                        <a:pt x="12" y="209"/>
                      </a:lnTo>
                      <a:lnTo>
                        <a:pt x="4" y="181"/>
                      </a:lnTo>
                      <a:lnTo>
                        <a:pt x="0" y="151"/>
                      </a:lnTo>
                      <a:lnTo>
                        <a:pt x="4" y="120"/>
                      </a:lnTo>
                      <a:lnTo>
                        <a:pt x="12" y="92"/>
                      </a:lnTo>
                      <a:lnTo>
                        <a:pt x="26" y="67"/>
                      </a:lnTo>
                      <a:lnTo>
                        <a:pt x="44" y="44"/>
                      </a:lnTo>
                      <a:lnTo>
                        <a:pt x="66" y="26"/>
                      </a:lnTo>
                      <a:lnTo>
                        <a:pt x="93" y="12"/>
                      </a:lnTo>
                      <a:lnTo>
                        <a:pt x="121" y="4"/>
                      </a:lnTo>
                      <a:lnTo>
                        <a:pt x="151" y="0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31" name="Freeform 57"/>
                <p:cNvSpPr>
                  <a:spLocks/>
                </p:cNvSpPr>
                <p:nvPr/>
              </p:nvSpPr>
              <p:spPr bwMode="auto">
                <a:xfrm>
                  <a:off x="4575175" y="3521076"/>
                  <a:ext cx="371475" cy="477838"/>
                </a:xfrm>
                <a:custGeom>
                  <a:avLst/>
                  <a:gdLst>
                    <a:gd name="T0" fmla="*/ 152 w 2574"/>
                    <a:gd name="T1" fmla="*/ 0 h 3310"/>
                    <a:gd name="T2" fmla="*/ 2423 w 2574"/>
                    <a:gd name="T3" fmla="*/ 0 h 3310"/>
                    <a:gd name="T4" fmla="*/ 2453 w 2574"/>
                    <a:gd name="T5" fmla="*/ 3 h 3310"/>
                    <a:gd name="T6" fmla="*/ 2481 w 2574"/>
                    <a:gd name="T7" fmla="*/ 12 h 3310"/>
                    <a:gd name="T8" fmla="*/ 2507 w 2574"/>
                    <a:gd name="T9" fmla="*/ 26 h 3310"/>
                    <a:gd name="T10" fmla="*/ 2529 w 2574"/>
                    <a:gd name="T11" fmla="*/ 44 h 3310"/>
                    <a:gd name="T12" fmla="*/ 2548 w 2574"/>
                    <a:gd name="T13" fmla="*/ 67 h 3310"/>
                    <a:gd name="T14" fmla="*/ 2562 w 2574"/>
                    <a:gd name="T15" fmla="*/ 92 h 3310"/>
                    <a:gd name="T16" fmla="*/ 2571 w 2574"/>
                    <a:gd name="T17" fmla="*/ 120 h 3310"/>
                    <a:gd name="T18" fmla="*/ 2574 w 2574"/>
                    <a:gd name="T19" fmla="*/ 150 h 3310"/>
                    <a:gd name="T20" fmla="*/ 2574 w 2574"/>
                    <a:gd name="T21" fmla="*/ 374 h 3310"/>
                    <a:gd name="T22" fmla="*/ 2272 w 2574"/>
                    <a:gd name="T23" fmla="*/ 896 h 3310"/>
                    <a:gd name="T24" fmla="*/ 2272 w 2574"/>
                    <a:gd name="T25" fmla="*/ 301 h 3310"/>
                    <a:gd name="T26" fmla="*/ 304 w 2574"/>
                    <a:gd name="T27" fmla="*/ 301 h 3310"/>
                    <a:gd name="T28" fmla="*/ 304 w 2574"/>
                    <a:gd name="T29" fmla="*/ 3008 h 3310"/>
                    <a:gd name="T30" fmla="*/ 2272 w 2574"/>
                    <a:gd name="T31" fmla="*/ 3008 h 3310"/>
                    <a:gd name="T32" fmla="*/ 2272 w 2574"/>
                    <a:gd name="T33" fmla="*/ 2634 h 3310"/>
                    <a:gd name="T34" fmla="*/ 2430 w 2574"/>
                    <a:gd name="T35" fmla="*/ 2530 h 3310"/>
                    <a:gd name="T36" fmla="*/ 2458 w 2574"/>
                    <a:gd name="T37" fmla="*/ 2508 h 3310"/>
                    <a:gd name="T38" fmla="*/ 2482 w 2574"/>
                    <a:gd name="T39" fmla="*/ 2483 h 3310"/>
                    <a:gd name="T40" fmla="*/ 2502 w 2574"/>
                    <a:gd name="T41" fmla="*/ 2454 h 3310"/>
                    <a:gd name="T42" fmla="*/ 2574 w 2574"/>
                    <a:gd name="T43" fmla="*/ 2330 h 3310"/>
                    <a:gd name="T44" fmla="*/ 2574 w 2574"/>
                    <a:gd name="T45" fmla="*/ 3159 h 3310"/>
                    <a:gd name="T46" fmla="*/ 2571 w 2574"/>
                    <a:gd name="T47" fmla="*/ 3189 h 3310"/>
                    <a:gd name="T48" fmla="*/ 2562 w 2574"/>
                    <a:gd name="T49" fmla="*/ 3217 h 3310"/>
                    <a:gd name="T50" fmla="*/ 2548 w 2574"/>
                    <a:gd name="T51" fmla="*/ 3243 h 3310"/>
                    <a:gd name="T52" fmla="*/ 2529 w 2574"/>
                    <a:gd name="T53" fmla="*/ 3265 h 3310"/>
                    <a:gd name="T54" fmla="*/ 2507 w 2574"/>
                    <a:gd name="T55" fmla="*/ 3284 h 3310"/>
                    <a:gd name="T56" fmla="*/ 2481 w 2574"/>
                    <a:gd name="T57" fmla="*/ 3297 h 3310"/>
                    <a:gd name="T58" fmla="*/ 2453 w 2574"/>
                    <a:gd name="T59" fmla="*/ 3307 h 3310"/>
                    <a:gd name="T60" fmla="*/ 2423 w 2574"/>
                    <a:gd name="T61" fmla="*/ 3310 h 3310"/>
                    <a:gd name="T62" fmla="*/ 152 w 2574"/>
                    <a:gd name="T63" fmla="*/ 3310 h 3310"/>
                    <a:gd name="T64" fmla="*/ 121 w 2574"/>
                    <a:gd name="T65" fmla="*/ 3307 h 3310"/>
                    <a:gd name="T66" fmla="*/ 93 w 2574"/>
                    <a:gd name="T67" fmla="*/ 3297 h 3310"/>
                    <a:gd name="T68" fmla="*/ 67 w 2574"/>
                    <a:gd name="T69" fmla="*/ 3284 h 3310"/>
                    <a:gd name="T70" fmla="*/ 45 w 2574"/>
                    <a:gd name="T71" fmla="*/ 3265 h 3310"/>
                    <a:gd name="T72" fmla="*/ 26 w 2574"/>
                    <a:gd name="T73" fmla="*/ 3243 h 3310"/>
                    <a:gd name="T74" fmla="*/ 13 w 2574"/>
                    <a:gd name="T75" fmla="*/ 3217 h 3310"/>
                    <a:gd name="T76" fmla="*/ 3 w 2574"/>
                    <a:gd name="T77" fmla="*/ 3189 h 3310"/>
                    <a:gd name="T78" fmla="*/ 0 w 2574"/>
                    <a:gd name="T79" fmla="*/ 3159 h 3310"/>
                    <a:gd name="T80" fmla="*/ 0 w 2574"/>
                    <a:gd name="T81" fmla="*/ 150 h 3310"/>
                    <a:gd name="T82" fmla="*/ 3 w 2574"/>
                    <a:gd name="T83" fmla="*/ 120 h 3310"/>
                    <a:gd name="T84" fmla="*/ 13 w 2574"/>
                    <a:gd name="T85" fmla="*/ 92 h 3310"/>
                    <a:gd name="T86" fmla="*/ 26 w 2574"/>
                    <a:gd name="T87" fmla="*/ 67 h 3310"/>
                    <a:gd name="T88" fmla="*/ 45 w 2574"/>
                    <a:gd name="T89" fmla="*/ 44 h 3310"/>
                    <a:gd name="T90" fmla="*/ 67 w 2574"/>
                    <a:gd name="T91" fmla="*/ 26 h 3310"/>
                    <a:gd name="T92" fmla="*/ 93 w 2574"/>
                    <a:gd name="T93" fmla="*/ 12 h 3310"/>
                    <a:gd name="T94" fmla="*/ 121 w 2574"/>
                    <a:gd name="T95" fmla="*/ 3 h 3310"/>
                    <a:gd name="T96" fmla="*/ 152 w 2574"/>
                    <a:gd name="T97" fmla="*/ 0 h 331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</a:cxnLst>
                  <a:rect l="0" t="0" r="r" b="b"/>
                  <a:pathLst>
                    <a:path w="2574" h="3310">
                      <a:moveTo>
                        <a:pt x="152" y="0"/>
                      </a:moveTo>
                      <a:lnTo>
                        <a:pt x="2423" y="0"/>
                      </a:lnTo>
                      <a:lnTo>
                        <a:pt x="2453" y="3"/>
                      </a:lnTo>
                      <a:lnTo>
                        <a:pt x="2481" y="12"/>
                      </a:lnTo>
                      <a:lnTo>
                        <a:pt x="2507" y="26"/>
                      </a:lnTo>
                      <a:lnTo>
                        <a:pt x="2529" y="44"/>
                      </a:lnTo>
                      <a:lnTo>
                        <a:pt x="2548" y="67"/>
                      </a:lnTo>
                      <a:lnTo>
                        <a:pt x="2562" y="92"/>
                      </a:lnTo>
                      <a:lnTo>
                        <a:pt x="2571" y="120"/>
                      </a:lnTo>
                      <a:lnTo>
                        <a:pt x="2574" y="150"/>
                      </a:lnTo>
                      <a:lnTo>
                        <a:pt x="2574" y="374"/>
                      </a:lnTo>
                      <a:lnTo>
                        <a:pt x="2272" y="896"/>
                      </a:lnTo>
                      <a:lnTo>
                        <a:pt x="2272" y="301"/>
                      </a:lnTo>
                      <a:lnTo>
                        <a:pt x="304" y="301"/>
                      </a:lnTo>
                      <a:lnTo>
                        <a:pt x="304" y="3008"/>
                      </a:lnTo>
                      <a:lnTo>
                        <a:pt x="2272" y="3008"/>
                      </a:lnTo>
                      <a:lnTo>
                        <a:pt x="2272" y="2634"/>
                      </a:lnTo>
                      <a:lnTo>
                        <a:pt x="2430" y="2530"/>
                      </a:lnTo>
                      <a:lnTo>
                        <a:pt x="2458" y="2508"/>
                      </a:lnTo>
                      <a:lnTo>
                        <a:pt x="2482" y="2483"/>
                      </a:lnTo>
                      <a:lnTo>
                        <a:pt x="2502" y="2454"/>
                      </a:lnTo>
                      <a:lnTo>
                        <a:pt x="2574" y="2330"/>
                      </a:lnTo>
                      <a:lnTo>
                        <a:pt x="2574" y="3159"/>
                      </a:lnTo>
                      <a:lnTo>
                        <a:pt x="2571" y="3189"/>
                      </a:lnTo>
                      <a:lnTo>
                        <a:pt x="2562" y="3217"/>
                      </a:lnTo>
                      <a:lnTo>
                        <a:pt x="2548" y="3243"/>
                      </a:lnTo>
                      <a:lnTo>
                        <a:pt x="2529" y="3265"/>
                      </a:lnTo>
                      <a:lnTo>
                        <a:pt x="2507" y="3284"/>
                      </a:lnTo>
                      <a:lnTo>
                        <a:pt x="2481" y="3297"/>
                      </a:lnTo>
                      <a:lnTo>
                        <a:pt x="2453" y="3307"/>
                      </a:lnTo>
                      <a:lnTo>
                        <a:pt x="2423" y="3310"/>
                      </a:lnTo>
                      <a:lnTo>
                        <a:pt x="152" y="3310"/>
                      </a:lnTo>
                      <a:lnTo>
                        <a:pt x="121" y="3307"/>
                      </a:lnTo>
                      <a:lnTo>
                        <a:pt x="93" y="3297"/>
                      </a:lnTo>
                      <a:lnTo>
                        <a:pt x="67" y="3284"/>
                      </a:lnTo>
                      <a:lnTo>
                        <a:pt x="45" y="3265"/>
                      </a:lnTo>
                      <a:lnTo>
                        <a:pt x="26" y="3243"/>
                      </a:lnTo>
                      <a:lnTo>
                        <a:pt x="13" y="3217"/>
                      </a:lnTo>
                      <a:lnTo>
                        <a:pt x="3" y="3189"/>
                      </a:lnTo>
                      <a:lnTo>
                        <a:pt x="0" y="3159"/>
                      </a:lnTo>
                      <a:lnTo>
                        <a:pt x="0" y="150"/>
                      </a:lnTo>
                      <a:lnTo>
                        <a:pt x="3" y="120"/>
                      </a:lnTo>
                      <a:lnTo>
                        <a:pt x="13" y="92"/>
                      </a:lnTo>
                      <a:lnTo>
                        <a:pt x="26" y="67"/>
                      </a:lnTo>
                      <a:lnTo>
                        <a:pt x="45" y="44"/>
                      </a:lnTo>
                      <a:lnTo>
                        <a:pt x="67" y="26"/>
                      </a:lnTo>
                      <a:lnTo>
                        <a:pt x="93" y="12"/>
                      </a:lnTo>
                      <a:lnTo>
                        <a:pt x="121" y="3"/>
                      </a:lnTo>
                      <a:lnTo>
                        <a:pt x="152" y="0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32" name="Freeform 58"/>
                <p:cNvSpPr>
                  <a:spLocks noEditPoints="1"/>
                </p:cNvSpPr>
                <p:nvPr/>
              </p:nvSpPr>
              <p:spPr bwMode="auto">
                <a:xfrm>
                  <a:off x="4826000" y="3575051"/>
                  <a:ext cx="228600" cy="341313"/>
                </a:xfrm>
                <a:custGeom>
                  <a:avLst/>
                  <a:gdLst>
                    <a:gd name="T0" fmla="*/ 131 w 1591"/>
                    <a:gd name="T1" fmla="*/ 1996 h 2370"/>
                    <a:gd name="T2" fmla="*/ 223 w 1591"/>
                    <a:gd name="T3" fmla="*/ 2040 h 2370"/>
                    <a:gd name="T4" fmla="*/ 308 w 1591"/>
                    <a:gd name="T5" fmla="*/ 2097 h 2370"/>
                    <a:gd name="T6" fmla="*/ 439 w 1591"/>
                    <a:gd name="T7" fmla="*/ 1980 h 2370"/>
                    <a:gd name="T8" fmla="*/ 389 w 1591"/>
                    <a:gd name="T9" fmla="*/ 1934 h 2370"/>
                    <a:gd name="T10" fmla="*/ 314 w 1591"/>
                    <a:gd name="T11" fmla="*/ 1883 h 2370"/>
                    <a:gd name="T12" fmla="*/ 245 w 1591"/>
                    <a:gd name="T13" fmla="*/ 1849 h 2370"/>
                    <a:gd name="T14" fmla="*/ 187 w 1591"/>
                    <a:gd name="T15" fmla="*/ 1829 h 2370"/>
                    <a:gd name="T16" fmla="*/ 141 w 1591"/>
                    <a:gd name="T17" fmla="*/ 1820 h 2370"/>
                    <a:gd name="T18" fmla="*/ 1118 w 1591"/>
                    <a:gd name="T19" fmla="*/ 0 h 2370"/>
                    <a:gd name="T20" fmla="*/ 1173 w 1591"/>
                    <a:gd name="T21" fmla="*/ 7 h 2370"/>
                    <a:gd name="T22" fmla="*/ 1240 w 1591"/>
                    <a:gd name="T23" fmla="*/ 25 h 2370"/>
                    <a:gd name="T24" fmla="*/ 1319 w 1591"/>
                    <a:gd name="T25" fmla="*/ 57 h 2370"/>
                    <a:gd name="T26" fmla="*/ 1407 w 1591"/>
                    <a:gd name="T27" fmla="*/ 108 h 2370"/>
                    <a:gd name="T28" fmla="*/ 1478 w 1591"/>
                    <a:gd name="T29" fmla="*/ 163 h 2370"/>
                    <a:gd name="T30" fmla="*/ 1528 w 1591"/>
                    <a:gd name="T31" fmla="*/ 215 h 2370"/>
                    <a:gd name="T32" fmla="*/ 1561 w 1591"/>
                    <a:gd name="T33" fmla="*/ 261 h 2370"/>
                    <a:gd name="T34" fmla="*/ 1580 w 1591"/>
                    <a:gd name="T35" fmla="*/ 297 h 2370"/>
                    <a:gd name="T36" fmla="*/ 1588 w 1591"/>
                    <a:gd name="T37" fmla="*/ 320 h 2370"/>
                    <a:gd name="T38" fmla="*/ 1591 w 1591"/>
                    <a:gd name="T39" fmla="*/ 344 h 2370"/>
                    <a:gd name="T40" fmla="*/ 1581 w 1591"/>
                    <a:gd name="T41" fmla="*/ 379 h 2370"/>
                    <a:gd name="T42" fmla="*/ 625 w 1591"/>
                    <a:gd name="T43" fmla="*/ 2021 h 2370"/>
                    <a:gd name="T44" fmla="*/ 116 w 1591"/>
                    <a:gd name="T45" fmla="*/ 2357 h 2370"/>
                    <a:gd name="T46" fmla="*/ 77 w 1591"/>
                    <a:gd name="T47" fmla="*/ 2370 h 2370"/>
                    <a:gd name="T48" fmla="*/ 36 w 1591"/>
                    <a:gd name="T49" fmla="*/ 2359 h 2370"/>
                    <a:gd name="T50" fmla="*/ 12 w 1591"/>
                    <a:gd name="T51" fmla="*/ 2338 h 2370"/>
                    <a:gd name="T52" fmla="*/ 0 w 1591"/>
                    <a:gd name="T53" fmla="*/ 2306 h 2370"/>
                    <a:gd name="T54" fmla="*/ 34 w 1591"/>
                    <a:gd name="T55" fmla="*/ 1702 h 2370"/>
                    <a:gd name="T56" fmla="*/ 45 w 1591"/>
                    <a:gd name="T57" fmla="*/ 1670 h 2370"/>
                    <a:gd name="T58" fmla="*/ 1002 w 1591"/>
                    <a:gd name="T59" fmla="*/ 27 h 2370"/>
                    <a:gd name="T60" fmla="*/ 1034 w 1591"/>
                    <a:gd name="T61" fmla="*/ 7 h 2370"/>
                    <a:gd name="T62" fmla="*/ 1048 w 1591"/>
                    <a:gd name="T63" fmla="*/ 4 h 2370"/>
                    <a:gd name="T64" fmla="*/ 1076 w 1591"/>
                    <a:gd name="T65" fmla="*/ 0 h 237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</a:cxnLst>
                  <a:rect l="0" t="0" r="r" b="b"/>
                  <a:pathLst>
                    <a:path w="1591" h="2370">
                      <a:moveTo>
                        <a:pt x="141" y="1820"/>
                      </a:moveTo>
                      <a:lnTo>
                        <a:pt x="131" y="1996"/>
                      </a:lnTo>
                      <a:lnTo>
                        <a:pt x="177" y="2016"/>
                      </a:lnTo>
                      <a:lnTo>
                        <a:pt x="223" y="2040"/>
                      </a:lnTo>
                      <a:lnTo>
                        <a:pt x="267" y="2067"/>
                      </a:lnTo>
                      <a:lnTo>
                        <a:pt x="308" y="2097"/>
                      </a:lnTo>
                      <a:lnTo>
                        <a:pt x="455" y="2000"/>
                      </a:lnTo>
                      <a:lnTo>
                        <a:pt x="439" y="1980"/>
                      </a:lnTo>
                      <a:lnTo>
                        <a:pt x="417" y="1958"/>
                      </a:lnTo>
                      <a:lnTo>
                        <a:pt x="389" y="1934"/>
                      </a:lnTo>
                      <a:lnTo>
                        <a:pt x="355" y="1909"/>
                      </a:lnTo>
                      <a:lnTo>
                        <a:pt x="314" y="1883"/>
                      </a:lnTo>
                      <a:lnTo>
                        <a:pt x="278" y="1864"/>
                      </a:lnTo>
                      <a:lnTo>
                        <a:pt x="245" y="1849"/>
                      </a:lnTo>
                      <a:lnTo>
                        <a:pt x="214" y="1837"/>
                      </a:lnTo>
                      <a:lnTo>
                        <a:pt x="187" y="1829"/>
                      </a:lnTo>
                      <a:lnTo>
                        <a:pt x="163" y="1824"/>
                      </a:lnTo>
                      <a:lnTo>
                        <a:pt x="141" y="1820"/>
                      </a:lnTo>
                      <a:close/>
                      <a:moveTo>
                        <a:pt x="1095" y="0"/>
                      </a:moveTo>
                      <a:lnTo>
                        <a:pt x="1118" y="0"/>
                      </a:lnTo>
                      <a:lnTo>
                        <a:pt x="1144" y="2"/>
                      </a:lnTo>
                      <a:lnTo>
                        <a:pt x="1173" y="7"/>
                      </a:lnTo>
                      <a:lnTo>
                        <a:pt x="1205" y="14"/>
                      </a:lnTo>
                      <a:lnTo>
                        <a:pt x="1240" y="25"/>
                      </a:lnTo>
                      <a:lnTo>
                        <a:pt x="1278" y="39"/>
                      </a:lnTo>
                      <a:lnTo>
                        <a:pt x="1319" y="57"/>
                      </a:lnTo>
                      <a:lnTo>
                        <a:pt x="1362" y="81"/>
                      </a:lnTo>
                      <a:lnTo>
                        <a:pt x="1407" y="108"/>
                      </a:lnTo>
                      <a:lnTo>
                        <a:pt x="1446" y="136"/>
                      </a:lnTo>
                      <a:lnTo>
                        <a:pt x="1478" y="163"/>
                      </a:lnTo>
                      <a:lnTo>
                        <a:pt x="1505" y="190"/>
                      </a:lnTo>
                      <a:lnTo>
                        <a:pt x="1528" y="215"/>
                      </a:lnTo>
                      <a:lnTo>
                        <a:pt x="1546" y="239"/>
                      </a:lnTo>
                      <a:lnTo>
                        <a:pt x="1561" y="261"/>
                      </a:lnTo>
                      <a:lnTo>
                        <a:pt x="1571" y="280"/>
                      </a:lnTo>
                      <a:lnTo>
                        <a:pt x="1580" y="297"/>
                      </a:lnTo>
                      <a:lnTo>
                        <a:pt x="1585" y="311"/>
                      </a:lnTo>
                      <a:lnTo>
                        <a:pt x="1588" y="320"/>
                      </a:lnTo>
                      <a:lnTo>
                        <a:pt x="1589" y="325"/>
                      </a:lnTo>
                      <a:lnTo>
                        <a:pt x="1591" y="344"/>
                      </a:lnTo>
                      <a:lnTo>
                        <a:pt x="1588" y="363"/>
                      </a:lnTo>
                      <a:lnTo>
                        <a:pt x="1581" y="379"/>
                      </a:lnTo>
                      <a:lnTo>
                        <a:pt x="634" y="2008"/>
                      </a:lnTo>
                      <a:lnTo>
                        <a:pt x="625" y="2021"/>
                      </a:lnTo>
                      <a:lnTo>
                        <a:pt x="611" y="2033"/>
                      </a:lnTo>
                      <a:lnTo>
                        <a:pt x="116" y="2357"/>
                      </a:lnTo>
                      <a:lnTo>
                        <a:pt x="97" y="2367"/>
                      </a:lnTo>
                      <a:lnTo>
                        <a:pt x="77" y="2370"/>
                      </a:lnTo>
                      <a:lnTo>
                        <a:pt x="56" y="2368"/>
                      </a:lnTo>
                      <a:lnTo>
                        <a:pt x="36" y="2359"/>
                      </a:lnTo>
                      <a:lnTo>
                        <a:pt x="23" y="2350"/>
                      </a:lnTo>
                      <a:lnTo>
                        <a:pt x="12" y="2338"/>
                      </a:lnTo>
                      <a:lnTo>
                        <a:pt x="5" y="2323"/>
                      </a:lnTo>
                      <a:lnTo>
                        <a:pt x="0" y="2306"/>
                      </a:lnTo>
                      <a:lnTo>
                        <a:pt x="0" y="2290"/>
                      </a:lnTo>
                      <a:lnTo>
                        <a:pt x="34" y="1702"/>
                      </a:lnTo>
                      <a:lnTo>
                        <a:pt x="38" y="1685"/>
                      </a:lnTo>
                      <a:lnTo>
                        <a:pt x="45" y="1670"/>
                      </a:lnTo>
                      <a:lnTo>
                        <a:pt x="991" y="41"/>
                      </a:lnTo>
                      <a:lnTo>
                        <a:pt x="1002" y="27"/>
                      </a:lnTo>
                      <a:lnTo>
                        <a:pt x="1016" y="15"/>
                      </a:lnTo>
                      <a:lnTo>
                        <a:pt x="1034" y="7"/>
                      </a:lnTo>
                      <a:lnTo>
                        <a:pt x="1038" y="6"/>
                      </a:lnTo>
                      <a:lnTo>
                        <a:pt x="1048" y="4"/>
                      </a:lnTo>
                      <a:lnTo>
                        <a:pt x="1060" y="2"/>
                      </a:lnTo>
                      <a:lnTo>
                        <a:pt x="1076" y="0"/>
                      </a:lnTo>
                      <a:lnTo>
                        <a:pt x="1095" y="0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33" name="Freeform 59"/>
                <p:cNvSpPr>
                  <a:spLocks/>
                </p:cNvSpPr>
                <p:nvPr/>
              </p:nvSpPr>
              <p:spPr bwMode="auto">
                <a:xfrm>
                  <a:off x="4645025" y="3849688"/>
                  <a:ext cx="166688" cy="84138"/>
                </a:xfrm>
                <a:custGeom>
                  <a:avLst/>
                  <a:gdLst>
                    <a:gd name="T0" fmla="*/ 557 w 1155"/>
                    <a:gd name="T1" fmla="*/ 5 h 591"/>
                    <a:gd name="T2" fmla="*/ 583 w 1155"/>
                    <a:gd name="T3" fmla="*/ 28 h 591"/>
                    <a:gd name="T4" fmla="*/ 591 w 1155"/>
                    <a:gd name="T5" fmla="*/ 111 h 591"/>
                    <a:gd name="T6" fmla="*/ 560 w 1155"/>
                    <a:gd name="T7" fmla="*/ 199 h 591"/>
                    <a:gd name="T8" fmla="*/ 569 w 1155"/>
                    <a:gd name="T9" fmla="*/ 242 h 591"/>
                    <a:gd name="T10" fmla="*/ 587 w 1155"/>
                    <a:gd name="T11" fmla="*/ 270 h 591"/>
                    <a:gd name="T12" fmla="*/ 637 w 1155"/>
                    <a:gd name="T13" fmla="*/ 278 h 591"/>
                    <a:gd name="T14" fmla="*/ 681 w 1155"/>
                    <a:gd name="T15" fmla="*/ 323 h 591"/>
                    <a:gd name="T16" fmla="*/ 693 w 1155"/>
                    <a:gd name="T17" fmla="*/ 357 h 591"/>
                    <a:gd name="T18" fmla="*/ 847 w 1155"/>
                    <a:gd name="T19" fmla="*/ 351 h 591"/>
                    <a:gd name="T20" fmla="*/ 996 w 1155"/>
                    <a:gd name="T21" fmla="*/ 366 h 591"/>
                    <a:gd name="T22" fmla="*/ 1118 w 1155"/>
                    <a:gd name="T23" fmla="*/ 373 h 591"/>
                    <a:gd name="T24" fmla="*/ 1149 w 1155"/>
                    <a:gd name="T25" fmla="*/ 400 h 591"/>
                    <a:gd name="T26" fmla="*/ 1154 w 1155"/>
                    <a:gd name="T27" fmla="*/ 441 h 591"/>
                    <a:gd name="T28" fmla="*/ 1131 w 1155"/>
                    <a:gd name="T29" fmla="*/ 475 h 591"/>
                    <a:gd name="T30" fmla="*/ 1066 w 1155"/>
                    <a:gd name="T31" fmla="*/ 482 h 591"/>
                    <a:gd name="T32" fmla="*/ 957 w 1155"/>
                    <a:gd name="T33" fmla="*/ 467 h 591"/>
                    <a:gd name="T34" fmla="*/ 843 w 1155"/>
                    <a:gd name="T35" fmla="*/ 452 h 591"/>
                    <a:gd name="T36" fmla="*/ 738 w 1155"/>
                    <a:gd name="T37" fmla="*/ 461 h 591"/>
                    <a:gd name="T38" fmla="*/ 679 w 1155"/>
                    <a:gd name="T39" fmla="*/ 486 h 591"/>
                    <a:gd name="T40" fmla="*/ 636 w 1155"/>
                    <a:gd name="T41" fmla="*/ 492 h 591"/>
                    <a:gd name="T42" fmla="*/ 603 w 1155"/>
                    <a:gd name="T43" fmla="*/ 477 h 591"/>
                    <a:gd name="T44" fmla="*/ 576 w 1155"/>
                    <a:gd name="T45" fmla="*/ 454 h 591"/>
                    <a:gd name="T46" fmla="*/ 571 w 1155"/>
                    <a:gd name="T47" fmla="*/ 407 h 591"/>
                    <a:gd name="T48" fmla="*/ 537 w 1155"/>
                    <a:gd name="T49" fmla="*/ 457 h 591"/>
                    <a:gd name="T50" fmla="*/ 495 w 1155"/>
                    <a:gd name="T51" fmla="*/ 471 h 591"/>
                    <a:gd name="T52" fmla="*/ 455 w 1155"/>
                    <a:gd name="T53" fmla="*/ 456 h 591"/>
                    <a:gd name="T54" fmla="*/ 439 w 1155"/>
                    <a:gd name="T55" fmla="*/ 419 h 591"/>
                    <a:gd name="T56" fmla="*/ 450 w 1155"/>
                    <a:gd name="T57" fmla="*/ 390 h 591"/>
                    <a:gd name="T58" fmla="*/ 458 w 1155"/>
                    <a:gd name="T59" fmla="*/ 369 h 591"/>
                    <a:gd name="T60" fmla="*/ 422 w 1155"/>
                    <a:gd name="T61" fmla="*/ 404 h 591"/>
                    <a:gd name="T62" fmla="*/ 379 w 1155"/>
                    <a:gd name="T63" fmla="*/ 428 h 591"/>
                    <a:gd name="T64" fmla="*/ 335 w 1155"/>
                    <a:gd name="T65" fmla="*/ 417 h 591"/>
                    <a:gd name="T66" fmla="*/ 314 w 1155"/>
                    <a:gd name="T67" fmla="*/ 379 h 591"/>
                    <a:gd name="T68" fmla="*/ 364 w 1155"/>
                    <a:gd name="T69" fmla="*/ 288 h 591"/>
                    <a:gd name="T70" fmla="*/ 252 w 1155"/>
                    <a:gd name="T71" fmla="*/ 393 h 591"/>
                    <a:gd name="T72" fmla="*/ 96 w 1155"/>
                    <a:gd name="T73" fmla="*/ 581 h 591"/>
                    <a:gd name="T74" fmla="*/ 49 w 1155"/>
                    <a:gd name="T75" fmla="*/ 590 h 591"/>
                    <a:gd name="T76" fmla="*/ 9 w 1155"/>
                    <a:gd name="T77" fmla="*/ 569 h 591"/>
                    <a:gd name="T78" fmla="*/ 2 w 1155"/>
                    <a:gd name="T79" fmla="*/ 527 h 591"/>
                    <a:gd name="T80" fmla="*/ 138 w 1155"/>
                    <a:gd name="T81" fmla="*/ 351 h 591"/>
                    <a:gd name="T82" fmla="*/ 344 w 1155"/>
                    <a:gd name="T83" fmla="*/ 123 h 591"/>
                    <a:gd name="T84" fmla="*/ 398 w 1155"/>
                    <a:gd name="T85" fmla="*/ 70 h 591"/>
                    <a:gd name="T86" fmla="*/ 462 w 1155"/>
                    <a:gd name="T87" fmla="*/ 20 h 591"/>
                    <a:gd name="T88" fmla="*/ 534 w 1155"/>
                    <a:gd name="T89" fmla="*/ 0 h 59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</a:cxnLst>
                  <a:rect l="0" t="0" r="r" b="b"/>
                  <a:pathLst>
                    <a:path w="1155" h="591">
                      <a:moveTo>
                        <a:pt x="534" y="0"/>
                      </a:moveTo>
                      <a:lnTo>
                        <a:pt x="545" y="2"/>
                      </a:lnTo>
                      <a:lnTo>
                        <a:pt x="557" y="5"/>
                      </a:lnTo>
                      <a:lnTo>
                        <a:pt x="567" y="10"/>
                      </a:lnTo>
                      <a:lnTo>
                        <a:pt x="576" y="18"/>
                      </a:lnTo>
                      <a:lnTo>
                        <a:pt x="583" y="28"/>
                      </a:lnTo>
                      <a:lnTo>
                        <a:pt x="591" y="54"/>
                      </a:lnTo>
                      <a:lnTo>
                        <a:pt x="593" y="82"/>
                      </a:lnTo>
                      <a:lnTo>
                        <a:pt x="591" y="111"/>
                      </a:lnTo>
                      <a:lnTo>
                        <a:pt x="584" y="140"/>
                      </a:lnTo>
                      <a:lnTo>
                        <a:pt x="573" y="170"/>
                      </a:lnTo>
                      <a:lnTo>
                        <a:pt x="560" y="199"/>
                      </a:lnTo>
                      <a:lnTo>
                        <a:pt x="543" y="230"/>
                      </a:lnTo>
                      <a:lnTo>
                        <a:pt x="557" y="235"/>
                      </a:lnTo>
                      <a:lnTo>
                        <a:pt x="569" y="242"/>
                      </a:lnTo>
                      <a:lnTo>
                        <a:pt x="579" y="254"/>
                      </a:lnTo>
                      <a:lnTo>
                        <a:pt x="583" y="263"/>
                      </a:lnTo>
                      <a:lnTo>
                        <a:pt x="587" y="270"/>
                      </a:lnTo>
                      <a:lnTo>
                        <a:pt x="604" y="269"/>
                      </a:lnTo>
                      <a:lnTo>
                        <a:pt x="620" y="272"/>
                      </a:lnTo>
                      <a:lnTo>
                        <a:pt x="637" y="278"/>
                      </a:lnTo>
                      <a:lnTo>
                        <a:pt x="653" y="289"/>
                      </a:lnTo>
                      <a:lnTo>
                        <a:pt x="668" y="303"/>
                      </a:lnTo>
                      <a:lnTo>
                        <a:pt x="681" y="323"/>
                      </a:lnTo>
                      <a:lnTo>
                        <a:pt x="689" y="338"/>
                      </a:lnTo>
                      <a:lnTo>
                        <a:pt x="692" y="349"/>
                      </a:lnTo>
                      <a:lnTo>
                        <a:pt x="693" y="357"/>
                      </a:lnTo>
                      <a:lnTo>
                        <a:pt x="746" y="351"/>
                      </a:lnTo>
                      <a:lnTo>
                        <a:pt x="797" y="350"/>
                      </a:lnTo>
                      <a:lnTo>
                        <a:pt x="847" y="351"/>
                      </a:lnTo>
                      <a:lnTo>
                        <a:pt x="897" y="355"/>
                      </a:lnTo>
                      <a:lnTo>
                        <a:pt x="946" y="361"/>
                      </a:lnTo>
                      <a:lnTo>
                        <a:pt x="996" y="366"/>
                      </a:lnTo>
                      <a:lnTo>
                        <a:pt x="1048" y="369"/>
                      </a:lnTo>
                      <a:lnTo>
                        <a:pt x="1101" y="371"/>
                      </a:lnTo>
                      <a:lnTo>
                        <a:pt x="1118" y="373"/>
                      </a:lnTo>
                      <a:lnTo>
                        <a:pt x="1131" y="379"/>
                      </a:lnTo>
                      <a:lnTo>
                        <a:pt x="1142" y="389"/>
                      </a:lnTo>
                      <a:lnTo>
                        <a:pt x="1149" y="400"/>
                      </a:lnTo>
                      <a:lnTo>
                        <a:pt x="1154" y="413"/>
                      </a:lnTo>
                      <a:lnTo>
                        <a:pt x="1155" y="427"/>
                      </a:lnTo>
                      <a:lnTo>
                        <a:pt x="1154" y="441"/>
                      </a:lnTo>
                      <a:lnTo>
                        <a:pt x="1149" y="454"/>
                      </a:lnTo>
                      <a:lnTo>
                        <a:pt x="1142" y="466"/>
                      </a:lnTo>
                      <a:lnTo>
                        <a:pt x="1131" y="475"/>
                      </a:lnTo>
                      <a:lnTo>
                        <a:pt x="1118" y="481"/>
                      </a:lnTo>
                      <a:lnTo>
                        <a:pt x="1101" y="483"/>
                      </a:lnTo>
                      <a:lnTo>
                        <a:pt x="1066" y="482"/>
                      </a:lnTo>
                      <a:lnTo>
                        <a:pt x="1031" y="478"/>
                      </a:lnTo>
                      <a:lnTo>
                        <a:pt x="993" y="473"/>
                      </a:lnTo>
                      <a:lnTo>
                        <a:pt x="957" y="467"/>
                      </a:lnTo>
                      <a:lnTo>
                        <a:pt x="919" y="460"/>
                      </a:lnTo>
                      <a:lnTo>
                        <a:pt x="881" y="455"/>
                      </a:lnTo>
                      <a:lnTo>
                        <a:pt x="843" y="452"/>
                      </a:lnTo>
                      <a:lnTo>
                        <a:pt x="807" y="451"/>
                      </a:lnTo>
                      <a:lnTo>
                        <a:pt x="771" y="454"/>
                      </a:lnTo>
                      <a:lnTo>
                        <a:pt x="738" y="461"/>
                      </a:lnTo>
                      <a:lnTo>
                        <a:pt x="705" y="474"/>
                      </a:lnTo>
                      <a:lnTo>
                        <a:pt x="693" y="480"/>
                      </a:lnTo>
                      <a:lnTo>
                        <a:pt x="679" y="486"/>
                      </a:lnTo>
                      <a:lnTo>
                        <a:pt x="664" y="492"/>
                      </a:lnTo>
                      <a:lnTo>
                        <a:pt x="651" y="494"/>
                      </a:lnTo>
                      <a:lnTo>
                        <a:pt x="636" y="492"/>
                      </a:lnTo>
                      <a:lnTo>
                        <a:pt x="626" y="487"/>
                      </a:lnTo>
                      <a:lnTo>
                        <a:pt x="614" y="482"/>
                      </a:lnTo>
                      <a:lnTo>
                        <a:pt x="603" y="477"/>
                      </a:lnTo>
                      <a:lnTo>
                        <a:pt x="592" y="471"/>
                      </a:lnTo>
                      <a:lnTo>
                        <a:pt x="584" y="464"/>
                      </a:lnTo>
                      <a:lnTo>
                        <a:pt x="576" y="454"/>
                      </a:lnTo>
                      <a:lnTo>
                        <a:pt x="572" y="442"/>
                      </a:lnTo>
                      <a:lnTo>
                        <a:pt x="571" y="423"/>
                      </a:lnTo>
                      <a:lnTo>
                        <a:pt x="571" y="407"/>
                      </a:lnTo>
                      <a:lnTo>
                        <a:pt x="560" y="427"/>
                      </a:lnTo>
                      <a:lnTo>
                        <a:pt x="547" y="446"/>
                      </a:lnTo>
                      <a:lnTo>
                        <a:pt x="537" y="457"/>
                      </a:lnTo>
                      <a:lnTo>
                        <a:pt x="524" y="466"/>
                      </a:lnTo>
                      <a:lnTo>
                        <a:pt x="509" y="470"/>
                      </a:lnTo>
                      <a:lnTo>
                        <a:pt x="495" y="471"/>
                      </a:lnTo>
                      <a:lnTo>
                        <a:pt x="480" y="469"/>
                      </a:lnTo>
                      <a:lnTo>
                        <a:pt x="467" y="464"/>
                      </a:lnTo>
                      <a:lnTo>
                        <a:pt x="455" y="456"/>
                      </a:lnTo>
                      <a:lnTo>
                        <a:pt x="446" y="446"/>
                      </a:lnTo>
                      <a:lnTo>
                        <a:pt x="440" y="433"/>
                      </a:lnTo>
                      <a:lnTo>
                        <a:pt x="439" y="419"/>
                      </a:lnTo>
                      <a:lnTo>
                        <a:pt x="444" y="402"/>
                      </a:lnTo>
                      <a:lnTo>
                        <a:pt x="447" y="396"/>
                      </a:lnTo>
                      <a:lnTo>
                        <a:pt x="450" y="390"/>
                      </a:lnTo>
                      <a:lnTo>
                        <a:pt x="450" y="390"/>
                      </a:lnTo>
                      <a:lnTo>
                        <a:pt x="449" y="390"/>
                      </a:lnTo>
                      <a:lnTo>
                        <a:pt x="458" y="369"/>
                      </a:lnTo>
                      <a:lnTo>
                        <a:pt x="445" y="378"/>
                      </a:lnTo>
                      <a:lnTo>
                        <a:pt x="432" y="390"/>
                      </a:lnTo>
                      <a:lnTo>
                        <a:pt x="422" y="404"/>
                      </a:lnTo>
                      <a:lnTo>
                        <a:pt x="409" y="417"/>
                      </a:lnTo>
                      <a:lnTo>
                        <a:pt x="394" y="425"/>
                      </a:lnTo>
                      <a:lnTo>
                        <a:pt x="379" y="428"/>
                      </a:lnTo>
                      <a:lnTo>
                        <a:pt x="363" y="428"/>
                      </a:lnTo>
                      <a:lnTo>
                        <a:pt x="348" y="424"/>
                      </a:lnTo>
                      <a:lnTo>
                        <a:pt x="335" y="417"/>
                      </a:lnTo>
                      <a:lnTo>
                        <a:pt x="324" y="406"/>
                      </a:lnTo>
                      <a:lnTo>
                        <a:pt x="317" y="394"/>
                      </a:lnTo>
                      <a:lnTo>
                        <a:pt x="314" y="379"/>
                      </a:lnTo>
                      <a:lnTo>
                        <a:pt x="316" y="364"/>
                      </a:lnTo>
                      <a:lnTo>
                        <a:pt x="323" y="347"/>
                      </a:lnTo>
                      <a:lnTo>
                        <a:pt x="364" y="288"/>
                      </a:lnTo>
                      <a:lnTo>
                        <a:pt x="404" y="226"/>
                      </a:lnTo>
                      <a:lnTo>
                        <a:pt x="326" y="309"/>
                      </a:lnTo>
                      <a:lnTo>
                        <a:pt x="252" y="393"/>
                      </a:lnTo>
                      <a:lnTo>
                        <a:pt x="179" y="480"/>
                      </a:lnTo>
                      <a:lnTo>
                        <a:pt x="108" y="569"/>
                      </a:lnTo>
                      <a:lnTo>
                        <a:pt x="96" y="581"/>
                      </a:lnTo>
                      <a:lnTo>
                        <a:pt x="80" y="588"/>
                      </a:lnTo>
                      <a:lnTo>
                        <a:pt x="65" y="591"/>
                      </a:lnTo>
                      <a:lnTo>
                        <a:pt x="49" y="590"/>
                      </a:lnTo>
                      <a:lnTo>
                        <a:pt x="33" y="586"/>
                      </a:lnTo>
                      <a:lnTo>
                        <a:pt x="21" y="579"/>
                      </a:lnTo>
                      <a:lnTo>
                        <a:pt x="9" y="569"/>
                      </a:lnTo>
                      <a:lnTo>
                        <a:pt x="2" y="556"/>
                      </a:lnTo>
                      <a:lnTo>
                        <a:pt x="0" y="542"/>
                      </a:lnTo>
                      <a:lnTo>
                        <a:pt x="2" y="527"/>
                      </a:lnTo>
                      <a:lnTo>
                        <a:pt x="11" y="511"/>
                      </a:lnTo>
                      <a:lnTo>
                        <a:pt x="74" y="431"/>
                      </a:lnTo>
                      <a:lnTo>
                        <a:pt x="138" y="351"/>
                      </a:lnTo>
                      <a:lnTo>
                        <a:pt x="204" y="273"/>
                      </a:lnTo>
                      <a:lnTo>
                        <a:pt x="273" y="196"/>
                      </a:lnTo>
                      <a:lnTo>
                        <a:pt x="344" y="123"/>
                      </a:lnTo>
                      <a:lnTo>
                        <a:pt x="361" y="107"/>
                      </a:lnTo>
                      <a:lnTo>
                        <a:pt x="380" y="89"/>
                      </a:lnTo>
                      <a:lnTo>
                        <a:pt x="398" y="70"/>
                      </a:lnTo>
                      <a:lnTo>
                        <a:pt x="418" y="52"/>
                      </a:lnTo>
                      <a:lnTo>
                        <a:pt x="439" y="35"/>
                      </a:lnTo>
                      <a:lnTo>
                        <a:pt x="462" y="20"/>
                      </a:lnTo>
                      <a:lnTo>
                        <a:pt x="485" y="9"/>
                      </a:lnTo>
                      <a:lnTo>
                        <a:pt x="509" y="2"/>
                      </a:lnTo>
                      <a:lnTo>
                        <a:pt x="534" y="0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</p:grpSp>
        </p:grpSp>
        <p:grpSp>
          <p:nvGrpSpPr>
            <p:cNvPr id="8" name="그룹 54"/>
            <p:cNvGrpSpPr/>
            <p:nvPr/>
          </p:nvGrpSpPr>
          <p:grpSpPr>
            <a:xfrm>
              <a:off x="4700260" y="4423210"/>
              <a:ext cx="1499358" cy="1717182"/>
              <a:chOff x="4547860" y="4270810"/>
              <a:chExt cx="1499358" cy="1717182"/>
            </a:xfrm>
          </p:grpSpPr>
          <p:sp>
            <p:nvSpPr>
              <p:cNvPr id="17" name="Freeform 27"/>
              <p:cNvSpPr>
                <a:spLocks noEditPoints="1"/>
              </p:cNvSpPr>
              <p:nvPr/>
            </p:nvSpPr>
            <p:spPr bwMode="auto">
              <a:xfrm>
                <a:off x="4547860" y="4270810"/>
                <a:ext cx="1499358" cy="1717182"/>
              </a:xfrm>
              <a:custGeom>
                <a:avLst/>
                <a:gdLst>
                  <a:gd name="T0" fmla="*/ 699 w 1653"/>
                  <a:gd name="T1" fmla="*/ 403 h 1892"/>
                  <a:gd name="T2" fmla="*/ 506 w 1653"/>
                  <a:gd name="T3" fmla="*/ 462 h 1892"/>
                  <a:gd name="T4" fmla="*/ 336 w 1653"/>
                  <a:gd name="T5" fmla="*/ 577 h 1892"/>
                  <a:gd name="T6" fmla="*/ 202 w 1653"/>
                  <a:gd name="T7" fmla="*/ 741 h 1892"/>
                  <a:gd name="T8" fmla="*/ 127 w 1653"/>
                  <a:gd name="T9" fmla="*/ 934 h 1892"/>
                  <a:gd name="T10" fmla="*/ 109 w 1653"/>
                  <a:gd name="T11" fmla="*/ 1135 h 1892"/>
                  <a:gd name="T12" fmla="*/ 151 w 1653"/>
                  <a:gd name="T13" fmla="*/ 1332 h 1892"/>
                  <a:gd name="T14" fmla="*/ 247 w 1653"/>
                  <a:gd name="T15" fmla="*/ 1510 h 1892"/>
                  <a:gd name="T16" fmla="*/ 397 w 1653"/>
                  <a:gd name="T17" fmla="*/ 1659 h 1892"/>
                  <a:gd name="T18" fmla="*/ 583 w 1653"/>
                  <a:gd name="T19" fmla="*/ 1754 h 1892"/>
                  <a:gd name="T20" fmla="*/ 783 w 1653"/>
                  <a:gd name="T21" fmla="*/ 1791 h 1892"/>
                  <a:gd name="T22" fmla="*/ 982 w 1653"/>
                  <a:gd name="T23" fmla="*/ 1769 h 1892"/>
                  <a:gd name="T24" fmla="*/ 1168 w 1653"/>
                  <a:gd name="T25" fmla="*/ 1691 h 1892"/>
                  <a:gd name="T26" fmla="*/ 1328 w 1653"/>
                  <a:gd name="T27" fmla="*/ 1559 h 1892"/>
                  <a:gd name="T28" fmla="*/ 1445 w 1653"/>
                  <a:gd name="T29" fmla="*/ 1381 h 1892"/>
                  <a:gd name="T30" fmla="*/ 1500 w 1653"/>
                  <a:gd name="T31" fmla="*/ 1184 h 1892"/>
                  <a:gd name="T32" fmla="*/ 1498 w 1653"/>
                  <a:gd name="T33" fmla="*/ 983 h 1892"/>
                  <a:gd name="T34" fmla="*/ 1438 w 1653"/>
                  <a:gd name="T35" fmla="*/ 791 h 1892"/>
                  <a:gd name="T36" fmla="*/ 1324 w 1653"/>
                  <a:gd name="T37" fmla="*/ 621 h 1892"/>
                  <a:gd name="T38" fmla="*/ 1159 w 1653"/>
                  <a:gd name="T39" fmla="*/ 488 h 1892"/>
                  <a:gd name="T40" fmla="*/ 966 w 1653"/>
                  <a:gd name="T41" fmla="*/ 412 h 1892"/>
                  <a:gd name="T42" fmla="*/ 1601 w 1653"/>
                  <a:gd name="T43" fmla="*/ 0 h 1892"/>
                  <a:gd name="T44" fmla="*/ 1607 w 1653"/>
                  <a:gd name="T45" fmla="*/ 37 h 1892"/>
                  <a:gd name="T46" fmla="*/ 1619 w 1653"/>
                  <a:gd name="T47" fmla="*/ 143 h 1892"/>
                  <a:gd name="T48" fmla="*/ 1634 w 1653"/>
                  <a:gd name="T49" fmla="*/ 299 h 1892"/>
                  <a:gd name="T50" fmla="*/ 1646 w 1653"/>
                  <a:gd name="T51" fmla="*/ 493 h 1892"/>
                  <a:gd name="T52" fmla="*/ 1653 w 1653"/>
                  <a:gd name="T53" fmla="*/ 710 h 1892"/>
                  <a:gd name="T54" fmla="*/ 1649 w 1653"/>
                  <a:gd name="T55" fmla="*/ 934 h 1892"/>
                  <a:gd name="T56" fmla="*/ 1630 w 1653"/>
                  <a:gd name="T57" fmla="*/ 1151 h 1892"/>
                  <a:gd name="T58" fmla="*/ 1591 w 1653"/>
                  <a:gd name="T59" fmla="*/ 1348 h 1892"/>
                  <a:gd name="T60" fmla="*/ 1527 w 1653"/>
                  <a:gd name="T61" fmla="*/ 1507 h 1892"/>
                  <a:gd name="T62" fmla="*/ 1402 w 1653"/>
                  <a:gd name="T63" fmla="*/ 1663 h 1892"/>
                  <a:gd name="T64" fmla="*/ 1226 w 1653"/>
                  <a:gd name="T65" fmla="*/ 1791 h 1892"/>
                  <a:gd name="T66" fmla="*/ 1028 w 1653"/>
                  <a:gd name="T67" fmla="*/ 1868 h 1892"/>
                  <a:gd name="T68" fmla="*/ 818 w 1653"/>
                  <a:gd name="T69" fmla="*/ 1892 h 1892"/>
                  <a:gd name="T70" fmla="*/ 606 w 1653"/>
                  <a:gd name="T71" fmla="*/ 1861 h 1892"/>
                  <a:gd name="T72" fmla="*/ 405 w 1653"/>
                  <a:gd name="T73" fmla="*/ 1775 h 1892"/>
                  <a:gd name="T74" fmla="*/ 229 w 1653"/>
                  <a:gd name="T75" fmla="*/ 1636 h 1892"/>
                  <a:gd name="T76" fmla="*/ 101 w 1653"/>
                  <a:gd name="T77" fmla="*/ 1460 h 1892"/>
                  <a:gd name="T78" fmla="*/ 24 w 1653"/>
                  <a:gd name="T79" fmla="*/ 1262 h 1892"/>
                  <a:gd name="T80" fmla="*/ 0 w 1653"/>
                  <a:gd name="T81" fmla="*/ 1052 h 1892"/>
                  <a:gd name="T82" fmla="*/ 31 w 1653"/>
                  <a:gd name="T83" fmla="*/ 840 h 1892"/>
                  <a:gd name="T84" fmla="*/ 117 w 1653"/>
                  <a:gd name="T85" fmla="*/ 639 h 1892"/>
                  <a:gd name="T86" fmla="*/ 229 w 1653"/>
                  <a:gd name="T87" fmla="*/ 499 h 1892"/>
                  <a:gd name="T88" fmla="*/ 378 w 1653"/>
                  <a:gd name="T89" fmla="*/ 393 h 1892"/>
                  <a:gd name="T90" fmla="*/ 563 w 1653"/>
                  <a:gd name="T91" fmla="*/ 300 h 1892"/>
                  <a:gd name="T92" fmla="*/ 769 w 1653"/>
                  <a:gd name="T93" fmla="*/ 218 h 1892"/>
                  <a:gd name="T94" fmla="*/ 981 w 1653"/>
                  <a:gd name="T95" fmla="*/ 149 h 1892"/>
                  <a:gd name="T96" fmla="*/ 1185 w 1653"/>
                  <a:gd name="T97" fmla="*/ 93 h 1892"/>
                  <a:gd name="T98" fmla="*/ 1363 w 1653"/>
                  <a:gd name="T99" fmla="*/ 49 h 1892"/>
                  <a:gd name="T100" fmla="*/ 1502 w 1653"/>
                  <a:gd name="T101" fmla="*/ 18 h 1892"/>
                  <a:gd name="T102" fmla="*/ 1585 w 1653"/>
                  <a:gd name="T103" fmla="*/ 2 h 189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</a:cxnLst>
                <a:rect l="0" t="0" r="r" b="b"/>
                <a:pathLst>
                  <a:path w="1653" h="1892">
                    <a:moveTo>
                      <a:pt x="832" y="395"/>
                    </a:moveTo>
                    <a:lnTo>
                      <a:pt x="765" y="395"/>
                    </a:lnTo>
                    <a:lnTo>
                      <a:pt x="699" y="403"/>
                    </a:lnTo>
                    <a:lnTo>
                      <a:pt x="633" y="416"/>
                    </a:lnTo>
                    <a:lnTo>
                      <a:pt x="568" y="437"/>
                    </a:lnTo>
                    <a:lnTo>
                      <a:pt x="506" y="462"/>
                    </a:lnTo>
                    <a:lnTo>
                      <a:pt x="447" y="495"/>
                    </a:lnTo>
                    <a:lnTo>
                      <a:pt x="390" y="532"/>
                    </a:lnTo>
                    <a:lnTo>
                      <a:pt x="336" y="577"/>
                    </a:lnTo>
                    <a:lnTo>
                      <a:pt x="287" y="627"/>
                    </a:lnTo>
                    <a:lnTo>
                      <a:pt x="242" y="682"/>
                    </a:lnTo>
                    <a:lnTo>
                      <a:pt x="202" y="741"/>
                    </a:lnTo>
                    <a:lnTo>
                      <a:pt x="171" y="805"/>
                    </a:lnTo>
                    <a:lnTo>
                      <a:pt x="146" y="868"/>
                    </a:lnTo>
                    <a:lnTo>
                      <a:pt x="127" y="934"/>
                    </a:lnTo>
                    <a:lnTo>
                      <a:pt x="115" y="1000"/>
                    </a:lnTo>
                    <a:lnTo>
                      <a:pt x="109" y="1068"/>
                    </a:lnTo>
                    <a:lnTo>
                      <a:pt x="109" y="1135"/>
                    </a:lnTo>
                    <a:lnTo>
                      <a:pt x="117" y="1201"/>
                    </a:lnTo>
                    <a:lnTo>
                      <a:pt x="131" y="1267"/>
                    </a:lnTo>
                    <a:lnTo>
                      <a:pt x="151" y="1332"/>
                    </a:lnTo>
                    <a:lnTo>
                      <a:pt x="177" y="1394"/>
                    </a:lnTo>
                    <a:lnTo>
                      <a:pt x="209" y="1454"/>
                    </a:lnTo>
                    <a:lnTo>
                      <a:pt x="247" y="1510"/>
                    </a:lnTo>
                    <a:lnTo>
                      <a:pt x="292" y="1564"/>
                    </a:lnTo>
                    <a:lnTo>
                      <a:pt x="341" y="1613"/>
                    </a:lnTo>
                    <a:lnTo>
                      <a:pt x="397" y="1659"/>
                    </a:lnTo>
                    <a:lnTo>
                      <a:pt x="456" y="1698"/>
                    </a:lnTo>
                    <a:lnTo>
                      <a:pt x="519" y="1729"/>
                    </a:lnTo>
                    <a:lnTo>
                      <a:pt x="583" y="1754"/>
                    </a:lnTo>
                    <a:lnTo>
                      <a:pt x="649" y="1773"/>
                    </a:lnTo>
                    <a:lnTo>
                      <a:pt x="716" y="1785"/>
                    </a:lnTo>
                    <a:lnTo>
                      <a:pt x="783" y="1791"/>
                    </a:lnTo>
                    <a:lnTo>
                      <a:pt x="850" y="1791"/>
                    </a:lnTo>
                    <a:lnTo>
                      <a:pt x="917" y="1783"/>
                    </a:lnTo>
                    <a:lnTo>
                      <a:pt x="982" y="1769"/>
                    </a:lnTo>
                    <a:lnTo>
                      <a:pt x="1047" y="1749"/>
                    </a:lnTo>
                    <a:lnTo>
                      <a:pt x="1109" y="1723"/>
                    </a:lnTo>
                    <a:lnTo>
                      <a:pt x="1168" y="1691"/>
                    </a:lnTo>
                    <a:lnTo>
                      <a:pt x="1225" y="1653"/>
                    </a:lnTo>
                    <a:lnTo>
                      <a:pt x="1279" y="1609"/>
                    </a:lnTo>
                    <a:lnTo>
                      <a:pt x="1328" y="1559"/>
                    </a:lnTo>
                    <a:lnTo>
                      <a:pt x="1373" y="1503"/>
                    </a:lnTo>
                    <a:lnTo>
                      <a:pt x="1413" y="1444"/>
                    </a:lnTo>
                    <a:lnTo>
                      <a:pt x="1445" y="1381"/>
                    </a:lnTo>
                    <a:lnTo>
                      <a:pt x="1469" y="1317"/>
                    </a:lnTo>
                    <a:lnTo>
                      <a:pt x="1488" y="1251"/>
                    </a:lnTo>
                    <a:lnTo>
                      <a:pt x="1500" y="1184"/>
                    </a:lnTo>
                    <a:lnTo>
                      <a:pt x="1506" y="1118"/>
                    </a:lnTo>
                    <a:lnTo>
                      <a:pt x="1506" y="1050"/>
                    </a:lnTo>
                    <a:lnTo>
                      <a:pt x="1498" y="983"/>
                    </a:lnTo>
                    <a:lnTo>
                      <a:pt x="1484" y="918"/>
                    </a:lnTo>
                    <a:lnTo>
                      <a:pt x="1464" y="853"/>
                    </a:lnTo>
                    <a:lnTo>
                      <a:pt x="1438" y="791"/>
                    </a:lnTo>
                    <a:lnTo>
                      <a:pt x="1406" y="732"/>
                    </a:lnTo>
                    <a:lnTo>
                      <a:pt x="1368" y="675"/>
                    </a:lnTo>
                    <a:lnTo>
                      <a:pt x="1324" y="621"/>
                    </a:lnTo>
                    <a:lnTo>
                      <a:pt x="1274" y="573"/>
                    </a:lnTo>
                    <a:lnTo>
                      <a:pt x="1218" y="527"/>
                    </a:lnTo>
                    <a:lnTo>
                      <a:pt x="1159" y="488"/>
                    </a:lnTo>
                    <a:lnTo>
                      <a:pt x="1096" y="455"/>
                    </a:lnTo>
                    <a:lnTo>
                      <a:pt x="1032" y="431"/>
                    </a:lnTo>
                    <a:lnTo>
                      <a:pt x="966" y="412"/>
                    </a:lnTo>
                    <a:lnTo>
                      <a:pt x="900" y="400"/>
                    </a:lnTo>
                    <a:lnTo>
                      <a:pt x="832" y="395"/>
                    </a:lnTo>
                    <a:close/>
                    <a:moveTo>
                      <a:pt x="1601" y="0"/>
                    </a:moveTo>
                    <a:lnTo>
                      <a:pt x="1603" y="4"/>
                    </a:lnTo>
                    <a:lnTo>
                      <a:pt x="1604" y="17"/>
                    </a:lnTo>
                    <a:lnTo>
                      <a:pt x="1607" y="37"/>
                    </a:lnTo>
                    <a:lnTo>
                      <a:pt x="1611" y="66"/>
                    </a:lnTo>
                    <a:lnTo>
                      <a:pt x="1615" y="101"/>
                    </a:lnTo>
                    <a:lnTo>
                      <a:pt x="1619" y="143"/>
                    </a:lnTo>
                    <a:lnTo>
                      <a:pt x="1624" y="190"/>
                    </a:lnTo>
                    <a:lnTo>
                      <a:pt x="1628" y="242"/>
                    </a:lnTo>
                    <a:lnTo>
                      <a:pt x="1634" y="299"/>
                    </a:lnTo>
                    <a:lnTo>
                      <a:pt x="1638" y="361"/>
                    </a:lnTo>
                    <a:lnTo>
                      <a:pt x="1643" y="426"/>
                    </a:lnTo>
                    <a:lnTo>
                      <a:pt x="1646" y="493"/>
                    </a:lnTo>
                    <a:lnTo>
                      <a:pt x="1650" y="563"/>
                    </a:lnTo>
                    <a:lnTo>
                      <a:pt x="1651" y="636"/>
                    </a:lnTo>
                    <a:lnTo>
                      <a:pt x="1653" y="710"/>
                    </a:lnTo>
                    <a:lnTo>
                      <a:pt x="1653" y="785"/>
                    </a:lnTo>
                    <a:lnTo>
                      <a:pt x="1651" y="859"/>
                    </a:lnTo>
                    <a:lnTo>
                      <a:pt x="1649" y="934"/>
                    </a:lnTo>
                    <a:lnTo>
                      <a:pt x="1645" y="1008"/>
                    </a:lnTo>
                    <a:lnTo>
                      <a:pt x="1638" y="1081"/>
                    </a:lnTo>
                    <a:lnTo>
                      <a:pt x="1630" y="1151"/>
                    </a:lnTo>
                    <a:lnTo>
                      <a:pt x="1619" y="1220"/>
                    </a:lnTo>
                    <a:lnTo>
                      <a:pt x="1606" y="1286"/>
                    </a:lnTo>
                    <a:lnTo>
                      <a:pt x="1591" y="1348"/>
                    </a:lnTo>
                    <a:lnTo>
                      <a:pt x="1572" y="1406"/>
                    </a:lnTo>
                    <a:lnTo>
                      <a:pt x="1552" y="1459"/>
                    </a:lnTo>
                    <a:lnTo>
                      <a:pt x="1527" y="1507"/>
                    </a:lnTo>
                    <a:lnTo>
                      <a:pt x="1500" y="1551"/>
                    </a:lnTo>
                    <a:lnTo>
                      <a:pt x="1453" y="1609"/>
                    </a:lnTo>
                    <a:lnTo>
                      <a:pt x="1402" y="1663"/>
                    </a:lnTo>
                    <a:lnTo>
                      <a:pt x="1346" y="1711"/>
                    </a:lnTo>
                    <a:lnTo>
                      <a:pt x="1287" y="1753"/>
                    </a:lnTo>
                    <a:lnTo>
                      <a:pt x="1226" y="1791"/>
                    </a:lnTo>
                    <a:lnTo>
                      <a:pt x="1162" y="1822"/>
                    </a:lnTo>
                    <a:lnTo>
                      <a:pt x="1096" y="1847"/>
                    </a:lnTo>
                    <a:lnTo>
                      <a:pt x="1028" y="1868"/>
                    </a:lnTo>
                    <a:lnTo>
                      <a:pt x="959" y="1881"/>
                    </a:lnTo>
                    <a:lnTo>
                      <a:pt x="889" y="1889"/>
                    </a:lnTo>
                    <a:lnTo>
                      <a:pt x="818" y="1892"/>
                    </a:lnTo>
                    <a:lnTo>
                      <a:pt x="747" y="1888"/>
                    </a:lnTo>
                    <a:lnTo>
                      <a:pt x="676" y="1877"/>
                    </a:lnTo>
                    <a:lnTo>
                      <a:pt x="606" y="1861"/>
                    </a:lnTo>
                    <a:lnTo>
                      <a:pt x="537" y="1839"/>
                    </a:lnTo>
                    <a:lnTo>
                      <a:pt x="471" y="1810"/>
                    </a:lnTo>
                    <a:lnTo>
                      <a:pt x="405" y="1775"/>
                    </a:lnTo>
                    <a:lnTo>
                      <a:pt x="341" y="1734"/>
                    </a:lnTo>
                    <a:lnTo>
                      <a:pt x="283" y="1687"/>
                    </a:lnTo>
                    <a:lnTo>
                      <a:pt x="229" y="1636"/>
                    </a:lnTo>
                    <a:lnTo>
                      <a:pt x="181" y="1580"/>
                    </a:lnTo>
                    <a:lnTo>
                      <a:pt x="139" y="1521"/>
                    </a:lnTo>
                    <a:lnTo>
                      <a:pt x="101" y="1460"/>
                    </a:lnTo>
                    <a:lnTo>
                      <a:pt x="70" y="1396"/>
                    </a:lnTo>
                    <a:lnTo>
                      <a:pt x="45" y="1329"/>
                    </a:lnTo>
                    <a:lnTo>
                      <a:pt x="24" y="1262"/>
                    </a:lnTo>
                    <a:lnTo>
                      <a:pt x="11" y="1193"/>
                    </a:lnTo>
                    <a:lnTo>
                      <a:pt x="3" y="1123"/>
                    </a:lnTo>
                    <a:lnTo>
                      <a:pt x="0" y="1052"/>
                    </a:lnTo>
                    <a:lnTo>
                      <a:pt x="4" y="981"/>
                    </a:lnTo>
                    <a:lnTo>
                      <a:pt x="15" y="910"/>
                    </a:lnTo>
                    <a:lnTo>
                      <a:pt x="31" y="840"/>
                    </a:lnTo>
                    <a:lnTo>
                      <a:pt x="53" y="771"/>
                    </a:lnTo>
                    <a:lnTo>
                      <a:pt x="82" y="705"/>
                    </a:lnTo>
                    <a:lnTo>
                      <a:pt x="117" y="639"/>
                    </a:lnTo>
                    <a:lnTo>
                      <a:pt x="159" y="575"/>
                    </a:lnTo>
                    <a:lnTo>
                      <a:pt x="190" y="536"/>
                    </a:lnTo>
                    <a:lnTo>
                      <a:pt x="229" y="499"/>
                    </a:lnTo>
                    <a:lnTo>
                      <a:pt x="274" y="462"/>
                    </a:lnTo>
                    <a:lnTo>
                      <a:pt x="324" y="427"/>
                    </a:lnTo>
                    <a:lnTo>
                      <a:pt x="378" y="393"/>
                    </a:lnTo>
                    <a:lnTo>
                      <a:pt x="436" y="361"/>
                    </a:lnTo>
                    <a:lnTo>
                      <a:pt x="498" y="330"/>
                    </a:lnTo>
                    <a:lnTo>
                      <a:pt x="563" y="300"/>
                    </a:lnTo>
                    <a:lnTo>
                      <a:pt x="630" y="271"/>
                    </a:lnTo>
                    <a:lnTo>
                      <a:pt x="699" y="244"/>
                    </a:lnTo>
                    <a:lnTo>
                      <a:pt x="769" y="218"/>
                    </a:lnTo>
                    <a:lnTo>
                      <a:pt x="839" y="194"/>
                    </a:lnTo>
                    <a:lnTo>
                      <a:pt x="911" y="171"/>
                    </a:lnTo>
                    <a:lnTo>
                      <a:pt x="981" y="149"/>
                    </a:lnTo>
                    <a:lnTo>
                      <a:pt x="1051" y="129"/>
                    </a:lnTo>
                    <a:lnTo>
                      <a:pt x="1118" y="110"/>
                    </a:lnTo>
                    <a:lnTo>
                      <a:pt x="1185" y="93"/>
                    </a:lnTo>
                    <a:lnTo>
                      <a:pt x="1248" y="76"/>
                    </a:lnTo>
                    <a:lnTo>
                      <a:pt x="1307" y="62"/>
                    </a:lnTo>
                    <a:lnTo>
                      <a:pt x="1363" y="49"/>
                    </a:lnTo>
                    <a:lnTo>
                      <a:pt x="1414" y="37"/>
                    </a:lnTo>
                    <a:lnTo>
                      <a:pt x="1461" y="28"/>
                    </a:lnTo>
                    <a:lnTo>
                      <a:pt x="1502" y="18"/>
                    </a:lnTo>
                    <a:lnTo>
                      <a:pt x="1537" y="12"/>
                    </a:lnTo>
                    <a:lnTo>
                      <a:pt x="1564" y="6"/>
                    </a:lnTo>
                    <a:lnTo>
                      <a:pt x="1585" y="2"/>
                    </a:lnTo>
                    <a:lnTo>
                      <a:pt x="1597" y="1"/>
                    </a:lnTo>
                    <a:lnTo>
                      <a:pt x="1601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grpSp>
            <p:nvGrpSpPr>
              <p:cNvPr id="9" name="Group 103"/>
              <p:cNvGrpSpPr/>
              <p:nvPr/>
            </p:nvGrpSpPr>
            <p:grpSpPr>
              <a:xfrm>
                <a:off x="4967287" y="4952988"/>
                <a:ext cx="650639" cy="625474"/>
                <a:chOff x="4967288" y="5026025"/>
                <a:chExt cx="574676" cy="552451"/>
              </a:xfrm>
            </p:grpSpPr>
            <p:sp>
              <p:nvSpPr>
                <p:cNvPr id="19" name="Freeform 64"/>
                <p:cNvSpPr>
                  <a:spLocks/>
                </p:cNvSpPr>
                <p:nvPr/>
              </p:nvSpPr>
              <p:spPr bwMode="auto">
                <a:xfrm>
                  <a:off x="5049838" y="5100638"/>
                  <a:ext cx="131763" cy="128588"/>
                </a:xfrm>
                <a:custGeom>
                  <a:avLst/>
                  <a:gdLst>
                    <a:gd name="T0" fmla="*/ 327 w 833"/>
                    <a:gd name="T1" fmla="*/ 0 h 811"/>
                    <a:gd name="T2" fmla="*/ 372 w 833"/>
                    <a:gd name="T3" fmla="*/ 3 h 811"/>
                    <a:gd name="T4" fmla="*/ 414 w 833"/>
                    <a:gd name="T5" fmla="*/ 12 h 811"/>
                    <a:gd name="T6" fmla="*/ 454 w 833"/>
                    <a:gd name="T7" fmla="*/ 25 h 811"/>
                    <a:gd name="T8" fmla="*/ 492 w 833"/>
                    <a:gd name="T9" fmla="*/ 44 h 811"/>
                    <a:gd name="T10" fmla="*/ 527 w 833"/>
                    <a:gd name="T11" fmla="*/ 68 h 811"/>
                    <a:gd name="T12" fmla="*/ 558 w 833"/>
                    <a:gd name="T13" fmla="*/ 95 h 811"/>
                    <a:gd name="T14" fmla="*/ 586 w 833"/>
                    <a:gd name="T15" fmla="*/ 127 h 811"/>
                    <a:gd name="T16" fmla="*/ 609 w 833"/>
                    <a:gd name="T17" fmla="*/ 162 h 811"/>
                    <a:gd name="T18" fmla="*/ 628 w 833"/>
                    <a:gd name="T19" fmla="*/ 200 h 811"/>
                    <a:gd name="T20" fmla="*/ 642 w 833"/>
                    <a:gd name="T21" fmla="*/ 239 h 811"/>
                    <a:gd name="T22" fmla="*/ 651 w 833"/>
                    <a:gd name="T23" fmla="*/ 283 h 811"/>
                    <a:gd name="T24" fmla="*/ 654 w 833"/>
                    <a:gd name="T25" fmla="*/ 327 h 811"/>
                    <a:gd name="T26" fmla="*/ 651 w 833"/>
                    <a:gd name="T27" fmla="*/ 369 h 811"/>
                    <a:gd name="T28" fmla="*/ 642 w 833"/>
                    <a:gd name="T29" fmla="*/ 409 h 811"/>
                    <a:gd name="T30" fmla="*/ 629 w 833"/>
                    <a:gd name="T31" fmla="*/ 447 h 811"/>
                    <a:gd name="T32" fmla="*/ 612 w 833"/>
                    <a:gd name="T33" fmla="*/ 483 h 811"/>
                    <a:gd name="T34" fmla="*/ 833 w 833"/>
                    <a:gd name="T35" fmla="*/ 692 h 811"/>
                    <a:gd name="T36" fmla="*/ 792 w 833"/>
                    <a:gd name="T37" fmla="*/ 729 h 811"/>
                    <a:gd name="T38" fmla="*/ 754 w 833"/>
                    <a:gd name="T39" fmla="*/ 768 h 811"/>
                    <a:gd name="T40" fmla="*/ 720 w 833"/>
                    <a:gd name="T41" fmla="*/ 811 h 811"/>
                    <a:gd name="T42" fmla="*/ 499 w 833"/>
                    <a:gd name="T43" fmla="*/ 603 h 811"/>
                    <a:gd name="T44" fmla="*/ 461 w 833"/>
                    <a:gd name="T45" fmla="*/ 624 h 811"/>
                    <a:gd name="T46" fmla="*/ 418 w 833"/>
                    <a:gd name="T47" fmla="*/ 640 h 811"/>
                    <a:gd name="T48" fmla="*/ 374 w 833"/>
                    <a:gd name="T49" fmla="*/ 650 h 811"/>
                    <a:gd name="T50" fmla="*/ 327 w 833"/>
                    <a:gd name="T51" fmla="*/ 653 h 811"/>
                    <a:gd name="T52" fmla="*/ 283 w 833"/>
                    <a:gd name="T53" fmla="*/ 651 h 811"/>
                    <a:gd name="T54" fmla="*/ 240 w 833"/>
                    <a:gd name="T55" fmla="*/ 642 h 811"/>
                    <a:gd name="T56" fmla="*/ 200 w 833"/>
                    <a:gd name="T57" fmla="*/ 628 h 811"/>
                    <a:gd name="T58" fmla="*/ 162 w 833"/>
                    <a:gd name="T59" fmla="*/ 609 h 811"/>
                    <a:gd name="T60" fmla="*/ 127 w 833"/>
                    <a:gd name="T61" fmla="*/ 585 h 811"/>
                    <a:gd name="T62" fmla="*/ 96 w 833"/>
                    <a:gd name="T63" fmla="*/ 558 h 811"/>
                    <a:gd name="T64" fmla="*/ 68 w 833"/>
                    <a:gd name="T65" fmla="*/ 527 h 811"/>
                    <a:gd name="T66" fmla="*/ 45 w 833"/>
                    <a:gd name="T67" fmla="*/ 491 h 811"/>
                    <a:gd name="T68" fmla="*/ 26 w 833"/>
                    <a:gd name="T69" fmla="*/ 454 h 811"/>
                    <a:gd name="T70" fmla="*/ 11 w 833"/>
                    <a:gd name="T71" fmla="*/ 414 h 811"/>
                    <a:gd name="T72" fmla="*/ 4 w 833"/>
                    <a:gd name="T73" fmla="*/ 371 h 811"/>
                    <a:gd name="T74" fmla="*/ 0 w 833"/>
                    <a:gd name="T75" fmla="*/ 327 h 811"/>
                    <a:gd name="T76" fmla="*/ 4 w 833"/>
                    <a:gd name="T77" fmla="*/ 283 h 811"/>
                    <a:gd name="T78" fmla="*/ 11 w 833"/>
                    <a:gd name="T79" fmla="*/ 239 h 811"/>
                    <a:gd name="T80" fmla="*/ 26 w 833"/>
                    <a:gd name="T81" fmla="*/ 200 h 811"/>
                    <a:gd name="T82" fmla="*/ 45 w 833"/>
                    <a:gd name="T83" fmla="*/ 162 h 811"/>
                    <a:gd name="T84" fmla="*/ 68 w 833"/>
                    <a:gd name="T85" fmla="*/ 127 h 811"/>
                    <a:gd name="T86" fmla="*/ 96 w 833"/>
                    <a:gd name="T87" fmla="*/ 95 h 811"/>
                    <a:gd name="T88" fmla="*/ 127 w 833"/>
                    <a:gd name="T89" fmla="*/ 68 h 811"/>
                    <a:gd name="T90" fmla="*/ 162 w 833"/>
                    <a:gd name="T91" fmla="*/ 44 h 811"/>
                    <a:gd name="T92" fmla="*/ 200 w 833"/>
                    <a:gd name="T93" fmla="*/ 25 h 811"/>
                    <a:gd name="T94" fmla="*/ 240 w 833"/>
                    <a:gd name="T95" fmla="*/ 12 h 811"/>
                    <a:gd name="T96" fmla="*/ 283 w 833"/>
                    <a:gd name="T97" fmla="*/ 3 h 811"/>
                    <a:gd name="T98" fmla="*/ 327 w 833"/>
                    <a:gd name="T99" fmla="*/ 0 h 81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</a:cxnLst>
                  <a:rect l="0" t="0" r="r" b="b"/>
                  <a:pathLst>
                    <a:path w="833" h="811">
                      <a:moveTo>
                        <a:pt x="327" y="0"/>
                      </a:moveTo>
                      <a:lnTo>
                        <a:pt x="372" y="3"/>
                      </a:lnTo>
                      <a:lnTo>
                        <a:pt x="414" y="12"/>
                      </a:lnTo>
                      <a:lnTo>
                        <a:pt x="454" y="25"/>
                      </a:lnTo>
                      <a:lnTo>
                        <a:pt x="492" y="44"/>
                      </a:lnTo>
                      <a:lnTo>
                        <a:pt x="527" y="68"/>
                      </a:lnTo>
                      <a:lnTo>
                        <a:pt x="558" y="95"/>
                      </a:lnTo>
                      <a:lnTo>
                        <a:pt x="586" y="127"/>
                      </a:lnTo>
                      <a:lnTo>
                        <a:pt x="609" y="162"/>
                      </a:lnTo>
                      <a:lnTo>
                        <a:pt x="628" y="200"/>
                      </a:lnTo>
                      <a:lnTo>
                        <a:pt x="642" y="239"/>
                      </a:lnTo>
                      <a:lnTo>
                        <a:pt x="651" y="283"/>
                      </a:lnTo>
                      <a:lnTo>
                        <a:pt x="654" y="327"/>
                      </a:lnTo>
                      <a:lnTo>
                        <a:pt x="651" y="369"/>
                      </a:lnTo>
                      <a:lnTo>
                        <a:pt x="642" y="409"/>
                      </a:lnTo>
                      <a:lnTo>
                        <a:pt x="629" y="447"/>
                      </a:lnTo>
                      <a:lnTo>
                        <a:pt x="612" y="483"/>
                      </a:lnTo>
                      <a:lnTo>
                        <a:pt x="833" y="692"/>
                      </a:lnTo>
                      <a:lnTo>
                        <a:pt x="792" y="729"/>
                      </a:lnTo>
                      <a:lnTo>
                        <a:pt x="754" y="768"/>
                      </a:lnTo>
                      <a:lnTo>
                        <a:pt x="720" y="811"/>
                      </a:lnTo>
                      <a:lnTo>
                        <a:pt x="499" y="603"/>
                      </a:lnTo>
                      <a:lnTo>
                        <a:pt x="461" y="624"/>
                      </a:lnTo>
                      <a:lnTo>
                        <a:pt x="418" y="640"/>
                      </a:lnTo>
                      <a:lnTo>
                        <a:pt x="374" y="650"/>
                      </a:lnTo>
                      <a:lnTo>
                        <a:pt x="327" y="653"/>
                      </a:lnTo>
                      <a:lnTo>
                        <a:pt x="283" y="651"/>
                      </a:lnTo>
                      <a:lnTo>
                        <a:pt x="240" y="642"/>
                      </a:lnTo>
                      <a:lnTo>
                        <a:pt x="200" y="628"/>
                      </a:lnTo>
                      <a:lnTo>
                        <a:pt x="162" y="609"/>
                      </a:lnTo>
                      <a:lnTo>
                        <a:pt x="127" y="585"/>
                      </a:lnTo>
                      <a:lnTo>
                        <a:pt x="96" y="558"/>
                      </a:lnTo>
                      <a:lnTo>
                        <a:pt x="68" y="527"/>
                      </a:lnTo>
                      <a:lnTo>
                        <a:pt x="45" y="491"/>
                      </a:lnTo>
                      <a:lnTo>
                        <a:pt x="26" y="454"/>
                      </a:lnTo>
                      <a:lnTo>
                        <a:pt x="11" y="414"/>
                      </a:lnTo>
                      <a:lnTo>
                        <a:pt x="4" y="371"/>
                      </a:lnTo>
                      <a:lnTo>
                        <a:pt x="0" y="327"/>
                      </a:lnTo>
                      <a:lnTo>
                        <a:pt x="4" y="283"/>
                      </a:lnTo>
                      <a:lnTo>
                        <a:pt x="11" y="239"/>
                      </a:lnTo>
                      <a:lnTo>
                        <a:pt x="26" y="200"/>
                      </a:lnTo>
                      <a:lnTo>
                        <a:pt x="45" y="162"/>
                      </a:lnTo>
                      <a:lnTo>
                        <a:pt x="68" y="127"/>
                      </a:lnTo>
                      <a:lnTo>
                        <a:pt x="96" y="95"/>
                      </a:lnTo>
                      <a:lnTo>
                        <a:pt x="127" y="68"/>
                      </a:lnTo>
                      <a:lnTo>
                        <a:pt x="162" y="44"/>
                      </a:lnTo>
                      <a:lnTo>
                        <a:pt x="200" y="25"/>
                      </a:lnTo>
                      <a:lnTo>
                        <a:pt x="240" y="12"/>
                      </a:lnTo>
                      <a:lnTo>
                        <a:pt x="283" y="3"/>
                      </a:lnTo>
                      <a:lnTo>
                        <a:pt x="327" y="0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20" name="Freeform 65"/>
                <p:cNvSpPr>
                  <a:spLocks/>
                </p:cNvSpPr>
                <p:nvPr/>
              </p:nvSpPr>
              <p:spPr bwMode="auto">
                <a:xfrm>
                  <a:off x="5307013" y="5026025"/>
                  <a:ext cx="136525" cy="179388"/>
                </a:xfrm>
                <a:custGeom>
                  <a:avLst/>
                  <a:gdLst>
                    <a:gd name="T0" fmla="*/ 524 w 852"/>
                    <a:gd name="T1" fmla="*/ 0 h 1132"/>
                    <a:gd name="T2" fmla="*/ 524 w 852"/>
                    <a:gd name="T3" fmla="*/ 0 h 1132"/>
                    <a:gd name="T4" fmla="*/ 569 w 852"/>
                    <a:gd name="T5" fmla="*/ 3 h 1132"/>
                    <a:gd name="T6" fmla="*/ 611 w 852"/>
                    <a:gd name="T7" fmla="*/ 12 h 1132"/>
                    <a:gd name="T8" fmla="*/ 652 w 852"/>
                    <a:gd name="T9" fmla="*/ 27 h 1132"/>
                    <a:gd name="T10" fmla="*/ 690 w 852"/>
                    <a:gd name="T11" fmla="*/ 45 h 1132"/>
                    <a:gd name="T12" fmla="*/ 724 w 852"/>
                    <a:gd name="T13" fmla="*/ 69 h 1132"/>
                    <a:gd name="T14" fmla="*/ 755 w 852"/>
                    <a:gd name="T15" fmla="*/ 96 h 1132"/>
                    <a:gd name="T16" fmla="*/ 783 w 852"/>
                    <a:gd name="T17" fmla="*/ 128 h 1132"/>
                    <a:gd name="T18" fmla="*/ 806 w 852"/>
                    <a:gd name="T19" fmla="*/ 162 h 1132"/>
                    <a:gd name="T20" fmla="*/ 825 w 852"/>
                    <a:gd name="T21" fmla="*/ 200 h 1132"/>
                    <a:gd name="T22" fmla="*/ 839 w 852"/>
                    <a:gd name="T23" fmla="*/ 241 h 1132"/>
                    <a:gd name="T24" fmla="*/ 848 w 852"/>
                    <a:gd name="T25" fmla="*/ 283 h 1132"/>
                    <a:gd name="T26" fmla="*/ 852 w 852"/>
                    <a:gd name="T27" fmla="*/ 327 h 1132"/>
                    <a:gd name="T28" fmla="*/ 848 w 852"/>
                    <a:gd name="T29" fmla="*/ 372 h 1132"/>
                    <a:gd name="T30" fmla="*/ 839 w 852"/>
                    <a:gd name="T31" fmla="*/ 414 h 1132"/>
                    <a:gd name="T32" fmla="*/ 825 w 852"/>
                    <a:gd name="T33" fmla="*/ 455 h 1132"/>
                    <a:gd name="T34" fmla="*/ 806 w 852"/>
                    <a:gd name="T35" fmla="*/ 492 h 1132"/>
                    <a:gd name="T36" fmla="*/ 783 w 852"/>
                    <a:gd name="T37" fmla="*/ 527 h 1132"/>
                    <a:gd name="T38" fmla="*/ 755 w 852"/>
                    <a:gd name="T39" fmla="*/ 558 h 1132"/>
                    <a:gd name="T40" fmla="*/ 724 w 852"/>
                    <a:gd name="T41" fmla="*/ 586 h 1132"/>
                    <a:gd name="T42" fmla="*/ 690 w 852"/>
                    <a:gd name="T43" fmla="*/ 609 h 1132"/>
                    <a:gd name="T44" fmla="*/ 652 w 852"/>
                    <a:gd name="T45" fmla="*/ 628 h 1132"/>
                    <a:gd name="T46" fmla="*/ 611 w 852"/>
                    <a:gd name="T47" fmla="*/ 642 h 1132"/>
                    <a:gd name="T48" fmla="*/ 569 w 852"/>
                    <a:gd name="T49" fmla="*/ 651 h 1132"/>
                    <a:gd name="T50" fmla="*/ 524 w 852"/>
                    <a:gd name="T51" fmla="*/ 654 h 1132"/>
                    <a:gd name="T52" fmla="*/ 493 w 852"/>
                    <a:gd name="T53" fmla="*/ 652 h 1132"/>
                    <a:gd name="T54" fmla="*/ 463 w 852"/>
                    <a:gd name="T55" fmla="*/ 647 h 1132"/>
                    <a:gd name="T56" fmla="*/ 434 w 852"/>
                    <a:gd name="T57" fmla="*/ 640 h 1132"/>
                    <a:gd name="T58" fmla="*/ 142 w 852"/>
                    <a:gd name="T59" fmla="*/ 1132 h 1132"/>
                    <a:gd name="T60" fmla="*/ 96 w 852"/>
                    <a:gd name="T61" fmla="*/ 1100 h 1132"/>
                    <a:gd name="T62" fmla="*/ 50 w 852"/>
                    <a:gd name="T63" fmla="*/ 1072 h 1132"/>
                    <a:gd name="T64" fmla="*/ 0 w 852"/>
                    <a:gd name="T65" fmla="*/ 1048 h 1132"/>
                    <a:gd name="T66" fmla="*/ 292 w 852"/>
                    <a:gd name="T67" fmla="*/ 557 h 1132"/>
                    <a:gd name="T68" fmla="*/ 265 w 852"/>
                    <a:gd name="T69" fmla="*/ 526 h 1132"/>
                    <a:gd name="T70" fmla="*/ 242 w 852"/>
                    <a:gd name="T71" fmla="*/ 491 h 1132"/>
                    <a:gd name="T72" fmla="*/ 223 w 852"/>
                    <a:gd name="T73" fmla="*/ 454 h 1132"/>
                    <a:gd name="T74" fmla="*/ 209 w 852"/>
                    <a:gd name="T75" fmla="*/ 414 h 1132"/>
                    <a:gd name="T76" fmla="*/ 201 w 852"/>
                    <a:gd name="T77" fmla="*/ 372 h 1132"/>
                    <a:gd name="T78" fmla="*/ 197 w 852"/>
                    <a:gd name="T79" fmla="*/ 327 h 1132"/>
                    <a:gd name="T80" fmla="*/ 201 w 852"/>
                    <a:gd name="T81" fmla="*/ 283 h 1132"/>
                    <a:gd name="T82" fmla="*/ 209 w 852"/>
                    <a:gd name="T83" fmla="*/ 240 h 1132"/>
                    <a:gd name="T84" fmla="*/ 223 w 852"/>
                    <a:gd name="T85" fmla="*/ 200 h 1132"/>
                    <a:gd name="T86" fmla="*/ 242 w 852"/>
                    <a:gd name="T87" fmla="*/ 162 h 1132"/>
                    <a:gd name="T88" fmla="*/ 266 w 852"/>
                    <a:gd name="T89" fmla="*/ 128 h 1132"/>
                    <a:gd name="T90" fmla="*/ 293 w 852"/>
                    <a:gd name="T91" fmla="*/ 96 h 1132"/>
                    <a:gd name="T92" fmla="*/ 325 w 852"/>
                    <a:gd name="T93" fmla="*/ 69 h 1132"/>
                    <a:gd name="T94" fmla="*/ 359 w 852"/>
                    <a:gd name="T95" fmla="*/ 45 h 1132"/>
                    <a:gd name="T96" fmla="*/ 397 w 852"/>
                    <a:gd name="T97" fmla="*/ 27 h 1132"/>
                    <a:gd name="T98" fmla="*/ 437 w 852"/>
                    <a:gd name="T99" fmla="*/ 12 h 1132"/>
                    <a:gd name="T100" fmla="*/ 480 w 852"/>
                    <a:gd name="T101" fmla="*/ 3 h 1132"/>
                    <a:gd name="T102" fmla="*/ 524 w 852"/>
                    <a:gd name="T103" fmla="*/ 0 h 113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</a:cxnLst>
                  <a:rect l="0" t="0" r="r" b="b"/>
                  <a:pathLst>
                    <a:path w="852" h="1132">
                      <a:moveTo>
                        <a:pt x="524" y="0"/>
                      </a:moveTo>
                      <a:lnTo>
                        <a:pt x="524" y="0"/>
                      </a:lnTo>
                      <a:lnTo>
                        <a:pt x="569" y="3"/>
                      </a:lnTo>
                      <a:lnTo>
                        <a:pt x="611" y="12"/>
                      </a:lnTo>
                      <a:lnTo>
                        <a:pt x="652" y="27"/>
                      </a:lnTo>
                      <a:lnTo>
                        <a:pt x="690" y="45"/>
                      </a:lnTo>
                      <a:lnTo>
                        <a:pt x="724" y="69"/>
                      </a:lnTo>
                      <a:lnTo>
                        <a:pt x="755" y="96"/>
                      </a:lnTo>
                      <a:lnTo>
                        <a:pt x="783" y="128"/>
                      </a:lnTo>
                      <a:lnTo>
                        <a:pt x="806" y="162"/>
                      </a:lnTo>
                      <a:lnTo>
                        <a:pt x="825" y="200"/>
                      </a:lnTo>
                      <a:lnTo>
                        <a:pt x="839" y="241"/>
                      </a:lnTo>
                      <a:lnTo>
                        <a:pt x="848" y="283"/>
                      </a:lnTo>
                      <a:lnTo>
                        <a:pt x="852" y="327"/>
                      </a:lnTo>
                      <a:lnTo>
                        <a:pt x="848" y="372"/>
                      </a:lnTo>
                      <a:lnTo>
                        <a:pt x="839" y="414"/>
                      </a:lnTo>
                      <a:lnTo>
                        <a:pt x="825" y="455"/>
                      </a:lnTo>
                      <a:lnTo>
                        <a:pt x="806" y="492"/>
                      </a:lnTo>
                      <a:lnTo>
                        <a:pt x="783" y="527"/>
                      </a:lnTo>
                      <a:lnTo>
                        <a:pt x="755" y="558"/>
                      </a:lnTo>
                      <a:lnTo>
                        <a:pt x="724" y="586"/>
                      </a:lnTo>
                      <a:lnTo>
                        <a:pt x="690" y="609"/>
                      </a:lnTo>
                      <a:lnTo>
                        <a:pt x="652" y="628"/>
                      </a:lnTo>
                      <a:lnTo>
                        <a:pt x="611" y="642"/>
                      </a:lnTo>
                      <a:lnTo>
                        <a:pt x="569" y="651"/>
                      </a:lnTo>
                      <a:lnTo>
                        <a:pt x="524" y="654"/>
                      </a:lnTo>
                      <a:lnTo>
                        <a:pt x="493" y="652"/>
                      </a:lnTo>
                      <a:lnTo>
                        <a:pt x="463" y="647"/>
                      </a:lnTo>
                      <a:lnTo>
                        <a:pt x="434" y="640"/>
                      </a:lnTo>
                      <a:lnTo>
                        <a:pt x="142" y="1132"/>
                      </a:lnTo>
                      <a:lnTo>
                        <a:pt x="96" y="1100"/>
                      </a:lnTo>
                      <a:lnTo>
                        <a:pt x="50" y="1072"/>
                      </a:lnTo>
                      <a:lnTo>
                        <a:pt x="0" y="1048"/>
                      </a:lnTo>
                      <a:lnTo>
                        <a:pt x="292" y="557"/>
                      </a:lnTo>
                      <a:lnTo>
                        <a:pt x="265" y="526"/>
                      </a:lnTo>
                      <a:lnTo>
                        <a:pt x="242" y="491"/>
                      </a:lnTo>
                      <a:lnTo>
                        <a:pt x="223" y="454"/>
                      </a:lnTo>
                      <a:lnTo>
                        <a:pt x="209" y="414"/>
                      </a:lnTo>
                      <a:lnTo>
                        <a:pt x="201" y="372"/>
                      </a:lnTo>
                      <a:lnTo>
                        <a:pt x="197" y="327"/>
                      </a:lnTo>
                      <a:lnTo>
                        <a:pt x="201" y="283"/>
                      </a:lnTo>
                      <a:lnTo>
                        <a:pt x="209" y="240"/>
                      </a:lnTo>
                      <a:lnTo>
                        <a:pt x="223" y="200"/>
                      </a:lnTo>
                      <a:lnTo>
                        <a:pt x="242" y="162"/>
                      </a:lnTo>
                      <a:lnTo>
                        <a:pt x="266" y="128"/>
                      </a:lnTo>
                      <a:lnTo>
                        <a:pt x="293" y="96"/>
                      </a:lnTo>
                      <a:lnTo>
                        <a:pt x="325" y="69"/>
                      </a:lnTo>
                      <a:lnTo>
                        <a:pt x="359" y="45"/>
                      </a:lnTo>
                      <a:lnTo>
                        <a:pt x="397" y="27"/>
                      </a:lnTo>
                      <a:lnTo>
                        <a:pt x="437" y="12"/>
                      </a:lnTo>
                      <a:lnTo>
                        <a:pt x="480" y="3"/>
                      </a:lnTo>
                      <a:lnTo>
                        <a:pt x="524" y="0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22" name="Freeform 66"/>
                <p:cNvSpPr>
                  <a:spLocks/>
                </p:cNvSpPr>
                <p:nvPr/>
              </p:nvSpPr>
              <p:spPr bwMode="auto">
                <a:xfrm>
                  <a:off x="5375276" y="5272088"/>
                  <a:ext cx="166688" cy="103188"/>
                </a:xfrm>
                <a:custGeom>
                  <a:avLst/>
                  <a:gdLst>
                    <a:gd name="T0" fmla="*/ 729 w 1055"/>
                    <a:gd name="T1" fmla="*/ 0 h 653"/>
                    <a:gd name="T2" fmla="*/ 773 w 1055"/>
                    <a:gd name="T3" fmla="*/ 2 h 653"/>
                    <a:gd name="T4" fmla="*/ 816 w 1055"/>
                    <a:gd name="T5" fmla="*/ 11 h 653"/>
                    <a:gd name="T6" fmla="*/ 856 w 1055"/>
                    <a:gd name="T7" fmla="*/ 25 h 653"/>
                    <a:gd name="T8" fmla="*/ 893 w 1055"/>
                    <a:gd name="T9" fmla="*/ 44 h 653"/>
                    <a:gd name="T10" fmla="*/ 929 w 1055"/>
                    <a:gd name="T11" fmla="*/ 68 h 653"/>
                    <a:gd name="T12" fmla="*/ 960 w 1055"/>
                    <a:gd name="T13" fmla="*/ 95 h 653"/>
                    <a:gd name="T14" fmla="*/ 988 w 1055"/>
                    <a:gd name="T15" fmla="*/ 126 h 653"/>
                    <a:gd name="T16" fmla="*/ 1011 w 1055"/>
                    <a:gd name="T17" fmla="*/ 162 h 653"/>
                    <a:gd name="T18" fmla="*/ 1030 w 1055"/>
                    <a:gd name="T19" fmla="*/ 200 h 653"/>
                    <a:gd name="T20" fmla="*/ 1044 w 1055"/>
                    <a:gd name="T21" fmla="*/ 239 h 653"/>
                    <a:gd name="T22" fmla="*/ 1053 w 1055"/>
                    <a:gd name="T23" fmla="*/ 282 h 653"/>
                    <a:gd name="T24" fmla="*/ 1055 w 1055"/>
                    <a:gd name="T25" fmla="*/ 326 h 653"/>
                    <a:gd name="T26" fmla="*/ 1053 w 1055"/>
                    <a:gd name="T27" fmla="*/ 370 h 653"/>
                    <a:gd name="T28" fmla="*/ 1044 w 1055"/>
                    <a:gd name="T29" fmla="*/ 414 h 653"/>
                    <a:gd name="T30" fmla="*/ 1030 w 1055"/>
                    <a:gd name="T31" fmla="*/ 454 h 653"/>
                    <a:gd name="T32" fmla="*/ 1011 w 1055"/>
                    <a:gd name="T33" fmla="*/ 491 h 653"/>
                    <a:gd name="T34" fmla="*/ 988 w 1055"/>
                    <a:gd name="T35" fmla="*/ 526 h 653"/>
                    <a:gd name="T36" fmla="*/ 960 w 1055"/>
                    <a:gd name="T37" fmla="*/ 558 h 653"/>
                    <a:gd name="T38" fmla="*/ 929 w 1055"/>
                    <a:gd name="T39" fmla="*/ 584 h 653"/>
                    <a:gd name="T40" fmla="*/ 893 w 1055"/>
                    <a:gd name="T41" fmla="*/ 609 h 653"/>
                    <a:gd name="T42" fmla="*/ 856 w 1055"/>
                    <a:gd name="T43" fmla="*/ 628 h 653"/>
                    <a:gd name="T44" fmla="*/ 816 w 1055"/>
                    <a:gd name="T45" fmla="*/ 641 h 653"/>
                    <a:gd name="T46" fmla="*/ 773 w 1055"/>
                    <a:gd name="T47" fmla="*/ 650 h 653"/>
                    <a:gd name="T48" fmla="*/ 729 w 1055"/>
                    <a:gd name="T49" fmla="*/ 653 h 653"/>
                    <a:gd name="T50" fmla="*/ 685 w 1055"/>
                    <a:gd name="T51" fmla="*/ 650 h 653"/>
                    <a:gd name="T52" fmla="*/ 644 w 1055"/>
                    <a:gd name="T53" fmla="*/ 642 h 653"/>
                    <a:gd name="T54" fmla="*/ 604 w 1055"/>
                    <a:gd name="T55" fmla="*/ 628 h 653"/>
                    <a:gd name="T56" fmla="*/ 566 w 1055"/>
                    <a:gd name="T57" fmla="*/ 610 h 653"/>
                    <a:gd name="T58" fmla="*/ 532 w 1055"/>
                    <a:gd name="T59" fmla="*/ 587 h 653"/>
                    <a:gd name="T60" fmla="*/ 501 w 1055"/>
                    <a:gd name="T61" fmla="*/ 560 h 653"/>
                    <a:gd name="T62" fmla="*/ 474 w 1055"/>
                    <a:gd name="T63" fmla="*/ 529 h 653"/>
                    <a:gd name="T64" fmla="*/ 450 w 1055"/>
                    <a:gd name="T65" fmla="*/ 495 h 653"/>
                    <a:gd name="T66" fmla="*/ 431 w 1055"/>
                    <a:gd name="T67" fmla="*/ 458 h 653"/>
                    <a:gd name="T68" fmla="*/ 416 w 1055"/>
                    <a:gd name="T69" fmla="*/ 419 h 653"/>
                    <a:gd name="T70" fmla="*/ 407 w 1055"/>
                    <a:gd name="T71" fmla="*/ 377 h 653"/>
                    <a:gd name="T72" fmla="*/ 0 w 1055"/>
                    <a:gd name="T73" fmla="*/ 337 h 653"/>
                    <a:gd name="T74" fmla="*/ 9 w 1055"/>
                    <a:gd name="T75" fmla="*/ 287 h 653"/>
                    <a:gd name="T76" fmla="*/ 15 w 1055"/>
                    <a:gd name="T77" fmla="*/ 235 h 653"/>
                    <a:gd name="T78" fmla="*/ 17 w 1055"/>
                    <a:gd name="T79" fmla="*/ 182 h 653"/>
                    <a:gd name="T80" fmla="*/ 16 w 1055"/>
                    <a:gd name="T81" fmla="*/ 173 h 653"/>
                    <a:gd name="T82" fmla="*/ 423 w 1055"/>
                    <a:gd name="T83" fmla="*/ 214 h 653"/>
                    <a:gd name="T84" fmla="*/ 441 w 1055"/>
                    <a:gd name="T85" fmla="*/ 173 h 653"/>
                    <a:gd name="T86" fmla="*/ 464 w 1055"/>
                    <a:gd name="T87" fmla="*/ 136 h 653"/>
                    <a:gd name="T88" fmla="*/ 492 w 1055"/>
                    <a:gd name="T89" fmla="*/ 103 h 653"/>
                    <a:gd name="T90" fmla="*/ 524 w 1055"/>
                    <a:gd name="T91" fmla="*/ 73 h 653"/>
                    <a:gd name="T92" fmla="*/ 558 w 1055"/>
                    <a:gd name="T93" fmla="*/ 48 h 653"/>
                    <a:gd name="T94" fmla="*/ 597 w 1055"/>
                    <a:gd name="T95" fmla="*/ 28 h 653"/>
                    <a:gd name="T96" fmla="*/ 639 w 1055"/>
                    <a:gd name="T97" fmla="*/ 12 h 653"/>
                    <a:gd name="T98" fmla="*/ 683 w 1055"/>
                    <a:gd name="T99" fmla="*/ 3 h 653"/>
                    <a:gd name="T100" fmla="*/ 729 w 1055"/>
                    <a:gd name="T101" fmla="*/ 0 h 65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</a:cxnLst>
                  <a:rect l="0" t="0" r="r" b="b"/>
                  <a:pathLst>
                    <a:path w="1055" h="653">
                      <a:moveTo>
                        <a:pt x="729" y="0"/>
                      </a:moveTo>
                      <a:lnTo>
                        <a:pt x="773" y="2"/>
                      </a:lnTo>
                      <a:lnTo>
                        <a:pt x="816" y="11"/>
                      </a:lnTo>
                      <a:lnTo>
                        <a:pt x="856" y="25"/>
                      </a:lnTo>
                      <a:lnTo>
                        <a:pt x="893" y="44"/>
                      </a:lnTo>
                      <a:lnTo>
                        <a:pt x="929" y="68"/>
                      </a:lnTo>
                      <a:lnTo>
                        <a:pt x="960" y="95"/>
                      </a:lnTo>
                      <a:lnTo>
                        <a:pt x="988" y="126"/>
                      </a:lnTo>
                      <a:lnTo>
                        <a:pt x="1011" y="162"/>
                      </a:lnTo>
                      <a:lnTo>
                        <a:pt x="1030" y="200"/>
                      </a:lnTo>
                      <a:lnTo>
                        <a:pt x="1044" y="239"/>
                      </a:lnTo>
                      <a:lnTo>
                        <a:pt x="1053" y="282"/>
                      </a:lnTo>
                      <a:lnTo>
                        <a:pt x="1055" y="326"/>
                      </a:lnTo>
                      <a:lnTo>
                        <a:pt x="1053" y="370"/>
                      </a:lnTo>
                      <a:lnTo>
                        <a:pt x="1044" y="414"/>
                      </a:lnTo>
                      <a:lnTo>
                        <a:pt x="1030" y="454"/>
                      </a:lnTo>
                      <a:lnTo>
                        <a:pt x="1011" y="491"/>
                      </a:lnTo>
                      <a:lnTo>
                        <a:pt x="988" y="526"/>
                      </a:lnTo>
                      <a:lnTo>
                        <a:pt x="960" y="558"/>
                      </a:lnTo>
                      <a:lnTo>
                        <a:pt x="929" y="584"/>
                      </a:lnTo>
                      <a:lnTo>
                        <a:pt x="893" y="609"/>
                      </a:lnTo>
                      <a:lnTo>
                        <a:pt x="856" y="628"/>
                      </a:lnTo>
                      <a:lnTo>
                        <a:pt x="816" y="641"/>
                      </a:lnTo>
                      <a:lnTo>
                        <a:pt x="773" y="650"/>
                      </a:lnTo>
                      <a:lnTo>
                        <a:pt x="729" y="653"/>
                      </a:lnTo>
                      <a:lnTo>
                        <a:pt x="685" y="650"/>
                      </a:lnTo>
                      <a:lnTo>
                        <a:pt x="644" y="642"/>
                      </a:lnTo>
                      <a:lnTo>
                        <a:pt x="604" y="628"/>
                      </a:lnTo>
                      <a:lnTo>
                        <a:pt x="566" y="610"/>
                      </a:lnTo>
                      <a:lnTo>
                        <a:pt x="532" y="587"/>
                      </a:lnTo>
                      <a:lnTo>
                        <a:pt x="501" y="560"/>
                      </a:lnTo>
                      <a:lnTo>
                        <a:pt x="474" y="529"/>
                      </a:lnTo>
                      <a:lnTo>
                        <a:pt x="450" y="495"/>
                      </a:lnTo>
                      <a:lnTo>
                        <a:pt x="431" y="458"/>
                      </a:lnTo>
                      <a:lnTo>
                        <a:pt x="416" y="419"/>
                      </a:lnTo>
                      <a:lnTo>
                        <a:pt x="407" y="377"/>
                      </a:lnTo>
                      <a:lnTo>
                        <a:pt x="0" y="337"/>
                      </a:lnTo>
                      <a:lnTo>
                        <a:pt x="9" y="287"/>
                      </a:lnTo>
                      <a:lnTo>
                        <a:pt x="15" y="235"/>
                      </a:lnTo>
                      <a:lnTo>
                        <a:pt x="17" y="182"/>
                      </a:lnTo>
                      <a:lnTo>
                        <a:pt x="16" y="173"/>
                      </a:lnTo>
                      <a:lnTo>
                        <a:pt x="423" y="214"/>
                      </a:lnTo>
                      <a:lnTo>
                        <a:pt x="441" y="173"/>
                      </a:lnTo>
                      <a:lnTo>
                        <a:pt x="464" y="136"/>
                      </a:lnTo>
                      <a:lnTo>
                        <a:pt x="492" y="103"/>
                      </a:lnTo>
                      <a:lnTo>
                        <a:pt x="524" y="73"/>
                      </a:lnTo>
                      <a:lnTo>
                        <a:pt x="558" y="48"/>
                      </a:lnTo>
                      <a:lnTo>
                        <a:pt x="597" y="28"/>
                      </a:lnTo>
                      <a:lnTo>
                        <a:pt x="639" y="12"/>
                      </a:lnTo>
                      <a:lnTo>
                        <a:pt x="683" y="3"/>
                      </a:lnTo>
                      <a:lnTo>
                        <a:pt x="729" y="0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23" name="Freeform 67"/>
                <p:cNvSpPr>
                  <a:spLocks/>
                </p:cNvSpPr>
                <p:nvPr/>
              </p:nvSpPr>
              <p:spPr bwMode="auto">
                <a:xfrm>
                  <a:off x="5259388" y="5411788"/>
                  <a:ext cx="103188" cy="166688"/>
                </a:xfrm>
                <a:custGeom>
                  <a:avLst/>
                  <a:gdLst>
                    <a:gd name="T0" fmla="*/ 246 w 654"/>
                    <a:gd name="T1" fmla="*/ 0 h 1049"/>
                    <a:gd name="T2" fmla="*/ 337 w 654"/>
                    <a:gd name="T3" fmla="*/ 397 h 1049"/>
                    <a:gd name="T4" fmla="*/ 383 w 654"/>
                    <a:gd name="T5" fmla="*/ 402 h 1049"/>
                    <a:gd name="T6" fmla="*/ 429 w 654"/>
                    <a:gd name="T7" fmla="*/ 413 h 1049"/>
                    <a:gd name="T8" fmla="*/ 471 w 654"/>
                    <a:gd name="T9" fmla="*/ 431 h 1049"/>
                    <a:gd name="T10" fmla="*/ 510 w 654"/>
                    <a:gd name="T11" fmla="*/ 453 h 1049"/>
                    <a:gd name="T12" fmla="*/ 545 w 654"/>
                    <a:gd name="T13" fmla="*/ 480 h 1049"/>
                    <a:gd name="T14" fmla="*/ 576 w 654"/>
                    <a:gd name="T15" fmla="*/ 513 h 1049"/>
                    <a:gd name="T16" fmla="*/ 603 w 654"/>
                    <a:gd name="T17" fmla="*/ 548 h 1049"/>
                    <a:gd name="T18" fmla="*/ 624 w 654"/>
                    <a:gd name="T19" fmla="*/ 588 h 1049"/>
                    <a:gd name="T20" fmla="*/ 641 w 654"/>
                    <a:gd name="T21" fmla="*/ 630 h 1049"/>
                    <a:gd name="T22" fmla="*/ 651 w 654"/>
                    <a:gd name="T23" fmla="*/ 676 h 1049"/>
                    <a:gd name="T24" fmla="*/ 654 w 654"/>
                    <a:gd name="T25" fmla="*/ 723 h 1049"/>
                    <a:gd name="T26" fmla="*/ 651 w 654"/>
                    <a:gd name="T27" fmla="*/ 768 h 1049"/>
                    <a:gd name="T28" fmla="*/ 642 w 654"/>
                    <a:gd name="T29" fmla="*/ 810 h 1049"/>
                    <a:gd name="T30" fmla="*/ 628 w 654"/>
                    <a:gd name="T31" fmla="*/ 850 h 1049"/>
                    <a:gd name="T32" fmla="*/ 608 w 654"/>
                    <a:gd name="T33" fmla="*/ 887 h 1049"/>
                    <a:gd name="T34" fmla="*/ 585 w 654"/>
                    <a:gd name="T35" fmla="*/ 923 h 1049"/>
                    <a:gd name="T36" fmla="*/ 557 w 654"/>
                    <a:gd name="T37" fmla="*/ 954 h 1049"/>
                    <a:gd name="T38" fmla="*/ 526 w 654"/>
                    <a:gd name="T39" fmla="*/ 982 h 1049"/>
                    <a:gd name="T40" fmla="*/ 492 w 654"/>
                    <a:gd name="T41" fmla="*/ 1005 h 1049"/>
                    <a:gd name="T42" fmla="*/ 454 w 654"/>
                    <a:gd name="T43" fmla="*/ 1024 h 1049"/>
                    <a:gd name="T44" fmla="*/ 413 w 654"/>
                    <a:gd name="T45" fmla="*/ 1038 h 1049"/>
                    <a:gd name="T46" fmla="*/ 371 w 654"/>
                    <a:gd name="T47" fmla="*/ 1047 h 1049"/>
                    <a:gd name="T48" fmla="*/ 327 w 654"/>
                    <a:gd name="T49" fmla="*/ 1049 h 1049"/>
                    <a:gd name="T50" fmla="*/ 282 w 654"/>
                    <a:gd name="T51" fmla="*/ 1047 h 1049"/>
                    <a:gd name="T52" fmla="*/ 240 w 654"/>
                    <a:gd name="T53" fmla="*/ 1038 h 1049"/>
                    <a:gd name="T54" fmla="*/ 199 w 654"/>
                    <a:gd name="T55" fmla="*/ 1024 h 1049"/>
                    <a:gd name="T56" fmla="*/ 161 w 654"/>
                    <a:gd name="T57" fmla="*/ 1005 h 1049"/>
                    <a:gd name="T58" fmla="*/ 127 w 654"/>
                    <a:gd name="T59" fmla="*/ 982 h 1049"/>
                    <a:gd name="T60" fmla="*/ 96 w 654"/>
                    <a:gd name="T61" fmla="*/ 954 h 1049"/>
                    <a:gd name="T62" fmla="*/ 68 w 654"/>
                    <a:gd name="T63" fmla="*/ 923 h 1049"/>
                    <a:gd name="T64" fmla="*/ 45 w 654"/>
                    <a:gd name="T65" fmla="*/ 887 h 1049"/>
                    <a:gd name="T66" fmla="*/ 26 w 654"/>
                    <a:gd name="T67" fmla="*/ 850 h 1049"/>
                    <a:gd name="T68" fmla="*/ 12 w 654"/>
                    <a:gd name="T69" fmla="*/ 810 h 1049"/>
                    <a:gd name="T70" fmla="*/ 3 w 654"/>
                    <a:gd name="T71" fmla="*/ 768 h 1049"/>
                    <a:gd name="T72" fmla="*/ 0 w 654"/>
                    <a:gd name="T73" fmla="*/ 723 h 1049"/>
                    <a:gd name="T74" fmla="*/ 3 w 654"/>
                    <a:gd name="T75" fmla="*/ 677 h 1049"/>
                    <a:gd name="T76" fmla="*/ 13 w 654"/>
                    <a:gd name="T77" fmla="*/ 632 h 1049"/>
                    <a:gd name="T78" fmla="*/ 28 w 654"/>
                    <a:gd name="T79" fmla="*/ 591 h 1049"/>
                    <a:gd name="T80" fmla="*/ 49 w 654"/>
                    <a:gd name="T81" fmla="*/ 553 h 1049"/>
                    <a:gd name="T82" fmla="*/ 75 w 654"/>
                    <a:gd name="T83" fmla="*/ 517 h 1049"/>
                    <a:gd name="T84" fmla="*/ 105 w 654"/>
                    <a:gd name="T85" fmla="*/ 485 h 1049"/>
                    <a:gd name="T86" fmla="*/ 139 w 654"/>
                    <a:gd name="T87" fmla="*/ 457 h 1049"/>
                    <a:gd name="T88" fmla="*/ 177 w 654"/>
                    <a:gd name="T89" fmla="*/ 435 h 1049"/>
                    <a:gd name="T90" fmla="*/ 85 w 654"/>
                    <a:gd name="T91" fmla="*/ 37 h 1049"/>
                    <a:gd name="T92" fmla="*/ 140 w 654"/>
                    <a:gd name="T93" fmla="*/ 28 h 1049"/>
                    <a:gd name="T94" fmla="*/ 194 w 654"/>
                    <a:gd name="T95" fmla="*/ 16 h 1049"/>
                    <a:gd name="T96" fmla="*/ 246 w 654"/>
                    <a:gd name="T97" fmla="*/ 0 h 104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</a:cxnLst>
                  <a:rect l="0" t="0" r="r" b="b"/>
                  <a:pathLst>
                    <a:path w="654" h="1049">
                      <a:moveTo>
                        <a:pt x="246" y="0"/>
                      </a:moveTo>
                      <a:lnTo>
                        <a:pt x="337" y="397"/>
                      </a:lnTo>
                      <a:lnTo>
                        <a:pt x="383" y="402"/>
                      </a:lnTo>
                      <a:lnTo>
                        <a:pt x="429" y="413"/>
                      </a:lnTo>
                      <a:lnTo>
                        <a:pt x="471" y="431"/>
                      </a:lnTo>
                      <a:lnTo>
                        <a:pt x="510" y="453"/>
                      </a:lnTo>
                      <a:lnTo>
                        <a:pt x="545" y="480"/>
                      </a:lnTo>
                      <a:lnTo>
                        <a:pt x="576" y="513"/>
                      </a:lnTo>
                      <a:lnTo>
                        <a:pt x="603" y="548"/>
                      </a:lnTo>
                      <a:lnTo>
                        <a:pt x="624" y="588"/>
                      </a:lnTo>
                      <a:lnTo>
                        <a:pt x="641" y="630"/>
                      </a:lnTo>
                      <a:lnTo>
                        <a:pt x="651" y="676"/>
                      </a:lnTo>
                      <a:lnTo>
                        <a:pt x="654" y="723"/>
                      </a:lnTo>
                      <a:lnTo>
                        <a:pt x="651" y="768"/>
                      </a:lnTo>
                      <a:lnTo>
                        <a:pt x="642" y="810"/>
                      </a:lnTo>
                      <a:lnTo>
                        <a:pt x="628" y="850"/>
                      </a:lnTo>
                      <a:lnTo>
                        <a:pt x="608" y="887"/>
                      </a:lnTo>
                      <a:lnTo>
                        <a:pt x="585" y="923"/>
                      </a:lnTo>
                      <a:lnTo>
                        <a:pt x="557" y="954"/>
                      </a:lnTo>
                      <a:lnTo>
                        <a:pt x="526" y="982"/>
                      </a:lnTo>
                      <a:lnTo>
                        <a:pt x="492" y="1005"/>
                      </a:lnTo>
                      <a:lnTo>
                        <a:pt x="454" y="1024"/>
                      </a:lnTo>
                      <a:lnTo>
                        <a:pt x="413" y="1038"/>
                      </a:lnTo>
                      <a:lnTo>
                        <a:pt x="371" y="1047"/>
                      </a:lnTo>
                      <a:lnTo>
                        <a:pt x="327" y="1049"/>
                      </a:lnTo>
                      <a:lnTo>
                        <a:pt x="282" y="1047"/>
                      </a:lnTo>
                      <a:lnTo>
                        <a:pt x="240" y="1038"/>
                      </a:lnTo>
                      <a:lnTo>
                        <a:pt x="199" y="1024"/>
                      </a:lnTo>
                      <a:lnTo>
                        <a:pt x="161" y="1005"/>
                      </a:lnTo>
                      <a:lnTo>
                        <a:pt x="127" y="982"/>
                      </a:lnTo>
                      <a:lnTo>
                        <a:pt x="96" y="954"/>
                      </a:lnTo>
                      <a:lnTo>
                        <a:pt x="68" y="923"/>
                      </a:lnTo>
                      <a:lnTo>
                        <a:pt x="45" y="887"/>
                      </a:lnTo>
                      <a:lnTo>
                        <a:pt x="26" y="850"/>
                      </a:lnTo>
                      <a:lnTo>
                        <a:pt x="12" y="810"/>
                      </a:lnTo>
                      <a:lnTo>
                        <a:pt x="3" y="768"/>
                      </a:lnTo>
                      <a:lnTo>
                        <a:pt x="0" y="723"/>
                      </a:lnTo>
                      <a:lnTo>
                        <a:pt x="3" y="677"/>
                      </a:lnTo>
                      <a:lnTo>
                        <a:pt x="13" y="632"/>
                      </a:lnTo>
                      <a:lnTo>
                        <a:pt x="28" y="591"/>
                      </a:lnTo>
                      <a:lnTo>
                        <a:pt x="49" y="553"/>
                      </a:lnTo>
                      <a:lnTo>
                        <a:pt x="75" y="517"/>
                      </a:lnTo>
                      <a:lnTo>
                        <a:pt x="105" y="485"/>
                      </a:lnTo>
                      <a:lnTo>
                        <a:pt x="139" y="457"/>
                      </a:lnTo>
                      <a:lnTo>
                        <a:pt x="177" y="435"/>
                      </a:lnTo>
                      <a:lnTo>
                        <a:pt x="85" y="37"/>
                      </a:lnTo>
                      <a:lnTo>
                        <a:pt x="140" y="28"/>
                      </a:lnTo>
                      <a:lnTo>
                        <a:pt x="194" y="16"/>
                      </a:lnTo>
                      <a:lnTo>
                        <a:pt x="246" y="0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24" name="Freeform 68"/>
                <p:cNvSpPr>
                  <a:spLocks/>
                </p:cNvSpPr>
                <p:nvPr/>
              </p:nvSpPr>
              <p:spPr bwMode="auto">
                <a:xfrm>
                  <a:off x="4967288" y="5326063"/>
                  <a:ext cx="184150" cy="106363"/>
                </a:xfrm>
                <a:custGeom>
                  <a:avLst/>
                  <a:gdLst>
                    <a:gd name="T0" fmla="*/ 1106 w 1159"/>
                    <a:gd name="T1" fmla="*/ 0 h 675"/>
                    <a:gd name="T2" fmla="*/ 1120 w 1159"/>
                    <a:gd name="T3" fmla="*/ 54 h 675"/>
                    <a:gd name="T4" fmla="*/ 1138 w 1159"/>
                    <a:gd name="T5" fmla="*/ 106 h 675"/>
                    <a:gd name="T6" fmla="*/ 1159 w 1159"/>
                    <a:gd name="T7" fmla="*/ 156 h 675"/>
                    <a:gd name="T8" fmla="*/ 651 w 1159"/>
                    <a:gd name="T9" fmla="*/ 326 h 675"/>
                    <a:gd name="T10" fmla="*/ 652 w 1159"/>
                    <a:gd name="T11" fmla="*/ 336 h 675"/>
                    <a:gd name="T12" fmla="*/ 653 w 1159"/>
                    <a:gd name="T13" fmla="*/ 348 h 675"/>
                    <a:gd name="T14" fmla="*/ 651 w 1159"/>
                    <a:gd name="T15" fmla="*/ 392 h 675"/>
                    <a:gd name="T16" fmla="*/ 642 w 1159"/>
                    <a:gd name="T17" fmla="*/ 435 h 675"/>
                    <a:gd name="T18" fmla="*/ 628 w 1159"/>
                    <a:gd name="T19" fmla="*/ 475 h 675"/>
                    <a:gd name="T20" fmla="*/ 609 w 1159"/>
                    <a:gd name="T21" fmla="*/ 513 h 675"/>
                    <a:gd name="T22" fmla="*/ 586 w 1159"/>
                    <a:gd name="T23" fmla="*/ 547 h 675"/>
                    <a:gd name="T24" fmla="*/ 558 w 1159"/>
                    <a:gd name="T25" fmla="*/ 579 h 675"/>
                    <a:gd name="T26" fmla="*/ 527 w 1159"/>
                    <a:gd name="T27" fmla="*/ 607 h 675"/>
                    <a:gd name="T28" fmla="*/ 491 w 1159"/>
                    <a:gd name="T29" fmla="*/ 630 h 675"/>
                    <a:gd name="T30" fmla="*/ 454 w 1159"/>
                    <a:gd name="T31" fmla="*/ 649 h 675"/>
                    <a:gd name="T32" fmla="*/ 414 w 1159"/>
                    <a:gd name="T33" fmla="*/ 664 h 675"/>
                    <a:gd name="T34" fmla="*/ 370 w 1159"/>
                    <a:gd name="T35" fmla="*/ 671 h 675"/>
                    <a:gd name="T36" fmla="*/ 326 w 1159"/>
                    <a:gd name="T37" fmla="*/ 675 h 675"/>
                    <a:gd name="T38" fmla="*/ 282 w 1159"/>
                    <a:gd name="T39" fmla="*/ 671 h 675"/>
                    <a:gd name="T40" fmla="*/ 240 w 1159"/>
                    <a:gd name="T41" fmla="*/ 664 h 675"/>
                    <a:gd name="T42" fmla="*/ 200 w 1159"/>
                    <a:gd name="T43" fmla="*/ 649 h 675"/>
                    <a:gd name="T44" fmla="*/ 162 w 1159"/>
                    <a:gd name="T45" fmla="*/ 630 h 675"/>
                    <a:gd name="T46" fmla="*/ 126 w 1159"/>
                    <a:gd name="T47" fmla="*/ 607 h 675"/>
                    <a:gd name="T48" fmla="*/ 95 w 1159"/>
                    <a:gd name="T49" fmla="*/ 579 h 675"/>
                    <a:gd name="T50" fmla="*/ 68 w 1159"/>
                    <a:gd name="T51" fmla="*/ 547 h 675"/>
                    <a:gd name="T52" fmla="*/ 44 w 1159"/>
                    <a:gd name="T53" fmla="*/ 513 h 675"/>
                    <a:gd name="T54" fmla="*/ 26 w 1159"/>
                    <a:gd name="T55" fmla="*/ 475 h 675"/>
                    <a:gd name="T56" fmla="*/ 12 w 1159"/>
                    <a:gd name="T57" fmla="*/ 435 h 675"/>
                    <a:gd name="T58" fmla="*/ 3 w 1159"/>
                    <a:gd name="T59" fmla="*/ 392 h 675"/>
                    <a:gd name="T60" fmla="*/ 0 w 1159"/>
                    <a:gd name="T61" fmla="*/ 348 h 675"/>
                    <a:gd name="T62" fmla="*/ 3 w 1159"/>
                    <a:gd name="T63" fmla="*/ 303 h 675"/>
                    <a:gd name="T64" fmla="*/ 12 w 1159"/>
                    <a:gd name="T65" fmla="*/ 261 h 675"/>
                    <a:gd name="T66" fmla="*/ 26 w 1159"/>
                    <a:gd name="T67" fmla="*/ 221 h 675"/>
                    <a:gd name="T68" fmla="*/ 44 w 1159"/>
                    <a:gd name="T69" fmla="*/ 183 h 675"/>
                    <a:gd name="T70" fmla="*/ 68 w 1159"/>
                    <a:gd name="T71" fmla="*/ 148 h 675"/>
                    <a:gd name="T72" fmla="*/ 95 w 1159"/>
                    <a:gd name="T73" fmla="*/ 117 h 675"/>
                    <a:gd name="T74" fmla="*/ 126 w 1159"/>
                    <a:gd name="T75" fmla="*/ 89 h 675"/>
                    <a:gd name="T76" fmla="*/ 162 w 1159"/>
                    <a:gd name="T77" fmla="*/ 66 h 675"/>
                    <a:gd name="T78" fmla="*/ 200 w 1159"/>
                    <a:gd name="T79" fmla="*/ 47 h 675"/>
                    <a:gd name="T80" fmla="*/ 240 w 1159"/>
                    <a:gd name="T81" fmla="*/ 33 h 675"/>
                    <a:gd name="T82" fmla="*/ 282 w 1159"/>
                    <a:gd name="T83" fmla="*/ 25 h 675"/>
                    <a:gd name="T84" fmla="*/ 326 w 1159"/>
                    <a:gd name="T85" fmla="*/ 21 h 675"/>
                    <a:gd name="T86" fmla="*/ 369 w 1159"/>
                    <a:gd name="T87" fmla="*/ 24 h 675"/>
                    <a:gd name="T88" fmla="*/ 409 w 1159"/>
                    <a:gd name="T89" fmla="*/ 33 h 675"/>
                    <a:gd name="T90" fmla="*/ 448 w 1159"/>
                    <a:gd name="T91" fmla="*/ 45 h 675"/>
                    <a:gd name="T92" fmla="*/ 485 w 1159"/>
                    <a:gd name="T93" fmla="*/ 63 h 675"/>
                    <a:gd name="T94" fmla="*/ 518 w 1159"/>
                    <a:gd name="T95" fmla="*/ 84 h 675"/>
                    <a:gd name="T96" fmla="*/ 549 w 1159"/>
                    <a:gd name="T97" fmla="*/ 109 h 675"/>
                    <a:gd name="T98" fmla="*/ 577 w 1159"/>
                    <a:gd name="T99" fmla="*/ 138 h 675"/>
                    <a:gd name="T100" fmla="*/ 600 w 1159"/>
                    <a:gd name="T101" fmla="*/ 170 h 675"/>
                    <a:gd name="T102" fmla="*/ 1106 w 1159"/>
                    <a:gd name="T103" fmla="*/ 0 h 6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</a:cxnLst>
                  <a:rect l="0" t="0" r="r" b="b"/>
                  <a:pathLst>
                    <a:path w="1159" h="675">
                      <a:moveTo>
                        <a:pt x="1106" y="0"/>
                      </a:moveTo>
                      <a:lnTo>
                        <a:pt x="1120" y="54"/>
                      </a:lnTo>
                      <a:lnTo>
                        <a:pt x="1138" y="106"/>
                      </a:lnTo>
                      <a:lnTo>
                        <a:pt x="1159" y="156"/>
                      </a:lnTo>
                      <a:lnTo>
                        <a:pt x="651" y="326"/>
                      </a:lnTo>
                      <a:lnTo>
                        <a:pt x="652" y="336"/>
                      </a:lnTo>
                      <a:lnTo>
                        <a:pt x="653" y="348"/>
                      </a:lnTo>
                      <a:lnTo>
                        <a:pt x="651" y="392"/>
                      </a:lnTo>
                      <a:lnTo>
                        <a:pt x="642" y="435"/>
                      </a:lnTo>
                      <a:lnTo>
                        <a:pt x="628" y="475"/>
                      </a:lnTo>
                      <a:lnTo>
                        <a:pt x="609" y="513"/>
                      </a:lnTo>
                      <a:lnTo>
                        <a:pt x="586" y="547"/>
                      </a:lnTo>
                      <a:lnTo>
                        <a:pt x="558" y="579"/>
                      </a:lnTo>
                      <a:lnTo>
                        <a:pt x="527" y="607"/>
                      </a:lnTo>
                      <a:lnTo>
                        <a:pt x="491" y="630"/>
                      </a:lnTo>
                      <a:lnTo>
                        <a:pt x="454" y="649"/>
                      </a:lnTo>
                      <a:lnTo>
                        <a:pt x="414" y="664"/>
                      </a:lnTo>
                      <a:lnTo>
                        <a:pt x="370" y="671"/>
                      </a:lnTo>
                      <a:lnTo>
                        <a:pt x="326" y="675"/>
                      </a:lnTo>
                      <a:lnTo>
                        <a:pt x="282" y="671"/>
                      </a:lnTo>
                      <a:lnTo>
                        <a:pt x="240" y="664"/>
                      </a:lnTo>
                      <a:lnTo>
                        <a:pt x="200" y="649"/>
                      </a:lnTo>
                      <a:lnTo>
                        <a:pt x="162" y="630"/>
                      </a:lnTo>
                      <a:lnTo>
                        <a:pt x="126" y="607"/>
                      </a:lnTo>
                      <a:lnTo>
                        <a:pt x="95" y="579"/>
                      </a:lnTo>
                      <a:lnTo>
                        <a:pt x="68" y="547"/>
                      </a:lnTo>
                      <a:lnTo>
                        <a:pt x="44" y="513"/>
                      </a:lnTo>
                      <a:lnTo>
                        <a:pt x="26" y="475"/>
                      </a:lnTo>
                      <a:lnTo>
                        <a:pt x="12" y="435"/>
                      </a:lnTo>
                      <a:lnTo>
                        <a:pt x="3" y="392"/>
                      </a:lnTo>
                      <a:lnTo>
                        <a:pt x="0" y="348"/>
                      </a:lnTo>
                      <a:lnTo>
                        <a:pt x="3" y="303"/>
                      </a:lnTo>
                      <a:lnTo>
                        <a:pt x="12" y="261"/>
                      </a:lnTo>
                      <a:lnTo>
                        <a:pt x="26" y="221"/>
                      </a:lnTo>
                      <a:lnTo>
                        <a:pt x="44" y="183"/>
                      </a:lnTo>
                      <a:lnTo>
                        <a:pt x="68" y="148"/>
                      </a:lnTo>
                      <a:lnTo>
                        <a:pt x="95" y="117"/>
                      </a:lnTo>
                      <a:lnTo>
                        <a:pt x="126" y="89"/>
                      </a:lnTo>
                      <a:lnTo>
                        <a:pt x="162" y="66"/>
                      </a:lnTo>
                      <a:lnTo>
                        <a:pt x="200" y="47"/>
                      </a:lnTo>
                      <a:lnTo>
                        <a:pt x="240" y="33"/>
                      </a:lnTo>
                      <a:lnTo>
                        <a:pt x="282" y="25"/>
                      </a:lnTo>
                      <a:lnTo>
                        <a:pt x="326" y="21"/>
                      </a:lnTo>
                      <a:lnTo>
                        <a:pt x="369" y="24"/>
                      </a:lnTo>
                      <a:lnTo>
                        <a:pt x="409" y="33"/>
                      </a:lnTo>
                      <a:lnTo>
                        <a:pt x="448" y="45"/>
                      </a:lnTo>
                      <a:lnTo>
                        <a:pt x="485" y="63"/>
                      </a:lnTo>
                      <a:lnTo>
                        <a:pt x="518" y="84"/>
                      </a:lnTo>
                      <a:lnTo>
                        <a:pt x="549" y="109"/>
                      </a:lnTo>
                      <a:lnTo>
                        <a:pt x="577" y="138"/>
                      </a:lnTo>
                      <a:lnTo>
                        <a:pt x="600" y="170"/>
                      </a:lnTo>
                      <a:lnTo>
                        <a:pt x="1106" y="0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25" name="Freeform 69"/>
                <p:cNvSpPr>
                  <a:spLocks/>
                </p:cNvSpPr>
                <p:nvPr/>
              </p:nvSpPr>
              <p:spPr bwMode="auto">
                <a:xfrm>
                  <a:off x="5170488" y="5211763"/>
                  <a:ext cx="177800" cy="177800"/>
                </a:xfrm>
                <a:custGeom>
                  <a:avLst/>
                  <a:gdLst>
                    <a:gd name="T0" fmla="*/ 561 w 1122"/>
                    <a:gd name="T1" fmla="*/ 0 h 1121"/>
                    <a:gd name="T2" fmla="*/ 622 w 1122"/>
                    <a:gd name="T3" fmla="*/ 3 h 1121"/>
                    <a:gd name="T4" fmla="*/ 681 w 1122"/>
                    <a:gd name="T5" fmla="*/ 13 h 1121"/>
                    <a:gd name="T6" fmla="*/ 738 w 1122"/>
                    <a:gd name="T7" fmla="*/ 29 h 1121"/>
                    <a:gd name="T8" fmla="*/ 792 w 1122"/>
                    <a:gd name="T9" fmla="*/ 50 h 1121"/>
                    <a:gd name="T10" fmla="*/ 843 w 1122"/>
                    <a:gd name="T11" fmla="*/ 76 h 1121"/>
                    <a:gd name="T12" fmla="*/ 892 w 1122"/>
                    <a:gd name="T13" fmla="*/ 108 h 1121"/>
                    <a:gd name="T14" fmla="*/ 937 w 1122"/>
                    <a:gd name="T15" fmla="*/ 145 h 1121"/>
                    <a:gd name="T16" fmla="*/ 976 w 1122"/>
                    <a:gd name="T17" fmla="*/ 185 h 1121"/>
                    <a:gd name="T18" fmla="*/ 1013 w 1122"/>
                    <a:gd name="T19" fmla="*/ 229 h 1121"/>
                    <a:gd name="T20" fmla="*/ 1045 w 1122"/>
                    <a:gd name="T21" fmla="*/ 278 h 1121"/>
                    <a:gd name="T22" fmla="*/ 1072 w 1122"/>
                    <a:gd name="T23" fmla="*/ 329 h 1121"/>
                    <a:gd name="T24" fmla="*/ 1093 w 1122"/>
                    <a:gd name="T25" fmla="*/ 383 h 1121"/>
                    <a:gd name="T26" fmla="*/ 1108 w 1122"/>
                    <a:gd name="T27" fmla="*/ 440 h 1121"/>
                    <a:gd name="T28" fmla="*/ 1118 w 1122"/>
                    <a:gd name="T29" fmla="*/ 499 h 1121"/>
                    <a:gd name="T30" fmla="*/ 1122 w 1122"/>
                    <a:gd name="T31" fmla="*/ 560 h 1121"/>
                    <a:gd name="T32" fmla="*/ 1118 w 1122"/>
                    <a:gd name="T33" fmla="*/ 621 h 1121"/>
                    <a:gd name="T34" fmla="*/ 1108 w 1122"/>
                    <a:gd name="T35" fmla="*/ 681 h 1121"/>
                    <a:gd name="T36" fmla="*/ 1093 w 1122"/>
                    <a:gd name="T37" fmla="*/ 737 h 1121"/>
                    <a:gd name="T38" fmla="*/ 1072 w 1122"/>
                    <a:gd name="T39" fmla="*/ 792 h 1121"/>
                    <a:gd name="T40" fmla="*/ 1045 w 1122"/>
                    <a:gd name="T41" fmla="*/ 843 h 1121"/>
                    <a:gd name="T42" fmla="*/ 1013 w 1122"/>
                    <a:gd name="T43" fmla="*/ 891 h 1121"/>
                    <a:gd name="T44" fmla="*/ 976 w 1122"/>
                    <a:gd name="T45" fmla="*/ 936 h 1121"/>
                    <a:gd name="T46" fmla="*/ 937 w 1122"/>
                    <a:gd name="T47" fmla="*/ 977 h 1121"/>
                    <a:gd name="T48" fmla="*/ 892 w 1122"/>
                    <a:gd name="T49" fmla="*/ 1012 h 1121"/>
                    <a:gd name="T50" fmla="*/ 843 w 1122"/>
                    <a:gd name="T51" fmla="*/ 1044 h 1121"/>
                    <a:gd name="T52" fmla="*/ 792 w 1122"/>
                    <a:gd name="T53" fmla="*/ 1071 h 1121"/>
                    <a:gd name="T54" fmla="*/ 738 w 1122"/>
                    <a:gd name="T55" fmla="*/ 1092 h 1121"/>
                    <a:gd name="T56" fmla="*/ 681 w 1122"/>
                    <a:gd name="T57" fmla="*/ 1108 h 1121"/>
                    <a:gd name="T58" fmla="*/ 622 w 1122"/>
                    <a:gd name="T59" fmla="*/ 1118 h 1121"/>
                    <a:gd name="T60" fmla="*/ 561 w 1122"/>
                    <a:gd name="T61" fmla="*/ 1121 h 1121"/>
                    <a:gd name="T62" fmla="*/ 500 w 1122"/>
                    <a:gd name="T63" fmla="*/ 1118 h 1121"/>
                    <a:gd name="T64" fmla="*/ 441 w 1122"/>
                    <a:gd name="T65" fmla="*/ 1108 h 1121"/>
                    <a:gd name="T66" fmla="*/ 384 w 1122"/>
                    <a:gd name="T67" fmla="*/ 1092 h 1121"/>
                    <a:gd name="T68" fmla="*/ 330 w 1122"/>
                    <a:gd name="T69" fmla="*/ 1071 h 1121"/>
                    <a:gd name="T70" fmla="*/ 279 w 1122"/>
                    <a:gd name="T71" fmla="*/ 1044 h 1121"/>
                    <a:gd name="T72" fmla="*/ 230 w 1122"/>
                    <a:gd name="T73" fmla="*/ 1012 h 1121"/>
                    <a:gd name="T74" fmla="*/ 186 w 1122"/>
                    <a:gd name="T75" fmla="*/ 977 h 1121"/>
                    <a:gd name="T76" fmla="*/ 145 w 1122"/>
                    <a:gd name="T77" fmla="*/ 936 h 1121"/>
                    <a:gd name="T78" fmla="*/ 109 w 1122"/>
                    <a:gd name="T79" fmla="*/ 891 h 1121"/>
                    <a:gd name="T80" fmla="*/ 77 w 1122"/>
                    <a:gd name="T81" fmla="*/ 843 h 1121"/>
                    <a:gd name="T82" fmla="*/ 50 w 1122"/>
                    <a:gd name="T83" fmla="*/ 792 h 1121"/>
                    <a:gd name="T84" fmla="*/ 29 w 1122"/>
                    <a:gd name="T85" fmla="*/ 737 h 1121"/>
                    <a:gd name="T86" fmla="*/ 14 w 1122"/>
                    <a:gd name="T87" fmla="*/ 681 h 1121"/>
                    <a:gd name="T88" fmla="*/ 4 w 1122"/>
                    <a:gd name="T89" fmla="*/ 621 h 1121"/>
                    <a:gd name="T90" fmla="*/ 0 w 1122"/>
                    <a:gd name="T91" fmla="*/ 560 h 1121"/>
                    <a:gd name="T92" fmla="*/ 4 w 1122"/>
                    <a:gd name="T93" fmla="*/ 499 h 1121"/>
                    <a:gd name="T94" fmla="*/ 14 w 1122"/>
                    <a:gd name="T95" fmla="*/ 440 h 1121"/>
                    <a:gd name="T96" fmla="*/ 29 w 1122"/>
                    <a:gd name="T97" fmla="*/ 383 h 1121"/>
                    <a:gd name="T98" fmla="*/ 50 w 1122"/>
                    <a:gd name="T99" fmla="*/ 329 h 1121"/>
                    <a:gd name="T100" fmla="*/ 77 w 1122"/>
                    <a:gd name="T101" fmla="*/ 278 h 1121"/>
                    <a:gd name="T102" fmla="*/ 109 w 1122"/>
                    <a:gd name="T103" fmla="*/ 229 h 1121"/>
                    <a:gd name="T104" fmla="*/ 145 w 1122"/>
                    <a:gd name="T105" fmla="*/ 185 h 1121"/>
                    <a:gd name="T106" fmla="*/ 186 w 1122"/>
                    <a:gd name="T107" fmla="*/ 145 h 1121"/>
                    <a:gd name="T108" fmla="*/ 230 w 1122"/>
                    <a:gd name="T109" fmla="*/ 108 h 1121"/>
                    <a:gd name="T110" fmla="*/ 279 w 1122"/>
                    <a:gd name="T111" fmla="*/ 76 h 1121"/>
                    <a:gd name="T112" fmla="*/ 330 w 1122"/>
                    <a:gd name="T113" fmla="*/ 50 h 1121"/>
                    <a:gd name="T114" fmla="*/ 384 w 1122"/>
                    <a:gd name="T115" fmla="*/ 29 h 1121"/>
                    <a:gd name="T116" fmla="*/ 441 w 1122"/>
                    <a:gd name="T117" fmla="*/ 13 h 1121"/>
                    <a:gd name="T118" fmla="*/ 500 w 1122"/>
                    <a:gd name="T119" fmla="*/ 3 h 1121"/>
                    <a:gd name="T120" fmla="*/ 561 w 1122"/>
                    <a:gd name="T121" fmla="*/ 0 h 112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  <a:cxn ang="0">
                      <a:pos x="T110" y="T111"/>
                    </a:cxn>
                    <a:cxn ang="0">
                      <a:pos x="T112" y="T113"/>
                    </a:cxn>
                    <a:cxn ang="0">
                      <a:pos x="T114" y="T115"/>
                    </a:cxn>
                    <a:cxn ang="0">
                      <a:pos x="T116" y="T117"/>
                    </a:cxn>
                    <a:cxn ang="0">
                      <a:pos x="T118" y="T119"/>
                    </a:cxn>
                    <a:cxn ang="0">
                      <a:pos x="T120" y="T121"/>
                    </a:cxn>
                  </a:cxnLst>
                  <a:rect l="0" t="0" r="r" b="b"/>
                  <a:pathLst>
                    <a:path w="1122" h="1121">
                      <a:moveTo>
                        <a:pt x="561" y="0"/>
                      </a:moveTo>
                      <a:lnTo>
                        <a:pt x="622" y="3"/>
                      </a:lnTo>
                      <a:lnTo>
                        <a:pt x="681" y="13"/>
                      </a:lnTo>
                      <a:lnTo>
                        <a:pt x="738" y="29"/>
                      </a:lnTo>
                      <a:lnTo>
                        <a:pt x="792" y="50"/>
                      </a:lnTo>
                      <a:lnTo>
                        <a:pt x="843" y="76"/>
                      </a:lnTo>
                      <a:lnTo>
                        <a:pt x="892" y="108"/>
                      </a:lnTo>
                      <a:lnTo>
                        <a:pt x="937" y="145"/>
                      </a:lnTo>
                      <a:lnTo>
                        <a:pt x="976" y="185"/>
                      </a:lnTo>
                      <a:lnTo>
                        <a:pt x="1013" y="229"/>
                      </a:lnTo>
                      <a:lnTo>
                        <a:pt x="1045" y="278"/>
                      </a:lnTo>
                      <a:lnTo>
                        <a:pt x="1072" y="329"/>
                      </a:lnTo>
                      <a:lnTo>
                        <a:pt x="1093" y="383"/>
                      </a:lnTo>
                      <a:lnTo>
                        <a:pt x="1108" y="440"/>
                      </a:lnTo>
                      <a:lnTo>
                        <a:pt x="1118" y="499"/>
                      </a:lnTo>
                      <a:lnTo>
                        <a:pt x="1122" y="560"/>
                      </a:lnTo>
                      <a:lnTo>
                        <a:pt x="1118" y="621"/>
                      </a:lnTo>
                      <a:lnTo>
                        <a:pt x="1108" y="681"/>
                      </a:lnTo>
                      <a:lnTo>
                        <a:pt x="1093" y="737"/>
                      </a:lnTo>
                      <a:lnTo>
                        <a:pt x="1072" y="792"/>
                      </a:lnTo>
                      <a:lnTo>
                        <a:pt x="1045" y="843"/>
                      </a:lnTo>
                      <a:lnTo>
                        <a:pt x="1013" y="891"/>
                      </a:lnTo>
                      <a:lnTo>
                        <a:pt x="976" y="936"/>
                      </a:lnTo>
                      <a:lnTo>
                        <a:pt x="937" y="977"/>
                      </a:lnTo>
                      <a:lnTo>
                        <a:pt x="892" y="1012"/>
                      </a:lnTo>
                      <a:lnTo>
                        <a:pt x="843" y="1044"/>
                      </a:lnTo>
                      <a:lnTo>
                        <a:pt x="792" y="1071"/>
                      </a:lnTo>
                      <a:lnTo>
                        <a:pt x="738" y="1092"/>
                      </a:lnTo>
                      <a:lnTo>
                        <a:pt x="681" y="1108"/>
                      </a:lnTo>
                      <a:lnTo>
                        <a:pt x="622" y="1118"/>
                      </a:lnTo>
                      <a:lnTo>
                        <a:pt x="561" y="1121"/>
                      </a:lnTo>
                      <a:lnTo>
                        <a:pt x="500" y="1118"/>
                      </a:lnTo>
                      <a:lnTo>
                        <a:pt x="441" y="1108"/>
                      </a:lnTo>
                      <a:lnTo>
                        <a:pt x="384" y="1092"/>
                      </a:lnTo>
                      <a:lnTo>
                        <a:pt x="330" y="1071"/>
                      </a:lnTo>
                      <a:lnTo>
                        <a:pt x="279" y="1044"/>
                      </a:lnTo>
                      <a:lnTo>
                        <a:pt x="230" y="1012"/>
                      </a:lnTo>
                      <a:lnTo>
                        <a:pt x="186" y="977"/>
                      </a:lnTo>
                      <a:lnTo>
                        <a:pt x="145" y="936"/>
                      </a:lnTo>
                      <a:lnTo>
                        <a:pt x="109" y="891"/>
                      </a:lnTo>
                      <a:lnTo>
                        <a:pt x="77" y="843"/>
                      </a:lnTo>
                      <a:lnTo>
                        <a:pt x="50" y="792"/>
                      </a:lnTo>
                      <a:lnTo>
                        <a:pt x="29" y="737"/>
                      </a:lnTo>
                      <a:lnTo>
                        <a:pt x="14" y="681"/>
                      </a:lnTo>
                      <a:lnTo>
                        <a:pt x="4" y="621"/>
                      </a:lnTo>
                      <a:lnTo>
                        <a:pt x="0" y="560"/>
                      </a:lnTo>
                      <a:lnTo>
                        <a:pt x="4" y="499"/>
                      </a:lnTo>
                      <a:lnTo>
                        <a:pt x="14" y="440"/>
                      </a:lnTo>
                      <a:lnTo>
                        <a:pt x="29" y="383"/>
                      </a:lnTo>
                      <a:lnTo>
                        <a:pt x="50" y="329"/>
                      </a:lnTo>
                      <a:lnTo>
                        <a:pt x="77" y="278"/>
                      </a:lnTo>
                      <a:lnTo>
                        <a:pt x="109" y="229"/>
                      </a:lnTo>
                      <a:lnTo>
                        <a:pt x="145" y="185"/>
                      </a:lnTo>
                      <a:lnTo>
                        <a:pt x="186" y="145"/>
                      </a:lnTo>
                      <a:lnTo>
                        <a:pt x="230" y="108"/>
                      </a:lnTo>
                      <a:lnTo>
                        <a:pt x="279" y="76"/>
                      </a:lnTo>
                      <a:lnTo>
                        <a:pt x="330" y="50"/>
                      </a:lnTo>
                      <a:lnTo>
                        <a:pt x="384" y="29"/>
                      </a:lnTo>
                      <a:lnTo>
                        <a:pt x="441" y="13"/>
                      </a:lnTo>
                      <a:lnTo>
                        <a:pt x="500" y="3"/>
                      </a:lnTo>
                      <a:lnTo>
                        <a:pt x="561" y="0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</p:grpSp>
        </p:grpSp>
        <p:grpSp>
          <p:nvGrpSpPr>
            <p:cNvPr id="10" name="그룹 53"/>
            <p:cNvGrpSpPr/>
            <p:nvPr/>
          </p:nvGrpSpPr>
          <p:grpSpPr>
            <a:xfrm>
              <a:off x="6270410" y="4434101"/>
              <a:ext cx="1501173" cy="1717182"/>
              <a:chOff x="6118010" y="4281701"/>
              <a:chExt cx="1501173" cy="1717182"/>
            </a:xfrm>
          </p:grpSpPr>
          <p:sp>
            <p:nvSpPr>
              <p:cNvPr id="15" name="Freeform 28"/>
              <p:cNvSpPr>
                <a:spLocks noEditPoints="1"/>
              </p:cNvSpPr>
              <p:nvPr/>
            </p:nvSpPr>
            <p:spPr bwMode="auto">
              <a:xfrm>
                <a:off x="6118010" y="4281701"/>
                <a:ext cx="1501173" cy="1717182"/>
              </a:xfrm>
              <a:custGeom>
                <a:avLst/>
                <a:gdLst>
                  <a:gd name="T0" fmla="*/ 687 w 1653"/>
                  <a:gd name="T1" fmla="*/ 411 h 1892"/>
                  <a:gd name="T2" fmla="*/ 495 w 1653"/>
                  <a:gd name="T3" fmla="*/ 488 h 1892"/>
                  <a:gd name="T4" fmla="*/ 329 w 1653"/>
                  <a:gd name="T5" fmla="*/ 621 h 1892"/>
                  <a:gd name="T6" fmla="*/ 214 w 1653"/>
                  <a:gd name="T7" fmla="*/ 791 h 1892"/>
                  <a:gd name="T8" fmla="*/ 155 w 1653"/>
                  <a:gd name="T9" fmla="*/ 983 h 1892"/>
                  <a:gd name="T10" fmla="*/ 152 w 1653"/>
                  <a:gd name="T11" fmla="*/ 1184 h 1892"/>
                  <a:gd name="T12" fmla="*/ 209 w 1653"/>
                  <a:gd name="T13" fmla="*/ 1381 h 1892"/>
                  <a:gd name="T14" fmla="*/ 325 w 1653"/>
                  <a:gd name="T15" fmla="*/ 1559 h 1892"/>
                  <a:gd name="T16" fmla="*/ 484 w 1653"/>
                  <a:gd name="T17" fmla="*/ 1691 h 1892"/>
                  <a:gd name="T18" fmla="*/ 670 w 1653"/>
                  <a:gd name="T19" fmla="*/ 1769 h 1892"/>
                  <a:gd name="T20" fmla="*/ 870 w 1653"/>
                  <a:gd name="T21" fmla="*/ 1791 h 1892"/>
                  <a:gd name="T22" fmla="*/ 1070 w 1653"/>
                  <a:gd name="T23" fmla="*/ 1754 h 1892"/>
                  <a:gd name="T24" fmla="*/ 1256 w 1653"/>
                  <a:gd name="T25" fmla="*/ 1657 h 1892"/>
                  <a:gd name="T26" fmla="*/ 1406 w 1653"/>
                  <a:gd name="T27" fmla="*/ 1510 h 1892"/>
                  <a:gd name="T28" fmla="*/ 1502 w 1653"/>
                  <a:gd name="T29" fmla="*/ 1331 h 1892"/>
                  <a:gd name="T30" fmla="*/ 1543 w 1653"/>
                  <a:gd name="T31" fmla="*/ 1135 h 1892"/>
                  <a:gd name="T32" fmla="*/ 1526 w 1653"/>
                  <a:gd name="T33" fmla="*/ 934 h 1892"/>
                  <a:gd name="T34" fmla="*/ 1450 w 1653"/>
                  <a:gd name="T35" fmla="*/ 742 h 1892"/>
                  <a:gd name="T36" fmla="*/ 1317 w 1653"/>
                  <a:gd name="T37" fmla="*/ 576 h 1892"/>
                  <a:gd name="T38" fmla="*/ 1147 w 1653"/>
                  <a:gd name="T39" fmla="*/ 462 h 1892"/>
                  <a:gd name="T40" fmla="*/ 955 w 1653"/>
                  <a:gd name="T41" fmla="*/ 402 h 1892"/>
                  <a:gd name="T42" fmla="*/ 51 w 1653"/>
                  <a:gd name="T43" fmla="*/ 0 h 1892"/>
                  <a:gd name="T44" fmla="*/ 89 w 1653"/>
                  <a:gd name="T45" fmla="*/ 6 h 1892"/>
                  <a:gd name="T46" fmla="*/ 193 w 1653"/>
                  <a:gd name="T47" fmla="*/ 27 h 1892"/>
                  <a:gd name="T48" fmla="*/ 345 w 1653"/>
                  <a:gd name="T49" fmla="*/ 62 h 1892"/>
                  <a:gd name="T50" fmla="*/ 534 w 1653"/>
                  <a:gd name="T51" fmla="*/ 109 h 1892"/>
                  <a:gd name="T52" fmla="*/ 742 w 1653"/>
                  <a:gd name="T53" fmla="*/ 171 h 1892"/>
                  <a:gd name="T54" fmla="*/ 954 w 1653"/>
                  <a:gd name="T55" fmla="*/ 244 h 1892"/>
                  <a:gd name="T56" fmla="*/ 1155 w 1653"/>
                  <a:gd name="T57" fmla="*/ 329 h 1892"/>
                  <a:gd name="T58" fmla="*/ 1330 w 1653"/>
                  <a:gd name="T59" fmla="*/ 427 h 1892"/>
                  <a:gd name="T60" fmla="*/ 1462 w 1653"/>
                  <a:gd name="T61" fmla="*/ 537 h 1892"/>
                  <a:gd name="T62" fmla="*/ 1572 w 1653"/>
                  <a:gd name="T63" fmla="*/ 704 h 1892"/>
                  <a:gd name="T64" fmla="*/ 1639 w 1653"/>
                  <a:gd name="T65" fmla="*/ 910 h 1892"/>
                  <a:gd name="T66" fmla="*/ 1650 w 1653"/>
                  <a:gd name="T67" fmla="*/ 1122 h 1892"/>
                  <a:gd name="T68" fmla="*/ 1608 w 1653"/>
                  <a:gd name="T69" fmla="*/ 1330 h 1892"/>
                  <a:gd name="T70" fmla="*/ 1515 w 1653"/>
                  <a:gd name="T71" fmla="*/ 1521 h 1892"/>
                  <a:gd name="T72" fmla="*/ 1371 w 1653"/>
                  <a:gd name="T73" fmla="*/ 1686 h 1892"/>
                  <a:gd name="T74" fmla="*/ 1183 w 1653"/>
                  <a:gd name="T75" fmla="*/ 1810 h 1892"/>
                  <a:gd name="T76" fmla="*/ 977 w 1653"/>
                  <a:gd name="T77" fmla="*/ 1877 h 1892"/>
                  <a:gd name="T78" fmla="*/ 765 w 1653"/>
                  <a:gd name="T79" fmla="*/ 1889 h 1892"/>
                  <a:gd name="T80" fmla="*/ 557 w 1653"/>
                  <a:gd name="T81" fmla="*/ 1847 h 1892"/>
                  <a:gd name="T82" fmla="*/ 366 w 1653"/>
                  <a:gd name="T83" fmla="*/ 1753 h 1892"/>
                  <a:gd name="T84" fmla="*/ 201 w 1653"/>
                  <a:gd name="T85" fmla="*/ 1609 h 1892"/>
                  <a:gd name="T86" fmla="*/ 103 w 1653"/>
                  <a:gd name="T87" fmla="*/ 1459 h 1892"/>
                  <a:gd name="T88" fmla="*/ 47 w 1653"/>
                  <a:gd name="T89" fmla="*/ 1285 h 1892"/>
                  <a:gd name="T90" fmla="*/ 15 w 1653"/>
                  <a:gd name="T91" fmla="*/ 1080 h 1892"/>
                  <a:gd name="T92" fmla="*/ 1 w 1653"/>
                  <a:gd name="T93" fmla="*/ 859 h 1892"/>
                  <a:gd name="T94" fmla="*/ 1 w 1653"/>
                  <a:gd name="T95" fmla="*/ 636 h 1892"/>
                  <a:gd name="T96" fmla="*/ 11 w 1653"/>
                  <a:gd name="T97" fmla="*/ 425 h 1892"/>
                  <a:gd name="T98" fmla="*/ 24 w 1653"/>
                  <a:gd name="T99" fmla="*/ 242 h 1892"/>
                  <a:gd name="T100" fmla="*/ 39 w 1653"/>
                  <a:gd name="T101" fmla="*/ 101 h 1892"/>
                  <a:gd name="T102" fmla="*/ 49 w 1653"/>
                  <a:gd name="T103" fmla="*/ 17 h 189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</a:cxnLst>
                <a:rect l="0" t="0" r="r" b="b"/>
                <a:pathLst>
                  <a:path w="1653" h="1892">
                    <a:moveTo>
                      <a:pt x="820" y="394"/>
                    </a:moveTo>
                    <a:lnTo>
                      <a:pt x="754" y="399"/>
                    </a:lnTo>
                    <a:lnTo>
                      <a:pt x="687" y="411"/>
                    </a:lnTo>
                    <a:lnTo>
                      <a:pt x="621" y="430"/>
                    </a:lnTo>
                    <a:lnTo>
                      <a:pt x="557" y="456"/>
                    </a:lnTo>
                    <a:lnTo>
                      <a:pt x="495" y="488"/>
                    </a:lnTo>
                    <a:lnTo>
                      <a:pt x="434" y="527"/>
                    </a:lnTo>
                    <a:lnTo>
                      <a:pt x="379" y="572"/>
                    </a:lnTo>
                    <a:lnTo>
                      <a:pt x="329" y="621"/>
                    </a:lnTo>
                    <a:lnTo>
                      <a:pt x="285" y="674"/>
                    </a:lnTo>
                    <a:lnTo>
                      <a:pt x="247" y="731"/>
                    </a:lnTo>
                    <a:lnTo>
                      <a:pt x="214" y="791"/>
                    </a:lnTo>
                    <a:lnTo>
                      <a:pt x="189" y="853"/>
                    </a:lnTo>
                    <a:lnTo>
                      <a:pt x="169" y="917"/>
                    </a:lnTo>
                    <a:lnTo>
                      <a:pt x="155" y="983"/>
                    </a:lnTo>
                    <a:lnTo>
                      <a:pt x="147" y="1050"/>
                    </a:lnTo>
                    <a:lnTo>
                      <a:pt x="147" y="1116"/>
                    </a:lnTo>
                    <a:lnTo>
                      <a:pt x="152" y="1184"/>
                    </a:lnTo>
                    <a:lnTo>
                      <a:pt x="165" y="1251"/>
                    </a:lnTo>
                    <a:lnTo>
                      <a:pt x="183" y="1316"/>
                    </a:lnTo>
                    <a:lnTo>
                      <a:pt x="209" y="1381"/>
                    </a:lnTo>
                    <a:lnTo>
                      <a:pt x="241" y="1443"/>
                    </a:lnTo>
                    <a:lnTo>
                      <a:pt x="279" y="1504"/>
                    </a:lnTo>
                    <a:lnTo>
                      <a:pt x="325" y="1559"/>
                    </a:lnTo>
                    <a:lnTo>
                      <a:pt x="374" y="1609"/>
                    </a:lnTo>
                    <a:lnTo>
                      <a:pt x="428" y="1653"/>
                    </a:lnTo>
                    <a:lnTo>
                      <a:pt x="484" y="1691"/>
                    </a:lnTo>
                    <a:lnTo>
                      <a:pt x="544" y="1723"/>
                    </a:lnTo>
                    <a:lnTo>
                      <a:pt x="606" y="1749"/>
                    </a:lnTo>
                    <a:lnTo>
                      <a:pt x="670" y="1769"/>
                    </a:lnTo>
                    <a:lnTo>
                      <a:pt x="737" y="1783"/>
                    </a:lnTo>
                    <a:lnTo>
                      <a:pt x="803" y="1789"/>
                    </a:lnTo>
                    <a:lnTo>
                      <a:pt x="870" y="1791"/>
                    </a:lnTo>
                    <a:lnTo>
                      <a:pt x="938" y="1785"/>
                    </a:lnTo>
                    <a:lnTo>
                      <a:pt x="1004" y="1773"/>
                    </a:lnTo>
                    <a:lnTo>
                      <a:pt x="1070" y="1754"/>
                    </a:lnTo>
                    <a:lnTo>
                      <a:pt x="1133" y="1729"/>
                    </a:lnTo>
                    <a:lnTo>
                      <a:pt x="1197" y="1696"/>
                    </a:lnTo>
                    <a:lnTo>
                      <a:pt x="1256" y="1657"/>
                    </a:lnTo>
                    <a:lnTo>
                      <a:pt x="1311" y="1613"/>
                    </a:lnTo>
                    <a:lnTo>
                      <a:pt x="1361" y="1563"/>
                    </a:lnTo>
                    <a:lnTo>
                      <a:pt x="1406" y="1510"/>
                    </a:lnTo>
                    <a:lnTo>
                      <a:pt x="1444" y="1454"/>
                    </a:lnTo>
                    <a:lnTo>
                      <a:pt x="1476" y="1394"/>
                    </a:lnTo>
                    <a:lnTo>
                      <a:pt x="1502" y="1331"/>
                    </a:lnTo>
                    <a:lnTo>
                      <a:pt x="1522" y="1268"/>
                    </a:lnTo>
                    <a:lnTo>
                      <a:pt x="1535" y="1201"/>
                    </a:lnTo>
                    <a:lnTo>
                      <a:pt x="1543" y="1135"/>
                    </a:lnTo>
                    <a:lnTo>
                      <a:pt x="1543" y="1068"/>
                    </a:lnTo>
                    <a:lnTo>
                      <a:pt x="1538" y="1000"/>
                    </a:lnTo>
                    <a:lnTo>
                      <a:pt x="1526" y="934"/>
                    </a:lnTo>
                    <a:lnTo>
                      <a:pt x="1507" y="868"/>
                    </a:lnTo>
                    <a:lnTo>
                      <a:pt x="1483" y="804"/>
                    </a:lnTo>
                    <a:lnTo>
                      <a:pt x="1450" y="742"/>
                    </a:lnTo>
                    <a:lnTo>
                      <a:pt x="1411" y="682"/>
                    </a:lnTo>
                    <a:lnTo>
                      <a:pt x="1365" y="626"/>
                    </a:lnTo>
                    <a:lnTo>
                      <a:pt x="1317" y="576"/>
                    </a:lnTo>
                    <a:lnTo>
                      <a:pt x="1263" y="532"/>
                    </a:lnTo>
                    <a:lnTo>
                      <a:pt x="1206" y="493"/>
                    </a:lnTo>
                    <a:lnTo>
                      <a:pt x="1147" y="462"/>
                    </a:lnTo>
                    <a:lnTo>
                      <a:pt x="1085" y="435"/>
                    </a:lnTo>
                    <a:lnTo>
                      <a:pt x="1020" y="416"/>
                    </a:lnTo>
                    <a:lnTo>
                      <a:pt x="955" y="402"/>
                    </a:lnTo>
                    <a:lnTo>
                      <a:pt x="888" y="395"/>
                    </a:lnTo>
                    <a:lnTo>
                      <a:pt x="820" y="394"/>
                    </a:lnTo>
                    <a:close/>
                    <a:moveTo>
                      <a:pt x="51" y="0"/>
                    </a:moveTo>
                    <a:lnTo>
                      <a:pt x="55" y="0"/>
                    </a:lnTo>
                    <a:lnTo>
                      <a:pt x="69" y="2"/>
                    </a:lnTo>
                    <a:lnTo>
                      <a:pt x="89" y="6"/>
                    </a:lnTo>
                    <a:lnTo>
                      <a:pt x="117" y="12"/>
                    </a:lnTo>
                    <a:lnTo>
                      <a:pt x="151" y="19"/>
                    </a:lnTo>
                    <a:lnTo>
                      <a:pt x="193" y="27"/>
                    </a:lnTo>
                    <a:lnTo>
                      <a:pt x="239" y="37"/>
                    </a:lnTo>
                    <a:lnTo>
                      <a:pt x="290" y="48"/>
                    </a:lnTo>
                    <a:lnTo>
                      <a:pt x="345" y="62"/>
                    </a:lnTo>
                    <a:lnTo>
                      <a:pt x="406" y="77"/>
                    </a:lnTo>
                    <a:lnTo>
                      <a:pt x="468" y="93"/>
                    </a:lnTo>
                    <a:lnTo>
                      <a:pt x="534" y="109"/>
                    </a:lnTo>
                    <a:lnTo>
                      <a:pt x="602" y="128"/>
                    </a:lnTo>
                    <a:lnTo>
                      <a:pt x="672" y="148"/>
                    </a:lnTo>
                    <a:lnTo>
                      <a:pt x="742" y="171"/>
                    </a:lnTo>
                    <a:lnTo>
                      <a:pt x="813" y="194"/>
                    </a:lnTo>
                    <a:lnTo>
                      <a:pt x="884" y="218"/>
                    </a:lnTo>
                    <a:lnTo>
                      <a:pt x="954" y="244"/>
                    </a:lnTo>
                    <a:lnTo>
                      <a:pt x="1024" y="271"/>
                    </a:lnTo>
                    <a:lnTo>
                      <a:pt x="1090" y="299"/>
                    </a:lnTo>
                    <a:lnTo>
                      <a:pt x="1155" y="329"/>
                    </a:lnTo>
                    <a:lnTo>
                      <a:pt x="1217" y="361"/>
                    </a:lnTo>
                    <a:lnTo>
                      <a:pt x="1275" y="394"/>
                    </a:lnTo>
                    <a:lnTo>
                      <a:pt x="1330" y="427"/>
                    </a:lnTo>
                    <a:lnTo>
                      <a:pt x="1379" y="462"/>
                    </a:lnTo>
                    <a:lnTo>
                      <a:pt x="1423" y="499"/>
                    </a:lnTo>
                    <a:lnTo>
                      <a:pt x="1462" y="537"/>
                    </a:lnTo>
                    <a:lnTo>
                      <a:pt x="1495" y="576"/>
                    </a:lnTo>
                    <a:lnTo>
                      <a:pt x="1537" y="639"/>
                    </a:lnTo>
                    <a:lnTo>
                      <a:pt x="1572" y="704"/>
                    </a:lnTo>
                    <a:lnTo>
                      <a:pt x="1600" y="771"/>
                    </a:lnTo>
                    <a:lnTo>
                      <a:pt x="1623" y="840"/>
                    </a:lnTo>
                    <a:lnTo>
                      <a:pt x="1639" y="910"/>
                    </a:lnTo>
                    <a:lnTo>
                      <a:pt x="1649" y="980"/>
                    </a:lnTo>
                    <a:lnTo>
                      <a:pt x="1653" y="1052"/>
                    </a:lnTo>
                    <a:lnTo>
                      <a:pt x="1650" y="1122"/>
                    </a:lnTo>
                    <a:lnTo>
                      <a:pt x="1642" y="1192"/>
                    </a:lnTo>
                    <a:lnTo>
                      <a:pt x="1628" y="1262"/>
                    </a:lnTo>
                    <a:lnTo>
                      <a:pt x="1608" y="1330"/>
                    </a:lnTo>
                    <a:lnTo>
                      <a:pt x="1582" y="1396"/>
                    </a:lnTo>
                    <a:lnTo>
                      <a:pt x="1551" y="1460"/>
                    </a:lnTo>
                    <a:lnTo>
                      <a:pt x="1515" y="1521"/>
                    </a:lnTo>
                    <a:lnTo>
                      <a:pt x="1472" y="1579"/>
                    </a:lnTo>
                    <a:lnTo>
                      <a:pt x="1423" y="1634"/>
                    </a:lnTo>
                    <a:lnTo>
                      <a:pt x="1371" y="1686"/>
                    </a:lnTo>
                    <a:lnTo>
                      <a:pt x="1311" y="1733"/>
                    </a:lnTo>
                    <a:lnTo>
                      <a:pt x="1248" y="1775"/>
                    </a:lnTo>
                    <a:lnTo>
                      <a:pt x="1183" y="1810"/>
                    </a:lnTo>
                    <a:lnTo>
                      <a:pt x="1116" y="1838"/>
                    </a:lnTo>
                    <a:lnTo>
                      <a:pt x="1047" y="1861"/>
                    </a:lnTo>
                    <a:lnTo>
                      <a:pt x="977" y="1877"/>
                    </a:lnTo>
                    <a:lnTo>
                      <a:pt x="907" y="1888"/>
                    </a:lnTo>
                    <a:lnTo>
                      <a:pt x="835" y="1892"/>
                    </a:lnTo>
                    <a:lnTo>
                      <a:pt x="765" y="1889"/>
                    </a:lnTo>
                    <a:lnTo>
                      <a:pt x="695" y="1881"/>
                    </a:lnTo>
                    <a:lnTo>
                      <a:pt x="625" y="1868"/>
                    </a:lnTo>
                    <a:lnTo>
                      <a:pt x="557" y="1847"/>
                    </a:lnTo>
                    <a:lnTo>
                      <a:pt x="491" y="1822"/>
                    </a:lnTo>
                    <a:lnTo>
                      <a:pt x="426" y="1791"/>
                    </a:lnTo>
                    <a:lnTo>
                      <a:pt x="366" y="1753"/>
                    </a:lnTo>
                    <a:lnTo>
                      <a:pt x="306" y="1711"/>
                    </a:lnTo>
                    <a:lnTo>
                      <a:pt x="252" y="1663"/>
                    </a:lnTo>
                    <a:lnTo>
                      <a:pt x="201" y="1609"/>
                    </a:lnTo>
                    <a:lnTo>
                      <a:pt x="154" y="1549"/>
                    </a:lnTo>
                    <a:lnTo>
                      <a:pt x="125" y="1508"/>
                    </a:lnTo>
                    <a:lnTo>
                      <a:pt x="103" y="1459"/>
                    </a:lnTo>
                    <a:lnTo>
                      <a:pt x="81" y="1405"/>
                    </a:lnTo>
                    <a:lnTo>
                      <a:pt x="63" y="1347"/>
                    </a:lnTo>
                    <a:lnTo>
                      <a:pt x="47" y="1285"/>
                    </a:lnTo>
                    <a:lnTo>
                      <a:pt x="35" y="1220"/>
                    </a:lnTo>
                    <a:lnTo>
                      <a:pt x="24" y="1152"/>
                    </a:lnTo>
                    <a:lnTo>
                      <a:pt x="15" y="1080"/>
                    </a:lnTo>
                    <a:lnTo>
                      <a:pt x="9" y="1007"/>
                    </a:lnTo>
                    <a:lnTo>
                      <a:pt x="4" y="934"/>
                    </a:lnTo>
                    <a:lnTo>
                      <a:pt x="1" y="859"/>
                    </a:lnTo>
                    <a:lnTo>
                      <a:pt x="0" y="785"/>
                    </a:lnTo>
                    <a:lnTo>
                      <a:pt x="0" y="709"/>
                    </a:lnTo>
                    <a:lnTo>
                      <a:pt x="1" y="636"/>
                    </a:lnTo>
                    <a:lnTo>
                      <a:pt x="4" y="563"/>
                    </a:lnTo>
                    <a:lnTo>
                      <a:pt x="7" y="493"/>
                    </a:lnTo>
                    <a:lnTo>
                      <a:pt x="11" y="425"/>
                    </a:lnTo>
                    <a:lnTo>
                      <a:pt x="15" y="360"/>
                    </a:lnTo>
                    <a:lnTo>
                      <a:pt x="19" y="299"/>
                    </a:lnTo>
                    <a:lnTo>
                      <a:pt x="24" y="242"/>
                    </a:lnTo>
                    <a:lnTo>
                      <a:pt x="30" y="190"/>
                    </a:lnTo>
                    <a:lnTo>
                      <a:pt x="34" y="143"/>
                    </a:lnTo>
                    <a:lnTo>
                      <a:pt x="39" y="101"/>
                    </a:lnTo>
                    <a:lnTo>
                      <a:pt x="43" y="66"/>
                    </a:lnTo>
                    <a:lnTo>
                      <a:pt x="46" y="37"/>
                    </a:lnTo>
                    <a:lnTo>
                      <a:pt x="49" y="17"/>
                    </a:lnTo>
                    <a:lnTo>
                      <a:pt x="50" y="4"/>
                    </a:lnTo>
                    <a:lnTo>
                      <a:pt x="51" y="0"/>
                    </a:lnTo>
                    <a:close/>
                  </a:path>
                </a:pathLst>
              </a:custGeom>
              <a:solidFill>
                <a:schemeClr val="accent6"/>
              </a:solidFill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6" name="Freeform 74"/>
              <p:cNvSpPr>
                <a:spLocks noEditPoints="1"/>
              </p:cNvSpPr>
              <p:nvPr/>
            </p:nvSpPr>
            <p:spPr bwMode="auto">
              <a:xfrm>
                <a:off x="6650038" y="4946650"/>
                <a:ext cx="517525" cy="635000"/>
              </a:xfrm>
              <a:custGeom>
                <a:avLst/>
                <a:gdLst>
                  <a:gd name="T0" fmla="*/ 2003 w 2939"/>
                  <a:gd name="T1" fmla="*/ 2890 h 3600"/>
                  <a:gd name="T2" fmla="*/ 1859 w 2939"/>
                  <a:gd name="T3" fmla="*/ 2961 h 3600"/>
                  <a:gd name="T4" fmla="*/ 2195 w 2939"/>
                  <a:gd name="T5" fmla="*/ 3289 h 3600"/>
                  <a:gd name="T6" fmla="*/ 2729 w 2939"/>
                  <a:gd name="T7" fmla="*/ 2753 h 3600"/>
                  <a:gd name="T8" fmla="*/ 2634 w 2939"/>
                  <a:gd name="T9" fmla="*/ 2623 h 3600"/>
                  <a:gd name="T10" fmla="*/ 1495 w 2939"/>
                  <a:gd name="T11" fmla="*/ 2623 h 3600"/>
                  <a:gd name="T12" fmla="*/ 949 w 2939"/>
                  <a:gd name="T13" fmla="*/ 2664 h 3600"/>
                  <a:gd name="T14" fmla="*/ 963 w 2939"/>
                  <a:gd name="T15" fmla="*/ 2522 h 3600"/>
                  <a:gd name="T16" fmla="*/ 838 w 2939"/>
                  <a:gd name="T17" fmla="*/ 2470 h 3600"/>
                  <a:gd name="T18" fmla="*/ 456 w 2939"/>
                  <a:gd name="T19" fmla="*/ 2606 h 3600"/>
                  <a:gd name="T20" fmla="*/ 488 w 2939"/>
                  <a:gd name="T21" fmla="*/ 2522 h 3600"/>
                  <a:gd name="T22" fmla="*/ 2269 w 2939"/>
                  <a:gd name="T23" fmla="*/ 2263 h 3600"/>
                  <a:gd name="T24" fmla="*/ 2743 w 2939"/>
                  <a:gd name="T25" fmla="*/ 2459 h 3600"/>
                  <a:gd name="T26" fmla="*/ 2939 w 2939"/>
                  <a:gd name="T27" fmla="*/ 2931 h 3600"/>
                  <a:gd name="T28" fmla="*/ 2743 w 2939"/>
                  <a:gd name="T29" fmla="*/ 3404 h 3600"/>
                  <a:gd name="T30" fmla="*/ 2269 w 2939"/>
                  <a:gd name="T31" fmla="*/ 3600 h 3600"/>
                  <a:gd name="T32" fmla="*/ 1795 w 2939"/>
                  <a:gd name="T33" fmla="*/ 3404 h 3600"/>
                  <a:gd name="T34" fmla="*/ 1599 w 2939"/>
                  <a:gd name="T35" fmla="*/ 2931 h 3600"/>
                  <a:gd name="T36" fmla="*/ 1795 w 2939"/>
                  <a:gd name="T37" fmla="*/ 2459 h 3600"/>
                  <a:gd name="T38" fmla="*/ 2269 w 2939"/>
                  <a:gd name="T39" fmla="*/ 2263 h 3600"/>
                  <a:gd name="T40" fmla="*/ 1599 w 2939"/>
                  <a:gd name="T41" fmla="*/ 2160 h 3600"/>
                  <a:gd name="T42" fmla="*/ 949 w 2939"/>
                  <a:gd name="T43" fmla="*/ 2201 h 3600"/>
                  <a:gd name="T44" fmla="*/ 963 w 2939"/>
                  <a:gd name="T45" fmla="*/ 2060 h 3600"/>
                  <a:gd name="T46" fmla="*/ 838 w 2939"/>
                  <a:gd name="T47" fmla="*/ 2029 h 3600"/>
                  <a:gd name="T48" fmla="*/ 456 w 2939"/>
                  <a:gd name="T49" fmla="*/ 2165 h 3600"/>
                  <a:gd name="T50" fmla="*/ 488 w 2939"/>
                  <a:gd name="T51" fmla="*/ 2081 h 3600"/>
                  <a:gd name="T52" fmla="*/ 980 w 2939"/>
                  <a:gd name="T53" fmla="*/ 1646 h 3600"/>
                  <a:gd name="T54" fmla="*/ 1854 w 2939"/>
                  <a:gd name="T55" fmla="*/ 1765 h 3600"/>
                  <a:gd name="T56" fmla="*/ 938 w 2939"/>
                  <a:gd name="T57" fmla="*/ 1779 h 3600"/>
                  <a:gd name="T58" fmla="*/ 980 w 2939"/>
                  <a:gd name="T59" fmla="*/ 1646 h 3600"/>
                  <a:gd name="T60" fmla="*/ 830 w 2939"/>
                  <a:gd name="T61" fmla="*/ 1605 h 3600"/>
                  <a:gd name="T62" fmla="*/ 446 w 2939"/>
                  <a:gd name="T63" fmla="*/ 1717 h 3600"/>
                  <a:gd name="T64" fmla="*/ 502 w 2939"/>
                  <a:gd name="T65" fmla="*/ 1647 h 3600"/>
                  <a:gd name="T66" fmla="*/ 1804 w 2939"/>
                  <a:gd name="T67" fmla="*/ 1183 h 3600"/>
                  <a:gd name="T68" fmla="*/ 1846 w 2939"/>
                  <a:gd name="T69" fmla="*/ 1316 h 3600"/>
                  <a:gd name="T70" fmla="*/ 931 w 2939"/>
                  <a:gd name="T71" fmla="*/ 1301 h 3600"/>
                  <a:gd name="T72" fmla="*/ 798 w 2939"/>
                  <a:gd name="T73" fmla="*/ 1068 h 3600"/>
                  <a:gd name="T74" fmla="*/ 640 w 2939"/>
                  <a:gd name="T75" fmla="*/ 1360 h 3600"/>
                  <a:gd name="T76" fmla="*/ 440 w 2939"/>
                  <a:gd name="T77" fmla="*/ 1246 h 3600"/>
                  <a:gd name="T78" fmla="*/ 515 w 2939"/>
                  <a:gd name="T79" fmla="*/ 1197 h 3600"/>
                  <a:gd name="T80" fmla="*/ 569 w 2939"/>
                  <a:gd name="T81" fmla="*/ 386 h 3600"/>
                  <a:gd name="T82" fmla="*/ 706 w 2939"/>
                  <a:gd name="T83" fmla="*/ 640 h 3600"/>
                  <a:gd name="T84" fmla="*/ 1648 w 2939"/>
                  <a:gd name="T85" fmla="*/ 619 h 3600"/>
                  <a:gd name="T86" fmla="*/ 1748 w 2939"/>
                  <a:gd name="T87" fmla="*/ 360 h 3600"/>
                  <a:gd name="T88" fmla="*/ 2285 w 2939"/>
                  <a:gd name="T89" fmla="*/ 454 h 3600"/>
                  <a:gd name="T90" fmla="*/ 2198 w 2939"/>
                  <a:gd name="T91" fmla="*/ 2112 h 3600"/>
                  <a:gd name="T92" fmla="*/ 1465 w 2939"/>
                  <a:gd name="T93" fmla="*/ 3116 h 3600"/>
                  <a:gd name="T94" fmla="*/ 49 w 2939"/>
                  <a:gd name="T95" fmla="*/ 3167 h 3600"/>
                  <a:gd name="T96" fmla="*/ 22 w 2939"/>
                  <a:gd name="T97" fmla="*/ 471 h 3600"/>
                  <a:gd name="T98" fmla="*/ 1160 w 2939"/>
                  <a:gd name="T99" fmla="*/ 103 h 3600"/>
                  <a:gd name="T100" fmla="*/ 1094 w 2939"/>
                  <a:gd name="T101" fmla="*/ 219 h 3600"/>
                  <a:gd name="T102" fmla="*/ 1227 w 2939"/>
                  <a:gd name="T103" fmla="*/ 219 h 3600"/>
                  <a:gd name="T104" fmla="*/ 1160 w 2939"/>
                  <a:gd name="T105" fmla="*/ 103 h 3600"/>
                  <a:gd name="T106" fmla="*/ 1317 w 2939"/>
                  <a:gd name="T107" fmla="*/ 88 h 3600"/>
                  <a:gd name="T108" fmla="*/ 1379 w 2939"/>
                  <a:gd name="T109" fmla="*/ 247 h 3600"/>
                  <a:gd name="T110" fmla="*/ 1624 w 2939"/>
                  <a:gd name="T111" fmla="*/ 324 h 3600"/>
                  <a:gd name="T112" fmla="*/ 1605 w 2939"/>
                  <a:gd name="T113" fmla="*/ 521 h 3600"/>
                  <a:gd name="T114" fmla="*/ 738 w 2939"/>
                  <a:gd name="T115" fmla="*/ 540 h 3600"/>
                  <a:gd name="T116" fmla="*/ 682 w 2939"/>
                  <a:gd name="T117" fmla="*/ 350 h 3600"/>
                  <a:gd name="T118" fmla="*/ 923 w 2939"/>
                  <a:gd name="T119" fmla="*/ 254 h 3600"/>
                  <a:gd name="T120" fmla="*/ 991 w 2939"/>
                  <a:gd name="T121" fmla="*/ 116 h 36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</a:cxnLst>
                <a:rect l="0" t="0" r="r" b="b"/>
                <a:pathLst>
                  <a:path w="2939" h="3600">
                    <a:moveTo>
                      <a:pt x="2634" y="2623"/>
                    </a:moveTo>
                    <a:lnTo>
                      <a:pt x="2613" y="2625"/>
                    </a:lnTo>
                    <a:lnTo>
                      <a:pt x="2591" y="2630"/>
                    </a:lnTo>
                    <a:lnTo>
                      <a:pt x="2570" y="2641"/>
                    </a:lnTo>
                    <a:lnTo>
                      <a:pt x="2552" y="2657"/>
                    </a:lnTo>
                    <a:lnTo>
                      <a:pt x="2205" y="3047"/>
                    </a:lnTo>
                    <a:lnTo>
                      <a:pt x="2024" y="2903"/>
                    </a:lnTo>
                    <a:lnTo>
                      <a:pt x="2003" y="2890"/>
                    </a:lnTo>
                    <a:lnTo>
                      <a:pt x="1982" y="2882"/>
                    </a:lnTo>
                    <a:lnTo>
                      <a:pt x="1960" y="2880"/>
                    </a:lnTo>
                    <a:lnTo>
                      <a:pt x="1937" y="2882"/>
                    </a:lnTo>
                    <a:lnTo>
                      <a:pt x="1915" y="2890"/>
                    </a:lnTo>
                    <a:lnTo>
                      <a:pt x="1895" y="2902"/>
                    </a:lnTo>
                    <a:lnTo>
                      <a:pt x="1879" y="2918"/>
                    </a:lnTo>
                    <a:lnTo>
                      <a:pt x="1866" y="2939"/>
                    </a:lnTo>
                    <a:lnTo>
                      <a:pt x="1859" y="2961"/>
                    </a:lnTo>
                    <a:lnTo>
                      <a:pt x="1856" y="2983"/>
                    </a:lnTo>
                    <a:lnTo>
                      <a:pt x="1859" y="3005"/>
                    </a:lnTo>
                    <a:lnTo>
                      <a:pt x="1866" y="3027"/>
                    </a:lnTo>
                    <a:lnTo>
                      <a:pt x="1878" y="3046"/>
                    </a:lnTo>
                    <a:lnTo>
                      <a:pt x="1895" y="3063"/>
                    </a:lnTo>
                    <a:lnTo>
                      <a:pt x="2152" y="3268"/>
                    </a:lnTo>
                    <a:lnTo>
                      <a:pt x="2173" y="3281"/>
                    </a:lnTo>
                    <a:lnTo>
                      <a:pt x="2195" y="3289"/>
                    </a:lnTo>
                    <a:lnTo>
                      <a:pt x="2217" y="3291"/>
                    </a:lnTo>
                    <a:lnTo>
                      <a:pt x="2239" y="3289"/>
                    </a:lnTo>
                    <a:lnTo>
                      <a:pt x="2258" y="3283"/>
                    </a:lnTo>
                    <a:lnTo>
                      <a:pt x="2278" y="3272"/>
                    </a:lnTo>
                    <a:lnTo>
                      <a:pt x="2294" y="3257"/>
                    </a:lnTo>
                    <a:lnTo>
                      <a:pt x="2707" y="2794"/>
                    </a:lnTo>
                    <a:lnTo>
                      <a:pt x="2720" y="2774"/>
                    </a:lnTo>
                    <a:lnTo>
                      <a:pt x="2729" y="2753"/>
                    </a:lnTo>
                    <a:lnTo>
                      <a:pt x="2733" y="2731"/>
                    </a:lnTo>
                    <a:lnTo>
                      <a:pt x="2731" y="2709"/>
                    </a:lnTo>
                    <a:lnTo>
                      <a:pt x="2725" y="2687"/>
                    </a:lnTo>
                    <a:lnTo>
                      <a:pt x="2714" y="2666"/>
                    </a:lnTo>
                    <a:lnTo>
                      <a:pt x="2698" y="2649"/>
                    </a:lnTo>
                    <a:lnTo>
                      <a:pt x="2678" y="2636"/>
                    </a:lnTo>
                    <a:lnTo>
                      <a:pt x="2657" y="2627"/>
                    </a:lnTo>
                    <a:lnTo>
                      <a:pt x="2634" y="2623"/>
                    </a:lnTo>
                    <a:close/>
                    <a:moveTo>
                      <a:pt x="980" y="2520"/>
                    </a:moveTo>
                    <a:lnTo>
                      <a:pt x="1444" y="2520"/>
                    </a:lnTo>
                    <a:lnTo>
                      <a:pt x="1460" y="2522"/>
                    </a:lnTo>
                    <a:lnTo>
                      <a:pt x="1474" y="2530"/>
                    </a:lnTo>
                    <a:lnTo>
                      <a:pt x="1485" y="2541"/>
                    </a:lnTo>
                    <a:lnTo>
                      <a:pt x="1493" y="2555"/>
                    </a:lnTo>
                    <a:lnTo>
                      <a:pt x="1495" y="2571"/>
                    </a:lnTo>
                    <a:lnTo>
                      <a:pt x="1495" y="2623"/>
                    </a:lnTo>
                    <a:lnTo>
                      <a:pt x="1493" y="2639"/>
                    </a:lnTo>
                    <a:lnTo>
                      <a:pt x="1485" y="2653"/>
                    </a:lnTo>
                    <a:lnTo>
                      <a:pt x="1474" y="2664"/>
                    </a:lnTo>
                    <a:lnTo>
                      <a:pt x="1460" y="2672"/>
                    </a:lnTo>
                    <a:lnTo>
                      <a:pt x="1444" y="2674"/>
                    </a:lnTo>
                    <a:lnTo>
                      <a:pt x="980" y="2674"/>
                    </a:lnTo>
                    <a:lnTo>
                      <a:pt x="963" y="2672"/>
                    </a:lnTo>
                    <a:lnTo>
                      <a:pt x="949" y="2664"/>
                    </a:lnTo>
                    <a:lnTo>
                      <a:pt x="938" y="2653"/>
                    </a:lnTo>
                    <a:lnTo>
                      <a:pt x="931" y="2639"/>
                    </a:lnTo>
                    <a:lnTo>
                      <a:pt x="928" y="2623"/>
                    </a:lnTo>
                    <a:lnTo>
                      <a:pt x="928" y="2571"/>
                    </a:lnTo>
                    <a:lnTo>
                      <a:pt x="931" y="2555"/>
                    </a:lnTo>
                    <a:lnTo>
                      <a:pt x="938" y="2541"/>
                    </a:lnTo>
                    <a:lnTo>
                      <a:pt x="949" y="2530"/>
                    </a:lnTo>
                    <a:lnTo>
                      <a:pt x="963" y="2522"/>
                    </a:lnTo>
                    <a:lnTo>
                      <a:pt x="980" y="2520"/>
                    </a:lnTo>
                    <a:close/>
                    <a:moveTo>
                      <a:pt x="798" y="2404"/>
                    </a:moveTo>
                    <a:lnTo>
                      <a:pt x="812" y="2408"/>
                    </a:lnTo>
                    <a:lnTo>
                      <a:pt x="826" y="2416"/>
                    </a:lnTo>
                    <a:lnTo>
                      <a:pt x="835" y="2427"/>
                    </a:lnTo>
                    <a:lnTo>
                      <a:pt x="841" y="2441"/>
                    </a:lnTo>
                    <a:lnTo>
                      <a:pt x="841" y="2456"/>
                    </a:lnTo>
                    <a:lnTo>
                      <a:pt x="838" y="2470"/>
                    </a:lnTo>
                    <a:lnTo>
                      <a:pt x="830" y="2483"/>
                    </a:lnTo>
                    <a:lnTo>
                      <a:pt x="640" y="2696"/>
                    </a:lnTo>
                    <a:lnTo>
                      <a:pt x="629" y="2704"/>
                    </a:lnTo>
                    <a:lnTo>
                      <a:pt x="617" y="2710"/>
                    </a:lnTo>
                    <a:lnTo>
                      <a:pt x="604" y="2712"/>
                    </a:lnTo>
                    <a:lnTo>
                      <a:pt x="588" y="2709"/>
                    </a:lnTo>
                    <a:lnTo>
                      <a:pt x="574" y="2701"/>
                    </a:lnTo>
                    <a:lnTo>
                      <a:pt x="456" y="2606"/>
                    </a:lnTo>
                    <a:lnTo>
                      <a:pt x="446" y="2595"/>
                    </a:lnTo>
                    <a:lnTo>
                      <a:pt x="440" y="2582"/>
                    </a:lnTo>
                    <a:lnTo>
                      <a:pt x="438" y="2568"/>
                    </a:lnTo>
                    <a:lnTo>
                      <a:pt x="441" y="2554"/>
                    </a:lnTo>
                    <a:lnTo>
                      <a:pt x="448" y="2540"/>
                    </a:lnTo>
                    <a:lnTo>
                      <a:pt x="459" y="2530"/>
                    </a:lnTo>
                    <a:lnTo>
                      <a:pt x="473" y="2524"/>
                    </a:lnTo>
                    <a:lnTo>
                      <a:pt x="488" y="2522"/>
                    </a:lnTo>
                    <a:lnTo>
                      <a:pt x="502" y="2525"/>
                    </a:lnTo>
                    <a:lnTo>
                      <a:pt x="515" y="2533"/>
                    </a:lnTo>
                    <a:lnTo>
                      <a:pt x="598" y="2600"/>
                    </a:lnTo>
                    <a:lnTo>
                      <a:pt x="759" y="2420"/>
                    </a:lnTo>
                    <a:lnTo>
                      <a:pt x="770" y="2410"/>
                    </a:lnTo>
                    <a:lnTo>
                      <a:pt x="784" y="2405"/>
                    </a:lnTo>
                    <a:lnTo>
                      <a:pt x="798" y="2404"/>
                    </a:lnTo>
                    <a:close/>
                    <a:moveTo>
                      <a:pt x="2269" y="2263"/>
                    </a:moveTo>
                    <a:lnTo>
                      <a:pt x="2337" y="2266"/>
                    </a:lnTo>
                    <a:lnTo>
                      <a:pt x="2404" y="2277"/>
                    </a:lnTo>
                    <a:lnTo>
                      <a:pt x="2468" y="2293"/>
                    </a:lnTo>
                    <a:lnTo>
                      <a:pt x="2530" y="2315"/>
                    </a:lnTo>
                    <a:lnTo>
                      <a:pt x="2589" y="2343"/>
                    </a:lnTo>
                    <a:lnTo>
                      <a:pt x="2643" y="2377"/>
                    </a:lnTo>
                    <a:lnTo>
                      <a:pt x="2695" y="2415"/>
                    </a:lnTo>
                    <a:lnTo>
                      <a:pt x="2743" y="2459"/>
                    </a:lnTo>
                    <a:lnTo>
                      <a:pt x="2785" y="2506"/>
                    </a:lnTo>
                    <a:lnTo>
                      <a:pt x="2825" y="2557"/>
                    </a:lnTo>
                    <a:lnTo>
                      <a:pt x="2858" y="2613"/>
                    </a:lnTo>
                    <a:lnTo>
                      <a:pt x="2886" y="2672"/>
                    </a:lnTo>
                    <a:lnTo>
                      <a:pt x="2909" y="2733"/>
                    </a:lnTo>
                    <a:lnTo>
                      <a:pt x="2925" y="2797"/>
                    </a:lnTo>
                    <a:lnTo>
                      <a:pt x="2935" y="2863"/>
                    </a:lnTo>
                    <a:lnTo>
                      <a:pt x="2939" y="2931"/>
                    </a:lnTo>
                    <a:lnTo>
                      <a:pt x="2935" y="3000"/>
                    </a:lnTo>
                    <a:lnTo>
                      <a:pt x="2925" y="3067"/>
                    </a:lnTo>
                    <a:lnTo>
                      <a:pt x="2909" y="3130"/>
                    </a:lnTo>
                    <a:lnTo>
                      <a:pt x="2886" y="3192"/>
                    </a:lnTo>
                    <a:lnTo>
                      <a:pt x="2858" y="3250"/>
                    </a:lnTo>
                    <a:lnTo>
                      <a:pt x="2825" y="3305"/>
                    </a:lnTo>
                    <a:lnTo>
                      <a:pt x="2785" y="3357"/>
                    </a:lnTo>
                    <a:lnTo>
                      <a:pt x="2743" y="3404"/>
                    </a:lnTo>
                    <a:lnTo>
                      <a:pt x="2695" y="3447"/>
                    </a:lnTo>
                    <a:lnTo>
                      <a:pt x="2643" y="3485"/>
                    </a:lnTo>
                    <a:lnTo>
                      <a:pt x="2589" y="3519"/>
                    </a:lnTo>
                    <a:lnTo>
                      <a:pt x="2530" y="3548"/>
                    </a:lnTo>
                    <a:lnTo>
                      <a:pt x="2468" y="3569"/>
                    </a:lnTo>
                    <a:lnTo>
                      <a:pt x="2404" y="3587"/>
                    </a:lnTo>
                    <a:lnTo>
                      <a:pt x="2337" y="3597"/>
                    </a:lnTo>
                    <a:lnTo>
                      <a:pt x="2269" y="3600"/>
                    </a:lnTo>
                    <a:lnTo>
                      <a:pt x="2200" y="3597"/>
                    </a:lnTo>
                    <a:lnTo>
                      <a:pt x="2134" y="3587"/>
                    </a:lnTo>
                    <a:lnTo>
                      <a:pt x="2069" y="3569"/>
                    </a:lnTo>
                    <a:lnTo>
                      <a:pt x="2008" y="3548"/>
                    </a:lnTo>
                    <a:lnTo>
                      <a:pt x="1949" y="3519"/>
                    </a:lnTo>
                    <a:lnTo>
                      <a:pt x="1894" y="3485"/>
                    </a:lnTo>
                    <a:lnTo>
                      <a:pt x="1843" y="3447"/>
                    </a:lnTo>
                    <a:lnTo>
                      <a:pt x="1795" y="3404"/>
                    </a:lnTo>
                    <a:lnTo>
                      <a:pt x="1752" y="3357"/>
                    </a:lnTo>
                    <a:lnTo>
                      <a:pt x="1713" y="3305"/>
                    </a:lnTo>
                    <a:lnTo>
                      <a:pt x="1680" y="3250"/>
                    </a:lnTo>
                    <a:lnTo>
                      <a:pt x="1651" y="3192"/>
                    </a:lnTo>
                    <a:lnTo>
                      <a:pt x="1628" y="3130"/>
                    </a:lnTo>
                    <a:lnTo>
                      <a:pt x="1612" y="3067"/>
                    </a:lnTo>
                    <a:lnTo>
                      <a:pt x="1602" y="3000"/>
                    </a:lnTo>
                    <a:lnTo>
                      <a:pt x="1599" y="2931"/>
                    </a:lnTo>
                    <a:lnTo>
                      <a:pt x="1602" y="2863"/>
                    </a:lnTo>
                    <a:lnTo>
                      <a:pt x="1612" y="2797"/>
                    </a:lnTo>
                    <a:lnTo>
                      <a:pt x="1628" y="2733"/>
                    </a:lnTo>
                    <a:lnTo>
                      <a:pt x="1651" y="2672"/>
                    </a:lnTo>
                    <a:lnTo>
                      <a:pt x="1680" y="2613"/>
                    </a:lnTo>
                    <a:lnTo>
                      <a:pt x="1713" y="2557"/>
                    </a:lnTo>
                    <a:lnTo>
                      <a:pt x="1752" y="2506"/>
                    </a:lnTo>
                    <a:lnTo>
                      <a:pt x="1795" y="2459"/>
                    </a:lnTo>
                    <a:lnTo>
                      <a:pt x="1843" y="2415"/>
                    </a:lnTo>
                    <a:lnTo>
                      <a:pt x="1894" y="2377"/>
                    </a:lnTo>
                    <a:lnTo>
                      <a:pt x="1949" y="2343"/>
                    </a:lnTo>
                    <a:lnTo>
                      <a:pt x="2008" y="2315"/>
                    </a:lnTo>
                    <a:lnTo>
                      <a:pt x="2069" y="2293"/>
                    </a:lnTo>
                    <a:lnTo>
                      <a:pt x="2134" y="2277"/>
                    </a:lnTo>
                    <a:lnTo>
                      <a:pt x="2200" y="2266"/>
                    </a:lnTo>
                    <a:lnTo>
                      <a:pt x="2269" y="2263"/>
                    </a:lnTo>
                    <a:close/>
                    <a:moveTo>
                      <a:pt x="980" y="2057"/>
                    </a:moveTo>
                    <a:lnTo>
                      <a:pt x="1547" y="2057"/>
                    </a:lnTo>
                    <a:lnTo>
                      <a:pt x="1563" y="2060"/>
                    </a:lnTo>
                    <a:lnTo>
                      <a:pt x="1577" y="2067"/>
                    </a:lnTo>
                    <a:lnTo>
                      <a:pt x="1589" y="2078"/>
                    </a:lnTo>
                    <a:lnTo>
                      <a:pt x="1596" y="2092"/>
                    </a:lnTo>
                    <a:lnTo>
                      <a:pt x="1599" y="2109"/>
                    </a:lnTo>
                    <a:lnTo>
                      <a:pt x="1599" y="2160"/>
                    </a:lnTo>
                    <a:lnTo>
                      <a:pt x="1596" y="2176"/>
                    </a:lnTo>
                    <a:lnTo>
                      <a:pt x="1589" y="2191"/>
                    </a:lnTo>
                    <a:lnTo>
                      <a:pt x="1577" y="2201"/>
                    </a:lnTo>
                    <a:lnTo>
                      <a:pt x="1563" y="2209"/>
                    </a:lnTo>
                    <a:lnTo>
                      <a:pt x="1547" y="2211"/>
                    </a:lnTo>
                    <a:lnTo>
                      <a:pt x="980" y="2211"/>
                    </a:lnTo>
                    <a:lnTo>
                      <a:pt x="963" y="2209"/>
                    </a:lnTo>
                    <a:lnTo>
                      <a:pt x="949" y="2201"/>
                    </a:lnTo>
                    <a:lnTo>
                      <a:pt x="938" y="2191"/>
                    </a:lnTo>
                    <a:lnTo>
                      <a:pt x="931" y="2176"/>
                    </a:lnTo>
                    <a:lnTo>
                      <a:pt x="928" y="2160"/>
                    </a:lnTo>
                    <a:lnTo>
                      <a:pt x="928" y="2109"/>
                    </a:lnTo>
                    <a:lnTo>
                      <a:pt x="931" y="2092"/>
                    </a:lnTo>
                    <a:lnTo>
                      <a:pt x="938" y="2078"/>
                    </a:lnTo>
                    <a:lnTo>
                      <a:pt x="949" y="2067"/>
                    </a:lnTo>
                    <a:lnTo>
                      <a:pt x="963" y="2060"/>
                    </a:lnTo>
                    <a:lnTo>
                      <a:pt x="980" y="2057"/>
                    </a:lnTo>
                    <a:close/>
                    <a:moveTo>
                      <a:pt x="798" y="1964"/>
                    </a:moveTo>
                    <a:lnTo>
                      <a:pt x="812" y="1967"/>
                    </a:lnTo>
                    <a:lnTo>
                      <a:pt x="826" y="1976"/>
                    </a:lnTo>
                    <a:lnTo>
                      <a:pt x="835" y="1987"/>
                    </a:lnTo>
                    <a:lnTo>
                      <a:pt x="841" y="2001"/>
                    </a:lnTo>
                    <a:lnTo>
                      <a:pt x="841" y="2015"/>
                    </a:lnTo>
                    <a:lnTo>
                      <a:pt x="838" y="2029"/>
                    </a:lnTo>
                    <a:lnTo>
                      <a:pt x="830" y="2042"/>
                    </a:lnTo>
                    <a:lnTo>
                      <a:pt x="640" y="2255"/>
                    </a:lnTo>
                    <a:lnTo>
                      <a:pt x="629" y="2264"/>
                    </a:lnTo>
                    <a:lnTo>
                      <a:pt x="617" y="2269"/>
                    </a:lnTo>
                    <a:lnTo>
                      <a:pt x="604" y="2271"/>
                    </a:lnTo>
                    <a:lnTo>
                      <a:pt x="588" y="2268"/>
                    </a:lnTo>
                    <a:lnTo>
                      <a:pt x="574" y="2260"/>
                    </a:lnTo>
                    <a:lnTo>
                      <a:pt x="456" y="2165"/>
                    </a:lnTo>
                    <a:lnTo>
                      <a:pt x="446" y="2155"/>
                    </a:lnTo>
                    <a:lnTo>
                      <a:pt x="440" y="2141"/>
                    </a:lnTo>
                    <a:lnTo>
                      <a:pt x="438" y="2127"/>
                    </a:lnTo>
                    <a:lnTo>
                      <a:pt x="441" y="2113"/>
                    </a:lnTo>
                    <a:lnTo>
                      <a:pt x="448" y="2099"/>
                    </a:lnTo>
                    <a:lnTo>
                      <a:pt x="459" y="2089"/>
                    </a:lnTo>
                    <a:lnTo>
                      <a:pt x="473" y="2084"/>
                    </a:lnTo>
                    <a:lnTo>
                      <a:pt x="488" y="2081"/>
                    </a:lnTo>
                    <a:lnTo>
                      <a:pt x="502" y="2085"/>
                    </a:lnTo>
                    <a:lnTo>
                      <a:pt x="515" y="2092"/>
                    </a:lnTo>
                    <a:lnTo>
                      <a:pt x="598" y="2159"/>
                    </a:lnTo>
                    <a:lnTo>
                      <a:pt x="759" y="1979"/>
                    </a:lnTo>
                    <a:lnTo>
                      <a:pt x="770" y="1969"/>
                    </a:lnTo>
                    <a:lnTo>
                      <a:pt x="784" y="1965"/>
                    </a:lnTo>
                    <a:lnTo>
                      <a:pt x="798" y="1964"/>
                    </a:lnTo>
                    <a:close/>
                    <a:moveTo>
                      <a:pt x="980" y="1646"/>
                    </a:moveTo>
                    <a:lnTo>
                      <a:pt x="1804" y="1646"/>
                    </a:lnTo>
                    <a:lnTo>
                      <a:pt x="1821" y="1648"/>
                    </a:lnTo>
                    <a:lnTo>
                      <a:pt x="1835" y="1656"/>
                    </a:lnTo>
                    <a:lnTo>
                      <a:pt x="1846" y="1667"/>
                    </a:lnTo>
                    <a:lnTo>
                      <a:pt x="1854" y="1681"/>
                    </a:lnTo>
                    <a:lnTo>
                      <a:pt x="1856" y="1697"/>
                    </a:lnTo>
                    <a:lnTo>
                      <a:pt x="1856" y="1749"/>
                    </a:lnTo>
                    <a:lnTo>
                      <a:pt x="1854" y="1765"/>
                    </a:lnTo>
                    <a:lnTo>
                      <a:pt x="1846" y="1779"/>
                    </a:lnTo>
                    <a:lnTo>
                      <a:pt x="1835" y="1790"/>
                    </a:lnTo>
                    <a:lnTo>
                      <a:pt x="1821" y="1798"/>
                    </a:lnTo>
                    <a:lnTo>
                      <a:pt x="1804" y="1800"/>
                    </a:lnTo>
                    <a:lnTo>
                      <a:pt x="980" y="1800"/>
                    </a:lnTo>
                    <a:lnTo>
                      <a:pt x="963" y="1798"/>
                    </a:lnTo>
                    <a:lnTo>
                      <a:pt x="949" y="1790"/>
                    </a:lnTo>
                    <a:lnTo>
                      <a:pt x="938" y="1779"/>
                    </a:lnTo>
                    <a:lnTo>
                      <a:pt x="931" y="1765"/>
                    </a:lnTo>
                    <a:lnTo>
                      <a:pt x="928" y="1749"/>
                    </a:lnTo>
                    <a:lnTo>
                      <a:pt x="928" y="1697"/>
                    </a:lnTo>
                    <a:lnTo>
                      <a:pt x="931" y="1681"/>
                    </a:lnTo>
                    <a:lnTo>
                      <a:pt x="938" y="1667"/>
                    </a:lnTo>
                    <a:lnTo>
                      <a:pt x="949" y="1656"/>
                    </a:lnTo>
                    <a:lnTo>
                      <a:pt x="963" y="1648"/>
                    </a:lnTo>
                    <a:lnTo>
                      <a:pt x="980" y="1646"/>
                    </a:lnTo>
                    <a:close/>
                    <a:moveTo>
                      <a:pt x="798" y="1526"/>
                    </a:moveTo>
                    <a:lnTo>
                      <a:pt x="812" y="1529"/>
                    </a:lnTo>
                    <a:lnTo>
                      <a:pt x="826" y="1538"/>
                    </a:lnTo>
                    <a:lnTo>
                      <a:pt x="835" y="1549"/>
                    </a:lnTo>
                    <a:lnTo>
                      <a:pt x="841" y="1563"/>
                    </a:lnTo>
                    <a:lnTo>
                      <a:pt x="841" y="1577"/>
                    </a:lnTo>
                    <a:lnTo>
                      <a:pt x="838" y="1592"/>
                    </a:lnTo>
                    <a:lnTo>
                      <a:pt x="830" y="1605"/>
                    </a:lnTo>
                    <a:lnTo>
                      <a:pt x="640" y="1817"/>
                    </a:lnTo>
                    <a:lnTo>
                      <a:pt x="629" y="1826"/>
                    </a:lnTo>
                    <a:lnTo>
                      <a:pt x="617" y="1832"/>
                    </a:lnTo>
                    <a:lnTo>
                      <a:pt x="604" y="1834"/>
                    </a:lnTo>
                    <a:lnTo>
                      <a:pt x="588" y="1831"/>
                    </a:lnTo>
                    <a:lnTo>
                      <a:pt x="574" y="1823"/>
                    </a:lnTo>
                    <a:lnTo>
                      <a:pt x="456" y="1728"/>
                    </a:lnTo>
                    <a:lnTo>
                      <a:pt x="446" y="1717"/>
                    </a:lnTo>
                    <a:lnTo>
                      <a:pt x="440" y="1704"/>
                    </a:lnTo>
                    <a:lnTo>
                      <a:pt x="438" y="1690"/>
                    </a:lnTo>
                    <a:lnTo>
                      <a:pt x="441" y="1675"/>
                    </a:lnTo>
                    <a:lnTo>
                      <a:pt x="448" y="1661"/>
                    </a:lnTo>
                    <a:lnTo>
                      <a:pt x="459" y="1652"/>
                    </a:lnTo>
                    <a:lnTo>
                      <a:pt x="473" y="1646"/>
                    </a:lnTo>
                    <a:lnTo>
                      <a:pt x="488" y="1644"/>
                    </a:lnTo>
                    <a:lnTo>
                      <a:pt x="502" y="1647"/>
                    </a:lnTo>
                    <a:lnTo>
                      <a:pt x="515" y="1655"/>
                    </a:lnTo>
                    <a:lnTo>
                      <a:pt x="598" y="1721"/>
                    </a:lnTo>
                    <a:lnTo>
                      <a:pt x="759" y="1541"/>
                    </a:lnTo>
                    <a:lnTo>
                      <a:pt x="770" y="1532"/>
                    </a:lnTo>
                    <a:lnTo>
                      <a:pt x="784" y="1527"/>
                    </a:lnTo>
                    <a:lnTo>
                      <a:pt x="798" y="1526"/>
                    </a:lnTo>
                    <a:close/>
                    <a:moveTo>
                      <a:pt x="980" y="1183"/>
                    </a:moveTo>
                    <a:lnTo>
                      <a:pt x="1804" y="1183"/>
                    </a:lnTo>
                    <a:lnTo>
                      <a:pt x="1821" y="1186"/>
                    </a:lnTo>
                    <a:lnTo>
                      <a:pt x="1835" y="1192"/>
                    </a:lnTo>
                    <a:lnTo>
                      <a:pt x="1846" y="1204"/>
                    </a:lnTo>
                    <a:lnTo>
                      <a:pt x="1854" y="1219"/>
                    </a:lnTo>
                    <a:lnTo>
                      <a:pt x="1856" y="1234"/>
                    </a:lnTo>
                    <a:lnTo>
                      <a:pt x="1856" y="1286"/>
                    </a:lnTo>
                    <a:lnTo>
                      <a:pt x="1854" y="1301"/>
                    </a:lnTo>
                    <a:lnTo>
                      <a:pt x="1846" y="1316"/>
                    </a:lnTo>
                    <a:lnTo>
                      <a:pt x="1835" y="1328"/>
                    </a:lnTo>
                    <a:lnTo>
                      <a:pt x="1821" y="1334"/>
                    </a:lnTo>
                    <a:lnTo>
                      <a:pt x="1804" y="1337"/>
                    </a:lnTo>
                    <a:lnTo>
                      <a:pt x="980" y="1337"/>
                    </a:lnTo>
                    <a:lnTo>
                      <a:pt x="963" y="1334"/>
                    </a:lnTo>
                    <a:lnTo>
                      <a:pt x="949" y="1328"/>
                    </a:lnTo>
                    <a:lnTo>
                      <a:pt x="938" y="1316"/>
                    </a:lnTo>
                    <a:lnTo>
                      <a:pt x="931" y="1301"/>
                    </a:lnTo>
                    <a:lnTo>
                      <a:pt x="928" y="1286"/>
                    </a:lnTo>
                    <a:lnTo>
                      <a:pt x="928" y="1234"/>
                    </a:lnTo>
                    <a:lnTo>
                      <a:pt x="931" y="1219"/>
                    </a:lnTo>
                    <a:lnTo>
                      <a:pt x="938" y="1204"/>
                    </a:lnTo>
                    <a:lnTo>
                      <a:pt x="949" y="1192"/>
                    </a:lnTo>
                    <a:lnTo>
                      <a:pt x="963" y="1186"/>
                    </a:lnTo>
                    <a:lnTo>
                      <a:pt x="980" y="1183"/>
                    </a:lnTo>
                    <a:close/>
                    <a:moveTo>
                      <a:pt x="798" y="1068"/>
                    </a:moveTo>
                    <a:lnTo>
                      <a:pt x="812" y="1072"/>
                    </a:lnTo>
                    <a:lnTo>
                      <a:pt x="826" y="1080"/>
                    </a:lnTo>
                    <a:lnTo>
                      <a:pt x="835" y="1092"/>
                    </a:lnTo>
                    <a:lnTo>
                      <a:pt x="841" y="1105"/>
                    </a:lnTo>
                    <a:lnTo>
                      <a:pt x="841" y="1120"/>
                    </a:lnTo>
                    <a:lnTo>
                      <a:pt x="838" y="1135"/>
                    </a:lnTo>
                    <a:lnTo>
                      <a:pt x="830" y="1147"/>
                    </a:lnTo>
                    <a:lnTo>
                      <a:pt x="640" y="1360"/>
                    </a:lnTo>
                    <a:lnTo>
                      <a:pt x="629" y="1369"/>
                    </a:lnTo>
                    <a:lnTo>
                      <a:pt x="617" y="1375"/>
                    </a:lnTo>
                    <a:lnTo>
                      <a:pt x="604" y="1376"/>
                    </a:lnTo>
                    <a:lnTo>
                      <a:pt x="588" y="1373"/>
                    </a:lnTo>
                    <a:lnTo>
                      <a:pt x="574" y="1366"/>
                    </a:lnTo>
                    <a:lnTo>
                      <a:pt x="456" y="1271"/>
                    </a:lnTo>
                    <a:lnTo>
                      <a:pt x="446" y="1260"/>
                    </a:lnTo>
                    <a:lnTo>
                      <a:pt x="440" y="1246"/>
                    </a:lnTo>
                    <a:lnTo>
                      <a:pt x="438" y="1232"/>
                    </a:lnTo>
                    <a:lnTo>
                      <a:pt x="441" y="1217"/>
                    </a:lnTo>
                    <a:lnTo>
                      <a:pt x="448" y="1204"/>
                    </a:lnTo>
                    <a:lnTo>
                      <a:pt x="459" y="1195"/>
                    </a:lnTo>
                    <a:lnTo>
                      <a:pt x="473" y="1188"/>
                    </a:lnTo>
                    <a:lnTo>
                      <a:pt x="488" y="1187"/>
                    </a:lnTo>
                    <a:lnTo>
                      <a:pt x="502" y="1189"/>
                    </a:lnTo>
                    <a:lnTo>
                      <a:pt x="515" y="1197"/>
                    </a:lnTo>
                    <a:lnTo>
                      <a:pt x="598" y="1263"/>
                    </a:lnTo>
                    <a:lnTo>
                      <a:pt x="759" y="1084"/>
                    </a:lnTo>
                    <a:lnTo>
                      <a:pt x="770" y="1075"/>
                    </a:lnTo>
                    <a:lnTo>
                      <a:pt x="784" y="1069"/>
                    </a:lnTo>
                    <a:lnTo>
                      <a:pt x="798" y="1068"/>
                    </a:lnTo>
                    <a:close/>
                    <a:moveTo>
                      <a:pt x="155" y="360"/>
                    </a:moveTo>
                    <a:lnTo>
                      <a:pt x="573" y="360"/>
                    </a:lnTo>
                    <a:lnTo>
                      <a:pt x="569" y="386"/>
                    </a:lnTo>
                    <a:lnTo>
                      <a:pt x="568" y="413"/>
                    </a:lnTo>
                    <a:lnTo>
                      <a:pt x="571" y="455"/>
                    </a:lnTo>
                    <a:lnTo>
                      <a:pt x="581" y="494"/>
                    </a:lnTo>
                    <a:lnTo>
                      <a:pt x="596" y="530"/>
                    </a:lnTo>
                    <a:lnTo>
                      <a:pt x="617" y="564"/>
                    </a:lnTo>
                    <a:lnTo>
                      <a:pt x="642" y="593"/>
                    </a:lnTo>
                    <a:lnTo>
                      <a:pt x="672" y="620"/>
                    </a:lnTo>
                    <a:lnTo>
                      <a:pt x="706" y="640"/>
                    </a:lnTo>
                    <a:lnTo>
                      <a:pt x="742" y="656"/>
                    </a:lnTo>
                    <a:lnTo>
                      <a:pt x="782" y="665"/>
                    </a:lnTo>
                    <a:lnTo>
                      <a:pt x="823" y="669"/>
                    </a:lnTo>
                    <a:lnTo>
                      <a:pt x="1497" y="669"/>
                    </a:lnTo>
                    <a:lnTo>
                      <a:pt x="1539" y="665"/>
                    </a:lnTo>
                    <a:lnTo>
                      <a:pt x="1578" y="656"/>
                    </a:lnTo>
                    <a:lnTo>
                      <a:pt x="1614" y="640"/>
                    </a:lnTo>
                    <a:lnTo>
                      <a:pt x="1648" y="619"/>
                    </a:lnTo>
                    <a:lnTo>
                      <a:pt x="1678" y="593"/>
                    </a:lnTo>
                    <a:lnTo>
                      <a:pt x="1704" y="563"/>
                    </a:lnTo>
                    <a:lnTo>
                      <a:pt x="1725" y="529"/>
                    </a:lnTo>
                    <a:lnTo>
                      <a:pt x="1740" y="492"/>
                    </a:lnTo>
                    <a:lnTo>
                      <a:pt x="1750" y="452"/>
                    </a:lnTo>
                    <a:lnTo>
                      <a:pt x="1753" y="410"/>
                    </a:lnTo>
                    <a:lnTo>
                      <a:pt x="1752" y="385"/>
                    </a:lnTo>
                    <a:lnTo>
                      <a:pt x="1748" y="360"/>
                    </a:lnTo>
                    <a:lnTo>
                      <a:pt x="2063" y="360"/>
                    </a:lnTo>
                    <a:lnTo>
                      <a:pt x="2106" y="362"/>
                    </a:lnTo>
                    <a:lnTo>
                      <a:pt x="2146" y="369"/>
                    </a:lnTo>
                    <a:lnTo>
                      <a:pt x="2181" y="380"/>
                    </a:lnTo>
                    <a:lnTo>
                      <a:pt x="2213" y="393"/>
                    </a:lnTo>
                    <a:lnTo>
                      <a:pt x="2241" y="410"/>
                    </a:lnTo>
                    <a:lnTo>
                      <a:pt x="2265" y="431"/>
                    </a:lnTo>
                    <a:lnTo>
                      <a:pt x="2285" y="454"/>
                    </a:lnTo>
                    <a:lnTo>
                      <a:pt x="2300" y="479"/>
                    </a:lnTo>
                    <a:lnTo>
                      <a:pt x="2311" y="506"/>
                    </a:lnTo>
                    <a:lnTo>
                      <a:pt x="2318" y="536"/>
                    </a:lnTo>
                    <a:lnTo>
                      <a:pt x="2321" y="566"/>
                    </a:lnTo>
                    <a:lnTo>
                      <a:pt x="2321" y="2111"/>
                    </a:lnTo>
                    <a:lnTo>
                      <a:pt x="2294" y="2110"/>
                    </a:lnTo>
                    <a:lnTo>
                      <a:pt x="2269" y="2109"/>
                    </a:lnTo>
                    <a:lnTo>
                      <a:pt x="2198" y="2112"/>
                    </a:lnTo>
                    <a:lnTo>
                      <a:pt x="2129" y="2121"/>
                    </a:lnTo>
                    <a:lnTo>
                      <a:pt x="2063" y="2136"/>
                    </a:lnTo>
                    <a:lnTo>
                      <a:pt x="2063" y="926"/>
                    </a:lnTo>
                    <a:lnTo>
                      <a:pt x="258" y="926"/>
                    </a:lnTo>
                    <a:lnTo>
                      <a:pt x="258" y="2983"/>
                    </a:lnTo>
                    <a:lnTo>
                      <a:pt x="1447" y="2983"/>
                    </a:lnTo>
                    <a:lnTo>
                      <a:pt x="1453" y="3050"/>
                    </a:lnTo>
                    <a:lnTo>
                      <a:pt x="1465" y="3116"/>
                    </a:lnTo>
                    <a:lnTo>
                      <a:pt x="1483" y="3179"/>
                    </a:lnTo>
                    <a:lnTo>
                      <a:pt x="1505" y="3240"/>
                    </a:lnTo>
                    <a:lnTo>
                      <a:pt x="207" y="3240"/>
                    </a:lnTo>
                    <a:lnTo>
                      <a:pt x="169" y="3237"/>
                    </a:lnTo>
                    <a:lnTo>
                      <a:pt x="134" y="3227"/>
                    </a:lnTo>
                    <a:lnTo>
                      <a:pt x="103" y="3212"/>
                    </a:lnTo>
                    <a:lnTo>
                      <a:pt x="73" y="3192"/>
                    </a:lnTo>
                    <a:lnTo>
                      <a:pt x="49" y="3167"/>
                    </a:lnTo>
                    <a:lnTo>
                      <a:pt x="28" y="3139"/>
                    </a:lnTo>
                    <a:lnTo>
                      <a:pt x="13" y="3106"/>
                    </a:lnTo>
                    <a:lnTo>
                      <a:pt x="3" y="3071"/>
                    </a:lnTo>
                    <a:lnTo>
                      <a:pt x="0" y="3034"/>
                    </a:lnTo>
                    <a:lnTo>
                      <a:pt x="0" y="566"/>
                    </a:lnTo>
                    <a:lnTo>
                      <a:pt x="3" y="532"/>
                    </a:lnTo>
                    <a:lnTo>
                      <a:pt x="10" y="501"/>
                    </a:lnTo>
                    <a:lnTo>
                      <a:pt x="22" y="471"/>
                    </a:lnTo>
                    <a:lnTo>
                      <a:pt x="37" y="444"/>
                    </a:lnTo>
                    <a:lnTo>
                      <a:pt x="55" y="420"/>
                    </a:lnTo>
                    <a:lnTo>
                      <a:pt x="73" y="399"/>
                    </a:lnTo>
                    <a:lnTo>
                      <a:pt x="94" y="383"/>
                    </a:lnTo>
                    <a:lnTo>
                      <a:pt x="115" y="371"/>
                    </a:lnTo>
                    <a:lnTo>
                      <a:pt x="136" y="362"/>
                    </a:lnTo>
                    <a:lnTo>
                      <a:pt x="155" y="360"/>
                    </a:lnTo>
                    <a:close/>
                    <a:moveTo>
                      <a:pt x="1160" y="103"/>
                    </a:moveTo>
                    <a:lnTo>
                      <a:pt x="1139" y="106"/>
                    </a:lnTo>
                    <a:lnTo>
                      <a:pt x="1121" y="113"/>
                    </a:lnTo>
                    <a:lnTo>
                      <a:pt x="1106" y="125"/>
                    </a:lnTo>
                    <a:lnTo>
                      <a:pt x="1094" y="141"/>
                    </a:lnTo>
                    <a:lnTo>
                      <a:pt x="1086" y="159"/>
                    </a:lnTo>
                    <a:lnTo>
                      <a:pt x="1083" y="180"/>
                    </a:lnTo>
                    <a:lnTo>
                      <a:pt x="1086" y="201"/>
                    </a:lnTo>
                    <a:lnTo>
                      <a:pt x="1094" y="219"/>
                    </a:lnTo>
                    <a:lnTo>
                      <a:pt x="1106" y="235"/>
                    </a:lnTo>
                    <a:lnTo>
                      <a:pt x="1121" y="247"/>
                    </a:lnTo>
                    <a:lnTo>
                      <a:pt x="1139" y="254"/>
                    </a:lnTo>
                    <a:lnTo>
                      <a:pt x="1160" y="257"/>
                    </a:lnTo>
                    <a:lnTo>
                      <a:pt x="1181" y="254"/>
                    </a:lnTo>
                    <a:lnTo>
                      <a:pt x="1200" y="247"/>
                    </a:lnTo>
                    <a:lnTo>
                      <a:pt x="1215" y="235"/>
                    </a:lnTo>
                    <a:lnTo>
                      <a:pt x="1227" y="219"/>
                    </a:lnTo>
                    <a:lnTo>
                      <a:pt x="1235" y="201"/>
                    </a:lnTo>
                    <a:lnTo>
                      <a:pt x="1238" y="180"/>
                    </a:lnTo>
                    <a:lnTo>
                      <a:pt x="1235" y="159"/>
                    </a:lnTo>
                    <a:lnTo>
                      <a:pt x="1227" y="141"/>
                    </a:lnTo>
                    <a:lnTo>
                      <a:pt x="1215" y="125"/>
                    </a:lnTo>
                    <a:lnTo>
                      <a:pt x="1200" y="113"/>
                    </a:lnTo>
                    <a:lnTo>
                      <a:pt x="1181" y="106"/>
                    </a:lnTo>
                    <a:lnTo>
                      <a:pt x="1160" y="103"/>
                    </a:lnTo>
                    <a:close/>
                    <a:moveTo>
                      <a:pt x="1158" y="0"/>
                    </a:moveTo>
                    <a:lnTo>
                      <a:pt x="1162" y="0"/>
                    </a:lnTo>
                    <a:lnTo>
                      <a:pt x="1194" y="3"/>
                    </a:lnTo>
                    <a:lnTo>
                      <a:pt x="1225" y="11"/>
                    </a:lnTo>
                    <a:lnTo>
                      <a:pt x="1252" y="24"/>
                    </a:lnTo>
                    <a:lnTo>
                      <a:pt x="1277" y="41"/>
                    </a:lnTo>
                    <a:lnTo>
                      <a:pt x="1299" y="63"/>
                    </a:lnTo>
                    <a:lnTo>
                      <a:pt x="1317" y="88"/>
                    </a:lnTo>
                    <a:lnTo>
                      <a:pt x="1330" y="116"/>
                    </a:lnTo>
                    <a:lnTo>
                      <a:pt x="1337" y="146"/>
                    </a:lnTo>
                    <a:lnTo>
                      <a:pt x="1341" y="178"/>
                    </a:lnTo>
                    <a:lnTo>
                      <a:pt x="1341" y="180"/>
                    </a:lnTo>
                    <a:lnTo>
                      <a:pt x="1343" y="201"/>
                    </a:lnTo>
                    <a:lnTo>
                      <a:pt x="1352" y="219"/>
                    </a:lnTo>
                    <a:lnTo>
                      <a:pt x="1364" y="235"/>
                    </a:lnTo>
                    <a:lnTo>
                      <a:pt x="1379" y="247"/>
                    </a:lnTo>
                    <a:lnTo>
                      <a:pt x="1396" y="254"/>
                    </a:lnTo>
                    <a:lnTo>
                      <a:pt x="1417" y="257"/>
                    </a:lnTo>
                    <a:lnTo>
                      <a:pt x="1497" y="257"/>
                    </a:lnTo>
                    <a:lnTo>
                      <a:pt x="1528" y="261"/>
                    </a:lnTo>
                    <a:lnTo>
                      <a:pt x="1556" y="269"/>
                    </a:lnTo>
                    <a:lnTo>
                      <a:pt x="1582" y="284"/>
                    </a:lnTo>
                    <a:lnTo>
                      <a:pt x="1605" y="302"/>
                    </a:lnTo>
                    <a:lnTo>
                      <a:pt x="1624" y="324"/>
                    </a:lnTo>
                    <a:lnTo>
                      <a:pt x="1638" y="350"/>
                    </a:lnTo>
                    <a:lnTo>
                      <a:pt x="1647" y="380"/>
                    </a:lnTo>
                    <a:lnTo>
                      <a:pt x="1650" y="410"/>
                    </a:lnTo>
                    <a:lnTo>
                      <a:pt x="1650" y="413"/>
                    </a:lnTo>
                    <a:lnTo>
                      <a:pt x="1647" y="444"/>
                    </a:lnTo>
                    <a:lnTo>
                      <a:pt x="1638" y="472"/>
                    </a:lnTo>
                    <a:lnTo>
                      <a:pt x="1624" y="499"/>
                    </a:lnTo>
                    <a:lnTo>
                      <a:pt x="1605" y="521"/>
                    </a:lnTo>
                    <a:lnTo>
                      <a:pt x="1582" y="540"/>
                    </a:lnTo>
                    <a:lnTo>
                      <a:pt x="1556" y="554"/>
                    </a:lnTo>
                    <a:lnTo>
                      <a:pt x="1528" y="563"/>
                    </a:lnTo>
                    <a:lnTo>
                      <a:pt x="1497" y="566"/>
                    </a:lnTo>
                    <a:lnTo>
                      <a:pt x="823" y="566"/>
                    </a:lnTo>
                    <a:lnTo>
                      <a:pt x="793" y="563"/>
                    </a:lnTo>
                    <a:lnTo>
                      <a:pt x="764" y="554"/>
                    </a:lnTo>
                    <a:lnTo>
                      <a:pt x="738" y="540"/>
                    </a:lnTo>
                    <a:lnTo>
                      <a:pt x="715" y="521"/>
                    </a:lnTo>
                    <a:lnTo>
                      <a:pt x="697" y="499"/>
                    </a:lnTo>
                    <a:lnTo>
                      <a:pt x="682" y="472"/>
                    </a:lnTo>
                    <a:lnTo>
                      <a:pt x="674" y="444"/>
                    </a:lnTo>
                    <a:lnTo>
                      <a:pt x="670" y="413"/>
                    </a:lnTo>
                    <a:lnTo>
                      <a:pt x="670" y="410"/>
                    </a:lnTo>
                    <a:lnTo>
                      <a:pt x="674" y="380"/>
                    </a:lnTo>
                    <a:lnTo>
                      <a:pt x="682" y="350"/>
                    </a:lnTo>
                    <a:lnTo>
                      <a:pt x="697" y="324"/>
                    </a:lnTo>
                    <a:lnTo>
                      <a:pt x="715" y="302"/>
                    </a:lnTo>
                    <a:lnTo>
                      <a:pt x="738" y="284"/>
                    </a:lnTo>
                    <a:lnTo>
                      <a:pt x="764" y="269"/>
                    </a:lnTo>
                    <a:lnTo>
                      <a:pt x="793" y="261"/>
                    </a:lnTo>
                    <a:lnTo>
                      <a:pt x="823" y="257"/>
                    </a:lnTo>
                    <a:lnTo>
                      <a:pt x="903" y="257"/>
                    </a:lnTo>
                    <a:lnTo>
                      <a:pt x="923" y="254"/>
                    </a:lnTo>
                    <a:lnTo>
                      <a:pt x="942" y="247"/>
                    </a:lnTo>
                    <a:lnTo>
                      <a:pt x="957" y="235"/>
                    </a:lnTo>
                    <a:lnTo>
                      <a:pt x="969" y="219"/>
                    </a:lnTo>
                    <a:lnTo>
                      <a:pt x="977" y="201"/>
                    </a:lnTo>
                    <a:lnTo>
                      <a:pt x="980" y="180"/>
                    </a:lnTo>
                    <a:lnTo>
                      <a:pt x="980" y="178"/>
                    </a:lnTo>
                    <a:lnTo>
                      <a:pt x="983" y="146"/>
                    </a:lnTo>
                    <a:lnTo>
                      <a:pt x="991" y="116"/>
                    </a:lnTo>
                    <a:lnTo>
                      <a:pt x="1004" y="88"/>
                    </a:lnTo>
                    <a:lnTo>
                      <a:pt x="1021" y="63"/>
                    </a:lnTo>
                    <a:lnTo>
                      <a:pt x="1043" y="41"/>
                    </a:lnTo>
                    <a:lnTo>
                      <a:pt x="1068" y="24"/>
                    </a:lnTo>
                    <a:lnTo>
                      <a:pt x="1096" y="11"/>
                    </a:lnTo>
                    <a:lnTo>
                      <a:pt x="1126" y="3"/>
                    </a:lnTo>
                    <a:lnTo>
                      <a:pt x="1158" y="0"/>
                    </a:lnTo>
                    <a:close/>
                  </a:path>
                </a:pathLst>
              </a:custGeom>
              <a:solidFill>
                <a:schemeClr val="accent6"/>
              </a:solidFill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</p:grpSp>
      <p:cxnSp>
        <p:nvCxnSpPr>
          <p:cNvPr id="70" name="직선 화살표 연결선 69"/>
          <p:cNvCxnSpPr/>
          <p:nvPr/>
        </p:nvCxnSpPr>
        <p:spPr>
          <a:xfrm>
            <a:off x="1450942" y="3429000"/>
            <a:ext cx="9144064" cy="1626"/>
          </a:xfrm>
          <a:prstGeom prst="straightConnector1">
            <a:avLst/>
          </a:prstGeom>
          <a:ln w="76200"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1" name="타원 70"/>
          <p:cNvSpPr/>
          <p:nvPr/>
        </p:nvSpPr>
        <p:spPr>
          <a:xfrm>
            <a:off x="2451074" y="3286124"/>
            <a:ext cx="285752" cy="285752"/>
          </a:xfrm>
          <a:prstGeom prst="ellips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2" name="타원 71"/>
          <p:cNvSpPr/>
          <p:nvPr/>
        </p:nvSpPr>
        <p:spPr>
          <a:xfrm>
            <a:off x="5880098" y="3286124"/>
            <a:ext cx="285752" cy="285752"/>
          </a:xfrm>
          <a:prstGeom prst="ellips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3" name="타원 72"/>
          <p:cNvSpPr/>
          <p:nvPr/>
        </p:nvSpPr>
        <p:spPr>
          <a:xfrm>
            <a:off x="9166246" y="3286124"/>
            <a:ext cx="285752" cy="285752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4" name="타원 73"/>
          <p:cNvSpPr/>
          <p:nvPr/>
        </p:nvSpPr>
        <p:spPr>
          <a:xfrm>
            <a:off x="4165586" y="3286124"/>
            <a:ext cx="285752" cy="285752"/>
          </a:xfrm>
          <a:prstGeom prst="ellips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5" name="타원 74"/>
          <p:cNvSpPr/>
          <p:nvPr/>
        </p:nvSpPr>
        <p:spPr>
          <a:xfrm>
            <a:off x="7523172" y="3286124"/>
            <a:ext cx="285752" cy="285752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6" name="TextBox 75"/>
          <p:cNvSpPr txBox="1"/>
          <p:nvPr/>
        </p:nvSpPr>
        <p:spPr>
          <a:xfrm>
            <a:off x="1808132" y="3761906"/>
            <a:ext cx="1928826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Font typeface="Symbol"/>
              <a:buChar char="Þ"/>
            </a:pPr>
            <a:r>
              <a:rPr lang="ko-KR" altLang="en-US" sz="1400" dirty="0" smtClean="0"/>
              <a:t>프로젝트 주제 선정</a:t>
            </a:r>
            <a:endParaRPr lang="en-US" altLang="ko-KR" sz="1400" dirty="0" smtClean="0"/>
          </a:p>
          <a:p>
            <a:pPr>
              <a:buFont typeface="Symbol"/>
              <a:buChar char="Þ"/>
            </a:pPr>
            <a:r>
              <a:rPr lang="en-US" altLang="ko-KR" sz="1400" dirty="0" smtClean="0"/>
              <a:t> </a:t>
            </a:r>
            <a:r>
              <a:rPr lang="ko-KR" altLang="en-US" sz="1400" dirty="0" smtClean="0"/>
              <a:t>화면 설계</a:t>
            </a:r>
            <a:endParaRPr lang="en-US" altLang="ko-KR" sz="1400" dirty="0" smtClean="0"/>
          </a:p>
          <a:p>
            <a:pPr>
              <a:buFont typeface="Symbol"/>
              <a:buChar char="Þ"/>
            </a:pPr>
            <a:r>
              <a:rPr lang="en-US" altLang="ko-KR" sz="1400" dirty="0" smtClean="0"/>
              <a:t> DB</a:t>
            </a:r>
            <a:r>
              <a:rPr lang="ko-KR" altLang="en-US" sz="1400" dirty="0" smtClean="0"/>
              <a:t>설계</a:t>
            </a:r>
            <a:endParaRPr lang="ko-KR" altLang="en-US" sz="1400" dirty="0"/>
          </a:p>
        </p:txBody>
      </p:sp>
      <p:sp>
        <p:nvSpPr>
          <p:cNvPr id="77" name="TextBox 76"/>
          <p:cNvSpPr txBox="1"/>
          <p:nvPr/>
        </p:nvSpPr>
        <p:spPr>
          <a:xfrm>
            <a:off x="3594082" y="2161799"/>
            <a:ext cx="2071702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Font typeface="Symbol"/>
              <a:buChar char="Þ"/>
            </a:pPr>
            <a:r>
              <a:rPr lang="ko-KR" altLang="en-US" sz="1400" dirty="0" smtClean="0"/>
              <a:t> 관리자 화면 구현</a:t>
            </a:r>
            <a:endParaRPr lang="en-US" altLang="ko-KR" sz="1400" dirty="0" smtClean="0"/>
          </a:p>
          <a:p>
            <a:pPr>
              <a:buFont typeface="Symbol"/>
              <a:buChar char="Þ"/>
            </a:pPr>
            <a:r>
              <a:rPr lang="ko-KR" altLang="en-US" sz="1400" dirty="0" smtClean="0"/>
              <a:t> 학생 화면 구현</a:t>
            </a:r>
            <a:endParaRPr lang="en-US" altLang="ko-KR" sz="1400" dirty="0" smtClean="0"/>
          </a:p>
          <a:p>
            <a:pPr>
              <a:buFont typeface="Symbol"/>
              <a:buChar char="Þ"/>
            </a:pPr>
            <a:r>
              <a:rPr lang="en-US" altLang="ko-KR" sz="1400" dirty="0" smtClean="0"/>
              <a:t> </a:t>
            </a:r>
            <a:r>
              <a:rPr lang="ko-KR" altLang="en-US" sz="1400" dirty="0" smtClean="0"/>
              <a:t>각 프레임 업무 분담</a:t>
            </a:r>
            <a:endParaRPr lang="en-US" altLang="ko-KR" sz="1400" dirty="0" smtClean="0"/>
          </a:p>
          <a:p>
            <a:r>
              <a:rPr lang="en-US" altLang="ko-KR" sz="1400" dirty="0" smtClean="0"/>
              <a:t>       </a:t>
            </a:r>
            <a:r>
              <a:rPr lang="ko-KR" altLang="en-US" sz="1400" dirty="0" smtClean="0"/>
              <a:t>및 프레임 구축 시작</a:t>
            </a:r>
            <a:endParaRPr lang="ko-KR" altLang="en-US" sz="1400" dirty="0"/>
          </a:p>
        </p:txBody>
      </p:sp>
      <p:sp>
        <p:nvSpPr>
          <p:cNvPr id="78" name="TextBox 77"/>
          <p:cNvSpPr txBox="1"/>
          <p:nvPr/>
        </p:nvSpPr>
        <p:spPr>
          <a:xfrm>
            <a:off x="5380032" y="3760777"/>
            <a:ext cx="1928826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Font typeface="Symbol"/>
              <a:buChar char="Þ"/>
            </a:pPr>
            <a:r>
              <a:rPr lang="en-US" altLang="ko-KR" sz="1400" dirty="0" smtClean="0"/>
              <a:t> PPT</a:t>
            </a:r>
            <a:r>
              <a:rPr lang="ko-KR" altLang="en-US" sz="1400" dirty="0" smtClean="0"/>
              <a:t>제작</a:t>
            </a:r>
            <a:endParaRPr lang="en-US" altLang="ko-KR" sz="1400" dirty="0" smtClean="0"/>
          </a:p>
          <a:p>
            <a:pPr>
              <a:buFont typeface="Symbol"/>
              <a:buChar char="Þ"/>
            </a:pPr>
            <a:r>
              <a:rPr lang="en-US" altLang="ko-KR" sz="1400" dirty="0" smtClean="0"/>
              <a:t> </a:t>
            </a:r>
            <a:r>
              <a:rPr lang="ko-KR" altLang="en-US" sz="1400" dirty="0" smtClean="0"/>
              <a:t>각 프레임 통합  및 </a:t>
            </a:r>
            <a:r>
              <a:rPr lang="en-US" altLang="ko-KR" sz="1400" dirty="0" smtClean="0"/>
              <a:t>  </a:t>
            </a:r>
          </a:p>
          <a:p>
            <a:r>
              <a:rPr lang="en-US" altLang="ko-KR" sz="1400" dirty="0" smtClean="0"/>
              <a:t>      </a:t>
            </a:r>
            <a:r>
              <a:rPr lang="ko-KR" altLang="en-US" sz="1400" dirty="0" smtClean="0"/>
              <a:t>보완 사항 도출</a:t>
            </a:r>
            <a:endParaRPr lang="en-US" altLang="ko-KR" sz="1400" dirty="0" smtClean="0"/>
          </a:p>
          <a:p>
            <a:pPr>
              <a:buFont typeface="Symbol"/>
              <a:buChar char="Þ"/>
            </a:pPr>
            <a:r>
              <a:rPr lang="en-US" altLang="ko-KR" sz="1400" dirty="0" smtClean="0"/>
              <a:t> </a:t>
            </a:r>
            <a:r>
              <a:rPr lang="ko-KR" altLang="en-US" sz="1400" dirty="0" smtClean="0"/>
              <a:t>중간 발표</a:t>
            </a:r>
            <a:r>
              <a:rPr lang="en-US" altLang="ko-KR" sz="1400" dirty="0" smtClean="0"/>
              <a:t> </a:t>
            </a:r>
            <a:endParaRPr lang="ko-KR" altLang="en-US" sz="1400" dirty="0"/>
          </a:p>
        </p:txBody>
      </p:sp>
      <p:sp>
        <p:nvSpPr>
          <p:cNvPr id="81" name="TextBox 80"/>
          <p:cNvSpPr txBox="1"/>
          <p:nvPr/>
        </p:nvSpPr>
        <p:spPr>
          <a:xfrm>
            <a:off x="7023106" y="2357430"/>
            <a:ext cx="2071702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Font typeface="Symbol"/>
              <a:buChar char="Þ"/>
            </a:pPr>
            <a:r>
              <a:rPr lang="en-US" altLang="ko-KR" sz="1400" dirty="0" smtClean="0"/>
              <a:t> </a:t>
            </a:r>
            <a:r>
              <a:rPr lang="ko-KR" altLang="en-US" sz="1400" dirty="0" smtClean="0"/>
              <a:t>화면 디자인 수정</a:t>
            </a:r>
            <a:endParaRPr lang="en-US" altLang="ko-KR" sz="1400" dirty="0" smtClean="0"/>
          </a:p>
          <a:p>
            <a:pPr>
              <a:buFont typeface="Symbol"/>
              <a:buChar char="Þ"/>
            </a:pPr>
            <a:r>
              <a:rPr lang="en-US" altLang="ko-KR" sz="1400" dirty="0" smtClean="0"/>
              <a:t> </a:t>
            </a:r>
            <a:r>
              <a:rPr lang="ko-KR" altLang="en-US" sz="1400" dirty="0" smtClean="0"/>
              <a:t>기능별 예외처리</a:t>
            </a:r>
            <a:endParaRPr lang="en-US" altLang="ko-KR" sz="1400" dirty="0" smtClean="0"/>
          </a:p>
          <a:p>
            <a:pPr>
              <a:buFont typeface="Symbol"/>
              <a:buChar char="Þ"/>
            </a:pPr>
            <a:r>
              <a:rPr lang="en-US" altLang="ko-KR" sz="1400" dirty="0" smtClean="0"/>
              <a:t> </a:t>
            </a:r>
            <a:r>
              <a:rPr lang="ko-KR" altLang="en-US" sz="1400" dirty="0" smtClean="0"/>
              <a:t>추가 기능 구현</a:t>
            </a:r>
            <a:endParaRPr lang="ko-KR" altLang="en-US" sz="1400" dirty="0"/>
          </a:p>
        </p:txBody>
      </p:sp>
      <p:sp>
        <p:nvSpPr>
          <p:cNvPr id="82" name="TextBox 81"/>
          <p:cNvSpPr txBox="1"/>
          <p:nvPr/>
        </p:nvSpPr>
        <p:spPr>
          <a:xfrm>
            <a:off x="8666180" y="3760777"/>
            <a:ext cx="1928826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Font typeface="Symbol"/>
              <a:buChar char="Þ"/>
            </a:pPr>
            <a:r>
              <a:rPr lang="en-US" altLang="ko-KR" sz="1400" dirty="0" smtClean="0"/>
              <a:t> PPT </a:t>
            </a:r>
            <a:r>
              <a:rPr lang="ko-KR" altLang="en-US" sz="1400" dirty="0" smtClean="0"/>
              <a:t>최종 보완</a:t>
            </a:r>
            <a:endParaRPr lang="en-US" altLang="ko-KR" sz="1400" dirty="0" smtClean="0"/>
          </a:p>
          <a:p>
            <a:pPr>
              <a:buFont typeface="Symbol"/>
              <a:buChar char="Þ"/>
            </a:pPr>
            <a:r>
              <a:rPr lang="en-US" altLang="ko-KR" sz="1400" dirty="0" smtClean="0"/>
              <a:t> </a:t>
            </a:r>
            <a:r>
              <a:rPr lang="ko-KR" altLang="en-US" sz="1400" dirty="0" smtClean="0"/>
              <a:t>최종 발표</a:t>
            </a:r>
            <a:endParaRPr lang="en-US" altLang="ko-KR" sz="1400" dirty="0" smtClean="0"/>
          </a:p>
          <a:p>
            <a:pPr>
              <a:buFont typeface="Symbol"/>
              <a:buChar char="Þ"/>
            </a:pPr>
            <a:r>
              <a:rPr lang="en-US" altLang="ko-KR" sz="1400" dirty="0" smtClean="0"/>
              <a:t> </a:t>
            </a:r>
            <a:r>
              <a:rPr lang="ko-KR" altLang="en-US" sz="1400" dirty="0" smtClean="0"/>
              <a:t>프로젝트</a:t>
            </a:r>
            <a:endParaRPr lang="en-US" altLang="ko-KR" sz="1400" dirty="0" smtClean="0"/>
          </a:p>
          <a:p>
            <a:r>
              <a:rPr lang="en-US" altLang="ko-KR" sz="1400" dirty="0" smtClean="0"/>
              <a:t>      </a:t>
            </a:r>
            <a:r>
              <a:rPr lang="ko-KR" altLang="en-US" sz="1400" dirty="0" smtClean="0"/>
              <a:t>최종 테스트</a:t>
            </a:r>
            <a:endParaRPr lang="ko-KR" altLang="en-US" sz="1400" dirty="0"/>
          </a:p>
        </p:txBody>
      </p:sp>
      <p:sp>
        <p:nvSpPr>
          <p:cNvPr id="85" name="타원 84"/>
          <p:cNvSpPr/>
          <p:nvPr/>
        </p:nvSpPr>
        <p:spPr>
          <a:xfrm>
            <a:off x="10344424" y="629773"/>
            <a:ext cx="285752" cy="285752"/>
          </a:xfrm>
          <a:prstGeom prst="ellips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8" name="타원 87"/>
          <p:cNvSpPr/>
          <p:nvPr/>
        </p:nvSpPr>
        <p:spPr>
          <a:xfrm>
            <a:off x="10344424" y="1058401"/>
            <a:ext cx="285752" cy="285752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9" name="TextBox 88"/>
          <p:cNvSpPr txBox="1"/>
          <p:nvPr/>
        </p:nvSpPr>
        <p:spPr>
          <a:xfrm>
            <a:off x="10630176" y="607748"/>
            <a:ext cx="64294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dirty="0" smtClean="0"/>
              <a:t>완료</a:t>
            </a:r>
            <a:endParaRPr lang="ko-KR" altLang="en-US" sz="1400" dirty="0"/>
          </a:p>
        </p:txBody>
      </p:sp>
      <p:sp>
        <p:nvSpPr>
          <p:cNvPr id="90" name="TextBox 89"/>
          <p:cNvSpPr txBox="1"/>
          <p:nvPr/>
        </p:nvSpPr>
        <p:spPr>
          <a:xfrm>
            <a:off x="10630176" y="1036376"/>
            <a:ext cx="64294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dirty="0" smtClean="0"/>
              <a:t>예정</a:t>
            </a:r>
            <a:endParaRPr lang="en-US" altLang="ko-KR" sz="1400" dirty="0" smtClean="0"/>
          </a:p>
        </p:txBody>
      </p:sp>
      <p:sp>
        <p:nvSpPr>
          <p:cNvPr id="91" name="직사각형 90"/>
          <p:cNvSpPr/>
          <p:nvPr/>
        </p:nvSpPr>
        <p:spPr>
          <a:xfrm>
            <a:off x="307934" y="357166"/>
            <a:ext cx="2428892" cy="928694"/>
          </a:xfrm>
          <a:prstGeom prst="rect">
            <a:avLst/>
          </a:prstGeom>
          <a:noFill/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b="1" dirty="0"/>
          </a:p>
        </p:txBody>
      </p:sp>
      <p:sp>
        <p:nvSpPr>
          <p:cNvPr id="63" name="타원 62"/>
          <p:cNvSpPr/>
          <p:nvPr/>
        </p:nvSpPr>
        <p:spPr>
          <a:xfrm>
            <a:off x="7523172" y="3286124"/>
            <a:ext cx="285752" cy="285752"/>
          </a:xfrm>
          <a:prstGeom prst="ellips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4" name="타원 63"/>
          <p:cNvSpPr/>
          <p:nvPr/>
        </p:nvSpPr>
        <p:spPr>
          <a:xfrm>
            <a:off x="9166246" y="3286124"/>
            <a:ext cx="285752" cy="285752"/>
          </a:xfrm>
          <a:prstGeom prst="ellips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5" name="타원 64"/>
          <p:cNvSpPr/>
          <p:nvPr/>
        </p:nvSpPr>
        <p:spPr>
          <a:xfrm>
            <a:off x="9166246" y="3286124"/>
            <a:ext cx="285752" cy="285752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9" name="타원 78"/>
          <p:cNvSpPr/>
          <p:nvPr/>
        </p:nvSpPr>
        <p:spPr>
          <a:xfrm>
            <a:off x="9237684" y="3357562"/>
            <a:ext cx="142876" cy="142876"/>
          </a:xfrm>
          <a:prstGeom prst="ellipse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xmlns="" val="1935223717"/>
      </p:ext>
    </p:extLst>
  </p:cSld>
  <p:clrMapOvr>
    <a:masterClrMapping/>
  </p:clrMapOvr>
  <p:transition spd="med">
    <p:fade/>
  </p:transition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모서리가 둥근 직사각형 7"/>
          <p:cNvSpPr/>
          <p:nvPr/>
        </p:nvSpPr>
        <p:spPr>
          <a:xfrm>
            <a:off x="1522380" y="1927628"/>
            <a:ext cx="9144066" cy="3644512"/>
          </a:xfrm>
          <a:prstGeom prst="roundRect">
            <a:avLst/>
          </a:prstGeom>
          <a:noFill/>
          <a:ln w="12700">
            <a:solidFill>
              <a:schemeClr val="accent6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457200" indent="-457200">
              <a:buFontTx/>
              <a:buChar char="-"/>
            </a:pPr>
            <a:r>
              <a:rPr lang="ko-KR" altLang="en-US" sz="2800" b="1" dirty="0" smtClean="0">
                <a:solidFill>
                  <a:schemeClr val="accent5"/>
                </a:solidFill>
              </a:rPr>
              <a:t>지</a:t>
            </a:r>
            <a:r>
              <a:rPr lang="ko-KR" altLang="en-US" sz="2000" dirty="0" smtClean="0">
                <a:solidFill>
                  <a:schemeClr val="tx1"/>
                </a:solidFill>
              </a:rPr>
              <a:t>금까지 배웠던 다양한 기술 들을 직접 사용하면서 </a:t>
            </a:r>
            <a:r>
              <a:rPr lang="en-US" altLang="ko-KR" sz="2000" dirty="0" smtClean="0">
                <a:solidFill>
                  <a:schemeClr val="tx1"/>
                </a:solidFill>
              </a:rPr>
              <a:t/>
            </a:r>
            <a:br>
              <a:rPr lang="en-US" altLang="ko-KR" sz="2000" dirty="0" smtClean="0">
                <a:solidFill>
                  <a:schemeClr val="tx1"/>
                </a:solidFill>
              </a:rPr>
            </a:br>
            <a:r>
              <a:rPr lang="ko-KR" altLang="en-US" sz="2000" dirty="0" smtClean="0">
                <a:solidFill>
                  <a:schemeClr val="tx1"/>
                </a:solidFill>
              </a:rPr>
              <a:t>실제 프로그램 개발에 적용 하는 방법을 알게 되었고</a:t>
            </a:r>
            <a:r>
              <a:rPr lang="en-US" altLang="ko-KR" sz="2000" dirty="0" smtClean="0">
                <a:solidFill>
                  <a:schemeClr val="tx1"/>
                </a:solidFill>
              </a:rPr>
              <a:t>, </a:t>
            </a:r>
            <a:br>
              <a:rPr lang="en-US" altLang="ko-KR" sz="2000" dirty="0" smtClean="0">
                <a:solidFill>
                  <a:schemeClr val="tx1"/>
                </a:solidFill>
              </a:rPr>
            </a:br>
            <a:r>
              <a:rPr lang="en-US" altLang="ko-KR" sz="2000" dirty="0" smtClean="0">
                <a:solidFill>
                  <a:schemeClr val="tx1"/>
                </a:solidFill>
              </a:rPr>
              <a:t/>
            </a:r>
            <a:br>
              <a:rPr lang="en-US" altLang="ko-KR" sz="2000" dirty="0" smtClean="0">
                <a:solidFill>
                  <a:schemeClr val="tx1"/>
                </a:solidFill>
              </a:rPr>
            </a:br>
            <a:r>
              <a:rPr lang="ko-KR" altLang="en-US" sz="2000" dirty="0" smtClean="0">
                <a:solidFill>
                  <a:schemeClr val="tx1"/>
                </a:solidFill>
              </a:rPr>
              <a:t>팀원들 각각이 모든 과정을 함께 참여하여 </a:t>
            </a:r>
            <a:r>
              <a:rPr lang="en-US" altLang="ko-KR" sz="2000" dirty="0" smtClean="0">
                <a:solidFill>
                  <a:schemeClr val="tx1"/>
                </a:solidFill>
              </a:rPr>
              <a:t/>
            </a:r>
            <a:br>
              <a:rPr lang="en-US" altLang="ko-KR" sz="2000" dirty="0" smtClean="0">
                <a:solidFill>
                  <a:schemeClr val="tx1"/>
                </a:solidFill>
              </a:rPr>
            </a:br>
            <a:r>
              <a:rPr lang="ko-KR" altLang="en-US" sz="2000" dirty="0" smtClean="0">
                <a:solidFill>
                  <a:schemeClr val="tx1"/>
                </a:solidFill>
              </a:rPr>
              <a:t>프로젝트 진행 흐름을 이해하는데 도움이 되었습니다</a:t>
            </a:r>
            <a:r>
              <a:rPr lang="en-US" altLang="ko-KR" sz="2000" dirty="0" smtClean="0">
                <a:solidFill>
                  <a:schemeClr val="tx1"/>
                </a:solidFill>
              </a:rPr>
              <a:t>.</a:t>
            </a:r>
          </a:p>
          <a:p>
            <a:pPr marL="457200" indent="-457200">
              <a:buFontTx/>
              <a:buChar char="-"/>
            </a:pPr>
            <a:endParaRPr lang="en-US" altLang="ko-KR" sz="2000" dirty="0">
              <a:solidFill>
                <a:schemeClr val="tx1"/>
              </a:solidFill>
            </a:endParaRPr>
          </a:p>
          <a:p>
            <a:pPr marL="457200" indent="-457200">
              <a:buFontTx/>
              <a:buChar char="-"/>
            </a:pPr>
            <a:r>
              <a:rPr lang="ko-KR" altLang="en-US" sz="2000" dirty="0" smtClean="0">
                <a:solidFill>
                  <a:schemeClr val="tx1"/>
                </a:solidFill>
              </a:rPr>
              <a:t>프로젝트 기간이 짧아 추가적인 기능을</a:t>
            </a:r>
            <a:r>
              <a:rPr lang="en-US" altLang="ko-KR" sz="2000" dirty="0" smtClean="0">
                <a:solidFill>
                  <a:schemeClr val="tx1"/>
                </a:solidFill>
              </a:rPr>
              <a:t> </a:t>
            </a:r>
            <a:r>
              <a:rPr lang="ko-KR" altLang="en-US" sz="2000" dirty="0" smtClean="0">
                <a:solidFill>
                  <a:schemeClr val="tx1"/>
                </a:solidFill>
              </a:rPr>
              <a:t>많이 구현하지 못하였고</a:t>
            </a:r>
            <a:r>
              <a:rPr lang="en-US" altLang="ko-KR" sz="2000" dirty="0" smtClean="0">
                <a:solidFill>
                  <a:schemeClr val="tx1"/>
                </a:solidFill>
              </a:rPr>
              <a:t>,</a:t>
            </a:r>
            <a:br>
              <a:rPr lang="en-US" altLang="ko-KR" sz="2000" dirty="0" smtClean="0">
                <a:solidFill>
                  <a:schemeClr val="tx1"/>
                </a:solidFill>
              </a:rPr>
            </a:br>
            <a:r>
              <a:rPr lang="en-US" altLang="ko-KR" sz="2000" dirty="0">
                <a:solidFill>
                  <a:schemeClr val="tx1"/>
                </a:solidFill>
              </a:rPr>
              <a:t/>
            </a:r>
            <a:br>
              <a:rPr lang="en-US" altLang="ko-KR" sz="2000" dirty="0">
                <a:solidFill>
                  <a:schemeClr val="tx1"/>
                </a:solidFill>
              </a:rPr>
            </a:br>
            <a:r>
              <a:rPr lang="ko-KR" altLang="en-US" sz="2000" dirty="0" smtClean="0">
                <a:solidFill>
                  <a:schemeClr val="tx1"/>
                </a:solidFill>
              </a:rPr>
              <a:t>구체적인 설계 단계를 거치지 못해 구현과정 중에</a:t>
            </a:r>
            <a:r>
              <a:rPr lang="en-US" altLang="ko-KR" sz="2000" dirty="0" smtClean="0">
                <a:solidFill>
                  <a:schemeClr val="tx1"/>
                </a:solidFill>
              </a:rPr>
              <a:t/>
            </a:r>
            <a:br>
              <a:rPr lang="en-US" altLang="ko-KR" sz="2000" dirty="0" smtClean="0">
                <a:solidFill>
                  <a:schemeClr val="tx1"/>
                </a:solidFill>
              </a:rPr>
            </a:br>
            <a:r>
              <a:rPr lang="ko-KR" altLang="en-US" sz="2000" dirty="0" smtClean="0">
                <a:solidFill>
                  <a:schemeClr val="tx1"/>
                </a:solidFill>
              </a:rPr>
              <a:t>설계를 변경하게 된 경우가 많았던 아쉬움이 있었습니다</a:t>
            </a:r>
            <a:r>
              <a:rPr lang="en-US" altLang="ko-KR" sz="2000" dirty="0" smtClean="0">
                <a:solidFill>
                  <a:schemeClr val="tx1"/>
                </a:solidFill>
              </a:rPr>
              <a:t>.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307934" y="274639"/>
            <a:ext cx="10969943" cy="711081"/>
          </a:xfrm>
        </p:spPr>
        <p:txBody>
          <a:bodyPr/>
          <a:lstStyle/>
          <a:p>
            <a:r>
              <a:rPr lang="en-US" dirty="0" smtClean="0">
                <a:solidFill>
                  <a:schemeClr val="bg1">
                    <a:lumMod val="50000"/>
                  </a:schemeClr>
                </a:solidFill>
              </a:rPr>
              <a:t>-JAVA PROGRAMMING</a:t>
            </a:r>
            <a:endParaRPr lang="en-US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5" name="Title 3"/>
          <p:cNvSpPr txBox="1">
            <a:spLocks/>
          </p:cNvSpPr>
          <p:nvPr/>
        </p:nvSpPr>
        <p:spPr>
          <a:xfrm>
            <a:off x="1236628" y="857232"/>
            <a:ext cx="3214710" cy="357190"/>
          </a:xfrm>
          <a:prstGeom prst="rect">
            <a:avLst/>
          </a:prstGeom>
        </p:spPr>
        <p:txBody>
          <a:bodyPr vert="horz" lIns="0" tIns="60949" rIns="0" bIns="60949" rtlCol="0" anchor="ctr">
            <a:noAutofit/>
          </a:bodyPr>
          <a:lstStyle/>
          <a:p>
            <a:pPr marL="0" marR="0" lvl="0" indent="0" algn="r" defTabSz="1218987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6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Arial" panose="020B0604020202020204" pitchFamily="34" charset="0"/>
              </a:rPr>
              <a:t>(</a:t>
            </a:r>
            <a:r>
              <a:rPr lang="ko-KR" altLang="en-US" sz="16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Arial" panose="020B0604020202020204" pitchFamily="34" charset="0"/>
              </a:rPr>
              <a:t>이 프로젝트를 진행하면서</a:t>
            </a:r>
            <a:r>
              <a:rPr lang="en-US" altLang="ko-KR" sz="16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Arial" panose="020B0604020202020204" pitchFamily="34" charset="0"/>
              </a:rPr>
              <a:t>..</a:t>
            </a:r>
            <a:r>
              <a:rPr kumimoji="0" lang="en-US" altLang="ko-KR" sz="16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+mj-lt"/>
                <a:ea typeface="+mj-ea"/>
                <a:cs typeface="Arial" panose="020B0604020202020204" pitchFamily="34" charset="0"/>
              </a:rPr>
              <a:t>)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75000"/>
                  <a:lumOff val="25000"/>
                </a:schemeClr>
              </a:solidFill>
              <a:effectLst/>
              <a:uLnTx/>
              <a:uFillTx/>
              <a:latin typeface="+mj-lt"/>
              <a:ea typeface="+mj-ea"/>
              <a:cs typeface="Arial" panose="020B0604020202020204" pitchFamily="34" charset="0"/>
            </a:endParaRPr>
          </a:p>
        </p:txBody>
      </p:sp>
      <p:grpSp>
        <p:nvGrpSpPr>
          <p:cNvPr id="7" name="그룹 8"/>
          <p:cNvGrpSpPr/>
          <p:nvPr/>
        </p:nvGrpSpPr>
        <p:grpSpPr>
          <a:xfrm>
            <a:off x="11452262" y="6142964"/>
            <a:ext cx="736563" cy="715036"/>
            <a:chOff x="4228307" y="2232261"/>
            <a:chExt cx="4037011" cy="3919022"/>
          </a:xfrm>
        </p:grpSpPr>
        <p:grpSp>
          <p:nvGrpSpPr>
            <p:cNvPr id="9" name="그룹 50"/>
            <p:cNvGrpSpPr/>
            <p:nvPr/>
          </p:nvGrpSpPr>
          <p:grpSpPr>
            <a:xfrm>
              <a:off x="5500764" y="2232261"/>
              <a:ext cx="1504804" cy="1944083"/>
              <a:chOff x="5348364" y="2079861"/>
              <a:chExt cx="1504804" cy="1944083"/>
            </a:xfrm>
          </p:grpSpPr>
          <p:sp>
            <p:nvSpPr>
              <p:cNvPr id="34" name="Freeform 24"/>
              <p:cNvSpPr>
                <a:spLocks noEditPoints="1"/>
              </p:cNvSpPr>
              <p:nvPr/>
            </p:nvSpPr>
            <p:spPr bwMode="auto">
              <a:xfrm>
                <a:off x="5348364" y="2079861"/>
                <a:ext cx="1504804" cy="1944083"/>
              </a:xfrm>
              <a:custGeom>
                <a:avLst/>
                <a:gdLst>
                  <a:gd name="T0" fmla="*/ 679 w 1658"/>
                  <a:gd name="T1" fmla="*/ 110 h 2143"/>
                  <a:gd name="T2" fmla="*/ 476 w 1658"/>
                  <a:gd name="T3" fmla="*/ 189 h 2143"/>
                  <a:gd name="T4" fmla="*/ 310 w 1658"/>
                  <a:gd name="T5" fmla="*/ 324 h 2143"/>
                  <a:gd name="T6" fmla="*/ 193 w 1658"/>
                  <a:gd name="T7" fmla="*/ 503 h 2143"/>
                  <a:gd name="T8" fmla="*/ 134 w 1658"/>
                  <a:gd name="T9" fmla="*/ 717 h 2143"/>
                  <a:gd name="T10" fmla="*/ 146 w 1658"/>
                  <a:gd name="T11" fmla="*/ 942 h 2143"/>
                  <a:gd name="T12" fmla="*/ 225 w 1658"/>
                  <a:gd name="T13" fmla="*/ 1145 h 2143"/>
                  <a:gd name="T14" fmla="*/ 360 w 1658"/>
                  <a:gd name="T15" fmla="*/ 1311 h 2143"/>
                  <a:gd name="T16" fmla="*/ 541 w 1658"/>
                  <a:gd name="T17" fmla="*/ 1429 h 2143"/>
                  <a:gd name="T18" fmla="*/ 753 w 1658"/>
                  <a:gd name="T19" fmla="*/ 1487 h 2143"/>
                  <a:gd name="T20" fmla="*/ 979 w 1658"/>
                  <a:gd name="T21" fmla="*/ 1475 h 2143"/>
                  <a:gd name="T22" fmla="*/ 1182 w 1658"/>
                  <a:gd name="T23" fmla="*/ 1396 h 2143"/>
                  <a:gd name="T24" fmla="*/ 1348 w 1658"/>
                  <a:gd name="T25" fmla="*/ 1260 h 2143"/>
                  <a:gd name="T26" fmla="*/ 1465 w 1658"/>
                  <a:gd name="T27" fmla="*/ 1081 h 2143"/>
                  <a:gd name="T28" fmla="*/ 1525 w 1658"/>
                  <a:gd name="T29" fmla="*/ 869 h 2143"/>
                  <a:gd name="T30" fmla="*/ 1512 w 1658"/>
                  <a:gd name="T31" fmla="*/ 642 h 2143"/>
                  <a:gd name="T32" fmla="*/ 1433 w 1658"/>
                  <a:gd name="T33" fmla="*/ 440 h 2143"/>
                  <a:gd name="T34" fmla="*/ 1298 w 1658"/>
                  <a:gd name="T35" fmla="*/ 274 h 2143"/>
                  <a:gd name="T36" fmla="*/ 1117 w 1658"/>
                  <a:gd name="T37" fmla="*/ 155 h 2143"/>
                  <a:gd name="T38" fmla="*/ 905 w 1658"/>
                  <a:gd name="T39" fmla="*/ 97 h 2143"/>
                  <a:gd name="T40" fmla="*/ 913 w 1658"/>
                  <a:gd name="T41" fmla="*/ 4 h 2143"/>
                  <a:gd name="T42" fmla="*/ 1152 w 1658"/>
                  <a:gd name="T43" fmla="*/ 65 h 2143"/>
                  <a:gd name="T44" fmla="*/ 1356 w 1658"/>
                  <a:gd name="T45" fmla="*/ 189 h 2143"/>
                  <a:gd name="T46" fmla="*/ 1516 w 1658"/>
                  <a:gd name="T47" fmla="*/ 366 h 2143"/>
                  <a:gd name="T48" fmla="*/ 1620 w 1658"/>
                  <a:gd name="T49" fmla="*/ 583 h 2143"/>
                  <a:gd name="T50" fmla="*/ 1658 w 1658"/>
                  <a:gd name="T51" fmla="*/ 828 h 2143"/>
                  <a:gd name="T52" fmla="*/ 1637 w 1658"/>
                  <a:gd name="T53" fmla="*/ 971 h 2143"/>
                  <a:gd name="T54" fmla="*/ 1577 w 1658"/>
                  <a:gd name="T55" fmla="*/ 1131 h 2143"/>
                  <a:gd name="T56" fmla="*/ 1489 w 1658"/>
                  <a:gd name="T57" fmla="*/ 1298 h 2143"/>
                  <a:gd name="T58" fmla="*/ 1382 w 1658"/>
                  <a:gd name="T59" fmla="*/ 1468 h 2143"/>
                  <a:gd name="T60" fmla="*/ 1264 w 1658"/>
                  <a:gd name="T61" fmla="*/ 1631 h 2143"/>
                  <a:gd name="T62" fmla="*/ 1144 w 1658"/>
                  <a:gd name="T63" fmla="*/ 1785 h 2143"/>
                  <a:gd name="T64" fmla="*/ 1032 w 1658"/>
                  <a:gd name="T65" fmla="*/ 1918 h 2143"/>
                  <a:gd name="T66" fmla="*/ 936 w 1658"/>
                  <a:gd name="T67" fmla="*/ 2027 h 2143"/>
                  <a:gd name="T68" fmla="*/ 868 w 1658"/>
                  <a:gd name="T69" fmla="*/ 2103 h 2143"/>
                  <a:gd name="T70" fmla="*/ 831 w 1658"/>
                  <a:gd name="T71" fmla="*/ 2141 h 2143"/>
                  <a:gd name="T72" fmla="*/ 819 w 1658"/>
                  <a:gd name="T73" fmla="*/ 2133 h 2143"/>
                  <a:gd name="T74" fmla="*/ 772 w 1658"/>
                  <a:gd name="T75" fmla="*/ 2081 h 2143"/>
                  <a:gd name="T76" fmla="*/ 692 w 1658"/>
                  <a:gd name="T77" fmla="*/ 1994 h 2143"/>
                  <a:gd name="T78" fmla="*/ 590 w 1658"/>
                  <a:gd name="T79" fmla="*/ 1876 h 2143"/>
                  <a:gd name="T80" fmla="*/ 475 w 1658"/>
                  <a:gd name="T81" fmla="*/ 1735 h 2143"/>
                  <a:gd name="T82" fmla="*/ 355 w 1658"/>
                  <a:gd name="T83" fmla="*/ 1577 h 2143"/>
                  <a:gd name="T84" fmla="*/ 239 w 1658"/>
                  <a:gd name="T85" fmla="*/ 1411 h 2143"/>
                  <a:gd name="T86" fmla="*/ 138 w 1658"/>
                  <a:gd name="T87" fmla="*/ 1241 h 2143"/>
                  <a:gd name="T88" fmla="*/ 58 w 1658"/>
                  <a:gd name="T89" fmla="*/ 1077 h 2143"/>
                  <a:gd name="T90" fmla="*/ 9 w 1658"/>
                  <a:gd name="T91" fmla="*/ 923 h 2143"/>
                  <a:gd name="T92" fmla="*/ 4 w 1658"/>
                  <a:gd name="T93" fmla="*/ 745 h 2143"/>
                  <a:gd name="T94" fmla="*/ 65 w 1658"/>
                  <a:gd name="T95" fmla="*/ 506 h 2143"/>
                  <a:gd name="T96" fmla="*/ 189 w 1658"/>
                  <a:gd name="T97" fmla="*/ 302 h 2143"/>
                  <a:gd name="T98" fmla="*/ 366 w 1658"/>
                  <a:gd name="T99" fmla="*/ 142 h 2143"/>
                  <a:gd name="T100" fmla="*/ 583 w 1658"/>
                  <a:gd name="T101" fmla="*/ 38 h 2143"/>
                  <a:gd name="T102" fmla="*/ 828 w 1658"/>
                  <a:gd name="T103" fmla="*/ 0 h 21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</a:cxnLst>
                <a:rect l="0" t="0" r="r" b="b"/>
                <a:pathLst>
                  <a:path w="1658" h="2143">
                    <a:moveTo>
                      <a:pt x="828" y="93"/>
                    </a:moveTo>
                    <a:lnTo>
                      <a:pt x="753" y="97"/>
                    </a:lnTo>
                    <a:lnTo>
                      <a:pt x="679" y="110"/>
                    </a:lnTo>
                    <a:lnTo>
                      <a:pt x="608" y="130"/>
                    </a:lnTo>
                    <a:lnTo>
                      <a:pt x="541" y="155"/>
                    </a:lnTo>
                    <a:lnTo>
                      <a:pt x="476" y="189"/>
                    </a:lnTo>
                    <a:lnTo>
                      <a:pt x="417" y="228"/>
                    </a:lnTo>
                    <a:lnTo>
                      <a:pt x="360" y="274"/>
                    </a:lnTo>
                    <a:lnTo>
                      <a:pt x="310" y="324"/>
                    </a:lnTo>
                    <a:lnTo>
                      <a:pt x="264" y="379"/>
                    </a:lnTo>
                    <a:lnTo>
                      <a:pt x="225" y="440"/>
                    </a:lnTo>
                    <a:lnTo>
                      <a:pt x="193" y="503"/>
                    </a:lnTo>
                    <a:lnTo>
                      <a:pt x="166" y="572"/>
                    </a:lnTo>
                    <a:lnTo>
                      <a:pt x="146" y="642"/>
                    </a:lnTo>
                    <a:lnTo>
                      <a:pt x="134" y="717"/>
                    </a:lnTo>
                    <a:lnTo>
                      <a:pt x="130" y="792"/>
                    </a:lnTo>
                    <a:lnTo>
                      <a:pt x="134" y="869"/>
                    </a:lnTo>
                    <a:lnTo>
                      <a:pt x="146" y="942"/>
                    </a:lnTo>
                    <a:lnTo>
                      <a:pt x="166" y="1013"/>
                    </a:lnTo>
                    <a:lnTo>
                      <a:pt x="193" y="1081"/>
                    </a:lnTo>
                    <a:lnTo>
                      <a:pt x="225" y="1145"/>
                    </a:lnTo>
                    <a:lnTo>
                      <a:pt x="264" y="1205"/>
                    </a:lnTo>
                    <a:lnTo>
                      <a:pt x="310" y="1260"/>
                    </a:lnTo>
                    <a:lnTo>
                      <a:pt x="360" y="1311"/>
                    </a:lnTo>
                    <a:lnTo>
                      <a:pt x="417" y="1356"/>
                    </a:lnTo>
                    <a:lnTo>
                      <a:pt x="476" y="1396"/>
                    </a:lnTo>
                    <a:lnTo>
                      <a:pt x="541" y="1429"/>
                    </a:lnTo>
                    <a:lnTo>
                      <a:pt x="608" y="1456"/>
                    </a:lnTo>
                    <a:lnTo>
                      <a:pt x="679" y="1475"/>
                    </a:lnTo>
                    <a:lnTo>
                      <a:pt x="753" y="1487"/>
                    </a:lnTo>
                    <a:lnTo>
                      <a:pt x="828" y="1491"/>
                    </a:lnTo>
                    <a:lnTo>
                      <a:pt x="905" y="1487"/>
                    </a:lnTo>
                    <a:lnTo>
                      <a:pt x="979" y="1475"/>
                    </a:lnTo>
                    <a:lnTo>
                      <a:pt x="1050" y="1456"/>
                    </a:lnTo>
                    <a:lnTo>
                      <a:pt x="1117" y="1429"/>
                    </a:lnTo>
                    <a:lnTo>
                      <a:pt x="1182" y="1396"/>
                    </a:lnTo>
                    <a:lnTo>
                      <a:pt x="1241" y="1356"/>
                    </a:lnTo>
                    <a:lnTo>
                      <a:pt x="1298" y="1311"/>
                    </a:lnTo>
                    <a:lnTo>
                      <a:pt x="1348" y="1260"/>
                    </a:lnTo>
                    <a:lnTo>
                      <a:pt x="1394" y="1205"/>
                    </a:lnTo>
                    <a:lnTo>
                      <a:pt x="1433" y="1145"/>
                    </a:lnTo>
                    <a:lnTo>
                      <a:pt x="1465" y="1081"/>
                    </a:lnTo>
                    <a:lnTo>
                      <a:pt x="1492" y="1013"/>
                    </a:lnTo>
                    <a:lnTo>
                      <a:pt x="1512" y="942"/>
                    </a:lnTo>
                    <a:lnTo>
                      <a:pt x="1525" y="869"/>
                    </a:lnTo>
                    <a:lnTo>
                      <a:pt x="1529" y="792"/>
                    </a:lnTo>
                    <a:lnTo>
                      <a:pt x="1525" y="717"/>
                    </a:lnTo>
                    <a:lnTo>
                      <a:pt x="1512" y="642"/>
                    </a:lnTo>
                    <a:lnTo>
                      <a:pt x="1492" y="572"/>
                    </a:lnTo>
                    <a:lnTo>
                      <a:pt x="1465" y="503"/>
                    </a:lnTo>
                    <a:lnTo>
                      <a:pt x="1433" y="440"/>
                    </a:lnTo>
                    <a:lnTo>
                      <a:pt x="1394" y="379"/>
                    </a:lnTo>
                    <a:lnTo>
                      <a:pt x="1348" y="324"/>
                    </a:lnTo>
                    <a:lnTo>
                      <a:pt x="1298" y="274"/>
                    </a:lnTo>
                    <a:lnTo>
                      <a:pt x="1241" y="228"/>
                    </a:lnTo>
                    <a:lnTo>
                      <a:pt x="1182" y="189"/>
                    </a:lnTo>
                    <a:lnTo>
                      <a:pt x="1117" y="155"/>
                    </a:lnTo>
                    <a:lnTo>
                      <a:pt x="1050" y="130"/>
                    </a:lnTo>
                    <a:lnTo>
                      <a:pt x="979" y="110"/>
                    </a:lnTo>
                    <a:lnTo>
                      <a:pt x="905" y="97"/>
                    </a:lnTo>
                    <a:lnTo>
                      <a:pt x="828" y="93"/>
                    </a:lnTo>
                    <a:close/>
                    <a:moveTo>
                      <a:pt x="828" y="0"/>
                    </a:moveTo>
                    <a:lnTo>
                      <a:pt x="913" y="4"/>
                    </a:lnTo>
                    <a:lnTo>
                      <a:pt x="996" y="18"/>
                    </a:lnTo>
                    <a:lnTo>
                      <a:pt x="1075" y="38"/>
                    </a:lnTo>
                    <a:lnTo>
                      <a:pt x="1152" y="65"/>
                    </a:lnTo>
                    <a:lnTo>
                      <a:pt x="1224" y="100"/>
                    </a:lnTo>
                    <a:lnTo>
                      <a:pt x="1292" y="142"/>
                    </a:lnTo>
                    <a:lnTo>
                      <a:pt x="1356" y="189"/>
                    </a:lnTo>
                    <a:lnTo>
                      <a:pt x="1415" y="243"/>
                    </a:lnTo>
                    <a:lnTo>
                      <a:pt x="1469" y="302"/>
                    </a:lnTo>
                    <a:lnTo>
                      <a:pt x="1516" y="366"/>
                    </a:lnTo>
                    <a:lnTo>
                      <a:pt x="1558" y="435"/>
                    </a:lnTo>
                    <a:lnTo>
                      <a:pt x="1593" y="506"/>
                    </a:lnTo>
                    <a:lnTo>
                      <a:pt x="1620" y="583"/>
                    </a:lnTo>
                    <a:lnTo>
                      <a:pt x="1641" y="663"/>
                    </a:lnTo>
                    <a:lnTo>
                      <a:pt x="1654" y="745"/>
                    </a:lnTo>
                    <a:lnTo>
                      <a:pt x="1658" y="828"/>
                    </a:lnTo>
                    <a:lnTo>
                      <a:pt x="1655" y="874"/>
                    </a:lnTo>
                    <a:lnTo>
                      <a:pt x="1649" y="923"/>
                    </a:lnTo>
                    <a:lnTo>
                      <a:pt x="1637" y="971"/>
                    </a:lnTo>
                    <a:lnTo>
                      <a:pt x="1620" y="1024"/>
                    </a:lnTo>
                    <a:lnTo>
                      <a:pt x="1600" y="1077"/>
                    </a:lnTo>
                    <a:lnTo>
                      <a:pt x="1577" y="1131"/>
                    </a:lnTo>
                    <a:lnTo>
                      <a:pt x="1550" y="1186"/>
                    </a:lnTo>
                    <a:lnTo>
                      <a:pt x="1520" y="1241"/>
                    </a:lnTo>
                    <a:lnTo>
                      <a:pt x="1489" y="1298"/>
                    </a:lnTo>
                    <a:lnTo>
                      <a:pt x="1454" y="1354"/>
                    </a:lnTo>
                    <a:lnTo>
                      <a:pt x="1419" y="1411"/>
                    </a:lnTo>
                    <a:lnTo>
                      <a:pt x="1382" y="1468"/>
                    </a:lnTo>
                    <a:lnTo>
                      <a:pt x="1342" y="1523"/>
                    </a:lnTo>
                    <a:lnTo>
                      <a:pt x="1303" y="1577"/>
                    </a:lnTo>
                    <a:lnTo>
                      <a:pt x="1264" y="1631"/>
                    </a:lnTo>
                    <a:lnTo>
                      <a:pt x="1224" y="1684"/>
                    </a:lnTo>
                    <a:lnTo>
                      <a:pt x="1183" y="1735"/>
                    </a:lnTo>
                    <a:lnTo>
                      <a:pt x="1144" y="1785"/>
                    </a:lnTo>
                    <a:lnTo>
                      <a:pt x="1105" y="1831"/>
                    </a:lnTo>
                    <a:lnTo>
                      <a:pt x="1069" y="1876"/>
                    </a:lnTo>
                    <a:lnTo>
                      <a:pt x="1032" y="1918"/>
                    </a:lnTo>
                    <a:lnTo>
                      <a:pt x="998" y="1957"/>
                    </a:lnTo>
                    <a:lnTo>
                      <a:pt x="966" y="1994"/>
                    </a:lnTo>
                    <a:lnTo>
                      <a:pt x="936" y="2027"/>
                    </a:lnTo>
                    <a:lnTo>
                      <a:pt x="911" y="2056"/>
                    </a:lnTo>
                    <a:lnTo>
                      <a:pt x="886" y="2081"/>
                    </a:lnTo>
                    <a:lnTo>
                      <a:pt x="868" y="2103"/>
                    </a:lnTo>
                    <a:lnTo>
                      <a:pt x="851" y="2121"/>
                    </a:lnTo>
                    <a:lnTo>
                      <a:pt x="839" y="2133"/>
                    </a:lnTo>
                    <a:lnTo>
                      <a:pt x="831" y="2141"/>
                    </a:lnTo>
                    <a:lnTo>
                      <a:pt x="828" y="2143"/>
                    </a:lnTo>
                    <a:lnTo>
                      <a:pt x="827" y="2141"/>
                    </a:lnTo>
                    <a:lnTo>
                      <a:pt x="819" y="2133"/>
                    </a:lnTo>
                    <a:lnTo>
                      <a:pt x="807" y="2121"/>
                    </a:lnTo>
                    <a:lnTo>
                      <a:pt x="791" y="2103"/>
                    </a:lnTo>
                    <a:lnTo>
                      <a:pt x="772" y="2081"/>
                    </a:lnTo>
                    <a:lnTo>
                      <a:pt x="747" y="2056"/>
                    </a:lnTo>
                    <a:lnTo>
                      <a:pt x="722" y="2027"/>
                    </a:lnTo>
                    <a:lnTo>
                      <a:pt x="692" y="1994"/>
                    </a:lnTo>
                    <a:lnTo>
                      <a:pt x="660" y="1957"/>
                    </a:lnTo>
                    <a:lnTo>
                      <a:pt x="626" y="1918"/>
                    </a:lnTo>
                    <a:lnTo>
                      <a:pt x="590" y="1876"/>
                    </a:lnTo>
                    <a:lnTo>
                      <a:pt x="553" y="1831"/>
                    </a:lnTo>
                    <a:lnTo>
                      <a:pt x="514" y="1785"/>
                    </a:lnTo>
                    <a:lnTo>
                      <a:pt x="475" y="1735"/>
                    </a:lnTo>
                    <a:lnTo>
                      <a:pt x="434" y="1684"/>
                    </a:lnTo>
                    <a:lnTo>
                      <a:pt x="394" y="1631"/>
                    </a:lnTo>
                    <a:lnTo>
                      <a:pt x="355" y="1577"/>
                    </a:lnTo>
                    <a:lnTo>
                      <a:pt x="316" y="1523"/>
                    </a:lnTo>
                    <a:lnTo>
                      <a:pt x="277" y="1468"/>
                    </a:lnTo>
                    <a:lnTo>
                      <a:pt x="239" y="1411"/>
                    </a:lnTo>
                    <a:lnTo>
                      <a:pt x="204" y="1354"/>
                    </a:lnTo>
                    <a:lnTo>
                      <a:pt x="169" y="1298"/>
                    </a:lnTo>
                    <a:lnTo>
                      <a:pt x="138" y="1241"/>
                    </a:lnTo>
                    <a:lnTo>
                      <a:pt x="108" y="1186"/>
                    </a:lnTo>
                    <a:lnTo>
                      <a:pt x="81" y="1131"/>
                    </a:lnTo>
                    <a:lnTo>
                      <a:pt x="58" y="1077"/>
                    </a:lnTo>
                    <a:lnTo>
                      <a:pt x="38" y="1024"/>
                    </a:lnTo>
                    <a:lnTo>
                      <a:pt x="22" y="971"/>
                    </a:lnTo>
                    <a:lnTo>
                      <a:pt x="9" y="923"/>
                    </a:lnTo>
                    <a:lnTo>
                      <a:pt x="3" y="874"/>
                    </a:lnTo>
                    <a:lnTo>
                      <a:pt x="0" y="828"/>
                    </a:lnTo>
                    <a:lnTo>
                      <a:pt x="4" y="745"/>
                    </a:lnTo>
                    <a:lnTo>
                      <a:pt x="18" y="663"/>
                    </a:lnTo>
                    <a:lnTo>
                      <a:pt x="38" y="583"/>
                    </a:lnTo>
                    <a:lnTo>
                      <a:pt x="65" y="506"/>
                    </a:lnTo>
                    <a:lnTo>
                      <a:pt x="100" y="435"/>
                    </a:lnTo>
                    <a:lnTo>
                      <a:pt x="142" y="366"/>
                    </a:lnTo>
                    <a:lnTo>
                      <a:pt x="189" y="302"/>
                    </a:lnTo>
                    <a:lnTo>
                      <a:pt x="243" y="243"/>
                    </a:lnTo>
                    <a:lnTo>
                      <a:pt x="302" y="189"/>
                    </a:lnTo>
                    <a:lnTo>
                      <a:pt x="366" y="142"/>
                    </a:lnTo>
                    <a:lnTo>
                      <a:pt x="434" y="100"/>
                    </a:lnTo>
                    <a:lnTo>
                      <a:pt x="506" y="65"/>
                    </a:lnTo>
                    <a:lnTo>
                      <a:pt x="583" y="38"/>
                    </a:lnTo>
                    <a:lnTo>
                      <a:pt x="662" y="18"/>
                    </a:lnTo>
                    <a:lnTo>
                      <a:pt x="745" y="4"/>
                    </a:lnTo>
                    <a:lnTo>
                      <a:pt x="828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grpSp>
            <p:nvGrpSpPr>
              <p:cNvPr id="35" name="Group 76"/>
              <p:cNvGrpSpPr/>
              <p:nvPr/>
            </p:nvGrpSpPr>
            <p:grpSpPr>
              <a:xfrm>
                <a:off x="5767209" y="2423034"/>
                <a:ext cx="650753" cy="714990"/>
                <a:chOff x="2171700" y="1574800"/>
                <a:chExt cx="739776" cy="812800"/>
              </a:xfrm>
              <a:solidFill>
                <a:schemeClr val="accent1"/>
              </a:solidFill>
            </p:grpSpPr>
            <p:sp>
              <p:nvSpPr>
                <p:cNvPr id="36" name="Freeform 33"/>
                <p:cNvSpPr>
                  <a:spLocks noEditPoints="1"/>
                </p:cNvSpPr>
                <p:nvPr/>
              </p:nvSpPr>
              <p:spPr bwMode="auto">
                <a:xfrm>
                  <a:off x="2292350" y="1700213"/>
                  <a:ext cx="498475" cy="687387"/>
                </a:xfrm>
                <a:custGeom>
                  <a:avLst/>
                  <a:gdLst>
                    <a:gd name="T0" fmla="*/ 813 w 2197"/>
                    <a:gd name="T1" fmla="*/ 324 h 3032"/>
                    <a:gd name="T2" fmla="*/ 519 w 2197"/>
                    <a:gd name="T3" fmla="*/ 505 h 3032"/>
                    <a:gd name="T4" fmla="*/ 329 w 2197"/>
                    <a:gd name="T5" fmla="*/ 783 h 3032"/>
                    <a:gd name="T6" fmla="*/ 281 w 2197"/>
                    <a:gd name="T7" fmla="*/ 1120 h 3032"/>
                    <a:gd name="T8" fmla="*/ 340 w 2197"/>
                    <a:gd name="T9" fmla="*/ 1390 h 3032"/>
                    <a:gd name="T10" fmla="*/ 449 w 2197"/>
                    <a:gd name="T11" fmla="*/ 1594 h 3032"/>
                    <a:gd name="T12" fmla="*/ 575 w 2197"/>
                    <a:gd name="T13" fmla="*/ 1783 h 3032"/>
                    <a:gd name="T14" fmla="*/ 653 w 2197"/>
                    <a:gd name="T15" fmla="*/ 1996 h 3032"/>
                    <a:gd name="T16" fmla="*/ 700 w 2197"/>
                    <a:gd name="T17" fmla="*/ 2142 h 3032"/>
                    <a:gd name="T18" fmla="*/ 1457 w 2197"/>
                    <a:gd name="T19" fmla="*/ 2178 h 3032"/>
                    <a:gd name="T20" fmla="*/ 1539 w 2197"/>
                    <a:gd name="T21" fmla="*/ 2071 h 3032"/>
                    <a:gd name="T22" fmla="*/ 1581 w 2197"/>
                    <a:gd name="T23" fmla="*/ 1864 h 3032"/>
                    <a:gd name="T24" fmla="*/ 1700 w 2197"/>
                    <a:gd name="T25" fmla="*/ 1666 h 3032"/>
                    <a:gd name="T26" fmla="*/ 1817 w 2197"/>
                    <a:gd name="T27" fmla="*/ 1478 h 3032"/>
                    <a:gd name="T28" fmla="*/ 1902 w 2197"/>
                    <a:gd name="T29" fmla="*/ 1238 h 3032"/>
                    <a:gd name="T30" fmla="*/ 1907 w 2197"/>
                    <a:gd name="T31" fmla="*/ 915 h 3032"/>
                    <a:gd name="T32" fmla="*/ 1769 w 2197"/>
                    <a:gd name="T33" fmla="*/ 606 h 3032"/>
                    <a:gd name="T34" fmla="*/ 1513 w 2197"/>
                    <a:gd name="T35" fmla="*/ 382 h 3032"/>
                    <a:gd name="T36" fmla="*/ 1174 w 2197"/>
                    <a:gd name="T37" fmla="*/ 279 h 3032"/>
                    <a:gd name="T38" fmla="*/ 1362 w 2197"/>
                    <a:gd name="T39" fmla="*/ 32 h 3032"/>
                    <a:gd name="T40" fmla="*/ 1747 w 2197"/>
                    <a:gd name="T41" fmla="*/ 204 h 3032"/>
                    <a:gd name="T42" fmla="*/ 2033 w 2197"/>
                    <a:gd name="T43" fmla="*/ 499 h 3032"/>
                    <a:gd name="T44" fmla="*/ 2182 w 2197"/>
                    <a:gd name="T45" fmla="*/ 883 h 3032"/>
                    <a:gd name="T46" fmla="*/ 2180 w 2197"/>
                    <a:gd name="T47" fmla="*/ 1263 h 3032"/>
                    <a:gd name="T48" fmla="*/ 2095 w 2197"/>
                    <a:gd name="T49" fmla="*/ 1542 h 3032"/>
                    <a:gd name="T50" fmla="*/ 1977 w 2197"/>
                    <a:gd name="T51" fmla="*/ 1752 h 3032"/>
                    <a:gd name="T52" fmla="*/ 1857 w 2197"/>
                    <a:gd name="T53" fmla="*/ 1933 h 3032"/>
                    <a:gd name="T54" fmla="*/ 1816 w 2197"/>
                    <a:gd name="T55" fmla="*/ 2095 h 3032"/>
                    <a:gd name="T56" fmla="*/ 1702 w 2197"/>
                    <a:gd name="T57" fmla="*/ 2328 h 3032"/>
                    <a:gd name="T58" fmla="*/ 1611 w 2197"/>
                    <a:gd name="T59" fmla="*/ 2485 h 3032"/>
                    <a:gd name="T60" fmla="*/ 1603 w 2197"/>
                    <a:gd name="T61" fmla="*/ 2631 h 3032"/>
                    <a:gd name="T62" fmla="*/ 1599 w 2197"/>
                    <a:gd name="T63" fmla="*/ 2699 h 3032"/>
                    <a:gd name="T64" fmla="*/ 1566 w 2197"/>
                    <a:gd name="T65" fmla="*/ 2789 h 3032"/>
                    <a:gd name="T66" fmla="*/ 1452 w 2197"/>
                    <a:gd name="T67" fmla="*/ 2888 h 3032"/>
                    <a:gd name="T68" fmla="*/ 1283 w 2197"/>
                    <a:gd name="T69" fmla="*/ 3010 h 3032"/>
                    <a:gd name="T70" fmla="*/ 965 w 2197"/>
                    <a:gd name="T71" fmla="*/ 3030 h 3032"/>
                    <a:gd name="T72" fmla="*/ 825 w 2197"/>
                    <a:gd name="T73" fmla="*/ 2922 h 3032"/>
                    <a:gd name="T74" fmla="*/ 657 w 2197"/>
                    <a:gd name="T75" fmla="*/ 2823 h 3032"/>
                    <a:gd name="T76" fmla="*/ 602 w 2197"/>
                    <a:gd name="T77" fmla="*/ 2718 h 3032"/>
                    <a:gd name="T78" fmla="*/ 597 w 2197"/>
                    <a:gd name="T79" fmla="*/ 2671 h 3032"/>
                    <a:gd name="T80" fmla="*/ 590 w 2197"/>
                    <a:gd name="T81" fmla="*/ 2546 h 3032"/>
                    <a:gd name="T82" fmla="*/ 582 w 2197"/>
                    <a:gd name="T83" fmla="*/ 2406 h 3032"/>
                    <a:gd name="T84" fmla="*/ 408 w 2197"/>
                    <a:gd name="T85" fmla="*/ 2193 h 3032"/>
                    <a:gd name="T86" fmla="*/ 368 w 2197"/>
                    <a:gd name="T87" fmla="*/ 1991 h 3032"/>
                    <a:gd name="T88" fmla="*/ 268 w 2197"/>
                    <a:gd name="T89" fmla="*/ 1821 h 3032"/>
                    <a:gd name="T90" fmla="*/ 149 w 2197"/>
                    <a:gd name="T91" fmla="*/ 1633 h 3032"/>
                    <a:gd name="T92" fmla="*/ 45 w 2197"/>
                    <a:gd name="T93" fmla="*/ 1384 h 3032"/>
                    <a:gd name="T94" fmla="*/ 0 w 2197"/>
                    <a:gd name="T95" fmla="*/ 1054 h 3032"/>
                    <a:gd name="T96" fmla="*/ 87 w 2197"/>
                    <a:gd name="T97" fmla="*/ 644 h 3032"/>
                    <a:gd name="T98" fmla="*/ 323 w 2197"/>
                    <a:gd name="T99" fmla="*/ 310 h 3032"/>
                    <a:gd name="T100" fmla="*/ 672 w 2197"/>
                    <a:gd name="T101" fmla="*/ 83 h 3032"/>
                    <a:gd name="T102" fmla="*/ 1099 w 2197"/>
                    <a:gd name="T103" fmla="*/ 0 h 303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</a:cxnLst>
                  <a:rect l="0" t="0" r="r" b="b"/>
                  <a:pathLst>
                    <a:path w="2197" h="3032">
                      <a:moveTo>
                        <a:pt x="1099" y="276"/>
                      </a:moveTo>
                      <a:lnTo>
                        <a:pt x="1024" y="279"/>
                      </a:lnTo>
                      <a:lnTo>
                        <a:pt x="951" y="288"/>
                      </a:lnTo>
                      <a:lnTo>
                        <a:pt x="881" y="304"/>
                      </a:lnTo>
                      <a:lnTo>
                        <a:pt x="813" y="324"/>
                      </a:lnTo>
                      <a:lnTo>
                        <a:pt x="747" y="352"/>
                      </a:lnTo>
                      <a:lnTo>
                        <a:pt x="685" y="383"/>
                      </a:lnTo>
                      <a:lnTo>
                        <a:pt x="626" y="419"/>
                      </a:lnTo>
                      <a:lnTo>
                        <a:pt x="571" y="460"/>
                      </a:lnTo>
                      <a:lnTo>
                        <a:pt x="519" y="505"/>
                      </a:lnTo>
                      <a:lnTo>
                        <a:pt x="471" y="553"/>
                      </a:lnTo>
                      <a:lnTo>
                        <a:pt x="429" y="606"/>
                      </a:lnTo>
                      <a:lnTo>
                        <a:pt x="391" y="662"/>
                      </a:lnTo>
                      <a:lnTo>
                        <a:pt x="358" y="721"/>
                      </a:lnTo>
                      <a:lnTo>
                        <a:pt x="329" y="783"/>
                      </a:lnTo>
                      <a:lnTo>
                        <a:pt x="308" y="848"/>
                      </a:lnTo>
                      <a:lnTo>
                        <a:pt x="292" y="915"/>
                      </a:lnTo>
                      <a:lnTo>
                        <a:pt x="282" y="983"/>
                      </a:lnTo>
                      <a:lnTo>
                        <a:pt x="278" y="1054"/>
                      </a:lnTo>
                      <a:lnTo>
                        <a:pt x="281" y="1120"/>
                      </a:lnTo>
                      <a:lnTo>
                        <a:pt x="286" y="1181"/>
                      </a:lnTo>
                      <a:lnTo>
                        <a:pt x="295" y="1238"/>
                      </a:lnTo>
                      <a:lnTo>
                        <a:pt x="308" y="1292"/>
                      </a:lnTo>
                      <a:lnTo>
                        <a:pt x="323" y="1343"/>
                      </a:lnTo>
                      <a:lnTo>
                        <a:pt x="340" y="1390"/>
                      </a:lnTo>
                      <a:lnTo>
                        <a:pt x="359" y="1435"/>
                      </a:lnTo>
                      <a:lnTo>
                        <a:pt x="380" y="1478"/>
                      </a:lnTo>
                      <a:lnTo>
                        <a:pt x="402" y="1518"/>
                      </a:lnTo>
                      <a:lnTo>
                        <a:pt x="426" y="1557"/>
                      </a:lnTo>
                      <a:lnTo>
                        <a:pt x="449" y="1594"/>
                      </a:lnTo>
                      <a:lnTo>
                        <a:pt x="474" y="1630"/>
                      </a:lnTo>
                      <a:lnTo>
                        <a:pt x="496" y="1665"/>
                      </a:lnTo>
                      <a:lnTo>
                        <a:pt x="523" y="1704"/>
                      </a:lnTo>
                      <a:lnTo>
                        <a:pt x="550" y="1744"/>
                      </a:lnTo>
                      <a:lnTo>
                        <a:pt x="575" y="1783"/>
                      </a:lnTo>
                      <a:lnTo>
                        <a:pt x="597" y="1823"/>
                      </a:lnTo>
                      <a:lnTo>
                        <a:pt x="617" y="1864"/>
                      </a:lnTo>
                      <a:lnTo>
                        <a:pt x="632" y="1906"/>
                      </a:lnTo>
                      <a:lnTo>
                        <a:pt x="645" y="1950"/>
                      </a:lnTo>
                      <a:lnTo>
                        <a:pt x="653" y="1996"/>
                      </a:lnTo>
                      <a:lnTo>
                        <a:pt x="655" y="2044"/>
                      </a:lnTo>
                      <a:lnTo>
                        <a:pt x="658" y="2071"/>
                      </a:lnTo>
                      <a:lnTo>
                        <a:pt x="669" y="2097"/>
                      </a:lnTo>
                      <a:lnTo>
                        <a:pt x="682" y="2121"/>
                      </a:lnTo>
                      <a:lnTo>
                        <a:pt x="700" y="2142"/>
                      </a:lnTo>
                      <a:lnTo>
                        <a:pt x="720" y="2162"/>
                      </a:lnTo>
                      <a:lnTo>
                        <a:pt x="740" y="2178"/>
                      </a:lnTo>
                      <a:lnTo>
                        <a:pt x="759" y="2193"/>
                      </a:lnTo>
                      <a:lnTo>
                        <a:pt x="1438" y="2193"/>
                      </a:lnTo>
                      <a:lnTo>
                        <a:pt x="1457" y="2178"/>
                      </a:lnTo>
                      <a:lnTo>
                        <a:pt x="1478" y="2162"/>
                      </a:lnTo>
                      <a:lnTo>
                        <a:pt x="1498" y="2142"/>
                      </a:lnTo>
                      <a:lnTo>
                        <a:pt x="1515" y="2121"/>
                      </a:lnTo>
                      <a:lnTo>
                        <a:pt x="1529" y="2097"/>
                      </a:lnTo>
                      <a:lnTo>
                        <a:pt x="1539" y="2071"/>
                      </a:lnTo>
                      <a:lnTo>
                        <a:pt x="1542" y="2044"/>
                      </a:lnTo>
                      <a:lnTo>
                        <a:pt x="1545" y="1996"/>
                      </a:lnTo>
                      <a:lnTo>
                        <a:pt x="1553" y="1950"/>
                      </a:lnTo>
                      <a:lnTo>
                        <a:pt x="1565" y="1906"/>
                      </a:lnTo>
                      <a:lnTo>
                        <a:pt x="1581" y="1864"/>
                      </a:lnTo>
                      <a:lnTo>
                        <a:pt x="1600" y="1824"/>
                      </a:lnTo>
                      <a:lnTo>
                        <a:pt x="1623" y="1783"/>
                      </a:lnTo>
                      <a:lnTo>
                        <a:pt x="1647" y="1744"/>
                      </a:lnTo>
                      <a:lnTo>
                        <a:pt x="1673" y="1705"/>
                      </a:lnTo>
                      <a:lnTo>
                        <a:pt x="1700" y="1666"/>
                      </a:lnTo>
                      <a:lnTo>
                        <a:pt x="1724" y="1631"/>
                      </a:lnTo>
                      <a:lnTo>
                        <a:pt x="1748" y="1595"/>
                      </a:lnTo>
                      <a:lnTo>
                        <a:pt x="1772" y="1558"/>
                      </a:lnTo>
                      <a:lnTo>
                        <a:pt x="1796" y="1518"/>
                      </a:lnTo>
                      <a:lnTo>
                        <a:pt x="1817" y="1478"/>
                      </a:lnTo>
                      <a:lnTo>
                        <a:pt x="1839" y="1435"/>
                      </a:lnTo>
                      <a:lnTo>
                        <a:pt x="1858" y="1390"/>
                      </a:lnTo>
                      <a:lnTo>
                        <a:pt x="1875" y="1343"/>
                      </a:lnTo>
                      <a:lnTo>
                        <a:pt x="1890" y="1292"/>
                      </a:lnTo>
                      <a:lnTo>
                        <a:pt x="1902" y="1238"/>
                      </a:lnTo>
                      <a:lnTo>
                        <a:pt x="1911" y="1181"/>
                      </a:lnTo>
                      <a:lnTo>
                        <a:pt x="1917" y="1120"/>
                      </a:lnTo>
                      <a:lnTo>
                        <a:pt x="1919" y="1054"/>
                      </a:lnTo>
                      <a:lnTo>
                        <a:pt x="1916" y="983"/>
                      </a:lnTo>
                      <a:lnTo>
                        <a:pt x="1907" y="915"/>
                      </a:lnTo>
                      <a:lnTo>
                        <a:pt x="1890" y="847"/>
                      </a:lnTo>
                      <a:lnTo>
                        <a:pt x="1868" y="783"/>
                      </a:lnTo>
                      <a:lnTo>
                        <a:pt x="1841" y="721"/>
                      </a:lnTo>
                      <a:lnTo>
                        <a:pt x="1807" y="661"/>
                      </a:lnTo>
                      <a:lnTo>
                        <a:pt x="1769" y="606"/>
                      </a:lnTo>
                      <a:lnTo>
                        <a:pt x="1726" y="553"/>
                      </a:lnTo>
                      <a:lnTo>
                        <a:pt x="1679" y="505"/>
                      </a:lnTo>
                      <a:lnTo>
                        <a:pt x="1628" y="460"/>
                      </a:lnTo>
                      <a:lnTo>
                        <a:pt x="1572" y="418"/>
                      </a:lnTo>
                      <a:lnTo>
                        <a:pt x="1513" y="382"/>
                      </a:lnTo>
                      <a:lnTo>
                        <a:pt x="1451" y="352"/>
                      </a:lnTo>
                      <a:lnTo>
                        <a:pt x="1385" y="324"/>
                      </a:lnTo>
                      <a:lnTo>
                        <a:pt x="1317" y="304"/>
                      </a:lnTo>
                      <a:lnTo>
                        <a:pt x="1246" y="288"/>
                      </a:lnTo>
                      <a:lnTo>
                        <a:pt x="1174" y="279"/>
                      </a:lnTo>
                      <a:lnTo>
                        <a:pt x="1099" y="276"/>
                      </a:lnTo>
                      <a:close/>
                      <a:moveTo>
                        <a:pt x="1099" y="0"/>
                      </a:moveTo>
                      <a:lnTo>
                        <a:pt x="1188" y="3"/>
                      </a:lnTo>
                      <a:lnTo>
                        <a:pt x="1277" y="15"/>
                      </a:lnTo>
                      <a:lnTo>
                        <a:pt x="1362" y="32"/>
                      </a:lnTo>
                      <a:lnTo>
                        <a:pt x="1446" y="54"/>
                      </a:lnTo>
                      <a:lnTo>
                        <a:pt x="1525" y="83"/>
                      </a:lnTo>
                      <a:lnTo>
                        <a:pt x="1603" y="118"/>
                      </a:lnTo>
                      <a:lnTo>
                        <a:pt x="1676" y="159"/>
                      </a:lnTo>
                      <a:lnTo>
                        <a:pt x="1747" y="204"/>
                      </a:lnTo>
                      <a:lnTo>
                        <a:pt x="1813" y="255"/>
                      </a:lnTo>
                      <a:lnTo>
                        <a:pt x="1875" y="310"/>
                      </a:lnTo>
                      <a:lnTo>
                        <a:pt x="1932" y="368"/>
                      </a:lnTo>
                      <a:lnTo>
                        <a:pt x="1985" y="433"/>
                      </a:lnTo>
                      <a:lnTo>
                        <a:pt x="2033" y="499"/>
                      </a:lnTo>
                      <a:lnTo>
                        <a:pt x="2075" y="570"/>
                      </a:lnTo>
                      <a:lnTo>
                        <a:pt x="2111" y="644"/>
                      </a:lnTo>
                      <a:lnTo>
                        <a:pt x="2140" y="722"/>
                      </a:lnTo>
                      <a:lnTo>
                        <a:pt x="2165" y="801"/>
                      </a:lnTo>
                      <a:lnTo>
                        <a:pt x="2182" y="883"/>
                      </a:lnTo>
                      <a:lnTo>
                        <a:pt x="2194" y="968"/>
                      </a:lnTo>
                      <a:lnTo>
                        <a:pt x="2197" y="1054"/>
                      </a:lnTo>
                      <a:lnTo>
                        <a:pt x="2195" y="1128"/>
                      </a:lnTo>
                      <a:lnTo>
                        <a:pt x="2189" y="1197"/>
                      </a:lnTo>
                      <a:lnTo>
                        <a:pt x="2180" y="1263"/>
                      </a:lnTo>
                      <a:lnTo>
                        <a:pt x="2168" y="1326"/>
                      </a:lnTo>
                      <a:lnTo>
                        <a:pt x="2153" y="1384"/>
                      </a:lnTo>
                      <a:lnTo>
                        <a:pt x="2136" y="1440"/>
                      </a:lnTo>
                      <a:lnTo>
                        <a:pt x="2116" y="1493"/>
                      </a:lnTo>
                      <a:lnTo>
                        <a:pt x="2095" y="1542"/>
                      </a:lnTo>
                      <a:lnTo>
                        <a:pt x="2072" y="1588"/>
                      </a:lnTo>
                      <a:lnTo>
                        <a:pt x="2050" y="1632"/>
                      </a:lnTo>
                      <a:lnTo>
                        <a:pt x="2025" y="1675"/>
                      </a:lnTo>
                      <a:lnTo>
                        <a:pt x="2001" y="1714"/>
                      </a:lnTo>
                      <a:lnTo>
                        <a:pt x="1977" y="1752"/>
                      </a:lnTo>
                      <a:lnTo>
                        <a:pt x="1953" y="1787"/>
                      </a:lnTo>
                      <a:lnTo>
                        <a:pt x="1929" y="1820"/>
                      </a:lnTo>
                      <a:lnTo>
                        <a:pt x="1902" y="1862"/>
                      </a:lnTo>
                      <a:lnTo>
                        <a:pt x="1877" y="1899"/>
                      </a:lnTo>
                      <a:lnTo>
                        <a:pt x="1857" y="1933"/>
                      </a:lnTo>
                      <a:lnTo>
                        <a:pt x="1841" y="1963"/>
                      </a:lnTo>
                      <a:lnTo>
                        <a:pt x="1830" y="1991"/>
                      </a:lnTo>
                      <a:lnTo>
                        <a:pt x="1822" y="2019"/>
                      </a:lnTo>
                      <a:lnTo>
                        <a:pt x="1819" y="2044"/>
                      </a:lnTo>
                      <a:lnTo>
                        <a:pt x="1816" y="2095"/>
                      </a:lnTo>
                      <a:lnTo>
                        <a:pt x="1806" y="2145"/>
                      </a:lnTo>
                      <a:lnTo>
                        <a:pt x="1790" y="2193"/>
                      </a:lnTo>
                      <a:lnTo>
                        <a:pt x="1766" y="2240"/>
                      </a:lnTo>
                      <a:lnTo>
                        <a:pt x="1738" y="2285"/>
                      </a:lnTo>
                      <a:lnTo>
                        <a:pt x="1702" y="2328"/>
                      </a:lnTo>
                      <a:lnTo>
                        <a:pt x="1662" y="2369"/>
                      </a:lnTo>
                      <a:lnTo>
                        <a:pt x="1615" y="2406"/>
                      </a:lnTo>
                      <a:lnTo>
                        <a:pt x="1614" y="2429"/>
                      </a:lnTo>
                      <a:lnTo>
                        <a:pt x="1613" y="2456"/>
                      </a:lnTo>
                      <a:lnTo>
                        <a:pt x="1611" y="2485"/>
                      </a:lnTo>
                      <a:lnTo>
                        <a:pt x="1609" y="2515"/>
                      </a:lnTo>
                      <a:lnTo>
                        <a:pt x="1607" y="2546"/>
                      </a:lnTo>
                      <a:lnTo>
                        <a:pt x="1606" y="2576"/>
                      </a:lnTo>
                      <a:lnTo>
                        <a:pt x="1604" y="2605"/>
                      </a:lnTo>
                      <a:lnTo>
                        <a:pt x="1603" y="2631"/>
                      </a:lnTo>
                      <a:lnTo>
                        <a:pt x="1601" y="2653"/>
                      </a:lnTo>
                      <a:lnTo>
                        <a:pt x="1600" y="2671"/>
                      </a:lnTo>
                      <a:lnTo>
                        <a:pt x="1600" y="2682"/>
                      </a:lnTo>
                      <a:lnTo>
                        <a:pt x="1599" y="2685"/>
                      </a:lnTo>
                      <a:lnTo>
                        <a:pt x="1599" y="2699"/>
                      </a:lnTo>
                      <a:lnTo>
                        <a:pt x="1597" y="2715"/>
                      </a:lnTo>
                      <a:lnTo>
                        <a:pt x="1592" y="2732"/>
                      </a:lnTo>
                      <a:lnTo>
                        <a:pt x="1587" y="2750"/>
                      </a:lnTo>
                      <a:lnTo>
                        <a:pt x="1578" y="2770"/>
                      </a:lnTo>
                      <a:lnTo>
                        <a:pt x="1566" y="2789"/>
                      </a:lnTo>
                      <a:lnTo>
                        <a:pt x="1552" y="2809"/>
                      </a:lnTo>
                      <a:lnTo>
                        <a:pt x="1533" y="2831"/>
                      </a:lnTo>
                      <a:lnTo>
                        <a:pt x="1511" y="2850"/>
                      </a:lnTo>
                      <a:lnTo>
                        <a:pt x="1483" y="2870"/>
                      </a:lnTo>
                      <a:lnTo>
                        <a:pt x="1452" y="2888"/>
                      </a:lnTo>
                      <a:lnTo>
                        <a:pt x="1415" y="2906"/>
                      </a:lnTo>
                      <a:lnTo>
                        <a:pt x="1372" y="2922"/>
                      </a:lnTo>
                      <a:lnTo>
                        <a:pt x="1347" y="2953"/>
                      </a:lnTo>
                      <a:lnTo>
                        <a:pt x="1317" y="2983"/>
                      </a:lnTo>
                      <a:lnTo>
                        <a:pt x="1283" y="3010"/>
                      </a:lnTo>
                      <a:lnTo>
                        <a:pt x="1259" y="3022"/>
                      </a:lnTo>
                      <a:lnTo>
                        <a:pt x="1233" y="3030"/>
                      </a:lnTo>
                      <a:lnTo>
                        <a:pt x="1205" y="3032"/>
                      </a:lnTo>
                      <a:lnTo>
                        <a:pt x="992" y="3032"/>
                      </a:lnTo>
                      <a:lnTo>
                        <a:pt x="965" y="3030"/>
                      </a:lnTo>
                      <a:lnTo>
                        <a:pt x="939" y="3022"/>
                      </a:lnTo>
                      <a:lnTo>
                        <a:pt x="915" y="3010"/>
                      </a:lnTo>
                      <a:lnTo>
                        <a:pt x="881" y="2983"/>
                      </a:lnTo>
                      <a:lnTo>
                        <a:pt x="850" y="2953"/>
                      </a:lnTo>
                      <a:lnTo>
                        <a:pt x="825" y="2922"/>
                      </a:lnTo>
                      <a:lnTo>
                        <a:pt x="780" y="2904"/>
                      </a:lnTo>
                      <a:lnTo>
                        <a:pt x="741" y="2886"/>
                      </a:lnTo>
                      <a:lnTo>
                        <a:pt x="707" y="2866"/>
                      </a:lnTo>
                      <a:lnTo>
                        <a:pt x="680" y="2844"/>
                      </a:lnTo>
                      <a:lnTo>
                        <a:pt x="657" y="2823"/>
                      </a:lnTo>
                      <a:lnTo>
                        <a:pt x="639" y="2800"/>
                      </a:lnTo>
                      <a:lnTo>
                        <a:pt x="626" y="2779"/>
                      </a:lnTo>
                      <a:lnTo>
                        <a:pt x="614" y="2757"/>
                      </a:lnTo>
                      <a:lnTo>
                        <a:pt x="607" y="2737"/>
                      </a:lnTo>
                      <a:lnTo>
                        <a:pt x="602" y="2718"/>
                      </a:lnTo>
                      <a:lnTo>
                        <a:pt x="599" y="2701"/>
                      </a:lnTo>
                      <a:lnTo>
                        <a:pt x="598" y="2685"/>
                      </a:lnTo>
                      <a:lnTo>
                        <a:pt x="598" y="2685"/>
                      </a:lnTo>
                      <a:lnTo>
                        <a:pt x="598" y="2682"/>
                      </a:lnTo>
                      <a:lnTo>
                        <a:pt x="597" y="2671"/>
                      </a:lnTo>
                      <a:lnTo>
                        <a:pt x="596" y="2653"/>
                      </a:lnTo>
                      <a:lnTo>
                        <a:pt x="595" y="2631"/>
                      </a:lnTo>
                      <a:lnTo>
                        <a:pt x="594" y="2605"/>
                      </a:lnTo>
                      <a:lnTo>
                        <a:pt x="592" y="2576"/>
                      </a:lnTo>
                      <a:lnTo>
                        <a:pt x="590" y="2546"/>
                      </a:lnTo>
                      <a:lnTo>
                        <a:pt x="588" y="2515"/>
                      </a:lnTo>
                      <a:lnTo>
                        <a:pt x="587" y="2485"/>
                      </a:lnTo>
                      <a:lnTo>
                        <a:pt x="585" y="2456"/>
                      </a:lnTo>
                      <a:lnTo>
                        <a:pt x="584" y="2429"/>
                      </a:lnTo>
                      <a:lnTo>
                        <a:pt x="582" y="2406"/>
                      </a:lnTo>
                      <a:lnTo>
                        <a:pt x="536" y="2369"/>
                      </a:lnTo>
                      <a:lnTo>
                        <a:pt x="495" y="2328"/>
                      </a:lnTo>
                      <a:lnTo>
                        <a:pt x="460" y="2285"/>
                      </a:lnTo>
                      <a:lnTo>
                        <a:pt x="432" y="2240"/>
                      </a:lnTo>
                      <a:lnTo>
                        <a:pt x="408" y="2193"/>
                      </a:lnTo>
                      <a:lnTo>
                        <a:pt x="392" y="2145"/>
                      </a:lnTo>
                      <a:lnTo>
                        <a:pt x="382" y="2095"/>
                      </a:lnTo>
                      <a:lnTo>
                        <a:pt x="378" y="2044"/>
                      </a:lnTo>
                      <a:lnTo>
                        <a:pt x="376" y="2019"/>
                      </a:lnTo>
                      <a:lnTo>
                        <a:pt x="368" y="1991"/>
                      </a:lnTo>
                      <a:lnTo>
                        <a:pt x="357" y="1963"/>
                      </a:lnTo>
                      <a:lnTo>
                        <a:pt x="341" y="1933"/>
                      </a:lnTo>
                      <a:lnTo>
                        <a:pt x="320" y="1899"/>
                      </a:lnTo>
                      <a:lnTo>
                        <a:pt x="297" y="1862"/>
                      </a:lnTo>
                      <a:lnTo>
                        <a:pt x="268" y="1821"/>
                      </a:lnTo>
                      <a:lnTo>
                        <a:pt x="245" y="1788"/>
                      </a:lnTo>
                      <a:lnTo>
                        <a:pt x="222" y="1752"/>
                      </a:lnTo>
                      <a:lnTo>
                        <a:pt x="197" y="1714"/>
                      </a:lnTo>
                      <a:lnTo>
                        <a:pt x="173" y="1675"/>
                      </a:lnTo>
                      <a:lnTo>
                        <a:pt x="149" y="1633"/>
                      </a:lnTo>
                      <a:lnTo>
                        <a:pt x="125" y="1588"/>
                      </a:lnTo>
                      <a:lnTo>
                        <a:pt x="102" y="1542"/>
                      </a:lnTo>
                      <a:lnTo>
                        <a:pt x="82" y="1493"/>
                      </a:lnTo>
                      <a:lnTo>
                        <a:pt x="62" y="1440"/>
                      </a:lnTo>
                      <a:lnTo>
                        <a:pt x="45" y="1384"/>
                      </a:lnTo>
                      <a:lnTo>
                        <a:pt x="30" y="1326"/>
                      </a:lnTo>
                      <a:lnTo>
                        <a:pt x="17" y="1263"/>
                      </a:lnTo>
                      <a:lnTo>
                        <a:pt x="8" y="1197"/>
                      </a:lnTo>
                      <a:lnTo>
                        <a:pt x="3" y="1128"/>
                      </a:lnTo>
                      <a:lnTo>
                        <a:pt x="0" y="1054"/>
                      </a:lnTo>
                      <a:lnTo>
                        <a:pt x="4" y="968"/>
                      </a:lnTo>
                      <a:lnTo>
                        <a:pt x="15" y="883"/>
                      </a:lnTo>
                      <a:lnTo>
                        <a:pt x="32" y="801"/>
                      </a:lnTo>
                      <a:lnTo>
                        <a:pt x="57" y="722"/>
                      </a:lnTo>
                      <a:lnTo>
                        <a:pt x="87" y="644"/>
                      </a:lnTo>
                      <a:lnTo>
                        <a:pt x="123" y="570"/>
                      </a:lnTo>
                      <a:lnTo>
                        <a:pt x="165" y="499"/>
                      </a:lnTo>
                      <a:lnTo>
                        <a:pt x="213" y="433"/>
                      </a:lnTo>
                      <a:lnTo>
                        <a:pt x="266" y="368"/>
                      </a:lnTo>
                      <a:lnTo>
                        <a:pt x="323" y="310"/>
                      </a:lnTo>
                      <a:lnTo>
                        <a:pt x="385" y="255"/>
                      </a:lnTo>
                      <a:lnTo>
                        <a:pt x="451" y="204"/>
                      </a:lnTo>
                      <a:lnTo>
                        <a:pt x="521" y="159"/>
                      </a:lnTo>
                      <a:lnTo>
                        <a:pt x="595" y="118"/>
                      </a:lnTo>
                      <a:lnTo>
                        <a:pt x="672" y="83"/>
                      </a:lnTo>
                      <a:lnTo>
                        <a:pt x="753" y="54"/>
                      </a:lnTo>
                      <a:lnTo>
                        <a:pt x="836" y="32"/>
                      </a:lnTo>
                      <a:lnTo>
                        <a:pt x="921" y="15"/>
                      </a:lnTo>
                      <a:lnTo>
                        <a:pt x="1009" y="3"/>
                      </a:lnTo>
                      <a:lnTo>
                        <a:pt x="1099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37" name="Freeform 34"/>
                <p:cNvSpPr>
                  <a:spLocks/>
                </p:cNvSpPr>
                <p:nvPr/>
              </p:nvSpPr>
              <p:spPr bwMode="auto">
                <a:xfrm>
                  <a:off x="2525713" y="1574800"/>
                  <a:ext cx="31750" cy="79375"/>
                </a:xfrm>
                <a:custGeom>
                  <a:avLst/>
                  <a:gdLst>
                    <a:gd name="T0" fmla="*/ 69 w 138"/>
                    <a:gd name="T1" fmla="*/ 0 h 344"/>
                    <a:gd name="T2" fmla="*/ 69 w 138"/>
                    <a:gd name="T3" fmla="*/ 0 h 344"/>
                    <a:gd name="T4" fmla="*/ 87 w 138"/>
                    <a:gd name="T5" fmla="*/ 3 h 344"/>
                    <a:gd name="T6" fmla="*/ 104 w 138"/>
                    <a:gd name="T7" fmla="*/ 9 h 344"/>
                    <a:gd name="T8" fmla="*/ 118 w 138"/>
                    <a:gd name="T9" fmla="*/ 21 h 344"/>
                    <a:gd name="T10" fmla="*/ 129 w 138"/>
                    <a:gd name="T11" fmla="*/ 34 h 344"/>
                    <a:gd name="T12" fmla="*/ 136 w 138"/>
                    <a:gd name="T13" fmla="*/ 51 h 344"/>
                    <a:gd name="T14" fmla="*/ 138 w 138"/>
                    <a:gd name="T15" fmla="*/ 69 h 344"/>
                    <a:gd name="T16" fmla="*/ 138 w 138"/>
                    <a:gd name="T17" fmla="*/ 275 h 344"/>
                    <a:gd name="T18" fmla="*/ 136 w 138"/>
                    <a:gd name="T19" fmla="*/ 294 h 344"/>
                    <a:gd name="T20" fmla="*/ 129 w 138"/>
                    <a:gd name="T21" fmla="*/ 310 h 344"/>
                    <a:gd name="T22" fmla="*/ 118 w 138"/>
                    <a:gd name="T23" fmla="*/ 325 h 344"/>
                    <a:gd name="T24" fmla="*/ 104 w 138"/>
                    <a:gd name="T25" fmla="*/ 335 h 344"/>
                    <a:gd name="T26" fmla="*/ 87 w 138"/>
                    <a:gd name="T27" fmla="*/ 342 h 344"/>
                    <a:gd name="T28" fmla="*/ 69 w 138"/>
                    <a:gd name="T29" fmla="*/ 344 h 344"/>
                    <a:gd name="T30" fmla="*/ 51 w 138"/>
                    <a:gd name="T31" fmla="*/ 342 h 344"/>
                    <a:gd name="T32" fmla="*/ 34 w 138"/>
                    <a:gd name="T33" fmla="*/ 335 h 344"/>
                    <a:gd name="T34" fmla="*/ 20 w 138"/>
                    <a:gd name="T35" fmla="*/ 325 h 344"/>
                    <a:gd name="T36" fmla="*/ 9 w 138"/>
                    <a:gd name="T37" fmla="*/ 310 h 344"/>
                    <a:gd name="T38" fmla="*/ 2 w 138"/>
                    <a:gd name="T39" fmla="*/ 294 h 344"/>
                    <a:gd name="T40" fmla="*/ 0 w 138"/>
                    <a:gd name="T41" fmla="*/ 275 h 344"/>
                    <a:gd name="T42" fmla="*/ 0 w 138"/>
                    <a:gd name="T43" fmla="*/ 69 h 344"/>
                    <a:gd name="T44" fmla="*/ 2 w 138"/>
                    <a:gd name="T45" fmla="*/ 51 h 344"/>
                    <a:gd name="T46" fmla="*/ 9 w 138"/>
                    <a:gd name="T47" fmla="*/ 34 h 344"/>
                    <a:gd name="T48" fmla="*/ 20 w 138"/>
                    <a:gd name="T49" fmla="*/ 21 h 344"/>
                    <a:gd name="T50" fmla="*/ 34 w 138"/>
                    <a:gd name="T51" fmla="*/ 9 h 344"/>
                    <a:gd name="T52" fmla="*/ 51 w 138"/>
                    <a:gd name="T53" fmla="*/ 3 h 344"/>
                    <a:gd name="T54" fmla="*/ 69 w 138"/>
                    <a:gd name="T55" fmla="*/ 0 h 34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</a:cxnLst>
                  <a:rect l="0" t="0" r="r" b="b"/>
                  <a:pathLst>
                    <a:path w="138" h="344">
                      <a:moveTo>
                        <a:pt x="69" y="0"/>
                      </a:moveTo>
                      <a:lnTo>
                        <a:pt x="69" y="0"/>
                      </a:lnTo>
                      <a:lnTo>
                        <a:pt x="87" y="3"/>
                      </a:lnTo>
                      <a:lnTo>
                        <a:pt x="104" y="9"/>
                      </a:lnTo>
                      <a:lnTo>
                        <a:pt x="118" y="21"/>
                      </a:lnTo>
                      <a:lnTo>
                        <a:pt x="129" y="34"/>
                      </a:lnTo>
                      <a:lnTo>
                        <a:pt x="136" y="51"/>
                      </a:lnTo>
                      <a:lnTo>
                        <a:pt x="138" y="69"/>
                      </a:lnTo>
                      <a:lnTo>
                        <a:pt x="138" y="275"/>
                      </a:lnTo>
                      <a:lnTo>
                        <a:pt x="136" y="294"/>
                      </a:lnTo>
                      <a:lnTo>
                        <a:pt x="129" y="310"/>
                      </a:lnTo>
                      <a:lnTo>
                        <a:pt x="118" y="325"/>
                      </a:lnTo>
                      <a:lnTo>
                        <a:pt x="104" y="335"/>
                      </a:lnTo>
                      <a:lnTo>
                        <a:pt x="87" y="342"/>
                      </a:lnTo>
                      <a:lnTo>
                        <a:pt x="69" y="344"/>
                      </a:lnTo>
                      <a:lnTo>
                        <a:pt x="51" y="342"/>
                      </a:lnTo>
                      <a:lnTo>
                        <a:pt x="34" y="335"/>
                      </a:lnTo>
                      <a:lnTo>
                        <a:pt x="20" y="325"/>
                      </a:lnTo>
                      <a:lnTo>
                        <a:pt x="9" y="310"/>
                      </a:lnTo>
                      <a:lnTo>
                        <a:pt x="2" y="294"/>
                      </a:lnTo>
                      <a:lnTo>
                        <a:pt x="0" y="275"/>
                      </a:lnTo>
                      <a:lnTo>
                        <a:pt x="0" y="69"/>
                      </a:lnTo>
                      <a:lnTo>
                        <a:pt x="2" y="51"/>
                      </a:lnTo>
                      <a:lnTo>
                        <a:pt x="9" y="34"/>
                      </a:lnTo>
                      <a:lnTo>
                        <a:pt x="20" y="21"/>
                      </a:lnTo>
                      <a:lnTo>
                        <a:pt x="34" y="9"/>
                      </a:lnTo>
                      <a:lnTo>
                        <a:pt x="51" y="3"/>
                      </a:lnTo>
                      <a:lnTo>
                        <a:pt x="69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38" name="Freeform 35"/>
                <p:cNvSpPr>
                  <a:spLocks/>
                </p:cNvSpPr>
                <p:nvPr/>
              </p:nvSpPr>
              <p:spPr bwMode="auto">
                <a:xfrm>
                  <a:off x="2349500" y="1622425"/>
                  <a:ext cx="53975" cy="71437"/>
                </a:xfrm>
                <a:custGeom>
                  <a:avLst/>
                  <a:gdLst>
                    <a:gd name="T0" fmla="*/ 69 w 243"/>
                    <a:gd name="T1" fmla="*/ 0 h 317"/>
                    <a:gd name="T2" fmla="*/ 87 w 243"/>
                    <a:gd name="T3" fmla="*/ 2 h 317"/>
                    <a:gd name="T4" fmla="*/ 103 w 243"/>
                    <a:gd name="T5" fmla="*/ 9 h 317"/>
                    <a:gd name="T6" fmla="*/ 118 w 243"/>
                    <a:gd name="T7" fmla="*/ 20 h 317"/>
                    <a:gd name="T8" fmla="*/ 129 w 243"/>
                    <a:gd name="T9" fmla="*/ 34 h 317"/>
                    <a:gd name="T10" fmla="*/ 233 w 243"/>
                    <a:gd name="T11" fmla="*/ 214 h 317"/>
                    <a:gd name="T12" fmla="*/ 240 w 243"/>
                    <a:gd name="T13" fmla="*/ 230 h 317"/>
                    <a:gd name="T14" fmla="*/ 243 w 243"/>
                    <a:gd name="T15" fmla="*/ 248 h 317"/>
                    <a:gd name="T16" fmla="*/ 240 w 243"/>
                    <a:gd name="T17" fmla="*/ 265 h 317"/>
                    <a:gd name="T18" fmla="*/ 233 w 243"/>
                    <a:gd name="T19" fmla="*/ 282 h 317"/>
                    <a:gd name="T20" fmla="*/ 223 w 243"/>
                    <a:gd name="T21" fmla="*/ 297 h 317"/>
                    <a:gd name="T22" fmla="*/ 209 w 243"/>
                    <a:gd name="T23" fmla="*/ 308 h 317"/>
                    <a:gd name="T24" fmla="*/ 191 w 243"/>
                    <a:gd name="T25" fmla="*/ 315 h 317"/>
                    <a:gd name="T26" fmla="*/ 173 w 243"/>
                    <a:gd name="T27" fmla="*/ 317 h 317"/>
                    <a:gd name="T28" fmla="*/ 155 w 243"/>
                    <a:gd name="T29" fmla="*/ 315 h 317"/>
                    <a:gd name="T30" fmla="*/ 139 w 243"/>
                    <a:gd name="T31" fmla="*/ 308 h 317"/>
                    <a:gd name="T32" fmla="*/ 125 w 243"/>
                    <a:gd name="T33" fmla="*/ 297 h 317"/>
                    <a:gd name="T34" fmla="*/ 113 w 243"/>
                    <a:gd name="T35" fmla="*/ 282 h 317"/>
                    <a:gd name="T36" fmla="*/ 9 w 243"/>
                    <a:gd name="T37" fmla="*/ 103 h 317"/>
                    <a:gd name="T38" fmla="*/ 2 w 243"/>
                    <a:gd name="T39" fmla="*/ 86 h 317"/>
                    <a:gd name="T40" fmla="*/ 0 w 243"/>
                    <a:gd name="T41" fmla="*/ 68 h 317"/>
                    <a:gd name="T42" fmla="*/ 2 w 243"/>
                    <a:gd name="T43" fmla="*/ 51 h 317"/>
                    <a:gd name="T44" fmla="*/ 9 w 243"/>
                    <a:gd name="T45" fmla="*/ 34 h 317"/>
                    <a:gd name="T46" fmla="*/ 20 w 243"/>
                    <a:gd name="T47" fmla="*/ 21 h 317"/>
                    <a:gd name="T48" fmla="*/ 34 w 243"/>
                    <a:gd name="T49" fmla="*/ 10 h 317"/>
                    <a:gd name="T50" fmla="*/ 52 w 243"/>
                    <a:gd name="T51" fmla="*/ 2 h 317"/>
                    <a:gd name="T52" fmla="*/ 69 w 243"/>
                    <a:gd name="T53" fmla="*/ 0 h 3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</a:cxnLst>
                  <a:rect l="0" t="0" r="r" b="b"/>
                  <a:pathLst>
                    <a:path w="243" h="317">
                      <a:moveTo>
                        <a:pt x="69" y="0"/>
                      </a:moveTo>
                      <a:lnTo>
                        <a:pt x="87" y="2"/>
                      </a:lnTo>
                      <a:lnTo>
                        <a:pt x="103" y="9"/>
                      </a:lnTo>
                      <a:lnTo>
                        <a:pt x="118" y="20"/>
                      </a:lnTo>
                      <a:lnTo>
                        <a:pt x="129" y="34"/>
                      </a:lnTo>
                      <a:lnTo>
                        <a:pt x="233" y="214"/>
                      </a:lnTo>
                      <a:lnTo>
                        <a:pt x="240" y="230"/>
                      </a:lnTo>
                      <a:lnTo>
                        <a:pt x="243" y="248"/>
                      </a:lnTo>
                      <a:lnTo>
                        <a:pt x="240" y="265"/>
                      </a:lnTo>
                      <a:lnTo>
                        <a:pt x="233" y="282"/>
                      </a:lnTo>
                      <a:lnTo>
                        <a:pt x="223" y="297"/>
                      </a:lnTo>
                      <a:lnTo>
                        <a:pt x="209" y="308"/>
                      </a:lnTo>
                      <a:lnTo>
                        <a:pt x="191" y="315"/>
                      </a:lnTo>
                      <a:lnTo>
                        <a:pt x="173" y="317"/>
                      </a:lnTo>
                      <a:lnTo>
                        <a:pt x="155" y="315"/>
                      </a:lnTo>
                      <a:lnTo>
                        <a:pt x="139" y="308"/>
                      </a:lnTo>
                      <a:lnTo>
                        <a:pt x="125" y="297"/>
                      </a:lnTo>
                      <a:lnTo>
                        <a:pt x="113" y="282"/>
                      </a:lnTo>
                      <a:lnTo>
                        <a:pt x="9" y="103"/>
                      </a:lnTo>
                      <a:lnTo>
                        <a:pt x="2" y="86"/>
                      </a:lnTo>
                      <a:lnTo>
                        <a:pt x="0" y="68"/>
                      </a:lnTo>
                      <a:lnTo>
                        <a:pt x="2" y="51"/>
                      </a:lnTo>
                      <a:lnTo>
                        <a:pt x="9" y="34"/>
                      </a:lnTo>
                      <a:lnTo>
                        <a:pt x="20" y="21"/>
                      </a:lnTo>
                      <a:lnTo>
                        <a:pt x="34" y="10"/>
                      </a:lnTo>
                      <a:lnTo>
                        <a:pt x="52" y="2"/>
                      </a:lnTo>
                      <a:lnTo>
                        <a:pt x="69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39" name="Freeform 36"/>
                <p:cNvSpPr>
                  <a:spLocks/>
                </p:cNvSpPr>
                <p:nvPr/>
              </p:nvSpPr>
              <p:spPr bwMode="auto">
                <a:xfrm>
                  <a:off x="2219325" y="1751013"/>
                  <a:ext cx="71438" cy="55562"/>
                </a:xfrm>
                <a:custGeom>
                  <a:avLst/>
                  <a:gdLst>
                    <a:gd name="T0" fmla="*/ 69 w 319"/>
                    <a:gd name="T1" fmla="*/ 0 h 241"/>
                    <a:gd name="T2" fmla="*/ 86 w 319"/>
                    <a:gd name="T3" fmla="*/ 3 h 241"/>
                    <a:gd name="T4" fmla="*/ 104 w 319"/>
                    <a:gd name="T5" fmla="*/ 9 h 241"/>
                    <a:gd name="T6" fmla="*/ 285 w 319"/>
                    <a:gd name="T7" fmla="*/ 112 h 241"/>
                    <a:gd name="T8" fmla="*/ 299 w 319"/>
                    <a:gd name="T9" fmla="*/ 124 h 241"/>
                    <a:gd name="T10" fmla="*/ 310 w 319"/>
                    <a:gd name="T11" fmla="*/ 138 h 241"/>
                    <a:gd name="T12" fmla="*/ 316 w 319"/>
                    <a:gd name="T13" fmla="*/ 155 h 241"/>
                    <a:gd name="T14" fmla="*/ 319 w 319"/>
                    <a:gd name="T15" fmla="*/ 172 h 241"/>
                    <a:gd name="T16" fmla="*/ 316 w 319"/>
                    <a:gd name="T17" fmla="*/ 190 h 241"/>
                    <a:gd name="T18" fmla="*/ 310 w 319"/>
                    <a:gd name="T19" fmla="*/ 206 h 241"/>
                    <a:gd name="T20" fmla="*/ 298 w 319"/>
                    <a:gd name="T21" fmla="*/ 221 h 241"/>
                    <a:gd name="T22" fmla="*/ 283 w 319"/>
                    <a:gd name="T23" fmla="*/ 232 h 241"/>
                    <a:gd name="T24" fmla="*/ 266 w 319"/>
                    <a:gd name="T25" fmla="*/ 239 h 241"/>
                    <a:gd name="T26" fmla="*/ 249 w 319"/>
                    <a:gd name="T27" fmla="*/ 241 h 241"/>
                    <a:gd name="T28" fmla="*/ 231 w 319"/>
                    <a:gd name="T29" fmla="*/ 239 h 241"/>
                    <a:gd name="T30" fmla="*/ 214 w 319"/>
                    <a:gd name="T31" fmla="*/ 231 h 241"/>
                    <a:gd name="T32" fmla="*/ 34 w 319"/>
                    <a:gd name="T33" fmla="*/ 129 h 241"/>
                    <a:gd name="T34" fmla="*/ 19 w 319"/>
                    <a:gd name="T35" fmla="*/ 118 h 241"/>
                    <a:gd name="T36" fmla="*/ 9 w 319"/>
                    <a:gd name="T37" fmla="*/ 103 h 241"/>
                    <a:gd name="T38" fmla="*/ 2 w 319"/>
                    <a:gd name="T39" fmla="*/ 87 h 241"/>
                    <a:gd name="T40" fmla="*/ 0 w 319"/>
                    <a:gd name="T41" fmla="*/ 69 h 241"/>
                    <a:gd name="T42" fmla="*/ 2 w 319"/>
                    <a:gd name="T43" fmla="*/ 51 h 241"/>
                    <a:gd name="T44" fmla="*/ 9 w 319"/>
                    <a:gd name="T45" fmla="*/ 34 h 241"/>
                    <a:gd name="T46" fmla="*/ 20 w 319"/>
                    <a:gd name="T47" fmla="*/ 20 h 241"/>
                    <a:gd name="T48" fmla="*/ 35 w 319"/>
                    <a:gd name="T49" fmla="*/ 9 h 241"/>
                    <a:gd name="T50" fmla="*/ 51 w 319"/>
                    <a:gd name="T51" fmla="*/ 3 h 241"/>
                    <a:gd name="T52" fmla="*/ 69 w 319"/>
                    <a:gd name="T53" fmla="*/ 0 h 24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</a:cxnLst>
                  <a:rect l="0" t="0" r="r" b="b"/>
                  <a:pathLst>
                    <a:path w="319" h="241">
                      <a:moveTo>
                        <a:pt x="69" y="0"/>
                      </a:moveTo>
                      <a:lnTo>
                        <a:pt x="86" y="3"/>
                      </a:lnTo>
                      <a:lnTo>
                        <a:pt x="104" y="9"/>
                      </a:lnTo>
                      <a:lnTo>
                        <a:pt x="285" y="112"/>
                      </a:lnTo>
                      <a:lnTo>
                        <a:pt x="299" y="124"/>
                      </a:lnTo>
                      <a:lnTo>
                        <a:pt x="310" y="138"/>
                      </a:lnTo>
                      <a:lnTo>
                        <a:pt x="316" y="155"/>
                      </a:lnTo>
                      <a:lnTo>
                        <a:pt x="319" y="172"/>
                      </a:lnTo>
                      <a:lnTo>
                        <a:pt x="316" y="190"/>
                      </a:lnTo>
                      <a:lnTo>
                        <a:pt x="310" y="206"/>
                      </a:lnTo>
                      <a:lnTo>
                        <a:pt x="298" y="221"/>
                      </a:lnTo>
                      <a:lnTo>
                        <a:pt x="283" y="232"/>
                      </a:lnTo>
                      <a:lnTo>
                        <a:pt x="266" y="239"/>
                      </a:lnTo>
                      <a:lnTo>
                        <a:pt x="249" y="241"/>
                      </a:lnTo>
                      <a:lnTo>
                        <a:pt x="231" y="239"/>
                      </a:lnTo>
                      <a:lnTo>
                        <a:pt x="214" y="231"/>
                      </a:lnTo>
                      <a:lnTo>
                        <a:pt x="34" y="129"/>
                      </a:lnTo>
                      <a:lnTo>
                        <a:pt x="19" y="118"/>
                      </a:lnTo>
                      <a:lnTo>
                        <a:pt x="9" y="103"/>
                      </a:lnTo>
                      <a:lnTo>
                        <a:pt x="2" y="87"/>
                      </a:lnTo>
                      <a:lnTo>
                        <a:pt x="0" y="69"/>
                      </a:lnTo>
                      <a:lnTo>
                        <a:pt x="2" y="51"/>
                      </a:lnTo>
                      <a:lnTo>
                        <a:pt x="9" y="34"/>
                      </a:lnTo>
                      <a:lnTo>
                        <a:pt x="20" y="20"/>
                      </a:lnTo>
                      <a:lnTo>
                        <a:pt x="35" y="9"/>
                      </a:lnTo>
                      <a:lnTo>
                        <a:pt x="51" y="3"/>
                      </a:lnTo>
                      <a:lnTo>
                        <a:pt x="69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40" name="Freeform 37"/>
                <p:cNvSpPr>
                  <a:spLocks/>
                </p:cNvSpPr>
                <p:nvPr/>
              </p:nvSpPr>
              <p:spPr bwMode="auto">
                <a:xfrm>
                  <a:off x="2171700" y="1927225"/>
                  <a:ext cx="77788" cy="31750"/>
                </a:xfrm>
                <a:custGeom>
                  <a:avLst/>
                  <a:gdLst>
                    <a:gd name="T0" fmla="*/ 69 w 347"/>
                    <a:gd name="T1" fmla="*/ 0 h 139"/>
                    <a:gd name="T2" fmla="*/ 278 w 347"/>
                    <a:gd name="T3" fmla="*/ 0 h 139"/>
                    <a:gd name="T4" fmla="*/ 296 w 347"/>
                    <a:gd name="T5" fmla="*/ 4 h 139"/>
                    <a:gd name="T6" fmla="*/ 313 w 347"/>
                    <a:gd name="T7" fmla="*/ 10 h 139"/>
                    <a:gd name="T8" fmla="*/ 327 w 347"/>
                    <a:gd name="T9" fmla="*/ 21 h 139"/>
                    <a:gd name="T10" fmla="*/ 338 w 347"/>
                    <a:gd name="T11" fmla="*/ 35 h 139"/>
                    <a:gd name="T12" fmla="*/ 345 w 347"/>
                    <a:gd name="T13" fmla="*/ 51 h 139"/>
                    <a:gd name="T14" fmla="*/ 347 w 347"/>
                    <a:gd name="T15" fmla="*/ 70 h 139"/>
                    <a:gd name="T16" fmla="*/ 345 w 347"/>
                    <a:gd name="T17" fmla="*/ 88 h 139"/>
                    <a:gd name="T18" fmla="*/ 338 w 347"/>
                    <a:gd name="T19" fmla="*/ 104 h 139"/>
                    <a:gd name="T20" fmla="*/ 327 w 347"/>
                    <a:gd name="T21" fmla="*/ 119 h 139"/>
                    <a:gd name="T22" fmla="*/ 313 w 347"/>
                    <a:gd name="T23" fmla="*/ 129 h 139"/>
                    <a:gd name="T24" fmla="*/ 296 w 347"/>
                    <a:gd name="T25" fmla="*/ 137 h 139"/>
                    <a:gd name="T26" fmla="*/ 278 w 347"/>
                    <a:gd name="T27" fmla="*/ 139 h 139"/>
                    <a:gd name="T28" fmla="*/ 69 w 347"/>
                    <a:gd name="T29" fmla="*/ 139 h 139"/>
                    <a:gd name="T30" fmla="*/ 51 w 347"/>
                    <a:gd name="T31" fmla="*/ 137 h 139"/>
                    <a:gd name="T32" fmla="*/ 35 w 347"/>
                    <a:gd name="T33" fmla="*/ 129 h 139"/>
                    <a:gd name="T34" fmla="*/ 20 w 347"/>
                    <a:gd name="T35" fmla="*/ 119 h 139"/>
                    <a:gd name="T36" fmla="*/ 10 w 347"/>
                    <a:gd name="T37" fmla="*/ 104 h 139"/>
                    <a:gd name="T38" fmla="*/ 2 w 347"/>
                    <a:gd name="T39" fmla="*/ 88 h 139"/>
                    <a:gd name="T40" fmla="*/ 0 w 347"/>
                    <a:gd name="T41" fmla="*/ 70 h 139"/>
                    <a:gd name="T42" fmla="*/ 2 w 347"/>
                    <a:gd name="T43" fmla="*/ 51 h 139"/>
                    <a:gd name="T44" fmla="*/ 10 w 347"/>
                    <a:gd name="T45" fmla="*/ 35 h 139"/>
                    <a:gd name="T46" fmla="*/ 20 w 347"/>
                    <a:gd name="T47" fmla="*/ 21 h 139"/>
                    <a:gd name="T48" fmla="*/ 35 w 347"/>
                    <a:gd name="T49" fmla="*/ 10 h 139"/>
                    <a:gd name="T50" fmla="*/ 51 w 347"/>
                    <a:gd name="T51" fmla="*/ 4 h 139"/>
                    <a:gd name="T52" fmla="*/ 69 w 347"/>
                    <a:gd name="T53" fmla="*/ 0 h 13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</a:cxnLst>
                  <a:rect l="0" t="0" r="r" b="b"/>
                  <a:pathLst>
                    <a:path w="347" h="139">
                      <a:moveTo>
                        <a:pt x="69" y="0"/>
                      </a:moveTo>
                      <a:lnTo>
                        <a:pt x="278" y="0"/>
                      </a:lnTo>
                      <a:lnTo>
                        <a:pt x="296" y="4"/>
                      </a:lnTo>
                      <a:lnTo>
                        <a:pt x="313" y="10"/>
                      </a:lnTo>
                      <a:lnTo>
                        <a:pt x="327" y="21"/>
                      </a:lnTo>
                      <a:lnTo>
                        <a:pt x="338" y="35"/>
                      </a:lnTo>
                      <a:lnTo>
                        <a:pt x="345" y="51"/>
                      </a:lnTo>
                      <a:lnTo>
                        <a:pt x="347" y="70"/>
                      </a:lnTo>
                      <a:lnTo>
                        <a:pt x="345" y="88"/>
                      </a:lnTo>
                      <a:lnTo>
                        <a:pt x="338" y="104"/>
                      </a:lnTo>
                      <a:lnTo>
                        <a:pt x="327" y="119"/>
                      </a:lnTo>
                      <a:lnTo>
                        <a:pt x="313" y="129"/>
                      </a:lnTo>
                      <a:lnTo>
                        <a:pt x="296" y="137"/>
                      </a:lnTo>
                      <a:lnTo>
                        <a:pt x="278" y="139"/>
                      </a:lnTo>
                      <a:lnTo>
                        <a:pt x="69" y="139"/>
                      </a:lnTo>
                      <a:lnTo>
                        <a:pt x="51" y="137"/>
                      </a:lnTo>
                      <a:lnTo>
                        <a:pt x="35" y="129"/>
                      </a:lnTo>
                      <a:lnTo>
                        <a:pt x="20" y="119"/>
                      </a:lnTo>
                      <a:lnTo>
                        <a:pt x="10" y="104"/>
                      </a:lnTo>
                      <a:lnTo>
                        <a:pt x="2" y="88"/>
                      </a:lnTo>
                      <a:lnTo>
                        <a:pt x="0" y="70"/>
                      </a:lnTo>
                      <a:lnTo>
                        <a:pt x="2" y="51"/>
                      </a:lnTo>
                      <a:lnTo>
                        <a:pt x="10" y="35"/>
                      </a:lnTo>
                      <a:lnTo>
                        <a:pt x="20" y="21"/>
                      </a:lnTo>
                      <a:lnTo>
                        <a:pt x="35" y="10"/>
                      </a:lnTo>
                      <a:lnTo>
                        <a:pt x="51" y="4"/>
                      </a:lnTo>
                      <a:lnTo>
                        <a:pt x="69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41" name="Freeform 38"/>
                <p:cNvSpPr>
                  <a:spLocks/>
                </p:cNvSpPr>
                <p:nvPr/>
              </p:nvSpPr>
              <p:spPr bwMode="auto">
                <a:xfrm>
                  <a:off x="2219325" y="2079625"/>
                  <a:ext cx="71438" cy="55562"/>
                </a:xfrm>
                <a:custGeom>
                  <a:avLst/>
                  <a:gdLst>
                    <a:gd name="T0" fmla="*/ 249 w 319"/>
                    <a:gd name="T1" fmla="*/ 0 h 242"/>
                    <a:gd name="T2" fmla="*/ 268 w 319"/>
                    <a:gd name="T3" fmla="*/ 3 h 242"/>
                    <a:gd name="T4" fmla="*/ 283 w 319"/>
                    <a:gd name="T5" fmla="*/ 9 h 242"/>
                    <a:gd name="T6" fmla="*/ 298 w 319"/>
                    <a:gd name="T7" fmla="*/ 20 h 242"/>
                    <a:gd name="T8" fmla="*/ 310 w 319"/>
                    <a:gd name="T9" fmla="*/ 35 h 242"/>
                    <a:gd name="T10" fmla="*/ 316 w 319"/>
                    <a:gd name="T11" fmla="*/ 52 h 242"/>
                    <a:gd name="T12" fmla="*/ 319 w 319"/>
                    <a:gd name="T13" fmla="*/ 70 h 242"/>
                    <a:gd name="T14" fmla="*/ 316 w 319"/>
                    <a:gd name="T15" fmla="*/ 86 h 242"/>
                    <a:gd name="T16" fmla="*/ 310 w 319"/>
                    <a:gd name="T17" fmla="*/ 103 h 242"/>
                    <a:gd name="T18" fmla="*/ 298 w 319"/>
                    <a:gd name="T19" fmla="*/ 118 h 242"/>
                    <a:gd name="T20" fmla="*/ 285 w 319"/>
                    <a:gd name="T21" fmla="*/ 129 h 242"/>
                    <a:gd name="T22" fmla="*/ 104 w 319"/>
                    <a:gd name="T23" fmla="*/ 232 h 242"/>
                    <a:gd name="T24" fmla="*/ 87 w 319"/>
                    <a:gd name="T25" fmla="*/ 239 h 242"/>
                    <a:gd name="T26" fmla="*/ 69 w 319"/>
                    <a:gd name="T27" fmla="*/ 242 h 242"/>
                    <a:gd name="T28" fmla="*/ 51 w 319"/>
                    <a:gd name="T29" fmla="*/ 239 h 242"/>
                    <a:gd name="T30" fmla="*/ 35 w 319"/>
                    <a:gd name="T31" fmla="*/ 233 h 242"/>
                    <a:gd name="T32" fmla="*/ 20 w 319"/>
                    <a:gd name="T33" fmla="*/ 222 h 242"/>
                    <a:gd name="T34" fmla="*/ 9 w 319"/>
                    <a:gd name="T35" fmla="*/ 207 h 242"/>
                    <a:gd name="T36" fmla="*/ 2 w 319"/>
                    <a:gd name="T37" fmla="*/ 190 h 242"/>
                    <a:gd name="T38" fmla="*/ 0 w 319"/>
                    <a:gd name="T39" fmla="*/ 172 h 242"/>
                    <a:gd name="T40" fmla="*/ 2 w 319"/>
                    <a:gd name="T41" fmla="*/ 155 h 242"/>
                    <a:gd name="T42" fmla="*/ 9 w 319"/>
                    <a:gd name="T43" fmla="*/ 138 h 242"/>
                    <a:gd name="T44" fmla="*/ 19 w 319"/>
                    <a:gd name="T45" fmla="*/ 125 h 242"/>
                    <a:gd name="T46" fmla="*/ 34 w 319"/>
                    <a:gd name="T47" fmla="*/ 114 h 242"/>
                    <a:gd name="T48" fmla="*/ 214 w 319"/>
                    <a:gd name="T49" fmla="*/ 10 h 242"/>
                    <a:gd name="T50" fmla="*/ 232 w 319"/>
                    <a:gd name="T51" fmla="*/ 2 h 242"/>
                    <a:gd name="T52" fmla="*/ 249 w 319"/>
                    <a:gd name="T53" fmla="*/ 0 h 24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</a:cxnLst>
                  <a:rect l="0" t="0" r="r" b="b"/>
                  <a:pathLst>
                    <a:path w="319" h="242">
                      <a:moveTo>
                        <a:pt x="249" y="0"/>
                      </a:moveTo>
                      <a:lnTo>
                        <a:pt x="268" y="3"/>
                      </a:lnTo>
                      <a:lnTo>
                        <a:pt x="283" y="9"/>
                      </a:lnTo>
                      <a:lnTo>
                        <a:pt x="298" y="20"/>
                      </a:lnTo>
                      <a:lnTo>
                        <a:pt x="310" y="35"/>
                      </a:lnTo>
                      <a:lnTo>
                        <a:pt x="316" y="52"/>
                      </a:lnTo>
                      <a:lnTo>
                        <a:pt x="319" y="70"/>
                      </a:lnTo>
                      <a:lnTo>
                        <a:pt x="316" y="86"/>
                      </a:lnTo>
                      <a:lnTo>
                        <a:pt x="310" y="103"/>
                      </a:lnTo>
                      <a:lnTo>
                        <a:pt x="298" y="118"/>
                      </a:lnTo>
                      <a:lnTo>
                        <a:pt x="285" y="129"/>
                      </a:lnTo>
                      <a:lnTo>
                        <a:pt x="104" y="232"/>
                      </a:lnTo>
                      <a:lnTo>
                        <a:pt x="87" y="239"/>
                      </a:lnTo>
                      <a:lnTo>
                        <a:pt x="69" y="242"/>
                      </a:lnTo>
                      <a:lnTo>
                        <a:pt x="51" y="239"/>
                      </a:lnTo>
                      <a:lnTo>
                        <a:pt x="35" y="233"/>
                      </a:lnTo>
                      <a:lnTo>
                        <a:pt x="20" y="222"/>
                      </a:lnTo>
                      <a:lnTo>
                        <a:pt x="9" y="207"/>
                      </a:lnTo>
                      <a:lnTo>
                        <a:pt x="2" y="190"/>
                      </a:lnTo>
                      <a:lnTo>
                        <a:pt x="0" y="172"/>
                      </a:lnTo>
                      <a:lnTo>
                        <a:pt x="2" y="155"/>
                      </a:lnTo>
                      <a:lnTo>
                        <a:pt x="9" y="138"/>
                      </a:lnTo>
                      <a:lnTo>
                        <a:pt x="19" y="125"/>
                      </a:lnTo>
                      <a:lnTo>
                        <a:pt x="34" y="114"/>
                      </a:lnTo>
                      <a:lnTo>
                        <a:pt x="214" y="10"/>
                      </a:lnTo>
                      <a:lnTo>
                        <a:pt x="232" y="2"/>
                      </a:lnTo>
                      <a:lnTo>
                        <a:pt x="249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42" name="Freeform 39"/>
                <p:cNvSpPr>
                  <a:spLocks/>
                </p:cNvSpPr>
                <p:nvPr/>
              </p:nvSpPr>
              <p:spPr bwMode="auto">
                <a:xfrm>
                  <a:off x="2792413" y="2079625"/>
                  <a:ext cx="71438" cy="55562"/>
                </a:xfrm>
                <a:custGeom>
                  <a:avLst/>
                  <a:gdLst>
                    <a:gd name="T0" fmla="*/ 69 w 319"/>
                    <a:gd name="T1" fmla="*/ 0 h 242"/>
                    <a:gd name="T2" fmla="*/ 87 w 319"/>
                    <a:gd name="T3" fmla="*/ 2 h 242"/>
                    <a:gd name="T4" fmla="*/ 104 w 319"/>
                    <a:gd name="T5" fmla="*/ 10 h 242"/>
                    <a:gd name="T6" fmla="*/ 285 w 319"/>
                    <a:gd name="T7" fmla="*/ 114 h 242"/>
                    <a:gd name="T8" fmla="*/ 299 w 319"/>
                    <a:gd name="T9" fmla="*/ 125 h 242"/>
                    <a:gd name="T10" fmla="*/ 310 w 319"/>
                    <a:gd name="T11" fmla="*/ 138 h 242"/>
                    <a:gd name="T12" fmla="*/ 316 w 319"/>
                    <a:gd name="T13" fmla="*/ 155 h 242"/>
                    <a:gd name="T14" fmla="*/ 319 w 319"/>
                    <a:gd name="T15" fmla="*/ 172 h 242"/>
                    <a:gd name="T16" fmla="*/ 316 w 319"/>
                    <a:gd name="T17" fmla="*/ 190 h 242"/>
                    <a:gd name="T18" fmla="*/ 310 w 319"/>
                    <a:gd name="T19" fmla="*/ 207 h 242"/>
                    <a:gd name="T20" fmla="*/ 298 w 319"/>
                    <a:gd name="T21" fmla="*/ 222 h 242"/>
                    <a:gd name="T22" fmla="*/ 284 w 319"/>
                    <a:gd name="T23" fmla="*/ 233 h 242"/>
                    <a:gd name="T24" fmla="*/ 268 w 319"/>
                    <a:gd name="T25" fmla="*/ 239 h 242"/>
                    <a:gd name="T26" fmla="*/ 250 w 319"/>
                    <a:gd name="T27" fmla="*/ 242 h 242"/>
                    <a:gd name="T28" fmla="*/ 231 w 319"/>
                    <a:gd name="T29" fmla="*/ 239 h 242"/>
                    <a:gd name="T30" fmla="*/ 214 w 319"/>
                    <a:gd name="T31" fmla="*/ 232 h 242"/>
                    <a:gd name="T32" fmla="*/ 34 w 319"/>
                    <a:gd name="T33" fmla="*/ 129 h 242"/>
                    <a:gd name="T34" fmla="*/ 20 w 319"/>
                    <a:gd name="T35" fmla="*/ 118 h 242"/>
                    <a:gd name="T36" fmla="*/ 9 w 319"/>
                    <a:gd name="T37" fmla="*/ 103 h 242"/>
                    <a:gd name="T38" fmla="*/ 2 w 319"/>
                    <a:gd name="T39" fmla="*/ 86 h 242"/>
                    <a:gd name="T40" fmla="*/ 0 w 319"/>
                    <a:gd name="T41" fmla="*/ 70 h 242"/>
                    <a:gd name="T42" fmla="*/ 2 w 319"/>
                    <a:gd name="T43" fmla="*/ 52 h 242"/>
                    <a:gd name="T44" fmla="*/ 9 w 319"/>
                    <a:gd name="T45" fmla="*/ 35 h 242"/>
                    <a:gd name="T46" fmla="*/ 20 w 319"/>
                    <a:gd name="T47" fmla="*/ 20 h 242"/>
                    <a:gd name="T48" fmla="*/ 35 w 319"/>
                    <a:gd name="T49" fmla="*/ 9 h 242"/>
                    <a:gd name="T50" fmla="*/ 51 w 319"/>
                    <a:gd name="T51" fmla="*/ 3 h 242"/>
                    <a:gd name="T52" fmla="*/ 69 w 319"/>
                    <a:gd name="T53" fmla="*/ 0 h 24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</a:cxnLst>
                  <a:rect l="0" t="0" r="r" b="b"/>
                  <a:pathLst>
                    <a:path w="319" h="242">
                      <a:moveTo>
                        <a:pt x="69" y="0"/>
                      </a:moveTo>
                      <a:lnTo>
                        <a:pt x="87" y="2"/>
                      </a:lnTo>
                      <a:lnTo>
                        <a:pt x="104" y="10"/>
                      </a:lnTo>
                      <a:lnTo>
                        <a:pt x="285" y="114"/>
                      </a:lnTo>
                      <a:lnTo>
                        <a:pt x="299" y="125"/>
                      </a:lnTo>
                      <a:lnTo>
                        <a:pt x="310" y="138"/>
                      </a:lnTo>
                      <a:lnTo>
                        <a:pt x="316" y="155"/>
                      </a:lnTo>
                      <a:lnTo>
                        <a:pt x="319" y="172"/>
                      </a:lnTo>
                      <a:lnTo>
                        <a:pt x="316" y="190"/>
                      </a:lnTo>
                      <a:lnTo>
                        <a:pt x="310" y="207"/>
                      </a:lnTo>
                      <a:lnTo>
                        <a:pt x="298" y="222"/>
                      </a:lnTo>
                      <a:lnTo>
                        <a:pt x="284" y="233"/>
                      </a:lnTo>
                      <a:lnTo>
                        <a:pt x="268" y="239"/>
                      </a:lnTo>
                      <a:lnTo>
                        <a:pt x="250" y="242"/>
                      </a:lnTo>
                      <a:lnTo>
                        <a:pt x="231" y="239"/>
                      </a:lnTo>
                      <a:lnTo>
                        <a:pt x="214" y="232"/>
                      </a:lnTo>
                      <a:lnTo>
                        <a:pt x="34" y="129"/>
                      </a:lnTo>
                      <a:lnTo>
                        <a:pt x="20" y="118"/>
                      </a:lnTo>
                      <a:lnTo>
                        <a:pt x="9" y="103"/>
                      </a:lnTo>
                      <a:lnTo>
                        <a:pt x="2" y="86"/>
                      </a:lnTo>
                      <a:lnTo>
                        <a:pt x="0" y="70"/>
                      </a:lnTo>
                      <a:lnTo>
                        <a:pt x="2" y="52"/>
                      </a:lnTo>
                      <a:lnTo>
                        <a:pt x="9" y="35"/>
                      </a:lnTo>
                      <a:lnTo>
                        <a:pt x="20" y="20"/>
                      </a:lnTo>
                      <a:lnTo>
                        <a:pt x="35" y="9"/>
                      </a:lnTo>
                      <a:lnTo>
                        <a:pt x="51" y="3"/>
                      </a:lnTo>
                      <a:lnTo>
                        <a:pt x="69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43" name="Freeform 40"/>
                <p:cNvSpPr>
                  <a:spLocks/>
                </p:cNvSpPr>
                <p:nvPr/>
              </p:nvSpPr>
              <p:spPr bwMode="auto">
                <a:xfrm>
                  <a:off x="2833688" y="1927225"/>
                  <a:ext cx="77788" cy="31750"/>
                </a:xfrm>
                <a:custGeom>
                  <a:avLst/>
                  <a:gdLst>
                    <a:gd name="T0" fmla="*/ 70 w 348"/>
                    <a:gd name="T1" fmla="*/ 0 h 139"/>
                    <a:gd name="T2" fmla="*/ 278 w 348"/>
                    <a:gd name="T3" fmla="*/ 0 h 139"/>
                    <a:gd name="T4" fmla="*/ 297 w 348"/>
                    <a:gd name="T5" fmla="*/ 4 h 139"/>
                    <a:gd name="T6" fmla="*/ 314 w 348"/>
                    <a:gd name="T7" fmla="*/ 10 h 139"/>
                    <a:gd name="T8" fmla="*/ 327 w 348"/>
                    <a:gd name="T9" fmla="*/ 21 h 139"/>
                    <a:gd name="T10" fmla="*/ 337 w 348"/>
                    <a:gd name="T11" fmla="*/ 35 h 139"/>
                    <a:gd name="T12" fmla="*/ 345 w 348"/>
                    <a:gd name="T13" fmla="*/ 51 h 139"/>
                    <a:gd name="T14" fmla="*/ 348 w 348"/>
                    <a:gd name="T15" fmla="*/ 70 h 139"/>
                    <a:gd name="T16" fmla="*/ 345 w 348"/>
                    <a:gd name="T17" fmla="*/ 88 h 139"/>
                    <a:gd name="T18" fmla="*/ 337 w 348"/>
                    <a:gd name="T19" fmla="*/ 104 h 139"/>
                    <a:gd name="T20" fmla="*/ 327 w 348"/>
                    <a:gd name="T21" fmla="*/ 119 h 139"/>
                    <a:gd name="T22" fmla="*/ 314 w 348"/>
                    <a:gd name="T23" fmla="*/ 129 h 139"/>
                    <a:gd name="T24" fmla="*/ 297 w 348"/>
                    <a:gd name="T25" fmla="*/ 137 h 139"/>
                    <a:gd name="T26" fmla="*/ 278 w 348"/>
                    <a:gd name="T27" fmla="*/ 139 h 139"/>
                    <a:gd name="T28" fmla="*/ 70 w 348"/>
                    <a:gd name="T29" fmla="*/ 139 h 139"/>
                    <a:gd name="T30" fmla="*/ 52 w 348"/>
                    <a:gd name="T31" fmla="*/ 137 h 139"/>
                    <a:gd name="T32" fmla="*/ 34 w 348"/>
                    <a:gd name="T33" fmla="*/ 129 h 139"/>
                    <a:gd name="T34" fmla="*/ 21 w 348"/>
                    <a:gd name="T35" fmla="*/ 119 h 139"/>
                    <a:gd name="T36" fmla="*/ 10 w 348"/>
                    <a:gd name="T37" fmla="*/ 104 h 139"/>
                    <a:gd name="T38" fmla="*/ 3 w 348"/>
                    <a:gd name="T39" fmla="*/ 88 h 139"/>
                    <a:gd name="T40" fmla="*/ 0 w 348"/>
                    <a:gd name="T41" fmla="*/ 70 h 139"/>
                    <a:gd name="T42" fmla="*/ 3 w 348"/>
                    <a:gd name="T43" fmla="*/ 51 h 139"/>
                    <a:gd name="T44" fmla="*/ 10 w 348"/>
                    <a:gd name="T45" fmla="*/ 35 h 139"/>
                    <a:gd name="T46" fmla="*/ 21 w 348"/>
                    <a:gd name="T47" fmla="*/ 21 h 139"/>
                    <a:gd name="T48" fmla="*/ 34 w 348"/>
                    <a:gd name="T49" fmla="*/ 10 h 139"/>
                    <a:gd name="T50" fmla="*/ 52 w 348"/>
                    <a:gd name="T51" fmla="*/ 4 h 139"/>
                    <a:gd name="T52" fmla="*/ 70 w 348"/>
                    <a:gd name="T53" fmla="*/ 0 h 13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</a:cxnLst>
                  <a:rect l="0" t="0" r="r" b="b"/>
                  <a:pathLst>
                    <a:path w="348" h="139">
                      <a:moveTo>
                        <a:pt x="70" y="0"/>
                      </a:moveTo>
                      <a:lnTo>
                        <a:pt x="278" y="0"/>
                      </a:lnTo>
                      <a:lnTo>
                        <a:pt x="297" y="4"/>
                      </a:lnTo>
                      <a:lnTo>
                        <a:pt x="314" y="10"/>
                      </a:lnTo>
                      <a:lnTo>
                        <a:pt x="327" y="21"/>
                      </a:lnTo>
                      <a:lnTo>
                        <a:pt x="337" y="35"/>
                      </a:lnTo>
                      <a:lnTo>
                        <a:pt x="345" y="51"/>
                      </a:lnTo>
                      <a:lnTo>
                        <a:pt x="348" y="70"/>
                      </a:lnTo>
                      <a:lnTo>
                        <a:pt x="345" y="88"/>
                      </a:lnTo>
                      <a:lnTo>
                        <a:pt x="337" y="104"/>
                      </a:lnTo>
                      <a:lnTo>
                        <a:pt x="327" y="119"/>
                      </a:lnTo>
                      <a:lnTo>
                        <a:pt x="314" y="129"/>
                      </a:lnTo>
                      <a:lnTo>
                        <a:pt x="297" y="137"/>
                      </a:lnTo>
                      <a:lnTo>
                        <a:pt x="278" y="139"/>
                      </a:lnTo>
                      <a:lnTo>
                        <a:pt x="70" y="139"/>
                      </a:lnTo>
                      <a:lnTo>
                        <a:pt x="52" y="137"/>
                      </a:lnTo>
                      <a:lnTo>
                        <a:pt x="34" y="129"/>
                      </a:lnTo>
                      <a:lnTo>
                        <a:pt x="21" y="119"/>
                      </a:lnTo>
                      <a:lnTo>
                        <a:pt x="10" y="104"/>
                      </a:lnTo>
                      <a:lnTo>
                        <a:pt x="3" y="88"/>
                      </a:lnTo>
                      <a:lnTo>
                        <a:pt x="0" y="70"/>
                      </a:lnTo>
                      <a:lnTo>
                        <a:pt x="3" y="51"/>
                      </a:lnTo>
                      <a:lnTo>
                        <a:pt x="10" y="35"/>
                      </a:lnTo>
                      <a:lnTo>
                        <a:pt x="21" y="21"/>
                      </a:lnTo>
                      <a:lnTo>
                        <a:pt x="34" y="10"/>
                      </a:lnTo>
                      <a:lnTo>
                        <a:pt x="52" y="4"/>
                      </a:lnTo>
                      <a:lnTo>
                        <a:pt x="70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44" name="Freeform 41"/>
                <p:cNvSpPr>
                  <a:spLocks/>
                </p:cNvSpPr>
                <p:nvPr/>
              </p:nvSpPr>
              <p:spPr bwMode="auto">
                <a:xfrm>
                  <a:off x="2792413" y="1751013"/>
                  <a:ext cx="71438" cy="55562"/>
                </a:xfrm>
                <a:custGeom>
                  <a:avLst/>
                  <a:gdLst>
                    <a:gd name="T0" fmla="*/ 250 w 319"/>
                    <a:gd name="T1" fmla="*/ 0 h 241"/>
                    <a:gd name="T2" fmla="*/ 268 w 319"/>
                    <a:gd name="T3" fmla="*/ 3 h 241"/>
                    <a:gd name="T4" fmla="*/ 284 w 319"/>
                    <a:gd name="T5" fmla="*/ 9 h 241"/>
                    <a:gd name="T6" fmla="*/ 298 w 319"/>
                    <a:gd name="T7" fmla="*/ 20 h 241"/>
                    <a:gd name="T8" fmla="*/ 310 w 319"/>
                    <a:gd name="T9" fmla="*/ 34 h 241"/>
                    <a:gd name="T10" fmla="*/ 316 w 319"/>
                    <a:gd name="T11" fmla="*/ 51 h 241"/>
                    <a:gd name="T12" fmla="*/ 319 w 319"/>
                    <a:gd name="T13" fmla="*/ 69 h 241"/>
                    <a:gd name="T14" fmla="*/ 316 w 319"/>
                    <a:gd name="T15" fmla="*/ 87 h 241"/>
                    <a:gd name="T16" fmla="*/ 310 w 319"/>
                    <a:gd name="T17" fmla="*/ 103 h 241"/>
                    <a:gd name="T18" fmla="*/ 299 w 319"/>
                    <a:gd name="T19" fmla="*/ 118 h 241"/>
                    <a:gd name="T20" fmla="*/ 285 w 319"/>
                    <a:gd name="T21" fmla="*/ 129 h 241"/>
                    <a:gd name="T22" fmla="*/ 104 w 319"/>
                    <a:gd name="T23" fmla="*/ 231 h 241"/>
                    <a:gd name="T24" fmla="*/ 87 w 319"/>
                    <a:gd name="T25" fmla="*/ 239 h 241"/>
                    <a:gd name="T26" fmla="*/ 69 w 319"/>
                    <a:gd name="T27" fmla="*/ 241 h 241"/>
                    <a:gd name="T28" fmla="*/ 52 w 319"/>
                    <a:gd name="T29" fmla="*/ 239 h 241"/>
                    <a:gd name="T30" fmla="*/ 35 w 319"/>
                    <a:gd name="T31" fmla="*/ 232 h 241"/>
                    <a:gd name="T32" fmla="*/ 20 w 319"/>
                    <a:gd name="T33" fmla="*/ 221 h 241"/>
                    <a:gd name="T34" fmla="*/ 9 w 319"/>
                    <a:gd name="T35" fmla="*/ 206 h 241"/>
                    <a:gd name="T36" fmla="*/ 2 w 319"/>
                    <a:gd name="T37" fmla="*/ 190 h 241"/>
                    <a:gd name="T38" fmla="*/ 0 w 319"/>
                    <a:gd name="T39" fmla="*/ 172 h 241"/>
                    <a:gd name="T40" fmla="*/ 2 w 319"/>
                    <a:gd name="T41" fmla="*/ 155 h 241"/>
                    <a:gd name="T42" fmla="*/ 9 w 319"/>
                    <a:gd name="T43" fmla="*/ 138 h 241"/>
                    <a:gd name="T44" fmla="*/ 20 w 319"/>
                    <a:gd name="T45" fmla="*/ 124 h 241"/>
                    <a:gd name="T46" fmla="*/ 34 w 319"/>
                    <a:gd name="T47" fmla="*/ 112 h 241"/>
                    <a:gd name="T48" fmla="*/ 214 w 319"/>
                    <a:gd name="T49" fmla="*/ 9 h 241"/>
                    <a:gd name="T50" fmla="*/ 233 w 319"/>
                    <a:gd name="T51" fmla="*/ 3 h 241"/>
                    <a:gd name="T52" fmla="*/ 250 w 319"/>
                    <a:gd name="T53" fmla="*/ 0 h 24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</a:cxnLst>
                  <a:rect l="0" t="0" r="r" b="b"/>
                  <a:pathLst>
                    <a:path w="319" h="241">
                      <a:moveTo>
                        <a:pt x="250" y="0"/>
                      </a:moveTo>
                      <a:lnTo>
                        <a:pt x="268" y="3"/>
                      </a:lnTo>
                      <a:lnTo>
                        <a:pt x="284" y="9"/>
                      </a:lnTo>
                      <a:lnTo>
                        <a:pt x="298" y="20"/>
                      </a:lnTo>
                      <a:lnTo>
                        <a:pt x="310" y="34"/>
                      </a:lnTo>
                      <a:lnTo>
                        <a:pt x="316" y="51"/>
                      </a:lnTo>
                      <a:lnTo>
                        <a:pt x="319" y="69"/>
                      </a:lnTo>
                      <a:lnTo>
                        <a:pt x="316" y="87"/>
                      </a:lnTo>
                      <a:lnTo>
                        <a:pt x="310" y="103"/>
                      </a:lnTo>
                      <a:lnTo>
                        <a:pt x="299" y="118"/>
                      </a:lnTo>
                      <a:lnTo>
                        <a:pt x="285" y="129"/>
                      </a:lnTo>
                      <a:lnTo>
                        <a:pt x="104" y="231"/>
                      </a:lnTo>
                      <a:lnTo>
                        <a:pt x="87" y="239"/>
                      </a:lnTo>
                      <a:lnTo>
                        <a:pt x="69" y="241"/>
                      </a:lnTo>
                      <a:lnTo>
                        <a:pt x="52" y="239"/>
                      </a:lnTo>
                      <a:lnTo>
                        <a:pt x="35" y="232"/>
                      </a:lnTo>
                      <a:lnTo>
                        <a:pt x="20" y="221"/>
                      </a:lnTo>
                      <a:lnTo>
                        <a:pt x="9" y="206"/>
                      </a:lnTo>
                      <a:lnTo>
                        <a:pt x="2" y="190"/>
                      </a:lnTo>
                      <a:lnTo>
                        <a:pt x="0" y="172"/>
                      </a:lnTo>
                      <a:lnTo>
                        <a:pt x="2" y="155"/>
                      </a:lnTo>
                      <a:lnTo>
                        <a:pt x="9" y="138"/>
                      </a:lnTo>
                      <a:lnTo>
                        <a:pt x="20" y="124"/>
                      </a:lnTo>
                      <a:lnTo>
                        <a:pt x="34" y="112"/>
                      </a:lnTo>
                      <a:lnTo>
                        <a:pt x="214" y="9"/>
                      </a:lnTo>
                      <a:lnTo>
                        <a:pt x="233" y="3"/>
                      </a:lnTo>
                      <a:lnTo>
                        <a:pt x="250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45" name="Freeform 42"/>
                <p:cNvSpPr>
                  <a:spLocks/>
                </p:cNvSpPr>
                <p:nvPr/>
              </p:nvSpPr>
              <p:spPr bwMode="auto">
                <a:xfrm>
                  <a:off x="2679700" y="1622425"/>
                  <a:ext cx="55563" cy="71437"/>
                </a:xfrm>
                <a:custGeom>
                  <a:avLst/>
                  <a:gdLst>
                    <a:gd name="T0" fmla="*/ 172 w 243"/>
                    <a:gd name="T1" fmla="*/ 0 h 316"/>
                    <a:gd name="T2" fmla="*/ 191 w 243"/>
                    <a:gd name="T3" fmla="*/ 2 h 316"/>
                    <a:gd name="T4" fmla="*/ 208 w 243"/>
                    <a:gd name="T5" fmla="*/ 10 h 316"/>
                    <a:gd name="T6" fmla="*/ 222 w 243"/>
                    <a:gd name="T7" fmla="*/ 21 h 316"/>
                    <a:gd name="T8" fmla="*/ 234 w 243"/>
                    <a:gd name="T9" fmla="*/ 34 h 316"/>
                    <a:gd name="T10" fmla="*/ 241 w 243"/>
                    <a:gd name="T11" fmla="*/ 51 h 316"/>
                    <a:gd name="T12" fmla="*/ 243 w 243"/>
                    <a:gd name="T13" fmla="*/ 68 h 316"/>
                    <a:gd name="T14" fmla="*/ 241 w 243"/>
                    <a:gd name="T15" fmla="*/ 86 h 316"/>
                    <a:gd name="T16" fmla="*/ 234 w 243"/>
                    <a:gd name="T17" fmla="*/ 103 h 316"/>
                    <a:gd name="T18" fmla="*/ 129 w 243"/>
                    <a:gd name="T19" fmla="*/ 282 h 316"/>
                    <a:gd name="T20" fmla="*/ 118 w 243"/>
                    <a:gd name="T21" fmla="*/ 297 h 316"/>
                    <a:gd name="T22" fmla="*/ 103 w 243"/>
                    <a:gd name="T23" fmla="*/ 308 h 316"/>
                    <a:gd name="T24" fmla="*/ 87 w 243"/>
                    <a:gd name="T25" fmla="*/ 314 h 316"/>
                    <a:gd name="T26" fmla="*/ 69 w 243"/>
                    <a:gd name="T27" fmla="*/ 316 h 316"/>
                    <a:gd name="T28" fmla="*/ 52 w 243"/>
                    <a:gd name="T29" fmla="*/ 314 h 316"/>
                    <a:gd name="T30" fmla="*/ 35 w 243"/>
                    <a:gd name="T31" fmla="*/ 307 h 316"/>
                    <a:gd name="T32" fmla="*/ 19 w 243"/>
                    <a:gd name="T33" fmla="*/ 296 h 316"/>
                    <a:gd name="T34" fmla="*/ 9 w 243"/>
                    <a:gd name="T35" fmla="*/ 282 h 316"/>
                    <a:gd name="T36" fmla="*/ 2 w 243"/>
                    <a:gd name="T37" fmla="*/ 265 h 316"/>
                    <a:gd name="T38" fmla="*/ 0 w 243"/>
                    <a:gd name="T39" fmla="*/ 248 h 316"/>
                    <a:gd name="T40" fmla="*/ 2 w 243"/>
                    <a:gd name="T41" fmla="*/ 230 h 316"/>
                    <a:gd name="T42" fmla="*/ 9 w 243"/>
                    <a:gd name="T43" fmla="*/ 214 h 316"/>
                    <a:gd name="T44" fmla="*/ 113 w 243"/>
                    <a:gd name="T45" fmla="*/ 34 h 316"/>
                    <a:gd name="T46" fmla="*/ 125 w 243"/>
                    <a:gd name="T47" fmla="*/ 20 h 316"/>
                    <a:gd name="T48" fmla="*/ 140 w 243"/>
                    <a:gd name="T49" fmla="*/ 9 h 316"/>
                    <a:gd name="T50" fmla="*/ 155 w 243"/>
                    <a:gd name="T51" fmla="*/ 2 h 316"/>
                    <a:gd name="T52" fmla="*/ 172 w 243"/>
                    <a:gd name="T53" fmla="*/ 0 h 31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</a:cxnLst>
                  <a:rect l="0" t="0" r="r" b="b"/>
                  <a:pathLst>
                    <a:path w="243" h="316">
                      <a:moveTo>
                        <a:pt x="172" y="0"/>
                      </a:moveTo>
                      <a:lnTo>
                        <a:pt x="191" y="2"/>
                      </a:lnTo>
                      <a:lnTo>
                        <a:pt x="208" y="10"/>
                      </a:lnTo>
                      <a:lnTo>
                        <a:pt x="222" y="21"/>
                      </a:lnTo>
                      <a:lnTo>
                        <a:pt x="234" y="34"/>
                      </a:lnTo>
                      <a:lnTo>
                        <a:pt x="241" y="51"/>
                      </a:lnTo>
                      <a:lnTo>
                        <a:pt x="243" y="68"/>
                      </a:lnTo>
                      <a:lnTo>
                        <a:pt x="241" y="86"/>
                      </a:lnTo>
                      <a:lnTo>
                        <a:pt x="234" y="103"/>
                      </a:lnTo>
                      <a:lnTo>
                        <a:pt x="129" y="282"/>
                      </a:lnTo>
                      <a:lnTo>
                        <a:pt x="118" y="297"/>
                      </a:lnTo>
                      <a:lnTo>
                        <a:pt x="103" y="308"/>
                      </a:lnTo>
                      <a:lnTo>
                        <a:pt x="87" y="314"/>
                      </a:lnTo>
                      <a:lnTo>
                        <a:pt x="69" y="316"/>
                      </a:lnTo>
                      <a:lnTo>
                        <a:pt x="52" y="314"/>
                      </a:lnTo>
                      <a:lnTo>
                        <a:pt x="35" y="307"/>
                      </a:lnTo>
                      <a:lnTo>
                        <a:pt x="19" y="296"/>
                      </a:lnTo>
                      <a:lnTo>
                        <a:pt x="9" y="282"/>
                      </a:lnTo>
                      <a:lnTo>
                        <a:pt x="2" y="265"/>
                      </a:lnTo>
                      <a:lnTo>
                        <a:pt x="0" y="248"/>
                      </a:lnTo>
                      <a:lnTo>
                        <a:pt x="2" y="230"/>
                      </a:lnTo>
                      <a:lnTo>
                        <a:pt x="9" y="214"/>
                      </a:lnTo>
                      <a:lnTo>
                        <a:pt x="113" y="34"/>
                      </a:lnTo>
                      <a:lnTo>
                        <a:pt x="125" y="20"/>
                      </a:lnTo>
                      <a:lnTo>
                        <a:pt x="140" y="9"/>
                      </a:lnTo>
                      <a:lnTo>
                        <a:pt x="155" y="2"/>
                      </a:lnTo>
                      <a:lnTo>
                        <a:pt x="172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46" name="Freeform 43"/>
                <p:cNvSpPr>
                  <a:spLocks/>
                </p:cNvSpPr>
                <p:nvPr/>
              </p:nvSpPr>
              <p:spPr bwMode="auto">
                <a:xfrm>
                  <a:off x="2503488" y="1811338"/>
                  <a:ext cx="76200" cy="242887"/>
                </a:xfrm>
                <a:custGeom>
                  <a:avLst/>
                  <a:gdLst>
                    <a:gd name="T0" fmla="*/ 167 w 334"/>
                    <a:gd name="T1" fmla="*/ 0 h 1073"/>
                    <a:gd name="T2" fmla="*/ 201 w 334"/>
                    <a:gd name="T3" fmla="*/ 2 h 1073"/>
                    <a:gd name="T4" fmla="*/ 230 w 334"/>
                    <a:gd name="T5" fmla="*/ 8 h 1073"/>
                    <a:gd name="T6" fmla="*/ 258 w 334"/>
                    <a:gd name="T7" fmla="*/ 18 h 1073"/>
                    <a:gd name="T8" fmla="*/ 280 w 334"/>
                    <a:gd name="T9" fmla="*/ 33 h 1073"/>
                    <a:gd name="T10" fmla="*/ 300 w 334"/>
                    <a:gd name="T11" fmla="*/ 51 h 1073"/>
                    <a:gd name="T12" fmla="*/ 314 w 334"/>
                    <a:gd name="T13" fmla="*/ 72 h 1073"/>
                    <a:gd name="T14" fmla="*/ 326 w 334"/>
                    <a:gd name="T15" fmla="*/ 98 h 1073"/>
                    <a:gd name="T16" fmla="*/ 331 w 334"/>
                    <a:gd name="T17" fmla="*/ 128 h 1073"/>
                    <a:gd name="T18" fmla="*/ 334 w 334"/>
                    <a:gd name="T19" fmla="*/ 162 h 1073"/>
                    <a:gd name="T20" fmla="*/ 334 w 334"/>
                    <a:gd name="T21" fmla="*/ 406 h 1073"/>
                    <a:gd name="T22" fmla="*/ 332 w 334"/>
                    <a:gd name="T23" fmla="*/ 438 h 1073"/>
                    <a:gd name="T24" fmla="*/ 329 w 334"/>
                    <a:gd name="T25" fmla="*/ 471 h 1073"/>
                    <a:gd name="T26" fmla="*/ 326 w 334"/>
                    <a:gd name="T27" fmla="*/ 505 h 1073"/>
                    <a:gd name="T28" fmla="*/ 260 w 334"/>
                    <a:gd name="T29" fmla="*/ 996 h 1073"/>
                    <a:gd name="T30" fmla="*/ 255 w 334"/>
                    <a:gd name="T31" fmla="*/ 1019 h 1073"/>
                    <a:gd name="T32" fmla="*/ 247 w 334"/>
                    <a:gd name="T33" fmla="*/ 1039 h 1073"/>
                    <a:gd name="T34" fmla="*/ 237 w 334"/>
                    <a:gd name="T35" fmla="*/ 1052 h 1073"/>
                    <a:gd name="T36" fmla="*/ 224 w 334"/>
                    <a:gd name="T37" fmla="*/ 1062 h 1073"/>
                    <a:gd name="T38" fmla="*/ 208 w 334"/>
                    <a:gd name="T39" fmla="*/ 1069 h 1073"/>
                    <a:gd name="T40" fmla="*/ 188 w 334"/>
                    <a:gd name="T41" fmla="*/ 1072 h 1073"/>
                    <a:gd name="T42" fmla="*/ 167 w 334"/>
                    <a:gd name="T43" fmla="*/ 1073 h 1073"/>
                    <a:gd name="T44" fmla="*/ 145 w 334"/>
                    <a:gd name="T45" fmla="*/ 1072 h 1073"/>
                    <a:gd name="T46" fmla="*/ 126 w 334"/>
                    <a:gd name="T47" fmla="*/ 1069 h 1073"/>
                    <a:gd name="T48" fmla="*/ 110 w 334"/>
                    <a:gd name="T49" fmla="*/ 1062 h 1073"/>
                    <a:gd name="T50" fmla="*/ 96 w 334"/>
                    <a:gd name="T51" fmla="*/ 1052 h 1073"/>
                    <a:gd name="T52" fmla="*/ 86 w 334"/>
                    <a:gd name="T53" fmla="*/ 1039 h 1073"/>
                    <a:gd name="T54" fmla="*/ 78 w 334"/>
                    <a:gd name="T55" fmla="*/ 1019 h 1073"/>
                    <a:gd name="T56" fmla="*/ 74 w 334"/>
                    <a:gd name="T57" fmla="*/ 996 h 1073"/>
                    <a:gd name="T58" fmla="*/ 8 w 334"/>
                    <a:gd name="T59" fmla="*/ 505 h 1073"/>
                    <a:gd name="T60" fmla="*/ 5 w 334"/>
                    <a:gd name="T61" fmla="*/ 471 h 1073"/>
                    <a:gd name="T62" fmla="*/ 1 w 334"/>
                    <a:gd name="T63" fmla="*/ 438 h 1073"/>
                    <a:gd name="T64" fmla="*/ 0 w 334"/>
                    <a:gd name="T65" fmla="*/ 406 h 1073"/>
                    <a:gd name="T66" fmla="*/ 0 w 334"/>
                    <a:gd name="T67" fmla="*/ 162 h 1073"/>
                    <a:gd name="T68" fmla="*/ 2 w 334"/>
                    <a:gd name="T69" fmla="*/ 128 h 1073"/>
                    <a:gd name="T70" fmla="*/ 8 w 334"/>
                    <a:gd name="T71" fmla="*/ 98 h 1073"/>
                    <a:gd name="T72" fmla="*/ 19 w 334"/>
                    <a:gd name="T73" fmla="*/ 72 h 1073"/>
                    <a:gd name="T74" fmla="*/ 34 w 334"/>
                    <a:gd name="T75" fmla="*/ 51 h 1073"/>
                    <a:gd name="T76" fmla="*/ 53 w 334"/>
                    <a:gd name="T77" fmla="*/ 33 h 1073"/>
                    <a:gd name="T78" fmla="*/ 76 w 334"/>
                    <a:gd name="T79" fmla="*/ 18 h 1073"/>
                    <a:gd name="T80" fmla="*/ 103 w 334"/>
                    <a:gd name="T81" fmla="*/ 8 h 1073"/>
                    <a:gd name="T82" fmla="*/ 133 w 334"/>
                    <a:gd name="T83" fmla="*/ 2 h 1073"/>
                    <a:gd name="T84" fmla="*/ 167 w 334"/>
                    <a:gd name="T85" fmla="*/ 0 h 107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</a:cxnLst>
                  <a:rect l="0" t="0" r="r" b="b"/>
                  <a:pathLst>
                    <a:path w="334" h="1073">
                      <a:moveTo>
                        <a:pt x="167" y="0"/>
                      </a:moveTo>
                      <a:lnTo>
                        <a:pt x="201" y="2"/>
                      </a:lnTo>
                      <a:lnTo>
                        <a:pt x="230" y="8"/>
                      </a:lnTo>
                      <a:lnTo>
                        <a:pt x="258" y="18"/>
                      </a:lnTo>
                      <a:lnTo>
                        <a:pt x="280" y="33"/>
                      </a:lnTo>
                      <a:lnTo>
                        <a:pt x="300" y="51"/>
                      </a:lnTo>
                      <a:lnTo>
                        <a:pt x="314" y="72"/>
                      </a:lnTo>
                      <a:lnTo>
                        <a:pt x="326" y="98"/>
                      </a:lnTo>
                      <a:lnTo>
                        <a:pt x="331" y="128"/>
                      </a:lnTo>
                      <a:lnTo>
                        <a:pt x="334" y="162"/>
                      </a:lnTo>
                      <a:lnTo>
                        <a:pt x="334" y="406"/>
                      </a:lnTo>
                      <a:lnTo>
                        <a:pt x="332" y="438"/>
                      </a:lnTo>
                      <a:lnTo>
                        <a:pt x="329" y="471"/>
                      </a:lnTo>
                      <a:lnTo>
                        <a:pt x="326" y="505"/>
                      </a:lnTo>
                      <a:lnTo>
                        <a:pt x="260" y="996"/>
                      </a:lnTo>
                      <a:lnTo>
                        <a:pt x="255" y="1019"/>
                      </a:lnTo>
                      <a:lnTo>
                        <a:pt x="247" y="1039"/>
                      </a:lnTo>
                      <a:lnTo>
                        <a:pt x="237" y="1052"/>
                      </a:lnTo>
                      <a:lnTo>
                        <a:pt x="224" y="1062"/>
                      </a:lnTo>
                      <a:lnTo>
                        <a:pt x="208" y="1069"/>
                      </a:lnTo>
                      <a:lnTo>
                        <a:pt x="188" y="1072"/>
                      </a:lnTo>
                      <a:lnTo>
                        <a:pt x="167" y="1073"/>
                      </a:lnTo>
                      <a:lnTo>
                        <a:pt x="145" y="1072"/>
                      </a:lnTo>
                      <a:lnTo>
                        <a:pt x="126" y="1069"/>
                      </a:lnTo>
                      <a:lnTo>
                        <a:pt x="110" y="1062"/>
                      </a:lnTo>
                      <a:lnTo>
                        <a:pt x="96" y="1052"/>
                      </a:lnTo>
                      <a:lnTo>
                        <a:pt x="86" y="1039"/>
                      </a:lnTo>
                      <a:lnTo>
                        <a:pt x="78" y="1019"/>
                      </a:lnTo>
                      <a:lnTo>
                        <a:pt x="74" y="996"/>
                      </a:lnTo>
                      <a:lnTo>
                        <a:pt x="8" y="505"/>
                      </a:lnTo>
                      <a:lnTo>
                        <a:pt x="5" y="471"/>
                      </a:lnTo>
                      <a:lnTo>
                        <a:pt x="1" y="438"/>
                      </a:lnTo>
                      <a:lnTo>
                        <a:pt x="0" y="406"/>
                      </a:lnTo>
                      <a:lnTo>
                        <a:pt x="0" y="162"/>
                      </a:lnTo>
                      <a:lnTo>
                        <a:pt x="2" y="128"/>
                      </a:lnTo>
                      <a:lnTo>
                        <a:pt x="8" y="98"/>
                      </a:lnTo>
                      <a:lnTo>
                        <a:pt x="19" y="72"/>
                      </a:lnTo>
                      <a:lnTo>
                        <a:pt x="34" y="51"/>
                      </a:lnTo>
                      <a:lnTo>
                        <a:pt x="53" y="33"/>
                      </a:lnTo>
                      <a:lnTo>
                        <a:pt x="76" y="18"/>
                      </a:lnTo>
                      <a:lnTo>
                        <a:pt x="103" y="8"/>
                      </a:lnTo>
                      <a:lnTo>
                        <a:pt x="133" y="2"/>
                      </a:lnTo>
                      <a:lnTo>
                        <a:pt x="167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47" name="Freeform 44"/>
                <p:cNvSpPr>
                  <a:spLocks/>
                </p:cNvSpPr>
                <p:nvPr/>
              </p:nvSpPr>
              <p:spPr bwMode="auto">
                <a:xfrm>
                  <a:off x="2501900" y="2085975"/>
                  <a:ext cx="79375" cy="77787"/>
                </a:xfrm>
                <a:custGeom>
                  <a:avLst/>
                  <a:gdLst>
                    <a:gd name="T0" fmla="*/ 174 w 347"/>
                    <a:gd name="T1" fmla="*/ 0 h 344"/>
                    <a:gd name="T2" fmla="*/ 209 w 347"/>
                    <a:gd name="T3" fmla="*/ 4 h 344"/>
                    <a:gd name="T4" fmla="*/ 241 w 347"/>
                    <a:gd name="T5" fmla="*/ 14 h 344"/>
                    <a:gd name="T6" fmla="*/ 270 w 347"/>
                    <a:gd name="T7" fmla="*/ 30 h 344"/>
                    <a:gd name="T8" fmla="*/ 296 w 347"/>
                    <a:gd name="T9" fmla="*/ 50 h 344"/>
                    <a:gd name="T10" fmla="*/ 318 w 347"/>
                    <a:gd name="T11" fmla="*/ 76 h 344"/>
                    <a:gd name="T12" fmla="*/ 334 w 347"/>
                    <a:gd name="T13" fmla="*/ 106 h 344"/>
                    <a:gd name="T14" fmla="*/ 344 w 347"/>
                    <a:gd name="T15" fmla="*/ 138 h 344"/>
                    <a:gd name="T16" fmla="*/ 347 w 347"/>
                    <a:gd name="T17" fmla="*/ 172 h 344"/>
                    <a:gd name="T18" fmla="*/ 344 w 347"/>
                    <a:gd name="T19" fmla="*/ 207 h 344"/>
                    <a:gd name="T20" fmla="*/ 334 w 347"/>
                    <a:gd name="T21" fmla="*/ 240 h 344"/>
                    <a:gd name="T22" fmla="*/ 318 w 347"/>
                    <a:gd name="T23" fmla="*/ 269 h 344"/>
                    <a:gd name="T24" fmla="*/ 296 w 347"/>
                    <a:gd name="T25" fmla="*/ 294 h 344"/>
                    <a:gd name="T26" fmla="*/ 270 w 347"/>
                    <a:gd name="T27" fmla="*/ 315 h 344"/>
                    <a:gd name="T28" fmla="*/ 241 w 347"/>
                    <a:gd name="T29" fmla="*/ 331 h 344"/>
                    <a:gd name="T30" fmla="*/ 209 w 347"/>
                    <a:gd name="T31" fmla="*/ 341 h 344"/>
                    <a:gd name="T32" fmla="*/ 174 w 347"/>
                    <a:gd name="T33" fmla="*/ 344 h 344"/>
                    <a:gd name="T34" fmla="*/ 139 w 347"/>
                    <a:gd name="T35" fmla="*/ 341 h 344"/>
                    <a:gd name="T36" fmla="*/ 107 w 347"/>
                    <a:gd name="T37" fmla="*/ 331 h 344"/>
                    <a:gd name="T38" fmla="*/ 77 w 347"/>
                    <a:gd name="T39" fmla="*/ 315 h 344"/>
                    <a:gd name="T40" fmla="*/ 51 w 347"/>
                    <a:gd name="T41" fmla="*/ 294 h 344"/>
                    <a:gd name="T42" fmla="*/ 30 w 347"/>
                    <a:gd name="T43" fmla="*/ 269 h 344"/>
                    <a:gd name="T44" fmla="*/ 14 w 347"/>
                    <a:gd name="T45" fmla="*/ 240 h 344"/>
                    <a:gd name="T46" fmla="*/ 4 w 347"/>
                    <a:gd name="T47" fmla="*/ 207 h 344"/>
                    <a:gd name="T48" fmla="*/ 0 w 347"/>
                    <a:gd name="T49" fmla="*/ 172 h 344"/>
                    <a:gd name="T50" fmla="*/ 4 w 347"/>
                    <a:gd name="T51" fmla="*/ 138 h 344"/>
                    <a:gd name="T52" fmla="*/ 14 w 347"/>
                    <a:gd name="T53" fmla="*/ 106 h 344"/>
                    <a:gd name="T54" fmla="*/ 30 w 347"/>
                    <a:gd name="T55" fmla="*/ 76 h 344"/>
                    <a:gd name="T56" fmla="*/ 51 w 347"/>
                    <a:gd name="T57" fmla="*/ 50 h 344"/>
                    <a:gd name="T58" fmla="*/ 77 w 347"/>
                    <a:gd name="T59" fmla="*/ 30 h 344"/>
                    <a:gd name="T60" fmla="*/ 107 w 347"/>
                    <a:gd name="T61" fmla="*/ 14 h 344"/>
                    <a:gd name="T62" fmla="*/ 139 w 347"/>
                    <a:gd name="T63" fmla="*/ 4 h 344"/>
                    <a:gd name="T64" fmla="*/ 174 w 347"/>
                    <a:gd name="T65" fmla="*/ 0 h 34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</a:cxnLst>
                  <a:rect l="0" t="0" r="r" b="b"/>
                  <a:pathLst>
                    <a:path w="347" h="344">
                      <a:moveTo>
                        <a:pt x="174" y="0"/>
                      </a:moveTo>
                      <a:lnTo>
                        <a:pt x="209" y="4"/>
                      </a:lnTo>
                      <a:lnTo>
                        <a:pt x="241" y="14"/>
                      </a:lnTo>
                      <a:lnTo>
                        <a:pt x="270" y="30"/>
                      </a:lnTo>
                      <a:lnTo>
                        <a:pt x="296" y="50"/>
                      </a:lnTo>
                      <a:lnTo>
                        <a:pt x="318" y="76"/>
                      </a:lnTo>
                      <a:lnTo>
                        <a:pt x="334" y="106"/>
                      </a:lnTo>
                      <a:lnTo>
                        <a:pt x="344" y="138"/>
                      </a:lnTo>
                      <a:lnTo>
                        <a:pt x="347" y="172"/>
                      </a:lnTo>
                      <a:lnTo>
                        <a:pt x="344" y="207"/>
                      </a:lnTo>
                      <a:lnTo>
                        <a:pt x="334" y="240"/>
                      </a:lnTo>
                      <a:lnTo>
                        <a:pt x="318" y="269"/>
                      </a:lnTo>
                      <a:lnTo>
                        <a:pt x="296" y="294"/>
                      </a:lnTo>
                      <a:lnTo>
                        <a:pt x="270" y="315"/>
                      </a:lnTo>
                      <a:lnTo>
                        <a:pt x="241" y="331"/>
                      </a:lnTo>
                      <a:lnTo>
                        <a:pt x="209" y="341"/>
                      </a:lnTo>
                      <a:lnTo>
                        <a:pt x="174" y="344"/>
                      </a:lnTo>
                      <a:lnTo>
                        <a:pt x="139" y="341"/>
                      </a:lnTo>
                      <a:lnTo>
                        <a:pt x="107" y="331"/>
                      </a:lnTo>
                      <a:lnTo>
                        <a:pt x="77" y="315"/>
                      </a:lnTo>
                      <a:lnTo>
                        <a:pt x="51" y="294"/>
                      </a:lnTo>
                      <a:lnTo>
                        <a:pt x="30" y="269"/>
                      </a:lnTo>
                      <a:lnTo>
                        <a:pt x="14" y="240"/>
                      </a:lnTo>
                      <a:lnTo>
                        <a:pt x="4" y="207"/>
                      </a:lnTo>
                      <a:lnTo>
                        <a:pt x="0" y="172"/>
                      </a:lnTo>
                      <a:lnTo>
                        <a:pt x="4" y="138"/>
                      </a:lnTo>
                      <a:lnTo>
                        <a:pt x="14" y="106"/>
                      </a:lnTo>
                      <a:lnTo>
                        <a:pt x="30" y="76"/>
                      </a:lnTo>
                      <a:lnTo>
                        <a:pt x="51" y="50"/>
                      </a:lnTo>
                      <a:lnTo>
                        <a:pt x="77" y="30"/>
                      </a:lnTo>
                      <a:lnTo>
                        <a:pt x="107" y="14"/>
                      </a:lnTo>
                      <a:lnTo>
                        <a:pt x="139" y="4"/>
                      </a:lnTo>
                      <a:lnTo>
                        <a:pt x="174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</p:grpSp>
        </p:grpSp>
        <p:grpSp>
          <p:nvGrpSpPr>
            <p:cNvPr id="10" name="그룹 51"/>
            <p:cNvGrpSpPr/>
            <p:nvPr/>
          </p:nvGrpSpPr>
          <p:grpSpPr>
            <a:xfrm>
              <a:off x="6377507" y="3161645"/>
              <a:ext cx="1887811" cy="1488466"/>
              <a:chOff x="6225107" y="3009245"/>
              <a:chExt cx="1887811" cy="1488466"/>
            </a:xfrm>
          </p:grpSpPr>
          <p:sp>
            <p:nvSpPr>
              <p:cNvPr id="32" name="Freeform 25"/>
              <p:cNvSpPr>
                <a:spLocks noEditPoints="1"/>
              </p:cNvSpPr>
              <p:nvPr/>
            </p:nvSpPr>
            <p:spPr bwMode="auto">
              <a:xfrm>
                <a:off x="6225107" y="3009245"/>
                <a:ext cx="1887811" cy="1488466"/>
              </a:xfrm>
              <a:custGeom>
                <a:avLst/>
                <a:gdLst>
                  <a:gd name="T0" fmla="*/ 1139 w 2079"/>
                  <a:gd name="T1" fmla="*/ 134 h 1640"/>
                  <a:gd name="T2" fmla="*/ 941 w 2079"/>
                  <a:gd name="T3" fmla="*/ 210 h 1640"/>
                  <a:gd name="T4" fmla="*/ 779 w 2079"/>
                  <a:gd name="T5" fmla="*/ 336 h 1640"/>
                  <a:gd name="T6" fmla="*/ 663 w 2079"/>
                  <a:gd name="T7" fmla="*/ 500 h 1640"/>
                  <a:gd name="T8" fmla="*/ 598 w 2079"/>
                  <a:gd name="T9" fmla="*/ 691 h 1640"/>
                  <a:gd name="T10" fmla="*/ 591 w 2079"/>
                  <a:gd name="T11" fmla="*/ 896 h 1640"/>
                  <a:gd name="T12" fmla="*/ 647 w 2079"/>
                  <a:gd name="T13" fmla="*/ 1101 h 1640"/>
                  <a:gd name="T14" fmla="*/ 757 w 2079"/>
                  <a:gd name="T15" fmla="*/ 1275 h 1640"/>
                  <a:gd name="T16" fmla="*/ 911 w 2079"/>
                  <a:gd name="T17" fmla="*/ 1407 h 1640"/>
                  <a:gd name="T18" fmla="*/ 1093 w 2079"/>
                  <a:gd name="T19" fmla="*/ 1489 h 1640"/>
                  <a:gd name="T20" fmla="*/ 1294 w 2079"/>
                  <a:gd name="T21" fmla="*/ 1516 h 1640"/>
                  <a:gd name="T22" fmla="*/ 1502 w 2079"/>
                  <a:gd name="T23" fmla="*/ 1482 h 1640"/>
                  <a:gd name="T24" fmla="*/ 1689 w 2079"/>
                  <a:gd name="T25" fmla="*/ 1388 h 1640"/>
                  <a:gd name="T26" fmla="*/ 1836 w 2079"/>
                  <a:gd name="T27" fmla="*/ 1248 h 1640"/>
                  <a:gd name="T28" fmla="*/ 1936 w 2079"/>
                  <a:gd name="T29" fmla="*/ 1074 h 1640"/>
                  <a:gd name="T30" fmla="*/ 1982 w 2079"/>
                  <a:gd name="T31" fmla="*/ 877 h 1640"/>
                  <a:gd name="T32" fmla="*/ 1970 w 2079"/>
                  <a:gd name="T33" fmla="*/ 670 h 1640"/>
                  <a:gd name="T34" fmla="*/ 1893 w 2079"/>
                  <a:gd name="T35" fmla="*/ 472 h 1640"/>
                  <a:gd name="T36" fmla="*/ 1768 w 2079"/>
                  <a:gd name="T37" fmla="*/ 310 h 1640"/>
                  <a:gd name="T38" fmla="*/ 1603 w 2079"/>
                  <a:gd name="T39" fmla="*/ 194 h 1640"/>
                  <a:gd name="T40" fmla="*/ 1413 w 2079"/>
                  <a:gd name="T41" fmla="*/ 130 h 1640"/>
                  <a:gd name="T42" fmla="*/ 1286 w 2079"/>
                  <a:gd name="T43" fmla="*/ 0 h 1640"/>
                  <a:gd name="T44" fmla="*/ 1496 w 2079"/>
                  <a:gd name="T45" fmla="*/ 36 h 1640"/>
                  <a:gd name="T46" fmla="*/ 1689 w 2079"/>
                  <a:gd name="T47" fmla="*/ 125 h 1640"/>
                  <a:gd name="T48" fmla="*/ 1854 w 2079"/>
                  <a:gd name="T49" fmla="*/ 259 h 1640"/>
                  <a:gd name="T50" fmla="*/ 1981 w 2079"/>
                  <a:gd name="T51" fmla="*/ 436 h 1640"/>
                  <a:gd name="T52" fmla="*/ 2059 w 2079"/>
                  <a:gd name="T53" fmla="*/ 645 h 1640"/>
                  <a:gd name="T54" fmla="*/ 2079 w 2079"/>
                  <a:gd name="T55" fmla="*/ 863 h 1640"/>
                  <a:gd name="T56" fmla="*/ 2043 w 2079"/>
                  <a:gd name="T57" fmla="*/ 1074 h 1640"/>
                  <a:gd name="T58" fmla="*/ 1955 w 2079"/>
                  <a:gd name="T59" fmla="*/ 1267 h 1640"/>
                  <a:gd name="T60" fmla="*/ 1820 w 2079"/>
                  <a:gd name="T61" fmla="*/ 1431 h 1640"/>
                  <a:gd name="T62" fmla="*/ 1645 w 2079"/>
                  <a:gd name="T63" fmla="*/ 1558 h 1640"/>
                  <a:gd name="T64" fmla="*/ 1461 w 2079"/>
                  <a:gd name="T65" fmla="*/ 1629 h 1640"/>
                  <a:gd name="T66" fmla="*/ 1304 w 2079"/>
                  <a:gd name="T67" fmla="*/ 1640 h 1640"/>
                  <a:gd name="T68" fmla="*/ 1120 w 2079"/>
                  <a:gd name="T69" fmla="*/ 1623 h 1640"/>
                  <a:gd name="T70" fmla="*/ 923 w 2079"/>
                  <a:gd name="T71" fmla="*/ 1581 h 1640"/>
                  <a:gd name="T72" fmla="*/ 722 w 2079"/>
                  <a:gd name="T73" fmla="*/ 1523 h 1640"/>
                  <a:gd name="T74" fmla="*/ 526 w 2079"/>
                  <a:gd name="T75" fmla="*/ 1455 h 1640"/>
                  <a:gd name="T76" fmla="*/ 348 w 2079"/>
                  <a:gd name="T77" fmla="*/ 1388 h 1640"/>
                  <a:gd name="T78" fmla="*/ 197 w 2079"/>
                  <a:gd name="T79" fmla="*/ 1324 h 1640"/>
                  <a:gd name="T80" fmla="*/ 83 w 2079"/>
                  <a:gd name="T81" fmla="*/ 1273 h 1640"/>
                  <a:gd name="T82" fmla="*/ 15 w 2079"/>
                  <a:gd name="T83" fmla="*/ 1241 h 1640"/>
                  <a:gd name="T84" fmla="*/ 3 w 2079"/>
                  <a:gd name="T85" fmla="*/ 1231 h 1640"/>
                  <a:gd name="T86" fmla="*/ 29 w 2079"/>
                  <a:gd name="T87" fmla="*/ 1183 h 1640"/>
                  <a:gd name="T88" fmla="*/ 84 w 2079"/>
                  <a:gd name="T89" fmla="*/ 1088 h 1640"/>
                  <a:gd name="T90" fmla="*/ 162 w 2079"/>
                  <a:gd name="T91" fmla="*/ 956 h 1640"/>
                  <a:gd name="T92" fmla="*/ 261 w 2079"/>
                  <a:gd name="T93" fmla="*/ 801 h 1640"/>
                  <a:gd name="T94" fmla="*/ 374 w 2079"/>
                  <a:gd name="T95" fmla="*/ 634 h 1640"/>
                  <a:gd name="T96" fmla="*/ 500 w 2079"/>
                  <a:gd name="T97" fmla="*/ 467 h 1640"/>
                  <a:gd name="T98" fmla="*/ 633 w 2079"/>
                  <a:gd name="T99" fmla="*/ 310 h 1640"/>
                  <a:gd name="T100" fmla="*/ 771 w 2079"/>
                  <a:gd name="T101" fmla="*/ 178 h 1640"/>
                  <a:gd name="T102" fmla="*/ 907 w 2079"/>
                  <a:gd name="T103" fmla="*/ 81 h 1640"/>
                  <a:gd name="T104" fmla="*/ 1067 w 2079"/>
                  <a:gd name="T105" fmla="*/ 20 h 1640"/>
                  <a:gd name="T106" fmla="*/ 1286 w 2079"/>
                  <a:gd name="T107" fmla="*/ 0 h 164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</a:cxnLst>
                <a:rect l="0" t="0" r="r" b="b"/>
                <a:pathLst>
                  <a:path w="2079" h="1640">
                    <a:moveTo>
                      <a:pt x="1278" y="119"/>
                    </a:moveTo>
                    <a:lnTo>
                      <a:pt x="1208" y="123"/>
                    </a:lnTo>
                    <a:lnTo>
                      <a:pt x="1139" y="134"/>
                    </a:lnTo>
                    <a:lnTo>
                      <a:pt x="1070" y="152"/>
                    </a:lnTo>
                    <a:lnTo>
                      <a:pt x="1003" y="178"/>
                    </a:lnTo>
                    <a:lnTo>
                      <a:pt x="941" y="210"/>
                    </a:lnTo>
                    <a:lnTo>
                      <a:pt x="883" y="247"/>
                    </a:lnTo>
                    <a:lnTo>
                      <a:pt x="829" y="289"/>
                    </a:lnTo>
                    <a:lnTo>
                      <a:pt x="779" y="336"/>
                    </a:lnTo>
                    <a:lnTo>
                      <a:pt x="736" y="387"/>
                    </a:lnTo>
                    <a:lnTo>
                      <a:pt x="696" y="442"/>
                    </a:lnTo>
                    <a:lnTo>
                      <a:pt x="663" y="500"/>
                    </a:lnTo>
                    <a:lnTo>
                      <a:pt x="636" y="561"/>
                    </a:lnTo>
                    <a:lnTo>
                      <a:pt x="614" y="625"/>
                    </a:lnTo>
                    <a:lnTo>
                      <a:pt x="598" y="691"/>
                    </a:lnTo>
                    <a:lnTo>
                      <a:pt x="590" y="758"/>
                    </a:lnTo>
                    <a:lnTo>
                      <a:pt x="587" y="825"/>
                    </a:lnTo>
                    <a:lnTo>
                      <a:pt x="591" y="896"/>
                    </a:lnTo>
                    <a:lnTo>
                      <a:pt x="602" y="964"/>
                    </a:lnTo>
                    <a:lnTo>
                      <a:pt x="621" y="1033"/>
                    </a:lnTo>
                    <a:lnTo>
                      <a:pt x="647" y="1101"/>
                    </a:lnTo>
                    <a:lnTo>
                      <a:pt x="679" y="1163"/>
                    </a:lnTo>
                    <a:lnTo>
                      <a:pt x="715" y="1221"/>
                    </a:lnTo>
                    <a:lnTo>
                      <a:pt x="757" y="1275"/>
                    </a:lnTo>
                    <a:lnTo>
                      <a:pt x="804" y="1324"/>
                    </a:lnTo>
                    <a:lnTo>
                      <a:pt x="856" y="1368"/>
                    </a:lnTo>
                    <a:lnTo>
                      <a:pt x="911" y="1407"/>
                    </a:lnTo>
                    <a:lnTo>
                      <a:pt x="969" y="1440"/>
                    </a:lnTo>
                    <a:lnTo>
                      <a:pt x="1030" y="1467"/>
                    </a:lnTo>
                    <a:lnTo>
                      <a:pt x="1093" y="1489"/>
                    </a:lnTo>
                    <a:lnTo>
                      <a:pt x="1159" y="1505"/>
                    </a:lnTo>
                    <a:lnTo>
                      <a:pt x="1227" y="1513"/>
                    </a:lnTo>
                    <a:lnTo>
                      <a:pt x="1294" y="1516"/>
                    </a:lnTo>
                    <a:lnTo>
                      <a:pt x="1364" y="1512"/>
                    </a:lnTo>
                    <a:lnTo>
                      <a:pt x="1433" y="1501"/>
                    </a:lnTo>
                    <a:lnTo>
                      <a:pt x="1502" y="1482"/>
                    </a:lnTo>
                    <a:lnTo>
                      <a:pt x="1569" y="1457"/>
                    </a:lnTo>
                    <a:lnTo>
                      <a:pt x="1631" y="1424"/>
                    </a:lnTo>
                    <a:lnTo>
                      <a:pt x="1689" y="1388"/>
                    </a:lnTo>
                    <a:lnTo>
                      <a:pt x="1743" y="1346"/>
                    </a:lnTo>
                    <a:lnTo>
                      <a:pt x="1793" y="1299"/>
                    </a:lnTo>
                    <a:lnTo>
                      <a:pt x="1836" y="1248"/>
                    </a:lnTo>
                    <a:lnTo>
                      <a:pt x="1876" y="1192"/>
                    </a:lnTo>
                    <a:lnTo>
                      <a:pt x="1909" y="1134"/>
                    </a:lnTo>
                    <a:lnTo>
                      <a:pt x="1936" y="1074"/>
                    </a:lnTo>
                    <a:lnTo>
                      <a:pt x="1958" y="1010"/>
                    </a:lnTo>
                    <a:lnTo>
                      <a:pt x="1974" y="944"/>
                    </a:lnTo>
                    <a:lnTo>
                      <a:pt x="1982" y="877"/>
                    </a:lnTo>
                    <a:lnTo>
                      <a:pt x="1985" y="809"/>
                    </a:lnTo>
                    <a:lnTo>
                      <a:pt x="1981" y="739"/>
                    </a:lnTo>
                    <a:lnTo>
                      <a:pt x="1970" y="670"/>
                    </a:lnTo>
                    <a:lnTo>
                      <a:pt x="1951" y="602"/>
                    </a:lnTo>
                    <a:lnTo>
                      <a:pt x="1926" y="534"/>
                    </a:lnTo>
                    <a:lnTo>
                      <a:pt x="1893" y="472"/>
                    </a:lnTo>
                    <a:lnTo>
                      <a:pt x="1857" y="414"/>
                    </a:lnTo>
                    <a:lnTo>
                      <a:pt x="1815" y="360"/>
                    </a:lnTo>
                    <a:lnTo>
                      <a:pt x="1768" y="310"/>
                    </a:lnTo>
                    <a:lnTo>
                      <a:pt x="1716" y="267"/>
                    </a:lnTo>
                    <a:lnTo>
                      <a:pt x="1661" y="228"/>
                    </a:lnTo>
                    <a:lnTo>
                      <a:pt x="1603" y="194"/>
                    </a:lnTo>
                    <a:lnTo>
                      <a:pt x="1542" y="167"/>
                    </a:lnTo>
                    <a:lnTo>
                      <a:pt x="1479" y="146"/>
                    </a:lnTo>
                    <a:lnTo>
                      <a:pt x="1413" y="130"/>
                    </a:lnTo>
                    <a:lnTo>
                      <a:pt x="1345" y="121"/>
                    </a:lnTo>
                    <a:lnTo>
                      <a:pt x="1278" y="119"/>
                    </a:lnTo>
                    <a:close/>
                    <a:moveTo>
                      <a:pt x="1286" y="0"/>
                    </a:moveTo>
                    <a:lnTo>
                      <a:pt x="1358" y="7"/>
                    </a:lnTo>
                    <a:lnTo>
                      <a:pt x="1428" y="19"/>
                    </a:lnTo>
                    <a:lnTo>
                      <a:pt x="1496" y="36"/>
                    </a:lnTo>
                    <a:lnTo>
                      <a:pt x="1563" y="61"/>
                    </a:lnTo>
                    <a:lnTo>
                      <a:pt x="1627" y="90"/>
                    </a:lnTo>
                    <a:lnTo>
                      <a:pt x="1689" y="125"/>
                    </a:lnTo>
                    <a:lnTo>
                      <a:pt x="1747" y="165"/>
                    </a:lnTo>
                    <a:lnTo>
                      <a:pt x="1803" y="210"/>
                    </a:lnTo>
                    <a:lnTo>
                      <a:pt x="1854" y="259"/>
                    </a:lnTo>
                    <a:lnTo>
                      <a:pt x="1901" y="313"/>
                    </a:lnTo>
                    <a:lnTo>
                      <a:pt x="1943" y="372"/>
                    </a:lnTo>
                    <a:lnTo>
                      <a:pt x="1981" y="436"/>
                    </a:lnTo>
                    <a:lnTo>
                      <a:pt x="2013" y="502"/>
                    </a:lnTo>
                    <a:lnTo>
                      <a:pt x="2040" y="572"/>
                    </a:lnTo>
                    <a:lnTo>
                      <a:pt x="2059" y="645"/>
                    </a:lnTo>
                    <a:lnTo>
                      <a:pt x="2073" y="719"/>
                    </a:lnTo>
                    <a:lnTo>
                      <a:pt x="2079" y="792"/>
                    </a:lnTo>
                    <a:lnTo>
                      <a:pt x="2079" y="863"/>
                    </a:lnTo>
                    <a:lnTo>
                      <a:pt x="2074" y="935"/>
                    </a:lnTo>
                    <a:lnTo>
                      <a:pt x="2062" y="1005"/>
                    </a:lnTo>
                    <a:lnTo>
                      <a:pt x="2043" y="1074"/>
                    </a:lnTo>
                    <a:lnTo>
                      <a:pt x="2019" y="1141"/>
                    </a:lnTo>
                    <a:lnTo>
                      <a:pt x="1990" y="1204"/>
                    </a:lnTo>
                    <a:lnTo>
                      <a:pt x="1955" y="1267"/>
                    </a:lnTo>
                    <a:lnTo>
                      <a:pt x="1915" y="1324"/>
                    </a:lnTo>
                    <a:lnTo>
                      <a:pt x="1870" y="1380"/>
                    </a:lnTo>
                    <a:lnTo>
                      <a:pt x="1820" y="1431"/>
                    </a:lnTo>
                    <a:lnTo>
                      <a:pt x="1766" y="1478"/>
                    </a:lnTo>
                    <a:lnTo>
                      <a:pt x="1708" y="1520"/>
                    </a:lnTo>
                    <a:lnTo>
                      <a:pt x="1645" y="1558"/>
                    </a:lnTo>
                    <a:lnTo>
                      <a:pt x="1579" y="1590"/>
                    </a:lnTo>
                    <a:lnTo>
                      <a:pt x="1507" y="1617"/>
                    </a:lnTo>
                    <a:lnTo>
                      <a:pt x="1461" y="1629"/>
                    </a:lnTo>
                    <a:lnTo>
                      <a:pt x="1413" y="1636"/>
                    </a:lnTo>
                    <a:lnTo>
                      <a:pt x="1359" y="1640"/>
                    </a:lnTo>
                    <a:lnTo>
                      <a:pt x="1304" y="1640"/>
                    </a:lnTo>
                    <a:lnTo>
                      <a:pt x="1244" y="1637"/>
                    </a:lnTo>
                    <a:lnTo>
                      <a:pt x="1184" y="1631"/>
                    </a:lnTo>
                    <a:lnTo>
                      <a:pt x="1120" y="1623"/>
                    </a:lnTo>
                    <a:lnTo>
                      <a:pt x="1055" y="1610"/>
                    </a:lnTo>
                    <a:lnTo>
                      <a:pt x="991" y="1597"/>
                    </a:lnTo>
                    <a:lnTo>
                      <a:pt x="923" y="1581"/>
                    </a:lnTo>
                    <a:lnTo>
                      <a:pt x="856" y="1563"/>
                    </a:lnTo>
                    <a:lnTo>
                      <a:pt x="790" y="1543"/>
                    </a:lnTo>
                    <a:lnTo>
                      <a:pt x="722" y="1523"/>
                    </a:lnTo>
                    <a:lnTo>
                      <a:pt x="656" y="1501"/>
                    </a:lnTo>
                    <a:lnTo>
                      <a:pt x="591" y="1478"/>
                    </a:lnTo>
                    <a:lnTo>
                      <a:pt x="526" y="1455"/>
                    </a:lnTo>
                    <a:lnTo>
                      <a:pt x="466" y="1432"/>
                    </a:lnTo>
                    <a:lnTo>
                      <a:pt x="405" y="1409"/>
                    </a:lnTo>
                    <a:lnTo>
                      <a:pt x="348" y="1388"/>
                    </a:lnTo>
                    <a:lnTo>
                      <a:pt x="294" y="1365"/>
                    </a:lnTo>
                    <a:lnTo>
                      <a:pt x="245" y="1343"/>
                    </a:lnTo>
                    <a:lnTo>
                      <a:pt x="197" y="1324"/>
                    </a:lnTo>
                    <a:lnTo>
                      <a:pt x="154" y="1306"/>
                    </a:lnTo>
                    <a:lnTo>
                      <a:pt x="115" y="1288"/>
                    </a:lnTo>
                    <a:lnTo>
                      <a:pt x="83" y="1273"/>
                    </a:lnTo>
                    <a:lnTo>
                      <a:pt x="54" y="1260"/>
                    </a:lnTo>
                    <a:lnTo>
                      <a:pt x="31" y="1249"/>
                    </a:lnTo>
                    <a:lnTo>
                      <a:pt x="15" y="1241"/>
                    </a:lnTo>
                    <a:lnTo>
                      <a:pt x="4" y="1237"/>
                    </a:lnTo>
                    <a:lnTo>
                      <a:pt x="0" y="1235"/>
                    </a:lnTo>
                    <a:lnTo>
                      <a:pt x="3" y="1231"/>
                    </a:lnTo>
                    <a:lnTo>
                      <a:pt x="8" y="1222"/>
                    </a:lnTo>
                    <a:lnTo>
                      <a:pt x="17" y="1206"/>
                    </a:lnTo>
                    <a:lnTo>
                      <a:pt x="29" y="1183"/>
                    </a:lnTo>
                    <a:lnTo>
                      <a:pt x="45" y="1156"/>
                    </a:lnTo>
                    <a:lnTo>
                      <a:pt x="62" y="1124"/>
                    </a:lnTo>
                    <a:lnTo>
                      <a:pt x="84" y="1088"/>
                    </a:lnTo>
                    <a:lnTo>
                      <a:pt x="107" y="1048"/>
                    </a:lnTo>
                    <a:lnTo>
                      <a:pt x="134" y="1003"/>
                    </a:lnTo>
                    <a:lnTo>
                      <a:pt x="162" y="956"/>
                    </a:lnTo>
                    <a:lnTo>
                      <a:pt x="192" y="906"/>
                    </a:lnTo>
                    <a:lnTo>
                      <a:pt x="226" y="855"/>
                    </a:lnTo>
                    <a:lnTo>
                      <a:pt x="261" y="801"/>
                    </a:lnTo>
                    <a:lnTo>
                      <a:pt x="297" y="747"/>
                    </a:lnTo>
                    <a:lnTo>
                      <a:pt x="335" y="691"/>
                    </a:lnTo>
                    <a:lnTo>
                      <a:pt x="374" y="634"/>
                    </a:lnTo>
                    <a:lnTo>
                      <a:pt x="415" y="579"/>
                    </a:lnTo>
                    <a:lnTo>
                      <a:pt x="458" y="522"/>
                    </a:lnTo>
                    <a:lnTo>
                      <a:pt x="500" y="467"/>
                    </a:lnTo>
                    <a:lnTo>
                      <a:pt x="544" y="413"/>
                    </a:lnTo>
                    <a:lnTo>
                      <a:pt x="589" y="362"/>
                    </a:lnTo>
                    <a:lnTo>
                      <a:pt x="633" y="310"/>
                    </a:lnTo>
                    <a:lnTo>
                      <a:pt x="679" y="263"/>
                    </a:lnTo>
                    <a:lnTo>
                      <a:pt x="725" y="219"/>
                    </a:lnTo>
                    <a:lnTo>
                      <a:pt x="771" y="178"/>
                    </a:lnTo>
                    <a:lnTo>
                      <a:pt x="817" y="142"/>
                    </a:lnTo>
                    <a:lnTo>
                      <a:pt x="861" y="108"/>
                    </a:lnTo>
                    <a:lnTo>
                      <a:pt x="907" y="81"/>
                    </a:lnTo>
                    <a:lnTo>
                      <a:pt x="951" y="58"/>
                    </a:lnTo>
                    <a:lnTo>
                      <a:pt x="995" y="41"/>
                    </a:lnTo>
                    <a:lnTo>
                      <a:pt x="1067" y="20"/>
                    </a:lnTo>
                    <a:lnTo>
                      <a:pt x="1140" y="7"/>
                    </a:lnTo>
                    <a:lnTo>
                      <a:pt x="1213" y="0"/>
                    </a:lnTo>
                    <a:lnTo>
                      <a:pt x="1286" y="0"/>
                    </a:lnTo>
                    <a:close/>
                  </a:path>
                </a:pathLst>
              </a:custGeom>
              <a:solidFill>
                <a:schemeClr val="accent3"/>
              </a:solidFill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33" name="Freeform 49"/>
              <p:cNvSpPr>
                <a:spLocks noEditPoints="1"/>
              </p:cNvSpPr>
              <p:nvPr/>
            </p:nvSpPr>
            <p:spPr bwMode="auto">
              <a:xfrm>
                <a:off x="7130965" y="3464081"/>
                <a:ext cx="615949" cy="615949"/>
              </a:xfrm>
              <a:custGeom>
                <a:avLst/>
                <a:gdLst>
                  <a:gd name="T0" fmla="*/ 2959 w 3962"/>
                  <a:gd name="T1" fmla="*/ 2546 h 3963"/>
                  <a:gd name="T2" fmla="*/ 3397 w 3962"/>
                  <a:gd name="T3" fmla="*/ 2984 h 3963"/>
                  <a:gd name="T4" fmla="*/ 3464 w 3962"/>
                  <a:gd name="T5" fmla="*/ 3124 h 3963"/>
                  <a:gd name="T6" fmla="*/ 3343 w 3962"/>
                  <a:gd name="T7" fmla="*/ 3219 h 3963"/>
                  <a:gd name="T8" fmla="*/ 2736 w 3962"/>
                  <a:gd name="T9" fmla="*/ 3150 h 3963"/>
                  <a:gd name="T10" fmla="*/ 2752 w 3962"/>
                  <a:gd name="T11" fmla="*/ 2523 h 3963"/>
                  <a:gd name="T12" fmla="*/ 2896 w 3962"/>
                  <a:gd name="T13" fmla="*/ 2232 h 3963"/>
                  <a:gd name="T14" fmla="*/ 2500 w 3962"/>
                  <a:gd name="T15" fmla="*/ 2399 h 3963"/>
                  <a:gd name="T16" fmla="*/ 2262 w 3962"/>
                  <a:gd name="T17" fmla="*/ 2752 h 3963"/>
                  <a:gd name="T18" fmla="*/ 2262 w 3962"/>
                  <a:gd name="T19" fmla="*/ 3193 h 3963"/>
                  <a:gd name="T20" fmla="*/ 2500 w 3962"/>
                  <a:gd name="T21" fmla="*/ 3544 h 3963"/>
                  <a:gd name="T22" fmla="*/ 2896 w 3962"/>
                  <a:gd name="T23" fmla="*/ 3711 h 3963"/>
                  <a:gd name="T24" fmla="*/ 3325 w 3962"/>
                  <a:gd name="T25" fmla="*/ 3625 h 3963"/>
                  <a:gd name="T26" fmla="*/ 3625 w 3962"/>
                  <a:gd name="T27" fmla="*/ 3325 h 3963"/>
                  <a:gd name="T28" fmla="*/ 3711 w 3962"/>
                  <a:gd name="T29" fmla="*/ 2896 h 3963"/>
                  <a:gd name="T30" fmla="*/ 3544 w 3962"/>
                  <a:gd name="T31" fmla="*/ 2500 h 3963"/>
                  <a:gd name="T32" fmla="*/ 3193 w 3962"/>
                  <a:gd name="T33" fmla="*/ 2262 h 3963"/>
                  <a:gd name="T34" fmla="*/ 1734 w 3962"/>
                  <a:gd name="T35" fmla="*/ 2724 h 3963"/>
                  <a:gd name="T36" fmla="*/ 495 w 3962"/>
                  <a:gd name="T37" fmla="*/ 2724 h 3963"/>
                  <a:gd name="T38" fmla="*/ 3300 w 3962"/>
                  <a:gd name="T39" fmla="*/ 2037 h 3963"/>
                  <a:gd name="T40" fmla="*/ 3700 w 3962"/>
                  <a:gd name="T41" fmla="*/ 2300 h 3963"/>
                  <a:gd name="T42" fmla="*/ 3930 w 3962"/>
                  <a:gd name="T43" fmla="*/ 2722 h 3963"/>
                  <a:gd name="T44" fmla="*/ 3930 w 3962"/>
                  <a:gd name="T45" fmla="*/ 3222 h 3963"/>
                  <a:gd name="T46" fmla="*/ 3700 w 3962"/>
                  <a:gd name="T47" fmla="*/ 3643 h 3963"/>
                  <a:gd name="T48" fmla="*/ 3300 w 3962"/>
                  <a:gd name="T49" fmla="*/ 3907 h 3963"/>
                  <a:gd name="T50" fmla="*/ 2802 w 3962"/>
                  <a:gd name="T51" fmla="*/ 3948 h 3963"/>
                  <a:gd name="T52" fmla="*/ 2361 w 3962"/>
                  <a:gd name="T53" fmla="*/ 3752 h 3963"/>
                  <a:gd name="T54" fmla="*/ 2067 w 3962"/>
                  <a:gd name="T55" fmla="*/ 3376 h 3963"/>
                  <a:gd name="T56" fmla="*/ 1984 w 3962"/>
                  <a:gd name="T57" fmla="*/ 2887 h 3963"/>
                  <a:gd name="T58" fmla="*/ 2144 w 3962"/>
                  <a:gd name="T59" fmla="*/ 2426 h 3963"/>
                  <a:gd name="T60" fmla="*/ 2495 w 3962"/>
                  <a:gd name="T61" fmla="*/ 2103 h 3963"/>
                  <a:gd name="T62" fmla="*/ 2972 w 3962"/>
                  <a:gd name="T63" fmla="*/ 1982 h 3963"/>
                  <a:gd name="T64" fmla="*/ 1238 w 3962"/>
                  <a:gd name="T65" fmla="*/ 1486 h 3963"/>
                  <a:gd name="T66" fmla="*/ 990 w 3962"/>
                  <a:gd name="T67" fmla="*/ 1486 h 3963"/>
                  <a:gd name="T68" fmla="*/ 371 w 3962"/>
                  <a:gd name="T69" fmla="*/ 619 h 3963"/>
                  <a:gd name="T70" fmla="*/ 473 w 3962"/>
                  <a:gd name="T71" fmla="*/ 819 h 3963"/>
                  <a:gd name="T72" fmla="*/ 697 w 3962"/>
                  <a:gd name="T73" fmla="*/ 854 h 3963"/>
                  <a:gd name="T74" fmla="*/ 854 w 3962"/>
                  <a:gd name="T75" fmla="*/ 697 h 3963"/>
                  <a:gd name="T76" fmla="*/ 2355 w 3962"/>
                  <a:gd name="T77" fmla="*/ 659 h 3963"/>
                  <a:gd name="T78" fmla="*/ 2487 w 3962"/>
                  <a:gd name="T79" fmla="*/ 839 h 3963"/>
                  <a:gd name="T80" fmla="*/ 2714 w 3962"/>
                  <a:gd name="T81" fmla="*/ 839 h 3963"/>
                  <a:gd name="T82" fmla="*/ 2844 w 3962"/>
                  <a:gd name="T83" fmla="*/ 659 h 3963"/>
                  <a:gd name="T84" fmla="*/ 3074 w 3962"/>
                  <a:gd name="T85" fmla="*/ 526 h 3963"/>
                  <a:gd name="T86" fmla="*/ 3215 w 3962"/>
                  <a:gd name="T87" fmla="*/ 724 h 3963"/>
                  <a:gd name="T88" fmla="*/ 248 w 3962"/>
                  <a:gd name="T89" fmla="*/ 2947 h 3963"/>
                  <a:gd name="T90" fmla="*/ 268 w 3962"/>
                  <a:gd name="T91" fmla="*/ 3219 h 3963"/>
                  <a:gd name="T92" fmla="*/ 52 w 3962"/>
                  <a:gd name="T93" fmla="*/ 3108 h 3963"/>
                  <a:gd name="T94" fmla="*/ 3 w 3962"/>
                  <a:gd name="T95" fmla="*/ 724 h 3963"/>
                  <a:gd name="T96" fmla="*/ 144 w 3962"/>
                  <a:gd name="T97" fmla="*/ 526 h 3963"/>
                  <a:gd name="T98" fmla="*/ 2654 w 3962"/>
                  <a:gd name="T99" fmla="*/ 13 h 3963"/>
                  <a:gd name="T100" fmla="*/ 2724 w 3962"/>
                  <a:gd name="T101" fmla="*/ 619 h 3963"/>
                  <a:gd name="T102" fmla="*/ 2629 w 3962"/>
                  <a:gd name="T103" fmla="*/ 739 h 3963"/>
                  <a:gd name="T104" fmla="*/ 2489 w 3962"/>
                  <a:gd name="T105" fmla="*/ 673 h 3963"/>
                  <a:gd name="T106" fmla="*/ 2503 w 3962"/>
                  <a:gd name="T107" fmla="*/ 47 h 3963"/>
                  <a:gd name="T108" fmla="*/ 647 w 3962"/>
                  <a:gd name="T109" fmla="*/ 3 h 3963"/>
                  <a:gd name="T110" fmla="*/ 743 w 3962"/>
                  <a:gd name="T111" fmla="*/ 124 h 3963"/>
                  <a:gd name="T112" fmla="*/ 673 w 3962"/>
                  <a:gd name="T113" fmla="*/ 730 h 3963"/>
                  <a:gd name="T114" fmla="*/ 523 w 3962"/>
                  <a:gd name="T115" fmla="*/ 696 h 3963"/>
                  <a:gd name="T116" fmla="*/ 508 w 3962"/>
                  <a:gd name="T117" fmla="*/ 69 h 396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</a:cxnLst>
                <a:rect l="0" t="0" r="r" b="b"/>
                <a:pathLst>
                  <a:path w="3962" h="3963">
                    <a:moveTo>
                      <a:pt x="2848" y="2477"/>
                    </a:moveTo>
                    <a:lnTo>
                      <a:pt x="2876" y="2479"/>
                    </a:lnTo>
                    <a:lnTo>
                      <a:pt x="2902" y="2489"/>
                    </a:lnTo>
                    <a:lnTo>
                      <a:pt x="2925" y="2503"/>
                    </a:lnTo>
                    <a:lnTo>
                      <a:pt x="2944" y="2523"/>
                    </a:lnTo>
                    <a:lnTo>
                      <a:pt x="2959" y="2546"/>
                    </a:lnTo>
                    <a:lnTo>
                      <a:pt x="2968" y="2572"/>
                    </a:lnTo>
                    <a:lnTo>
                      <a:pt x="2972" y="2600"/>
                    </a:lnTo>
                    <a:lnTo>
                      <a:pt x="2972" y="2972"/>
                    </a:lnTo>
                    <a:lnTo>
                      <a:pt x="3343" y="2972"/>
                    </a:lnTo>
                    <a:lnTo>
                      <a:pt x="3371" y="2975"/>
                    </a:lnTo>
                    <a:lnTo>
                      <a:pt x="3397" y="2984"/>
                    </a:lnTo>
                    <a:lnTo>
                      <a:pt x="3420" y="2999"/>
                    </a:lnTo>
                    <a:lnTo>
                      <a:pt x="3440" y="3018"/>
                    </a:lnTo>
                    <a:lnTo>
                      <a:pt x="3454" y="3041"/>
                    </a:lnTo>
                    <a:lnTo>
                      <a:pt x="3464" y="3067"/>
                    </a:lnTo>
                    <a:lnTo>
                      <a:pt x="3467" y="3096"/>
                    </a:lnTo>
                    <a:lnTo>
                      <a:pt x="3464" y="3124"/>
                    </a:lnTo>
                    <a:lnTo>
                      <a:pt x="3454" y="3150"/>
                    </a:lnTo>
                    <a:lnTo>
                      <a:pt x="3440" y="3173"/>
                    </a:lnTo>
                    <a:lnTo>
                      <a:pt x="3420" y="3193"/>
                    </a:lnTo>
                    <a:lnTo>
                      <a:pt x="3397" y="3207"/>
                    </a:lnTo>
                    <a:lnTo>
                      <a:pt x="3371" y="3217"/>
                    </a:lnTo>
                    <a:lnTo>
                      <a:pt x="3343" y="3219"/>
                    </a:lnTo>
                    <a:lnTo>
                      <a:pt x="2848" y="3219"/>
                    </a:lnTo>
                    <a:lnTo>
                      <a:pt x="2819" y="3217"/>
                    </a:lnTo>
                    <a:lnTo>
                      <a:pt x="2794" y="3207"/>
                    </a:lnTo>
                    <a:lnTo>
                      <a:pt x="2771" y="3193"/>
                    </a:lnTo>
                    <a:lnTo>
                      <a:pt x="2752" y="3173"/>
                    </a:lnTo>
                    <a:lnTo>
                      <a:pt x="2736" y="3150"/>
                    </a:lnTo>
                    <a:lnTo>
                      <a:pt x="2727" y="3124"/>
                    </a:lnTo>
                    <a:lnTo>
                      <a:pt x="2724" y="3096"/>
                    </a:lnTo>
                    <a:lnTo>
                      <a:pt x="2724" y="2600"/>
                    </a:lnTo>
                    <a:lnTo>
                      <a:pt x="2727" y="2572"/>
                    </a:lnTo>
                    <a:lnTo>
                      <a:pt x="2736" y="2546"/>
                    </a:lnTo>
                    <a:lnTo>
                      <a:pt x="2752" y="2523"/>
                    </a:lnTo>
                    <a:lnTo>
                      <a:pt x="2771" y="2503"/>
                    </a:lnTo>
                    <a:lnTo>
                      <a:pt x="2794" y="2489"/>
                    </a:lnTo>
                    <a:lnTo>
                      <a:pt x="2819" y="2479"/>
                    </a:lnTo>
                    <a:lnTo>
                      <a:pt x="2848" y="2477"/>
                    </a:lnTo>
                    <a:close/>
                    <a:moveTo>
                      <a:pt x="2972" y="2229"/>
                    </a:moveTo>
                    <a:lnTo>
                      <a:pt x="2896" y="2232"/>
                    </a:lnTo>
                    <a:lnTo>
                      <a:pt x="2821" y="2244"/>
                    </a:lnTo>
                    <a:lnTo>
                      <a:pt x="2750" y="2262"/>
                    </a:lnTo>
                    <a:lnTo>
                      <a:pt x="2683" y="2288"/>
                    </a:lnTo>
                    <a:lnTo>
                      <a:pt x="2618" y="2319"/>
                    </a:lnTo>
                    <a:lnTo>
                      <a:pt x="2556" y="2356"/>
                    </a:lnTo>
                    <a:lnTo>
                      <a:pt x="2500" y="2399"/>
                    </a:lnTo>
                    <a:lnTo>
                      <a:pt x="2447" y="2447"/>
                    </a:lnTo>
                    <a:lnTo>
                      <a:pt x="2399" y="2500"/>
                    </a:lnTo>
                    <a:lnTo>
                      <a:pt x="2355" y="2556"/>
                    </a:lnTo>
                    <a:lnTo>
                      <a:pt x="2318" y="2618"/>
                    </a:lnTo>
                    <a:lnTo>
                      <a:pt x="2287" y="2683"/>
                    </a:lnTo>
                    <a:lnTo>
                      <a:pt x="2262" y="2752"/>
                    </a:lnTo>
                    <a:lnTo>
                      <a:pt x="2243" y="2823"/>
                    </a:lnTo>
                    <a:lnTo>
                      <a:pt x="2232" y="2896"/>
                    </a:lnTo>
                    <a:lnTo>
                      <a:pt x="2229" y="2972"/>
                    </a:lnTo>
                    <a:lnTo>
                      <a:pt x="2232" y="3048"/>
                    </a:lnTo>
                    <a:lnTo>
                      <a:pt x="2243" y="3122"/>
                    </a:lnTo>
                    <a:lnTo>
                      <a:pt x="2262" y="3193"/>
                    </a:lnTo>
                    <a:lnTo>
                      <a:pt x="2287" y="3261"/>
                    </a:lnTo>
                    <a:lnTo>
                      <a:pt x="2318" y="3325"/>
                    </a:lnTo>
                    <a:lnTo>
                      <a:pt x="2355" y="3387"/>
                    </a:lnTo>
                    <a:lnTo>
                      <a:pt x="2399" y="3444"/>
                    </a:lnTo>
                    <a:lnTo>
                      <a:pt x="2447" y="3497"/>
                    </a:lnTo>
                    <a:lnTo>
                      <a:pt x="2500" y="3544"/>
                    </a:lnTo>
                    <a:lnTo>
                      <a:pt x="2556" y="3588"/>
                    </a:lnTo>
                    <a:lnTo>
                      <a:pt x="2618" y="3625"/>
                    </a:lnTo>
                    <a:lnTo>
                      <a:pt x="2683" y="3657"/>
                    </a:lnTo>
                    <a:lnTo>
                      <a:pt x="2750" y="3682"/>
                    </a:lnTo>
                    <a:lnTo>
                      <a:pt x="2821" y="3700"/>
                    </a:lnTo>
                    <a:lnTo>
                      <a:pt x="2896" y="3711"/>
                    </a:lnTo>
                    <a:lnTo>
                      <a:pt x="2972" y="3714"/>
                    </a:lnTo>
                    <a:lnTo>
                      <a:pt x="3048" y="3711"/>
                    </a:lnTo>
                    <a:lnTo>
                      <a:pt x="3121" y="3700"/>
                    </a:lnTo>
                    <a:lnTo>
                      <a:pt x="3193" y="3682"/>
                    </a:lnTo>
                    <a:lnTo>
                      <a:pt x="3260" y="3657"/>
                    </a:lnTo>
                    <a:lnTo>
                      <a:pt x="3325" y="3625"/>
                    </a:lnTo>
                    <a:lnTo>
                      <a:pt x="3386" y="3588"/>
                    </a:lnTo>
                    <a:lnTo>
                      <a:pt x="3444" y="3544"/>
                    </a:lnTo>
                    <a:lnTo>
                      <a:pt x="3496" y="3497"/>
                    </a:lnTo>
                    <a:lnTo>
                      <a:pt x="3544" y="3444"/>
                    </a:lnTo>
                    <a:lnTo>
                      <a:pt x="3588" y="3387"/>
                    </a:lnTo>
                    <a:lnTo>
                      <a:pt x="3625" y="3325"/>
                    </a:lnTo>
                    <a:lnTo>
                      <a:pt x="3656" y="3261"/>
                    </a:lnTo>
                    <a:lnTo>
                      <a:pt x="3680" y="3193"/>
                    </a:lnTo>
                    <a:lnTo>
                      <a:pt x="3700" y="3122"/>
                    </a:lnTo>
                    <a:lnTo>
                      <a:pt x="3711" y="3048"/>
                    </a:lnTo>
                    <a:lnTo>
                      <a:pt x="3714" y="2972"/>
                    </a:lnTo>
                    <a:lnTo>
                      <a:pt x="3711" y="2896"/>
                    </a:lnTo>
                    <a:lnTo>
                      <a:pt x="3700" y="2823"/>
                    </a:lnTo>
                    <a:lnTo>
                      <a:pt x="3680" y="2752"/>
                    </a:lnTo>
                    <a:lnTo>
                      <a:pt x="3656" y="2683"/>
                    </a:lnTo>
                    <a:lnTo>
                      <a:pt x="3625" y="2618"/>
                    </a:lnTo>
                    <a:lnTo>
                      <a:pt x="3588" y="2556"/>
                    </a:lnTo>
                    <a:lnTo>
                      <a:pt x="3544" y="2500"/>
                    </a:lnTo>
                    <a:lnTo>
                      <a:pt x="3496" y="2447"/>
                    </a:lnTo>
                    <a:lnTo>
                      <a:pt x="3444" y="2399"/>
                    </a:lnTo>
                    <a:lnTo>
                      <a:pt x="3386" y="2356"/>
                    </a:lnTo>
                    <a:lnTo>
                      <a:pt x="3325" y="2319"/>
                    </a:lnTo>
                    <a:lnTo>
                      <a:pt x="3260" y="2288"/>
                    </a:lnTo>
                    <a:lnTo>
                      <a:pt x="3193" y="2262"/>
                    </a:lnTo>
                    <a:lnTo>
                      <a:pt x="3121" y="2244"/>
                    </a:lnTo>
                    <a:lnTo>
                      <a:pt x="3048" y="2232"/>
                    </a:lnTo>
                    <a:lnTo>
                      <a:pt x="2972" y="2229"/>
                    </a:lnTo>
                    <a:close/>
                    <a:moveTo>
                      <a:pt x="1238" y="2229"/>
                    </a:moveTo>
                    <a:lnTo>
                      <a:pt x="1734" y="2229"/>
                    </a:lnTo>
                    <a:lnTo>
                      <a:pt x="1734" y="2724"/>
                    </a:lnTo>
                    <a:lnTo>
                      <a:pt x="1238" y="2724"/>
                    </a:lnTo>
                    <a:lnTo>
                      <a:pt x="1238" y="2229"/>
                    </a:lnTo>
                    <a:close/>
                    <a:moveTo>
                      <a:pt x="495" y="2229"/>
                    </a:moveTo>
                    <a:lnTo>
                      <a:pt x="990" y="2229"/>
                    </a:lnTo>
                    <a:lnTo>
                      <a:pt x="990" y="2724"/>
                    </a:lnTo>
                    <a:lnTo>
                      <a:pt x="495" y="2724"/>
                    </a:lnTo>
                    <a:lnTo>
                      <a:pt x="495" y="2229"/>
                    </a:lnTo>
                    <a:close/>
                    <a:moveTo>
                      <a:pt x="2972" y="1982"/>
                    </a:moveTo>
                    <a:lnTo>
                      <a:pt x="3058" y="1985"/>
                    </a:lnTo>
                    <a:lnTo>
                      <a:pt x="3141" y="1996"/>
                    </a:lnTo>
                    <a:lnTo>
                      <a:pt x="3221" y="2013"/>
                    </a:lnTo>
                    <a:lnTo>
                      <a:pt x="3300" y="2037"/>
                    </a:lnTo>
                    <a:lnTo>
                      <a:pt x="3376" y="2067"/>
                    </a:lnTo>
                    <a:lnTo>
                      <a:pt x="3448" y="2103"/>
                    </a:lnTo>
                    <a:lnTo>
                      <a:pt x="3517" y="2144"/>
                    </a:lnTo>
                    <a:lnTo>
                      <a:pt x="3582" y="2191"/>
                    </a:lnTo>
                    <a:lnTo>
                      <a:pt x="3643" y="2243"/>
                    </a:lnTo>
                    <a:lnTo>
                      <a:pt x="3700" y="2300"/>
                    </a:lnTo>
                    <a:lnTo>
                      <a:pt x="3752" y="2361"/>
                    </a:lnTo>
                    <a:lnTo>
                      <a:pt x="3799" y="2426"/>
                    </a:lnTo>
                    <a:lnTo>
                      <a:pt x="3841" y="2495"/>
                    </a:lnTo>
                    <a:lnTo>
                      <a:pt x="3876" y="2567"/>
                    </a:lnTo>
                    <a:lnTo>
                      <a:pt x="3906" y="2643"/>
                    </a:lnTo>
                    <a:lnTo>
                      <a:pt x="3930" y="2722"/>
                    </a:lnTo>
                    <a:lnTo>
                      <a:pt x="3948" y="2803"/>
                    </a:lnTo>
                    <a:lnTo>
                      <a:pt x="3959" y="2887"/>
                    </a:lnTo>
                    <a:lnTo>
                      <a:pt x="3962" y="2972"/>
                    </a:lnTo>
                    <a:lnTo>
                      <a:pt x="3959" y="3058"/>
                    </a:lnTo>
                    <a:lnTo>
                      <a:pt x="3948" y="3141"/>
                    </a:lnTo>
                    <a:lnTo>
                      <a:pt x="3930" y="3222"/>
                    </a:lnTo>
                    <a:lnTo>
                      <a:pt x="3906" y="3300"/>
                    </a:lnTo>
                    <a:lnTo>
                      <a:pt x="3876" y="3376"/>
                    </a:lnTo>
                    <a:lnTo>
                      <a:pt x="3841" y="3448"/>
                    </a:lnTo>
                    <a:lnTo>
                      <a:pt x="3799" y="3518"/>
                    </a:lnTo>
                    <a:lnTo>
                      <a:pt x="3752" y="3583"/>
                    </a:lnTo>
                    <a:lnTo>
                      <a:pt x="3700" y="3643"/>
                    </a:lnTo>
                    <a:lnTo>
                      <a:pt x="3643" y="3700"/>
                    </a:lnTo>
                    <a:lnTo>
                      <a:pt x="3582" y="3752"/>
                    </a:lnTo>
                    <a:lnTo>
                      <a:pt x="3517" y="3799"/>
                    </a:lnTo>
                    <a:lnTo>
                      <a:pt x="3448" y="3841"/>
                    </a:lnTo>
                    <a:lnTo>
                      <a:pt x="3376" y="3877"/>
                    </a:lnTo>
                    <a:lnTo>
                      <a:pt x="3300" y="3907"/>
                    </a:lnTo>
                    <a:lnTo>
                      <a:pt x="3221" y="3931"/>
                    </a:lnTo>
                    <a:lnTo>
                      <a:pt x="3141" y="3948"/>
                    </a:lnTo>
                    <a:lnTo>
                      <a:pt x="3058" y="3959"/>
                    </a:lnTo>
                    <a:lnTo>
                      <a:pt x="2972" y="3963"/>
                    </a:lnTo>
                    <a:lnTo>
                      <a:pt x="2886" y="3959"/>
                    </a:lnTo>
                    <a:lnTo>
                      <a:pt x="2802" y="3948"/>
                    </a:lnTo>
                    <a:lnTo>
                      <a:pt x="2721" y="3931"/>
                    </a:lnTo>
                    <a:lnTo>
                      <a:pt x="2643" y="3907"/>
                    </a:lnTo>
                    <a:lnTo>
                      <a:pt x="2567" y="3877"/>
                    </a:lnTo>
                    <a:lnTo>
                      <a:pt x="2495" y="3841"/>
                    </a:lnTo>
                    <a:lnTo>
                      <a:pt x="2426" y="3799"/>
                    </a:lnTo>
                    <a:lnTo>
                      <a:pt x="2361" y="3752"/>
                    </a:lnTo>
                    <a:lnTo>
                      <a:pt x="2300" y="3700"/>
                    </a:lnTo>
                    <a:lnTo>
                      <a:pt x="2243" y="3643"/>
                    </a:lnTo>
                    <a:lnTo>
                      <a:pt x="2191" y="3583"/>
                    </a:lnTo>
                    <a:lnTo>
                      <a:pt x="2144" y="3518"/>
                    </a:lnTo>
                    <a:lnTo>
                      <a:pt x="2103" y="3448"/>
                    </a:lnTo>
                    <a:lnTo>
                      <a:pt x="2067" y="3376"/>
                    </a:lnTo>
                    <a:lnTo>
                      <a:pt x="2037" y="3300"/>
                    </a:lnTo>
                    <a:lnTo>
                      <a:pt x="2013" y="3222"/>
                    </a:lnTo>
                    <a:lnTo>
                      <a:pt x="1995" y="3141"/>
                    </a:lnTo>
                    <a:lnTo>
                      <a:pt x="1984" y="3058"/>
                    </a:lnTo>
                    <a:lnTo>
                      <a:pt x="1980" y="2972"/>
                    </a:lnTo>
                    <a:lnTo>
                      <a:pt x="1984" y="2887"/>
                    </a:lnTo>
                    <a:lnTo>
                      <a:pt x="1995" y="2803"/>
                    </a:lnTo>
                    <a:lnTo>
                      <a:pt x="2013" y="2722"/>
                    </a:lnTo>
                    <a:lnTo>
                      <a:pt x="2037" y="2643"/>
                    </a:lnTo>
                    <a:lnTo>
                      <a:pt x="2067" y="2567"/>
                    </a:lnTo>
                    <a:lnTo>
                      <a:pt x="2103" y="2495"/>
                    </a:lnTo>
                    <a:lnTo>
                      <a:pt x="2144" y="2426"/>
                    </a:lnTo>
                    <a:lnTo>
                      <a:pt x="2191" y="2361"/>
                    </a:lnTo>
                    <a:lnTo>
                      <a:pt x="2243" y="2300"/>
                    </a:lnTo>
                    <a:lnTo>
                      <a:pt x="2300" y="2243"/>
                    </a:lnTo>
                    <a:lnTo>
                      <a:pt x="2361" y="2191"/>
                    </a:lnTo>
                    <a:lnTo>
                      <a:pt x="2426" y="2144"/>
                    </a:lnTo>
                    <a:lnTo>
                      <a:pt x="2495" y="2103"/>
                    </a:lnTo>
                    <a:lnTo>
                      <a:pt x="2567" y="2067"/>
                    </a:lnTo>
                    <a:lnTo>
                      <a:pt x="2643" y="2037"/>
                    </a:lnTo>
                    <a:lnTo>
                      <a:pt x="2721" y="2013"/>
                    </a:lnTo>
                    <a:lnTo>
                      <a:pt x="2802" y="1996"/>
                    </a:lnTo>
                    <a:lnTo>
                      <a:pt x="2886" y="1985"/>
                    </a:lnTo>
                    <a:lnTo>
                      <a:pt x="2972" y="1982"/>
                    </a:lnTo>
                    <a:close/>
                    <a:moveTo>
                      <a:pt x="1980" y="1486"/>
                    </a:moveTo>
                    <a:lnTo>
                      <a:pt x="2476" y="1486"/>
                    </a:lnTo>
                    <a:lnTo>
                      <a:pt x="2476" y="1982"/>
                    </a:lnTo>
                    <a:lnTo>
                      <a:pt x="1980" y="1982"/>
                    </a:lnTo>
                    <a:lnTo>
                      <a:pt x="1980" y="1486"/>
                    </a:lnTo>
                    <a:close/>
                    <a:moveTo>
                      <a:pt x="1238" y="1486"/>
                    </a:moveTo>
                    <a:lnTo>
                      <a:pt x="1734" y="1486"/>
                    </a:lnTo>
                    <a:lnTo>
                      <a:pt x="1734" y="1982"/>
                    </a:lnTo>
                    <a:lnTo>
                      <a:pt x="1238" y="1982"/>
                    </a:lnTo>
                    <a:lnTo>
                      <a:pt x="1238" y="1486"/>
                    </a:lnTo>
                    <a:close/>
                    <a:moveTo>
                      <a:pt x="495" y="1486"/>
                    </a:moveTo>
                    <a:lnTo>
                      <a:pt x="990" y="1486"/>
                    </a:lnTo>
                    <a:lnTo>
                      <a:pt x="990" y="1982"/>
                    </a:lnTo>
                    <a:lnTo>
                      <a:pt x="495" y="1982"/>
                    </a:lnTo>
                    <a:lnTo>
                      <a:pt x="495" y="1486"/>
                    </a:lnTo>
                    <a:close/>
                    <a:moveTo>
                      <a:pt x="268" y="495"/>
                    </a:moveTo>
                    <a:lnTo>
                      <a:pt x="371" y="495"/>
                    </a:lnTo>
                    <a:lnTo>
                      <a:pt x="371" y="619"/>
                    </a:lnTo>
                    <a:lnTo>
                      <a:pt x="374" y="659"/>
                    </a:lnTo>
                    <a:lnTo>
                      <a:pt x="384" y="697"/>
                    </a:lnTo>
                    <a:lnTo>
                      <a:pt x="399" y="732"/>
                    </a:lnTo>
                    <a:lnTo>
                      <a:pt x="419" y="765"/>
                    </a:lnTo>
                    <a:lnTo>
                      <a:pt x="444" y="794"/>
                    </a:lnTo>
                    <a:lnTo>
                      <a:pt x="473" y="819"/>
                    </a:lnTo>
                    <a:lnTo>
                      <a:pt x="505" y="839"/>
                    </a:lnTo>
                    <a:lnTo>
                      <a:pt x="541" y="854"/>
                    </a:lnTo>
                    <a:lnTo>
                      <a:pt x="579" y="864"/>
                    </a:lnTo>
                    <a:lnTo>
                      <a:pt x="619" y="867"/>
                    </a:lnTo>
                    <a:lnTo>
                      <a:pt x="659" y="864"/>
                    </a:lnTo>
                    <a:lnTo>
                      <a:pt x="697" y="854"/>
                    </a:lnTo>
                    <a:lnTo>
                      <a:pt x="732" y="839"/>
                    </a:lnTo>
                    <a:lnTo>
                      <a:pt x="765" y="819"/>
                    </a:lnTo>
                    <a:lnTo>
                      <a:pt x="794" y="794"/>
                    </a:lnTo>
                    <a:lnTo>
                      <a:pt x="819" y="765"/>
                    </a:lnTo>
                    <a:lnTo>
                      <a:pt x="838" y="732"/>
                    </a:lnTo>
                    <a:lnTo>
                      <a:pt x="854" y="697"/>
                    </a:lnTo>
                    <a:lnTo>
                      <a:pt x="864" y="659"/>
                    </a:lnTo>
                    <a:lnTo>
                      <a:pt x="866" y="619"/>
                    </a:lnTo>
                    <a:lnTo>
                      <a:pt x="866" y="495"/>
                    </a:lnTo>
                    <a:lnTo>
                      <a:pt x="2353" y="495"/>
                    </a:lnTo>
                    <a:lnTo>
                      <a:pt x="2353" y="619"/>
                    </a:lnTo>
                    <a:lnTo>
                      <a:pt x="2355" y="659"/>
                    </a:lnTo>
                    <a:lnTo>
                      <a:pt x="2365" y="697"/>
                    </a:lnTo>
                    <a:lnTo>
                      <a:pt x="2380" y="732"/>
                    </a:lnTo>
                    <a:lnTo>
                      <a:pt x="2400" y="765"/>
                    </a:lnTo>
                    <a:lnTo>
                      <a:pt x="2425" y="794"/>
                    </a:lnTo>
                    <a:lnTo>
                      <a:pt x="2454" y="819"/>
                    </a:lnTo>
                    <a:lnTo>
                      <a:pt x="2487" y="839"/>
                    </a:lnTo>
                    <a:lnTo>
                      <a:pt x="2521" y="854"/>
                    </a:lnTo>
                    <a:lnTo>
                      <a:pt x="2560" y="864"/>
                    </a:lnTo>
                    <a:lnTo>
                      <a:pt x="2600" y="867"/>
                    </a:lnTo>
                    <a:lnTo>
                      <a:pt x="2641" y="864"/>
                    </a:lnTo>
                    <a:lnTo>
                      <a:pt x="2678" y="854"/>
                    </a:lnTo>
                    <a:lnTo>
                      <a:pt x="2714" y="839"/>
                    </a:lnTo>
                    <a:lnTo>
                      <a:pt x="2747" y="819"/>
                    </a:lnTo>
                    <a:lnTo>
                      <a:pt x="2776" y="794"/>
                    </a:lnTo>
                    <a:lnTo>
                      <a:pt x="2800" y="765"/>
                    </a:lnTo>
                    <a:lnTo>
                      <a:pt x="2820" y="732"/>
                    </a:lnTo>
                    <a:lnTo>
                      <a:pt x="2835" y="697"/>
                    </a:lnTo>
                    <a:lnTo>
                      <a:pt x="2844" y="659"/>
                    </a:lnTo>
                    <a:lnTo>
                      <a:pt x="2848" y="619"/>
                    </a:lnTo>
                    <a:lnTo>
                      <a:pt x="2848" y="495"/>
                    </a:lnTo>
                    <a:lnTo>
                      <a:pt x="2952" y="495"/>
                    </a:lnTo>
                    <a:lnTo>
                      <a:pt x="2995" y="498"/>
                    </a:lnTo>
                    <a:lnTo>
                      <a:pt x="3036" y="509"/>
                    </a:lnTo>
                    <a:lnTo>
                      <a:pt x="3074" y="526"/>
                    </a:lnTo>
                    <a:lnTo>
                      <a:pt x="3109" y="548"/>
                    </a:lnTo>
                    <a:lnTo>
                      <a:pt x="3141" y="574"/>
                    </a:lnTo>
                    <a:lnTo>
                      <a:pt x="3167" y="607"/>
                    </a:lnTo>
                    <a:lnTo>
                      <a:pt x="3189" y="642"/>
                    </a:lnTo>
                    <a:lnTo>
                      <a:pt x="3206" y="682"/>
                    </a:lnTo>
                    <a:lnTo>
                      <a:pt x="3215" y="724"/>
                    </a:lnTo>
                    <a:lnTo>
                      <a:pt x="3219" y="767"/>
                    </a:lnTo>
                    <a:lnTo>
                      <a:pt x="3219" y="1733"/>
                    </a:lnTo>
                    <a:lnTo>
                      <a:pt x="2972" y="1733"/>
                    </a:lnTo>
                    <a:lnTo>
                      <a:pt x="2972" y="1238"/>
                    </a:lnTo>
                    <a:lnTo>
                      <a:pt x="248" y="1238"/>
                    </a:lnTo>
                    <a:lnTo>
                      <a:pt x="248" y="2947"/>
                    </a:lnTo>
                    <a:lnTo>
                      <a:pt x="250" y="2959"/>
                    </a:lnTo>
                    <a:lnTo>
                      <a:pt x="258" y="2969"/>
                    </a:lnTo>
                    <a:lnTo>
                      <a:pt x="268" y="2972"/>
                    </a:lnTo>
                    <a:lnTo>
                      <a:pt x="1734" y="2972"/>
                    </a:lnTo>
                    <a:lnTo>
                      <a:pt x="1734" y="3219"/>
                    </a:lnTo>
                    <a:lnTo>
                      <a:pt x="268" y="3219"/>
                    </a:lnTo>
                    <a:lnTo>
                      <a:pt x="225" y="3216"/>
                    </a:lnTo>
                    <a:lnTo>
                      <a:pt x="183" y="3206"/>
                    </a:lnTo>
                    <a:lnTo>
                      <a:pt x="144" y="3189"/>
                    </a:lnTo>
                    <a:lnTo>
                      <a:pt x="109" y="3167"/>
                    </a:lnTo>
                    <a:lnTo>
                      <a:pt x="78" y="3140"/>
                    </a:lnTo>
                    <a:lnTo>
                      <a:pt x="52" y="3108"/>
                    </a:lnTo>
                    <a:lnTo>
                      <a:pt x="30" y="3072"/>
                    </a:lnTo>
                    <a:lnTo>
                      <a:pt x="13" y="3034"/>
                    </a:lnTo>
                    <a:lnTo>
                      <a:pt x="3" y="2991"/>
                    </a:lnTo>
                    <a:lnTo>
                      <a:pt x="0" y="2947"/>
                    </a:lnTo>
                    <a:lnTo>
                      <a:pt x="0" y="767"/>
                    </a:lnTo>
                    <a:lnTo>
                      <a:pt x="3" y="724"/>
                    </a:lnTo>
                    <a:lnTo>
                      <a:pt x="13" y="682"/>
                    </a:lnTo>
                    <a:lnTo>
                      <a:pt x="30" y="642"/>
                    </a:lnTo>
                    <a:lnTo>
                      <a:pt x="52" y="607"/>
                    </a:lnTo>
                    <a:lnTo>
                      <a:pt x="78" y="574"/>
                    </a:lnTo>
                    <a:lnTo>
                      <a:pt x="109" y="548"/>
                    </a:lnTo>
                    <a:lnTo>
                      <a:pt x="144" y="526"/>
                    </a:lnTo>
                    <a:lnTo>
                      <a:pt x="183" y="509"/>
                    </a:lnTo>
                    <a:lnTo>
                      <a:pt x="225" y="498"/>
                    </a:lnTo>
                    <a:lnTo>
                      <a:pt x="268" y="495"/>
                    </a:lnTo>
                    <a:close/>
                    <a:moveTo>
                      <a:pt x="2600" y="0"/>
                    </a:moveTo>
                    <a:lnTo>
                      <a:pt x="2629" y="3"/>
                    </a:lnTo>
                    <a:lnTo>
                      <a:pt x="2654" y="13"/>
                    </a:lnTo>
                    <a:lnTo>
                      <a:pt x="2678" y="27"/>
                    </a:lnTo>
                    <a:lnTo>
                      <a:pt x="2696" y="47"/>
                    </a:lnTo>
                    <a:lnTo>
                      <a:pt x="2712" y="69"/>
                    </a:lnTo>
                    <a:lnTo>
                      <a:pt x="2720" y="95"/>
                    </a:lnTo>
                    <a:lnTo>
                      <a:pt x="2724" y="124"/>
                    </a:lnTo>
                    <a:lnTo>
                      <a:pt x="2724" y="619"/>
                    </a:lnTo>
                    <a:lnTo>
                      <a:pt x="2720" y="648"/>
                    </a:lnTo>
                    <a:lnTo>
                      <a:pt x="2712" y="673"/>
                    </a:lnTo>
                    <a:lnTo>
                      <a:pt x="2696" y="696"/>
                    </a:lnTo>
                    <a:lnTo>
                      <a:pt x="2678" y="715"/>
                    </a:lnTo>
                    <a:lnTo>
                      <a:pt x="2654" y="730"/>
                    </a:lnTo>
                    <a:lnTo>
                      <a:pt x="2629" y="739"/>
                    </a:lnTo>
                    <a:lnTo>
                      <a:pt x="2600" y="743"/>
                    </a:lnTo>
                    <a:lnTo>
                      <a:pt x="2572" y="739"/>
                    </a:lnTo>
                    <a:lnTo>
                      <a:pt x="2546" y="730"/>
                    </a:lnTo>
                    <a:lnTo>
                      <a:pt x="2523" y="715"/>
                    </a:lnTo>
                    <a:lnTo>
                      <a:pt x="2503" y="696"/>
                    </a:lnTo>
                    <a:lnTo>
                      <a:pt x="2489" y="673"/>
                    </a:lnTo>
                    <a:lnTo>
                      <a:pt x="2479" y="648"/>
                    </a:lnTo>
                    <a:lnTo>
                      <a:pt x="2476" y="619"/>
                    </a:lnTo>
                    <a:lnTo>
                      <a:pt x="2476" y="124"/>
                    </a:lnTo>
                    <a:lnTo>
                      <a:pt x="2479" y="95"/>
                    </a:lnTo>
                    <a:lnTo>
                      <a:pt x="2489" y="69"/>
                    </a:lnTo>
                    <a:lnTo>
                      <a:pt x="2503" y="47"/>
                    </a:lnTo>
                    <a:lnTo>
                      <a:pt x="2523" y="27"/>
                    </a:lnTo>
                    <a:lnTo>
                      <a:pt x="2546" y="13"/>
                    </a:lnTo>
                    <a:lnTo>
                      <a:pt x="2572" y="3"/>
                    </a:lnTo>
                    <a:lnTo>
                      <a:pt x="2600" y="0"/>
                    </a:lnTo>
                    <a:close/>
                    <a:moveTo>
                      <a:pt x="619" y="0"/>
                    </a:moveTo>
                    <a:lnTo>
                      <a:pt x="647" y="3"/>
                    </a:lnTo>
                    <a:lnTo>
                      <a:pt x="673" y="13"/>
                    </a:lnTo>
                    <a:lnTo>
                      <a:pt x="696" y="27"/>
                    </a:lnTo>
                    <a:lnTo>
                      <a:pt x="715" y="47"/>
                    </a:lnTo>
                    <a:lnTo>
                      <a:pt x="730" y="69"/>
                    </a:lnTo>
                    <a:lnTo>
                      <a:pt x="740" y="95"/>
                    </a:lnTo>
                    <a:lnTo>
                      <a:pt x="743" y="124"/>
                    </a:lnTo>
                    <a:lnTo>
                      <a:pt x="743" y="619"/>
                    </a:lnTo>
                    <a:lnTo>
                      <a:pt x="740" y="648"/>
                    </a:lnTo>
                    <a:lnTo>
                      <a:pt x="730" y="673"/>
                    </a:lnTo>
                    <a:lnTo>
                      <a:pt x="715" y="696"/>
                    </a:lnTo>
                    <a:lnTo>
                      <a:pt x="696" y="715"/>
                    </a:lnTo>
                    <a:lnTo>
                      <a:pt x="673" y="730"/>
                    </a:lnTo>
                    <a:lnTo>
                      <a:pt x="647" y="739"/>
                    </a:lnTo>
                    <a:lnTo>
                      <a:pt x="619" y="743"/>
                    </a:lnTo>
                    <a:lnTo>
                      <a:pt x="590" y="739"/>
                    </a:lnTo>
                    <a:lnTo>
                      <a:pt x="565" y="730"/>
                    </a:lnTo>
                    <a:lnTo>
                      <a:pt x="542" y="715"/>
                    </a:lnTo>
                    <a:lnTo>
                      <a:pt x="523" y="696"/>
                    </a:lnTo>
                    <a:lnTo>
                      <a:pt x="508" y="673"/>
                    </a:lnTo>
                    <a:lnTo>
                      <a:pt x="499" y="648"/>
                    </a:lnTo>
                    <a:lnTo>
                      <a:pt x="495" y="619"/>
                    </a:lnTo>
                    <a:lnTo>
                      <a:pt x="495" y="124"/>
                    </a:lnTo>
                    <a:lnTo>
                      <a:pt x="499" y="95"/>
                    </a:lnTo>
                    <a:lnTo>
                      <a:pt x="508" y="69"/>
                    </a:lnTo>
                    <a:lnTo>
                      <a:pt x="523" y="47"/>
                    </a:lnTo>
                    <a:lnTo>
                      <a:pt x="542" y="27"/>
                    </a:lnTo>
                    <a:lnTo>
                      <a:pt x="565" y="13"/>
                    </a:lnTo>
                    <a:lnTo>
                      <a:pt x="590" y="3"/>
                    </a:lnTo>
                    <a:lnTo>
                      <a:pt x="619" y="0"/>
                    </a:lnTo>
                    <a:close/>
                  </a:path>
                </a:pathLst>
              </a:custGeom>
              <a:solidFill>
                <a:schemeClr val="accent3"/>
              </a:solidFill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  <p:grpSp>
          <p:nvGrpSpPr>
            <p:cNvPr id="11" name="그룹 60"/>
            <p:cNvGrpSpPr/>
            <p:nvPr/>
          </p:nvGrpSpPr>
          <p:grpSpPr>
            <a:xfrm>
              <a:off x="4228307" y="3143493"/>
              <a:ext cx="1884180" cy="1488466"/>
              <a:chOff x="4075907" y="2991093"/>
              <a:chExt cx="1884180" cy="1488466"/>
            </a:xfrm>
          </p:grpSpPr>
          <p:sp>
            <p:nvSpPr>
              <p:cNvPr id="24" name="Freeform 26"/>
              <p:cNvSpPr>
                <a:spLocks noEditPoints="1"/>
              </p:cNvSpPr>
              <p:nvPr/>
            </p:nvSpPr>
            <p:spPr bwMode="auto">
              <a:xfrm>
                <a:off x="4075907" y="2991093"/>
                <a:ext cx="1884180" cy="1488466"/>
              </a:xfrm>
              <a:custGeom>
                <a:avLst/>
                <a:gdLst>
                  <a:gd name="T0" fmla="*/ 667 w 2078"/>
                  <a:gd name="T1" fmla="*/ 130 h 1640"/>
                  <a:gd name="T2" fmla="*/ 477 w 2078"/>
                  <a:gd name="T3" fmla="*/ 194 h 1640"/>
                  <a:gd name="T4" fmla="*/ 312 w 2078"/>
                  <a:gd name="T5" fmla="*/ 310 h 1640"/>
                  <a:gd name="T6" fmla="*/ 185 w 2078"/>
                  <a:gd name="T7" fmla="*/ 472 h 1640"/>
                  <a:gd name="T8" fmla="*/ 110 w 2078"/>
                  <a:gd name="T9" fmla="*/ 670 h 1640"/>
                  <a:gd name="T10" fmla="*/ 96 w 2078"/>
                  <a:gd name="T11" fmla="*/ 877 h 1640"/>
                  <a:gd name="T12" fmla="*/ 143 w 2078"/>
                  <a:gd name="T13" fmla="*/ 1074 h 1640"/>
                  <a:gd name="T14" fmla="*/ 242 w 2078"/>
                  <a:gd name="T15" fmla="*/ 1248 h 1640"/>
                  <a:gd name="T16" fmla="*/ 389 w 2078"/>
                  <a:gd name="T17" fmla="*/ 1388 h 1640"/>
                  <a:gd name="T18" fmla="*/ 578 w 2078"/>
                  <a:gd name="T19" fmla="*/ 1482 h 1640"/>
                  <a:gd name="T20" fmla="*/ 784 w 2078"/>
                  <a:gd name="T21" fmla="*/ 1516 h 1640"/>
                  <a:gd name="T22" fmla="*/ 985 w 2078"/>
                  <a:gd name="T23" fmla="*/ 1489 h 1640"/>
                  <a:gd name="T24" fmla="*/ 1169 w 2078"/>
                  <a:gd name="T25" fmla="*/ 1407 h 1640"/>
                  <a:gd name="T26" fmla="*/ 1321 w 2078"/>
                  <a:gd name="T27" fmla="*/ 1275 h 1640"/>
                  <a:gd name="T28" fmla="*/ 1433 w 2078"/>
                  <a:gd name="T29" fmla="*/ 1101 h 1640"/>
                  <a:gd name="T30" fmla="*/ 1488 w 2078"/>
                  <a:gd name="T31" fmla="*/ 894 h 1640"/>
                  <a:gd name="T32" fmla="*/ 1480 w 2078"/>
                  <a:gd name="T33" fmla="*/ 691 h 1640"/>
                  <a:gd name="T34" fmla="*/ 1416 w 2078"/>
                  <a:gd name="T35" fmla="*/ 501 h 1640"/>
                  <a:gd name="T36" fmla="*/ 1300 w 2078"/>
                  <a:gd name="T37" fmla="*/ 336 h 1640"/>
                  <a:gd name="T38" fmla="*/ 1139 w 2078"/>
                  <a:gd name="T39" fmla="*/ 209 h 1640"/>
                  <a:gd name="T40" fmla="*/ 941 w 2078"/>
                  <a:gd name="T41" fmla="*/ 134 h 1640"/>
                  <a:gd name="T42" fmla="*/ 794 w 2078"/>
                  <a:gd name="T43" fmla="*/ 0 h 1640"/>
                  <a:gd name="T44" fmla="*/ 1011 w 2078"/>
                  <a:gd name="T45" fmla="*/ 20 h 1640"/>
                  <a:gd name="T46" fmla="*/ 1173 w 2078"/>
                  <a:gd name="T47" fmla="*/ 81 h 1640"/>
                  <a:gd name="T48" fmla="*/ 1309 w 2078"/>
                  <a:gd name="T49" fmla="*/ 178 h 1640"/>
                  <a:gd name="T50" fmla="*/ 1447 w 2078"/>
                  <a:gd name="T51" fmla="*/ 310 h 1640"/>
                  <a:gd name="T52" fmla="*/ 1579 w 2078"/>
                  <a:gd name="T53" fmla="*/ 467 h 1640"/>
                  <a:gd name="T54" fmla="*/ 1706 w 2078"/>
                  <a:gd name="T55" fmla="*/ 634 h 1640"/>
                  <a:gd name="T56" fmla="*/ 1819 w 2078"/>
                  <a:gd name="T57" fmla="*/ 801 h 1640"/>
                  <a:gd name="T58" fmla="*/ 1917 w 2078"/>
                  <a:gd name="T59" fmla="*/ 956 h 1640"/>
                  <a:gd name="T60" fmla="*/ 1996 w 2078"/>
                  <a:gd name="T61" fmla="*/ 1087 h 1640"/>
                  <a:gd name="T62" fmla="*/ 2051 w 2078"/>
                  <a:gd name="T63" fmla="*/ 1183 h 1640"/>
                  <a:gd name="T64" fmla="*/ 2077 w 2078"/>
                  <a:gd name="T65" fmla="*/ 1232 h 1640"/>
                  <a:gd name="T66" fmla="*/ 2064 w 2078"/>
                  <a:gd name="T67" fmla="*/ 1241 h 1640"/>
                  <a:gd name="T68" fmla="*/ 1997 w 2078"/>
                  <a:gd name="T69" fmla="*/ 1273 h 1640"/>
                  <a:gd name="T70" fmla="*/ 1882 w 2078"/>
                  <a:gd name="T71" fmla="*/ 1323 h 1640"/>
                  <a:gd name="T72" fmla="*/ 1731 w 2078"/>
                  <a:gd name="T73" fmla="*/ 1387 h 1640"/>
                  <a:gd name="T74" fmla="*/ 1552 w 2078"/>
                  <a:gd name="T75" fmla="*/ 1455 h 1640"/>
                  <a:gd name="T76" fmla="*/ 1358 w 2078"/>
                  <a:gd name="T77" fmla="*/ 1523 h 1640"/>
                  <a:gd name="T78" fmla="*/ 1157 w 2078"/>
                  <a:gd name="T79" fmla="*/ 1581 h 1640"/>
                  <a:gd name="T80" fmla="*/ 958 w 2078"/>
                  <a:gd name="T81" fmla="*/ 1623 h 1640"/>
                  <a:gd name="T82" fmla="*/ 776 w 2078"/>
                  <a:gd name="T83" fmla="*/ 1640 h 1640"/>
                  <a:gd name="T84" fmla="*/ 617 w 2078"/>
                  <a:gd name="T85" fmla="*/ 1628 h 1640"/>
                  <a:gd name="T86" fmla="*/ 435 w 2078"/>
                  <a:gd name="T87" fmla="*/ 1558 h 1640"/>
                  <a:gd name="T88" fmla="*/ 258 w 2078"/>
                  <a:gd name="T89" fmla="*/ 1431 h 1640"/>
                  <a:gd name="T90" fmla="*/ 124 w 2078"/>
                  <a:gd name="T91" fmla="*/ 1267 h 1640"/>
                  <a:gd name="T92" fmla="*/ 37 w 2078"/>
                  <a:gd name="T93" fmla="*/ 1074 h 1640"/>
                  <a:gd name="T94" fmla="*/ 0 w 2078"/>
                  <a:gd name="T95" fmla="*/ 863 h 1640"/>
                  <a:gd name="T96" fmla="*/ 19 w 2078"/>
                  <a:gd name="T97" fmla="*/ 645 h 1640"/>
                  <a:gd name="T98" fmla="*/ 99 w 2078"/>
                  <a:gd name="T99" fmla="*/ 434 h 1640"/>
                  <a:gd name="T100" fmla="*/ 226 w 2078"/>
                  <a:gd name="T101" fmla="*/ 259 h 1640"/>
                  <a:gd name="T102" fmla="*/ 390 w 2078"/>
                  <a:gd name="T103" fmla="*/ 126 h 1640"/>
                  <a:gd name="T104" fmla="*/ 583 w 2078"/>
                  <a:gd name="T105" fmla="*/ 37 h 1640"/>
                  <a:gd name="T106" fmla="*/ 794 w 2078"/>
                  <a:gd name="T107" fmla="*/ 0 h 164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</a:cxnLst>
                <a:rect l="0" t="0" r="r" b="b"/>
                <a:pathLst>
                  <a:path w="2078" h="1640">
                    <a:moveTo>
                      <a:pt x="802" y="119"/>
                    </a:moveTo>
                    <a:lnTo>
                      <a:pt x="733" y="122"/>
                    </a:lnTo>
                    <a:lnTo>
                      <a:pt x="667" y="130"/>
                    </a:lnTo>
                    <a:lnTo>
                      <a:pt x="601" y="146"/>
                    </a:lnTo>
                    <a:lnTo>
                      <a:pt x="537" y="167"/>
                    </a:lnTo>
                    <a:lnTo>
                      <a:pt x="477" y="194"/>
                    </a:lnTo>
                    <a:lnTo>
                      <a:pt x="417" y="228"/>
                    </a:lnTo>
                    <a:lnTo>
                      <a:pt x="363" y="267"/>
                    </a:lnTo>
                    <a:lnTo>
                      <a:pt x="312" y="310"/>
                    </a:lnTo>
                    <a:lnTo>
                      <a:pt x="265" y="360"/>
                    </a:lnTo>
                    <a:lnTo>
                      <a:pt x="223" y="413"/>
                    </a:lnTo>
                    <a:lnTo>
                      <a:pt x="185" y="472"/>
                    </a:lnTo>
                    <a:lnTo>
                      <a:pt x="154" y="534"/>
                    </a:lnTo>
                    <a:lnTo>
                      <a:pt x="129" y="602"/>
                    </a:lnTo>
                    <a:lnTo>
                      <a:pt x="110" y="670"/>
                    </a:lnTo>
                    <a:lnTo>
                      <a:pt x="99" y="739"/>
                    </a:lnTo>
                    <a:lnTo>
                      <a:pt x="95" y="808"/>
                    </a:lnTo>
                    <a:lnTo>
                      <a:pt x="96" y="877"/>
                    </a:lnTo>
                    <a:lnTo>
                      <a:pt x="106" y="944"/>
                    </a:lnTo>
                    <a:lnTo>
                      <a:pt x="122" y="1010"/>
                    </a:lnTo>
                    <a:lnTo>
                      <a:pt x="143" y="1074"/>
                    </a:lnTo>
                    <a:lnTo>
                      <a:pt x="170" y="1134"/>
                    </a:lnTo>
                    <a:lnTo>
                      <a:pt x="204" y="1192"/>
                    </a:lnTo>
                    <a:lnTo>
                      <a:pt x="242" y="1248"/>
                    </a:lnTo>
                    <a:lnTo>
                      <a:pt x="286" y="1299"/>
                    </a:lnTo>
                    <a:lnTo>
                      <a:pt x="335" y="1346"/>
                    </a:lnTo>
                    <a:lnTo>
                      <a:pt x="389" y="1388"/>
                    </a:lnTo>
                    <a:lnTo>
                      <a:pt x="448" y="1424"/>
                    </a:lnTo>
                    <a:lnTo>
                      <a:pt x="510" y="1457"/>
                    </a:lnTo>
                    <a:lnTo>
                      <a:pt x="578" y="1482"/>
                    </a:lnTo>
                    <a:lnTo>
                      <a:pt x="647" y="1500"/>
                    </a:lnTo>
                    <a:lnTo>
                      <a:pt x="715" y="1512"/>
                    </a:lnTo>
                    <a:lnTo>
                      <a:pt x="784" y="1516"/>
                    </a:lnTo>
                    <a:lnTo>
                      <a:pt x="853" y="1513"/>
                    </a:lnTo>
                    <a:lnTo>
                      <a:pt x="920" y="1504"/>
                    </a:lnTo>
                    <a:lnTo>
                      <a:pt x="985" y="1489"/>
                    </a:lnTo>
                    <a:lnTo>
                      <a:pt x="1050" y="1468"/>
                    </a:lnTo>
                    <a:lnTo>
                      <a:pt x="1111" y="1439"/>
                    </a:lnTo>
                    <a:lnTo>
                      <a:pt x="1169" y="1407"/>
                    </a:lnTo>
                    <a:lnTo>
                      <a:pt x="1224" y="1368"/>
                    </a:lnTo>
                    <a:lnTo>
                      <a:pt x="1275" y="1325"/>
                    </a:lnTo>
                    <a:lnTo>
                      <a:pt x="1321" y="1275"/>
                    </a:lnTo>
                    <a:lnTo>
                      <a:pt x="1364" y="1221"/>
                    </a:lnTo>
                    <a:lnTo>
                      <a:pt x="1401" y="1163"/>
                    </a:lnTo>
                    <a:lnTo>
                      <a:pt x="1433" y="1101"/>
                    </a:lnTo>
                    <a:lnTo>
                      <a:pt x="1457" y="1033"/>
                    </a:lnTo>
                    <a:lnTo>
                      <a:pt x="1476" y="965"/>
                    </a:lnTo>
                    <a:lnTo>
                      <a:pt x="1488" y="894"/>
                    </a:lnTo>
                    <a:lnTo>
                      <a:pt x="1492" y="826"/>
                    </a:lnTo>
                    <a:lnTo>
                      <a:pt x="1490" y="758"/>
                    </a:lnTo>
                    <a:lnTo>
                      <a:pt x="1480" y="691"/>
                    </a:lnTo>
                    <a:lnTo>
                      <a:pt x="1465" y="625"/>
                    </a:lnTo>
                    <a:lnTo>
                      <a:pt x="1444" y="561"/>
                    </a:lnTo>
                    <a:lnTo>
                      <a:pt x="1416" y="501"/>
                    </a:lnTo>
                    <a:lnTo>
                      <a:pt x="1383" y="441"/>
                    </a:lnTo>
                    <a:lnTo>
                      <a:pt x="1344" y="387"/>
                    </a:lnTo>
                    <a:lnTo>
                      <a:pt x="1300" y="336"/>
                    </a:lnTo>
                    <a:lnTo>
                      <a:pt x="1251" y="289"/>
                    </a:lnTo>
                    <a:lnTo>
                      <a:pt x="1197" y="247"/>
                    </a:lnTo>
                    <a:lnTo>
                      <a:pt x="1139" y="209"/>
                    </a:lnTo>
                    <a:lnTo>
                      <a:pt x="1076" y="178"/>
                    </a:lnTo>
                    <a:lnTo>
                      <a:pt x="1009" y="153"/>
                    </a:lnTo>
                    <a:lnTo>
                      <a:pt x="941" y="134"/>
                    </a:lnTo>
                    <a:lnTo>
                      <a:pt x="871" y="123"/>
                    </a:lnTo>
                    <a:lnTo>
                      <a:pt x="802" y="119"/>
                    </a:lnTo>
                    <a:close/>
                    <a:moveTo>
                      <a:pt x="794" y="0"/>
                    </a:moveTo>
                    <a:lnTo>
                      <a:pt x="865" y="0"/>
                    </a:lnTo>
                    <a:lnTo>
                      <a:pt x="938" y="7"/>
                    </a:lnTo>
                    <a:lnTo>
                      <a:pt x="1011" y="20"/>
                    </a:lnTo>
                    <a:lnTo>
                      <a:pt x="1084" y="41"/>
                    </a:lnTo>
                    <a:lnTo>
                      <a:pt x="1128" y="58"/>
                    </a:lnTo>
                    <a:lnTo>
                      <a:pt x="1173" y="81"/>
                    </a:lnTo>
                    <a:lnTo>
                      <a:pt x="1217" y="108"/>
                    </a:lnTo>
                    <a:lnTo>
                      <a:pt x="1263" y="140"/>
                    </a:lnTo>
                    <a:lnTo>
                      <a:pt x="1309" y="178"/>
                    </a:lnTo>
                    <a:lnTo>
                      <a:pt x="1355" y="219"/>
                    </a:lnTo>
                    <a:lnTo>
                      <a:pt x="1401" y="263"/>
                    </a:lnTo>
                    <a:lnTo>
                      <a:pt x="1447" y="310"/>
                    </a:lnTo>
                    <a:lnTo>
                      <a:pt x="1491" y="360"/>
                    </a:lnTo>
                    <a:lnTo>
                      <a:pt x="1536" y="413"/>
                    </a:lnTo>
                    <a:lnTo>
                      <a:pt x="1579" y="467"/>
                    </a:lnTo>
                    <a:lnTo>
                      <a:pt x="1622" y="522"/>
                    </a:lnTo>
                    <a:lnTo>
                      <a:pt x="1664" y="577"/>
                    </a:lnTo>
                    <a:lnTo>
                      <a:pt x="1706" y="634"/>
                    </a:lnTo>
                    <a:lnTo>
                      <a:pt x="1745" y="691"/>
                    </a:lnTo>
                    <a:lnTo>
                      <a:pt x="1782" y="746"/>
                    </a:lnTo>
                    <a:lnTo>
                      <a:pt x="1819" y="801"/>
                    </a:lnTo>
                    <a:lnTo>
                      <a:pt x="1854" y="855"/>
                    </a:lnTo>
                    <a:lnTo>
                      <a:pt x="1886" y="907"/>
                    </a:lnTo>
                    <a:lnTo>
                      <a:pt x="1917" y="956"/>
                    </a:lnTo>
                    <a:lnTo>
                      <a:pt x="1946" y="1004"/>
                    </a:lnTo>
                    <a:lnTo>
                      <a:pt x="1973" y="1048"/>
                    </a:lnTo>
                    <a:lnTo>
                      <a:pt x="1996" y="1087"/>
                    </a:lnTo>
                    <a:lnTo>
                      <a:pt x="2017" y="1124"/>
                    </a:lnTo>
                    <a:lnTo>
                      <a:pt x="2035" y="1156"/>
                    </a:lnTo>
                    <a:lnTo>
                      <a:pt x="2051" y="1183"/>
                    </a:lnTo>
                    <a:lnTo>
                      <a:pt x="2063" y="1205"/>
                    </a:lnTo>
                    <a:lnTo>
                      <a:pt x="2071" y="1221"/>
                    </a:lnTo>
                    <a:lnTo>
                      <a:pt x="2077" y="1232"/>
                    </a:lnTo>
                    <a:lnTo>
                      <a:pt x="2078" y="1234"/>
                    </a:lnTo>
                    <a:lnTo>
                      <a:pt x="2075" y="1237"/>
                    </a:lnTo>
                    <a:lnTo>
                      <a:pt x="2064" y="1241"/>
                    </a:lnTo>
                    <a:lnTo>
                      <a:pt x="2048" y="1249"/>
                    </a:lnTo>
                    <a:lnTo>
                      <a:pt x="2025" y="1260"/>
                    </a:lnTo>
                    <a:lnTo>
                      <a:pt x="1997" y="1273"/>
                    </a:lnTo>
                    <a:lnTo>
                      <a:pt x="1963" y="1288"/>
                    </a:lnTo>
                    <a:lnTo>
                      <a:pt x="1926" y="1306"/>
                    </a:lnTo>
                    <a:lnTo>
                      <a:pt x="1882" y="1323"/>
                    </a:lnTo>
                    <a:lnTo>
                      <a:pt x="1835" y="1343"/>
                    </a:lnTo>
                    <a:lnTo>
                      <a:pt x="1785" y="1365"/>
                    </a:lnTo>
                    <a:lnTo>
                      <a:pt x="1731" y="1387"/>
                    </a:lnTo>
                    <a:lnTo>
                      <a:pt x="1673" y="1410"/>
                    </a:lnTo>
                    <a:lnTo>
                      <a:pt x="1614" y="1433"/>
                    </a:lnTo>
                    <a:lnTo>
                      <a:pt x="1552" y="1455"/>
                    </a:lnTo>
                    <a:lnTo>
                      <a:pt x="1488" y="1478"/>
                    </a:lnTo>
                    <a:lnTo>
                      <a:pt x="1424" y="1501"/>
                    </a:lnTo>
                    <a:lnTo>
                      <a:pt x="1358" y="1523"/>
                    </a:lnTo>
                    <a:lnTo>
                      <a:pt x="1290" y="1543"/>
                    </a:lnTo>
                    <a:lnTo>
                      <a:pt x="1223" y="1563"/>
                    </a:lnTo>
                    <a:lnTo>
                      <a:pt x="1157" y="1581"/>
                    </a:lnTo>
                    <a:lnTo>
                      <a:pt x="1089" y="1597"/>
                    </a:lnTo>
                    <a:lnTo>
                      <a:pt x="1023" y="1611"/>
                    </a:lnTo>
                    <a:lnTo>
                      <a:pt x="958" y="1623"/>
                    </a:lnTo>
                    <a:lnTo>
                      <a:pt x="896" y="1631"/>
                    </a:lnTo>
                    <a:lnTo>
                      <a:pt x="834" y="1638"/>
                    </a:lnTo>
                    <a:lnTo>
                      <a:pt x="776" y="1640"/>
                    </a:lnTo>
                    <a:lnTo>
                      <a:pt x="719" y="1640"/>
                    </a:lnTo>
                    <a:lnTo>
                      <a:pt x="667" y="1636"/>
                    </a:lnTo>
                    <a:lnTo>
                      <a:pt x="617" y="1628"/>
                    </a:lnTo>
                    <a:lnTo>
                      <a:pt x="572" y="1617"/>
                    </a:lnTo>
                    <a:lnTo>
                      <a:pt x="501" y="1590"/>
                    </a:lnTo>
                    <a:lnTo>
                      <a:pt x="435" y="1558"/>
                    </a:lnTo>
                    <a:lnTo>
                      <a:pt x="371" y="1520"/>
                    </a:lnTo>
                    <a:lnTo>
                      <a:pt x="313" y="1478"/>
                    </a:lnTo>
                    <a:lnTo>
                      <a:pt x="258" y="1431"/>
                    </a:lnTo>
                    <a:lnTo>
                      <a:pt x="209" y="1380"/>
                    </a:lnTo>
                    <a:lnTo>
                      <a:pt x="164" y="1325"/>
                    </a:lnTo>
                    <a:lnTo>
                      <a:pt x="124" y="1267"/>
                    </a:lnTo>
                    <a:lnTo>
                      <a:pt x="89" y="1205"/>
                    </a:lnTo>
                    <a:lnTo>
                      <a:pt x="60" y="1141"/>
                    </a:lnTo>
                    <a:lnTo>
                      <a:pt x="37" y="1074"/>
                    </a:lnTo>
                    <a:lnTo>
                      <a:pt x="18" y="1005"/>
                    </a:lnTo>
                    <a:lnTo>
                      <a:pt x="6" y="935"/>
                    </a:lnTo>
                    <a:lnTo>
                      <a:pt x="0" y="863"/>
                    </a:lnTo>
                    <a:lnTo>
                      <a:pt x="0" y="792"/>
                    </a:lnTo>
                    <a:lnTo>
                      <a:pt x="7" y="718"/>
                    </a:lnTo>
                    <a:lnTo>
                      <a:pt x="19" y="645"/>
                    </a:lnTo>
                    <a:lnTo>
                      <a:pt x="39" y="572"/>
                    </a:lnTo>
                    <a:lnTo>
                      <a:pt x="66" y="502"/>
                    </a:lnTo>
                    <a:lnTo>
                      <a:pt x="99" y="434"/>
                    </a:lnTo>
                    <a:lnTo>
                      <a:pt x="137" y="372"/>
                    </a:lnTo>
                    <a:lnTo>
                      <a:pt x="178" y="313"/>
                    </a:lnTo>
                    <a:lnTo>
                      <a:pt x="226" y="259"/>
                    </a:lnTo>
                    <a:lnTo>
                      <a:pt x="277" y="209"/>
                    </a:lnTo>
                    <a:lnTo>
                      <a:pt x="332" y="165"/>
                    </a:lnTo>
                    <a:lnTo>
                      <a:pt x="390" y="126"/>
                    </a:lnTo>
                    <a:lnTo>
                      <a:pt x="452" y="91"/>
                    </a:lnTo>
                    <a:lnTo>
                      <a:pt x="516" y="61"/>
                    </a:lnTo>
                    <a:lnTo>
                      <a:pt x="583" y="37"/>
                    </a:lnTo>
                    <a:lnTo>
                      <a:pt x="652" y="19"/>
                    </a:lnTo>
                    <a:lnTo>
                      <a:pt x="722" y="7"/>
                    </a:lnTo>
                    <a:lnTo>
                      <a:pt x="794" y="0"/>
                    </a:lnTo>
                    <a:close/>
                  </a:path>
                </a:pathLst>
              </a:custGeom>
              <a:solidFill>
                <a:schemeClr val="accent4"/>
              </a:solidFill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grpSp>
            <p:nvGrpSpPr>
              <p:cNvPr id="25" name="Group 92"/>
              <p:cNvGrpSpPr/>
              <p:nvPr/>
            </p:nvGrpSpPr>
            <p:grpSpPr>
              <a:xfrm>
                <a:off x="4559245" y="3525194"/>
                <a:ext cx="479425" cy="477838"/>
                <a:chOff x="4575175" y="3521076"/>
                <a:chExt cx="479425" cy="477838"/>
              </a:xfrm>
            </p:grpSpPr>
            <p:sp>
              <p:nvSpPr>
                <p:cNvPr id="26" name="Freeform 54"/>
                <p:cNvSpPr>
                  <a:spLocks/>
                </p:cNvSpPr>
                <p:nvPr/>
              </p:nvSpPr>
              <p:spPr bwMode="auto">
                <a:xfrm>
                  <a:off x="4657725" y="3606801"/>
                  <a:ext cx="206375" cy="42863"/>
                </a:xfrm>
                <a:custGeom>
                  <a:avLst/>
                  <a:gdLst>
                    <a:gd name="T0" fmla="*/ 151 w 1438"/>
                    <a:gd name="T1" fmla="*/ 0 h 302"/>
                    <a:gd name="T2" fmla="*/ 1287 w 1438"/>
                    <a:gd name="T3" fmla="*/ 0 h 302"/>
                    <a:gd name="T4" fmla="*/ 1318 w 1438"/>
                    <a:gd name="T5" fmla="*/ 3 h 302"/>
                    <a:gd name="T6" fmla="*/ 1346 w 1438"/>
                    <a:gd name="T7" fmla="*/ 12 h 302"/>
                    <a:gd name="T8" fmla="*/ 1372 w 1438"/>
                    <a:gd name="T9" fmla="*/ 26 h 302"/>
                    <a:gd name="T10" fmla="*/ 1394 w 1438"/>
                    <a:gd name="T11" fmla="*/ 45 h 302"/>
                    <a:gd name="T12" fmla="*/ 1413 w 1438"/>
                    <a:gd name="T13" fmla="*/ 67 h 302"/>
                    <a:gd name="T14" fmla="*/ 1426 w 1438"/>
                    <a:gd name="T15" fmla="*/ 93 h 302"/>
                    <a:gd name="T16" fmla="*/ 1435 w 1438"/>
                    <a:gd name="T17" fmla="*/ 121 h 302"/>
                    <a:gd name="T18" fmla="*/ 1438 w 1438"/>
                    <a:gd name="T19" fmla="*/ 151 h 302"/>
                    <a:gd name="T20" fmla="*/ 1435 w 1438"/>
                    <a:gd name="T21" fmla="*/ 181 h 302"/>
                    <a:gd name="T22" fmla="*/ 1426 w 1438"/>
                    <a:gd name="T23" fmla="*/ 209 h 302"/>
                    <a:gd name="T24" fmla="*/ 1413 w 1438"/>
                    <a:gd name="T25" fmla="*/ 235 h 302"/>
                    <a:gd name="T26" fmla="*/ 1394 w 1438"/>
                    <a:gd name="T27" fmla="*/ 257 h 302"/>
                    <a:gd name="T28" fmla="*/ 1372 w 1438"/>
                    <a:gd name="T29" fmla="*/ 276 h 302"/>
                    <a:gd name="T30" fmla="*/ 1346 w 1438"/>
                    <a:gd name="T31" fmla="*/ 289 h 302"/>
                    <a:gd name="T32" fmla="*/ 1318 w 1438"/>
                    <a:gd name="T33" fmla="*/ 298 h 302"/>
                    <a:gd name="T34" fmla="*/ 1287 w 1438"/>
                    <a:gd name="T35" fmla="*/ 302 h 302"/>
                    <a:gd name="T36" fmla="*/ 151 w 1438"/>
                    <a:gd name="T37" fmla="*/ 302 h 302"/>
                    <a:gd name="T38" fmla="*/ 121 w 1438"/>
                    <a:gd name="T39" fmla="*/ 298 h 302"/>
                    <a:gd name="T40" fmla="*/ 93 w 1438"/>
                    <a:gd name="T41" fmla="*/ 289 h 302"/>
                    <a:gd name="T42" fmla="*/ 66 w 1438"/>
                    <a:gd name="T43" fmla="*/ 276 h 302"/>
                    <a:gd name="T44" fmla="*/ 44 w 1438"/>
                    <a:gd name="T45" fmla="*/ 257 h 302"/>
                    <a:gd name="T46" fmla="*/ 26 w 1438"/>
                    <a:gd name="T47" fmla="*/ 235 h 302"/>
                    <a:gd name="T48" fmla="*/ 12 w 1438"/>
                    <a:gd name="T49" fmla="*/ 209 h 302"/>
                    <a:gd name="T50" fmla="*/ 4 w 1438"/>
                    <a:gd name="T51" fmla="*/ 181 h 302"/>
                    <a:gd name="T52" fmla="*/ 0 w 1438"/>
                    <a:gd name="T53" fmla="*/ 151 h 302"/>
                    <a:gd name="T54" fmla="*/ 4 w 1438"/>
                    <a:gd name="T55" fmla="*/ 121 h 302"/>
                    <a:gd name="T56" fmla="*/ 12 w 1438"/>
                    <a:gd name="T57" fmla="*/ 93 h 302"/>
                    <a:gd name="T58" fmla="*/ 26 w 1438"/>
                    <a:gd name="T59" fmla="*/ 67 h 302"/>
                    <a:gd name="T60" fmla="*/ 44 w 1438"/>
                    <a:gd name="T61" fmla="*/ 45 h 302"/>
                    <a:gd name="T62" fmla="*/ 66 w 1438"/>
                    <a:gd name="T63" fmla="*/ 26 h 302"/>
                    <a:gd name="T64" fmla="*/ 93 w 1438"/>
                    <a:gd name="T65" fmla="*/ 12 h 302"/>
                    <a:gd name="T66" fmla="*/ 121 w 1438"/>
                    <a:gd name="T67" fmla="*/ 3 h 302"/>
                    <a:gd name="T68" fmla="*/ 151 w 1438"/>
                    <a:gd name="T69" fmla="*/ 0 h 30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</a:cxnLst>
                  <a:rect l="0" t="0" r="r" b="b"/>
                  <a:pathLst>
                    <a:path w="1438" h="302">
                      <a:moveTo>
                        <a:pt x="151" y="0"/>
                      </a:moveTo>
                      <a:lnTo>
                        <a:pt x="1287" y="0"/>
                      </a:lnTo>
                      <a:lnTo>
                        <a:pt x="1318" y="3"/>
                      </a:lnTo>
                      <a:lnTo>
                        <a:pt x="1346" y="12"/>
                      </a:lnTo>
                      <a:lnTo>
                        <a:pt x="1372" y="26"/>
                      </a:lnTo>
                      <a:lnTo>
                        <a:pt x="1394" y="45"/>
                      </a:lnTo>
                      <a:lnTo>
                        <a:pt x="1413" y="67"/>
                      </a:lnTo>
                      <a:lnTo>
                        <a:pt x="1426" y="93"/>
                      </a:lnTo>
                      <a:lnTo>
                        <a:pt x="1435" y="121"/>
                      </a:lnTo>
                      <a:lnTo>
                        <a:pt x="1438" y="151"/>
                      </a:lnTo>
                      <a:lnTo>
                        <a:pt x="1435" y="181"/>
                      </a:lnTo>
                      <a:lnTo>
                        <a:pt x="1426" y="209"/>
                      </a:lnTo>
                      <a:lnTo>
                        <a:pt x="1413" y="235"/>
                      </a:lnTo>
                      <a:lnTo>
                        <a:pt x="1394" y="257"/>
                      </a:lnTo>
                      <a:lnTo>
                        <a:pt x="1372" y="276"/>
                      </a:lnTo>
                      <a:lnTo>
                        <a:pt x="1346" y="289"/>
                      </a:lnTo>
                      <a:lnTo>
                        <a:pt x="1318" y="298"/>
                      </a:lnTo>
                      <a:lnTo>
                        <a:pt x="1287" y="302"/>
                      </a:lnTo>
                      <a:lnTo>
                        <a:pt x="151" y="302"/>
                      </a:lnTo>
                      <a:lnTo>
                        <a:pt x="121" y="298"/>
                      </a:lnTo>
                      <a:lnTo>
                        <a:pt x="93" y="289"/>
                      </a:lnTo>
                      <a:lnTo>
                        <a:pt x="66" y="276"/>
                      </a:lnTo>
                      <a:lnTo>
                        <a:pt x="44" y="257"/>
                      </a:lnTo>
                      <a:lnTo>
                        <a:pt x="26" y="235"/>
                      </a:lnTo>
                      <a:lnTo>
                        <a:pt x="12" y="209"/>
                      </a:lnTo>
                      <a:lnTo>
                        <a:pt x="4" y="181"/>
                      </a:lnTo>
                      <a:lnTo>
                        <a:pt x="0" y="151"/>
                      </a:lnTo>
                      <a:lnTo>
                        <a:pt x="4" y="121"/>
                      </a:lnTo>
                      <a:lnTo>
                        <a:pt x="12" y="93"/>
                      </a:lnTo>
                      <a:lnTo>
                        <a:pt x="26" y="67"/>
                      </a:lnTo>
                      <a:lnTo>
                        <a:pt x="44" y="45"/>
                      </a:lnTo>
                      <a:lnTo>
                        <a:pt x="66" y="26"/>
                      </a:lnTo>
                      <a:lnTo>
                        <a:pt x="93" y="12"/>
                      </a:lnTo>
                      <a:lnTo>
                        <a:pt x="121" y="3"/>
                      </a:lnTo>
                      <a:lnTo>
                        <a:pt x="151" y="0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27" name="Freeform 55"/>
                <p:cNvSpPr>
                  <a:spLocks/>
                </p:cNvSpPr>
                <p:nvPr/>
              </p:nvSpPr>
              <p:spPr bwMode="auto">
                <a:xfrm>
                  <a:off x="4657725" y="3687763"/>
                  <a:ext cx="206375" cy="42863"/>
                </a:xfrm>
                <a:custGeom>
                  <a:avLst/>
                  <a:gdLst>
                    <a:gd name="T0" fmla="*/ 151 w 1438"/>
                    <a:gd name="T1" fmla="*/ 0 h 301"/>
                    <a:gd name="T2" fmla="*/ 1287 w 1438"/>
                    <a:gd name="T3" fmla="*/ 0 h 301"/>
                    <a:gd name="T4" fmla="*/ 1318 w 1438"/>
                    <a:gd name="T5" fmla="*/ 3 h 301"/>
                    <a:gd name="T6" fmla="*/ 1346 w 1438"/>
                    <a:gd name="T7" fmla="*/ 12 h 301"/>
                    <a:gd name="T8" fmla="*/ 1372 w 1438"/>
                    <a:gd name="T9" fmla="*/ 26 h 301"/>
                    <a:gd name="T10" fmla="*/ 1394 w 1438"/>
                    <a:gd name="T11" fmla="*/ 44 h 301"/>
                    <a:gd name="T12" fmla="*/ 1413 w 1438"/>
                    <a:gd name="T13" fmla="*/ 66 h 301"/>
                    <a:gd name="T14" fmla="*/ 1426 w 1438"/>
                    <a:gd name="T15" fmla="*/ 92 h 301"/>
                    <a:gd name="T16" fmla="*/ 1435 w 1438"/>
                    <a:gd name="T17" fmla="*/ 120 h 301"/>
                    <a:gd name="T18" fmla="*/ 1438 w 1438"/>
                    <a:gd name="T19" fmla="*/ 150 h 301"/>
                    <a:gd name="T20" fmla="*/ 1435 w 1438"/>
                    <a:gd name="T21" fmla="*/ 181 h 301"/>
                    <a:gd name="T22" fmla="*/ 1426 w 1438"/>
                    <a:gd name="T23" fmla="*/ 210 h 301"/>
                    <a:gd name="T24" fmla="*/ 1413 w 1438"/>
                    <a:gd name="T25" fmla="*/ 235 h 301"/>
                    <a:gd name="T26" fmla="*/ 1394 w 1438"/>
                    <a:gd name="T27" fmla="*/ 258 h 301"/>
                    <a:gd name="T28" fmla="*/ 1372 w 1438"/>
                    <a:gd name="T29" fmla="*/ 275 h 301"/>
                    <a:gd name="T30" fmla="*/ 1346 w 1438"/>
                    <a:gd name="T31" fmla="*/ 290 h 301"/>
                    <a:gd name="T32" fmla="*/ 1318 w 1438"/>
                    <a:gd name="T33" fmla="*/ 298 h 301"/>
                    <a:gd name="T34" fmla="*/ 1287 w 1438"/>
                    <a:gd name="T35" fmla="*/ 301 h 301"/>
                    <a:gd name="T36" fmla="*/ 151 w 1438"/>
                    <a:gd name="T37" fmla="*/ 301 h 301"/>
                    <a:gd name="T38" fmla="*/ 121 w 1438"/>
                    <a:gd name="T39" fmla="*/ 298 h 301"/>
                    <a:gd name="T40" fmla="*/ 93 w 1438"/>
                    <a:gd name="T41" fmla="*/ 290 h 301"/>
                    <a:gd name="T42" fmla="*/ 66 w 1438"/>
                    <a:gd name="T43" fmla="*/ 275 h 301"/>
                    <a:gd name="T44" fmla="*/ 44 w 1438"/>
                    <a:gd name="T45" fmla="*/ 258 h 301"/>
                    <a:gd name="T46" fmla="*/ 26 w 1438"/>
                    <a:gd name="T47" fmla="*/ 235 h 301"/>
                    <a:gd name="T48" fmla="*/ 12 w 1438"/>
                    <a:gd name="T49" fmla="*/ 210 h 301"/>
                    <a:gd name="T50" fmla="*/ 4 w 1438"/>
                    <a:gd name="T51" fmla="*/ 181 h 301"/>
                    <a:gd name="T52" fmla="*/ 0 w 1438"/>
                    <a:gd name="T53" fmla="*/ 150 h 301"/>
                    <a:gd name="T54" fmla="*/ 4 w 1438"/>
                    <a:gd name="T55" fmla="*/ 120 h 301"/>
                    <a:gd name="T56" fmla="*/ 12 w 1438"/>
                    <a:gd name="T57" fmla="*/ 92 h 301"/>
                    <a:gd name="T58" fmla="*/ 26 w 1438"/>
                    <a:gd name="T59" fmla="*/ 66 h 301"/>
                    <a:gd name="T60" fmla="*/ 44 w 1438"/>
                    <a:gd name="T61" fmla="*/ 44 h 301"/>
                    <a:gd name="T62" fmla="*/ 66 w 1438"/>
                    <a:gd name="T63" fmla="*/ 26 h 301"/>
                    <a:gd name="T64" fmla="*/ 93 w 1438"/>
                    <a:gd name="T65" fmla="*/ 12 h 301"/>
                    <a:gd name="T66" fmla="*/ 121 w 1438"/>
                    <a:gd name="T67" fmla="*/ 3 h 301"/>
                    <a:gd name="T68" fmla="*/ 151 w 1438"/>
                    <a:gd name="T69" fmla="*/ 0 h 30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</a:cxnLst>
                  <a:rect l="0" t="0" r="r" b="b"/>
                  <a:pathLst>
                    <a:path w="1438" h="301">
                      <a:moveTo>
                        <a:pt x="151" y="0"/>
                      </a:moveTo>
                      <a:lnTo>
                        <a:pt x="1287" y="0"/>
                      </a:lnTo>
                      <a:lnTo>
                        <a:pt x="1318" y="3"/>
                      </a:lnTo>
                      <a:lnTo>
                        <a:pt x="1346" y="12"/>
                      </a:lnTo>
                      <a:lnTo>
                        <a:pt x="1372" y="26"/>
                      </a:lnTo>
                      <a:lnTo>
                        <a:pt x="1394" y="44"/>
                      </a:lnTo>
                      <a:lnTo>
                        <a:pt x="1413" y="66"/>
                      </a:lnTo>
                      <a:lnTo>
                        <a:pt x="1426" y="92"/>
                      </a:lnTo>
                      <a:lnTo>
                        <a:pt x="1435" y="120"/>
                      </a:lnTo>
                      <a:lnTo>
                        <a:pt x="1438" y="150"/>
                      </a:lnTo>
                      <a:lnTo>
                        <a:pt x="1435" y="181"/>
                      </a:lnTo>
                      <a:lnTo>
                        <a:pt x="1426" y="210"/>
                      </a:lnTo>
                      <a:lnTo>
                        <a:pt x="1413" y="235"/>
                      </a:lnTo>
                      <a:lnTo>
                        <a:pt x="1394" y="258"/>
                      </a:lnTo>
                      <a:lnTo>
                        <a:pt x="1372" y="275"/>
                      </a:lnTo>
                      <a:lnTo>
                        <a:pt x="1346" y="290"/>
                      </a:lnTo>
                      <a:lnTo>
                        <a:pt x="1318" y="298"/>
                      </a:lnTo>
                      <a:lnTo>
                        <a:pt x="1287" y="301"/>
                      </a:lnTo>
                      <a:lnTo>
                        <a:pt x="151" y="301"/>
                      </a:lnTo>
                      <a:lnTo>
                        <a:pt x="121" y="298"/>
                      </a:lnTo>
                      <a:lnTo>
                        <a:pt x="93" y="290"/>
                      </a:lnTo>
                      <a:lnTo>
                        <a:pt x="66" y="275"/>
                      </a:lnTo>
                      <a:lnTo>
                        <a:pt x="44" y="258"/>
                      </a:lnTo>
                      <a:lnTo>
                        <a:pt x="26" y="235"/>
                      </a:lnTo>
                      <a:lnTo>
                        <a:pt x="12" y="210"/>
                      </a:lnTo>
                      <a:lnTo>
                        <a:pt x="4" y="181"/>
                      </a:lnTo>
                      <a:lnTo>
                        <a:pt x="0" y="150"/>
                      </a:lnTo>
                      <a:lnTo>
                        <a:pt x="4" y="120"/>
                      </a:lnTo>
                      <a:lnTo>
                        <a:pt x="12" y="92"/>
                      </a:lnTo>
                      <a:lnTo>
                        <a:pt x="26" y="66"/>
                      </a:lnTo>
                      <a:lnTo>
                        <a:pt x="44" y="44"/>
                      </a:lnTo>
                      <a:lnTo>
                        <a:pt x="66" y="26"/>
                      </a:lnTo>
                      <a:lnTo>
                        <a:pt x="93" y="12"/>
                      </a:lnTo>
                      <a:lnTo>
                        <a:pt x="121" y="3"/>
                      </a:lnTo>
                      <a:lnTo>
                        <a:pt x="151" y="0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28" name="Freeform 56"/>
                <p:cNvSpPr>
                  <a:spLocks/>
                </p:cNvSpPr>
                <p:nvPr/>
              </p:nvSpPr>
              <p:spPr bwMode="auto">
                <a:xfrm>
                  <a:off x="4657725" y="3768726"/>
                  <a:ext cx="125413" cy="44450"/>
                </a:xfrm>
                <a:custGeom>
                  <a:avLst/>
                  <a:gdLst>
                    <a:gd name="T0" fmla="*/ 151 w 870"/>
                    <a:gd name="T1" fmla="*/ 0 h 301"/>
                    <a:gd name="T2" fmla="*/ 720 w 870"/>
                    <a:gd name="T3" fmla="*/ 0 h 301"/>
                    <a:gd name="T4" fmla="*/ 750 w 870"/>
                    <a:gd name="T5" fmla="*/ 4 h 301"/>
                    <a:gd name="T6" fmla="*/ 778 w 870"/>
                    <a:gd name="T7" fmla="*/ 12 h 301"/>
                    <a:gd name="T8" fmla="*/ 805 w 870"/>
                    <a:gd name="T9" fmla="*/ 26 h 301"/>
                    <a:gd name="T10" fmla="*/ 827 w 870"/>
                    <a:gd name="T11" fmla="*/ 44 h 301"/>
                    <a:gd name="T12" fmla="*/ 845 w 870"/>
                    <a:gd name="T13" fmla="*/ 67 h 301"/>
                    <a:gd name="T14" fmla="*/ 859 w 870"/>
                    <a:gd name="T15" fmla="*/ 92 h 301"/>
                    <a:gd name="T16" fmla="*/ 867 w 870"/>
                    <a:gd name="T17" fmla="*/ 120 h 301"/>
                    <a:gd name="T18" fmla="*/ 870 w 870"/>
                    <a:gd name="T19" fmla="*/ 151 h 301"/>
                    <a:gd name="T20" fmla="*/ 867 w 870"/>
                    <a:gd name="T21" fmla="*/ 181 h 301"/>
                    <a:gd name="T22" fmla="*/ 859 w 870"/>
                    <a:gd name="T23" fmla="*/ 209 h 301"/>
                    <a:gd name="T24" fmla="*/ 845 w 870"/>
                    <a:gd name="T25" fmla="*/ 234 h 301"/>
                    <a:gd name="T26" fmla="*/ 827 w 870"/>
                    <a:gd name="T27" fmla="*/ 257 h 301"/>
                    <a:gd name="T28" fmla="*/ 805 w 870"/>
                    <a:gd name="T29" fmla="*/ 275 h 301"/>
                    <a:gd name="T30" fmla="*/ 778 w 870"/>
                    <a:gd name="T31" fmla="*/ 290 h 301"/>
                    <a:gd name="T32" fmla="*/ 750 w 870"/>
                    <a:gd name="T33" fmla="*/ 298 h 301"/>
                    <a:gd name="T34" fmla="*/ 720 w 870"/>
                    <a:gd name="T35" fmla="*/ 301 h 301"/>
                    <a:gd name="T36" fmla="*/ 151 w 870"/>
                    <a:gd name="T37" fmla="*/ 301 h 301"/>
                    <a:gd name="T38" fmla="*/ 121 w 870"/>
                    <a:gd name="T39" fmla="*/ 298 h 301"/>
                    <a:gd name="T40" fmla="*/ 93 w 870"/>
                    <a:gd name="T41" fmla="*/ 290 h 301"/>
                    <a:gd name="T42" fmla="*/ 66 w 870"/>
                    <a:gd name="T43" fmla="*/ 275 h 301"/>
                    <a:gd name="T44" fmla="*/ 44 w 870"/>
                    <a:gd name="T45" fmla="*/ 257 h 301"/>
                    <a:gd name="T46" fmla="*/ 26 w 870"/>
                    <a:gd name="T47" fmla="*/ 234 h 301"/>
                    <a:gd name="T48" fmla="*/ 12 w 870"/>
                    <a:gd name="T49" fmla="*/ 209 h 301"/>
                    <a:gd name="T50" fmla="*/ 4 w 870"/>
                    <a:gd name="T51" fmla="*/ 181 h 301"/>
                    <a:gd name="T52" fmla="*/ 0 w 870"/>
                    <a:gd name="T53" fmla="*/ 151 h 301"/>
                    <a:gd name="T54" fmla="*/ 4 w 870"/>
                    <a:gd name="T55" fmla="*/ 120 h 301"/>
                    <a:gd name="T56" fmla="*/ 12 w 870"/>
                    <a:gd name="T57" fmla="*/ 92 h 301"/>
                    <a:gd name="T58" fmla="*/ 26 w 870"/>
                    <a:gd name="T59" fmla="*/ 67 h 301"/>
                    <a:gd name="T60" fmla="*/ 44 w 870"/>
                    <a:gd name="T61" fmla="*/ 44 h 301"/>
                    <a:gd name="T62" fmla="*/ 66 w 870"/>
                    <a:gd name="T63" fmla="*/ 26 h 301"/>
                    <a:gd name="T64" fmla="*/ 93 w 870"/>
                    <a:gd name="T65" fmla="*/ 12 h 301"/>
                    <a:gd name="T66" fmla="*/ 121 w 870"/>
                    <a:gd name="T67" fmla="*/ 4 h 301"/>
                    <a:gd name="T68" fmla="*/ 151 w 870"/>
                    <a:gd name="T69" fmla="*/ 0 h 30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</a:cxnLst>
                  <a:rect l="0" t="0" r="r" b="b"/>
                  <a:pathLst>
                    <a:path w="870" h="301">
                      <a:moveTo>
                        <a:pt x="151" y="0"/>
                      </a:moveTo>
                      <a:lnTo>
                        <a:pt x="720" y="0"/>
                      </a:lnTo>
                      <a:lnTo>
                        <a:pt x="750" y="4"/>
                      </a:lnTo>
                      <a:lnTo>
                        <a:pt x="778" y="12"/>
                      </a:lnTo>
                      <a:lnTo>
                        <a:pt x="805" y="26"/>
                      </a:lnTo>
                      <a:lnTo>
                        <a:pt x="827" y="44"/>
                      </a:lnTo>
                      <a:lnTo>
                        <a:pt x="845" y="67"/>
                      </a:lnTo>
                      <a:lnTo>
                        <a:pt x="859" y="92"/>
                      </a:lnTo>
                      <a:lnTo>
                        <a:pt x="867" y="120"/>
                      </a:lnTo>
                      <a:lnTo>
                        <a:pt x="870" y="151"/>
                      </a:lnTo>
                      <a:lnTo>
                        <a:pt x="867" y="181"/>
                      </a:lnTo>
                      <a:lnTo>
                        <a:pt x="859" y="209"/>
                      </a:lnTo>
                      <a:lnTo>
                        <a:pt x="845" y="234"/>
                      </a:lnTo>
                      <a:lnTo>
                        <a:pt x="827" y="257"/>
                      </a:lnTo>
                      <a:lnTo>
                        <a:pt x="805" y="275"/>
                      </a:lnTo>
                      <a:lnTo>
                        <a:pt x="778" y="290"/>
                      </a:lnTo>
                      <a:lnTo>
                        <a:pt x="750" y="298"/>
                      </a:lnTo>
                      <a:lnTo>
                        <a:pt x="720" y="301"/>
                      </a:lnTo>
                      <a:lnTo>
                        <a:pt x="151" y="301"/>
                      </a:lnTo>
                      <a:lnTo>
                        <a:pt x="121" y="298"/>
                      </a:lnTo>
                      <a:lnTo>
                        <a:pt x="93" y="290"/>
                      </a:lnTo>
                      <a:lnTo>
                        <a:pt x="66" y="275"/>
                      </a:lnTo>
                      <a:lnTo>
                        <a:pt x="44" y="257"/>
                      </a:lnTo>
                      <a:lnTo>
                        <a:pt x="26" y="234"/>
                      </a:lnTo>
                      <a:lnTo>
                        <a:pt x="12" y="209"/>
                      </a:lnTo>
                      <a:lnTo>
                        <a:pt x="4" y="181"/>
                      </a:lnTo>
                      <a:lnTo>
                        <a:pt x="0" y="151"/>
                      </a:lnTo>
                      <a:lnTo>
                        <a:pt x="4" y="120"/>
                      </a:lnTo>
                      <a:lnTo>
                        <a:pt x="12" y="92"/>
                      </a:lnTo>
                      <a:lnTo>
                        <a:pt x="26" y="67"/>
                      </a:lnTo>
                      <a:lnTo>
                        <a:pt x="44" y="44"/>
                      </a:lnTo>
                      <a:lnTo>
                        <a:pt x="66" y="26"/>
                      </a:lnTo>
                      <a:lnTo>
                        <a:pt x="93" y="12"/>
                      </a:lnTo>
                      <a:lnTo>
                        <a:pt x="121" y="4"/>
                      </a:lnTo>
                      <a:lnTo>
                        <a:pt x="151" y="0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29" name="Freeform 57"/>
                <p:cNvSpPr>
                  <a:spLocks/>
                </p:cNvSpPr>
                <p:nvPr/>
              </p:nvSpPr>
              <p:spPr bwMode="auto">
                <a:xfrm>
                  <a:off x="4575175" y="3521076"/>
                  <a:ext cx="371475" cy="477838"/>
                </a:xfrm>
                <a:custGeom>
                  <a:avLst/>
                  <a:gdLst>
                    <a:gd name="T0" fmla="*/ 152 w 2574"/>
                    <a:gd name="T1" fmla="*/ 0 h 3310"/>
                    <a:gd name="T2" fmla="*/ 2423 w 2574"/>
                    <a:gd name="T3" fmla="*/ 0 h 3310"/>
                    <a:gd name="T4" fmla="*/ 2453 w 2574"/>
                    <a:gd name="T5" fmla="*/ 3 h 3310"/>
                    <a:gd name="T6" fmla="*/ 2481 w 2574"/>
                    <a:gd name="T7" fmla="*/ 12 h 3310"/>
                    <a:gd name="T8" fmla="*/ 2507 w 2574"/>
                    <a:gd name="T9" fmla="*/ 26 h 3310"/>
                    <a:gd name="T10" fmla="*/ 2529 w 2574"/>
                    <a:gd name="T11" fmla="*/ 44 h 3310"/>
                    <a:gd name="T12" fmla="*/ 2548 w 2574"/>
                    <a:gd name="T13" fmla="*/ 67 h 3310"/>
                    <a:gd name="T14" fmla="*/ 2562 w 2574"/>
                    <a:gd name="T15" fmla="*/ 92 h 3310"/>
                    <a:gd name="T16" fmla="*/ 2571 w 2574"/>
                    <a:gd name="T17" fmla="*/ 120 h 3310"/>
                    <a:gd name="T18" fmla="*/ 2574 w 2574"/>
                    <a:gd name="T19" fmla="*/ 150 h 3310"/>
                    <a:gd name="T20" fmla="*/ 2574 w 2574"/>
                    <a:gd name="T21" fmla="*/ 374 h 3310"/>
                    <a:gd name="T22" fmla="*/ 2272 w 2574"/>
                    <a:gd name="T23" fmla="*/ 896 h 3310"/>
                    <a:gd name="T24" fmla="*/ 2272 w 2574"/>
                    <a:gd name="T25" fmla="*/ 301 h 3310"/>
                    <a:gd name="T26" fmla="*/ 304 w 2574"/>
                    <a:gd name="T27" fmla="*/ 301 h 3310"/>
                    <a:gd name="T28" fmla="*/ 304 w 2574"/>
                    <a:gd name="T29" fmla="*/ 3008 h 3310"/>
                    <a:gd name="T30" fmla="*/ 2272 w 2574"/>
                    <a:gd name="T31" fmla="*/ 3008 h 3310"/>
                    <a:gd name="T32" fmla="*/ 2272 w 2574"/>
                    <a:gd name="T33" fmla="*/ 2634 h 3310"/>
                    <a:gd name="T34" fmla="*/ 2430 w 2574"/>
                    <a:gd name="T35" fmla="*/ 2530 h 3310"/>
                    <a:gd name="T36" fmla="*/ 2458 w 2574"/>
                    <a:gd name="T37" fmla="*/ 2508 h 3310"/>
                    <a:gd name="T38" fmla="*/ 2482 w 2574"/>
                    <a:gd name="T39" fmla="*/ 2483 h 3310"/>
                    <a:gd name="T40" fmla="*/ 2502 w 2574"/>
                    <a:gd name="T41" fmla="*/ 2454 h 3310"/>
                    <a:gd name="T42" fmla="*/ 2574 w 2574"/>
                    <a:gd name="T43" fmla="*/ 2330 h 3310"/>
                    <a:gd name="T44" fmla="*/ 2574 w 2574"/>
                    <a:gd name="T45" fmla="*/ 3159 h 3310"/>
                    <a:gd name="T46" fmla="*/ 2571 w 2574"/>
                    <a:gd name="T47" fmla="*/ 3189 h 3310"/>
                    <a:gd name="T48" fmla="*/ 2562 w 2574"/>
                    <a:gd name="T49" fmla="*/ 3217 h 3310"/>
                    <a:gd name="T50" fmla="*/ 2548 w 2574"/>
                    <a:gd name="T51" fmla="*/ 3243 h 3310"/>
                    <a:gd name="T52" fmla="*/ 2529 w 2574"/>
                    <a:gd name="T53" fmla="*/ 3265 h 3310"/>
                    <a:gd name="T54" fmla="*/ 2507 w 2574"/>
                    <a:gd name="T55" fmla="*/ 3284 h 3310"/>
                    <a:gd name="T56" fmla="*/ 2481 w 2574"/>
                    <a:gd name="T57" fmla="*/ 3297 h 3310"/>
                    <a:gd name="T58" fmla="*/ 2453 w 2574"/>
                    <a:gd name="T59" fmla="*/ 3307 h 3310"/>
                    <a:gd name="T60" fmla="*/ 2423 w 2574"/>
                    <a:gd name="T61" fmla="*/ 3310 h 3310"/>
                    <a:gd name="T62" fmla="*/ 152 w 2574"/>
                    <a:gd name="T63" fmla="*/ 3310 h 3310"/>
                    <a:gd name="T64" fmla="*/ 121 w 2574"/>
                    <a:gd name="T65" fmla="*/ 3307 h 3310"/>
                    <a:gd name="T66" fmla="*/ 93 w 2574"/>
                    <a:gd name="T67" fmla="*/ 3297 h 3310"/>
                    <a:gd name="T68" fmla="*/ 67 w 2574"/>
                    <a:gd name="T69" fmla="*/ 3284 h 3310"/>
                    <a:gd name="T70" fmla="*/ 45 w 2574"/>
                    <a:gd name="T71" fmla="*/ 3265 h 3310"/>
                    <a:gd name="T72" fmla="*/ 26 w 2574"/>
                    <a:gd name="T73" fmla="*/ 3243 h 3310"/>
                    <a:gd name="T74" fmla="*/ 13 w 2574"/>
                    <a:gd name="T75" fmla="*/ 3217 h 3310"/>
                    <a:gd name="T76" fmla="*/ 3 w 2574"/>
                    <a:gd name="T77" fmla="*/ 3189 h 3310"/>
                    <a:gd name="T78" fmla="*/ 0 w 2574"/>
                    <a:gd name="T79" fmla="*/ 3159 h 3310"/>
                    <a:gd name="T80" fmla="*/ 0 w 2574"/>
                    <a:gd name="T81" fmla="*/ 150 h 3310"/>
                    <a:gd name="T82" fmla="*/ 3 w 2574"/>
                    <a:gd name="T83" fmla="*/ 120 h 3310"/>
                    <a:gd name="T84" fmla="*/ 13 w 2574"/>
                    <a:gd name="T85" fmla="*/ 92 h 3310"/>
                    <a:gd name="T86" fmla="*/ 26 w 2574"/>
                    <a:gd name="T87" fmla="*/ 67 h 3310"/>
                    <a:gd name="T88" fmla="*/ 45 w 2574"/>
                    <a:gd name="T89" fmla="*/ 44 h 3310"/>
                    <a:gd name="T90" fmla="*/ 67 w 2574"/>
                    <a:gd name="T91" fmla="*/ 26 h 3310"/>
                    <a:gd name="T92" fmla="*/ 93 w 2574"/>
                    <a:gd name="T93" fmla="*/ 12 h 3310"/>
                    <a:gd name="T94" fmla="*/ 121 w 2574"/>
                    <a:gd name="T95" fmla="*/ 3 h 3310"/>
                    <a:gd name="T96" fmla="*/ 152 w 2574"/>
                    <a:gd name="T97" fmla="*/ 0 h 331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</a:cxnLst>
                  <a:rect l="0" t="0" r="r" b="b"/>
                  <a:pathLst>
                    <a:path w="2574" h="3310">
                      <a:moveTo>
                        <a:pt x="152" y="0"/>
                      </a:moveTo>
                      <a:lnTo>
                        <a:pt x="2423" y="0"/>
                      </a:lnTo>
                      <a:lnTo>
                        <a:pt x="2453" y="3"/>
                      </a:lnTo>
                      <a:lnTo>
                        <a:pt x="2481" y="12"/>
                      </a:lnTo>
                      <a:lnTo>
                        <a:pt x="2507" y="26"/>
                      </a:lnTo>
                      <a:lnTo>
                        <a:pt x="2529" y="44"/>
                      </a:lnTo>
                      <a:lnTo>
                        <a:pt x="2548" y="67"/>
                      </a:lnTo>
                      <a:lnTo>
                        <a:pt x="2562" y="92"/>
                      </a:lnTo>
                      <a:lnTo>
                        <a:pt x="2571" y="120"/>
                      </a:lnTo>
                      <a:lnTo>
                        <a:pt x="2574" y="150"/>
                      </a:lnTo>
                      <a:lnTo>
                        <a:pt x="2574" y="374"/>
                      </a:lnTo>
                      <a:lnTo>
                        <a:pt x="2272" y="896"/>
                      </a:lnTo>
                      <a:lnTo>
                        <a:pt x="2272" y="301"/>
                      </a:lnTo>
                      <a:lnTo>
                        <a:pt x="304" y="301"/>
                      </a:lnTo>
                      <a:lnTo>
                        <a:pt x="304" y="3008"/>
                      </a:lnTo>
                      <a:lnTo>
                        <a:pt x="2272" y="3008"/>
                      </a:lnTo>
                      <a:lnTo>
                        <a:pt x="2272" y="2634"/>
                      </a:lnTo>
                      <a:lnTo>
                        <a:pt x="2430" y="2530"/>
                      </a:lnTo>
                      <a:lnTo>
                        <a:pt x="2458" y="2508"/>
                      </a:lnTo>
                      <a:lnTo>
                        <a:pt x="2482" y="2483"/>
                      </a:lnTo>
                      <a:lnTo>
                        <a:pt x="2502" y="2454"/>
                      </a:lnTo>
                      <a:lnTo>
                        <a:pt x="2574" y="2330"/>
                      </a:lnTo>
                      <a:lnTo>
                        <a:pt x="2574" y="3159"/>
                      </a:lnTo>
                      <a:lnTo>
                        <a:pt x="2571" y="3189"/>
                      </a:lnTo>
                      <a:lnTo>
                        <a:pt x="2562" y="3217"/>
                      </a:lnTo>
                      <a:lnTo>
                        <a:pt x="2548" y="3243"/>
                      </a:lnTo>
                      <a:lnTo>
                        <a:pt x="2529" y="3265"/>
                      </a:lnTo>
                      <a:lnTo>
                        <a:pt x="2507" y="3284"/>
                      </a:lnTo>
                      <a:lnTo>
                        <a:pt x="2481" y="3297"/>
                      </a:lnTo>
                      <a:lnTo>
                        <a:pt x="2453" y="3307"/>
                      </a:lnTo>
                      <a:lnTo>
                        <a:pt x="2423" y="3310"/>
                      </a:lnTo>
                      <a:lnTo>
                        <a:pt x="152" y="3310"/>
                      </a:lnTo>
                      <a:lnTo>
                        <a:pt x="121" y="3307"/>
                      </a:lnTo>
                      <a:lnTo>
                        <a:pt x="93" y="3297"/>
                      </a:lnTo>
                      <a:lnTo>
                        <a:pt x="67" y="3284"/>
                      </a:lnTo>
                      <a:lnTo>
                        <a:pt x="45" y="3265"/>
                      </a:lnTo>
                      <a:lnTo>
                        <a:pt x="26" y="3243"/>
                      </a:lnTo>
                      <a:lnTo>
                        <a:pt x="13" y="3217"/>
                      </a:lnTo>
                      <a:lnTo>
                        <a:pt x="3" y="3189"/>
                      </a:lnTo>
                      <a:lnTo>
                        <a:pt x="0" y="3159"/>
                      </a:lnTo>
                      <a:lnTo>
                        <a:pt x="0" y="150"/>
                      </a:lnTo>
                      <a:lnTo>
                        <a:pt x="3" y="120"/>
                      </a:lnTo>
                      <a:lnTo>
                        <a:pt x="13" y="92"/>
                      </a:lnTo>
                      <a:lnTo>
                        <a:pt x="26" y="67"/>
                      </a:lnTo>
                      <a:lnTo>
                        <a:pt x="45" y="44"/>
                      </a:lnTo>
                      <a:lnTo>
                        <a:pt x="67" y="26"/>
                      </a:lnTo>
                      <a:lnTo>
                        <a:pt x="93" y="12"/>
                      </a:lnTo>
                      <a:lnTo>
                        <a:pt x="121" y="3"/>
                      </a:lnTo>
                      <a:lnTo>
                        <a:pt x="152" y="0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30" name="Freeform 58"/>
                <p:cNvSpPr>
                  <a:spLocks noEditPoints="1"/>
                </p:cNvSpPr>
                <p:nvPr/>
              </p:nvSpPr>
              <p:spPr bwMode="auto">
                <a:xfrm>
                  <a:off x="4826000" y="3575051"/>
                  <a:ext cx="228600" cy="341313"/>
                </a:xfrm>
                <a:custGeom>
                  <a:avLst/>
                  <a:gdLst>
                    <a:gd name="T0" fmla="*/ 131 w 1591"/>
                    <a:gd name="T1" fmla="*/ 1996 h 2370"/>
                    <a:gd name="T2" fmla="*/ 223 w 1591"/>
                    <a:gd name="T3" fmla="*/ 2040 h 2370"/>
                    <a:gd name="T4" fmla="*/ 308 w 1591"/>
                    <a:gd name="T5" fmla="*/ 2097 h 2370"/>
                    <a:gd name="T6" fmla="*/ 439 w 1591"/>
                    <a:gd name="T7" fmla="*/ 1980 h 2370"/>
                    <a:gd name="T8" fmla="*/ 389 w 1591"/>
                    <a:gd name="T9" fmla="*/ 1934 h 2370"/>
                    <a:gd name="T10" fmla="*/ 314 w 1591"/>
                    <a:gd name="T11" fmla="*/ 1883 h 2370"/>
                    <a:gd name="T12" fmla="*/ 245 w 1591"/>
                    <a:gd name="T13" fmla="*/ 1849 h 2370"/>
                    <a:gd name="T14" fmla="*/ 187 w 1591"/>
                    <a:gd name="T15" fmla="*/ 1829 h 2370"/>
                    <a:gd name="T16" fmla="*/ 141 w 1591"/>
                    <a:gd name="T17" fmla="*/ 1820 h 2370"/>
                    <a:gd name="T18" fmla="*/ 1118 w 1591"/>
                    <a:gd name="T19" fmla="*/ 0 h 2370"/>
                    <a:gd name="T20" fmla="*/ 1173 w 1591"/>
                    <a:gd name="T21" fmla="*/ 7 h 2370"/>
                    <a:gd name="T22" fmla="*/ 1240 w 1591"/>
                    <a:gd name="T23" fmla="*/ 25 h 2370"/>
                    <a:gd name="T24" fmla="*/ 1319 w 1591"/>
                    <a:gd name="T25" fmla="*/ 57 h 2370"/>
                    <a:gd name="T26" fmla="*/ 1407 w 1591"/>
                    <a:gd name="T27" fmla="*/ 108 h 2370"/>
                    <a:gd name="T28" fmla="*/ 1478 w 1591"/>
                    <a:gd name="T29" fmla="*/ 163 h 2370"/>
                    <a:gd name="T30" fmla="*/ 1528 w 1591"/>
                    <a:gd name="T31" fmla="*/ 215 h 2370"/>
                    <a:gd name="T32" fmla="*/ 1561 w 1591"/>
                    <a:gd name="T33" fmla="*/ 261 h 2370"/>
                    <a:gd name="T34" fmla="*/ 1580 w 1591"/>
                    <a:gd name="T35" fmla="*/ 297 h 2370"/>
                    <a:gd name="T36" fmla="*/ 1588 w 1591"/>
                    <a:gd name="T37" fmla="*/ 320 h 2370"/>
                    <a:gd name="T38" fmla="*/ 1591 w 1591"/>
                    <a:gd name="T39" fmla="*/ 344 h 2370"/>
                    <a:gd name="T40" fmla="*/ 1581 w 1591"/>
                    <a:gd name="T41" fmla="*/ 379 h 2370"/>
                    <a:gd name="T42" fmla="*/ 625 w 1591"/>
                    <a:gd name="T43" fmla="*/ 2021 h 2370"/>
                    <a:gd name="T44" fmla="*/ 116 w 1591"/>
                    <a:gd name="T45" fmla="*/ 2357 h 2370"/>
                    <a:gd name="T46" fmla="*/ 77 w 1591"/>
                    <a:gd name="T47" fmla="*/ 2370 h 2370"/>
                    <a:gd name="T48" fmla="*/ 36 w 1591"/>
                    <a:gd name="T49" fmla="*/ 2359 h 2370"/>
                    <a:gd name="T50" fmla="*/ 12 w 1591"/>
                    <a:gd name="T51" fmla="*/ 2338 h 2370"/>
                    <a:gd name="T52" fmla="*/ 0 w 1591"/>
                    <a:gd name="T53" fmla="*/ 2306 h 2370"/>
                    <a:gd name="T54" fmla="*/ 34 w 1591"/>
                    <a:gd name="T55" fmla="*/ 1702 h 2370"/>
                    <a:gd name="T56" fmla="*/ 45 w 1591"/>
                    <a:gd name="T57" fmla="*/ 1670 h 2370"/>
                    <a:gd name="T58" fmla="*/ 1002 w 1591"/>
                    <a:gd name="T59" fmla="*/ 27 h 2370"/>
                    <a:gd name="T60" fmla="*/ 1034 w 1591"/>
                    <a:gd name="T61" fmla="*/ 7 h 2370"/>
                    <a:gd name="T62" fmla="*/ 1048 w 1591"/>
                    <a:gd name="T63" fmla="*/ 4 h 2370"/>
                    <a:gd name="T64" fmla="*/ 1076 w 1591"/>
                    <a:gd name="T65" fmla="*/ 0 h 237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</a:cxnLst>
                  <a:rect l="0" t="0" r="r" b="b"/>
                  <a:pathLst>
                    <a:path w="1591" h="2370">
                      <a:moveTo>
                        <a:pt x="141" y="1820"/>
                      </a:moveTo>
                      <a:lnTo>
                        <a:pt x="131" y="1996"/>
                      </a:lnTo>
                      <a:lnTo>
                        <a:pt x="177" y="2016"/>
                      </a:lnTo>
                      <a:lnTo>
                        <a:pt x="223" y="2040"/>
                      </a:lnTo>
                      <a:lnTo>
                        <a:pt x="267" y="2067"/>
                      </a:lnTo>
                      <a:lnTo>
                        <a:pt x="308" y="2097"/>
                      </a:lnTo>
                      <a:lnTo>
                        <a:pt x="455" y="2000"/>
                      </a:lnTo>
                      <a:lnTo>
                        <a:pt x="439" y="1980"/>
                      </a:lnTo>
                      <a:lnTo>
                        <a:pt x="417" y="1958"/>
                      </a:lnTo>
                      <a:lnTo>
                        <a:pt x="389" y="1934"/>
                      </a:lnTo>
                      <a:lnTo>
                        <a:pt x="355" y="1909"/>
                      </a:lnTo>
                      <a:lnTo>
                        <a:pt x="314" y="1883"/>
                      </a:lnTo>
                      <a:lnTo>
                        <a:pt x="278" y="1864"/>
                      </a:lnTo>
                      <a:lnTo>
                        <a:pt x="245" y="1849"/>
                      </a:lnTo>
                      <a:lnTo>
                        <a:pt x="214" y="1837"/>
                      </a:lnTo>
                      <a:lnTo>
                        <a:pt x="187" y="1829"/>
                      </a:lnTo>
                      <a:lnTo>
                        <a:pt x="163" y="1824"/>
                      </a:lnTo>
                      <a:lnTo>
                        <a:pt x="141" y="1820"/>
                      </a:lnTo>
                      <a:close/>
                      <a:moveTo>
                        <a:pt x="1095" y="0"/>
                      </a:moveTo>
                      <a:lnTo>
                        <a:pt x="1118" y="0"/>
                      </a:lnTo>
                      <a:lnTo>
                        <a:pt x="1144" y="2"/>
                      </a:lnTo>
                      <a:lnTo>
                        <a:pt x="1173" y="7"/>
                      </a:lnTo>
                      <a:lnTo>
                        <a:pt x="1205" y="14"/>
                      </a:lnTo>
                      <a:lnTo>
                        <a:pt x="1240" y="25"/>
                      </a:lnTo>
                      <a:lnTo>
                        <a:pt x="1278" y="39"/>
                      </a:lnTo>
                      <a:lnTo>
                        <a:pt x="1319" y="57"/>
                      </a:lnTo>
                      <a:lnTo>
                        <a:pt x="1362" y="81"/>
                      </a:lnTo>
                      <a:lnTo>
                        <a:pt x="1407" y="108"/>
                      </a:lnTo>
                      <a:lnTo>
                        <a:pt x="1446" y="136"/>
                      </a:lnTo>
                      <a:lnTo>
                        <a:pt x="1478" y="163"/>
                      </a:lnTo>
                      <a:lnTo>
                        <a:pt x="1505" y="190"/>
                      </a:lnTo>
                      <a:lnTo>
                        <a:pt x="1528" y="215"/>
                      </a:lnTo>
                      <a:lnTo>
                        <a:pt x="1546" y="239"/>
                      </a:lnTo>
                      <a:lnTo>
                        <a:pt x="1561" y="261"/>
                      </a:lnTo>
                      <a:lnTo>
                        <a:pt x="1571" y="280"/>
                      </a:lnTo>
                      <a:lnTo>
                        <a:pt x="1580" y="297"/>
                      </a:lnTo>
                      <a:lnTo>
                        <a:pt x="1585" y="311"/>
                      </a:lnTo>
                      <a:lnTo>
                        <a:pt x="1588" y="320"/>
                      </a:lnTo>
                      <a:lnTo>
                        <a:pt x="1589" y="325"/>
                      </a:lnTo>
                      <a:lnTo>
                        <a:pt x="1591" y="344"/>
                      </a:lnTo>
                      <a:lnTo>
                        <a:pt x="1588" y="363"/>
                      </a:lnTo>
                      <a:lnTo>
                        <a:pt x="1581" y="379"/>
                      </a:lnTo>
                      <a:lnTo>
                        <a:pt x="634" y="2008"/>
                      </a:lnTo>
                      <a:lnTo>
                        <a:pt x="625" y="2021"/>
                      </a:lnTo>
                      <a:lnTo>
                        <a:pt x="611" y="2033"/>
                      </a:lnTo>
                      <a:lnTo>
                        <a:pt x="116" y="2357"/>
                      </a:lnTo>
                      <a:lnTo>
                        <a:pt x="97" y="2367"/>
                      </a:lnTo>
                      <a:lnTo>
                        <a:pt x="77" y="2370"/>
                      </a:lnTo>
                      <a:lnTo>
                        <a:pt x="56" y="2368"/>
                      </a:lnTo>
                      <a:lnTo>
                        <a:pt x="36" y="2359"/>
                      </a:lnTo>
                      <a:lnTo>
                        <a:pt x="23" y="2350"/>
                      </a:lnTo>
                      <a:lnTo>
                        <a:pt x="12" y="2338"/>
                      </a:lnTo>
                      <a:lnTo>
                        <a:pt x="5" y="2323"/>
                      </a:lnTo>
                      <a:lnTo>
                        <a:pt x="0" y="2306"/>
                      </a:lnTo>
                      <a:lnTo>
                        <a:pt x="0" y="2290"/>
                      </a:lnTo>
                      <a:lnTo>
                        <a:pt x="34" y="1702"/>
                      </a:lnTo>
                      <a:lnTo>
                        <a:pt x="38" y="1685"/>
                      </a:lnTo>
                      <a:lnTo>
                        <a:pt x="45" y="1670"/>
                      </a:lnTo>
                      <a:lnTo>
                        <a:pt x="991" y="41"/>
                      </a:lnTo>
                      <a:lnTo>
                        <a:pt x="1002" y="27"/>
                      </a:lnTo>
                      <a:lnTo>
                        <a:pt x="1016" y="15"/>
                      </a:lnTo>
                      <a:lnTo>
                        <a:pt x="1034" y="7"/>
                      </a:lnTo>
                      <a:lnTo>
                        <a:pt x="1038" y="6"/>
                      </a:lnTo>
                      <a:lnTo>
                        <a:pt x="1048" y="4"/>
                      </a:lnTo>
                      <a:lnTo>
                        <a:pt x="1060" y="2"/>
                      </a:lnTo>
                      <a:lnTo>
                        <a:pt x="1076" y="0"/>
                      </a:lnTo>
                      <a:lnTo>
                        <a:pt x="1095" y="0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31" name="Freeform 59"/>
                <p:cNvSpPr>
                  <a:spLocks/>
                </p:cNvSpPr>
                <p:nvPr/>
              </p:nvSpPr>
              <p:spPr bwMode="auto">
                <a:xfrm>
                  <a:off x="4645025" y="3849688"/>
                  <a:ext cx="166688" cy="84138"/>
                </a:xfrm>
                <a:custGeom>
                  <a:avLst/>
                  <a:gdLst>
                    <a:gd name="T0" fmla="*/ 557 w 1155"/>
                    <a:gd name="T1" fmla="*/ 5 h 591"/>
                    <a:gd name="T2" fmla="*/ 583 w 1155"/>
                    <a:gd name="T3" fmla="*/ 28 h 591"/>
                    <a:gd name="T4" fmla="*/ 591 w 1155"/>
                    <a:gd name="T5" fmla="*/ 111 h 591"/>
                    <a:gd name="T6" fmla="*/ 560 w 1155"/>
                    <a:gd name="T7" fmla="*/ 199 h 591"/>
                    <a:gd name="T8" fmla="*/ 569 w 1155"/>
                    <a:gd name="T9" fmla="*/ 242 h 591"/>
                    <a:gd name="T10" fmla="*/ 587 w 1155"/>
                    <a:gd name="T11" fmla="*/ 270 h 591"/>
                    <a:gd name="T12" fmla="*/ 637 w 1155"/>
                    <a:gd name="T13" fmla="*/ 278 h 591"/>
                    <a:gd name="T14" fmla="*/ 681 w 1155"/>
                    <a:gd name="T15" fmla="*/ 323 h 591"/>
                    <a:gd name="T16" fmla="*/ 693 w 1155"/>
                    <a:gd name="T17" fmla="*/ 357 h 591"/>
                    <a:gd name="T18" fmla="*/ 847 w 1155"/>
                    <a:gd name="T19" fmla="*/ 351 h 591"/>
                    <a:gd name="T20" fmla="*/ 996 w 1155"/>
                    <a:gd name="T21" fmla="*/ 366 h 591"/>
                    <a:gd name="T22" fmla="*/ 1118 w 1155"/>
                    <a:gd name="T23" fmla="*/ 373 h 591"/>
                    <a:gd name="T24" fmla="*/ 1149 w 1155"/>
                    <a:gd name="T25" fmla="*/ 400 h 591"/>
                    <a:gd name="T26" fmla="*/ 1154 w 1155"/>
                    <a:gd name="T27" fmla="*/ 441 h 591"/>
                    <a:gd name="T28" fmla="*/ 1131 w 1155"/>
                    <a:gd name="T29" fmla="*/ 475 h 591"/>
                    <a:gd name="T30" fmla="*/ 1066 w 1155"/>
                    <a:gd name="T31" fmla="*/ 482 h 591"/>
                    <a:gd name="T32" fmla="*/ 957 w 1155"/>
                    <a:gd name="T33" fmla="*/ 467 h 591"/>
                    <a:gd name="T34" fmla="*/ 843 w 1155"/>
                    <a:gd name="T35" fmla="*/ 452 h 591"/>
                    <a:gd name="T36" fmla="*/ 738 w 1155"/>
                    <a:gd name="T37" fmla="*/ 461 h 591"/>
                    <a:gd name="T38" fmla="*/ 679 w 1155"/>
                    <a:gd name="T39" fmla="*/ 486 h 591"/>
                    <a:gd name="T40" fmla="*/ 636 w 1155"/>
                    <a:gd name="T41" fmla="*/ 492 h 591"/>
                    <a:gd name="T42" fmla="*/ 603 w 1155"/>
                    <a:gd name="T43" fmla="*/ 477 h 591"/>
                    <a:gd name="T44" fmla="*/ 576 w 1155"/>
                    <a:gd name="T45" fmla="*/ 454 h 591"/>
                    <a:gd name="T46" fmla="*/ 571 w 1155"/>
                    <a:gd name="T47" fmla="*/ 407 h 591"/>
                    <a:gd name="T48" fmla="*/ 537 w 1155"/>
                    <a:gd name="T49" fmla="*/ 457 h 591"/>
                    <a:gd name="T50" fmla="*/ 495 w 1155"/>
                    <a:gd name="T51" fmla="*/ 471 h 591"/>
                    <a:gd name="T52" fmla="*/ 455 w 1155"/>
                    <a:gd name="T53" fmla="*/ 456 h 591"/>
                    <a:gd name="T54" fmla="*/ 439 w 1155"/>
                    <a:gd name="T55" fmla="*/ 419 h 591"/>
                    <a:gd name="T56" fmla="*/ 450 w 1155"/>
                    <a:gd name="T57" fmla="*/ 390 h 591"/>
                    <a:gd name="T58" fmla="*/ 458 w 1155"/>
                    <a:gd name="T59" fmla="*/ 369 h 591"/>
                    <a:gd name="T60" fmla="*/ 422 w 1155"/>
                    <a:gd name="T61" fmla="*/ 404 h 591"/>
                    <a:gd name="T62" fmla="*/ 379 w 1155"/>
                    <a:gd name="T63" fmla="*/ 428 h 591"/>
                    <a:gd name="T64" fmla="*/ 335 w 1155"/>
                    <a:gd name="T65" fmla="*/ 417 h 591"/>
                    <a:gd name="T66" fmla="*/ 314 w 1155"/>
                    <a:gd name="T67" fmla="*/ 379 h 591"/>
                    <a:gd name="T68" fmla="*/ 364 w 1155"/>
                    <a:gd name="T69" fmla="*/ 288 h 591"/>
                    <a:gd name="T70" fmla="*/ 252 w 1155"/>
                    <a:gd name="T71" fmla="*/ 393 h 591"/>
                    <a:gd name="T72" fmla="*/ 96 w 1155"/>
                    <a:gd name="T73" fmla="*/ 581 h 591"/>
                    <a:gd name="T74" fmla="*/ 49 w 1155"/>
                    <a:gd name="T75" fmla="*/ 590 h 591"/>
                    <a:gd name="T76" fmla="*/ 9 w 1155"/>
                    <a:gd name="T77" fmla="*/ 569 h 591"/>
                    <a:gd name="T78" fmla="*/ 2 w 1155"/>
                    <a:gd name="T79" fmla="*/ 527 h 591"/>
                    <a:gd name="T80" fmla="*/ 138 w 1155"/>
                    <a:gd name="T81" fmla="*/ 351 h 591"/>
                    <a:gd name="T82" fmla="*/ 344 w 1155"/>
                    <a:gd name="T83" fmla="*/ 123 h 591"/>
                    <a:gd name="T84" fmla="*/ 398 w 1155"/>
                    <a:gd name="T85" fmla="*/ 70 h 591"/>
                    <a:gd name="T86" fmla="*/ 462 w 1155"/>
                    <a:gd name="T87" fmla="*/ 20 h 591"/>
                    <a:gd name="T88" fmla="*/ 534 w 1155"/>
                    <a:gd name="T89" fmla="*/ 0 h 59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</a:cxnLst>
                  <a:rect l="0" t="0" r="r" b="b"/>
                  <a:pathLst>
                    <a:path w="1155" h="591">
                      <a:moveTo>
                        <a:pt x="534" y="0"/>
                      </a:moveTo>
                      <a:lnTo>
                        <a:pt x="545" y="2"/>
                      </a:lnTo>
                      <a:lnTo>
                        <a:pt x="557" y="5"/>
                      </a:lnTo>
                      <a:lnTo>
                        <a:pt x="567" y="10"/>
                      </a:lnTo>
                      <a:lnTo>
                        <a:pt x="576" y="18"/>
                      </a:lnTo>
                      <a:lnTo>
                        <a:pt x="583" y="28"/>
                      </a:lnTo>
                      <a:lnTo>
                        <a:pt x="591" y="54"/>
                      </a:lnTo>
                      <a:lnTo>
                        <a:pt x="593" y="82"/>
                      </a:lnTo>
                      <a:lnTo>
                        <a:pt x="591" y="111"/>
                      </a:lnTo>
                      <a:lnTo>
                        <a:pt x="584" y="140"/>
                      </a:lnTo>
                      <a:lnTo>
                        <a:pt x="573" y="170"/>
                      </a:lnTo>
                      <a:lnTo>
                        <a:pt x="560" y="199"/>
                      </a:lnTo>
                      <a:lnTo>
                        <a:pt x="543" y="230"/>
                      </a:lnTo>
                      <a:lnTo>
                        <a:pt x="557" y="235"/>
                      </a:lnTo>
                      <a:lnTo>
                        <a:pt x="569" y="242"/>
                      </a:lnTo>
                      <a:lnTo>
                        <a:pt x="579" y="254"/>
                      </a:lnTo>
                      <a:lnTo>
                        <a:pt x="583" y="263"/>
                      </a:lnTo>
                      <a:lnTo>
                        <a:pt x="587" y="270"/>
                      </a:lnTo>
                      <a:lnTo>
                        <a:pt x="604" y="269"/>
                      </a:lnTo>
                      <a:lnTo>
                        <a:pt x="620" y="272"/>
                      </a:lnTo>
                      <a:lnTo>
                        <a:pt x="637" y="278"/>
                      </a:lnTo>
                      <a:lnTo>
                        <a:pt x="653" y="289"/>
                      </a:lnTo>
                      <a:lnTo>
                        <a:pt x="668" y="303"/>
                      </a:lnTo>
                      <a:lnTo>
                        <a:pt x="681" y="323"/>
                      </a:lnTo>
                      <a:lnTo>
                        <a:pt x="689" y="338"/>
                      </a:lnTo>
                      <a:lnTo>
                        <a:pt x="692" y="349"/>
                      </a:lnTo>
                      <a:lnTo>
                        <a:pt x="693" y="357"/>
                      </a:lnTo>
                      <a:lnTo>
                        <a:pt x="746" y="351"/>
                      </a:lnTo>
                      <a:lnTo>
                        <a:pt x="797" y="350"/>
                      </a:lnTo>
                      <a:lnTo>
                        <a:pt x="847" y="351"/>
                      </a:lnTo>
                      <a:lnTo>
                        <a:pt x="897" y="355"/>
                      </a:lnTo>
                      <a:lnTo>
                        <a:pt x="946" y="361"/>
                      </a:lnTo>
                      <a:lnTo>
                        <a:pt x="996" y="366"/>
                      </a:lnTo>
                      <a:lnTo>
                        <a:pt x="1048" y="369"/>
                      </a:lnTo>
                      <a:lnTo>
                        <a:pt x="1101" y="371"/>
                      </a:lnTo>
                      <a:lnTo>
                        <a:pt x="1118" y="373"/>
                      </a:lnTo>
                      <a:lnTo>
                        <a:pt x="1131" y="379"/>
                      </a:lnTo>
                      <a:lnTo>
                        <a:pt x="1142" y="389"/>
                      </a:lnTo>
                      <a:lnTo>
                        <a:pt x="1149" y="400"/>
                      </a:lnTo>
                      <a:lnTo>
                        <a:pt x="1154" y="413"/>
                      </a:lnTo>
                      <a:lnTo>
                        <a:pt x="1155" y="427"/>
                      </a:lnTo>
                      <a:lnTo>
                        <a:pt x="1154" y="441"/>
                      </a:lnTo>
                      <a:lnTo>
                        <a:pt x="1149" y="454"/>
                      </a:lnTo>
                      <a:lnTo>
                        <a:pt x="1142" y="466"/>
                      </a:lnTo>
                      <a:lnTo>
                        <a:pt x="1131" y="475"/>
                      </a:lnTo>
                      <a:lnTo>
                        <a:pt x="1118" y="481"/>
                      </a:lnTo>
                      <a:lnTo>
                        <a:pt x="1101" y="483"/>
                      </a:lnTo>
                      <a:lnTo>
                        <a:pt x="1066" y="482"/>
                      </a:lnTo>
                      <a:lnTo>
                        <a:pt x="1031" y="478"/>
                      </a:lnTo>
                      <a:lnTo>
                        <a:pt x="993" y="473"/>
                      </a:lnTo>
                      <a:lnTo>
                        <a:pt x="957" y="467"/>
                      </a:lnTo>
                      <a:lnTo>
                        <a:pt x="919" y="460"/>
                      </a:lnTo>
                      <a:lnTo>
                        <a:pt x="881" y="455"/>
                      </a:lnTo>
                      <a:lnTo>
                        <a:pt x="843" y="452"/>
                      </a:lnTo>
                      <a:lnTo>
                        <a:pt x="807" y="451"/>
                      </a:lnTo>
                      <a:lnTo>
                        <a:pt x="771" y="454"/>
                      </a:lnTo>
                      <a:lnTo>
                        <a:pt x="738" y="461"/>
                      </a:lnTo>
                      <a:lnTo>
                        <a:pt x="705" y="474"/>
                      </a:lnTo>
                      <a:lnTo>
                        <a:pt x="693" y="480"/>
                      </a:lnTo>
                      <a:lnTo>
                        <a:pt x="679" y="486"/>
                      </a:lnTo>
                      <a:lnTo>
                        <a:pt x="664" y="492"/>
                      </a:lnTo>
                      <a:lnTo>
                        <a:pt x="651" y="494"/>
                      </a:lnTo>
                      <a:lnTo>
                        <a:pt x="636" y="492"/>
                      </a:lnTo>
                      <a:lnTo>
                        <a:pt x="626" y="487"/>
                      </a:lnTo>
                      <a:lnTo>
                        <a:pt x="614" y="482"/>
                      </a:lnTo>
                      <a:lnTo>
                        <a:pt x="603" y="477"/>
                      </a:lnTo>
                      <a:lnTo>
                        <a:pt x="592" y="471"/>
                      </a:lnTo>
                      <a:lnTo>
                        <a:pt x="584" y="464"/>
                      </a:lnTo>
                      <a:lnTo>
                        <a:pt x="576" y="454"/>
                      </a:lnTo>
                      <a:lnTo>
                        <a:pt x="572" y="442"/>
                      </a:lnTo>
                      <a:lnTo>
                        <a:pt x="571" y="423"/>
                      </a:lnTo>
                      <a:lnTo>
                        <a:pt x="571" y="407"/>
                      </a:lnTo>
                      <a:lnTo>
                        <a:pt x="560" y="427"/>
                      </a:lnTo>
                      <a:lnTo>
                        <a:pt x="547" y="446"/>
                      </a:lnTo>
                      <a:lnTo>
                        <a:pt x="537" y="457"/>
                      </a:lnTo>
                      <a:lnTo>
                        <a:pt x="524" y="466"/>
                      </a:lnTo>
                      <a:lnTo>
                        <a:pt x="509" y="470"/>
                      </a:lnTo>
                      <a:lnTo>
                        <a:pt x="495" y="471"/>
                      </a:lnTo>
                      <a:lnTo>
                        <a:pt x="480" y="469"/>
                      </a:lnTo>
                      <a:lnTo>
                        <a:pt x="467" y="464"/>
                      </a:lnTo>
                      <a:lnTo>
                        <a:pt x="455" y="456"/>
                      </a:lnTo>
                      <a:lnTo>
                        <a:pt x="446" y="446"/>
                      </a:lnTo>
                      <a:lnTo>
                        <a:pt x="440" y="433"/>
                      </a:lnTo>
                      <a:lnTo>
                        <a:pt x="439" y="419"/>
                      </a:lnTo>
                      <a:lnTo>
                        <a:pt x="444" y="402"/>
                      </a:lnTo>
                      <a:lnTo>
                        <a:pt x="447" y="396"/>
                      </a:lnTo>
                      <a:lnTo>
                        <a:pt x="450" y="390"/>
                      </a:lnTo>
                      <a:lnTo>
                        <a:pt x="450" y="390"/>
                      </a:lnTo>
                      <a:lnTo>
                        <a:pt x="449" y="390"/>
                      </a:lnTo>
                      <a:lnTo>
                        <a:pt x="458" y="369"/>
                      </a:lnTo>
                      <a:lnTo>
                        <a:pt x="445" y="378"/>
                      </a:lnTo>
                      <a:lnTo>
                        <a:pt x="432" y="390"/>
                      </a:lnTo>
                      <a:lnTo>
                        <a:pt x="422" y="404"/>
                      </a:lnTo>
                      <a:lnTo>
                        <a:pt x="409" y="417"/>
                      </a:lnTo>
                      <a:lnTo>
                        <a:pt x="394" y="425"/>
                      </a:lnTo>
                      <a:lnTo>
                        <a:pt x="379" y="428"/>
                      </a:lnTo>
                      <a:lnTo>
                        <a:pt x="363" y="428"/>
                      </a:lnTo>
                      <a:lnTo>
                        <a:pt x="348" y="424"/>
                      </a:lnTo>
                      <a:lnTo>
                        <a:pt x="335" y="417"/>
                      </a:lnTo>
                      <a:lnTo>
                        <a:pt x="324" y="406"/>
                      </a:lnTo>
                      <a:lnTo>
                        <a:pt x="317" y="394"/>
                      </a:lnTo>
                      <a:lnTo>
                        <a:pt x="314" y="379"/>
                      </a:lnTo>
                      <a:lnTo>
                        <a:pt x="316" y="364"/>
                      </a:lnTo>
                      <a:lnTo>
                        <a:pt x="323" y="347"/>
                      </a:lnTo>
                      <a:lnTo>
                        <a:pt x="364" y="288"/>
                      </a:lnTo>
                      <a:lnTo>
                        <a:pt x="404" y="226"/>
                      </a:lnTo>
                      <a:lnTo>
                        <a:pt x="326" y="309"/>
                      </a:lnTo>
                      <a:lnTo>
                        <a:pt x="252" y="393"/>
                      </a:lnTo>
                      <a:lnTo>
                        <a:pt x="179" y="480"/>
                      </a:lnTo>
                      <a:lnTo>
                        <a:pt x="108" y="569"/>
                      </a:lnTo>
                      <a:lnTo>
                        <a:pt x="96" y="581"/>
                      </a:lnTo>
                      <a:lnTo>
                        <a:pt x="80" y="588"/>
                      </a:lnTo>
                      <a:lnTo>
                        <a:pt x="65" y="591"/>
                      </a:lnTo>
                      <a:lnTo>
                        <a:pt x="49" y="590"/>
                      </a:lnTo>
                      <a:lnTo>
                        <a:pt x="33" y="586"/>
                      </a:lnTo>
                      <a:lnTo>
                        <a:pt x="21" y="579"/>
                      </a:lnTo>
                      <a:lnTo>
                        <a:pt x="9" y="569"/>
                      </a:lnTo>
                      <a:lnTo>
                        <a:pt x="2" y="556"/>
                      </a:lnTo>
                      <a:lnTo>
                        <a:pt x="0" y="542"/>
                      </a:lnTo>
                      <a:lnTo>
                        <a:pt x="2" y="527"/>
                      </a:lnTo>
                      <a:lnTo>
                        <a:pt x="11" y="511"/>
                      </a:lnTo>
                      <a:lnTo>
                        <a:pt x="74" y="431"/>
                      </a:lnTo>
                      <a:lnTo>
                        <a:pt x="138" y="351"/>
                      </a:lnTo>
                      <a:lnTo>
                        <a:pt x="204" y="273"/>
                      </a:lnTo>
                      <a:lnTo>
                        <a:pt x="273" y="196"/>
                      </a:lnTo>
                      <a:lnTo>
                        <a:pt x="344" y="123"/>
                      </a:lnTo>
                      <a:lnTo>
                        <a:pt x="361" y="107"/>
                      </a:lnTo>
                      <a:lnTo>
                        <a:pt x="380" y="89"/>
                      </a:lnTo>
                      <a:lnTo>
                        <a:pt x="398" y="70"/>
                      </a:lnTo>
                      <a:lnTo>
                        <a:pt x="418" y="52"/>
                      </a:lnTo>
                      <a:lnTo>
                        <a:pt x="439" y="35"/>
                      </a:lnTo>
                      <a:lnTo>
                        <a:pt x="462" y="20"/>
                      </a:lnTo>
                      <a:lnTo>
                        <a:pt x="485" y="9"/>
                      </a:lnTo>
                      <a:lnTo>
                        <a:pt x="509" y="2"/>
                      </a:lnTo>
                      <a:lnTo>
                        <a:pt x="534" y="0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</p:grpSp>
        </p:grpSp>
        <p:grpSp>
          <p:nvGrpSpPr>
            <p:cNvPr id="12" name="그룹 54"/>
            <p:cNvGrpSpPr/>
            <p:nvPr/>
          </p:nvGrpSpPr>
          <p:grpSpPr>
            <a:xfrm>
              <a:off x="4700260" y="4423210"/>
              <a:ext cx="1499358" cy="1717182"/>
              <a:chOff x="4547860" y="4270810"/>
              <a:chExt cx="1499358" cy="1717182"/>
            </a:xfrm>
          </p:grpSpPr>
          <p:sp>
            <p:nvSpPr>
              <p:cNvPr id="16" name="Freeform 27"/>
              <p:cNvSpPr>
                <a:spLocks noEditPoints="1"/>
              </p:cNvSpPr>
              <p:nvPr/>
            </p:nvSpPr>
            <p:spPr bwMode="auto">
              <a:xfrm>
                <a:off x="4547860" y="4270810"/>
                <a:ext cx="1499358" cy="1717182"/>
              </a:xfrm>
              <a:custGeom>
                <a:avLst/>
                <a:gdLst>
                  <a:gd name="T0" fmla="*/ 699 w 1653"/>
                  <a:gd name="T1" fmla="*/ 403 h 1892"/>
                  <a:gd name="T2" fmla="*/ 506 w 1653"/>
                  <a:gd name="T3" fmla="*/ 462 h 1892"/>
                  <a:gd name="T4" fmla="*/ 336 w 1653"/>
                  <a:gd name="T5" fmla="*/ 577 h 1892"/>
                  <a:gd name="T6" fmla="*/ 202 w 1653"/>
                  <a:gd name="T7" fmla="*/ 741 h 1892"/>
                  <a:gd name="T8" fmla="*/ 127 w 1653"/>
                  <a:gd name="T9" fmla="*/ 934 h 1892"/>
                  <a:gd name="T10" fmla="*/ 109 w 1653"/>
                  <a:gd name="T11" fmla="*/ 1135 h 1892"/>
                  <a:gd name="T12" fmla="*/ 151 w 1653"/>
                  <a:gd name="T13" fmla="*/ 1332 h 1892"/>
                  <a:gd name="T14" fmla="*/ 247 w 1653"/>
                  <a:gd name="T15" fmla="*/ 1510 h 1892"/>
                  <a:gd name="T16" fmla="*/ 397 w 1653"/>
                  <a:gd name="T17" fmla="*/ 1659 h 1892"/>
                  <a:gd name="T18" fmla="*/ 583 w 1653"/>
                  <a:gd name="T19" fmla="*/ 1754 h 1892"/>
                  <a:gd name="T20" fmla="*/ 783 w 1653"/>
                  <a:gd name="T21" fmla="*/ 1791 h 1892"/>
                  <a:gd name="T22" fmla="*/ 982 w 1653"/>
                  <a:gd name="T23" fmla="*/ 1769 h 1892"/>
                  <a:gd name="T24" fmla="*/ 1168 w 1653"/>
                  <a:gd name="T25" fmla="*/ 1691 h 1892"/>
                  <a:gd name="T26" fmla="*/ 1328 w 1653"/>
                  <a:gd name="T27" fmla="*/ 1559 h 1892"/>
                  <a:gd name="T28" fmla="*/ 1445 w 1653"/>
                  <a:gd name="T29" fmla="*/ 1381 h 1892"/>
                  <a:gd name="T30" fmla="*/ 1500 w 1653"/>
                  <a:gd name="T31" fmla="*/ 1184 h 1892"/>
                  <a:gd name="T32" fmla="*/ 1498 w 1653"/>
                  <a:gd name="T33" fmla="*/ 983 h 1892"/>
                  <a:gd name="T34" fmla="*/ 1438 w 1653"/>
                  <a:gd name="T35" fmla="*/ 791 h 1892"/>
                  <a:gd name="T36" fmla="*/ 1324 w 1653"/>
                  <a:gd name="T37" fmla="*/ 621 h 1892"/>
                  <a:gd name="T38" fmla="*/ 1159 w 1653"/>
                  <a:gd name="T39" fmla="*/ 488 h 1892"/>
                  <a:gd name="T40" fmla="*/ 966 w 1653"/>
                  <a:gd name="T41" fmla="*/ 412 h 1892"/>
                  <a:gd name="T42" fmla="*/ 1601 w 1653"/>
                  <a:gd name="T43" fmla="*/ 0 h 1892"/>
                  <a:gd name="T44" fmla="*/ 1607 w 1653"/>
                  <a:gd name="T45" fmla="*/ 37 h 1892"/>
                  <a:gd name="T46" fmla="*/ 1619 w 1653"/>
                  <a:gd name="T47" fmla="*/ 143 h 1892"/>
                  <a:gd name="T48" fmla="*/ 1634 w 1653"/>
                  <a:gd name="T49" fmla="*/ 299 h 1892"/>
                  <a:gd name="T50" fmla="*/ 1646 w 1653"/>
                  <a:gd name="T51" fmla="*/ 493 h 1892"/>
                  <a:gd name="T52" fmla="*/ 1653 w 1653"/>
                  <a:gd name="T53" fmla="*/ 710 h 1892"/>
                  <a:gd name="T54" fmla="*/ 1649 w 1653"/>
                  <a:gd name="T55" fmla="*/ 934 h 1892"/>
                  <a:gd name="T56" fmla="*/ 1630 w 1653"/>
                  <a:gd name="T57" fmla="*/ 1151 h 1892"/>
                  <a:gd name="T58" fmla="*/ 1591 w 1653"/>
                  <a:gd name="T59" fmla="*/ 1348 h 1892"/>
                  <a:gd name="T60" fmla="*/ 1527 w 1653"/>
                  <a:gd name="T61" fmla="*/ 1507 h 1892"/>
                  <a:gd name="T62" fmla="*/ 1402 w 1653"/>
                  <a:gd name="T63" fmla="*/ 1663 h 1892"/>
                  <a:gd name="T64" fmla="*/ 1226 w 1653"/>
                  <a:gd name="T65" fmla="*/ 1791 h 1892"/>
                  <a:gd name="T66" fmla="*/ 1028 w 1653"/>
                  <a:gd name="T67" fmla="*/ 1868 h 1892"/>
                  <a:gd name="T68" fmla="*/ 818 w 1653"/>
                  <a:gd name="T69" fmla="*/ 1892 h 1892"/>
                  <a:gd name="T70" fmla="*/ 606 w 1653"/>
                  <a:gd name="T71" fmla="*/ 1861 h 1892"/>
                  <a:gd name="T72" fmla="*/ 405 w 1653"/>
                  <a:gd name="T73" fmla="*/ 1775 h 1892"/>
                  <a:gd name="T74" fmla="*/ 229 w 1653"/>
                  <a:gd name="T75" fmla="*/ 1636 h 1892"/>
                  <a:gd name="T76" fmla="*/ 101 w 1653"/>
                  <a:gd name="T77" fmla="*/ 1460 h 1892"/>
                  <a:gd name="T78" fmla="*/ 24 w 1653"/>
                  <a:gd name="T79" fmla="*/ 1262 h 1892"/>
                  <a:gd name="T80" fmla="*/ 0 w 1653"/>
                  <a:gd name="T81" fmla="*/ 1052 h 1892"/>
                  <a:gd name="T82" fmla="*/ 31 w 1653"/>
                  <a:gd name="T83" fmla="*/ 840 h 1892"/>
                  <a:gd name="T84" fmla="*/ 117 w 1653"/>
                  <a:gd name="T85" fmla="*/ 639 h 1892"/>
                  <a:gd name="T86" fmla="*/ 229 w 1653"/>
                  <a:gd name="T87" fmla="*/ 499 h 1892"/>
                  <a:gd name="T88" fmla="*/ 378 w 1653"/>
                  <a:gd name="T89" fmla="*/ 393 h 1892"/>
                  <a:gd name="T90" fmla="*/ 563 w 1653"/>
                  <a:gd name="T91" fmla="*/ 300 h 1892"/>
                  <a:gd name="T92" fmla="*/ 769 w 1653"/>
                  <a:gd name="T93" fmla="*/ 218 h 1892"/>
                  <a:gd name="T94" fmla="*/ 981 w 1653"/>
                  <a:gd name="T95" fmla="*/ 149 h 1892"/>
                  <a:gd name="T96" fmla="*/ 1185 w 1653"/>
                  <a:gd name="T97" fmla="*/ 93 h 1892"/>
                  <a:gd name="T98" fmla="*/ 1363 w 1653"/>
                  <a:gd name="T99" fmla="*/ 49 h 1892"/>
                  <a:gd name="T100" fmla="*/ 1502 w 1653"/>
                  <a:gd name="T101" fmla="*/ 18 h 1892"/>
                  <a:gd name="T102" fmla="*/ 1585 w 1653"/>
                  <a:gd name="T103" fmla="*/ 2 h 189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</a:cxnLst>
                <a:rect l="0" t="0" r="r" b="b"/>
                <a:pathLst>
                  <a:path w="1653" h="1892">
                    <a:moveTo>
                      <a:pt x="832" y="395"/>
                    </a:moveTo>
                    <a:lnTo>
                      <a:pt x="765" y="395"/>
                    </a:lnTo>
                    <a:lnTo>
                      <a:pt x="699" y="403"/>
                    </a:lnTo>
                    <a:lnTo>
                      <a:pt x="633" y="416"/>
                    </a:lnTo>
                    <a:lnTo>
                      <a:pt x="568" y="437"/>
                    </a:lnTo>
                    <a:lnTo>
                      <a:pt x="506" y="462"/>
                    </a:lnTo>
                    <a:lnTo>
                      <a:pt x="447" y="495"/>
                    </a:lnTo>
                    <a:lnTo>
                      <a:pt x="390" y="532"/>
                    </a:lnTo>
                    <a:lnTo>
                      <a:pt x="336" y="577"/>
                    </a:lnTo>
                    <a:lnTo>
                      <a:pt x="287" y="627"/>
                    </a:lnTo>
                    <a:lnTo>
                      <a:pt x="242" y="682"/>
                    </a:lnTo>
                    <a:lnTo>
                      <a:pt x="202" y="741"/>
                    </a:lnTo>
                    <a:lnTo>
                      <a:pt x="171" y="805"/>
                    </a:lnTo>
                    <a:lnTo>
                      <a:pt x="146" y="868"/>
                    </a:lnTo>
                    <a:lnTo>
                      <a:pt x="127" y="934"/>
                    </a:lnTo>
                    <a:lnTo>
                      <a:pt x="115" y="1000"/>
                    </a:lnTo>
                    <a:lnTo>
                      <a:pt x="109" y="1068"/>
                    </a:lnTo>
                    <a:lnTo>
                      <a:pt x="109" y="1135"/>
                    </a:lnTo>
                    <a:lnTo>
                      <a:pt x="117" y="1201"/>
                    </a:lnTo>
                    <a:lnTo>
                      <a:pt x="131" y="1267"/>
                    </a:lnTo>
                    <a:lnTo>
                      <a:pt x="151" y="1332"/>
                    </a:lnTo>
                    <a:lnTo>
                      <a:pt x="177" y="1394"/>
                    </a:lnTo>
                    <a:lnTo>
                      <a:pt x="209" y="1454"/>
                    </a:lnTo>
                    <a:lnTo>
                      <a:pt x="247" y="1510"/>
                    </a:lnTo>
                    <a:lnTo>
                      <a:pt x="292" y="1564"/>
                    </a:lnTo>
                    <a:lnTo>
                      <a:pt x="341" y="1613"/>
                    </a:lnTo>
                    <a:lnTo>
                      <a:pt x="397" y="1659"/>
                    </a:lnTo>
                    <a:lnTo>
                      <a:pt x="456" y="1698"/>
                    </a:lnTo>
                    <a:lnTo>
                      <a:pt x="519" y="1729"/>
                    </a:lnTo>
                    <a:lnTo>
                      <a:pt x="583" y="1754"/>
                    </a:lnTo>
                    <a:lnTo>
                      <a:pt x="649" y="1773"/>
                    </a:lnTo>
                    <a:lnTo>
                      <a:pt x="716" y="1785"/>
                    </a:lnTo>
                    <a:lnTo>
                      <a:pt x="783" y="1791"/>
                    </a:lnTo>
                    <a:lnTo>
                      <a:pt x="850" y="1791"/>
                    </a:lnTo>
                    <a:lnTo>
                      <a:pt x="917" y="1783"/>
                    </a:lnTo>
                    <a:lnTo>
                      <a:pt x="982" y="1769"/>
                    </a:lnTo>
                    <a:lnTo>
                      <a:pt x="1047" y="1749"/>
                    </a:lnTo>
                    <a:lnTo>
                      <a:pt x="1109" y="1723"/>
                    </a:lnTo>
                    <a:lnTo>
                      <a:pt x="1168" y="1691"/>
                    </a:lnTo>
                    <a:lnTo>
                      <a:pt x="1225" y="1653"/>
                    </a:lnTo>
                    <a:lnTo>
                      <a:pt x="1279" y="1609"/>
                    </a:lnTo>
                    <a:lnTo>
                      <a:pt x="1328" y="1559"/>
                    </a:lnTo>
                    <a:lnTo>
                      <a:pt x="1373" y="1503"/>
                    </a:lnTo>
                    <a:lnTo>
                      <a:pt x="1413" y="1444"/>
                    </a:lnTo>
                    <a:lnTo>
                      <a:pt x="1445" y="1381"/>
                    </a:lnTo>
                    <a:lnTo>
                      <a:pt x="1469" y="1317"/>
                    </a:lnTo>
                    <a:lnTo>
                      <a:pt x="1488" y="1251"/>
                    </a:lnTo>
                    <a:lnTo>
                      <a:pt x="1500" y="1184"/>
                    </a:lnTo>
                    <a:lnTo>
                      <a:pt x="1506" y="1118"/>
                    </a:lnTo>
                    <a:lnTo>
                      <a:pt x="1506" y="1050"/>
                    </a:lnTo>
                    <a:lnTo>
                      <a:pt x="1498" y="983"/>
                    </a:lnTo>
                    <a:lnTo>
                      <a:pt x="1484" y="918"/>
                    </a:lnTo>
                    <a:lnTo>
                      <a:pt x="1464" y="853"/>
                    </a:lnTo>
                    <a:lnTo>
                      <a:pt x="1438" y="791"/>
                    </a:lnTo>
                    <a:lnTo>
                      <a:pt x="1406" y="732"/>
                    </a:lnTo>
                    <a:lnTo>
                      <a:pt x="1368" y="675"/>
                    </a:lnTo>
                    <a:lnTo>
                      <a:pt x="1324" y="621"/>
                    </a:lnTo>
                    <a:lnTo>
                      <a:pt x="1274" y="573"/>
                    </a:lnTo>
                    <a:lnTo>
                      <a:pt x="1218" y="527"/>
                    </a:lnTo>
                    <a:lnTo>
                      <a:pt x="1159" y="488"/>
                    </a:lnTo>
                    <a:lnTo>
                      <a:pt x="1096" y="455"/>
                    </a:lnTo>
                    <a:lnTo>
                      <a:pt x="1032" y="431"/>
                    </a:lnTo>
                    <a:lnTo>
                      <a:pt x="966" y="412"/>
                    </a:lnTo>
                    <a:lnTo>
                      <a:pt x="900" y="400"/>
                    </a:lnTo>
                    <a:lnTo>
                      <a:pt x="832" y="395"/>
                    </a:lnTo>
                    <a:close/>
                    <a:moveTo>
                      <a:pt x="1601" y="0"/>
                    </a:moveTo>
                    <a:lnTo>
                      <a:pt x="1603" y="4"/>
                    </a:lnTo>
                    <a:lnTo>
                      <a:pt x="1604" y="17"/>
                    </a:lnTo>
                    <a:lnTo>
                      <a:pt x="1607" y="37"/>
                    </a:lnTo>
                    <a:lnTo>
                      <a:pt x="1611" y="66"/>
                    </a:lnTo>
                    <a:lnTo>
                      <a:pt x="1615" y="101"/>
                    </a:lnTo>
                    <a:lnTo>
                      <a:pt x="1619" y="143"/>
                    </a:lnTo>
                    <a:lnTo>
                      <a:pt x="1624" y="190"/>
                    </a:lnTo>
                    <a:lnTo>
                      <a:pt x="1628" y="242"/>
                    </a:lnTo>
                    <a:lnTo>
                      <a:pt x="1634" y="299"/>
                    </a:lnTo>
                    <a:lnTo>
                      <a:pt x="1638" y="361"/>
                    </a:lnTo>
                    <a:lnTo>
                      <a:pt x="1643" y="426"/>
                    </a:lnTo>
                    <a:lnTo>
                      <a:pt x="1646" y="493"/>
                    </a:lnTo>
                    <a:lnTo>
                      <a:pt x="1650" y="563"/>
                    </a:lnTo>
                    <a:lnTo>
                      <a:pt x="1651" y="636"/>
                    </a:lnTo>
                    <a:lnTo>
                      <a:pt x="1653" y="710"/>
                    </a:lnTo>
                    <a:lnTo>
                      <a:pt x="1653" y="785"/>
                    </a:lnTo>
                    <a:lnTo>
                      <a:pt x="1651" y="859"/>
                    </a:lnTo>
                    <a:lnTo>
                      <a:pt x="1649" y="934"/>
                    </a:lnTo>
                    <a:lnTo>
                      <a:pt x="1645" y="1008"/>
                    </a:lnTo>
                    <a:lnTo>
                      <a:pt x="1638" y="1081"/>
                    </a:lnTo>
                    <a:lnTo>
                      <a:pt x="1630" y="1151"/>
                    </a:lnTo>
                    <a:lnTo>
                      <a:pt x="1619" y="1220"/>
                    </a:lnTo>
                    <a:lnTo>
                      <a:pt x="1606" y="1286"/>
                    </a:lnTo>
                    <a:lnTo>
                      <a:pt x="1591" y="1348"/>
                    </a:lnTo>
                    <a:lnTo>
                      <a:pt x="1572" y="1406"/>
                    </a:lnTo>
                    <a:lnTo>
                      <a:pt x="1552" y="1459"/>
                    </a:lnTo>
                    <a:lnTo>
                      <a:pt x="1527" y="1507"/>
                    </a:lnTo>
                    <a:lnTo>
                      <a:pt x="1500" y="1551"/>
                    </a:lnTo>
                    <a:lnTo>
                      <a:pt x="1453" y="1609"/>
                    </a:lnTo>
                    <a:lnTo>
                      <a:pt x="1402" y="1663"/>
                    </a:lnTo>
                    <a:lnTo>
                      <a:pt x="1346" y="1711"/>
                    </a:lnTo>
                    <a:lnTo>
                      <a:pt x="1287" y="1753"/>
                    </a:lnTo>
                    <a:lnTo>
                      <a:pt x="1226" y="1791"/>
                    </a:lnTo>
                    <a:lnTo>
                      <a:pt x="1162" y="1822"/>
                    </a:lnTo>
                    <a:lnTo>
                      <a:pt x="1096" y="1847"/>
                    </a:lnTo>
                    <a:lnTo>
                      <a:pt x="1028" y="1868"/>
                    </a:lnTo>
                    <a:lnTo>
                      <a:pt x="959" y="1881"/>
                    </a:lnTo>
                    <a:lnTo>
                      <a:pt x="889" y="1889"/>
                    </a:lnTo>
                    <a:lnTo>
                      <a:pt x="818" y="1892"/>
                    </a:lnTo>
                    <a:lnTo>
                      <a:pt x="747" y="1888"/>
                    </a:lnTo>
                    <a:lnTo>
                      <a:pt x="676" y="1877"/>
                    </a:lnTo>
                    <a:lnTo>
                      <a:pt x="606" y="1861"/>
                    </a:lnTo>
                    <a:lnTo>
                      <a:pt x="537" y="1839"/>
                    </a:lnTo>
                    <a:lnTo>
                      <a:pt x="471" y="1810"/>
                    </a:lnTo>
                    <a:lnTo>
                      <a:pt x="405" y="1775"/>
                    </a:lnTo>
                    <a:lnTo>
                      <a:pt x="341" y="1734"/>
                    </a:lnTo>
                    <a:lnTo>
                      <a:pt x="283" y="1687"/>
                    </a:lnTo>
                    <a:lnTo>
                      <a:pt x="229" y="1636"/>
                    </a:lnTo>
                    <a:lnTo>
                      <a:pt x="181" y="1580"/>
                    </a:lnTo>
                    <a:lnTo>
                      <a:pt x="139" y="1521"/>
                    </a:lnTo>
                    <a:lnTo>
                      <a:pt x="101" y="1460"/>
                    </a:lnTo>
                    <a:lnTo>
                      <a:pt x="70" y="1396"/>
                    </a:lnTo>
                    <a:lnTo>
                      <a:pt x="45" y="1329"/>
                    </a:lnTo>
                    <a:lnTo>
                      <a:pt x="24" y="1262"/>
                    </a:lnTo>
                    <a:lnTo>
                      <a:pt x="11" y="1193"/>
                    </a:lnTo>
                    <a:lnTo>
                      <a:pt x="3" y="1123"/>
                    </a:lnTo>
                    <a:lnTo>
                      <a:pt x="0" y="1052"/>
                    </a:lnTo>
                    <a:lnTo>
                      <a:pt x="4" y="981"/>
                    </a:lnTo>
                    <a:lnTo>
                      <a:pt x="15" y="910"/>
                    </a:lnTo>
                    <a:lnTo>
                      <a:pt x="31" y="840"/>
                    </a:lnTo>
                    <a:lnTo>
                      <a:pt x="53" y="771"/>
                    </a:lnTo>
                    <a:lnTo>
                      <a:pt x="82" y="705"/>
                    </a:lnTo>
                    <a:lnTo>
                      <a:pt x="117" y="639"/>
                    </a:lnTo>
                    <a:lnTo>
                      <a:pt x="159" y="575"/>
                    </a:lnTo>
                    <a:lnTo>
                      <a:pt x="190" y="536"/>
                    </a:lnTo>
                    <a:lnTo>
                      <a:pt x="229" y="499"/>
                    </a:lnTo>
                    <a:lnTo>
                      <a:pt x="274" y="462"/>
                    </a:lnTo>
                    <a:lnTo>
                      <a:pt x="324" y="427"/>
                    </a:lnTo>
                    <a:lnTo>
                      <a:pt x="378" y="393"/>
                    </a:lnTo>
                    <a:lnTo>
                      <a:pt x="436" y="361"/>
                    </a:lnTo>
                    <a:lnTo>
                      <a:pt x="498" y="330"/>
                    </a:lnTo>
                    <a:lnTo>
                      <a:pt x="563" y="300"/>
                    </a:lnTo>
                    <a:lnTo>
                      <a:pt x="630" y="271"/>
                    </a:lnTo>
                    <a:lnTo>
                      <a:pt x="699" y="244"/>
                    </a:lnTo>
                    <a:lnTo>
                      <a:pt x="769" y="218"/>
                    </a:lnTo>
                    <a:lnTo>
                      <a:pt x="839" y="194"/>
                    </a:lnTo>
                    <a:lnTo>
                      <a:pt x="911" y="171"/>
                    </a:lnTo>
                    <a:lnTo>
                      <a:pt x="981" y="149"/>
                    </a:lnTo>
                    <a:lnTo>
                      <a:pt x="1051" y="129"/>
                    </a:lnTo>
                    <a:lnTo>
                      <a:pt x="1118" y="110"/>
                    </a:lnTo>
                    <a:lnTo>
                      <a:pt x="1185" y="93"/>
                    </a:lnTo>
                    <a:lnTo>
                      <a:pt x="1248" y="76"/>
                    </a:lnTo>
                    <a:lnTo>
                      <a:pt x="1307" y="62"/>
                    </a:lnTo>
                    <a:lnTo>
                      <a:pt x="1363" y="49"/>
                    </a:lnTo>
                    <a:lnTo>
                      <a:pt x="1414" y="37"/>
                    </a:lnTo>
                    <a:lnTo>
                      <a:pt x="1461" y="28"/>
                    </a:lnTo>
                    <a:lnTo>
                      <a:pt x="1502" y="18"/>
                    </a:lnTo>
                    <a:lnTo>
                      <a:pt x="1537" y="12"/>
                    </a:lnTo>
                    <a:lnTo>
                      <a:pt x="1564" y="6"/>
                    </a:lnTo>
                    <a:lnTo>
                      <a:pt x="1585" y="2"/>
                    </a:lnTo>
                    <a:lnTo>
                      <a:pt x="1597" y="1"/>
                    </a:lnTo>
                    <a:lnTo>
                      <a:pt x="1601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grpSp>
            <p:nvGrpSpPr>
              <p:cNvPr id="17" name="Group 103"/>
              <p:cNvGrpSpPr/>
              <p:nvPr/>
            </p:nvGrpSpPr>
            <p:grpSpPr>
              <a:xfrm>
                <a:off x="4967287" y="4952990"/>
                <a:ext cx="650639" cy="625474"/>
                <a:chOff x="4967288" y="5026025"/>
                <a:chExt cx="574676" cy="552451"/>
              </a:xfrm>
            </p:grpSpPr>
            <p:sp>
              <p:nvSpPr>
                <p:cNvPr id="18" name="Freeform 64"/>
                <p:cNvSpPr>
                  <a:spLocks/>
                </p:cNvSpPr>
                <p:nvPr/>
              </p:nvSpPr>
              <p:spPr bwMode="auto">
                <a:xfrm>
                  <a:off x="5049838" y="5100638"/>
                  <a:ext cx="131763" cy="128588"/>
                </a:xfrm>
                <a:custGeom>
                  <a:avLst/>
                  <a:gdLst>
                    <a:gd name="T0" fmla="*/ 327 w 833"/>
                    <a:gd name="T1" fmla="*/ 0 h 811"/>
                    <a:gd name="T2" fmla="*/ 372 w 833"/>
                    <a:gd name="T3" fmla="*/ 3 h 811"/>
                    <a:gd name="T4" fmla="*/ 414 w 833"/>
                    <a:gd name="T5" fmla="*/ 12 h 811"/>
                    <a:gd name="T6" fmla="*/ 454 w 833"/>
                    <a:gd name="T7" fmla="*/ 25 h 811"/>
                    <a:gd name="T8" fmla="*/ 492 w 833"/>
                    <a:gd name="T9" fmla="*/ 44 h 811"/>
                    <a:gd name="T10" fmla="*/ 527 w 833"/>
                    <a:gd name="T11" fmla="*/ 68 h 811"/>
                    <a:gd name="T12" fmla="*/ 558 w 833"/>
                    <a:gd name="T13" fmla="*/ 95 h 811"/>
                    <a:gd name="T14" fmla="*/ 586 w 833"/>
                    <a:gd name="T15" fmla="*/ 127 h 811"/>
                    <a:gd name="T16" fmla="*/ 609 w 833"/>
                    <a:gd name="T17" fmla="*/ 162 h 811"/>
                    <a:gd name="T18" fmla="*/ 628 w 833"/>
                    <a:gd name="T19" fmla="*/ 200 h 811"/>
                    <a:gd name="T20" fmla="*/ 642 w 833"/>
                    <a:gd name="T21" fmla="*/ 239 h 811"/>
                    <a:gd name="T22" fmla="*/ 651 w 833"/>
                    <a:gd name="T23" fmla="*/ 283 h 811"/>
                    <a:gd name="T24" fmla="*/ 654 w 833"/>
                    <a:gd name="T25" fmla="*/ 327 h 811"/>
                    <a:gd name="T26" fmla="*/ 651 w 833"/>
                    <a:gd name="T27" fmla="*/ 369 h 811"/>
                    <a:gd name="T28" fmla="*/ 642 w 833"/>
                    <a:gd name="T29" fmla="*/ 409 h 811"/>
                    <a:gd name="T30" fmla="*/ 629 w 833"/>
                    <a:gd name="T31" fmla="*/ 447 h 811"/>
                    <a:gd name="T32" fmla="*/ 612 w 833"/>
                    <a:gd name="T33" fmla="*/ 483 h 811"/>
                    <a:gd name="T34" fmla="*/ 833 w 833"/>
                    <a:gd name="T35" fmla="*/ 692 h 811"/>
                    <a:gd name="T36" fmla="*/ 792 w 833"/>
                    <a:gd name="T37" fmla="*/ 729 h 811"/>
                    <a:gd name="T38" fmla="*/ 754 w 833"/>
                    <a:gd name="T39" fmla="*/ 768 h 811"/>
                    <a:gd name="T40" fmla="*/ 720 w 833"/>
                    <a:gd name="T41" fmla="*/ 811 h 811"/>
                    <a:gd name="T42" fmla="*/ 499 w 833"/>
                    <a:gd name="T43" fmla="*/ 603 h 811"/>
                    <a:gd name="T44" fmla="*/ 461 w 833"/>
                    <a:gd name="T45" fmla="*/ 624 h 811"/>
                    <a:gd name="T46" fmla="*/ 418 w 833"/>
                    <a:gd name="T47" fmla="*/ 640 h 811"/>
                    <a:gd name="T48" fmla="*/ 374 w 833"/>
                    <a:gd name="T49" fmla="*/ 650 h 811"/>
                    <a:gd name="T50" fmla="*/ 327 w 833"/>
                    <a:gd name="T51" fmla="*/ 653 h 811"/>
                    <a:gd name="T52" fmla="*/ 283 w 833"/>
                    <a:gd name="T53" fmla="*/ 651 h 811"/>
                    <a:gd name="T54" fmla="*/ 240 w 833"/>
                    <a:gd name="T55" fmla="*/ 642 h 811"/>
                    <a:gd name="T56" fmla="*/ 200 w 833"/>
                    <a:gd name="T57" fmla="*/ 628 h 811"/>
                    <a:gd name="T58" fmla="*/ 162 w 833"/>
                    <a:gd name="T59" fmla="*/ 609 h 811"/>
                    <a:gd name="T60" fmla="*/ 127 w 833"/>
                    <a:gd name="T61" fmla="*/ 585 h 811"/>
                    <a:gd name="T62" fmla="*/ 96 w 833"/>
                    <a:gd name="T63" fmla="*/ 558 h 811"/>
                    <a:gd name="T64" fmla="*/ 68 w 833"/>
                    <a:gd name="T65" fmla="*/ 527 h 811"/>
                    <a:gd name="T66" fmla="*/ 45 w 833"/>
                    <a:gd name="T67" fmla="*/ 491 h 811"/>
                    <a:gd name="T68" fmla="*/ 26 w 833"/>
                    <a:gd name="T69" fmla="*/ 454 h 811"/>
                    <a:gd name="T70" fmla="*/ 11 w 833"/>
                    <a:gd name="T71" fmla="*/ 414 h 811"/>
                    <a:gd name="T72" fmla="*/ 4 w 833"/>
                    <a:gd name="T73" fmla="*/ 371 h 811"/>
                    <a:gd name="T74" fmla="*/ 0 w 833"/>
                    <a:gd name="T75" fmla="*/ 327 h 811"/>
                    <a:gd name="T76" fmla="*/ 4 w 833"/>
                    <a:gd name="T77" fmla="*/ 283 h 811"/>
                    <a:gd name="T78" fmla="*/ 11 w 833"/>
                    <a:gd name="T79" fmla="*/ 239 h 811"/>
                    <a:gd name="T80" fmla="*/ 26 w 833"/>
                    <a:gd name="T81" fmla="*/ 200 h 811"/>
                    <a:gd name="T82" fmla="*/ 45 w 833"/>
                    <a:gd name="T83" fmla="*/ 162 h 811"/>
                    <a:gd name="T84" fmla="*/ 68 w 833"/>
                    <a:gd name="T85" fmla="*/ 127 h 811"/>
                    <a:gd name="T86" fmla="*/ 96 w 833"/>
                    <a:gd name="T87" fmla="*/ 95 h 811"/>
                    <a:gd name="T88" fmla="*/ 127 w 833"/>
                    <a:gd name="T89" fmla="*/ 68 h 811"/>
                    <a:gd name="T90" fmla="*/ 162 w 833"/>
                    <a:gd name="T91" fmla="*/ 44 h 811"/>
                    <a:gd name="T92" fmla="*/ 200 w 833"/>
                    <a:gd name="T93" fmla="*/ 25 h 811"/>
                    <a:gd name="T94" fmla="*/ 240 w 833"/>
                    <a:gd name="T95" fmla="*/ 12 h 811"/>
                    <a:gd name="T96" fmla="*/ 283 w 833"/>
                    <a:gd name="T97" fmla="*/ 3 h 811"/>
                    <a:gd name="T98" fmla="*/ 327 w 833"/>
                    <a:gd name="T99" fmla="*/ 0 h 81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</a:cxnLst>
                  <a:rect l="0" t="0" r="r" b="b"/>
                  <a:pathLst>
                    <a:path w="833" h="811">
                      <a:moveTo>
                        <a:pt x="327" y="0"/>
                      </a:moveTo>
                      <a:lnTo>
                        <a:pt x="372" y="3"/>
                      </a:lnTo>
                      <a:lnTo>
                        <a:pt x="414" y="12"/>
                      </a:lnTo>
                      <a:lnTo>
                        <a:pt x="454" y="25"/>
                      </a:lnTo>
                      <a:lnTo>
                        <a:pt x="492" y="44"/>
                      </a:lnTo>
                      <a:lnTo>
                        <a:pt x="527" y="68"/>
                      </a:lnTo>
                      <a:lnTo>
                        <a:pt x="558" y="95"/>
                      </a:lnTo>
                      <a:lnTo>
                        <a:pt x="586" y="127"/>
                      </a:lnTo>
                      <a:lnTo>
                        <a:pt x="609" y="162"/>
                      </a:lnTo>
                      <a:lnTo>
                        <a:pt x="628" y="200"/>
                      </a:lnTo>
                      <a:lnTo>
                        <a:pt x="642" y="239"/>
                      </a:lnTo>
                      <a:lnTo>
                        <a:pt x="651" y="283"/>
                      </a:lnTo>
                      <a:lnTo>
                        <a:pt x="654" y="327"/>
                      </a:lnTo>
                      <a:lnTo>
                        <a:pt x="651" y="369"/>
                      </a:lnTo>
                      <a:lnTo>
                        <a:pt x="642" y="409"/>
                      </a:lnTo>
                      <a:lnTo>
                        <a:pt x="629" y="447"/>
                      </a:lnTo>
                      <a:lnTo>
                        <a:pt x="612" y="483"/>
                      </a:lnTo>
                      <a:lnTo>
                        <a:pt x="833" y="692"/>
                      </a:lnTo>
                      <a:lnTo>
                        <a:pt x="792" y="729"/>
                      </a:lnTo>
                      <a:lnTo>
                        <a:pt x="754" y="768"/>
                      </a:lnTo>
                      <a:lnTo>
                        <a:pt x="720" y="811"/>
                      </a:lnTo>
                      <a:lnTo>
                        <a:pt x="499" y="603"/>
                      </a:lnTo>
                      <a:lnTo>
                        <a:pt x="461" y="624"/>
                      </a:lnTo>
                      <a:lnTo>
                        <a:pt x="418" y="640"/>
                      </a:lnTo>
                      <a:lnTo>
                        <a:pt x="374" y="650"/>
                      </a:lnTo>
                      <a:lnTo>
                        <a:pt x="327" y="653"/>
                      </a:lnTo>
                      <a:lnTo>
                        <a:pt x="283" y="651"/>
                      </a:lnTo>
                      <a:lnTo>
                        <a:pt x="240" y="642"/>
                      </a:lnTo>
                      <a:lnTo>
                        <a:pt x="200" y="628"/>
                      </a:lnTo>
                      <a:lnTo>
                        <a:pt x="162" y="609"/>
                      </a:lnTo>
                      <a:lnTo>
                        <a:pt x="127" y="585"/>
                      </a:lnTo>
                      <a:lnTo>
                        <a:pt x="96" y="558"/>
                      </a:lnTo>
                      <a:lnTo>
                        <a:pt x="68" y="527"/>
                      </a:lnTo>
                      <a:lnTo>
                        <a:pt x="45" y="491"/>
                      </a:lnTo>
                      <a:lnTo>
                        <a:pt x="26" y="454"/>
                      </a:lnTo>
                      <a:lnTo>
                        <a:pt x="11" y="414"/>
                      </a:lnTo>
                      <a:lnTo>
                        <a:pt x="4" y="371"/>
                      </a:lnTo>
                      <a:lnTo>
                        <a:pt x="0" y="327"/>
                      </a:lnTo>
                      <a:lnTo>
                        <a:pt x="4" y="283"/>
                      </a:lnTo>
                      <a:lnTo>
                        <a:pt x="11" y="239"/>
                      </a:lnTo>
                      <a:lnTo>
                        <a:pt x="26" y="200"/>
                      </a:lnTo>
                      <a:lnTo>
                        <a:pt x="45" y="162"/>
                      </a:lnTo>
                      <a:lnTo>
                        <a:pt x="68" y="127"/>
                      </a:lnTo>
                      <a:lnTo>
                        <a:pt x="96" y="95"/>
                      </a:lnTo>
                      <a:lnTo>
                        <a:pt x="127" y="68"/>
                      </a:lnTo>
                      <a:lnTo>
                        <a:pt x="162" y="44"/>
                      </a:lnTo>
                      <a:lnTo>
                        <a:pt x="200" y="25"/>
                      </a:lnTo>
                      <a:lnTo>
                        <a:pt x="240" y="12"/>
                      </a:lnTo>
                      <a:lnTo>
                        <a:pt x="283" y="3"/>
                      </a:lnTo>
                      <a:lnTo>
                        <a:pt x="327" y="0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9" name="Freeform 65"/>
                <p:cNvSpPr>
                  <a:spLocks/>
                </p:cNvSpPr>
                <p:nvPr/>
              </p:nvSpPr>
              <p:spPr bwMode="auto">
                <a:xfrm>
                  <a:off x="5307013" y="5026025"/>
                  <a:ext cx="136525" cy="179388"/>
                </a:xfrm>
                <a:custGeom>
                  <a:avLst/>
                  <a:gdLst>
                    <a:gd name="T0" fmla="*/ 524 w 852"/>
                    <a:gd name="T1" fmla="*/ 0 h 1132"/>
                    <a:gd name="T2" fmla="*/ 524 w 852"/>
                    <a:gd name="T3" fmla="*/ 0 h 1132"/>
                    <a:gd name="T4" fmla="*/ 569 w 852"/>
                    <a:gd name="T5" fmla="*/ 3 h 1132"/>
                    <a:gd name="T6" fmla="*/ 611 w 852"/>
                    <a:gd name="T7" fmla="*/ 12 h 1132"/>
                    <a:gd name="T8" fmla="*/ 652 w 852"/>
                    <a:gd name="T9" fmla="*/ 27 h 1132"/>
                    <a:gd name="T10" fmla="*/ 690 w 852"/>
                    <a:gd name="T11" fmla="*/ 45 h 1132"/>
                    <a:gd name="T12" fmla="*/ 724 w 852"/>
                    <a:gd name="T13" fmla="*/ 69 h 1132"/>
                    <a:gd name="T14" fmla="*/ 755 w 852"/>
                    <a:gd name="T15" fmla="*/ 96 h 1132"/>
                    <a:gd name="T16" fmla="*/ 783 w 852"/>
                    <a:gd name="T17" fmla="*/ 128 h 1132"/>
                    <a:gd name="T18" fmla="*/ 806 w 852"/>
                    <a:gd name="T19" fmla="*/ 162 h 1132"/>
                    <a:gd name="T20" fmla="*/ 825 w 852"/>
                    <a:gd name="T21" fmla="*/ 200 h 1132"/>
                    <a:gd name="T22" fmla="*/ 839 w 852"/>
                    <a:gd name="T23" fmla="*/ 241 h 1132"/>
                    <a:gd name="T24" fmla="*/ 848 w 852"/>
                    <a:gd name="T25" fmla="*/ 283 h 1132"/>
                    <a:gd name="T26" fmla="*/ 852 w 852"/>
                    <a:gd name="T27" fmla="*/ 327 h 1132"/>
                    <a:gd name="T28" fmla="*/ 848 w 852"/>
                    <a:gd name="T29" fmla="*/ 372 h 1132"/>
                    <a:gd name="T30" fmla="*/ 839 w 852"/>
                    <a:gd name="T31" fmla="*/ 414 h 1132"/>
                    <a:gd name="T32" fmla="*/ 825 w 852"/>
                    <a:gd name="T33" fmla="*/ 455 h 1132"/>
                    <a:gd name="T34" fmla="*/ 806 w 852"/>
                    <a:gd name="T35" fmla="*/ 492 h 1132"/>
                    <a:gd name="T36" fmla="*/ 783 w 852"/>
                    <a:gd name="T37" fmla="*/ 527 h 1132"/>
                    <a:gd name="T38" fmla="*/ 755 w 852"/>
                    <a:gd name="T39" fmla="*/ 558 h 1132"/>
                    <a:gd name="T40" fmla="*/ 724 w 852"/>
                    <a:gd name="T41" fmla="*/ 586 h 1132"/>
                    <a:gd name="T42" fmla="*/ 690 w 852"/>
                    <a:gd name="T43" fmla="*/ 609 h 1132"/>
                    <a:gd name="T44" fmla="*/ 652 w 852"/>
                    <a:gd name="T45" fmla="*/ 628 h 1132"/>
                    <a:gd name="T46" fmla="*/ 611 w 852"/>
                    <a:gd name="T47" fmla="*/ 642 h 1132"/>
                    <a:gd name="T48" fmla="*/ 569 w 852"/>
                    <a:gd name="T49" fmla="*/ 651 h 1132"/>
                    <a:gd name="T50" fmla="*/ 524 w 852"/>
                    <a:gd name="T51" fmla="*/ 654 h 1132"/>
                    <a:gd name="T52" fmla="*/ 493 w 852"/>
                    <a:gd name="T53" fmla="*/ 652 h 1132"/>
                    <a:gd name="T54" fmla="*/ 463 w 852"/>
                    <a:gd name="T55" fmla="*/ 647 h 1132"/>
                    <a:gd name="T56" fmla="*/ 434 w 852"/>
                    <a:gd name="T57" fmla="*/ 640 h 1132"/>
                    <a:gd name="T58" fmla="*/ 142 w 852"/>
                    <a:gd name="T59" fmla="*/ 1132 h 1132"/>
                    <a:gd name="T60" fmla="*/ 96 w 852"/>
                    <a:gd name="T61" fmla="*/ 1100 h 1132"/>
                    <a:gd name="T62" fmla="*/ 50 w 852"/>
                    <a:gd name="T63" fmla="*/ 1072 h 1132"/>
                    <a:gd name="T64" fmla="*/ 0 w 852"/>
                    <a:gd name="T65" fmla="*/ 1048 h 1132"/>
                    <a:gd name="T66" fmla="*/ 292 w 852"/>
                    <a:gd name="T67" fmla="*/ 557 h 1132"/>
                    <a:gd name="T68" fmla="*/ 265 w 852"/>
                    <a:gd name="T69" fmla="*/ 526 h 1132"/>
                    <a:gd name="T70" fmla="*/ 242 w 852"/>
                    <a:gd name="T71" fmla="*/ 491 h 1132"/>
                    <a:gd name="T72" fmla="*/ 223 w 852"/>
                    <a:gd name="T73" fmla="*/ 454 h 1132"/>
                    <a:gd name="T74" fmla="*/ 209 w 852"/>
                    <a:gd name="T75" fmla="*/ 414 h 1132"/>
                    <a:gd name="T76" fmla="*/ 201 w 852"/>
                    <a:gd name="T77" fmla="*/ 372 h 1132"/>
                    <a:gd name="T78" fmla="*/ 197 w 852"/>
                    <a:gd name="T79" fmla="*/ 327 h 1132"/>
                    <a:gd name="T80" fmla="*/ 201 w 852"/>
                    <a:gd name="T81" fmla="*/ 283 h 1132"/>
                    <a:gd name="T82" fmla="*/ 209 w 852"/>
                    <a:gd name="T83" fmla="*/ 240 h 1132"/>
                    <a:gd name="T84" fmla="*/ 223 w 852"/>
                    <a:gd name="T85" fmla="*/ 200 h 1132"/>
                    <a:gd name="T86" fmla="*/ 242 w 852"/>
                    <a:gd name="T87" fmla="*/ 162 h 1132"/>
                    <a:gd name="T88" fmla="*/ 266 w 852"/>
                    <a:gd name="T89" fmla="*/ 128 h 1132"/>
                    <a:gd name="T90" fmla="*/ 293 w 852"/>
                    <a:gd name="T91" fmla="*/ 96 h 1132"/>
                    <a:gd name="T92" fmla="*/ 325 w 852"/>
                    <a:gd name="T93" fmla="*/ 69 h 1132"/>
                    <a:gd name="T94" fmla="*/ 359 w 852"/>
                    <a:gd name="T95" fmla="*/ 45 h 1132"/>
                    <a:gd name="T96" fmla="*/ 397 w 852"/>
                    <a:gd name="T97" fmla="*/ 27 h 1132"/>
                    <a:gd name="T98" fmla="*/ 437 w 852"/>
                    <a:gd name="T99" fmla="*/ 12 h 1132"/>
                    <a:gd name="T100" fmla="*/ 480 w 852"/>
                    <a:gd name="T101" fmla="*/ 3 h 1132"/>
                    <a:gd name="T102" fmla="*/ 524 w 852"/>
                    <a:gd name="T103" fmla="*/ 0 h 113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</a:cxnLst>
                  <a:rect l="0" t="0" r="r" b="b"/>
                  <a:pathLst>
                    <a:path w="852" h="1132">
                      <a:moveTo>
                        <a:pt x="524" y="0"/>
                      </a:moveTo>
                      <a:lnTo>
                        <a:pt x="524" y="0"/>
                      </a:lnTo>
                      <a:lnTo>
                        <a:pt x="569" y="3"/>
                      </a:lnTo>
                      <a:lnTo>
                        <a:pt x="611" y="12"/>
                      </a:lnTo>
                      <a:lnTo>
                        <a:pt x="652" y="27"/>
                      </a:lnTo>
                      <a:lnTo>
                        <a:pt x="690" y="45"/>
                      </a:lnTo>
                      <a:lnTo>
                        <a:pt x="724" y="69"/>
                      </a:lnTo>
                      <a:lnTo>
                        <a:pt x="755" y="96"/>
                      </a:lnTo>
                      <a:lnTo>
                        <a:pt x="783" y="128"/>
                      </a:lnTo>
                      <a:lnTo>
                        <a:pt x="806" y="162"/>
                      </a:lnTo>
                      <a:lnTo>
                        <a:pt x="825" y="200"/>
                      </a:lnTo>
                      <a:lnTo>
                        <a:pt x="839" y="241"/>
                      </a:lnTo>
                      <a:lnTo>
                        <a:pt x="848" y="283"/>
                      </a:lnTo>
                      <a:lnTo>
                        <a:pt x="852" y="327"/>
                      </a:lnTo>
                      <a:lnTo>
                        <a:pt x="848" y="372"/>
                      </a:lnTo>
                      <a:lnTo>
                        <a:pt x="839" y="414"/>
                      </a:lnTo>
                      <a:lnTo>
                        <a:pt x="825" y="455"/>
                      </a:lnTo>
                      <a:lnTo>
                        <a:pt x="806" y="492"/>
                      </a:lnTo>
                      <a:lnTo>
                        <a:pt x="783" y="527"/>
                      </a:lnTo>
                      <a:lnTo>
                        <a:pt x="755" y="558"/>
                      </a:lnTo>
                      <a:lnTo>
                        <a:pt x="724" y="586"/>
                      </a:lnTo>
                      <a:lnTo>
                        <a:pt x="690" y="609"/>
                      </a:lnTo>
                      <a:lnTo>
                        <a:pt x="652" y="628"/>
                      </a:lnTo>
                      <a:lnTo>
                        <a:pt x="611" y="642"/>
                      </a:lnTo>
                      <a:lnTo>
                        <a:pt x="569" y="651"/>
                      </a:lnTo>
                      <a:lnTo>
                        <a:pt x="524" y="654"/>
                      </a:lnTo>
                      <a:lnTo>
                        <a:pt x="493" y="652"/>
                      </a:lnTo>
                      <a:lnTo>
                        <a:pt x="463" y="647"/>
                      </a:lnTo>
                      <a:lnTo>
                        <a:pt x="434" y="640"/>
                      </a:lnTo>
                      <a:lnTo>
                        <a:pt x="142" y="1132"/>
                      </a:lnTo>
                      <a:lnTo>
                        <a:pt x="96" y="1100"/>
                      </a:lnTo>
                      <a:lnTo>
                        <a:pt x="50" y="1072"/>
                      </a:lnTo>
                      <a:lnTo>
                        <a:pt x="0" y="1048"/>
                      </a:lnTo>
                      <a:lnTo>
                        <a:pt x="292" y="557"/>
                      </a:lnTo>
                      <a:lnTo>
                        <a:pt x="265" y="526"/>
                      </a:lnTo>
                      <a:lnTo>
                        <a:pt x="242" y="491"/>
                      </a:lnTo>
                      <a:lnTo>
                        <a:pt x="223" y="454"/>
                      </a:lnTo>
                      <a:lnTo>
                        <a:pt x="209" y="414"/>
                      </a:lnTo>
                      <a:lnTo>
                        <a:pt x="201" y="372"/>
                      </a:lnTo>
                      <a:lnTo>
                        <a:pt x="197" y="327"/>
                      </a:lnTo>
                      <a:lnTo>
                        <a:pt x="201" y="283"/>
                      </a:lnTo>
                      <a:lnTo>
                        <a:pt x="209" y="240"/>
                      </a:lnTo>
                      <a:lnTo>
                        <a:pt x="223" y="200"/>
                      </a:lnTo>
                      <a:lnTo>
                        <a:pt x="242" y="162"/>
                      </a:lnTo>
                      <a:lnTo>
                        <a:pt x="266" y="128"/>
                      </a:lnTo>
                      <a:lnTo>
                        <a:pt x="293" y="96"/>
                      </a:lnTo>
                      <a:lnTo>
                        <a:pt x="325" y="69"/>
                      </a:lnTo>
                      <a:lnTo>
                        <a:pt x="359" y="45"/>
                      </a:lnTo>
                      <a:lnTo>
                        <a:pt x="397" y="27"/>
                      </a:lnTo>
                      <a:lnTo>
                        <a:pt x="437" y="12"/>
                      </a:lnTo>
                      <a:lnTo>
                        <a:pt x="480" y="3"/>
                      </a:lnTo>
                      <a:lnTo>
                        <a:pt x="524" y="0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20" name="Freeform 66"/>
                <p:cNvSpPr>
                  <a:spLocks/>
                </p:cNvSpPr>
                <p:nvPr/>
              </p:nvSpPr>
              <p:spPr bwMode="auto">
                <a:xfrm>
                  <a:off x="5375276" y="5272088"/>
                  <a:ext cx="166688" cy="103188"/>
                </a:xfrm>
                <a:custGeom>
                  <a:avLst/>
                  <a:gdLst>
                    <a:gd name="T0" fmla="*/ 729 w 1055"/>
                    <a:gd name="T1" fmla="*/ 0 h 653"/>
                    <a:gd name="T2" fmla="*/ 773 w 1055"/>
                    <a:gd name="T3" fmla="*/ 2 h 653"/>
                    <a:gd name="T4" fmla="*/ 816 w 1055"/>
                    <a:gd name="T5" fmla="*/ 11 h 653"/>
                    <a:gd name="T6" fmla="*/ 856 w 1055"/>
                    <a:gd name="T7" fmla="*/ 25 h 653"/>
                    <a:gd name="T8" fmla="*/ 893 w 1055"/>
                    <a:gd name="T9" fmla="*/ 44 h 653"/>
                    <a:gd name="T10" fmla="*/ 929 w 1055"/>
                    <a:gd name="T11" fmla="*/ 68 h 653"/>
                    <a:gd name="T12" fmla="*/ 960 w 1055"/>
                    <a:gd name="T13" fmla="*/ 95 h 653"/>
                    <a:gd name="T14" fmla="*/ 988 w 1055"/>
                    <a:gd name="T15" fmla="*/ 126 h 653"/>
                    <a:gd name="T16" fmla="*/ 1011 w 1055"/>
                    <a:gd name="T17" fmla="*/ 162 h 653"/>
                    <a:gd name="T18" fmla="*/ 1030 w 1055"/>
                    <a:gd name="T19" fmla="*/ 200 h 653"/>
                    <a:gd name="T20" fmla="*/ 1044 w 1055"/>
                    <a:gd name="T21" fmla="*/ 239 h 653"/>
                    <a:gd name="T22" fmla="*/ 1053 w 1055"/>
                    <a:gd name="T23" fmla="*/ 282 h 653"/>
                    <a:gd name="T24" fmla="*/ 1055 w 1055"/>
                    <a:gd name="T25" fmla="*/ 326 h 653"/>
                    <a:gd name="T26" fmla="*/ 1053 w 1055"/>
                    <a:gd name="T27" fmla="*/ 370 h 653"/>
                    <a:gd name="T28" fmla="*/ 1044 w 1055"/>
                    <a:gd name="T29" fmla="*/ 414 h 653"/>
                    <a:gd name="T30" fmla="*/ 1030 w 1055"/>
                    <a:gd name="T31" fmla="*/ 454 h 653"/>
                    <a:gd name="T32" fmla="*/ 1011 w 1055"/>
                    <a:gd name="T33" fmla="*/ 491 h 653"/>
                    <a:gd name="T34" fmla="*/ 988 w 1055"/>
                    <a:gd name="T35" fmla="*/ 526 h 653"/>
                    <a:gd name="T36" fmla="*/ 960 w 1055"/>
                    <a:gd name="T37" fmla="*/ 558 h 653"/>
                    <a:gd name="T38" fmla="*/ 929 w 1055"/>
                    <a:gd name="T39" fmla="*/ 584 h 653"/>
                    <a:gd name="T40" fmla="*/ 893 w 1055"/>
                    <a:gd name="T41" fmla="*/ 609 h 653"/>
                    <a:gd name="T42" fmla="*/ 856 w 1055"/>
                    <a:gd name="T43" fmla="*/ 628 h 653"/>
                    <a:gd name="T44" fmla="*/ 816 w 1055"/>
                    <a:gd name="T45" fmla="*/ 641 h 653"/>
                    <a:gd name="T46" fmla="*/ 773 w 1055"/>
                    <a:gd name="T47" fmla="*/ 650 h 653"/>
                    <a:gd name="T48" fmla="*/ 729 w 1055"/>
                    <a:gd name="T49" fmla="*/ 653 h 653"/>
                    <a:gd name="T50" fmla="*/ 685 w 1055"/>
                    <a:gd name="T51" fmla="*/ 650 h 653"/>
                    <a:gd name="T52" fmla="*/ 644 w 1055"/>
                    <a:gd name="T53" fmla="*/ 642 h 653"/>
                    <a:gd name="T54" fmla="*/ 604 w 1055"/>
                    <a:gd name="T55" fmla="*/ 628 h 653"/>
                    <a:gd name="T56" fmla="*/ 566 w 1055"/>
                    <a:gd name="T57" fmla="*/ 610 h 653"/>
                    <a:gd name="T58" fmla="*/ 532 w 1055"/>
                    <a:gd name="T59" fmla="*/ 587 h 653"/>
                    <a:gd name="T60" fmla="*/ 501 w 1055"/>
                    <a:gd name="T61" fmla="*/ 560 h 653"/>
                    <a:gd name="T62" fmla="*/ 474 w 1055"/>
                    <a:gd name="T63" fmla="*/ 529 h 653"/>
                    <a:gd name="T64" fmla="*/ 450 w 1055"/>
                    <a:gd name="T65" fmla="*/ 495 h 653"/>
                    <a:gd name="T66" fmla="*/ 431 w 1055"/>
                    <a:gd name="T67" fmla="*/ 458 h 653"/>
                    <a:gd name="T68" fmla="*/ 416 w 1055"/>
                    <a:gd name="T69" fmla="*/ 419 h 653"/>
                    <a:gd name="T70" fmla="*/ 407 w 1055"/>
                    <a:gd name="T71" fmla="*/ 377 h 653"/>
                    <a:gd name="T72" fmla="*/ 0 w 1055"/>
                    <a:gd name="T73" fmla="*/ 337 h 653"/>
                    <a:gd name="T74" fmla="*/ 9 w 1055"/>
                    <a:gd name="T75" fmla="*/ 287 h 653"/>
                    <a:gd name="T76" fmla="*/ 15 w 1055"/>
                    <a:gd name="T77" fmla="*/ 235 h 653"/>
                    <a:gd name="T78" fmla="*/ 17 w 1055"/>
                    <a:gd name="T79" fmla="*/ 182 h 653"/>
                    <a:gd name="T80" fmla="*/ 16 w 1055"/>
                    <a:gd name="T81" fmla="*/ 173 h 653"/>
                    <a:gd name="T82" fmla="*/ 423 w 1055"/>
                    <a:gd name="T83" fmla="*/ 214 h 653"/>
                    <a:gd name="T84" fmla="*/ 441 w 1055"/>
                    <a:gd name="T85" fmla="*/ 173 h 653"/>
                    <a:gd name="T86" fmla="*/ 464 w 1055"/>
                    <a:gd name="T87" fmla="*/ 136 h 653"/>
                    <a:gd name="T88" fmla="*/ 492 w 1055"/>
                    <a:gd name="T89" fmla="*/ 103 h 653"/>
                    <a:gd name="T90" fmla="*/ 524 w 1055"/>
                    <a:gd name="T91" fmla="*/ 73 h 653"/>
                    <a:gd name="T92" fmla="*/ 558 w 1055"/>
                    <a:gd name="T93" fmla="*/ 48 h 653"/>
                    <a:gd name="T94" fmla="*/ 597 w 1055"/>
                    <a:gd name="T95" fmla="*/ 28 h 653"/>
                    <a:gd name="T96" fmla="*/ 639 w 1055"/>
                    <a:gd name="T97" fmla="*/ 12 h 653"/>
                    <a:gd name="T98" fmla="*/ 683 w 1055"/>
                    <a:gd name="T99" fmla="*/ 3 h 653"/>
                    <a:gd name="T100" fmla="*/ 729 w 1055"/>
                    <a:gd name="T101" fmla="*/ 0 h 65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</a:cxnLst>
                  <a:rect l="0" t="0" r="r" b="b"/>
                  <a:pathLst>
                    <a:path w="1055" h="653">
                      <a:moveTo>
                        <a:pt x="729" y="0"/>
                      </a:moveTo>
                      <a:lnTo>
                        <a:pt x="773" y="2"/>
                      </a:lnTo>
                      <a:lnTo>
                        <a:pt x="816" y="11"/>
                      </a:lnTo>
                      <a:lnTo>
                        <a:pt x="856" y="25"/>
                      </a:lnTo>
                      <a:lnTo>
                        <a:pt x="893" y="44"/>
                      </a:lnTo>
                      <a:lnTo>
                        <a:pt x="929" y="68"/>
                      </a:lnTo>
                      <a:lnTo>
                        <a:pt x="960" y="95"/>
                      </a:lnTo>
                      <a:lnTo>
                        <a:pt x="988" y="126"/>
                      </a:lnTo>
                      <a:lnTo>
                        <a:pt x="1011" y="162"/>
                      </a:lnTo>
                      <a:lnTo>
                        <a:pt x="1030" y="200"/>
                      </a:lnTo>
                      <a:lnTo>
                        <a:pt x="1044" y="239"/>
                      </a:lnTo>
                      <a:lnTo>
                        <a:pt x="1053" y="282"/>
                      </a:lnTo>
                      <a:lnTo>
                        <a:pt x="1055" y="326"/>
                      </a:lnTo>
                      <a:lnTo>
                        <a:pt x="1053" y="370"/>
                      </a:lnTo>
                      <a:lnTo>
                        <a:pt x="1044" y="414"/>
                      </a:lnTo>
                      <a:lnTo>
                        <a:pt x="1030" y="454"/>
                      </a:lnTo>
                      <a:lnTo>
                        <a:pt x="1011" y="491"/>
                      </a:lnTo>
                      <a:lnTo>
                        <a:pt x="988" y="526"/>
                      </a:lnTo>
                      <a:lnTo>
                        <a:pt x="960" y="558"/>
                      </a:lnTo>
                      <a:lnTo>
                        <a:pt x="929" y="584"/>
                      </a:lnTo>
                      <a:lnTo>
                        <a:pt x="893" y="609"/>
                      </a:lnTo>
                      <a:lnTo>
                        <a:pt x="856" y="628"/>
                      </a:lnTo>
                      <a:lnTo>
                        <a:pt x="816" y="641"/>
                      </a:lnTo>
                      <a:lnTo>
                        <a:pt x="773" y="650"/>
                      </a:lnTo>
                      <a:lnTo>
                        <a:pt x="729" y="653"/>
                      </a:lnTo>
                      <a:lnTo>
                        <a:pt x="685" y="650"/>
                      </a:lnTo>
                      <a:lnTo>
                        <a:pt x="644" y="642"/>
                      </a:lnTo>
                      <a:lnTo>
                        <a:pt x="604" y="628"/>
                      </a:lnTo>
                      <a:lnTo>
                        <a:pt x="566" y="610"/>
                      </a:lnTo>
                      <a:lnTo>
                        <a:pt x="532" y="587"/>
                      </a:lnTo>
                      <a:lnTo>
                        <a:pt x="501" y="560"/>
                      </a:lnTo>
                      <a:lnTo>
                        <a:pt x="474" y="529"/>
                      </a:lnTo>
                      <a:lnTo>
                        <a:pt x="450" y="495"/>
                      </a:lnTo>
                      <a:lnTo>
                        <a:pt x="431" y="458"/>
                      </a:lnTo>
                      <a:lnTo>
                        <a:pt x="416" y="419"/>
                      </a:lnTo>
                      <a:lnTo>
                        <a:pt x="407" y="377"/>
                      </a:lnTo>
                      <a:lnTo>
                        <a:pt x="0" y="337"/>
                      </a:lnTo>
                      <a:lnTo>
                        <a:pt x="9" y="287"/>
                      </a:lnTo>
                      <a:lnTo>
                        <a:pt x="15" y="235"/>
                      </a:lnTo>
                      <a:lnTo>
                        <a:pt x="17" y="182"/>
                      </a:lnTo>
                      <a:lnTo>
                        <a:pt x="16" y="173"/>
                      </a:lnTo>
                      <a:lnTo>
                        <a:pt x="423" y="214"/>
                      </a:lnTo>
                      <a:lnTo>
                        <a:pt x="441" y="173"/>
                      </a:lnTo>
                      <a:lnTo>
                        <a:pt x="464" y="136"/>
                      </a:lnTo>
                      <a:lnTo>
                        <a:pt x="492" y="103"/>
                      </a:lnTo>
                      <a:lnTo>
                        <a:pt x="524" y="73"/>
                      </a:lnTo>
                      <a:lnTo>
                        <a:pt x="558" y="48"/>
                      </a:lnTo>
                      <a:lnTo>
                        <a:pt x="597" y="28"/>
                      </a:lnTo>
                      <a:lnTo>
                        <a:pt x="639" y="12"/>
                      </a:lnTo>
                      <a:lnTo>
                        <a:pt x="683" y="3"/>
                      </a:lnTo>
                      <a:lnTo>
                        <a:pt x="729" y="0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21" name="Freeform 67"/>
                <p:cNvSpPr>
                  <a:spLocks/>
                </p:cNvSpPr>
                <p:nvPr/>
              </p:nvSpPr>
              <p:spPr bwMode="auto">
                <a:xfrm>
                  <a:off x="5259388" y="5411788"/>
                  <a:ext cx="103188" cy="166688"/>
                </a:xfrm>
                <a:custGeom>
                  <a:avLst/>
                  <a:gdLst>
                    <a:gd name="T0" fmla="*/ 246 w 654"/>
                    <a:gd name="T1" fmla="*/ 0 h 1049"/>
                    <a:gd name="T2" fmla="*/ 337 w 654"/>
                    <a:gd name="T3" fmla="*/ 397 h 1049"/>
                    <a:gd name="T4" fmla="*/ 383 w 654"/>
                    <a:gd name="T5" fmla="*/ 402 h 1049"/>
                    <a:gd name="T6" fmla="*/ 429 w 654"/>
                    <a:gd name="T7" fmla="*/ 413 h 1049"/>
                    <a:gd name="T8" fmla="*/ 471 w 654"/>
                    <a:gd name="T9" fmla="*/ 431 h 1049"/>
                    <a:gd name="T10" fmla="*/ 510 w 654"/>
                    <a:gd name="T11" fmla="*/ 453 h 1049"/>
                    <a:gd name="T12" fmla="*/ 545 w 654"/>
                    <a:gd name="T13" fmla="*/ 480 h 1049"/>
                    <a:gd name="T14" fmla="*/ 576 w 654"/>
                    <a:gd name="T15" fmla="*/ 513 h 1049"/>
                    <a:gd name="T16" fmla="*/ 603 w 654"/>
                    <a:gd name="T17" fmla="*/ 548 h 1049"/>
                    <a:gd name="T18" fmla="*/ 624 w 654"/>
                    <a:gd name="T19" fmla="*/ 588 h 1049"/>
                    <a:gd name="T20" fmla="*/ 641 w 654"/>
                    <a:gd name="T21" fmla="*/ 630 h 1049"/>
                    <a:gd name="T22" fmla="*/ 651 w 654"/>
                    <a:gd name="T23" fmla="*/ 676 h 1049"/>
                    <a:gd name="T24" fmla="*/ 654 w 654"/>
                    <a:gd name="T25" fmla="*/ 723 h 1049"/>
                    <a:gd name="T26" fmla="*/ 651 w 654"/>
                    <a:gd name="T27" fmla="*/ 768 h 1049"/>
                    <a:gd name="T28" fmla="*/ 642 w 654"/>
                    <a:gd name="T29" fmla="*/ 810 h 1049"/>
                    <a:gd name="T30" fmla="*/ 628 w 654"/>
                    <a:gd name="T31" fmla="*/ 850 h 1049"/>
                    <a:gd name="T32" fmla="*/ 608 w 654"/>
                    <a:gd name="T33" fmla="*/ 887 h 1049"/>
                    <a:gd name="T34" fmla="*/ 585 w 654"/>
                    <a:gd name="T35" fmla="*/ 923 h 1049"/>
                    <a:gd name="T36" fmla="*/ 557 w 654"/>
                    <a:gd name="T37" fmla="*/ 954 h 1049"/>
                    <a:gd name="T38" fmla="*/ 526 w 654"/>
                    <a:gd name="T39" fmla="*/ 982 h 1049"/>
                    <a:gd name="T40" fmla="*/ 492 w 654"/>
                    <a:gd name="T41" fmla="*/ 1005 h 1049"/>
                    <a:gd name="T42" fmla="*/ 454 w 654"/>
                    <a:gd name="T43" fmla="*/ 1024 h 1049"/>
                    <a:gd name="T44" fmla="*/ 413 w 654"/>
                    <a:gd name="T45" fmla="*/ 1038 h 1049"/>
                    <a:gd name="T46" fmla="*/ 371 w 654"/>
                    <a:gd name="T47" fmla="*/ 1047 h 1049"/>
                    <a:gd name="T48" fmla="*/ 327 w 654"/>
                    <a:gd name="T49" fmla="*/ 1049 h 1049"/>
                    <a:gd name="T50" fmla="*/ 282 w 654"/>
                    <a:gd name="T51" fmla="*/ 1047 h 1049"/>
                    <a:gd name="T52" fmla="*/ 240 w 654"/>
                    <a:gd name="T53" fmla="*/ 1038 h 1049"/>
                    <a:gd name="T54" fmla="*/ 199 w 654"/>
                    <a:gd name="T55" fmla="*/ 1024 h 1049"/>
                    <a:gd name="T56" fmla="*/ 161 w 654"/>
                    <a:gd name="T57" fmla="*/ 1005 h 1049"/>
                    <a:gd name="T58" fmla="*/ 127 w 654"/>
                    <a:gd name="T59" fmla="*/ 982 h 1049"/>
                    <a:gd name="T60" fmla="*/ 96 w 654"/>
                    <a:gd name="T61" fmla="*/ 954 h 1049"/>
                    <a:gd name="T62" fmla="*/ 68 w 654"/>
                    <a:gd name="T63" fmla="*/ 923 h 1049"/>
                    <a:gd name="T64" fmla="*/ 45 w 654"/>
                    <a:gd name="T65" fmla="*/ 887 h 1049"/>
                    <a:gd name="T66" fmla="*/ 26 w 654"/>
                    <a:gd name="T67" fmla="*/ 850 h 1049"/>
                    <a:gd name="T68" fmla="*/ 12 w 654"/>
                    <a:gd name="T69" fmla="*/ 810 h 1049"/>
                    <a:gd name="T70" fmla="*/ 3 w 654"/>
                    <a:gd name="T71" fmla="*/ 768 h 1049"/>
                    <a:gd name="T72" fmla="*/ 0 w 654"/>
                    <a:gd name="T73" fmla="*/ 723 h 1049"/>
                    <a:gd name="T74" fmla="*/ 3 w 654"/>
                    <a:gd name="T75" fmla="*/ 677 h 1049"/>
                    <a:gd name="T76" fmla="*/ 13 w 654"/>
                    <a:gd name="T77" fmla="*/ 632 h 1049"/>
                    <a:gd name="T78" fmla="*/ 28 w 654"/>
                    <a:gd name="T79" fmla="*/ 591 h 1049"/>
                    <a:gd name="T80" fmla="*/ 49 w 654"/>
                    <a:gd name="T81" fmla="*/ 553 h 1049"/>
                    <a:gd name="T82" fmla="*/ 75 w 654"/>
                    <a:gd name="T83" fmla="*/ 517 h 1049"/>
                    <a:gd name="T84" fmla="*/ 105 w 654"/>
                    <a:gd name="T85" fmla="*/ 485 h 1049"/>
                    <a:gd name="T86" fmla="*/ 139 w 654"/>
                    <a:gd name="T87" fmla="*/ 457 h 1049"/>
                    <a:gd name="T88" fmla="*/ 177 w 654"/>
                    <a:gd name="T89" fmla="*/ 435 h 1049"/>
                    <a:gd name="T90" fmla="*/ 85 w 654"/>
                    <a:gd name="T91" fmla="*/ 37 h 1049"/>
                    <a:gd name="T92" fmla="*/ 140 w 654"/>
                    <a:gd name="T93" fmla="*/ 28 h 1049"/>
                    <a:gd name="T94" fmla="*/ 194 w 654"/>
                    <a:gd name="T95" fmla="*/ 16 h 1049"/>
                    <a:gd name="T96" fmla="*/ 246 w 654"/>
                    <a:gd name="T97" fmla="*/ 0 h 104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</a:cxnLst>
                  <a:rect l="0" t="0" r="r" b="b"/>
                  <a:pathLst>
                    <a:path w="654" h="1049">
                      <a:moveTo>
                        <a:pt x="246" y="0"/>
                      </a:moveTo>
                      <a:lnTo>
                        <a:pt x="337" y="397"/>
                      </a:lnTo>
                      <a:lnTo>
                        <a:pt x="383" y="402"/>
                      </a:lnTo>
                      <a:lnTo>
                        <a:pt x="429" y="413"/>
                      </a:lnTo>
                      <a:lnTo>
                        <a:pt x="471" y="431"/>
                      </a:lnTo>
                      <a:lnTo>
                        <a:pt x="510" y="453"/>
                      </a:lnTo>
                      <a:lnTo>
                        <a:pt x="545" y="480"/>
                      </a:lnTo>
                      <a:lnTo>
                        <a:pt x="576" y="513"/>
                      </a:lnTo>
                      <a:lnTo>
                        <a:pt x="603" y="548"/>
                      </a:lnTo>
                      <a:lnTo>
                        <a:pt x="624" y="588"/>
                      </a:lnTo>
                      <a:lnTo>
                        <a:pt x="641" y="630"/>
                      </a:lnTo>
                      <a:lnTo>
                        <a:pt x="651" y="676"/>
                      </a:lnTo>
                      <a:lnTo>
                        <a:pt x="654" y="723"/>
                      </a:lnTo>
                      <a:lnTo>
                        <a:pt x="651" y="768"/>
                      </a:lnTo>
                      <a:lnTo>
                        <a:pt x="642" y="810"/>
                      </a:lnTo>
                      <a:lnTo>
                        <a:pt x="628" y="850"/>
                      </a:lnTo>
                      <a:lnTo>
                        <a:pt x="608" y="887"/>
                      </a:lnTo>
                      <a:lnTo>
                        <a:pt x="585" y="923"/>
                      </a:lnTo>
                      <a:lnTo>
                        <a:pt x="557" y="954"/>
                      </a:lnTo>
                      <a:lnTo>
                        <a:pt x="526" y="982"/>
                      </a:lnTo>
                      <a:lnTo>
                        <a:pt x="492" y="1005"/>
                      </a:lnTo>
                      <a:lnTo>
                        <a:pt x="454" y="1024"/>
                      </a:lnTo>
                      <a:lnTo>
                        <a:pt x="413" y="1038"/>
                      </a:lnTo>
                      <a:lnTo>
                        <a:pt x="371" y="1047"/>
                      </a:lnTo>
                      <a:lnTo>
                        <a:pt x="327" y="1049"/>
                      </a:lnTo>
                      <a:lnTo>
                        <a:pt x="282" y="1047"/>
                      </a:lnTo>
                      <a:lnTo>
                        <a:pt x="240" y="1038"/>
                      </a:lnTo>
                      <a:lnTo>
                        <a:pt x="199" y="1024"/>
                      </a:lnTo>
                      <a:lnTo>
                        <a:pt x="161" y="1005"/>
                      </a:lnTo>
                      <a:lnTo>
                        <a:pt x="127" y="982"/>
                      </a:lnTo>
                      <a:lnTo>
                        <a:pt x="96" y="954"/>
                      </a:lnTo>
                      <a:lnTo>
                        <a:pt x="68" y="923"/>
                      </a:lnTo>
                      <a:lnTo>
                        <a:pt x="45" y="887"/>
                      </a:lnTo>
                      <a:lnTo>
                        <a:pt x="26" y="850"/>
                      </a:lnTo>
                      <a:lnTo>
                        <a:pt x="12" y="810"/>
                      </a:lnTo>
                      <a:lnTo>
                        <a:pt x="3" y="768"/>
                      </a:lnTo>
                      <a:lnTo>
                        <a:pt x="0" y="723"/>
                      </a:lnTo>
                      <a:lnTo>
                        <a:pt x="3" y="677"/>
                      </a:lnTo>
                      <a:lnTo>
                        <a:pt x="13" y="632"/>
                      </a:lnTo>
                      <a:lnTo>
                        <a:pt x="28" y="591"/>
                      </a:lnTo>
                      <a:lnTo>
                        <a:pt x="49" y="553"/>
                      </a:lnTo>
                      <a:lnTo>
                        <a:pt x="75" y="517"/>
                      </a:lnTo>
                      <a:lnTo>
                        <a:pt x="105" y="485"/>
                      </a:lnTo>
                      <a:lnTo>
                        <a:pt x="139" y="457"/>
                      </a:lnTo>
                      <a:lnTo>
                        <a:pt x="177" y="435"/>
                      </a:lnTo>
                      <a:lnTo>
                        <a:pt x="85" y="37"/>
                      </a:lnTo>
                      <a:lnTo>
                        <a:pt x="140" y="28"/>
                      </a:lnTo>
                      <a:lnTo>
                        <a:pt x="194" y="16"/>
                      </a:lnTo>
                      <a:lnTo>
                        <a:pt x="246" y="0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22" name="Freeform 68"/>
                <p:cNvSpPr>
                  <a:spLocks/>
                </p:cNvSpPr>
                <p:nvPr/>
              </p:nvSpPr>
              <p:spPr bwMode="auto">
                <a:xfrm>
                  <a:off x="4967288" y="5326063"/>
                  <a:ext cx="184150" cy="106363"/>
                </a:xfrm>
                <a:custGeom>
                  <a:avLst/>
                  <a:gdLst>
                    <a:gd name="T0" fmla="*/ 1106 w 1159"/>
                    <a:gd name="T1" fmla="*/ 0 h 675"/>
                    <a:gd name="T2" fmla="*/ 1120 w 1159"/>
                    <a:gd name="T3" fmla="*/ 54 h 675"/>
                    <a:gd name="T4" fmla="*/ 1138 w 1159"/>
                    <a:gd name="T5" fmla="*/ 106 h 675"/>
                    <a:gd name="T6" fmla="*/ 1159 w 1159"/>
                    <a:gd name="T7" fmla="*/ 156 h 675"/>
                    <a:gd name="T8" fmla="*/ 651 w 1159"/>
                    <a:gd name="T9" fmla="*/ 326 h 675"/>
                    <a:gd name="T10" fmla="*/ 652 w 1159"/>
                    <a:gd name="T11" fmla="*/ 336 h 675"/>
                    <a:gd name="T12" fmla="*/ 653 w 1159"/>
                    <a:gd name="T13" fmla="*/ 348 h 675"/>
                    <a:gd name="T14" fmla="*/ 651 w 1159"/>
                    <a:gd name="T15" fmla="*/ 392 h 675"/>
                    <a:gd name="T16" fmla="*/ 642 w 1159"/>
                    <a:gd name="T17" fmla="*/ 435 h 675"/>
                    <a:gd name="T18" fmla="*/ 628 w 1159"/>
                    <a:gd name="T19" fmla="*/ 475 h 675"/>
                    <a:gd name="T20" fmla="*/ 609 w 1159"/>
                    <a:gd name="T21" fmla="*/ 513 h 675"/>
                    <a:gd name="T22" fmla="*/ 586 w 1159"/>
                    <a:gd name="T23" fmla="*/ 547 h 675"/>
                    <a:gd name="T24" fmla="*/ 558 w 1159"/>
                    <a:gd name="T25" fmla="*/ 579 h 675"/>
                    <a:gd name="T26" fmla="*/ 527 w 1159"/>
                    <a:gd name="T27" fmla="*/ 607 h 675"/>
                    <a:gd name="T28" fmla="*/ 491 w 1159"/>
                    <a:gd name="T29" fmla="*/ 630 h 675"/>
                    <a:gd name="T30" fmla="*/ 454 w 1159"/>
                    <a:gd name="T31" fmla="*/ 649 h 675"/>
                    <a:gd name="T32" fmla="*/ 414 w 1159"/>
                    <a:gd name="T33" fmla="*/ 664 h 675"/>
                    <a:gd name="T34" fmla="*/ 370 w 1159"/>
                    <a:gd name="T35" fmla="*/ 671 h 675"/>
                    <a:gd name="T36" fmla="*/ 326 w 1159"/>
                    <a:gd name="T37" fmla="*/ 675 h 675"/>
                    <a:gd name="T38" fmla="*/ 282 w 1159"/>
                    <a:gd name="T39" fmla="*/ 671 h 675"/>
                    <a:gd name="T40" fmla="*/ 240 w 1159"/>
                    <a:gd name="T41" fmla="*/ 664 h 675"/>
                    <a:gd name="T42" fmla="*/ 200 w 1159"/>
                    <a:gd name="T43" fmla="*/ 649 h 675"/>
                    <a:gd name="T44" fmla="*/ 162 w 1159"/>
                    <a:gd name="T45" fmla="*/ 630 h 675"/>
                    <a:gd name="T46" fmla="*/ 126 w 1159"/>
                    <a:gd name="T47" fmla="*/ 607 h 675"/>
                    <a:gd name="T48" fmla="*/ 95 w 1159"/>
                    <a:gd name="T49" fmla="*/ 579 h 675"/>
                    <a:gd name="T50" fmla="*/ 68 w 1159"/>
                    <a:gd name="T51" fmla="*/ 547 h 675"/>
                    <a:gd name="T52" fmla="*/ 44 w 1159"/>
                    <a:gd name="T53" fmla="*/ 513 h 675"/>
                    <a:gd name="T54" fmla="*/ 26 w 1159"/>
                    <a:gd name="T55" fmla="*/ 475 h 675"/>
                    <a:gd name="T56" fmla="*/ 12 w 1159"/>
                    <a:gd name="T57" fmla="*/ 435 h 675"/>
                    <a:gd name="T58" fmla="*/ 3 w 1159"/>
                    <a:gd name="T59" fmla="*/ 392 h 675"/>
                    <a:gd name="T60" fmla="*/ 0 w 1159"/>
                    <a:gd name="T61" fmla="*/ 348 h 675"/>
                    <a:gd name="T62" fmla="*/ 3 w 1159"/>
                    <a:gd name="T63" fmla="*/ 303 h 675"/>
                    <a:gd name="T64" fmla="*/ 12 w 1159"/>
                    <a:gd name="T65" fmla="*/ 261 h 675"/>
                    <a:gd name="T66" fmla="*/ 26 w 1159"/>
                    <a:gd name="T67" fmla="*/ 221 h 675"/>
                    <a:gd name="T68" fmla="*/ 44 w 1159"/>
                    <a:gd name="T69" fmla="*/ 183 h 675"/>
                    <a:gd name="T70" fmla="*/ 68 w 1159"/>
                    <a:gd name="T71" fmla="*/ 148 h 675"/>
                    <a:gd name="T72" fmla="*/ 95 w 1159"/>
                    <a:gd name="T73" fmla="*/ 117 h 675"/>
                    <a:gd name="T74" fmla="*/ 126 w 1159"/>
                    <a:gd name="T75" fmla="*/ 89 h 675"/>
                    <a:gd name="T76" fmla="*/ 162 w 1159"/>
                    <a:gd name="T77" fmla="*/ 66 h 675"/>
                    <a:gd name="T78" fmla="*/ 200 w 1159"/>
                    <a:gd name="T79" fmla="*/ 47 h 675"/>
                    <a:gd name="T80" fmla="*/ 240 w 1159"/>
                    <a:gd name="T81" fmla="*/ 33 h 675"/>
                    <a:gd name="T82" fmla="*/ 282 w 1159"/>
                    <a:gd name="T83" fmla="*/ 25 h 675"/>
                    <a:gd name="T84" fmla="*/ 326 w 1159"/>
                    <a:gd name="T85" fmla="*/ 21 h 675"/>
                    <a:gd name="T86" fmla="*/ 369 w 1159"/>
                    <a:gd name="T87" fmla="*/ 24 h 675"/>
                    <a:gd name="T88" fmla="*/ 409 w 1159"/>
                    <a:gd name="T89" fmla="*/ 33 h 675"/>
                    <a:gd name="T90" fmla="*/ 448 w 1159"/>
                    <a:gd name="T91" fmla="*/ 45 h 675"/>
                    <a:gd name="T92" fmla="*/ 485 w 1159"/>
                    <a:gd name="T93" fmla="*/ 63 h 675"/>
                    <a:gd name="T94" fmla="*/ 518 w 1159"/>
                    <a:gd name="T95" fmla="*/ 84 h 675"/>
                    <a:gd name="T96" fmla="*/ 549 w 1159"/>
                    <a:gd name="T97" fmla="*/ 109 h 675"/>
                    <a:gd name="T98" fmla="*/ 577 w 1159"/>
                    <a:gd name="T99" fmla="*/ 138 h 675"/>
                    <a:gd name="T100" fmla="*/ 600 w 1159"/>
                    <a:gd name="T101" fmla="*/ 170 h 675"/>
                    <a:gd name="T102" fmla="*/ 1106 w 1159"/>
                    <a:gd name="T103" fmla="*/ 0 h 6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</a:cxnLst>
                  <a:rect l="0" t="0" r="r" b="b"/>
                  <a:pathLst>
                    <a:path w="1159" h="675">
                      <a:moveTo>
                        <a:pt x="1106" y="0"/>
                      </a:moveTo>
                      <a:lnTo>
                        <a:pt x="1120" y="54"/>
                      </a:lnTo>
                      <a:lnTo>
                        <a:pt x="1138" y="106"/>
                      </a:lnTo>
                      <a:lnTo>
                        <a:pt x="1159" y="156"/>
                      </a:lnTo>
                      <a:lnTo>
                        <a:pt x="651" y="326"/>
                      </a:lnTo>
                      <a:lnTo>
                        <a:pt x="652" y="336"/>
                      </a:lnTo>
                      <a:lnTo>
                        <a:pt x="653" y="348"/>
                      </a:lnTo>
                      <a:lnTo>
                        <a:pt x="651" y="392"/>
                      </a:lnTo>
                      <a:lnTo>
                        <a:pt x="642" y="435"/>
                      </a:lnTo>
                      <a:lnTo>
                        <a:pt x="628" y="475"/>
                      </a:lnTo>
                      <a:lnTo>
                        <a:pt x="609" y="513"/>
                      </a:lnTo>
                      <a:lnTo>
                        <a:pt x="586" y="547"/>
                      </a:lnTo>
                      <a:lnTo>
                        <a:pt x="558" y="579"/>
                      </a:lnTo>
                      <a:lnTo>
                        <a:pt x="527" y="607"/>
                      </a:lnTo>
                      <a:lnTo>
                        <a:pt x="491" y="630"/>
                      </a:lnTo>
                      <a:lnTo>
                        <a:pt x="454" y="649"/>
                      </a:lnTo>
                      <a:lnTo>
                        <a:pt x="414" y="664"/>
                      </a:lnTo>
                      <a:lnTo>
                        <a:pt x="370" y="671"/>
                      </a:lnTo>
                      <a:lnTo>
                        <a:pt x="326" y="675"/>
                      </a:lnTo>
                      <a:lnTo>
                        <a:pt x="282" y="671"/>
                      </a:lnTo>
                      <a:lnTo>
                        <a:pt x="240" y="664"/>
                      </a:lnTo>
                      <a:lnTo>
                        <a:pt x="200" y="649"/>
                      </a:lnTo>
                      <a:lnTo>
                        <a:pt x="162" y="630"/>
                      </a:lnTo>
                      <a:lnTo>
                        <a:pt x="126" y="607"/>
                      </a:lnTo>
                      <a:lnTo>
                        <a:pt x="95" y="579"/>
                      </a:lnTo>
                      <a:lnTo>
                        <a:pt x="68" y="547"/>
                      </a:lnTo>
                      <a:lnTo>
                        <a:pt x="44" y="513"/>
                      </a:lnTo>
                      <a:lnTo>
                        <a:pt x="26" y="475"/>
                      </a:lnTo>
                      <a:lnTo>
                        <a:pt x="12" y="435"/>
                      </a:lnTo>
                      <a:lnTo>
                        <a:pt x="3" y="392"/>
                      </a:lnTo>
                      <a:lnTo>
                        <a:pt x="0" y="348"/>
                      </a:lnTo>
                      <a:lnTo>
                        <a:pt x="3" y="303"/>
                      </a:lnTo>
                      <a:lnTo>
                        <a:pt x="12" y="261"/>
                      </a:lnTo>
                      <a:lnTo>
                        <a:pt x="26" y="221"/>
                      </a:lnTo>
                      <a:lnTo>
                        <a:pt x="44" y="183"/>
                      </a:lnTo>
                      <a:lnTo>
                        <a:pt x="68" y="148"/>
                      </a:lnTo>
                      <a:lnTo>
                        <a:pt x="95" y="117"/>
                      </a:lnTo>
                      <a:lnTo>
                        <a:pt x="126" y="89"/>
                      </a:lnTo>
                      <a:lnTo>
                        <a:pt x="162" y="66"/>
                      </a:lnTo>
                      <a:lnTo>
                        <a:pt x="200" y="47"/>
                      </a:lnTo>
                      <a:lnTo>
                        <a:pt x="240" y="33"/>
                      </a:lnTo>
                      <a:lnTo>
                        <a:pt x="282" y="25"/>
                      </a:lnTo>
                      <a:lnTo>
                        <a:pt x="326" y="21"/>
                      </a:lnTo>
                      <a:lnTo>
                        <a:pt x="369" y="24"/>
                      </a:lnTo>
                      <a:lnTo>
                        <a:pt x="409" y="33"/>
                      </a:lnTo>
                      <a:lnTo>
                        <a:pt x="448" y="45"/>
                      </a:lnTo>
                      <a:lnTo>
                        <a:pt x="485" y="63"/>
                      </a:lnTo>
                      <a:lnTo>
                        <a:pt x="518" y="84"/>
                      </a:lnTo>
                      <a:lnTo>
                        <a:pt x="549" y="109"/>
                      </a:lnTo>
                      <a:lnTo>
                        <a:pt x="577" y="138"/>
                      </a:lnTo>
                      <a:lnTo>
                        <a:pt x="600" y="170"/>
                      </a:lnTo>
                      <a:lnTo>
                        <a:pt x="1106" y="0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23" name="Freeform 69"/>
                <p:cNvSpPr>
                  <a:spLocks/>
                </p:cNvSpPr>
                <p:nvPr/>
              </p:nvSpPr>
              <p:spPr bwMode="auto">
                <a:xfrm>
                  <a:off x="5170488" y="5211763"/>
                  <a:ext cx="177800" cy="177800"/>
                </a:xfrm>
                <a:custGeom>
                  <a:avLst/>
                  <a:gdLst>
                    <a:gd name="T0" fmla="*/ 561 w 1122"/>
                    <a:gd name="T1" fmla="*/ 0 h 1121"/>
                    <a:gd name="T2" fmla="*/ 622 w 1122"/>
                    <a:gd name="T3" fmla="*/ 3 h 1121"/>
                    <a:gd name="T4" fmla="*/ 681 w 1122"/>
                    <a:gd name="T5" fmla="*/ 13 h 1121"/>
                    <a:gd name="T6" fmla="*/ 738 w 1122"/>
                    <a:gd name="T7" fmla="*/ 29 h 1121"/>
                    <a:gd name="T8" fmla="*/ 792 w 1122"/>
                    <a:gd name="T9" fmla="*/ 50 h 1121"/>
                    <a:gd name="T10" fmla="*/ 843 w 1122"/>
                    <a:gd name="T11" fmla="*/ 76 h 1121"/>
                    <a:gd name="T12" fmla="*/ 892 w 1122"/>
                    <a:gd name="T13" fmla="*/ 108 h 1121"/>
                    <a:gd name="T14" fmla="*/ 937 w 1122"/>
                    <a:gd name="T15" fmla="*/ 145 h 1121"/>
                    <a:gd name="T16" fmla="*/ 976 w 1122"/>
                    <a:gd name="T17" fmla="*/ 185 h 1121"/>
                    <a:gd name="T18" fmla="*/ 1013 w 1122"/>
                    <a:gd name="T19" fmla="*/ 229 h 1121"/>
                    <a:gd name="T20" fmla="*/ 1045 w 1122"/>
                    <a:gd name="T21" fmla="*/ 278 h 1121"/>
                    <a:gd name="T22" fmla="*/ 1072 w 1122"/>
                    <a:gd name="T23" fmla="*/ 329 h 1121"/>
                    <a:gd name="T24" fmla="*/ 1093 w 1122"/>
                    <a:gd name="T25" fmla="*/ 383 h 1121"/>
                    <a:gd name="T26" fmla="*/ 1108 w 1122"/>
                    <a:gd name="T27" fmla="*/ 440 h 1121"/>
                    <a:gd name="T28" fmla="*/ 1118 w 1122"/>
                    <a:gd name="T29" fmla="*/ 499 h 1121"/>
                    <a:gd name="T30" fmla="*/ 1122 w 1122"/>
                    <a:gd name="T31" fmla="*/ 560 h 1121"/>
                    <a:gd name="T32" fmla="*/ 1118 w 1122"/>
                    <a:gd name="T33" fmla="*/ 621 h 1121"/>
                    <a:gd name="T34" fmla="*/ 1108 w 1122"/>
                    <a:gd name="T35" fmla="*/ 681 h 1121"/>
                    <a:gd name="T36" fmla="*/ 1093 w 1122"/>
                    <a:gd name="T37" fmla="*/ 737 h 1121"/>
                    <a:gd name="T38" fmla="*/ 1072 w 1122"/>
                    <a:gd name="T39" fmla="*/ 792 h 1121"/>
                    <a:gd name="T40" fmla="*/ 1045 w 1122"/>
                    <a:gd name="T41" fmla="*/ 843 h 1121"/>
                    <a:gd name="T42" fmla="*/ 1013 w 1122"/>
                    <a:gd name="T43" fmla="*/ 891 h 1121"/>
                    <a:gd name="T44" fmla="*/ 976 w 1122"/>
                    <a:gd name="T45" fmla="*/ 936 h 1121"/>
                    <a:gd name="T46" fmla="*/ 937 w 1122"/>
                    <a:gd name="T47" fmla="*/ 977 h 1121"/>
                    <a:gd name="T48" fmla="*/ 892 w 1122"/>
                    <a:gd name="T49" fmla="*/ 1012 h 1121"/>
                    <a:gd name="T50" fmla="*/ 843 w 1122"/>
                    <a:gd name="T51" fmla="*/ 1044 h 1121"/>
                    <a:gd name="T52" fmla="*/ 792 w 1122"/>
                    <a:gd name="T53" fmla="*/ 1071 h 1121"/>
                    <a:gd name="T54" fmla="*/ 738 w 1122"/>
                    <a:gd name="T55" fmla="*/ 1092 h 1121"/>
                    <a:gd name="T56" fmla="*/ 681 w 1122"/>
                    <a:gd name="T57" fmla="*/ 1108 h 1121"/>
                    <a:gd name="T58" fmla="*/ 622 w 1122"/>
                    <a:gd name="T59" fmla="*/ 1118 h 1121"/>
                    <a:gd name="T60" fmla="*/ 561 w 1122"/>
                    <a:gd name="T61" fmla="*/ 1121 h 1121"/>
                    <a:gd name="T62" fmla="*/ 500 w 1122"/>
                    <a:gd name="T63" fmla="*/ 1118 h 1121"/>
                    <a:gd name="T64" fmla="*/ 441 w 1122"/>
                    <a:gd name="T65" fmla="*/ 1108 h 1121"/>
                    <a:gd name="T66" fmla="*/ 384 w 1122"/>
                    <a:gd name="T67" fmla="*/ 1092 h 1121"/>
                    <a:gd name="T68" fmla="*/ 330 w 1122"/>
                    <a:gd name="T69" fmla="*/ 1071 h 1121"/>
                    <a:gd name="T70" fmla="*/ 279 w 1122"/>
                    <a:gd name="T71" fmla="*/ 1044 h 1121"/>
                    <a:gd name="T72" fmla="*/ 230 w 1122"/>
                    <a:gd name="T73" fmla="*/ 1012 h 1121"/>
                    <a:gd name="T74" fmla="*/ 186 w 1122"/>
                    <a:gd name="T75" fmla="*/ 977 h 1121"/>
                    <a:gd name="T76" fmla="*/ 145 w 1122"/>
                    <a:gd name="T77" fmla="*/ 936 h 1121"/>
                    <a:gd name="T78" fmla="*/ 109 w 1122"/>
                    <a:gd name="T79" fmla="*/ 891 h 1121"/>
                    <a:gd name="T80" fmla="*/ 77 w 1122"/>
                    <a:gd name="T81" fmla="*/ 843 h 1121"/>
                    <a:gd name="T82" fmla="*/ 50 w 1122"/>
                    <a:gd name="T83" fmla="*/ 792 h 1121"/>
                    <a:gd name="T84" fmla="*/ 29 w 1122"/>
                    <a:gd name="T85" fmla="*/ 737 h 1121"/>
                    <a:gd name="T86" fmla="*/ 14 w 1122"/>
                    <a:gd name="T87" fmla="*/ 681 h 1121"/>
                    <a:gd name="T88" fmla="*/ 4 w 1122"/>
                    <a:gd name="T89" fmla="*/ 621 h 1121"/>
                    <a:gd name="T90" fmla="*/ 0 w 1122"/>
                    <a:gd name="T91" fmla="*/ 560 h 1121"/>
                    <a:gd name="T92" fmla="*/ 4 w 1122"/>
                    <a:gd name="T93" fmla="*/ 499 h 1121"/>
                    <a:gd name="T94" fmla="*/ 14 w 1122"/>
                    <a:gd name="T95" fmla="*/ 440 h 1121"/>
                    <a:gd name="T96" fmla="*/ 29 w 1122"/>
                    <a:gd name="T97" fmla="*/ 383 h 1121"/>
                    <a:gd name="T98" fmla="*/ 50 w 1122"/>
                    <a:gd name="T99" fmla="*/ 329 h 1121"/>
                    <a:gd name="T100" fmla="*/ 77 w 1122"/>
                    <a:gd name="T101" fmla="*/ 278 h 1121"/>
                    <a:gd name="T102" fmla="*/ 109 w 1122"/>
                    <a:gd name="T103" fmla="*/ 229 h 1121"/>
                    <a:gd name="T104" fmla="*/ 145 w 1122"/>
                    <a:gd name="T105" fmla="*/ 185 h 1121"/>
                    <a:gd name="T106" fmla="*/ 186 w 1122"/>
                    <a:gd name="T107" fmla="*/ 145 h 1121"/>
                    <a:gd name="T108" fmla="*/ 230 w 1122"/>
                    <a:gd name="T109" fmla="*/ 108 h 1121"/>
                    <a:gd name="T110" fmla="*/ 279 w 1122"/>
                    <a:gd name="T111" fmla="*/ 76 h 1121"/>
                    <a:gd name="T112" fmla="*/ 330 w 1122"/>
                    <a:gd name="T113" fmla="*/ 50 h 1121"/>
                    <a:gd name="T114" fmla="*/ 384 w 1122"/>
                    <a:gd name="T115" fmla="*/ 29 h 1121"/>
                    <a:gd name="T116" fmla="*/ 441 w 1122"/>
                    <a:gd name="T117" fmla="*/ 13 h 1121"/>
                    <a:gd name="T118" fmla="*/ 500 w 1122"/>
                    <a:gd name="T119" fmla="*/ 3 h 1121"/>
                    <a:gd name="T120" fmla="*/ 561 w 1122"/>
                    <a:gd name="T121" fmla="*/ 0 h 112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  <a:cxn ang="0">
                      <a:pos x="T110" y="T111"/>
                    </a:cxn>
                    <a:cxn ang="0">
                      <a:pos x="T112" y="T113"/>
                    </a:cxn>
                    <a:cxn ang="0">
                      <a:pos x="T114" y="T115"/>
                    </a:cxn>
                    <a:cxn ang="0">
                      <a:pos x="T116" y="T117"/>
                    </a:cxn>
                    <a:cxn ang="0">
                      <a:pos x="T118" y="T119"/>
                    </a:cxn>
                    <a:cxn ang="0">
                      <a:pos x="T120" y="T121"/>
                    </a:cxn>
                  </a:cxnLst>
                  <a:rect l="0" t="0" r="r" b="b"/>
                  <a:pathLst>
                    <a:path w="1122" h="1121">
                      <a:moveTo>
                        <a:pt x="561" y="0"/>
                      </a:moveTo>
                      <a:lnTo>
                        <a:pt x="622" y="3"/>
                      </a:lnTo>
                      <a:lnTo>
                        <a:pt x="681" y="13"/>
                      </a:lnTo>
                      <a:lnTo>
                        <a:pt x="738" y="29"/>
                      </a:lnTo>
                      <a:lnTo>
                        <a:pt x="792" y="50"/>
                      </a:lnTo>
                      <a:lnTo>
                        <a:pt x="843" y="76"/>
                      </a:lnTo>
                      <a:lnTo>
                        <a:pt x="892" y="108"/>
                      </a:lnTo>
                      <a:lnTo>
                        <a:pt x="937" y="145"/>
                      </a:lnTo>
                      <a:lnTo>
                        <a:pt x="976" y="185"/>
                      </a:lnTo>
                      <a:lnTo>
                        <a:pt x="1013" y="229"/>
                      </a:lnTo>
                      <a:lnTo>
                        <a:pt x="1045" y="278"/>
                      </a:lnTo>
                      <a:lnTo>
                        <a:pt x="1072" y="329"/>
                      </a:lnTo>
                      <a:lnTo>
                        <a:pt x="1093" y="383"/>
                      </a:lnTo>
                      <a:lnTo>
                        <a:pt x="1108" y="440"/>
                      </a:lnTo>
                      <a:lnTo>
                        <a:pt x="1118" y="499"/>
                      </a:lnTo>
                      <a:lnTo>
                        <a:pt x="1122" y="560"/>
                      </a:lnTo>
                      <a:lnTo>
                        <a:pt x="1118" y="621"/>
                      </a:lnTo>
                      <a:lnTo>
                        <a:pt x="1108" y="681"/>
                      </a:lnTo>
                      <a:lnTo>
                        <a:pt x="1093" y="737"/>
                      </a:lnTo>
                      <a:lnTo>
                        <a:pt x="1072" y="792"/>
                      </a:lnTo>
                      <a:lnTo>
                        <a:pt x="1045" y="843"/>
                      </a:lnTo>
                      <a:lnTo>
                        <a:pt x="1013" y="891"/>
                      </a:lnTo>
                      <a:lnTo>
                        <a:pt x="976" y="936"/>
                      </a:lnTo>
                      <a:lnTo>
                        <a:pt x="937" y="977"/>
                      </a:lnTo>
                      <a:lnTo>
                        <a:pt x="892" y="1012"/>
                      </a:lnTo>
                      <a:lnTo>
                        <a:pt x="843" y="1044"/>
                      </a:lnTo>
                      <a:lnTo>
                        <a:pt x="792" y="1071"/>
                      </a:lnTo>
                      <a:lnTo>
                        <a:pt x="738" y="1092"/>
                      </a:lnTo>
                      <a:lnTo>
                        <a:pt x="681" y="1108"/>
                      </a:lnTo>
                      <a:lnTo>
                        <a:pt x="622" y="1118"/>
                      </a:lnTo>
                      <a:lnTo>
                        <a:pt x="561" y="1121"/>
                      </a:lnTo>
                      <a:lnTo>
                        <a:pt x="500" y="1118"/>
                      </a:lnTo>
                      <a:lnTo>
                        <a:pt x="441" y="1108"/>
                      </a:lnTo>
                      <a:lnTo>
                        <a:pt x="384" y="1092"/>
                      </a:lnTo>
                      <a:lnTo>
                        <a:pt x="330" y="1071"/>
                      </a:lnTo>
                      <a:lnTo>
                        <a:pt x="279" y="1044"/>
                      </a:lnTo>
                      <a:lnTo>
                        <a:pt x="230" y="1012"/>
                      </a:lnTo>
                      <a:lnTo>
                        <a:pt x="186" y="977"/>
                      </a:lnTo>
                      <a:lnTo>
                        <a:pt x="145" y="936"/>
                      </a:lnTo>
                      <a:lnTo>
                        <a:pt x="109" y="891"/>
                      </a:lnTo>
                      <a:lnTo>
                        <a:pt x="77" y="843"/>
                      </a:lnTo>
                      <a:lnTo>
                        <a:pt x="50" y="792"/>
                      </a:lnTo>
                      <a:lnTo>
                        <a:pt x="29" y="737"/>
                      </a:lnTo>
                      <a:lnTo>
                        <a:pt x="14" y="681"/>
                      </a:lnTo>
                      <a:lnTo>
                        <a:pt x="4" y="621"/>
                      </a:lnTo>
                      <a:lnTo>
                        <a:pt x="0" y="560"/>
                      </a:lnTo>
                      <a:lnTo>
                        <a:pt x="4" y="499"/>
                      </a:lnTo>
                      <a:lnTo>
                        <a:pt x="14" y="440"/>
                      </a:lnTo>
                      <a:lnTo>
                        <a:pt x="29" y="383"/>
                      </a:lnTo>
                      <a:lnTo>
                        <a:pt x="50" y="329"/>
                      </a:lnTo>
                      <a:lnTo>
                        <a:pt x="77" y="278"/>
                      </a:lnTo>
                      <a:lnTo>
                        <a:pt x="109" y="229"/>
                      </a:lnTo>
                      <a:lnTo>
                        <a:pt x="145" y="185"/>
                      </a:lnTo>
                      <a:lnTo>
                        <a:pt x="186" y="145"/>
                      </a:lnTo>
                      <a:lnTo>
                        <a:pt x="230" y="108"/>
                      </a:lnTo>
                      <a:lnTo>
                        <a:pt x="279" y="76"/>
                      </a:lnTo>
                      <a:lnTo>
                        <a:pt x="330" y="50"/>
                      </a:lnTo>
                      <a:lnTo>
                        <a:pt x="384" y="29"/>
                      </a:lnTo>
                      <a:lnTo>
                        <a:pt x="441" y="13"/>
                      </a:lnTo>
                      <a:lnTo>
                        <a:pt x="500" y="3"/>
                      </a:lnTo>
                      <a:lnTo>
                        <a:pt x="561" y="0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</p:grpSp>
        </p:grpSp>
        <p:grpSp>
          <p:nvGrpSpPr>
            <p:cNvPr id="13" name="그룹 53"/>
            <p:cNvGrpSpPr/>
            <p:nvPr/>
          </p:nvGrpSpPr>
          <p:grpSpPr>
            <a:xfrm>
              <a:off x="6270410" y="4434101"/>
              <a:ext cx="1501173" cy="1717182"/>
              <a:chOff x="6118010" y="4281701"/>
              <a:chExt cx="1501173" cy="1717182"/>
            </a:xfrm>
          </p:grpSpPr>
          <p:sp>
            <p:nvSpPr>
              <p:cNvPr id="14" name="Freeform 28"/>
              <p:cNvSpPr>
                <a:spLocks noEditPoints="1"/>
              </p:cNvSpPr>
              <p:nvPr/>
            </p:nvSpPr>
            <p:spPr bwMode="auto">
              <a:xfrm>
                <a:off x="6118010" y="4281701"/>
                <a:ext cx="1501173" cy="1717182"/>
              </a:xfrm>
              <a:custGeom>
                <a:avLst/>
                <a:gdLst>
                  <a:gd name="T0" fmla="*/ 687 w 1653"/>
                  <a:gd name="T1" fmla="*/ 411 h 1892"/>
                  <a:gd name="T2" fmla="*/ 495 w 1653"/>
                  <a:gd name="T3" fmla="*/ 488 h 1892"/>
                  <a:gd name="T4" fmla="*/ 329 w 1653"/>
                  <a:gd name="T5" fmla="*/ 621 h 1892"/>
                  <a:gd name="T6" fmla="*/ 214 w 1653"/>
                  <a:gd name="T7" fmla="*/ 791 h 1892"/>
                  <a:gd name="T8" fmla="*/ 155 w 1653"/>
                  <a:gd name="T9" fmla="*/ 983 h 1892"/>
                  <a:gd name="T10" fmla="*/ 152 w 1653"/>
                  <a:gd name="T11" fmla="*/ 1184 h 1892"/>
                  <a:gd name="T12" fmla="*/ 209 w 1653"/>
                  <a:gd name="T13" fmla="*/ 1381 h 1892"/>
                  <a:gd name="T14" fmla="*/ 325 w 1653"/>
                  <a:gd name="T15" fmla="*/ 1559 h 1892"/>
                  <a:gd name="T16" fmla="*/ 484 w 1653"/>
                  <a:gd name="T17" fmla="*/ 1691 h 1892"/>
                  <a:gd name="T18" fmla="*/ 670 w 1653"/>
                  <a:gd name="T19" fmla="*/ 1769 h 1892"/>
                  <a:gd name="T20" fmla="*/ 870 w 1653"/>
                  <a:gd name="T21" fmla="*/ 1791 h 1892"/>
                  <a:gd name="T22" fmla="*/ 1070 w 1653"/>
                  <a:gd name="T23" fmla="*/ 1754 h 1892"/>
                  <a:gd name="T24" fmla="*/ 1256 w 1653"/>
                  <a:gd name="T25" fmla="*/ 1657 h 1892"/>
                  <a:gd name="T26" fmla="*/ 1406 w 1653"/>
                  <a:gd name="T27" fmla="*/ 1510 h 1892"/>
                  <a:gd name="T28" fmla="*/ 1502 w 1653"/>
                  <a:gd name="T29" fmla="*/ 1331 h 1892"/>
                  <a:gd name="T30" fmla="*/ 1543 w 1653"/>
                  <a:gd name="T31" fmla="*/ 1135 h 1892"/>
                  <a:gd name="T32" fmla="*/ 1526 w 1653"/>
                  <a:gd name="T33" fmla="*/ 934 h 1892"/>
                  <a:gd name="T34" fmla="*/ 1450 w 1653"/>
                  <a:gd name="T35" fmla="*/ 742 h 1892"/>
                  <a:gd name="T36" fmla="*/ 1317 w 1653"/>
                  <a:gd name="T37" fmla="*/ 576 h 1892"/>
                  <a:gd name="T38" fmla="*/ 1147 w 1653"/>
                  <a:gd name="T39" fmla="*/ 462 h 1892"/>
                  <a:gd name="T40" fmla="*/ 955 w 1653"/>
                  <a:gd name="T41" fmla="*/ 402 h 1892"/>
                  <a:gd name="T42" fmla="*/ 51 w 1653"/>
                  <a:gd name="T43" fmla="*/ 0 h 1892"/>
                  <a:gd name="T44" fmla="*/ 89 w 1653"/>
                  <a:gd name="T45" fmla="*/ 6 h 1892"/>
                  <a:gd name="T46" fmla="*/ 193 w 1653"/>
                  <a:gd name="T47" fmla="*/ 27 h 1892"/>
                  <a:gd name="T48" fmla="*/ 345 w 1653"/>
                  <a:gd name="T49" fmla="*/ 62 h 1892"/>
                  <a:gd name="T50" fmla="*/ 534 w 1653"/>
                  <a:gd name="T51" fmla="*/ 109 h 1892"/>
                  <a:gd name="T52" fmla="*/ 742 w 1653"/>
                  <a:gd name="T53" fmla="*/ 171 h 1892"/>
                  <a:gd name="T54" fmla="*/ 954 w 1653"/>
                  <a:gd name="T55" fmla="*/ 244 h 1892"/>
                  <a:gd name="T56" fmla="*/ 1155 w 1653"/>
                  <a:gd name="T57" fmla="*/ 329 h 1892"/>
                  <a:gd name="T58" fmla="*/ 1330 w 1653"/>
                  <a:gd name="T59" fmla="*/ 427 h 1892"/>
                  <a:gd name="T60" fmla="*/ 1462 w 1653"/>
                  <a:gd name="T61" fmla="*/ 537 h 1892"/>
                  <a:gd name="T62" fmla="*/ 1572 w 1653"/>
                  <a:gd name="T63" fmla="*/ 704 h 1892"/>
                  <a:gd name="T64" fmla="*/ 1639 w 1653"/>
                  <a:gd name="T65" fmla="*/ 910 h 1892"/>
                  <a:gd name="T66" fmla="*/ 1650 w 1653"/>
                  <a:gd name="T67" fmla="*/ 1122 h 1892"/>
                  <a:gd name="T68" fmla="*/ 1608 w 1653"/>
                  <a:gd name="T69" fmla="*/ 1330 h 1892"/>
                  <a:gd name="T70" fmla="*/ 1515 w 1653"/>
                  <a:gd name="T71" fmla="*/ 1521 h 1892"/>
                  <a:gd name="T72" fmla="*/ 1371 w 1653"/>
                  <a:gd name="T73" fmla="*/ 1686 h 1892"/>
                  <a:gd name="T74" fmla="*/ 1183 w 1653"/>
                  <a:gd name="T75" fmla="*/ 1810 h 1892"/>
                  <a:gd name="T76" fmla="*/ 977 w 1653"/>
                  <a:gd name="T77" fmla="*/ 1877 h 1892"/>
                  <a:gd name="T78" fmla="*/ 765 w 1653"/>
                  <a:gd name="T79" fmla="*/ 1889 h 1892"/>
                  <a:gd name="T80" fmla="*/ 557 w 1653"/>
                  <a:gd name="T81" fmla="*/ 1847 h 1892"/>
                  <a:gd name="T82" fmla="*/ 366 w 1653"/>
                  <a:gd name="T83" fmla="*/ 1753 h 1892"/>
                  <a:gd name="T84" fmla="*/ 201 w 1653"/>
                  <a:gd name="T85" fmla="*/ 1609 h 1892"/>
                  <a:gd name="T86" fmla="*/ 103 w 1653"/>
                  <a:gd name="T87" fmla="*/ 1459 h 1892"/>
                  <a:gd name="T88" fmla="*/ 47 w 1653"/>
                  <a:gd name="T89" fmla="*/ 1285 h 1892"/>
                  <a:gd name="T90" fmla="*/ 15 w 1653"/>
                  <a:gd name="T91" fmla="*/ 1080 h 1892"/>
                  <a:gd name="T92" fmla="*/ 1 w 1653"/>
                  <a:gd name="T93" fmla="*/ 859 h 1892"/>
                  <a:gd name="T94" fmla="*/ 1 w 1653"/>
                  <a:gd name="T95" fmla="*/ 636 h 1892"/>
                  <a:gd name="T96" fmla="*/ 11 w 1653"/>
                  <a:gd name="T97" fmla="*/ 425 h 1892"/>
                  <a:gd name="T98" fmla="*/ 24 w 1653"/>
                  <a:gd name="T99" fmla="*/ 242 h 1892"/>
                  <a:gd name="T100" fmla="*/ 39 w 1653"/>
                  <a:gd name="T101" fmla="*/ 101 h 1892"/>
                  <a:gd name="T102" fmla="*/ 49 w 1653"/>
                  <a:gd name="T103" fmla="*/ 17 h 189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</a:cxnLst>
                <a:rect l="0" t="0" r="r" b="b"/>
                <a:pathLst>
                  <a:path w="1653" h="1892">
                    <a:moveTo>
                      <a:pt x="820" y="394"/>
                    </a:moveTo>
                    <a:lnTo>
                      <a:pt x="754" y="399"/>
                    </a:lnTo>
                    <a:lnTo>
                      <a:pt x="687" y="411"/>
                    </a:lnTo>
                    <a:lnTo>
                      <a:pt x="621" y="430"/>
                    </a:lnTo>
                    <a:lnTo>
                      <a:pt x="557" y="456"/>
                    </a:lnTo>
                    <a:lnTo>
                      <a:pt x="495" y="488"/>
                    </a:lnTo>
                    <a:lnTo>
                      <a:pt x="434" y="527"/>
                    </a:lnTo>
                    <a:lnTo>
                      <a:pt x="379" y="572"/>
                    </a:lnTo>
                    <a:lnTo>
                      <a:pt x="329" y="621"/>
                    </a:lnTo>
                    <a:lnTo>
                      <a:pt x="285" y="674"/>
                    </a:lnTo>
                    <a:lnTo>
                      <a:pt x="247" y="731"/>
                    </a:lnTo>
                    <a:lnTo>
                      <a:pt x="214" y="791"/>
                    </a:lnTo>
                    <a:lnTo>
                      <a:pt x="189" y="853"/>
                    </a:lnTo>
                    <a:lnTo>
                      <a:pt x="169" y="917"/>
                    </a:lnTo>
                    <a:lnTo>
                      <a:pt x="155" y="983"/>
                    </a:lnTo>
                    <a:lnTo>
                      <a:pt x="147" y="1050"/>
                    </a:lnTo>
                    <a:lnTo>
                      <a:pt x="147" y="1116"/>
                    </a:lnTo>
                    <a:lnTo>
                      <a:pt x="152" y="1184"/>
                    </a:lnTo>
                    <a:lnTo>
                      <a:pt x="165" y="1251"/>
                    </a:lnTo>
                    <a:lnTo>
                      <a:pt x="183" y="1316"/>
                    </a:lnTo>
                    <a:lnTo>
                      <a:pt x="209" y="1381"/>
                    </a:lnTo>
                    <a:lnTo>
                      <a:pt x="241" y="1443"/>
                    </a:lnTo>
                    <a:lnTo>
                      <a:pt x="279" y="1504"/>
                    </a:lnTo>
                    <a:lnTo>
                      <a:pt x="325" y="1559"/>
                    </a:lnTo>
                    <a:lnTo>
                      <a:pt x="374" y="1609"/>
                    </a:lnTo>
                    <a:lnTo>
                      <a:pt x="428" y="1653"/>
                    </a:lnTo>
                    <a:lnTo>
                      <a:pt x="484" y="1691"/>
                    </a:lnTo>
                    <a:lnTo>
                      <a:pt x="544" y="1723"/>
                    </a:lnTo>
                    <a:lnTo>
                      <a:pt x="606" y="1749"/>
                    </a:lnTo>
                    <a:lnTo>
                      <a:pt x="670" y="1769"/>
                    </a:lnTo>
                    <a:lnTo>
                      <a:pt x="737" y="1783"/>
                    </a:lnTo>
                    <a:lnTo>
                      <a:pt x="803" y="1789"/>
                    </a:lnTo>
                    <a:lnTo>
                      <a:pt x="870" y="1791"/>
                    </a:lnTo>
                    <a:lnTo>
                      <a:pt x="938" y="1785"/>
                    </a:lnTo>
                    <a:lnTo>
                      <a:pt x="1004" y="1773"/>
                    </a:lnTo>
                    <a:lnTo>
                      <a:pt x="1070" y="1754"/>
                    </a:lnTo>
                    <a:lnTo>
                      <a:pt x="1133" y="1729"/>
                    </a:lnTo>
                    <a:lnTo>
                      <a:pt x="1197" y="1696"/>
                    </a:lnTo>
                    <a:lnTo>
                      <a:pt x="1256" y="1657"/>
                    </a:lnTo>
                    <a:lnTo>
                      <a:pt x="1311" y="1613"/>
                    </a:lnTo>
                    <a:lnTo>
                      <a:pt x="1361" y="1563"/>
                    </a:lnTo>
                    <a:lnTo>
                      <a:pt x="1406" y="1510"/>
                    </a:lnTo>
                    <a:lnTo>
                      <a:pt x="1444" y="1454"/>
                    </a:lnTo>
                    <a:lnTo>
                      <a:pt x="1476" y="1394"/>
                    </a:lnTo>
                    <a:lnTo>
                      <a:pt x="1502" y="1331"/>
                    </a:lnTo>
                    <a:lnTo>
                      <a:pt x="1522" y="1268"/>
                    </a:lnTo>
                    <a:lnTo>
                      <a:pt x="1535" y="1201"/>
                    </a:lnTo>
                    <a:lnTo>
                      <a:pt x="1543" y="1135"/>
                    </a:lnTo>
                    <a:lnTo>
                      <a:pt x="1543" y="1068"/>
                    </a:lnTo>
                    <a:lnTo>
                      <a:pt x="1538" y="1000"/>
                    </a:lnTo>
                    <a:lnTo>
                      <a:pt x="1526" y="934"/>
                    </a:lnTo>
                    <a:lnTo>
                      <a:pt x="1507" y="868"/>
                    </a:lnTo>
                    <a:lnTo>
                      <a:pt x="1483" y="804"/>
                    </a:lnTo>
                    <a:lnTo>
                      <a:pt x="1450" y="742"/>
                    </a:lnTo>
                    <a:lnTo>
                      <a:pt x="1411" y="682"/>
                    </a:lnTo>
                    <a:lnTo>
                      <a:pt x="1365" y="626"/>
                    </a:lnTo>
                    <a:lnTo>
                      <a:pt x="1317" y="576"/>
                    </a:lnTo>
                    <a:lnTo>
                      <a:pt x="1263" y="532"/>
                    </a:lnTo>
                    <a:lnTo>
                      <a:pt x="1206" y="493"/>
                    </a:lnTo>
                    <a:lnTo>
                      <a:pt x="1147" y="462"/>
                    </a:lnTo>
                    <a:lnTo>
                      <a:pt x="1085" y="435"/>
                    </a:lnTo>
                    <a:lnTo>
                      <a:pt x="1020" y="416"/>
                    </a:lnTo>
                    <a:lnTo>
                      <a:pt x="955" y="402"/>
                    </a:lnTo>
                    <a:lnTo>
                      <a:pt x="888" y="395"/>
                    </a:lnTo>
                    <a:lnTo>
                      <a:pt x="820" y="394"/>
                    </a:lnTo>
                    <a:close/>
                    <a:moveTo>
                      <a:pt x="51" y="0"/>
                    </a:moveTo>
                    <a:lnTo>
                      <a:pt x="55" y="0"/>
                    </a:lnTo>
                    <a:lnTo>
                      <a:pt x="69" y="2"/>
                    </a:lnTo>
                    <a:lnTo>
                      <a:pt x="89" y="6"/>
                    </a:lnTo>
                    <a:lnTo>
                      <a:pt x="117" y="12"/>
                    </a:lnTo>
                    <a:lnTo>
                      <a:pt x="151" y="19"/>
                    </a:lnTo>
                    <a:lnTo>
                      <a:pt x="193" y="27"/>
                    </a:lnTo>
                    <a:lnTo>
                      <a:pt x="239" y="37"/>
                    </a:lnTo>
                    <a:lnTo>
                      <a:pt x="290" y="48"/>
                    </a:lnTo>
                    <a:lnTo>
                      <a:pt x="345" y="62"/>
                    </a:lnTo>
                    <a:lnTo>
                      <a:pt x="406" y="77"/>
                    </a:lnTo>
                    <a:lnTo>
                      <a:pt x="468" y="93"/>
                    </a:lnTo>
                    <a:lnTo>
                      <a:pt x="534" y="109"/>
                    </a:lnTo>
                    <a:lnTo>
                      <a:pt x="602" y="128"/>
                    </a:lnTo>
                    <a:lnTo>
                      <a:pt x="672" y="148"/>
                    </a:lnTo>
                    <a:lnTo>
                      <a:pt x="742" y="171"/>
                    </a:lnTo>
                    <a:lnTo>
                      <a:pt x="813" y="194"/>
                    </a:lnTo>
                    <a:lnTo>
                      <a:pt x="884" y="218"/>
                    </a:lnTo>
                    <a:lnTo>
                      <a:pt x="954" y="244"/>
                    </a:lnTo>
                    <a:lnTo>
                      <a:pt x="1024" y="271"/>
                    </a:lnTo>
                    <a:lnTo>
                      <a:pt x="1090" y="299"/>
                    </a:lnTo>
                    <a:lnTo>
                      <a:pt x="1155" y="329"/>
                    </a:lnTo>
                    <a:lnTo>
                      <a:pt x="1217" y="361"/>
                    </a:lnTo>
                    <a:lnTo>
                      <a:pt x="1275" y="394"/>
                    </a:lnTo>
                    <a:lnTo>
                      <a:pt x="1330" y="427"/>
                    </a:lnTo>
                    <a:lnTo>
                      <a:pt x="1379" y="462"/>
                    </a:lnTo>
                    <a:lnTo>
                      <a:pt x="1423" y="499"/>
                    </a:lnTo>
                    <a:lnTo>
                      <a:pt x="1462" y="537"/>
                    </a:lnTo>
                    <a:lnTo>
                      <a:pt x="1495" y="576"/>
                    </a:lnTo>
                    <a:lnTo>
                      <a:pt x="1537" y="639"/>
                    </a:lnTo>
                    <a:lnTo>
                      <a:pt x="1572" y="704"/>
                    </a:lnTo>
                    <a:lnTo>
                      <a:pt x="1600" y="771"/>
                    </a:lnTo>
                    <a:lnTo>
                      <a:pt x="1623" y="840"/>
                    </a:lnTo>
                    <a:lnTo>
                      <a:pt x="1639" y="910"/>
                    </a:lnTo>
                    <a:lnTo>
                      <a:pt x="1649" y="980"/>
                    </a:lnTo>
                    <a:lnTo>
                      <a:pt x="1653" y="1052"/>
                    </a:lnTo>
                    <a:lnTo>
                      <a:pt x="1650" y="1122"/>
                    </a:lnTo>
                    <a:lnTo>
                      <a:pt x="1642" y="1192"/>
                    </a:lnTo>
                    <a:lnTo>
                      <a:pt x="1628" y="1262"/>
                    </a:lnTo>
                    <a:lnTo>
                      <a:pt x="1608" y="1330"/>
                    </a:lnTo>
                    <a:lnTo>
                      <a:pt x="1582" y="1396"/>
                    </a:lnTo>
                    <a:lnTo>
                      <a:pt x="1551" y="1460"/>
                    </a:lnTo>
                    <a:lnTo>
                      <a:pt x="1515" y="1521"/>
                    </a:lnTo>
                    <a:lnTo>
                      <a:pt x="1472" y="1579"/>
                    </a:lnTo>
                    <a:lnTo>
                      <a:pt x="1423" y="1634"/>
                    </a:lnTo>
                    <a:lnTo>
                      <a:pt x="1371" y="1686"/>
                    </a:lnTo>
                    <a:lnTo>
                      <a:pt x="1311" y="1733"/>
                    </a:lnTo>
                    <a:lnTo>
                      <a:pt x="1248" y="1775"/>
                    </a:lnTo>
                    <a:lnTo>
                      <a:pt x="1183" y="1810"/>
                    </a:lnTo>
                    <a:lnTo>
                      <a:pt x="1116" y="1838"/>
                    </a:lnTo>
                    <a:lnTo>
                      <a:pt x="1047" y="1861"/>
                    </a:lnTo>
                    <a:lnTo>
                      <a:pt x="977" y="1877"/>
                    </a:lnTo>
                    <a:lnTo>
                      <a:pt x="907" y="1888"/>
                    </a:lnTo>
                    <a:lnTo>
                      <a:pt x="835" y="1892"/>
                    </a:lnTo>
                    <a:lnTo>
                      <a:pt x="765" y="1889"/>
                    </a:lnTo>
                    <a:lnTo>
                      <a:pt x="695" y="1881"/>
                    </a:lnTo>
                    <a:lnTo>
                      <a:pt x="625" y="1868"/>
                    </a:lnTo>
                    <a:lnTo>
                      <a:pt x="557" y="1847"/>
                    </a:lnTo>
                    <a:lnTo>
                      <a:pt x="491" y="1822"/>
                    </a:lnTo>
                    <a:lnTo>
                      <a:pt x="426" y="1791"/>
                    </a:lnTo>
                    <a:lnTo>
                      <a:pt x="366" y="1753"/>
                    </a:lnTo>
                    <a:lnTo>
                      <a:pt x="306" y="1711"/>
                    </a:lnTo>
                    <a:lnTo>
                      <a:pt x="252" y="1663"/>
                    </a:lnTo>
                    <a:lnTo>
                      <a:pt x="201" y="1609"/>
                    </a:lnTo>
                    <a:lnTo>
                      <a:pt x="154" y="1549"/>
                    </a:lnTo>
                    <a:lnTo>
                      <a:pt x="125" y="1508"/>
                    </a:lnTo>
                    <a:lnTo>
                      <a:pt x="103" y="1459"/>
                    </a:lnTo>
                    <a:lnTo>
                      <a:pt x="81" y="1405"/>
                    </a:lnTo>
                    <a:lnTo>
                      <a:pt x="63" y="1347"/>
                    </a:lnTo>
                    <a:lnTo>
                      <a:pt x="47" y="1285"/>
                    </a:lnTo>
                    <a:lnTo>
                      <a:pt x="35" y="1220"/>
                    </a:lnTo>
                    <a:lnTo>
                      <a:pt x="24" y="1152"/>
                    </a:lnTo>
                    <a:lnTo>
                      <a:pt x="15" y="1080"/>
                    </a:lnTo>
                    <a:lnTo>
                      <a:pt x="9" y="1007"/>
                    </a:lnTo>
                    <a:lnTo>
                      <a:pt x="4" y="934"/>
                    </a:lnTo>
                    <a:lnTo>
                      <a:pt x="1" y="859"/>
                    </a:lnTo>
                    <a:lnTo>
                      <a:pt x="0" y="785"/>
                    </a:lnTo>
                    <a:lnTo>
                      <a:pt x="0" y="709"/>
                    </a:lnTo>
                    <a:lnTo>
                      <a:pt x="1" y="636"/>
                    </a:lnTo>
                    <a:lnTo>
                      <a:pt x="4" y="563"/>
                    </a:lnTo>
                    <a:lnTo>
                      <a:pt x="7" y="493"/>
                    </a:lnTo>
                    <a:lnTo>
                      <a:pt x="11" y="425"/>
                    </a:lnTo>
                    <a:lnTo>
                      <a:pt x="15" y="360"/>
                    </a:lnTo>
                    <a:lnTo>
                      <a:pt x="19" y="299"/>
                    </a:lnTo>
                    <a:lnTo>
                      <a:pt x="24" y="242"/>
                    </a:lnTo>
                    <a:lnTo>
                      <a:pt x="30" y="190"/>
                    </a:lnTo>
                    <a:lnTo>
                      <a:pt x="34" y="143"/>
                    </a:lnTo>
                    <a:lnTo>
                      <a:pt x="39" y="101"/>
                    </a:lnTo>
                    <a:lnTo>
                      <a:pt x="43" y="66"/>
                    </a:lnTo>
                    <a:lnTo>
                      <a:pt x="46" y="37"/>
                    </a:lnTo>
                    <a:lnTo>
                      <a:pt x="49" y="17"/>
                    </a:lnTo>
                    <a:lnTo>
                      <a:pt x="50" y="4"/>
                    </a:lnTo>
                    <a:lnTo>
                      <a:pt x="51" y="0"/>
                    </a:lnTo>
                    <a:close/>
                  </a:path>
                </a:pathLst>
              </a:custGeom>
              <a:solidFill>
                <a:schemeClr val="accent6"/>
              </a:solidFill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5" name="Freeform 74"/>
              <p:cNvSpPr>
                <a:spLocks noEditPoints="1"/>
              </p:cNvSpPr>
              <p:nvPr/>
            </p:nvSpPr>
            <p:spPr bwMode="auto">
              <a:xfrm>
                <a:off x="6650038" y="4946650"/>
                <a:ext cx="517525" cy="635000"/>
              </a:xfrm>
              <a:custGeom>
                <a:avLst/>
                <a:gdLst>
                  <a:gd name="T0" fmla="*/ 2003 w 2939"/>
                  <a:gd name="T1" fmla="*/ 2890 h 3600"/>
                  <a:gd name="T2" fmla="*/ 1859 w 2939"/>
                  <a:gd name="T3" fmla="*/ 2961 h 3600"/>
                  <a:gd name="T4" fmla="*/ 2195 w 2939"/>
                  <a:gd name="T5" fmla="*/ 3289 h 3600"/>
                  <a:gd name="T6" fmla="*/ 2729 w 2939"/>
                  <a:gd name="T7" fmla="*/ 2753 h 3600"/>
                  <a:gd name="T8" fmla="*/ 2634 w 2939"/>
                  <a:gd name="T9" fmla="*/ 2623 h 3600"/>
                  <a:gd name="T10" fmla="*/ 1495 w 2939"/>
                  <a:gd name="T11" fmla="*/ 2623 h 3600"/>
                  <a:gd name="T12" fmla="*/ 949 w 2939"/>
                  <a:gd name="T13" fmla="*/ 2664 h 3600"/>
                  <a:gd name="T14" fmla="*/ 963 w 2939"/>
                  <a:gd name="T15" fmla="*/ 2522 h 3600"/>
                  <a:gd name="T16" fmla="*/ 838 w 2939"/>
                  <a:gd name="T17" fmla="*/ 2470 h 3600"/>
                  <a:gd name="T18" fmla="*/ 456 w 2939"/>
                  <a:gd name="T19" fmla="*/ 2606 h 3600"/>
                  <a:gd name="T20" fmla="*/ 488 w 2939"/>
                  <a:gd name="T21" fmla="*/ 2522 h 3600"/>
                  <a:gd name="T22" fmla="*/ 2269 w 2939"/>
                  <a:gd name="T23" fmla="*/ 2263 h 3600"/>
                  <a:gd name="T24" fmla="*/ 2743 w 2939"/>
                  <a:gd name="T25" fmla="*/ 2459 h 3600"/>
                  <a:gd name="T26" fmla="*/ 2939 w 2939"/>
                  <a:gd name="T27" fmla="*/ 2931 h 3600"/>
                  <a:gd name="T28" fmla="*/ 2743 w 2939"/>
                  <a:gd name="T29" fmla="*/ 3404 h 3600"/>
                  <a:gd name="T30" fmla="*/ 2269 w 2939"/>
                  <a:gd name="T31" fmla="*/ 3600 h 3600"/>
                  <a:gd name="T32" fmla="*/ 1795 w 2939"/>
                  <a:gd name="T33" fmla="*/ 3404 h 3600"/>
                  <a:gd name="T34" fmla="*/ 1599 w 2939"/>
                  <a:gd name="T35" fmla="*/ 2931 h 3600"/>
                  <a:gd name="T36" fmla="*/ 1795 w 2939"/>
                  <a:gd name="T37" fmla="*/ 2459 h 3600"/>
                  <a:gd name="T38" fmla="*/ 2269 w 2939"/>
                  <a:gd name="T39" fmla="*/ 2263 h 3600"/>
                  <a:gd name="T40" fmla="*/ 1599 w 2939"/>
                  <a:gd name="T41" fmla="*/ 2160 h 3600"/>
                  <a:gd name="T42" fmla="*/ 949 w 2939"/>
                  <a:gd name="T43" fmla="*/ 2201 h 3600"/>
                  <a:gd name="T44" fmla="*/ 963 w 2939"/>
                  <a:gd name="T45" fmla="*/ 2060 h 3600"/>
                  <a:gd name="T46" fmla="*/ 838 w 2939"/>
                  <a:gd name="T47" fmla="*/ 2029 h 3600"/>
                  <a:gd name="T48" fmla="*/ 456 w 2939"/>
                  <a:gd name="T49" fmla="*/ 2165 h 3600"/>
                  <a:gd name="T50" fmla="*/ 488 w 2939"/>
                  <a:gd name="T51" fmla="*/ 2081 h 3600"/>
                  <a:gd name="T52" fmla="*/ 980 w 2939"/>
                  <a:gd name="T53" fmla="*/ 1646 h 3600"/>
                  <a:gd name="T54" fmla="*/ 1854 w 2939"/>
                  <a:gd name="T55" fmla="*/ 1765 h 3600"/>
                  <a:gd name="T56" fmla="*/ 938 w 2939"/>
                  <a:gd name="T57" fmla="*/ 1779 h 3600"/>
                  <a:gd name="T58" fmla="*/ 980 w 2939"/>
                  <a:gd name="T59" fmla="*/ 1646 h 3600"/>
                  <a:gd name="T60" fmla="*/ 830 w 2939"/>
                  <a:gd name="T61" fmla="*/ 1605 h 3600"/>
                  <a:gd name="T62" fmla="*/ 446 w 2939"/>
                  <a:gd name="T63" fmla="*/ 1717 h 3600"/>
                  <a:gd name="T64" fmla="*/ 502 w 2939"/>
                  <a:gd name="T65" fmla="*/ 1647 h 3600"/>
                  <a:gd name="T66" fmla="*/ 1804 w 2939"/>
                  <a:gd name="T67" fmla="*/ 1183 h 3600"/>
                  <a:gd name="T68" fmla="*/ 1846 w 2939"/>
                  <a:gd name="T69" fmla="*/ 1316 h 3600"/>
                  <a:gd name="T70" fmla="*/ 931 w 2939"/>
                  <a:gd name="T71" fmla="*/ 1301 h 3600"/>
                  <a:gd name="T72" fmla="*/ 798 w 2939"/>
                  <a:gd name="T73" fmla="*/ 1068 h 3600"/>
                  <a:gd name="T74" fmla="*/ 640 w 2939"/>
                  <a:gd name="T75" fmla="*/ 1360 h 3600"/>
                  <a:gd name="T76" fmla="*/ 440 w 2939"/>
                  <a:gd name="T77" fmla="*/ 1246 h 3600"/>
                  <a:gd name="T78" fmla="*/ 515 w 2939"/>
                  <a:gd name="T79" fmla="*/ 1197 h 3600"/>
                  <a:gd name="T80" fmla="*/ 569 w 2939"/>
                  <a:gd name="T81" fmla="*/ 386 h 3600"/>
                  <a:gd name="T82" fmla="*/ 706 w 2939"/>
                  <a:gd name="T83" fmla="*/ 640 h 3600"/>
                  <a:gd name="T84" fmla="*/ 1648 w 2939"/>
                  <a:gd name="T85" fmla="*/ 619 h 3600"/>
                  <a:gd name="T86" fmla="*/ 1748 w 2939"/>
                  <a:gd name="T87" fmla="*/ 360 h 3600"/>
                  <a:gd name="T88" fmla="*/ 2285 w 2939"/>
                  <a:gd name="T89" fmla="*/ 454 h 3600"/>
                  <a:gd name="T90" fmla="*/ 2198 w 2939"/>
                  <a:gd name="T91" fmla="*/ 2112 h 3600"/>
                  <a:gd name="T92" fmla="*/ 1465 w 2939"/>
                  <a:gd name="T93" fmla="*/ 3116 h 3600"/>
                  <a:gd name="T94" fmla="*/ 49 w 2939"/>
                  <a:gd name="T95" fmla="*/ 3167 h 3600"/>
                  <a:gd name="T96" fmla="*/ 22 w 2939"/>
                  <a:gd name="T97" fmla="*/ 471 h 3600"/>
                  <a:gd name="T98" fmla="*/ 1160 w 2939"/>
                  <a:gd name="T99" fmla="*/ 103 h 3600"/>
                  <a:gd name="T100" fmla="*/ 1094 w 2939"/>
                  <a:gd name="T101" fmla="*/ 219 h 3600"/>
                  <a:gd name="T102" fmla="*/ 1227 w 2939"/>
                  <a:gd name="T103" fmla="*/ 219 h 3600"/>
                  <a:gd name="T104" fmla="*/ 1160 w 2939"/>
                  <a:gd name="T105" fmla="*/ 103 h 3600"/>
                  <a:gd name="T106" fmla="*/ 1317 w 2939"/>
                  <a:gd name="T107" fmla="*/ 88 h 3600"/>
                  <a:gd name="T108" fmla="*/ 1379 w 2939"/>
                  <a:gd name="T109" fmla="*/ 247 h 3600"/>
                  <a:gd name="T110" fmla="*/ 1624 w 2939"/>
                  <a:gd name="T111" fmla="*/ 324 h 3600"/>
                  <a:gd name="T112" fmla="*/ 1605 w 2939"/>
                  <a:gd name="T113" fmla="*/ 521 h 3600"/>
                  <a:gd name="T114" fmla="*/ 738 w 2939"/>
                  <a:gd name="T115" fmla="*/ 540 h 3600"/>
                  <a:gd name="T116" fmla="*/ 682 w 2939"/>
                  <a:gd name="T117" fmla="*/ 350 h 3600"/>
                  <a:gd name="T118" fmla="*/ 923 w 2939"/>
                  <a:gd name="T119" fmla="*/ 254 h 3600"/>
                  <a:gd name="T120" fmla="*/ 991 w 2939"/>
                  <a:gd name="T121" fmla="*/ 116 h 36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</a:cxnLst>
                <a:rect l="0" t="0" r="r" b="b"/>
                <a:pathLst>
                  <a:path w="2939" h="3600">
                    <a:moveTo>
                      <a:pt x="2634" y="2623"/>
                    </a:moveTo>
                    <a:lnTo>
                      <a:pt x="2613" y="2625"/>
                    </a:lnTo>
                    <a:lnTo>
                      <a:pt x="2591" y="2630"/>
                    </a:lnTo>
                    <a:lnTo>
                      <a:pt x="2570" y="2641"/>
                    </a:lnTo>
                    <a:lnTo>
                      <a:pt x="2552" y="2657"/>
                    </a:lnTo>
                    <a:lnTo>
                      <a:pt x="2205" y="3047"/>
                    </a:lnTo>
                    <a:lnTo>
                      <a:pt x="2024" y="2903"/>
                    </a:lnTo>
                    <a:lnTo>
                      <a:pt x="2003" y="2890"/>
                    </a:lnTo>
                    <a:lnTo>
                      <a:pt x="1982" y="2882"/>
                    </a:lnTo>
                    <a:lnTo>
                      <a:pt x="1960" y="2880"/>
                    </a:lnTo>
                    <a:lnTo>
                      <a:pt x="1937" y="2882"/>
                    </a:lnTo>
                    <a:lnTo>
                      <a:pt x="1915" y="2890"/>
                    </a:lnTo>
                    <a:lnTo>
                      <a:pt x="1895" y="2902"/>
                    </a:lnTo>
                    <a:lnTo>
                      <a:pt x="1879" y="2918"/>
                    </a:lnTo>
                    <a:lnTo>
                      <a:pt x="1866" y="2939"/>
                    </a:lnTo>
                    <a:lnTo>
                      <a:pt x="1859" y="2961"/>
                    </a:lnTo>
                    <a:lnTo>
                      <a:pt x="1856" y="2983"/>
                    </a:lnTo>
                    <a:lnTo>
                      <a:pt x="1859" y="3005"/>
                    </a:lnTo>
                    <a:lnTo>
                      <a:pt x="1866" y="3027"/>
                    </a:lnTo>
                    <a:lnTo>
                      <a:pt x="1878" y="3046"/>
                    </a:lnTo>
                    <a:lnTo>
                      <a:pt x="1895" y="3063"/>
                    </a:lnTo>
                    <a:lnTo>
                      <a:pt x="2152" y="3268"/>
                    </a:lnTo>
                    <a:lnTo>
                      <a:pt x="2173" y="3281"/>
                    </a:lnTo>
                    <a:lnTo>
                      <a:pt x="2195" y="3289"/>
                    </a:lnTo>
                    <a:lnTo>
                      <a:pt x="2217" y="3291"/>
                    </a:lnTo>
                    <a:lnTo>
                      <a:pt x="2239" y="3289"/>
                    </a:lnTo>
                    <a:lnTo>
                      <a:pt x="2258" y="3283"/>
                    </a:lnTo>
                    <a:lnTo>
                      <a:pt x="2278" y="3272"/>
                    </a:lnTo>
                    <a:lnTo>
                      <a:pt x="2294" y="3257"/>
                    </a:lnTo>
                    <a:lnTo>
                      <a:pt x="2707" y="2794"/>
                    </a:lnTo>
                    <a:lnTo>
                      <a:pt x="2720" y="2774"/>
                    </a:lnTo>
                    <a:lnTo>
                      <a:pt x="2729" y="2753"/>
                    </a:lnTo>
                    <a:lnTo>
                      <a:pt x="2733" y="2731"/>
                    </a:lnTo>
                    <a:lnTo>
                      <a:pt x="2731" y="2709"/>
                    </a:lnTo>
                    <a:lnTo>
                      <a:pt x="2725" y="2687"/>
                    </a:lnTo>
                    <a:lnTo>
                      <a:pt x="2714" y="2666"/>
                    </a:lnTo>
                    <a:lnTo>
                      <a:pt x="2698" y="2649"/>
                    </a:lnTo>
                    <a:lnTo>
                      <a:pt x="2678" y="2636"/>
                    </a:lnTo>
                    <a:lnTo>
                      <a:pt x="2657" y="2627"/>
                    </a:lnTo>
                    <a:lnTo>
                      <a:pt x="2634" y="2623"/>
                    </a:lnTo>
                    <a:close/>
                    <a:moveTo>
                      <a:pt x="980" y="2520"/>
                    </a:moveTo>
                    <a:lnTo>
                      <a:pt x="1444" y="2520"/>
                    </a:lnTo>
                    <a:lnTo>
                      <a:pt x="1460" y="2522"/>
                    </a:lnTo>
                    <a:lnTo>
                      <a:pt x="1474" y="2530"/>
                    </a:lnTo>
                    <a:lnTo>
                      <a:pt x="1485" y="2541"/>
                    </a:lnTo>
                    <a:lnTo>
                      <a:pt x="1493" y="2555"/>
                    </a:lnTo>
                    <a:lnTo>
                      <a:pt x="1495" y="2571"/>
                    </a:lnTo>
                    <a:lnTo>
                      <a:pt x="1495" y="2623"/>
                    </a:lnTo>
                    <a:lnTo>
                      <a:pt x="1493" y="2639"/>
                    </a:lnTo>
                    <a:lnTo>
                      <a:pt x="1485" y="2653"/>
                    </a:lnTo>
                    <a:lnTo>
                      <a:pt x="1474" y="2664"/>
                    </a:lnTo>
                    <a:lnTo>
                      <a:pt x="1460" y="2672"/>
                    </a:lnTo>
                    <a:lnTo>
                      <a:pt x="1444" y="2674"/>
                    </a:lnTo>
                    <a:lnTo>
                      <a:pt x="980" y="2674"/>
                    </a:lnTo>
                    <a:lnTo>
                      <a:pt x="963" y="2672"/>
                    </a:lnTo>
                    <a:lnTo>
                      <a:pt x="949" y="2664"/>
                    </a:lnTo>
                    <a:lnTo>
                      <a:pt x="938" y="2653"/>
                    </a:lnTo>
                    <a:lnTo>
                      <a:pt x="931" y="2639"/>
                    </a:lnTo>
                    <a:lnTo>
                      <a:pt x="928" y="2623"/>
                    </a:lnTo>
                    <a:lnTo>
                      <a:pt x="928" y="2571"/>
                    </a:lnTo>
                    <a:lnTo>
                      <a:pt x="931" y="2555"/>
                    </a:lnTo>
                    <a:lnTo>
                      <a:pt x="938" y="2541"/>
                    </a:lnTo>
                    <a:lnTo>
                      <a:pt x="949" y="2530"/>
                    </a:lnTo>
                    <a:lnTo>
                      <a:pt x="963" y="2522"/>
                    </a:lnTo>
                    <a:lnTo>
                      <a:pt x="980" y="2520"/>
                    </a:lnTo>
                    <a:close/>
                    <a:moveTo>
                      <a:pt x="798" y="2404"/>
                    </a:moveTo>
                    <a:lnTo>
                      <a:pt x="812" y="2408"/>
                    </a:lnTo>
                    <a:lnTo>
                      <a:pt x="826" y="2416"/>
                    </a:lnTo>
                    <a:lnTo>
                      <a:pt x="835" y="2427"/>
                    </a:lnTo>
                    <a:lnTo>
                      <a:pt x="841" y="2441"/>
                    </a:lnTo>
                    <a:lnTo>
                      <a:pt x="841" y="2456"/>
                    </a:lnTo>
                    <a:lnTo>
                      <a:pt x="838" y="2470"/>
                    </a:lnTo>
                    <a:lnTo>
                      <a:pt x="830" y="2483"/>
                    </a:lnTo>
                    <a:lnTo>
                      <a:pt x="640" y="2696"/>
                    </a:lnTo>
                    <a:lnTo>
                      <a:pt x="629" y="2704"/>
                    </a:lnTo>
                    <a:lnTo>
                      <a:pt x="617" y="2710"/>
                    </a:lnTo>
                    <a:lnTo>
                      <a:pt x="604" y="2712"/>
                    </a:lnTo>
                    <a:lnTo>
                      <a:pt x="588" y="2709"/>
                    </a:lnTo>
                    <a:lnTo>
                      <a:pt x="574" y="2701"/>
                    </a:lnTo>
                    <a:lnTo>
                      <a:pt x="456" y="2606"/>
                    </a:lnTo>
                    <a:lnTo>
                      <a:pt x="446" y="2595"/>
                    </a:lnTo>
                    <a:lnTo>
                      <a:pt x="440" y="2582"/>
                    </a:lnTo>
                    <a:lnTo>
                      <a:pt x="438" y="2568"/>
                    </a:lnTo>
                    <a:lnTo>
                      <a:pt x="441" y="2554"/>
                    </a:lnTo>
                    <a:lnTo>
                      <a:pt x="448" y="2540"/>
                    </a:lnTo>
                    <a:lnTo>
                      <a:pt x="459" y="2530"/>
                    </a:lnTo>
                    <a:lnTo>
                      <a:pt x="473" y="2524"/>
                    </a:lnTo>
                    <a:lnTo>
                      <a:pt x="488" y="2522"/>
                    </a:lnTo>
                    <a:lnTo>
                      <a:pt x="502" y="2525"/>
                    </a:lnTo>
                    <a:lnTo>
                      <a:pt x="515" y="2533"/>
                    </a:lnTo>
                    <a:lnTo>
                      <a:pt x="598" y="2600"/>
                    </a:lnTo>
                    <a:lnTo>
                      <a:pt x="759" y="2420"/>
                    </a:lnTo>
                    <a:lnTo>
                      <a:pt x="770" y="2410"/>
                    </a:lnTo>
                    <a:lnTo>
                      <a:pt x="784" y="2405"/>
                    </a:lnTo>
                    <a:lnTo>
                      <a:pt x="798" y="2404"/>
                    </a:lnTo>
                    <a:close/>
                    <a:moveTo>
                      <a:pt x="2269" y="2263"/>
                    </a:moveTo>
                    <a:lnTo>
                      <a:pt x="2337" y="2266"/>
                    </a:lnTo>
                    <a:lnTo>
                      <a:pt x="2404" y="2277"/>
                    </a:lnTo>
                    <a:lnTo>
                      <a:pt x="2468" y="2293"/>
                    </a:lnTo>
                    <a:lnTo>
                      <a:pt x="2530" y="2315"/>
                    </a:lnTo>
                    <a:lnTo>
                      <a:pt x="2589" y="2343"/>
                    </a:lnTo>
                    <a:lnTo>
                      <a:pt x="2643" y="2377"/>
                    </a:lnTo>
                    <a:lnTo>
                      <a:pt x="2695" y="2415"/>
                    </a:lnTo>
                    <a:lnTo>
                      <a:pt x="2743" y="2459"/>
                    </a:lnTo>
                    <a:lnTo>
                      <a:pt x="2785" y="2506"/>
                    </a:lnTo>
                    <a:lnTo>
                      <a:pt x="2825" y="2557"/>
                    </a:lnTo>
                    <a:lnTo>
                      <a:pt x="2858" y="2613"/>
                    </a:lnTo>
                    <a:lnTo>
                      <a:pt x="2886" y="2672"/>
                    </a:lnTo>
                    <a:lnTo>
                      <a:pt x="2909" y="2733"/>
                    </a:lnTo>
                    <a:lnTo>
                      <a:pt x="2925" y="2797"/>
                    </a:lnTo>
                    <a:lnTo>
                      <a:pt x="2935" y="2863"/>
                    </a:lnTo>
                    <a:lnTo>
                      <a:pt x="2939" y="2931"/>
                    </a:lnTo>
                    <a:lnTo>
                      <a:pt x="2935" y="3000"/>
                    </a:lnTo>
                    <a:lnTo>
                      <a:pt x="2925" y="3067"/>
                    </a:lnTo>
                    <a:lnTo>
                      <a:pt x="2909" y="3130"/>
                    </a:lnTo>
                    <a:lnTo>
                      <a:pt x="2886" y="3192"/>
                    </a:lnTo>
                    <a:lnTo>
                      <a:pt x="2858" y="3250"/>
                    </a:lnTo>
                    <a:lnTo>
                      <a:pt x="2825" y="3305"/>
                    </a:lnTo>
                    <a:lnTo>
                      <a:pt x="2785" y="3357"/>
                    </a:lnTo>
                    <a:lnTo>
                      <a:pt x="2743" y="3404"/>
                    </a:lnTo>
                    <a:lnTo>
                      <a:pt x="2695" y="3447"/>
                    </a:lnTo>
                    <a:lnTo>
                      <a:pt x="2643" y="3485"/>
                    </a:lnTo>
                    <a:lnTo>
                      <a:pt x="2589" y="3519"/>
                    </a:lnTo>
                    <a:lnTo>
                      <a:pt x="2530" y="3548"/>
                    </a:lnTo>
                    <a:lnTo>
                      <a:pt x="2468" y="3569"/>
                    </a:lnTo>
                    <a:lnTo>
                      <a:pt x="2404" y="3587"/>
                    </a:lnTo>
                    <a:lnTo>
                      <a:pt x="2337" y="3597"/>
                    </a:lnTo>
                    <a:lnTo>
                      <a:pt x="2269" y="3600"/>
                    </a:lnTo>
                    <a:lnTo>
                      <a:pt x="2200" y="3597"/>
                    </a:lnTo>
                    <a:lnTo>
                      <a:pt x="2134" y="3587"/>
                    </a:lnTo>
                    <a:lnTo>
                      <a:pt x="2069" y="3569"/>
                    </a:lnTo>
                    <a:lnTo>
                      <a:pt x="2008" y="3548"/>
                    </a:lnTo>
                    <a:lnTo>
                      <a:pt x="1949" y="3519"/>
                    </a:lnTo>
                    <a:lnTo>
                      <a:pt x="1894" y="3485"/>
                    </a:lnTo>
                    <a:lnTo>
                      <a:pt x="1843" y="3447"/>
                    </a:lnTo>
                    <a:lnTo>
                      <a:pt x="1795" y="3404"/>
                    </a:lnTo>
                    <a:lnTo>
                      <a:pt x="1752" y="3357"/>
                    </a:lnTo>
                    <a:lnTo>
                      <a:pt x="1713" y="3305"/>
                    </a:lnTo>
                    <a:lnTo>
                      <a:pt x="1680" y="3250"/>
                    </a:lnTo>
                    <a:lnTo>
                      <a:pt x="1651" y="3192"/>
                    </a:lnTo>
                    <a:lnTo>
                      <a:pt x="1628" y="3130"/>
                    </a:lnTo>
                    <a:lnTo>
                      <a:pt x="1612" y="3067"/>
                    </a:lnTo>
                    <a:lnTo>
                      <a:pt x="1602" y="3000"/>
                    </a:lnTo>
                    <a:lnTo>
                      <a:pt x="1599" y="2931"/>
                    </a:lnTo>
                    <a:lnTo>
                      <a:pt x="1602" y="2863"/>
                    </a:lnTo>
                    <a:lnTo>
                      <a:pt x="1612" y="2797"/>
                    </a:lnTo>
                    <a:lnTo>
                      <a:pt x="1628" y="2733"/>
                    </a:lnTo>
                    <a:lnTo>
                      <a:pt x="1651" y="2672"/>
                    </a:lnTo>
                    <a:lnTo>
                      <a:pt x="1680" y="2613"/>
                    </a:lnTo>
                    <a:lnTo>
                      <a:pt x="1713" y="2557"/>
                    </a:lnTo>
                    <a:lnTo>
                      <a:pt x="1752" y="2506"/>
                    </a:lnTo>
                    <a:lnTo>
                      <a:pt x="1795" y="2459"/>
                    </a:lnTo>
                    <a:lnTo>
                      <a:pt x="1843" y="2415"/>
                    </a:lnTo>
                    <a:lnTo>
                      <a:pt x="1894" y="2377"/>
                    </a:lnTo>
                    <a:lnTo>
                      <a:pt x="1949" y="2343"/>
                    </a:lnTo>
                    <a:lnTo>
                      <a:pt x="2008" y="2315"/>
                    </a:lnTo>
                    <a:lnTo>
                      <a:pt x="2069" y="2293"/>
                    </a:lnTo>
                    <a:lnTo>
                      <a:pt x="2134" y="2277"/>
                    </a:lnTo>
                    <a:lnTo>
                      <a:pt x="2200" y="2266"/>
                    </a:lnTo>
                    <a:lnTo>
                      <a:pt x="2269" y="2263"/>
                    </a:lnTo>
                    <a:close/>
                    <a:moveTo>
                      <a:pt x="980" y="2057"/>
                    </a:moveTo>
                    <a:lnTo>
                      <a:pt x="1547" y="2057"/>
                    </a:lnTo>
                    <a:lnTo>
                      <a:pt x="1563" y="2060"/>
                    </a:lnTo>
                    <a:lnTo>
                      <a:pt x="1577" y="2067"/>
                    </a:lnTo>
                    <a:lnTo>
                      <a:pt x="1589" y="2078"/>
                    </a:lnTo>
                    <a:lnTo>
                      <a:pt x="1596" y="2092"/>
                    </a:lnTo>
                    <a:lnTo>
                      <a:pt x="1599" y="2109"/>
                    </a:lnTo>
                    <a:lnTo>
                      <a:pt x="1599" y="2160"/>
                    </a:lnTo>
                    <a:lnTo>
                      <a:pt x="1596" y="2176"/>
                    </a:lnTo>
                    <a:lnTo>
                      <a:pt x="1589" y="2191"/>
                    </a:lnTo>
                    <a:lnTo>
                      <a:pt x="1577" y="2201"/>
                    </a:lnTo>
                    <a:lnTo>
                      <a:pt x="1563" y="2209"/>
                    </a:lnTo>
                    <a:lnTo>
                      <a:pt x="1547" y="2211"/>
                    </a:lnTo>
                    <a:lnTo>
                      <a:pt x="980" y="2211"/>
                    </a:lnTo>
                    <a:lnTo>
                      <a:pt x="963" y="2209"/>
                    </a:lnTo>
                    <a:lnTo>
                      <a:pt x="949" y="2201"/>
                    </a:lnTo>
                    <a:lnTo>
                      <a:pt x="938" y="2191"/>
                    </a:lnTo>
                    <a:lnTo>
                      <a:pt x="931" y="2176"/>
                    </a:lnTo>
                    <a:lnTo>
                      <a:pt x="928" y="2160"/>
                    </a:lnTo>
                    <a:lnTo>
                      <a:pt x="928" y="2109"/>
                    </a:lnTo>
                    <a:lnTo>
                      <a:pt x="931" y="2092"/>
                    </a:lnTo>
                    <a:lnTo>
                      <a:pt x="938" y="2078"/>
                    </a:lnTo>
                    <a:lnTo>
                      <a:pt x="949" y="2067"/>
                    </a:lnTo>
                    <a:lnTo>
                      <a:pt x="963" y="2060"/>
                    </a:lnTo>
                    <a:lnTo>
                      <a:pt x="980" y="2057"/>
                    </a:lnTo>
                    <a:close/>
                    <a:moveTo>
                      <a:pt x="798" y="1964"/>
                    </a:moveTo>
                    <a:lnTo>
                      <a:pt x="812" y="1967"/>
                    </a:lnTo>
                    <a:lnTo>
                      <a:pt x="826" y="1976"/>
                    </a:lnTo>
                    <a:lnTo>
                      <a:pt x="835" y="1987"/>
                    </a:lnTo>
                    <a:lnTo>
                      <a:pt x="841" y="2001"/>
                    </a:lnTo>
                    <a:lnTo>
                      <a:pt x="841" y="2015"/>
                    </a:lnTo>
                    <a:lnTo>
                      <a:pt x="838" y="2029"/>
                    </a:lnTo>
                    <a:lnTo>
                      <a:pt x="830" y="2042"/>
                    </a:lnTo>
                    <a:lnTo>
                      <a:pt x="640" y="2255"/>
                    </a:lnTo>
                    <a:lnTo>
                      <a:pt x="629" y="2264"/>
                    </a:lnTo>
                    <a:lnTo>
                      <a:pt x="617" y="2269"/>
                    </a:lnTo>
                    <a:lnTo>
                      <a:pt x="604" y="2271"/>
                    </a:lnTo>
                    <a:lnTo>
                      <a:pt x="588" y="2268"/>
                    </a:lnTo>
                    <a:lnTo>
                      <a:pt x="574" y="2260"/>
                    </a:lnTo>
                    <a:lnTo>
                      <a:pt x="456" y="2165"/>
                    </a:lnTo>
                    <a:lnTo>
                      <a:pt x="446" y="2155"/>
                    </a:lnTo>
                    <a:lnTo>
                      <a:pt x="440" y="2141"/>
                    </a:lnTo>
                    <a:lnTo>
                      <a:pt x="438" y="2127"/>
                    </a:lnTo>
                    <a:lnTo>
                      <a:pt x="441" y="2113"/>
                    </a:lnTo>
                    <a:lnTo>
                      <a:pt x="448" y="2099"/>
                    </a:lnTo>
                    <a:lnTo>
                      <a:pt x="459" y="2089"/>
                    </a:lnTo>
                    <a:lnTo>
                      <a:pt x="473" y="2084"/>
                    </a:lnTo>
                    <a:lnTo>
                      <a:pt x="488" y="2081"/>
                    </a:lnTo>
                    <a:lnTo>
                      <a:pt x="502" y="2085"/>
                    </a:lnTo>
                    <a:lnTo>
                      <a:pt x="515" y="2092"/>
                    </a:lnTo>
                    <a:lnTo>
                      <a:pt x="598" y="2159"/>
                    </a:lnTo>
                    <a:lnTo>
                      <a:pt x="759" y="1979"/>
                    </a:lnTo>
                    <a:lnTo>
                      <a:pt x="770" y="1969"/>
                    </a:lnTo>
                    <a:lnTo>
                      <a:pt x="784" y="1965"/>
                    </a:lnTo>
                    <a:lnTo>
                      <a:pt x="798" y="1964"/>
                    </a:lnTo>
                    <a:close/>
                    <a:moveTo>
                      <a:pt x="980" y="1646"/>
                    </a:moveTo>
                    <a:lnTo>
                      <a:pt x="1804" y="1646"/>
                    </a:lnTo>
                    <a:lnTo>
                      <a:pt x="1821" y="1648"/>
                    </a:lnTo>
                    <a:lnTo>
                      <a:pt x="1835" y="1656"/>
                    </a:lnTo>
                    <a:lnTo>
                      <a:pt x="1846" y="1667"/>
                    </a:lnTo>
                    <a:lnTo>
                      <a:pt x="1854" y="1681"/>
                    </a:lnTo>
                    <a:lnTo>
                      <a:pt x="1856" y="1697"/>
                    </a:lnTo>
                    <a:lnTo>
                      <a:pt x="1856" y="1749"/>
                    </a:lnTo>
                    <a:lnTo>
                      <a:pt x="1854" y="1765"/>
                    </a:lnTo>
                    <a:lnTo>
                      <a:pt x="1846" y="1779"/>
                    </a:lnTo>
                    <a:lnTo>
                      <a:pt x="1835" y="1790"/>
                    </a:lnTo>
                    <a:lnTo>
                      <a:pt x="1821" y="1798"/>
                    </a:lnTo>
                    <a:lnTo>
                      <a:pt x="1804" y="1800"/>
                    </a:lnTo>
                    <a:lnTo>
                      <a:pt x="980" y="1800"/>
                    </a:lnTo>
                    <a:lnTo>
                      <a:pt x="963" y="1798"/>
                    </a:lnTo>
                    <a:lnTo>
                      <a:pt x="949" y="1790"/>
                    </a:lnTo>
                    <a:lnTo>
                      <a:pt x="938" y="1779"/>
                    </a:lnTo>
                    <a:lnTo>
                      <a:pt x="931" y="1765"/>
                    </a:lnTo>
                    <a:lnTo>
                      <a:pt x="928" y="1749"/>
                    </a:lnTo>
                    <a:lnTo>
                      <a:pt x="928" y="1697"/>
                    </a:lnTo>
                    <a:lnTo>
                      <a:pt x="931" y="1681"/>
                    </a:lnTo>
                    <a:lnTo>
                      <a:pt x="938" y="1667"/>
                    </a:lnTo>
                    <a:lnTo>
                      <a:pt x="949" y="1656"/>
                    </a:lnTo>
                    <a:lnTo>
                      <a:pt x="963" y="1648"/>
                    </a:lnTo>
                    <a:lnTo>
                      <a:pt x="980" y="1646"/>
                    </a:lnTo>
                    <a:close/>
                    <a:moveTo>
                      <a:pt x="798" y="1526"/>
                    </a:moveTo>
                    <a:lnTo>
                      <a:pt x="812" y="1529"/>
                    </a:lnTo>
                    <a:lnTo>
                      <a:pt x="826" y="1538"/>
                    </a:lnTo>
                    <a:lnTo>
                      <a:pt x="835" y="1549"/>
                    </a:lnTo>
                    <a:lnTo>
                      <a:pt x="841" y="1563"/>
                    </a:lnTo>
                    <a:lnTo>
                      <a:pt x="841" y="1577"/>
                    </a:lnTo>
                    <a:lnTo>
                      <a:pt x="838" y="1592"/>
                    </a:lnTo>
                    <a:lnTo>
                      <a:pt x="830" y="1605"/>
                    </a:lnTo>
                    <a:lnTo>
                      <a:pt x="640" y="1817"/>
                    </a:lnTo>
                    <a:lnTo>
                      <a:pt x="629" y="1826"/>
                    </a:lnTo>
                    <a:lnTo>
                      <a:pt x="617" y="1832"/>
                    </a:lnTo>
                    <a:lnTo>
                      <a:pt x="604" y="1834"/>
                    </a:lnTo>
                    <a:lnTo>
                      <a:pt x="588" y="1831"/>
                    </a:lnTo>
                    <a:lnTo>
                      <a:pt x="574" y="1823"/>
                    </a:lnTo>
                    <a:lnTo>
                      <a:pt x="456" y="1728"/>
                    </a:lnTo>
                    <a:lnTo>
                      <a:pt x="446" y="1717"/>
                    </a:lnTo>
                    <a:lnTo>
                      <a:pt x="440" y="1704"/>
                    </a:lnTo>
                    <a:lnTo>
                      <a:pt x="438" y="1690"/>
                    </a:lnTo>
                    <a:lnTo>
                      <a:pt x="441" y="1675"/>
                    </a:lnTo>
                    <a:lnTo>
                      <a:pt x="448" y="1661"/>
                    </a:lnTo>
                    <a:lnTo>
                      <a:pt x="459" y="1652"/>
                    </a:lnTo>
                    <a:lnTo>
                      <a:pt x="473" y="1646"/>
                    </a:lnTo>
                    <a:lnTo>
                      <a:pt x="488" y="1644"/>
                    </a:lnTo>
                    <a:lnTo>
                      <a:pt x="502" y="1647"/>
                    </a:lnTo>
                    <a:lnTo>
                      <a:pt x="515" y="1655"/>
                    </a:lnTo>
                    <a:lnTo>
                      <a:pt x="598" y="1721"/>
                    </a:lnTo>
                    <a:lnTo>
                      <a:pt x="759" y="1541"/>
                    </a:lnTo>
                    <a:lnTo>
                      <a:pt x="770" y="1532"/>
                    </a:lnTo>
                    <a:lnTo>
                      <a:pt x="784" y="1527"/>
                    </a:lnTo>
                    <a:lnTo>
                      <a:pt x="798" y="1526"/>
                    </a:lnTo>
                    <a:close/>
                    <a:moveTo>
                      <a:pt x="980" y="1183"/>
                    </a:moveTo>
                    <a:lnTo>
                      <a:pt x="1804" y="1183"/>
                    </a:lnTo>
                    <a:lnTo>
                      <a:pt x="1821" y="1186"/>
                    </a:lnTo>
                    <a:lnTo>
                      <a:pt x="1835" y="1192"/>
                    </a:lnTo>
                    <a:lnTo>
                      <a:pt x="1846" y="1204"/>
                    </a:lnTo>
                    <a:lnTo>
                      <a:pt x="1854" y="1219"/>
                    </a:lnTo>
                    <a:lnTo>
                      <a:pt x="1856" y="1234"/>
                    </a:lnTo>
                    <a:lnTo>
                      <a:pt x="1856" y="1286"/>
                    </a:lnTo>
                    <a:lnTo>
                      <a:pt x="1854" y="1301"/>
                    </a:lnTo>
                    <a:lnTo>
                      <a:pt x="1846" y="1316"/>
                    </a:lnTo>
                    <a:lnTo>
                      <a:pt x="1835" y="1328"/>
                    </a:lnTo>
                    <a:lnTo>
                      <a:pt x="1821" y="1334"/>
                    </a:lnTo>
                    <a:lnTo>
                      <a:pt x="1804" y="1337"/>
                    </a:lnTo>
                    <a:lnTo>
                      <a:pt x="980" y="1337"/>
                    </a:lnTo>
                    <a:lnTo>
                      <a:pt x="963" y="1334"/>
                    </a:lnTo>
                    <a:lnTo>
                      <a:pt x="949" y="1328"/>
                    </a:lnTo>
                    <a:lnTo>
                      <a:pt x="938" y="1316"/>
                    </a:lnTo>
                    <a:lnTo>
                      <a:pt x="931" y="1301"/>
                    </a:lnTo>
                    <a:lnTo>
                      <a:pt x="928" y="1286"/>
                    </a:lnTo>
                    <a:lnTo>
                      <a:pt x="928" y="1234"/>
                    </a:lnTo>
                    <a:lnTo>
                      <a:pt x="931" y="1219"/>
                    </a:lnTo>
                    <a:lnTo>
                      <a:pt x="938" y="1204"/>
                    </a:lnTo>
                    <a:lnTo>
                      <a:pt x="949" y="1192"/>
                    </a:lnTo>
                    <a:lnTo>
                      <a:pt x="963" y="1186"/>
                    </a:lnTo>
                    <a:lnTo>
                      <a:pt x="980" y="1183"/>
                    </a:lnTo>
                    <a:close/>
                    <a:moveTo>
                      <a:pt x="798" y="1068"/>
                    </a:moveTo>
                    <a:lnTo>
                      <a:pt x="812" y="1072"/>
                    </a:lnTo>
                    <a:lnTo>
                      <a:pt x="826" y="1080"/>
                    </a:lnTo>
                    <a:lnTo>
                      <a:pt x="835" y="1092"/>
                    </a:lnTo>
                    <a:lnTo>
                      <a:pt x="841" y="1105"/>
                    </a:lnTo>
                    <a:lnTo>
                      <a:pt x="841" y="1120"/>
                    </a:lnTo>
                    <a:lnTo>
                      <a:pt x="838" y="1135"/>
                    </a:lnTo>
                    <a:lnTo>
                      <a:pt x="830" y="1147"/>
                    </a:lnTo>
                    <a:lnTo>
                      <a:pt x="640" y="1360"/>
                    </a:lnTo>
                    <a:lnTo>
                      <a:pt x="629" y="1369"/>
                    </a:lnTo>
                    <a:lnTo>
                      <a:pt x="617" y="1375"/>
                    </a:lnTo>
                    <a:lnTo>
                      <a:pt x="604" y="1376"/>
                    </a:lnTo>
                    <a:lnTo>
                      <a:pt x="588" y="1373"/>
                    </a:lnTo>
                    <a:lnTo>
                      <a:pt x="574" y="1366"/>
                    </a:lnTo>
                    <a:lnTo>
                      <a:pt x="456" y="1271"/>
                    </a:lnTo>
                    <a:lnTo>
                      <a:pt x="446" y="1260"/>
                    </a:lnTo>
                    <a:lnTo>
                      <a:pt x="440" y="1246"/>
                    </a:lnTo>
                    <a:lnTo>
                      <a:pt x="438" y="1232"/>
                    </a:lnTo>
                    <a:lnTo>
                      <a:pt x="441" y="1217"/>
                    </a:lnTo>
                    <a:lnTo>
                      <a:pt x="448" y="1204"/>
                    </a:lnTo>
                    <a:lnTo>
                      <a:pt x="459" y="1195"/>
                    </a:lnTo>
                    <a:lnTo>
                      <a:pt x="473" y="1188"/>
                    </a:lnTo>
                    <a:lnTo>
                      <a:pt x="488" y="1187"/>
                    </a:lnTo>
                    <a:lnTo>
                      <a:pt x="502" y="1189"/>
                    </a:lnTo>
                    <a:lnTo>
                      <a:pt x="515" y="1197"/>
                    </a:lnTo>
                    <a:lnTo>
                      <a:pt x="598" y="1263"/>
                    </a:lnTo>
                    <a:lnTo>
                      <a:pt x="759" y="1084"/>
                    </a:lnTo>
                    <a:lnTo>
                      <a:pt x="770" y="1075"/>
                    </a:lnTo>
                    <a:lnTo>
                      <a:pt x="784" y="1069"/>
                    </a:lnTo>
                    <a:lnTo>
                      <a:pt x="798" y="1068"/>
                    </a:lnTo>
                    <a:close/>
                    <a:moveTo>
                      <a:pt x="155" y="360"/>
                    </a:moveTo>
                    <a:lnTo>
                      <a:pt x="573" y="360"/>
                    </a:lnTo>
                    <a:lnTo>
                      <a:pt x="569" y="386"/>
                    </a:lnTo>
                    <a:lnTo>
                      <a:pt x="568" y="413"/>
                    </a:lnTo>
                    <a:lnTo>
                      <a:pt x="571" y="455"/>
                    </a:lnTo>
                    <a:lnTo>
                      <a:pt x="581" y="494"/>
                    </a:lnTo>
                    <a:lnTo>
                      <a:pt x="596" y="530"/>
                    </a:lnTo>
                    <a:lnTo>
                      <a:pt x="617" y="564"/>
                    </a:lnTo>
                    <a:lnTo>
                      <a:pt x="642" y="593"/>
                    </a:lnTo>
                    <a:lnTo>
                      <a:pt x="672" y="620"/>
                    </a:lnTo>
                    <a:lnTo>
                      <a:pt x="706" y="640"/>
                    </a:lnTo>
                    <a:lnTo>
                      <a:pt x="742" y="656"/>
                    </a:lnTo>
                    <a:lnTo>
                      <a:pt x="782" y="665"/>
                    </a:lnTo>
                    <a:lnTo>
                      <a:pt x="823" y="669"/>
                    </a:lnTo>
                    <a:lnTo>
                      <a:pt x="1497" y="669"/>
                    </a:lnTo>
                    <a:lnTo>
                      <a:pt x="1539" y="665"/>
                    </a:lnTo>
                    <a:lnTo>
                      <a:pt x="1578" y="656"/>
                    </a:lnTo>
                    <a:lnTo>
                      <a:pt x="1614" y="640"/>
                    </a:lnTo>
                    <a:lnTo>
                      <a:pt x="1648" y="619"/>
                    </a:lnTo>
                    <a:lnTo>
                      <a:pt x="1678" y="593"/>
                    </a:lnTo>
                    <a:lnTo>
                      <a:pt x="1704" y="563"/>
                    </a:lnTo>
                    <a:lnTo>
                      <a:pt x="1725" y="529"/>
                    </a:lnTo>
                    <a:lnTo>
                      <a:pt x="1740" y="492"/>
                    </a:lnTo>
                    <a:lnTo>
                      <a:pt x="1750" y="452"/>
                    </a:lnTo>
                    <a:lnTo>
                      <a:pt x="1753" y="410"/>
                    </a:lnTo>
                    <a:lnTo>
                      <a:pt x="1752" y="385"/>
                    </a:lnTo>
                    <a:lnTo>
                      <a:pt x="1748" y="360"/>
                    </a:lnTo>
                    <a:lnTo>
                      <a:pt x="2063" y="360"/>
                    </a:lnTo>
                    <a:lnTo>
                      <a:pt x="2106" y="362"/>
                    </a:lnTo>
                    <a:lnTo>
                      <a:pt x="2146" y="369"/>
                    </a:lnTo>
                    <a:lnTo>
                      <a:pt x="2181" y="380"/>
                    </a:lnTo>
                    <a:lnTo>
                      <a:pt x="2213" y="393"/>
                    </a:lnTo>
                    <a:lnTo>
                      <a:pt x="2241" y="410"/>
                    </a:lnTo>
                    <a:lnTo>
                      <a:pt x="2265" y="431"/>
                    </a:lnTo>
                    <a:lnTo>
                      <a:pt x="2285" y="454"/>
                    </a:lnTo>
                    <a:lnTo>
                      <a:pt x="2300" y="479"/>
                    </a:lnTo>
                    <a:lnTo>
                      <a:pt x="2311" y="506"/>
                    </a:lnTo>
                    <a:lnTo>
                      <a:pt x="2318" y="536"/>
                    </a:lnTo>
                    <a:lnTo>
                      <a:pt x="2321" y="566"/>
                    </a:lnTo>
                    <a:lnTo>
                      <a:pt x="2321" y="2111"/>
                    </a:lnTo>
                    <a:lnTo>
                      <a:pt x="2294" y="2110"/>
                    </a:lnTo>
                    <a:lnTo>
                      <a:pt x="2269" y="2109"/>
                    </a:lnTo>
                    <a:lnTo>
                      <a:pt x="2198" y="2112"/>
                    </a:lnTo>
                    <a:lnTo>
                      <a:pt x="2129" y="2121"/>
                    </a:lnTo>
                    <a:lnTo>
                      <a:pt x="2063" y="2136"/>
                    </a:lnTo>
                    <a:lnTo>
                      <a:pt x="2063" y="926"/>
                    </a:lnTo>
                    <a:lnTo>
                      <a:pt x="258" y="926"/>
                    </a:lnTo>
                    <a:lnTo>
                      <a:pt x="258" y="2983"/>
                    </a:lnTo>
                    <a:lnTo>
                      <a:pt x="1447" y="2983"/>
                    </a:lnTo>
                    <a:lnTo>
                      <a:pt x="1453" y="3050"/>
                    </a:lnTo>
                    <a:lnTo>
                      <a:pt x="1465" y="3116"/>
                    </a:lnTo>
                    <a:lnTo>
                      <a:pt x="1483" y="3179"/>
                    </a:lnTo>
                    <a:lnTo>
                      <a:pt x="1505" y="3240"/>
                    </a:lnTo>
                    <a:lnTo>
                      <a:pt x="207" y="3240"/>
                    </a:lnTo>
                    <a:lnTo>
                      <a:pt x="169" y="3237"/>
                    </a:lnTo>
                    <a:lnTo>
                      <a:pt x="134" y="3227"/>
                    </a:lnTo>
                    <a:lnTo>
                      <a:pt x="103" y="3212"/>
                    </a:lnTo>
                    <a:lnTo>
                      <a:pt x="73" y="3192"/>
                    </a:lnTo>
                    <a:lnTo>
                      <a:pt x="49" y="3167"/>
                    </a:lnTo>
                    <a:lnTo>
                      <a:pt x="28" y="3139"/>
                    </a:lnTo>
                    <a:lnTo>
                      <a:pt x="13" y="3106"/>
                    </a:lnTo>
                    <a:lnTo>
                      <a:pt x="3" y="3071"/>
                    </a:lnTo>
                    <a:lnTo>
                      <a:pt x="0" y="3034"/>
                    </a:lnTo>
                    <a:lnTo>
                      <a:pt x="0" y="566"/>
                    </a:lnTo>
                    <a:lnTo>
                      <a:pt x="3" y="532"/>
                    </a:lnTo>
                    <a:lnTo>
                      <a:pt x="10" y="501"/>
                    </a:lnTo>
                    <a:lnTo>
                      <a:pt x="22" y="471"/>
                    </a:lnTo>
                    <a:lnTo>
                      <a:pt x="37" y="444"/>
                    </a:lnTo>
                    <a:lnTo>
                      <a:pt x="55" y="420"/>
                    </a:lnTo>
                    <a:lnTo>
                      <a:pt x="73" y="399"/>
                    </a:lnTo>
                    <a:lnTo>
                      <a:pt x="94" y="383"/>
                    </a:lnTo>
                    <a:lnTo>
                      <a:pt x="115" y="371"/>
                    </a:lnTo>
                    <a:lnTo>
                      <a:pt x="136" y="362"/>
                    </a:lnTo>
                    <a:lnTo>
                      <a:pt x="155" y="360"/>
                    </a:lnTo>
                    <a:close/>
                    <a:moveTo>
                      <a:pt x="1160" y="103"/>
                    </a:moveTo>
                    <a:lnTo>
                      <a:pt x="1139" y="106"/>
                    </a:lnTo>
                    <a:lnTo>
                      <a:pt x="1121" y="113"/>
                    </a:lnTo>
                    <a:lnTo>
                      <a:pt x="1106" y="125"/>
                    </a:lnTo>
                    <a:lnTo>
                      <a:pt x="1094" y="141"/>
                    </a:lnTo>
                    <a:lnTo>
                      <a:pt x="1086" y="159"/>
                    </a:lnTo>
                    <a:lnTo>
                      <a:pt x="1083" y="180"/>
                    </a:lnTo>
                    <a:lnTo>
                      <a:pt x="1086" y="201"/>
                    </a:lnTo>
                    <a:lnTo>
                      <a:pt x="1094" y="219"/>
                    </a:lnTo>
                    <a:lnTo>
                      <a:pt x="1106" y="235"/>
                    </a:lnTo>
                    <a:lnTo>
                      <a:pt x="1121" y="247"/>
                    </a:lnTo>
                    <a:lnTo>
                      <a:pt x="1139" y="254"/>
                    </a:lnTo>
                    <a:lnTo>
                      <a:pt x="1160" y="257"/>
                    </a:lnTo>
                    <a:lnTo>
                      <a:pt x="1181" y="254"/>
                    </a:lnTo>
                    <a:lnTo>
                      <a:pt x="1200" y="247"/>
                    </a:lnTo>
                    <a:lnTo>
                      <a:pt x="1215" y="235"/>
                    </a:lnTo>
                    <a:lnTo>
                      <a:pt x="1227" y="219"/>
                    </a:lnTo>
                    <a:lnTo>
                      <a:pt x="1235" y="201"/>
                    </a:lnTo>
                    <a:lnTo>
                      <a:pt x="1238" y="180"/>
                    </a:lnTo>
                    <a:lnTo>
                      <a:pt x="1235" y="159"/>
                    </a:lnTo>
                    <a:lnTo>
                      <a:pt x="1227" y="141"/>
                    </a:lnTo>
                    <a:lnTo>
                      <a:pt x="1215" y="125"/>
                    </a:lnTo>
                    <a:lnTo>
                      <a:pt x="1200" y="113"/>
                    </a:lnTo>
                    <a:lnTo>
                      <a:pt x="1181" y="106"/>
                    </a:lnTo>
                    <a:lnTo>
                      <a:pt x="1160" y="103"/>
                    </a:lnTo>
                    <a:close/>
                    <a:moveTo>
                      <a:pt x="1158" y="0"/>
                    </a:moveTo>
                    <a:lnTo>
                      <a:pt x="1162" y="0"/>
                    </a:lnTo>
                    <a:lnTo>
                      <a:pt x="1194" y="3"/>
                    </a:lnTo>
                    <a:lnTo>
                      <a:pt x="1225" y="11"/>
                    </a:lnTo>
                    <a:lnTo>
                      <a:pt x="1252" y="24"/>
                    </a:lnTo>
                    <a:lnTo>
                      <a:pt x="1277" y="41"/>
                    </a:lnTo>
                    <a:lnTo>
                      <a:pt x="1299" y="63"/>
                    </a:lnTo>
                    <a:lnTo>
                      <a:pt x="1317" y="88"/>
                    </a:lnTo>
                    <a:lnTo>
                      <a:pt x="1330" y="116"/>
                    </a:lnTo>
                    <a:lnTo>
                      <a:pt x="1337" y="146"/>
                    </a:lnTo>
                    <a:lnTo>
                      <a:pt x="1341" y="178"/>
                    </a:lnTo>
                    <a:lnTo>
                      <a:pt x="1341" y="180"/>
                    </a:lnTo>
                    <a:lnTo>
                      <a:pt x="1343" y="201"/>
                    </a:lnTo>
                    <a:lnTo>
                      <a:pt x="1352" y="219"/>
                    </a:lnTo>
                    <a:lnTo>
                      <a:pt x="1364" y="235"/>
                    </a:lnTo>
                    <a:lnTo>
                      <a:pt x="1379" y="247"/>
                    </a:lnTo>
                    <a:lnTo>
                      <a:pt x="1396" y="254"/>
                    </a:lnTo>
                    <a:lnTo>
                      <a:pt x="1417" y="257"/>
                    </a:lnTo>
                    <a:lnTo>
                      <a:pt x="1497" y="257"/>
                    </a:lnTo>
                    <a:lnTo>
                      <a:pt x="1528" y="261"/>
                    </a:lnTo>
                    <a:lnTo>
                      <a:pt x="1556" y="269"/>
                    </a:lnTo>
                    <a:lnTo>
                      <a:pt x="1582" y="284"/>
                    </a:lnTo>
                    <a:lnTo>
                      <a:pt x="1605" y="302"/>
                    </a:lnTo>
                    <a:lnTo>
                      <a:pt x="1624" y="324"/>
                    </a:lnTo>
                    <a:lnTo>
                      <a:pt x="1638" y="350"/>
                    </a:lnTo>
                    <a:lnTo>
                      <a:pt x="1647" y="380"/>
                    </a:lnTo>
                    <a:lnTo>
                      <a:pt x="1650" y="410"/>
                    </a:lnTo>
                    <a:lnTo>
                      <a:pt x="1650" y="413"/>
                    </a:lnTo>
                    <a:lnTo>
                      <a:pt x="1647" y="444"/>
                    </a:lnTo>
                    <a:lnTo>
                      <a:pt x="1638" y="472"/>
                    </a:lnTo>
                    <a:lnTo>
                      <a:pt x="1624" y="499"/>
                    </a:lnTo>
                    <a:lnTo>
                      <a:pt x="1605" y="521"/>
                    </a:lnTo>
                    <a:lnTo>
                      <a:pt x="1582" y="540"/>
                    </a:lnTo>
                    <a:lnTo>
                      <a:pt x="1556" y="554"/>
                    </a:lnTo>
                    <a:lnTo>
                      <a:pt x="1528" y="563"/>
                    </a:lnTo>
                    <a:lnTo>
                      <a:pt x="1497" y="566"/>
                    </a:lnTo>
                    <a:lnTo>
                      <a:pt x="823" y="566"/>
                    </a:lnTo>
                    <a:lnTo>
                      <a:pt x="793" y="563"/>
                    </a:lnTo>
                    <a:lnTo>
                      <a:pt x="764" y="554"/>
                    </a:lnTo>
                    <a:lnTo>
                      <a:pt x="738" y="540"/>
                    </a:lnTo>
                    <a:lnTo>
                      <a:pt x="715" y="521"/>
                    </a:lnTo>
                    <a:lnTo>
                      <a:pt x="697" y="499"/>
                    </a:lnTo>
                    <a:lnTo>
                      <a:pt x="682" y="472"/>
                    </a:lnTo>
                    <a:lnTo>
                      <a:pt x="674" y="444"/>
                    </a:lnTo>
                    <a:lnTo>
                      <a:pt x="670" y="413"/>
                    </a:lnTo>
                    <a:lnTo>
                      <a:pt x="670" y="410"/>
                    </a:lnTo>
                    <a:lnTo>
                      <a:pt x="674" y="380"/>
                    </a:lnTo>
                    <a:lnTo>
                      <a:pt x="682" y="350"/>
                    </a:lnTo>
                    <a:lnTo>
                      <a:pt x="697" y="324"/>
                    </a:lnTo>
                    <a:lnTo>
                      <a:pt x="715" y="302"/>
                    </a:lnTo>
                    <a:lnTo>
                      <a:pt x="738" y="284"/>
                    </a:lnTo>
                    <a:lnTo>
                      <a:pt x="764" y="269"/>
                    </a:lnTo>
                    <a:lnTo>
                      <a:pt x="793" y="261"/>
                    </a:lnTo>
                    <a:lnTo>
                      <a:pt x="823" y="257"/>
                    </a:lnTo>
                    <a:lnTo>
                      <a:pt x="903" y="257"/>
                    </a:lnTo>
                    <a:lnTo>
                      <a:pt x="923" y="254"/>
                    </a:lnTo>
                    <a:lnTo>
                      <a:pt x="942" y="247"/>
                    </a:lnTo>
                    <a:lnTo>
                      <a:pt x="957" y="235"/>
                    </a:lnTo>
                    <a:lnTo>
                      <a:pt x="969" y="219"/>
                    </a:lnTo>
                    <a:lnTo>
                      <a:pt x="977" y="201"/>
                    </a:lnTo>
                    <a:lnTo>
                      <a:pt x="980" y="180"/>
                    </a:lnTo>
                    <a:lnTo>
                      <a:pt x="980" y="178"/>
                    </a:lnTo>
                    <a:lnTo>
                      <a:pt x="983" y="146"/>
                    </a:lnTo>
                    <a:lnTo>
                      <a:pt x="991" y="116"/>
                    </a:lnTo>
                    <a:lnTo>
                      <a:pt x="1004" y="88"/>
                    </a:lnTo>
                    <a:lnTo>
                      <a:pt x="1021" y="63"/>
                    </a:lnTo>
                    <a:lnTo>
                      <a:pt x="1043" y="41"/>
                    </a:lnTo>
                    <a:lnTo>
                      <a:pt x="1068" y="24"/>
                    </a:lnTo>
                    <a:lnTo>
                      <a:pt x="1096" y="11"/>
                    </a:lnTo>
                    <a:lnTo>
                      <a:pt x="1126" y="3"/>
                    </a:lnTo>
                    <a:lnTo>
                      <a:pt x="1158" y="0"/>
                    </a:lnTo>
                    <a:close/>
                  </a:path>
                </a:pathLst>
              </a:custGeom>
              <a:solidFill>
                <a:schemeClr val="accent6"/>
              </a:solidFill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</p:grpSp>
      <p:sp>
        <p:nvSpPr>
          <p:cNvPr id="49" name="모서리가 둥근 직사각형 48"/>
          <p:cNvSpPr/>
          <p:nvPr/>
        </p:nvSpPr>
        <p:spPr>
          <a:xfrm>
            <a:off x="1236628" y="1641876"/>
            <a:ext cx="9715566" cy="4216016"/>
          </a:xfrm>
          <a:prstGeom prst="roundRect">
            <a:avLst/>
          </a:prstGeom>
          <a:noFill/>
          <a:ln w="12700">
            <a:solidFill>
              <a:schemeClr val="accent6">
                <a:lumMod val="60000"/>
                <a:lumOff val="40000"/>
              </a:schemeClr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altLang="ko-KR" sz="2000" dirty="0" smtClean="0">
              <a:solidFill>
                <a:schemeClr val="tx1"/>
              </a:solidFill>
            </a:endParaRPr>
          </a:p>
        </p:txBody>
      </p:sp>
      <p:sp>
        <p:nvSpPr>
          <p:cNvPr id="50" name="모서리가 둥근 직사각형 49"/>
          <p:cNvSpPr/>
          <p:nvPr/>
        </p:nvSpPr>
        <p:spPr>
          <a:xfrm>
            <a:off x="950876" y="1356124"/>
            <a:ext cx="10287070" cy="4787520"/>
          </a:xfrm>
          <a:prstGeom prst="roundRect">
            <a:avLst/>
          </a:prstGeom>
          <a:noFill/>
          <a:ln w="12700">
            <a:solidFill>
              <a:schemeClr val="accent6">
                <a:lumMod val="20000"/>
                <a:lumOff val="80000"/>
              </a:schemeClr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altLang="ko-KR" sz="2000" dirty="0" smtClean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xmlns="" val="1935223717"/>
      </p:ext>
    </p:extLst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2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20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20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5" grpId="0"/>
      <p:bldP spid="49" grpId="0" animBg="1"/>
      <p:bldP spid="50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직사각형 67"/>
          <p:cNvSpPr/>
          <p:nvPr/>
        </p:nvSpPr>
        <p:spPr>
          <a:xfrm>
            <a:off x="4143604" y="2626696"/>
            <a:ext cx="4044492" cy="1390294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b="1" dirty="0" smtClean="0"/>
              <a:t>        </a:t>
            </a:r>
            <a:r>
              <a:rPr lang="en-US" altLang="ko-KR" sz="4000" b="1" dirty="0" smtClean="0"/>
              <a:t>Q</a:t>
            </a:r>
            <a:r>
              <a:rPr lang="en-US" altLang="ko-KR" b="1" dirty="0" smtClean="0"/>
              <a:t>uestion      </a:t>
            </a:r>
            <a:r>
              <a:rPr lang="en-US" altLang="ko-KR" sz="3600" b="1" dirty="0" smtClean="0"/>
              <a:t>&amp;</a:t>
            </a:r>
            <a:endParaRPr lang="en-US" altLang="ko-KR" b="1" dirty="0" smtClean="0"/>
          </a:p>
          <a:p>
            <a:pPr algn="ctr"/>
            <a:r>
              <a:rPr lang="en-US" altLang="ko-KR" b="1" dirty="0" smtClean="0"/>
              <a:t>           </a:t>
            </a:r>
            <a:r>
              <a:rPr lang="en-US" altLang="ko-KR" sz="4000" b="1" dirty="0" smtClean="0"/>
              <a:t>A</a:t>
            </a:r>
            <a:r>
              <a:rPr lang="en-US" altLang="ko-KR" b="1" dirty="0" smtClean="0"/>
              <a:t>nswer</a:t>
            </a:r>
            <a:endParaRPr lang="ko-KR" altLang="en-US" b="1" dirty="0"/>
          </a:p>
        </p:txBody>
      </p:sp>
      <p:grpSp>
        <p:nvGrpSpPr>
          <p:cNvPr id="2" name="그룹 8"/>
          <p:cNvGrpSpPr/>
          <p:nvPr/>
        </p:nvGrpSpPr>
        <p:grpSpPr>
          <a:xfrm>
            <a:off x="11452262" y="6142964"/>
            <a:ext cx="736563" cy="715036"/>
            <a:chOff x="4228307" y="2232261"/>
            <a:chExt cx="4037011" cy="3919022"/>
          </a:xfrm>
        </p:grpSpPr>
        <p:grpSp>
          <p:nvGrpSpPr>
            <p:cNvPr id="3" name="그룹 50"/>
            <p:cNvGrpSpPr/>
            <p:nvPr/>
          </p:nvGrpSpPr>
          <p:grpSpPr>
            <a:xfrm>
              <a:off x="5500764" y="2232261"/>
              <a:ext cx="1504804" cy="1944083"/>
              <a:chOff x="5348364" y="2079861"/>
              <a:chExt cx="1504804" cy="1944083"/>
            </a:xfrm>
          </p:grpSpPr>
          <p:sp>
            <p:nvSpPr>
              <p:cNvPr id="36" name="Freeform 24"/>
              <p:cNvSpPr>
                <a:spLocks noEditPoints="1"/>
              </p:cNvSpPr>
              <p:nvPr/>
            </p:nvSpPr>
            <p:spPr bwMode="auto">
              <a:xfrm>
                <a:off x="5348364" y="2079861"/>
                <a:ext cx="1504804" cy="1944083"/>
              </a:xfrm>
              <a:custGeom>
                <a:avLst/>
                <a:gdLst>
                  <a:gd name="T0" fmla="*/ 679 w 1658"/>
                  <a:gd name="T1" fmla="*/ 110 h 2143"/>
                  <a:gd name="T2" fmla="*/ 476 w 1658"/>
                  <a:gd name="T3" fmla="*/ 189 h 2143"/>
                  <a:gd name="T4" fmla="*/ 310 w 1658"/>
                  <a:gd name="T5" fmla="*/ 324 h 2143"/>
                  <a:gd name="T6" fmla="*/ 193 w 1658"/>
                  <a:gd name="T7" fmla="*/ 503 h 2143"/>
                  <a:gd name="T8" fmla="*/ 134 w 1658"/>
                  <a:gd name="T9" fmla="*/ 717 h 2143"/>
                  <a:gd name="T10" fmla="*/ 146 w 1658"/>
                  <a:gd name="T11" fmla="*/ 942 h 2143"/>
                  <a:gd name="T12" fmla="*/ 225 w 1658"/>
                  <a:gd name="T13" fmla="*/ 1145 h 2143"/>
                  <a:gd name="T14" fmla="*/ 360 w 1658"/>
                  <a:gd name="T15" fmla="*/ 1311 h 2143"/>
                  <a:gd name="T16" fmla="*/ 541 w 1658"/>
                  <a:gd name="T17" fmla="*/ 1429 h 2143"/>
                  <a:gd name="T18" fmla="*/ 753 w 1658"/>
                  <a:gd name="T19" fmla="*/ 1487 h 2143"/>
                  <a:gd name="T20" fmla="*/ 979 w 1658"/>
                  <a:gd name="T21" fmla="*/ 1475 h 2143"/>
                  <a:gd name="T22" fmla="*/ 1182 w 1658"/>
                  <a:gd name="T23" fmla="*/ 1396 h 2143"/>
                  <a:gd name="T24" fmla="*/ 1348 w 1658"/>
                  <a:gd name="T25" fmla="*/ 1260 h 2143"/>
                  <a:gd name="T26" fmla="*/ 1465 w 1658"/>
                  <a:gd name="T27" fmla="*/ 1081 h 2143"/>
                  <a:gd name="T28" fmla="*/ 1525 w 1658"/>
                  <a:gd name="T29" fmla="*/ 869 h 2143"/>
                  <a:gd name="T30" fmla="*/ 1512 w 1658"/>
                  <a:gd name="T31" fmla="*/ 642 h 2143"/>
                  <a:gd name="T32" fmla="*/ 1433 w 1658"/>
                  <a:gd name="T33" fmla="*/ 440 h 2143"/>
                  <a:gd name="T34" fmla="*/ 1298 w 1658"/>
                  <a:gd name="T35" fmla="*/ 274 h 2143"/>
                  <a:gd name="T36" fmla="*/ 1117 w 1658"/>
                  <a:gd name="T37" fmla="*/ 155 h 2143"/>
                  <a:gd name="T38" fmla="*/ 905 w 1658"/>
                  <a:gd name="T39" fmla="*/ 97 h 2143"/>
                  <a:gd name="T40" fmla="*/ 913 w 1658"/>
                  <a:gd name="T41" fmla="*/ 4 h 2143"/>
                  <a:gd name="T42" fmla="*/ 1152 w 1658"/>
                  <a:gd name="T43" fmla="*/ 65 h 2143"/>
                  <a:gd name="T44" fmla="*/ 1356 w 1658"/>
                  <a:gd name="T45" fmla="*/ 189 h 2143"/>
                  <a:gd name="T46" fmla="*/ 1516 w 1658"/>
                  <a:gd name="T47" fmla="*/ 366 h 2143"/>
                  <a:gd name="T48" fmla="*/ 1620 w 1658"/>
                  <a:gd name="T49" fmla="*/ 583 h 2143"/>
                  <a:gd name="T50" fmla="*/ 1658 w 1658"/>
                  <a:gd name="T51" fmla="*/ 828 h 2143"/>
                  <a:gd name="T52" fmla="*/ 1637 w 1658"/>
                  <a:gd name="T53" fmla="*/ 971 h 2143"/>
                  <a:gd name="T54" fmla="*/ 1577 w 1658"/>
                  <a:gd name="T55" fmla="*/ 1131 h 2143"/>
                  <a:gd name="T56" fmla="*/ 1489 w 1658"/>
                  <a:gd name="T57" fmla="*/ 1298 h 2143"/>
                  <a:gd name="T58" fmla="*/ 1382 w 1658"/>
                  <a:gd name="T59" fmla="*/ 1468 h 2143"/>
                  <a:gd name="T60" fmla="*/ 1264 w 1658"/>
                  <a:gd name="T61" fmla="*/ 1631 h 2143"/>
                  <a:gd name="T62" fmla="*/ 1144 w 1658"/>
                  <a:gd name="T63" fmla="*/ 1785 h 2143"/>
                  <a:gd name="T64" fmla="*/ 1032 w 1658"/>
                  <a:gd name="T65" fmla="*/ 1918 h 2143"/>
                  <a:gd name="T66" fmla="*/ 936 w 1658"/>
                  <a:gd name="T67" fmla="*/ 2027 h 2143"/>
                  <a:gd name="T68" fmla="*/ 868 w 1658"/>
                  <a:gd name="T69" fmla="*/ 2103 h 2143"/>
                  <a:gd name="T70" fmla="*/ 831 w 1658"/>
                  <a:gd name="T71" fmla="*/ 2141 h 2143"/>
                  <a:gd name="T72" fmla="*/ 819 w 1658"/>
                  <a:gd name="T73" fmla="*/ 2133 h 2143"/>
                  <a:gd name="T74" fmla="*/ 772 w 1658"/>
                  <a:gd name="T75" fmla="*/ 2081 h 2143"/>
                  <a:gd name="T76" fmla="*/ 692 w 1658"/>
                  <a:gd name="T77" fmla="*/ 1994 h 2143"/>
                  <a:gd name="T78" fmla="*/ 590 w 1658"/>
                  <a:gd name="T79" fmla="*/ 1876 h 2143"/>
                  <a:gd name="T80" fmla="*/ 475 w 1658"/>
                  <a:gd name="T81" fmla="*/ 1735 h 2143"/>
                  <a:gd name="T82" fmla="*/ 355 w 1658"/>
                  <a:gd name="T83" fmla="*/ 1577 h 2143"/>
                  <a:gd name="T84" fmla="*/ 239 w 1658"/>
                  <a:gd name="T85" fmla="*/ 1411 h 2143"/>
                  <a:gd name="T86" fmla="*/ 138 w 1658"/>
                  <a:gd name="T87" fmla="*/ 1241 h 2143"/>
                  <a:gd name="T88" fmla="*/ 58 w 1658"/>
                  <a:gd name="T89" fmla="*/ 1077 h 2143"/>
                  <a:gd name="T90" fmla="*/ 9 w 1658"/>
                  <a:gd name="T91" fmla="*/ 923 h 2143"/>
                  <a:gd name="T92" fmla="*/ 4 w 1658"/>
                  <a:gd name="T93" fmla="*/ 745 h 2143"/>
                  <a:gd name="T94" fmla="*/ 65 w 1658"/>
                  <a:gd name="T95" fmla="*/ 506 h 2143"/>
                  <a:gd name="T96" fmla="*/ 189 w 1658"/>
                  <a:gd name="T97" fmla="*/ 302 h 2143"/>
                  <a:gd name="T98" fmla="*/ 366 w 1658"/>
                  <a:gd name="T99" fmla="*/ 142 h 2143"/>
                  <a:gd name="T100" fmla="*/ 583 w 1658"/>
                  <a:gd name="T101" fmla="*/ 38 h 2143"/>
                  <a:gd name="T102" fmla="*/ 828 w 1658"/>
                  <a:gd name="T103" fmla="*/ 0 h 21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</a:cxnLst>
                <a:rect l="0" t="0" r="r" b="b"/>
                <a:pathLst>
                  <a:path w="1658" h="2143">
                    <a:moveTo>
                      <a:pt x="828" y="93"/>
                    </a:moveTo>
                    <a:lnTo>
                      <a:pt x="753" y="97"/>
                    </a:lnTo>
                    <a:lnTo>
                      <a:pt x="679" y="110"/>
                    </a:lnTo>
                    <a:lnTo>
                      <a:pt x="608" y="130"/>
                    </a:lnTo>
                    <a:lnTo>
                      <a:pt x="541" y="155"/>
                    </a:lnTo>
                    <a:lnTo>
                      <a:pt x="476" y="189"/>
                    </a:lnTo>
                    <a:lnTo>
                      <a:pt x="417" y="228"/>
                    </a:lnTo>
                    <a:lnTo>
                      <a:pt x="360" y="274"/>
                    </a:lnTo>
                    <a:lnTo>
                      <a:pt x="310" y="324"/>
                    </a:lnTo>
                    <a:lnTo>
                      <a:pt x="264" y="379"/>
                    </a:lnTo>
                    <a:lnTo>
                      <a:pt x="225" y="440"/>
                    </a:lnTo>
                    <a:lnTo>
                      <a:pt x="193" y="503"/>
                    </a:lnTo>
                    <a:lnTo>
                      <a:pt x="166" y="572"/>
                    </a:lnTo>
                    <a:lnTo>
                      <a:pt x="146" y="642"/>
                    </a:lnTo>
                    <a:lnTo>
                      <a:pt x="134" y="717"/>
                    </a:lnTo>
                    <a:lnTo>
                      <a:pt x="130" y="792"/>
                    </a:lnTo>
                    <a:lnTo>
                      <a:pt x="134" y="869"/>
                    </a:lnTo>
                    <a:lnTo>
                      <a:pt x="146" y="942"/>
                    </a:lnTo>
                    <a:lnTo>
                      <a:pt x="166" y="1013"/>
                    </a:lnTo>
                    <a:lnTo>
                      <a:pt x="193" y="1081"/>
                    </a:lnTo>
                    <a:lnTo>
                      <a:pt x="225" y="1145"/>
                    </a:lnTo>
                    <a:lnTo>
                      <a:pt x="264" y="1205"/>
                    </a:lnTo>
                    <a:lnTo>
                      <a:pt x="310" y="1260"/>
                    </a:lnTo>
                    <a:lnTo>
                      <a:pt x="360" y="1311"/>
                    </a:lnTo>
                    <a:lnTo>
                      <a:pt x="417" y="1356"/>
                    </a:lnTo>
                    <a:lnTo>
                      <a:pt x="476" y="1396"/>
                    </a:lnTo>
                    <a:lnTo>
                      <a:pt x="541" y="1429"/>
                    </a:lnTo>
                    <a:lnTo>
                      <a:pt x="608" y="1456"/>
                    </a:lnTo>
                    <a:lnTo>
                      <a:pt x="679" y="1475"/>
                    </a:lnTo>
                    <a:lnTo>
                      <a:pt x="753" y="1487"/>
                    </a:lnTo>
                    <a:lnTo>
                      <a:pt x="828" y="1491"/>
                    </a:lnTo>
                    <a:lnTo>
                      <a:pt x="905" y="1487"/>
                    </a:lnTo>
                    <a:lnTo>
                      <a:pt x="979" y="1475"/>
                    </a:lnTo>
                    <a:lnTo>
                      <a:pt x="1050" y="1456"/>
                    </a:lnTo>
                    <a:lnTo>
                      <a:pt x="1117" y="1429"/>
                    </a:lnTo>
                    <a:lnTo>
                      <a:pt x="1182" y="1396"/>
                    </a:lnTo>
                    <a:lnTo>
                      <a:pt x="1241" y="1356"/>
                    </a:lnTo>
                    <a:lnTo>
                      <a:pt x="1298" y="1311"/>
                    </a:lnTo>
                    <a:lnTo>
                      <a:pt x="1348" y="1260"/>
                    </a:lnTo>
                    <a:lnTo>
                      <a:pt x="1394" y="1205"/>
                    </a:lnTo>
                    <a:lnTo>
                      <a:pt x="1433" y="1145"/>
                    </a:lnTo>
                    <a:lnTo>
                      <a:pt x="1465" y="1081"/>
                    </a:lnTo>
                    <a:lnTo>
                      <a:pt x="1492" y="1013"/>
                    </a:lnTo>
                    <a:lnTo>
                      <a:pt x="1512" y="942"/>
                    </a:lnTo>
                    <a:lnTo>
                      <a:pt x="1525" y="869"/>
                    </a:lnTo>
                    <a:lnTo>
                      <a:pt x="1529" y="792"/>
                    </a:lnTo>
                    <a:lnTo>
                      <a:pt x="1525" y="717"/>
                    </a:lnTo>
                    <a:lnTo>
                      <a:pt x="1512" y="642"/>
                    </a:lnTo>
                    <a:lnTo>
                      <a:pt x="1492" y="572"/>
                    </a:lnTo>
                    <a:lnTo>
                      <a:pt x="1465" y="503"/>
                    </a:lnTo>
                    <a:lnTo>
                      <a:pt x="1433" y="440"/>
                    </a:lnTo>
                    <a:lnTo>
                      <a:pt x="1394" y="379"/>
                    </a:lnTo>
                    <a:lnTo>
                      <a:pt x="1348" y="324"/>
                    </a:lnTo>
                    <a:lnTo>
                      <a:pt x="1298" y="274"/>
                    </a:lnTo>
                    <a:lnTo>
                      <a:pt x="1241" y="228"/>
                    </a:lnTo>
                    <a:lnTo>
                      <a:pt x="1182" y="189"/>
                    </a:lnTo>
                    <a:lnTo>
                      <a:pt x="1117" y="155"/>
                    </a:lnTo>
                    <a:lnTo>
                      <a:pt x="1050" y="130"/>
                    </a:lnTo>
                    <a:lnTo>
                      <a:pt x="979" y="110"/>
                    </a:lnTo>
                    <a:lnTo>
                      <a:pt x="905" y="97"/>
                    </a:lnTo>
                    <a:lnTo>
                      <a:pt x="828" y="93"/>
                    </a:lnTo>
                    <a:close/>
                    <a:moveTo>
                      <a:pt x="828" y="0"/>
                    </a:moveTo>
                    <a:lnTo>
                      <a:pt x="913" y="4"/>
                    </a:lnTo>
                    <a:lnTo>
                      <a:pt x="996" y="18"/>
                    </a:lnTo>
                    <a:lnTo>
                      <a:pt x="1075" y="38"/>
                    </a:lnTo>
                    <a:lnTo>
                      <a:pt x="1152" y="65"/>
                    </a:lnTo>
                    <a:lnTo>
                      <a:pt x="1224" y="100"/>
                    </a:lnTo>
                    <a:lnTo>
                      <a:pt x="1292" y="142"/>
                    </a:lnTo>
                    <a:lnTo>
                      <a:pt x="1356" y="189"/>
                    </a:lnTo>
                    <a:lnTo>
                      <a:pt x="1415" y="243"/>
                    </a:lnTo>
                    <a:lnTo>
                      <a:pt x="1469" y="302"/>
                    </a:lnTo>
                    <a:lnTo>
                      <a:pt x="1516" y="366"/>
                    </a:lnTo>
                    <a:lnTo>
                      <a:pt x="1558" y="435"/>
                    </a:lnTo>
                    <a:lnTo>
                      <a:pt x="1593" y="506"/>
                    </a:lnTo>
                    <a:lnTo>
                      <a:pt x="1620" y="583"/>
                    </a:lnTo>
                    <a:lnTo>
                      <a:pt x="1641" y="663"/>
                    </a:lnTo>
                    <a:lnTo>
                      <a:pt x="1654" y="745"/>
                    </a:lnTo>
                    <a:lnTo>
                      <a:pt x="1658" y="828"/>
                    </a:lnTo>
                    <a:lnTo>
                      <a:pt x="1655" y="874"/>
                    </a:lnTo>
                    <a:lnTo>
                      <a:pt x="1649" y="923"/>
                    </a:lnTo>
                    <a:lnTo>
                      <a:pt x="1637" y="971"/>
                    </a:lnTo>
                    <a:lnTo>
                      <a:pt x="1620" y="1024"/>
                    </a:lnTo>
                    <a:lnTo>
                      <a:pt x="1600" y="1077"/>
                    </a:lnTo>
                    <a:lnTo>
                      <a:pt x="1577" y="1131"/>
                    </a:lnTo>
                    <a:lnTo>
                      <a:pt x="1550" y="1186"/>
                    </a:lnTo>
                    <a:lnTo>
                      <a:pt x="1520" y="1241"/>
                    </a:lnTo>
                    <a:lnTo>
                      <a:pt x="1489" y="1298"/>
                    </a:lnTo>
                    <a:lnTo>
                      <a:pt x="1454" y="1354"/>
                    </a:lnTo>
                    <a:lnTo>
                      <a:pt x="1419" y="1411"/>
                    </a:lnTo>
                    <a:lnTo>
                      <a:pt x="1382" y="1468"/>
                    </a:lnTo>
                    <a:lnTo>
                      <a:pt x="1342" y="1523"/>
                    </a:lnTo>
                    <a:lnTo>
                      <a:pt x="1303" y="1577"/>
                    </a:lnTo>
                    <a:lnTo>
                      <a:pt x="1264" y="1631"/>
                    </a:lnTo>
                    <a:lnTo>
                      <a:pt x="1224" y="1684"/>
                    </a:lnTo>
                    <a:lnTo>
                      <a:pt x="1183" y="1735"/>
                    </a:lnTo>
                    <a:lnTo>
                      <a:pt x="1144" y="1785"/>
                    </a:lnTo>
                    <a:lnTo>
                      <a:pt x="1105" y="1831"/>
                    </a:lnTo>
                    <a:lnTo>
                      <a:pt x="1069" y="1876"/>
                    </a:lnTo>
                    <a:lnTo>
                      <a:pt x="1032" y="1918"/>
                    </a:lnTo>
                    <a:lnTo>
                      <a:pt x="998" y="1957"/>
                    </a:lnTo>
                    <a:lnTo>
                      <a:pt x="966" y="1994"/>
                    </a:lnTo>
                    <a:lnTo>
                      <a:pt x="936" y="2027"/>
                    </a:lnTo>
                    <a:lnTo>
                      <a:pt x="911" y="2056"/>
                    </a:lnTo>
                    <a:lnTo>
                      <a:pt x="886" y="2081"/>
                    </a:lnTo>
                    <a:lnTo>
                      <a:pt x="868" y="2103"/>
                    </a:lnTo>
                    <a:lnTo>
                      <a:pt x="851" y="2121"/>
                    </a:lnTo>
                    <a:lnTo>
                      <a:pt x="839" y="2133"/>
                    </a:lnTo>
                    <a:lnTo>
                      <a:pt x="831" y="2141"/>
                    </a:lnTo>
                    <a:lnTo>
                      <a:pt x="828" y="2143"/>
                    </a:lnTo>
                    <a:lnTo>
                      <a:pt x="827" y="2141"/>
                    </a:lnTo>
                    <a:lnTo>
                      <a:pt x="819" y="2133"/>
                    </a:lnTo>
                    <a:lnTo>
                      <a:pt x="807" y="2121"/>
                    </a:lnTo>
                    <a:lnTo>
                      <a:pt x="791" y="2103"/>
                    </a:lnTo>
                    <a:lnTo>
                      <a:pt x="772" y="2081"/>
                    </a:lnTo>
                    <a:lnTo>
                      <a:pt x="747" y="2056"/>
                    </a:lnTo>
                    <a:lnTo>
                      <a:pt x="722" y="2027"/>
                    </a:lnTo>
                    <a:lnTo>
                      <a:pt x="692" y="1994"/>
                    </a:lnTo>
                    <a:lnTo>
                      <a:pt x="660" y="1957"/>
                    </a:lnTo>
                    <a:lnTo>
                      <a:pt x="626" y="1918"/>
                    </a:lnTo>
                    <a:lnTo>
                      <a:pt x="590" y="1876"/>
                    </a:lnTo>
                    <a:lnTo>
                      <a:pt x="553" y="1831"/>
                    </a:lnTo>
                    <a:lnTo>
                      <a:pt x="514" y="1785"/>
                    </a:lnTo>
                    <a:lnTo>
                      <a:pt x="475" y="1735"/>
                    </a:lnTo>
                    <a:lnTo>
                      <a:pt x="434" y="1684"/>
                    </a:lnTo>
                    <a:lnTo>
                      <a:pt x="394" y="1631"/>
                    </a:lnTo>
                    <a:lnTo>
                      <a:pt x="355" y="1577"/>
                    </a:lnTo>
                    <a:lnTo>
                      <a:pt x="316" y="1523"/>
                    </a:lnTo>
                    <a:lnTo>
                      <a:pt x="277" y="1468"/>
                    </a:lnTo>
                    <a:lnTo>
                      <a:pt x="239" y="1411"/>
                    </a:lnTo>
                    <a:lnTo>
                      <a:pt x="204" y="1354"/>
                    </a:lnTo>
                    <a:lnTo>
                      <a:pt x="169" y="1298"/>
                    </a:lnTo>
                    <a:lnTo>
                      <a:pt x="138" y="1241"/>
                    </a:lnTo>
                    <a:lnTo>
                      <a:pt x="108" y="1186"/>
                    </a:lnTo>
                    <a:lnTo>
                      <a:pt x="81" y="1131"/>
                    </a:lnTo>
                    <a:lnTo>
                      <a:pt x="58" y="1077"/>
                    </a:lnTo>
                    <a:lnTo>
                      <a:pt x="38" y="1024"/>
                    </a:lnTo>
                    <a:lnTo>
                      <a:pt x="22" y="971"/>
                    </a:lnTo>
                    <a:lnTo>
                      <a:pt x="9" y="923"/>
                    </a:lnTo>
                    <a:lnTo>
                      <a:pt x="3" y="874"/>
                    </a:lnTo>
                    <a:lnTo>
                      <a:pt x="0" y="828"/>
                    </a:lnTo>
                    <a:lnTo>
                      <a:pt x="4" y="745"/>
                    </a:lnTo>
                    <a:lnTo>
                      <a:pt x="18" y="663"/>
                    </a:lnTo>
                    <a:lnTo>
                      <a:pt x="38" y="583"/>
                    </a:lnTo>
                    <a:lnTo>
                      <a:pt x="65" y="506"/>
                    </a:lnTo>
                    <a:lnTo>
                      <a:pt x="100" y="435"/>
                    </a:lnTo>
                    <a:lnTo>
                      <a:pt x="142" y="366"/>
                    </a:lnTo>
                    <a:lnTo>
                      <a:pt x="189" y="302"/>
                    </a:lnTo>
                    <a:lnTo>
                      <a:pt x="243" y="243"/>
                    </a:lnTo>
                    <a:lnTo>
                      <a:pt x="302" y="189"/>
                    </a:lnTo>
                    <a:lnTo>
                      <a:pt x="366" y="142"/>
                    </a:lnTo>
                    <a:lnTo>
                      <a:pt x="434" y="100"/>
                    </a:lnTo>
                    <a:lnTo>
                      <a:pt x="506" y="65"/>
                    </a:lnTo>
                    <a:lnTo>
                      <a:pt x="583" y="38"/>
                    </a:lnTo>
                    <a:lnTo>
                      <a:pt x="662" y="18"/>
                    </a:lnTo>
                    <a:lnTo>
                      <a:pt x="745" y="4"/>
                    </a:lnTo>
                    <a:lnTo>
                      <a:pt x="828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grpSp>
            <p:nvGrpSpPr>
              <p:cNvPr id="4" name="Group 76"/>
              <p:cNvGrpSpPr/>
              <p:nvPr/>
            </p:nvGrpSpPr>
            <p:grpSpPr>
              <a:xfrm>
                <a:off x="5767211" y="2423034"/>
                <a:ext cx="650753" cy="714990"/>
                <a:chOff x="2171700" y="1574800"/>
                <a:chExt cx="739776" cy="812800"/>
              </a:xfrm>
              <a:solidFill>
                <a:schemeClr val="accent1"/>
              </a:solidFill>
            </p:grpSpPr>
            <p:sp>
              <p:nvSpPr>
                <p:cNvPr id="38" name="Freeform 33"/>
                <p:cNvSpPr>
                  <a:spLocks noEditPoints="1"/>
                </p:cNvSpPr>
                <p:nvPr/>
              </p:nvSpPr>
              <p:spPr bwMode="auto">
                <a:xfrm>
                  <a:off x="2292350" y="1700213"/>
                  <a:ext cx="498475" cy="687387"/>
                </a:xfrm>
                <a:custGeom>
                  <a:avLst/>
                  <a:gdLst>
                    <a:gd name="T0" fmla="*/ 813 w 2197"/>
                    <a:gd name="T1" fmla="*/ 324 h 3032"/>
                    <a:gd name="T2" fmla="*/ 519 w 2197"/>
                    <a:gd name="T3" fmla="*/ 505 h 3032"/>
                    <a:gd name="T4" fmla="*/ 329 w 2197"/>
                    <a:gd name="T5" fmla="*/ 783 h 3032"/>
                    <a:gd name="T6" fmla="*/ 281 w 2197"/>
                    <a:gd name="T7" fmla="*/ 1120 h 3032"/>
                    <a:gd name="T8" fmla="*/ 340 w 2197"/>
                    <a:gd name="T9" fmla="*/ 1390 h 3032"/>
                    <a:gd name="T10" fmla="*/ 449 w 2197"/>
                    <a:gd name="T11" fmla="*/ 1594 h 3032"/>
                    <a:gd name="T12" fmla="*/ 575 w 2197"/>
                    <a:gd name="T13" fmla="*/ 1783 h 3032"/>
                    <a:gd name="T14" fmla="*/ 653 w 2197"/>
                    <a:gd name="T15" fmla="*/ 1996 h 3032"/>
                    <a:gd name="T16" fmla="*/ 700 w 2197"/>
                    <a:gd name="T17" fmla="*/ 2142 h 3032"/>
                    <a:gd name="T18" fmla="*/ 1457 w 2197"/>
                    <a:gd name="T19" fmla="*/ 2178 h 3032"/>
                    <a:gd name="T20" fmla="*/ 1539 w 2197"/>
                    <a:gd name="T21" fmla="*/ 2071 h 3032"/>
                    <a:gd name="T22" fmla="*/ 1581 w 2197"/>
                    <a:gd name="T23" fmla="*/ 1864 h 3032"/>
                    <a:gd name="T24" fmla="*/ 1700 w 2197"/>
                    <a:gd name="T25" fmla="*/ 1666 h 3032"/>
                    <a:gd name="T26" fmla="*/ 1817 w 2197"/>
                    <a:gd name="T27" fmla="*/ 1478 h 3032"/>
                    <a:gd name="T28" fmla="*/ 1902 w 2197"/>
                    <a:gd name="T29" fmla="*/ 1238 h 3032"/>
                    <a:gd name="T30" fmla="*/ 1907 w 2197"/>
                    <a:gd name="T31" fmla="*/ 915 h 3032"/>
                    <a:gd name="T32" fmla="*/ 1769 w 2197"/>
                    <a:gd name="T33" fmla="*/ 606 h 3032"/>
                    <a:gd name="T34" fmla="*/ 1513 w 2197"/>
                    <a:gd name="T35" fmla="*/ 382 h 3032"/>
                    <a:gd name="T36" fmla="*/ 1174 w 2197"/>
                    <a:gd name="T37" fmla="*/ 279 h 3032"/>
                    <a:gd name="T38" fmla="*/ 1362 w 2197"/>
                    <a:gd name="T39" fmla="*/ 32 h 3032"/>
                    <a:gd name="T40" fmla="*/ 1747 w 2197"/>
                    <a:gd name="T41" fmla="*/ 204 h 3032"/>
                    <a:gd name="T42" fmla="*/ 2033 w 2197"/>
                    <a:gd name="T43" fmla="*/ 499 h 3032"/>
                    <a:gd name="T44" fmla="*/ 2182 w 2197"/>
                    <a:gd name="T45" fmla="*/ 883 h 3032"/>
                    <a:gd name="T46" fmla="*/ 2180 w 2197"/>
                    <a:gd name="T47" fmla="*/ 1263 h 3032"/>
                    <a:gd name="T48" fmla="*/ 2095 w 2197"/>
                    <a:gd name="T49" fmla="*/ 1542 h 3032"/>
                    <a:gd name="T50" fmla="*/ 1977 w 2197"/>
                    <a:gd name="T51" fmla="*/ 1752 h 3032"/>
                    <a:gd name="T52" fmla="*/ 1857 w 2197"/>
                    <a:gd name="T53" fmla="*/ 1933 h 3032"/>
                    <a:gd name="T54" fmla="*/ 1816 w 2197"/>
                    <a:gd name="T55" fmla="*/ 2095 h 3032"/>
                    <a:gd name="T56" fmla="*/ 1702 w 2197"/>
                    <a:gd name="T57" fmla="*/ 2328 h 3032"/>
                    <a:gd name="T58" fmla="*/ 1611 w 2197"/>
                    <a:gd name="T59" fmla="*/ 2485 h 3032"/>
                    <a:gd name="T60" fmla="*/ 1603 w 2197"/>
                    <a:gd name="T61" fmla="*/ 2631 h 3032"/>
                    <a:gd name="T62" fmla="*/ 1599 w 2197"/>
                    <a:gd name="T63" fmla="*/ 2699 h 3032"/>
                    <a:gd name="T64" fmla="*/ 1566 w 2197"/>
                    <a:gd name="T65" fmla="*/ 2789 h 3032"/>
                    <a:gd name="T66" fmla="*/ 1452 w 2197"/>
                    <a:gd name="T67" fmla="*/ 2888 h 3032"/>
                    <a:gd name="T68" fmla="*/ 1283 w 2197"/>
                    <a:gd name="T69" fmla="*/ 3010 h 3032"/>
                    <a:gd name="T70" fmla="*/ 965 w 2197"/>
                    <a:gd name="T71" fmla="*/ 3030 h 3032"/>
                    <a:gd name="T72" fmla="*/ 825 w 2197"/>
                    <a:gd name="T73" fmla="*/ 2922 h 3032"/>
                    <a:gd name="T74" fmla="*/ 657 w 2197"/>
                    <a:gd name="T75" fmla="*/ 2823 h 3032"/>
                    <a:gd name="T76" fmla="*/ 602 w 2197"/>
                    <a:gd name="T77" fmla="*/ 2718 h 3032"/>
                    <a:gd name="T78" fmla="*/ 597 w 2197"/>
                    <a:gd name="T79" fmla="*/ 2671 h 3032"/>
                    <a:gd name="T80" fmla="*/ 590 w 2197"/>
                    <a:gd name="T81" fmla="*/ 2546 h 3032"/>
                    <a:gd name="T82" fmla="*/ 582 w 2197"/>
                    <a:gd name="T83" fmla="*/ 2406 h 3032"/>
                    <a:gd name="T84" fmla="*/ 408 w 2197"/>
                    <a:gd name="T85" fmla="*/ 2193 h 3032"/>
                    <a:gd name="T86" fmla="*/ 368 w 2197"/>
                    <a:gd name="T87" fmla="*/ 1991 h 3032"/>
                    <a:gd name="T88" fmla="*/ 268 w 2197"/>
                    <a:gd name="T89" fmla="*/ 1821 h 3032"/>
                    <a:gd name="T90" fmla="*/ 149 w 2197"/>
                    <a:gd name="T91" fmla="*/ 1633 h 3032"/>
                    <a:gd name="T92" fmla="*/ 45 w 2197"/>
                    <a:gd name="T93" fmla="*/ 1384 h 3032"/>
                    <a:gd name="T94" fmla="*/ 0 w 2197"/>
                    <a:gd name="T95" fmla="*/ 1054 h 3032"/>
                    <a:gd name="T96" fmla="*/ 87 w 2197"/>
                    <a:gd name="T97" fmla="*/ 644 h 3032"/>
                    <a:gd name="T98" fmla="*/ 323 w 2197"/>
                    <a:gd name="T99" fmla="*/ 310 h 3032"/>
                    <a:gd name="T100" fmla="*/ 672 w 2197"/>
                    <a:gd name="T101" fmla="*/ 83 h 3032"/>
                    <a:gd name="T102" fmla="*/ 1099 w 2197"/>
                    <a:gd name="T103" fmla="*/ 0 h 303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</a:cxnLst>
                  <a:rect l="0" t="0" r="r" b="b"/>
                  <a:pathLst>
                    <a:path w="2197" h="3032">
                      <a:moveTo>
                        <a:pt x="1099" y="276"/>
                      </a:moveTo>
                      <a:lnTo>
                        <a:pt x="1024" y="279"/>
                      </a:lnTo>
                      <a:lnTo>
                        <a:pt x="951" y="288"/>
                      </a:lnTo>
                      <a:lnTo>
                        <a:pt x="881" y="304"/>
                      </a:lnTo>
                      <a:lnTo>
                        <a:pt x="813" y="324"/>
                      </a:lnTo>
                      <a:lnTo>
                        <a:pt x="747" y="352"/>
                      </a:lnTo>
                      <a:lnTo>
                        <a:pt x="685" y="383"/>
                      </a:lnTo>
                      <a:lnTo>
                        <a:pt x="626" y="419"/>
                      </a:lnTo>
                      <a:lnTo>
                        <a:pt x="571" y="460"/>
                      </a:lnTo>
                      <a:lnTo>
                        <a:pt x="519" y="505"/>
                      </a:lnTo>
                      <a:lnTo>
                        <a:pt x="471" y="553"/>
                      </a:lnTo>
                      <a:lnTo>
                        <a:pt x="429" y="606"/>
                      </a:lnTo>
                      <a:lnTo>
                        <a:pt x="391" y="662"/>
                      </a:lnTo>
                      <a:lnTo>
                        <a:pt x="358" y="721"/>
                      </a:lnTo>
                      <a:lnTo>
                        <a:pt x="329" y="783"/>
                      </a:lnTo>
                      <a:lnTo>
                        <a:pt x="308" y="848"/>
                      </a:lnTo>
                      <a:lnTo>
                        <a:pt x="292" y="915"/>
                      </a:lnTo>
                      <a:lnTo>
                        <a:pt x="282" y="983"/>
                      </a:lnTo>
                      <a:lnTo>
                        <a:pt x="278" y="1054"/>
                      </a:lnTo>
                      <a:lnTo>
                        <a:pt x="281" y="1120"/>
                      </a:lnTo>
                      <a:lnTo>
                        <a:pt x="286" y="1181"/>
                      </a:lnTo>
                      <a:lnTo>
                        <a:pt x="295" y="1238"/>
                      </a:lnTo>
                      <a:lnTo>
                        <a:pt x="308" y="1292"/>
                      </a:lnTo>
                      <a:lnTo>
                        <a:pt x="323" y="1343"/>
                      </a:lnTo>
                      <a:lnTo>
                        <a:pt x="340" y="1390"/>
                      </a:lnTo>
                      <a:lnTo>
                        <a:pt x="359" y="1435"/>
                      </a:lnTo>
                      <a:lnTo>
                        <a:pt x="380" y="1478"/>
                      </a:lnTo>
                      <a:lnTo>
                        <a:pt x="402" y="1518"/>
                      </a:lnTo>
                      <a:lnTo>
                        <a:pt x="426" y="1557"/>
                      </a:lnTo>
                      <a:lnTo>
                        <a:pt x="449" y="1594"/>
                      </a:lnTo>
                      <a:lnTo>
                        <a:pt x="474" y="1630"/>
                      </a:lnTo>
                      <a:lnTo>
                        <a:pt x="496" y="1665"/>
                      </a:lnTo>
                      <a:lnTo>
                        <a:pt x="523" y="1704"/>
                      </a:lnTo>
                      <a:lnTo>
                        <a:pt x="550" y="1744"/>
                      </a:lnTo>
                      <a:lnTo>
                        <a:pt x="575" y="1783"/>
                      </a:lnTo>
                      <a:lnTo>
                        <a:pt x="597" y="1823"/>
                      </a:lnTo>
                      <a:lnTo>
                        <a:pt x="617" y="1864"/>
                      </a:lnTo>
                      <a:lnTo>
                        <a:pt x="632" y="1906"/>
                      </a:lnTo>
                      <a:lnTo>
                        <a:pt x="645" y="1950"/>
                      </a:lnTo>
                      <a:lnTo>
                        <a:pt x="653" y="1996"/>
                      </a:lnTo>
                      <a:lnTo>
                        <a:pt x="655" y="2044"/>
                      </a:lnTo>
                      <a:lnTo>
                        <a:pt x="658" y="2071"/>
                      </a:lnTo>
                      <a:lnTo>
                        <a:pt x="669" y="2097"/>
                      </a:lnTo>
                      <a:lnTo>
                        <a:pt x="682" y="2121"/>
                      </a:lnTo>
                      <a:lnTo>
                        <a:pt x="700" y="2142"/>
                      </a:lnTo>
                      <a:lnTo>
                        <a:pt x="720" y="2162"/>
                      </a:lnTo>
                      <a:lnTo>
                        <a:pt x="740" y="2178"/>
                      </a:lnTo>
                      <a:lnTo>
                        <a:pt x="759" y="2193"/>
                      </a:lnTo>
                      <a:lnTo>
                        <a:pt x="1438" y="2193"/>
                      </a:lnTo>
                      <a:lnTo>
                        <a:pt x="1457" y="2178"/>
                      </a:lnTo>
                      <a:lnTo>
                        <a:pt x="1478" y="2162"/>
                      </a:lnTo>
                      <a:lnTo>
                        <a:pt x="1498" y="2142"/>
                      </a:lnTo>
                      <a:lnTo>
                        <a:pt x="1515" y="2121"/>
                      </a:lnTo>
                      <a:lnTo>
                        <a:pt x="1529" y="2097"/>
                      </a:lnTo>
                      <a:lnTo>
                        <a:pt x="1539" y="2071"/>
                      </a:lnTo>
                      <a:lnTo>
                        <a:pt x="1542" y="2044"/>
                      </a:lnTo>
                      <a:lnTo>
                        <a:pt x="1545" y="1996"/>
                      </a:lnTo>
                      <a:lnTo>
                        <a:pt x="1553" y="1950"/>
                      </a:lnTo>
                      <a:lnTo>
                        <a:pt x="1565" y="1906"/>
                      </a:lnTo>
                      <a:lnTo>
                        <a:pt x="1581" y="1864"/>
                      </a:lnTo>
                      <a:lnTo>
                        <a:pt x="1600" y="1824"/>
                      </a:lnTo>
                      <a:lnTo>
                        <a:pt x="1623" y="1783"/>
                      </a:lnTo>
                      <a:lnTo>
                        <a:pt x="1647" y="1744"/>
                      </a:lnTo>
                      <a:lnTo>
                        <a:pt x="1673" y="1705"/>
                      </a:lnTo>
                      <a:lnTo>
                        <a:pt x="1700" y="1666"/>
                      </a:lnTo>
                      <a:lnTo>
                        <a:pt x="1724" y="1631"/>
                      </a:lnTo>
                      <a:lnTo>
                        <a:pt x="1748" y="1595"/>
                      </a:lnTo>
                      <a:lnTo>
                        <a:pt x="1772" y="1558"/>
                      </a:lnTo>
                      <a:lnTo>
                        <a:pt x="1796" y="1518"/>
                      </a:lnTo>
                      <a:lnTo>
                        <a:pt x="1817" y="1478"/>
                      </a:lnTo>
                      <a:lnTo>
                        <a:pt x="1839" y="1435"/>
                      </a:lnTo>
                      <a:lnTo>
                        <a:pt x="1858" y="1390"/>
                      </a:lnTo>
                      <a:lnTo>
                        <a:pt x="1875" y="1343"/>
                      </a:lnTo>
                      <a:lnTo>
                        <a:pt x="1890" y="1292"/>
                      </a:lnTo>
                      <a:lnTo>
                        <a:pt x="1902" y="1238"/>
                      </a:lnTo>
                      <a:lnTo>
                        <a:pt x="1911" y="1181"/>
                      </a:lnTo>
                      <a:lnTo>
                        <a:pt x="1917" y="1120"/>
                      </a:lnTo>
                      <a:lnTo>
                        <a:pt x="1919" y="1054"/>
                      </a:lnTo>
                      <a:lnTo>
                        <a:pt x="1916" y="983"/>
                      </a:lnTo>
                      <a:lnTo>
                        <a:pt x="1907" y="915"/>
                      </a:lnTo>
                      <a:lnTo>
                        <a:pt x="1890" y="847"/>
                      </a:lnTo>
                      <a:lnTo>
                        <a:pt x="1868" y="783"/>
                      </a:lnTo>
                      <a:lnTo>
                        <a:pt x="1841" y="721"/>
                      </a:lnTo>
                      <a:lnTo>
                        <a:pt x="1807" y="661"/>
                      </a:lnTo>
                      <a:lnTo>
                        <a:pt x="1769" y="606"/>
                      </a:lnTo>
                      <a:lnTo>
                        <a:pt x="1726" y="553"/>
                      </a:lnTo>
                      <a:lnTo>
                        <a:pt x="1679" y="505"/>
                      </a:lnTo>
                      <a:lnTo>
                        <a:pt x="1628" y="460"/>
                      </a:lnTo>
                      <a:lnTo>
                        <a:pt x="1572" y="418"/>
                      </a:lnTo>
                      <a:lnTo>
                        <a:pt x="1513" y="382"/>
                      </a:lnTo>
                      <a:lnTo>
                        <a:pt x="1451" y="352"/>
                      </a:lnTo>
                      <a:lnTo>
                        <a:pt x="1385" y="324"/>
                      </a:lnTo>
                      <a:lnTo>
                        <a:pt x="1317" y="304"/>
                      </a:lnTo>
                      <a:lnTo>
                        <a:pt x="1246" y="288"/>
                      </a:lnTo>
                      <a:lnTo>
                        <a:pt x="1174" y="279"/>
                      </a:lnTo>
                      <a:lnTo>
                        <a:pt x="1099" y="276"/>
                      </a:lnTo>
                      <a:close/>
                      <a:moveTo>
                        <a:pt x="1099" y="0"/>
                      </a:moveTo>
                      <a:lnTo>
                        <a:pt x="1188" y="3"/>
                      </a:lnTo>
                      <a:lnTo>
                        <a:pt x="1277" y="15"/>
                      </a:lnTo>
                      <a:lnTo>
                        <a:pt x="1362" y="32"/>
                      </a:lnTo>
                      <a:lnTo>
                        <a:pt x="1446" y="54"/>
                      </a:lnTo>
                      <a:lnTo>
                        <a:pt x="1525" y="83"/>
                      </a:lnTo>
                      <a:lnTo>
                        <a:pt x="1603" y="118"/>
                      </a:lnTo>
                      <a:lnTo>
                        <a:pt x="1676" y="159"/>
                      </a:lnTo>
                      <a:lnTo>
                        <a:pt x="1747" y="204"/>
                      </a:lnTo>
                      <a:lnTo>
                        <a:pt x="1813" y="255"/>
                      </a:lnTo>
                      <a:lnTo>
                        <a:pt x="1875" y="310"/>
                      </a:lnTo>
                      <a:lnTo>
                        <a:pt x="1932" y="368"/>
                      </a:lnTo>
                      <a:lnTo>
                        <a:pt x="1985" y="433"/>
                      </a:lnTo>
                      <a:lnTo>
                        <a:pt x="2033" y="499"/>
                      </a:lnTo>
                      <a:lnTo>
                        <a:pt x="2075" y="570"/>
                      </a:lnTo>
                      <a:lnTo>
                        <a:pt x="2111" y="644"/>
                      </a:lnTo>
                      <a:lnTo>
                        <a:pt x="2140" y="722"/>
                      </a:lnTo>
                      <a:lnTo>
                        <a:pt x="2165" y="801"/>
                      </a:lnTo>
                      <a:lnTo>
                        <a:pt x="2182" y="883"/>
                      </a:lnTo>
                      <a:lnTo>
                        <a:pt x="2194" y="968"/>
                      </a:lnTo>
                      <a:lnTo>
                        <a:pt x="2197" y="1054"/>
                      </a:lnTo>
                      <a:lnTo>
                        <a:pt x="2195" y="1128"/>
                      </a:lnTo>
                      <a:lnTo>
                        <a:pt x="2189" y="1197"/>
                      </a:lnTo>
                      <a:lnTo>
                        <a:pt x="2180" y="1263"/>
                      </a:lnTo>
                      <a:lnTo>
                        <a:pt x="2168" y="1326"/>
                      </a:lnTo>
                      <a:lnTo>
                        <a:pt x="2153" y="1384"/>
                      </a:lnTo>
                      <a:lnTo>
                        <a:pt x="2136" y="1440"/>
                      </a:lnTo>
                      <a:lnTo>
                        <a:pt x="2116" y="1493"/>
                      </a:lnTo>
                      <a:lnTo>
                        <a:pt x="2095" y="1542"/>
                      </a:lnTo>
                      <a:lnTo>
                        <a:pt x="2072" y="1588"/>
                      </a:lnTo>
                      <a:lnTo>
                        <a:pt x="2050" y="1632"/>
                      </a:lnTo>
                      <a:lnTo>
                        <a:pt x="2025" y="1675"/>
                      </a:lnTo>
                      <a:lnTo>
                        <a:pt x="2001" y="1714"/>
                      </a:lnTo>
                      <a:lnTo>
                        <a:pt x="1977" y="1752"/>
                      </a:lnTo>
                      <a:lnTo>
                        <a:pt x="1953" y="1787"/>
                      </a:lnTo>
                      <a:lnTo>
                        <a:pt x="1929" y="1820"/>
                      </a:lnTo>
                      <a:lnTo>
                        <a:pt x="1902" y="1862"/>
                      </a:lnTo>
                      <a:lnTo>
                        <a:pt x="1877" y="1899"/>
                      </a:lnTo>
                      <a:lnTo>
                        <a:pt x="1857" y="1933"/>
                      </a:lnTo>
                      <a:lnTo>
                        <a:pt x="1841" y="1963"/>
                      </a:lnTo>
                      <a:lnTo>
                        <a:pt x="1830" y="1991"/>
                      </a:lnTo>
                      <a:lnTo>
                        <a:pt x="1822" y="2019"/>
                      </a:lnTo>
                      <a:lnTo>
                        <a:pt x="1819" y="2044"/>
                      </a:lnTo>
                      <a:lnTo>
                        <a:pt x="1816" y="2095"/>
                      </a:lnTo>
                      <a:lnTo>
                        <a:pt x="1806" y="2145"/>
                      </a:lnTo>
                      <a:lnTo>
                        <a:pt x="1790" y="2193"/>
                      </a:lnTo>
                      <a:lnTo>
                        <a:pt x="1766" y="2240"/>
                      </a:lnTo>
                      <a:lnTo>
                        <a:pt x="1738" y="2285"/>
                      </a:lnTo>
                      <a:lnTo>
                        <a:pt x="1702" y="2328"/>
                      </a:lnTo>
                      <a:lnTo>
                        <a:pt x="1662" y="2369"/>
                      </a:lnTo>
                      <a:lnTo>
                        <a:pt x="1615" y="2406"/>
                      </a:lnTo>
                      <a:lnTo>
                        <a:pt x="1614" y="2429"/>
                      </a:lnTo>
                      <a:lnTo>
                        <a:pt x="1613" y="2456"/>
                      </a:lnTo>
                      <a:lnTo>
                        <a:pt x="1611" y="2485"/>
                      </a:lnTo>
                      <a:lnTo>
                        <a:pt x="1609" y="2515"/>
                      </a:lnTo>
                      <a:lnTo>
                        <a:pt x="1607" y="2546"/>
                      </a:lnTo>
                      <a:lnTo>
                        <a:pt x="1606" y="2576"/>
                      </a:lnTo>
                      <a:lnTo>
                        <a:pt x="1604" y="2605"/>
                      </a:lnTo>
                      <a:lnTo>
                        <a:pt x="1603" y="2631"/>
                      </a:lnTo>
                      <a:lnTo>
                        <a:pt x="1601" y="2653"/>
                      </a:lnTo>
                      <a:lnTo>
                        <a:pt x="1600" y="2671"/>
                      </a:lnTo>
                      <a:lnTo>
                        <a:pt x="1600" y="2682"/>
                      </a:lnTo>
                      <a:lnTo>
                        <a:pt x="1599" y="2685"/>
                      </a:lnTo>
                      <a:lnTo>
                        <a:pt x="1599" y="2699"/>
                      </a:lnTo>
                      <a:lnTo>
                        <a:pt x="1597" y="2715"/>
                      </a:lnTo>
                      <a:lnTo>
                        <a:pt x="1592" y="2732"/>
                      </a:lnTo>
                      <a:lnTo>
                        <a:pt x="1587" y="2750"/>
                      </a:lnTo>
                      <a:lnTo>
                        <a:pt x="1578" y="2770"/>
                      </a:lnTo>
                      <a:lnTo>
                        <a:pt x="1566" y="2789"/>
                      </a:lnTo>
                      <a:lnTo>
                        <a:pt x="1552" y="2809"/>
                      </a:lnTo>
                      <a:lnTo>
                        <a:pt x="1533" y="2831"/>
                      </a:lnTo>
                      <a:lnTo>
                        <a:pt x="1511" y="2850"/>
                      </a:lnTo>
                      <a:lnTo>
                        <a:pt x="1483" y="2870"/>
                      </a:lnTo>
                      <a:lnTo>
                        <a:pt x="1452" y="2888"/>
                      </a:lnTo>
                      <a:lnTo>
                        <a:pt x="1415" y="2906"/>
                      </a:lnTo>
                      <a:lnTo>
                        <a:pt x="1372" y="2922"/>
                      </a:lnTo>
                      <a:lnTo>
                        <a:pt x="1347" y="2953"/>
                      </a:lnTo>
                      <a:lnTo>
                        <a:pt x="1317" y="2983"/>
                      </a:lnTo>
                      <a:lnTo>
                        <a:pt x="1283" y="3010"/>
                      </a:lnTo>
                      <a:lnTo>
                        <a:pt x="1259" y="3022"/>
                      </a:lnTo>
                      <a:lnTo>
                        <a:pt x="1233" y="3030"/>
                      </a:lnTo>
                      <a:lnTo>
                        <a:pt x="1205" y="3032"/>
                      </a:lnTo>
                      <a:lnTo>
                        <a:pt x="992" y="3032"/>
                      </a:lnTo>
                      <a:lnTo>
                        <a:pt x="965" y="3030"/>
                      </a:lnTo>
                      <a:lnTo>
                        <a:pt x="939" y="3022"/>
                      </a:lnTo>
                      <a:lnTo>
                        <a:pt x="915" y="3010"/>
                      </a:lnTo>
                      <a:lnTo>
                        <a:pt x="881" y="2983"/>
                      </a:lnTo>
                      <a:lnTo>
                        <a:pt x="850" y="2953"/>
                      </a:lnTo>
                      <a:lnTo>
                        <a:pt x="825" y="2922"/>
                      </a:lnTo>
                      <a:lnTo>
                        <a:pt x="780" y="2904"/>
                      </a:lnTo>
                      <a:lnTo>
                        <a:pt x="741" y="2886"/>
                      </a:lnTo>
                      <a:lnTo>
                        <a:pt x="707" y="2866"/>
                      </a:lnTo>
                      <a:lnTo>
                        <a:pt x="680" y="2844"/>
                      </a:lnTo>
                      <a:lnTo>
                        <a:pt x="657" y="2823"/>
                      </a:lnTo>
                      <a:lnTo>
                        <a:pt x="639" y="2800"/>
                      </a:lnTo>
                      <a:lnTo>
                        <a:pt x="626" y="2779"/>
                      </a:lnTo>
                      <a:lnTo>
                        <a:pt x="614" y="2757"/>
                      </a:lnTo>
                      <a:lnTo>
                        <a:pt x="607" y="2737"/>
                      </a:lnTo>
                      <a:lnTo>
                        <a:pt x="602" y="2718"/>
                      </a:lnTo>
                      <a:lnTo>
                        <a:pt x="599" y="2701"/>
                      </a:lnTo>
                      <a:lnTo>
                        <a:pt x="598" y="2685"/>
                      </a:lnTo>
                      <a:lnTo>
                        <a:pt x="598" y="2685"/>
                      </a:lnTo>
                      <a:lnTo>
                        <a:pt x="598" y="2682"/>
                      </a:lnTo>
                      <a:lnTo>
                        <a:pt x="597" y="2671"/>
                      </a:lnTo>
                      <a:lnTo>
                        <a:pt x="596" y="2653"/>
                      </a:lnTo>
                      <a:lnTo>
                        <a:pt x="595" y="2631"/>
                      </a:lnTo>
                      <a:lnTo>
                        <a:pt x="594" y="2605"/>
                      </a:lnTo>
                      <a:lnTo>
                        <a:pt x="592" y="2576"/>
                      </a:lnTo>
                      <a:lnTo>
                        <a:pt x="590" y="2546"/>
                      </a:lnTo>
                      <a:lnTo>
                        <a:pt x="588" y="2515"/>
                      </a:lnTo>
                      <a:lnTo>
                        <a:pt x="587" y="2485"/>
                      </a:lnTo>
                      <a:lnTo>
                        <a:pt x="585" y="2456"/>
                      </a:lnTo>
                      <a:lnTo>
                        <a:pt x="584" y="2429"/>
                      </a:lnTo>
                      <a:lnTo>
                        <a:pt x="582" y="2406"/>
                      </a:lnTo>
                      <a:lnTo>
                        <a:pt x="536" y="2369"/>
                      </a:lnTo>
                      <a:lnTo>
                        <a:pt x="495" y="2328"/>
                      </a:lnTo>
                      <a:lnTo>
                        <a:pt x="460" y="2285"/>
                      </a:lnTo>
                      <a:lnTo>
                        <a:pt x="432" y="2240"/>
                      </a:lnTo>
                      <a:lnTo>
                        <a:pt x="408" y="2193"/>
                      </a:lnTo>
                      <a:lnTo>
                        <a:pt x="392" y="2145"/>
                      </a:lnTo>
                      <a:lnTo>
                        <a:pt x="382" y="2095"/>
                      </a:lnTo>
                      <a:lnTo>
                        <a:pt x="378" y="2044"/>
                      </a:lnTo>
                      <a:lnTo>
                        <a:pt x="376" y="2019"/>
                      </a:lnTo>
                      <a:lnTo>
                        <a:pt x="368" y="1991"/>
                      </a:lnTo>
                      <a:lnTo>
                        <a:pt x="357" y="1963"/>
                      </a:lnTo>
                      <a:lnTo>
                        <a:pt x="341" y="1933"/>
                      </a:lnTo>
                      <a:lnTo>
                        <a:pt x="320" y="1899"/>
                      </a:lnTo>
                      <a:lnTo>
                        <a:pt x="297" y="1862"/>
                      </a:lnTo>
                      <a:lnTo>
                        <a:pt x="268" y="1821"/>
                      </a:lnTo>
                      <a:lnTo>
                        <a:pt x="245" y="1788"/>
                      </a:lnTo>
                      <a:lnTo>
                        <a:pt x="222" y="1752"/>
                      </a:lnTo>
                      <a:lnTo>
                        <a:pt x="197" y="1714"/>
                      </a:lnTo>
                      <a:lnTo>
                        <a:pt x="173" y="1675"/>
                      </a:lnTo>
                      <a:lnTo>
                        <a:pt x="149" y="1633"/>
                      </a:lnTo>
                      <a:lnTo>
                        <a:pt x="125" y="1588"/>
                      </a:lnTo>
                      <a:lnTo>
                        <a:pt x="102" y="1542"/>
                      </a:lnTo>
                      <a:lnTo>
                        <a:pt x="82" y="1493"/>
                      </a:lnTo>
                      <a:lnTo>
                        <a:pt x="62" y="1440"/>
                      </a:lnTo>
                      <a:lnTo>
                        <a:pt x="45" y="1384"/>
                      </a:lnTo>
                      <a:lnTo>
                        <a:pt x="30" y="1326"/>
                      </a:lnTo>
                      <a:lnTo>
                        <a:pt x="17" y="1263"/>
                      </a:lnTo>
                      <a:lnTo>
                        <a:pt x="8" y="1197"/>
                      </a:lnTo>
                      <a:lnTo>
                        <a:pt x="3" y="1128"/>
                      </a:lnTo>
                      <a:lnTo>
                        <a:pt x="0" y="1054"/>
                      </a:lnTo>
                      <a:lnTo>
                        <a:pt x="4" y="968"/>
                      </a:lnTo>
                      <a:lnTo>
                        <a:pt x="15" y="883"/>
                      </a:lnTo>
                      <a:lnTo>
                        <a:pt x="32" y="801"/>
                      </a:lnTo>
                      <a:lnTo>
                        <a:pt x="57" y="722"/>
                      </a:lnTo>
                      <a:lnTo>
                        <a:pt x="87" y="644"/>
                      </a:lnTo>
                      <a:lnTo>
                        <a:pt x="123" y="570"/>
                      </a:lnTo>
                      <a:lnTo>
                        <a:pt x="165" y="499"/>
                      </a:lnTo>
                      <a:lnTo>
                        <a:pt x="213" y="433"/>
                      </a:lnTo>
                      <a:lnTo>
                        <a:pt x="266" y="368"/>
                      </a:lnTo>
                      <a:lnTo>
                        <a:pt x="323" y="310"/>
                      </a:lnTo>
                      <a:lnTo>
                        <a:pt x="385" y="255"/>
                      </a:lnTo>
                      <a:lnTo>
                        <a:pt x="451" y="204"/>
                      </a:lnTo>
                      <a:lnTo>
                        <a:pt x="521" y="159"/>
                      </a:lnTo>
                      <a:lnTo>
                        <a:pt x="595" y="118"/>
                      </a:lnTo>
                      <a:lnTo>
                        <a:pt x="672" y="83"/>
                      </a:lnTo>
                      <a:lnTo>
                        <a:pt x="753" y="54"/>
                      </a:lnTo>
                      <a:lnTo>
                        <a:pt x="836" y="32"/>
                      </a:lnTo>
                      <a:lnTo>
                        <a:pt x="921" y="15"/>
                      </a:lnTo>
                      <a:lnTo>
                        <a:pt x="1009" y="3"/>
                      </a:lnTo>
                      <a:lnTo>
                        <a:pt x="1099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39" name="Freeform 34"/>
                <p:cNvSpPr>
                  <a:spLocks/>
                </p:cNvSpPr>
                <p:nvPr/>
              </p:nvSpPr>
              <p:spPr bwMode="auto">
                <a:xfrm>
                  <a:off x="2525713" y="1574800"/>
                  <a:ext cx="31750" cy="79375"/>
                </a:xfrm>
                <a:custGeom>
                  <a:avLst/>
                  <a:gdLst>
                    <a:gd name="T0" fmla="*/ 69 w 138"/>
                    <a:gd name="T1" fmla="*/ 0 h 344"/>
                    <a:gd name="T2" fmla="*/ 69 w 138"/>
                    <a:gd name="T3" fmla="*/ 0 h 344"/>
                    <a:gd name="T4" fmla="*/ 87 w 138"/>
                    <a:gd name="T5" fmla="*/ 3 h 344"/>
                    <a:gd name="T6" fmla="*/ 104 w 138"/>
                    <a:gd name="T7" fmla="*/ 9 h 344"/>
                    <a:gd name="T8" fmla="*/ 118 w 138"/>
                    <a:gd name="T9" fmla="*/ 21 h 344"/>
                    <a:gd name="T10" fmla="*/ 129 w 138"/>
                    <a:gd name="T11" fmla="*/ 34 h 344"/>
                    <a:gd name="T12" fmla="*/ 136 w 138"/>
                    <a:gd name="T13" fmla="*/ 51 h 344"/>
                    <a:gd name="T14" fmla="*/ 138 w 138"/>
                    <a:gd name="T15" fmla="*/ 69 h 344"/>
                    <a:gd name="T16" fmla="*/ 138 w 138"/>
                    <a:gd name="T17" fmla="*/ 275 h 344"/>
                    <a:gd name="T18" fmla="*/ 136 w 138"/>
                    <a:gd name="T19" fmla="*/ 294 h 344"/>
                    <a:gd name="T20" fmla="*/ 129 w 138"/>
                    <a:gd name="T21" fmla="*/ 310 h 344"/>
                    <a:gd name="T22" fmla="*/ 118 w 138"/>
                    <a:gd name="T23" fmla="*/ 325 h 344"/>
                    <a:gd name="T24" fmla="*/ 104 w 138"/>
                    <a:gd name="T25" fmla="*/ 335 h 344"/>
                    <a:gd name="T26" fmla="*/ 87 w 138"/>
                    <a:gd name="T27" fmla="*/ 342 h 344"/>
                    <a:gd name="T28" fmla="*/ 69 w 138"/>
                    <a:gd name="T29" fmla="*/ 344 h 344"/>
                    <a:gd name="T30" fmla="*/ 51 w 138"/>
                    <a:gd name="T31" fmla="*/ 342 h 344"/>
                    <a:gd name="T32" fmla="*/ 34 w 138"/>
                    <a:gd name="T33" fmla="*/ 335 h 344"/>
                    <a:gd name="T34" fmla="*/ 20 w 138"/>
                    <a:gd name="T35" fmla="*/ 325 h 344"/>
                    <a:gd name="T36" fmla="*/ 9 w 138"/>
                    <a:gd name="T37" fmla="*/ 310 h 344"/>
                    <a:gd name="T38" fmla="*/ 2 w 138"/>
                    <a:gd name="T39" fmla="*/ 294 h 344"/>
                    <a:gd name="T40" fmla="*/ 0 w 138"/>
                    <a:gd name="T41" fmla="*/ 275 h 344"/>
                    <a:gd name="T42" fmla="*/ 0 w 138"/>
                    <a:gd name="T43" fmla="*/ 69 h 344"/>
                    <a:gd name="T44" fmla="*/ 2 w 138"/>
                    <a:gd name="T45" fmla="*/ 51 h 344"/>
                    <a:gd name="T46" fmla="*/ 9 w 138"/>
                    <a:gd name="T47" fmla="*/ 34 h 344"/>
                    <a:gd name="T48" fmla="*/ 20 w 138"/>
                    <a:gd name="T49" fmla="*/ 21 h 344"/>
                    <a:gd name="T50" fmla="*/ 34 w 138"/>
                    <a:gd name="T51" fmla="*/ 9 h 344"/>
                    <a:gd name="T52" fmla="*/ 51 w 138"/>
                    <a:gd name="T53" fmla="*/ 3 h 344"/>
                    <a:gd name="T54" fmla="*/ 69 w 138"/>
                    <a:gd name="T55" fmla="*/ 0 h 34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</a:cxnLst>
                  <a:rect l="0" t="0" r="r" b="b"/>
                  <a:pathLst>
                    <a:path w="138" h="344">
                      <a:moveTo>
                        <a:pt x="69" y="0"/>
                      </a:moveTo>
                      <a:lnTo>
                        <a:pt x="69" y="0"/>
                      </a:lnTo>
                      <a:lnTo>
                        <a:pt x="87" y="3"/>
                      </a:lnTo>
                      <a:lnTo>
                        <a:pt x="104" y="9"/>
                      </a:lnTo>
                      <a:lnTo>
                        <a:pt x="118" y="21"/>
                      </a:lnTo>
                      <a:lnTo>
                        <a:pt x="129" y="34"/>
                      </a:lnTo>
                      <a:lnTo>
                        <a:pt x="136" y="51"/>
                      </a:lnTo>
                      <a:lnTo>
                        <a:pt x="138" y="69"/>
                      </a:lnTo>
                      <a:lnTo>
                        <a:pt x="138" y="275"/>
                      </a:lnTo>
                      <a:lnTo>
                        <a:pt x="136" y="294"/>
                      </a:lnTo>
                      <a:lnTo>
                        <a:pt x="129" y="310"/>
                      </a:lnTo>
                      <a:lnTo>
                        <a:pt x="118" y="325"/>
                      </a:lnTo>
                      <a:lnTo>
                        <a:pt x="104" y="335"/>
                      </a:lnTo>
                      <a:lnTo>
                        <a:pt x="87" y="342"/>
                      </a:lnTo>
                      <a:lnTo>
                        <a:pt x="69" y="344"/>
                      </a:lnTo>
                      <a:lnTo>
                        <a:pt x="51" y="342"/>
                      </a:lnTo>
                      <a:lnTo>
                        <a:pt x="34" y="335"/>
                      </a:lnTo>
                      <a:lnTo>
                        <a:pt x="20" y="325"/>
                      </a:lnTo>
                      <a:lnTo>
                        <a:pt x="9" y="310"/>
                      </a:lnTo>
                      <a:lnTo>
                        <a:pt x="2" y="294"/>
                      </a:lnTo>
                      <a:lnTo>
                        <a:pt x="0" y="275"/>
                      </a:lnTo>
                      <a:lnTo>
                        <a:pt x="0" y="69"/>
                      </a:lnTo>
                      <a:lnTo>
                        <a:pt x="2" y="51"/>
                      </a:lnTo>
                      <a:lnTo>
                        <a:pt x="9" y="34"/>
                      </a:lnTo>
                      <a:lnTo>
                        <a:pt x="20" y="21"/>
                      </a:lnTo>
                      <a:lnTo>
                        <a:pt x="34" y="9"/>
                      </a:lnTo>
                      <a:lnTo>
                        <a:pt x="51" y="3"/>
                      </a:lnTo>
                      <a:lnTo>
                        <a:pt x="69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40" name="Freeform 35"/>
                <p:cNvSpPr>
                  <a:spLocks/>
                </p:cNvSpPr>
                <p:nvPr/>
              </p:nvSpPr>
              <p:spPr bwMode="auto">
                <a:xfrm>
                  <a:off x="2349500" y="1622425"/>
                  <a:ext cx="53975" cy="71437"/>
                </a:xfrm>
                <a:custGeom>
                  <a:avLst/>
                  <a:gdLst>
                    <a:gd name="T0" fmla="*/ 69 w 243"/>
                    <a:gd name="T1" fmla="*/ 0 h 317"/>
                    <a:gd name="T2" fmla="*/ 87 w 243"/>
                    <a:gd name="T3" fmla="*/ 2 h 317"/>
                    <a:gd name="T4" fmla="*/ 103 w 243"/>
                    <a:gd name="T5" fmla="*/ 9 h 317"/>
                    <a:gd name="T6" fmla="*/ 118 w 243"/>
                    <a:gd name="T7" fmla="*/ 20 h 317"/>
                    <a:gd name="T8" fmla="*/ 129 w 243"/>
                    <a:gd name="T9" fmla="*/ 34 h 317"/>
                    <a:gd name="T10" fmla="*/ 233 w 243"/>
                    <a:gd name="T11" fmla="*/ 214 h 317"/>
                    <a:gd name="T12" fmla="*/ 240 w 243"/>
                    <a:gd name="T13" fmla="*/ 230 h 317"/>
                    <a:gd name="T14" fmla="*/ 243 w 243"/>
                    <a:gd name="T15" fmla="*/ 248 h 317"/>
                    <a:gd name="T16" fmla="*/ 240 w 243"/>
                    <a:gd name="T17" fmla="*/ 265 h 317"/>
                    <a:gd name="T18" fmla="*/ 233 w 243"/>
                    <a:gd name="T19" fmla="*/ 282 h 317"/>
                    <a:gd name="T20" fmla="*/ 223 w 243"/>
                    <a:gd name="T21" fmla="*/ 297 h 317"/>
                    <a:gd name="T22" fmla="*/ 209 w 243"/>
                    <a:gd name="T23" fmla="*/ 308 h 317"/>
                    <a:gd name="T24" fmla="*/ 191 w 243"/>
                    <a:gd name="T25" fmla="*/ 315 h 317"/>
                    <a:gd name="T26" fmla="*/ 173 w 243"/>
                    <a:gd name="T27" fmla="*/ 317 h 317"/>
                    <a:gd name="T28" fmla="*/ 155 w 243"/>
                    <a:gd name="T29" fmla="*/ 315 h 317"/>
                    <a:gd name="T30" fmla="*/ 139 w 243"/>
                    <a:gd name="T31" fmla="*/ 308 h 317"/>
                    <a:gd name="T32" fmla="*/ 125 w 243"/>
                    <a:gd name="T33" fmla="*/ 297 h 317"/>
                    <a:gd name="T34" fmla="*/ 113 w 243"/>
                    <a:gd name="T35" fmla="*/ 282 h 317"/>
                    <a:gd name="T36" fmla="*/ 9 w 243"/>
                    <a:gd name="T37" fmla="*/ 103 h 317"/>
                    <a:gd name="T38" fmla="*/ 2 w 243"/>
                    <a:gd name="T39" fmla="*/ 86 h 317"/>
                    <a:gd name="T40" fmla="*/ 0 w 243"/>
                    <a:gd name="T41" fmla="*/ 68 h 317"/>
                    <a:gd name="T42" fmla="*/ 2 w 243"/>
                    <a:gd name="T43" fmla="*/ 51 h 317"/>
                    <a:gd name="T44" fmla="*/ 9 w 243"/>
                    <a:gd name="T45" fmla="*/ 34 h 317"/>
                    <a:gd name="T46" fmla="*/ 20 w 243"/>
                    <a:gd name="T47" fmla="*/ 21 h 317"/>
                    <a:gd name="T48" fmla="*/ 34 w 243"/>
                    <a:gd name="T49" fmla="*/ 10 h 317"/>
                    <a:gd name="T50" fmla="*/ 52 w 243"/>
                    <a:gd name="T51" fmla="*/ 2 h 317"/>
                    <a:gd name="T52" fmla="*/ 69 w 243"/>
                    <a:gd name="T53" fmla="*/ 0 h 3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</a:cxnLst>
                  <a:rect l="0" t="0" r="r" b="b"/>
                  <a:pathLst>
                    <a:path w="243" h="317">
                      <a:moveTo>
                        <a:pt x="69" y="0"/>
                      </a:moveTo>
                      <a:lnTo>
                        <a:pt x="87" y="2"/>
                      </a:lnTo>
                      <a:lnTo>
                        <a:pt x="103" y="9"/>
                      </a:lnTo>
                      <a:lnTo>
                        <a:pt x="118" y="20"/>
                      </a:lnTo>
                      <a:lnTo>
                        <a:pt x="129" y="34"/>
                      </a:lnTo>
                      <a:lnTo>
                        <a:pt x="233" y="214"/>
                      </a:lnTo>
                      <a:lnTo>
                        <a:pt x="240" y="230"/>
                      </a:lnTo>
                      <a:lnTo>
                        <a:pt x="243" y="248"/>
                      </a:lnTo>
                      <a:lnTo>
                        <a:pt x="240" y="265"/>
                      </a:lnTo>
                      <a:lnTo>
                        <a:pt x="233" y="282"/>
                      </a:lnTo>
                      <a:lnTo>
                        <a:pt x="223" y="297"/>
                      </a:lnTo>
                      <a:lnTo>
                        <a:pt x="209" y="308"/>
                      </a:lnTo>
                      <a:lnTo>
                        <a:pt x="191" y="315"/>
                      </a:lnTo>
                      <a:lnTo>
                        <a:pt x="173" y="317"/>
                      </a:lnTo>
                      <a:lnTo>
                        <a:pt x="155" y="315"/>
                      </a:lnTo>
                      <a:lnTo>
                        <a:pt x="139" y="308"/>
                      </a:lnTo>
                      <a:lnTo>
                        <a:pt x="125" y="297"/>
                      </a:lnTo>
                      <a:lnTo>
                        <a:pt x="113" y="282"/>
                      </a:lnTo>
                      <a:lnTo>
                        <a:pt x="9" y="103"/>
                      </a:lnTo>
                      <a:lnTo>
                        <a:pt x="2" y="86"/>
                      </a:lnTo>
                      <a:lnTo>
                        <a:pt x="0" y="68"/>
                      </a:lnTo>
                      <a:lnTo>
                        <a:pt x="2" y="51"/>
                      </a:lnTo>
                      <a:lnTo>
                        <a:pt x="9" y="34"/>
                      </a:lnTo>
                      <a:lnTo>
                        <a:pt x="20" y="21"/>
                      </a:lnTo>
                      <a:lnTo>
                        <a:pt x="34" y="10"/>
                      </a:lnTo>
                      <a:lnTo>
                        <a:pt x="52" y="2"/>
                      </a:lnTo>
                      <a:lnTo>
                        <a:pt x="69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41" name="Freeform 36"/>
                <p:cNvSpPr>
                  <a:spLocks/>
                </p:cNvSpPr>
                <p:nvPr/>
              </p:nvSpPr>
              <p:spPr bwMode="auto">
                <a:xfrm>
                  <a:off x="2219325" y="1751013"/>
                  <a:ext cx="71438" cy="55562"/>
                </a:xfrm>
                <a:custGeom>
                  <a:avLst/>
                  <a:gdLst>
                    <a:gd name="T0" fmla="*/ 69 w 319"/>
                    <a:gd name="T1" fmla="*/ 0 h 241"/>
                    <a:gd name="T2" fmla="*/ 86 w 319"/>
                    <a:gd name="T3" fmla="*/ 3 h 241"/>
                    <a:gd name="T4" fmla="*/ 104 w 319"/>
                    <a:gd name="T5" fmla="*/ 9 h 241"/>
                    <a:gd name="T6" fmla="*/ 285 w 319"/>
                    <a:gd name="T7" fmla="*/ 112 h 241"/>
                    <a:gd name="T8" fmla="*/ 299 w 319"/>
                    <a:gd name="T9" fmla="*/ 124 h 241"/>
                    <a:gd name="T10" fmla="*/ 310 w 319"/>
                    <a:gd name="T11" fmla="*/ 138 h 241"/>
                    <a:gd name="T12" fmla="*/ 316 w 319"/>
                    <a:gd name="T13" fmla="*/ 155 h 241"/>
                    <a:gd name="T14" fmla="*/ 319 w 319"/>
                    <a:gd name="T15" fmla="*/ 172 h 241"/>
                    <a:gd name="T16" fmla="*/ 316 w 319"/>
                    <a:gd name="T17" fmla="*/ 190 h 241"/>
                    <a:gd name="T18" fmla="*/ 310 w 319"/>
                    <a:gd name="T19" fmla="*/ 206 h 241"/>
                    <a:gd name="T20" fmla="*/ 298 w 319"/>
                    <a:gd name="T21" fmla="*/ 221 h 241"/>
                    <a:gd name="T22" fmla="*/ 283 w 319"/>
                    <a:gd name="T23" fmla="*/ 232 h 241"/>
                    <a:gd name="T24" fmla="*/ 266 w 319"/>
                    <a:gd name="T25" fmla="*/ 239 h 241"/>
                    <a:gd name="T26" fmla="*/ 249 w 319"/>
                    <a:gd name="T27" fmla="*/ 241 h 241"/>
                    <a:gd name="T28" fmla="*/ 231 w 319"/>
                    <a:gd name="T29" fmla="*/ 239 h 241"/>
                    <a:gd name="T30" fmla="*/ 214 w 319"/>
                    <a:gd name="T31" fmla="*/ 231 h 241"/>
                    <a:gd name="T32" fmla="*/ 34 w 319"/>
                    <a:gd name="T33" fmla="*/ 129 h 241"/>
                    <a:gd name="T34" fmla="*/ 19 w 319"/>
                    <a:gd name="T35" fmla="*/ 118 h 241"/>
                    <a:gd name="T36" fmla="*/ 9 w 319"/>
                    <a:gd name="T37" fmla="*/ 103 h 241"/>
                    <a:gd name="T38" fmla="*/ 2 w 319"/>
                    <a:gd name="T39" fmla="*/ 87 h 241"/>
                    <a:gd name="T40" fmla="*/ 0 w 319"/>
                    <a:gd name="T41" fmla="*/ 69 h 241"/>
                    <a:gd name="T42" fmla="*/ 2 w 319"/>
                    <a:gd name="T43" fmla="*/ 51 h 241"/>
                    <a:gd name="T44" fmla="*/ 9 w 319"/>
                    <a:gd name="T45" fmla="*/ 34 h 241"/>
                    <a:gd name="T46" fmla="*/ 20 w 319"/>
                    <a:gd name="T47" fmla="*/ 20 h 241"/>
                    <a:gd name="T48" fmla="*/ 35 w 319"/>
                    <a:gd name="T49" fmla="*/ 9 h 241"/>
                    <a:gd name="T50" fmla="*/ 51 w 319"/>
                    <a:gd name="T51" fmla="*/ 3 h 241"/>
                    <a:gd name="T52" fmla="*/ 69 w 319"/>
                    <a:gd name="T53" fmla="*/ 0 h 24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</a:cxnLst>
                  <a:rect l="0" t="0" r="r" b="b"/>
                  <a:pathLst>
                    <a:path w="319" h="241">
                      <a:moveTo>
                        <a:pt x="69" y="0"/>
                      </a:moveTo>
                      <a:lnTo>
                        <a:pt x="86" y="3"/>
                      </a:lnTo>
                      <a:lnTo>
                        <a:pt x="104" y="9"/>
                      </a:lnTo>
                      <a:lnTo>
                        <a:pt x="285" y="112"/>
                      </a:lnTo>
                      <a:lnTo>
                        <a:pt x="299" y="124"/>
                      </a:lnTo>
                      <a:lnTo>
                        <a:pt x="310" y="138"/>
                      </a:lnTo>
                      <a:lnTo>
                        <a:pt x="316" y="155"/>
                      </a:lnTo>
                      <a:lnTo>
                        <a:pt x="319" y="172"/>
                      </a:lnTo>
                      <a:lnTo>
                        <a:pt x="316" y="190"/>
                      </a:lnTo>
                      <a:lnTo>
                        <a:pt x="310" y="206"/>
                      </a:lnTo>
                      <a:lnTo>
                        <a:pt x="298" y="221"/>
                      </a:lnTo>
                      <a:lnTo>
                        <a:pt x="283" y="232"/>
                      </a:lnTo>
                      <a:lnTo>
                        <a:pt x="266" y="239"/>
                      </a:lnTo>
                      <a:lnTo>
                        <a:pt x="249" y="241"/>
                      </a:lnTo>
                      <a:lnTo>
                        <a:pt x="231" y="239"/>
                      </a:lnTo>
                      <a:lnTo>
                        <a:pt x="214" y="231"/>
                      </a:lnTo>
                      <a:lnTo>
                        <a:pt x="34" y="129"/>
                      </a:lnTo>
                      <a:lnTo>
                        <a:pt x="19" y="118"/>
                      </a:lnTo>
                      <a:lnTo>
                        <a:pt x="9" y="103"/>
                      </a:lnTo>
                      <a:lnTo>
                        <a:pt x="2" y="87"/>
                      </a:lnTo>
                      <a:lnTo>
                        <a:pt x="0" y="69"/>
                      </a:lnTo>
                      <a:lnTo>
                        <a:pt x="2" y="51"/>
                      </a:lnTo>
                      <a:lnTo>
                        <a:pt x="9" y="34"/>
                      </a:lnTo>
                      <a:lnTo>
                        <a:pt x="20" y="20"/>
                      </a:lnTo>
                      <a:lnTo>
                        <a:pt x="35" y="9"/>
                      </a:lnTo>
                      <a:lnTo>
                        <a:pt x="51" y="3"/>
                      </a:lnTo>
                      <a:lnTo>
                        <a:pt x="69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42" name="Freeform 37"/>
                <p:cNvSpPr>
                  <a:spLocks/>
                </p:cNvSpPr>
                <p:nvPr/>
              </p:nvSpPr>
              <p:spPr bwMode="auto">
                <a:xfrm>
                  <a:off x="2171700" y="1927225"/>
                  <a:ext cx="77788" cy="31750"/>
                </a:xfrm>
                <a:custGeom>
                  <a:avLst/>
                  <a:gdLst>
                    <a:gd name="T0" fmla="*/ 69 w 347"/>
                    <a:gd name="T1" fmla="*/ 0 h 139"/>
                    <a:gd name="T2" fmla="*/ 278 w 347"/>
                    <a:gd name="T3" fmla="*/ 0 h 139"/>
                    <a:gd name="T4" fmla="*/ 296 w 347"/>
                    <a:gd name="T5" fmla="*/ 4 h 139"/>
                    <a:gd name="T6" fmla="*/ 313 w 347"/>
                    <a:gd name="T7" fmla="*/ 10 h 139"/>
                    <a:gd name="T8" fmla="*/ 327 w 347"/>
                    <a:gd name="T9" fmla="*/ 21 h 139"/>
                    <a:gd name="T10" fmla="*/ 338 w 347"/>
                    <a:gd name="T11" fmla="*/ 35 h 139"/>
                    <a:gd name="T12" fmla="*/ 345 w 347"/>
                    <a:gd name="T13" fmla="*/ 51 h 139"/>
                    <a:gd name="T14" fmla="*/ 347 w 347"/>
                    <a:gd name="T15" fmla="*/ 70 h 139"/>
                    <a:gd name="T16" fmla="*/ 345 w 347"/>
                    <a:gd name="T17" fmla="*/ 88 h 139"/>
                    <a:gd name="T18" fmla="*/ 338 w 347"/>
                    <a:gd name="T19" fmla="*/ 104 h 139"/>
                    <a:gd name="T20" fmla="*/ 327 w 347"/>
                    <a:gd name="T21" fmla="*/ 119 h 139"/>
                    <a:gd name="T22" fmla="*/ 313 w 347"/>
                    <a:gd name="T23" fmla="*/ 129 h 139"/>
                    <a:gd name="T24" fmla="*/ 296 w 347"/>
                    <a:gd name="T25" fmla="*/ 137 h 139"/>
                    <a:gd name="T26" fmla="*/ 278 w 347"/>
                    <a:gd name="T27" fmla="*/ 139 h 139"/>
                    <a:gd name="T28" fmla="*/ 69 w 347"/>
                    <a:gd name="T29" fmla="*/ 139 h 139"/>
                    <a:gd name="T30" fmla="*/ 51 w 347"/>
                    <a:gd name="T31" fmla="*/ 137 h 139"/>
                    <a:gd name="T32" fmla="*/ 35 w 347"/>
                    <a:gd name="T33" fmla="*/ 129 h 139"/>
                    <a:gd name="T34" fmla="*/ 20 w 347"/>
                    <a:gd name="T35" fmla="*/ 119 h 139"/>
                    <a:gd name="T36" fmla="*/ 10 w 347"/>
                    <a:gd name="T37" fmla="*/ 104 h 139"/>
                    <a:gd name="T38" fmla="*/ 2 w 347"/>
                    <a:gd name="T39" fmla="*/ 88 h 139"/>
                    <a:gd name="T40" fmla="*/ 0 w 347"/>
                    <a:gd name="T41" fmla="*/ 70 h 139"/>
                    <a:gd name="T42" fmla="*/ 2 w 347"/>
                    <a:gd name="T43" fmla="*/ 51 h 139"/>
                    <a:gd name="T44" fmla="*/ 10 w 347"/>
                    <a:gd name="T45" fmla="*/ 35 h 139"/>
                    <a:gd name="T46" fmla="*/ 20 w 347"/>
                    <a:gd name="T47" fmla="*/ 21 h 139"/>
                    <a:gd name="T48" fmla="*/ 35 w 347"/>
                    <a:gd name="T49" fmla="*/ 10 h 139"/>
                    <a:gd name="T50" fmla="*/ 51 w 347"/>
                    <a:gd name="T51" fmla="*/ 4 h 139"/>
                    <a:gd name="T52" fmla="*/ 69 w 347"/>
                    <a:gd name="T53" fmla="*/ 0 h 13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</a:cxnLst>
                  <a:rect l="0" t="0" r="r" b="b"/>
                  <a:pathLst>
                    <a:path w="347" h="139">
                      <a:moveTo>
                        <a:pt x="69" y="0"/>
                      </a:moveTo>
                      <a:lnTo>
                        <a:pt x="278" y="0"/>
                      </a:lnTo>
                      <a:lnTo>
                        <a:pt x="296" y="4"/>
                      </a:lnTo>
                      <a:lnTo>
                        <a:pt x="313" y="10"/>
                      </a:lnTo>
                      <a:lnTo>
                        <a:pt x="327" y="21"/>
                      </a:lnTo>
                      <a:lnTo>
                        <a:pt x="338" y="35"/>
                      </a:lnTo>
                      <a:lnTo>
                        <a:pt x="345" y="51"/>
                      </a:lnTo>
                      <a:lnTo>
                        <a:pt x="347" y="70"/>
                      </a:lnTo>
                      <a:lnTo>
                        <a:pt x="345" y="88"/>
                      </a:lnTo>
                      <a:lnTo>
                        <a:pt x="338" y="104"/>
                      </a:lnTo>
                      <a:lnTo>
                        <a:pt x="327" y="119"/>
                      </a:lnTo>
                      <a:lnTo>
                        <a:pt x="313" y="129"/>
                      </a:lnTo>
                      <a:lnTo>
                        <a:pt x="296" y="137"/>
                      </a:lnTo>
                      <a:lnTo>
                        <a:pt x="278" y="139"/>
                      </a:lnTo>
                      <a:lnTo>
                        <a:pt x="69" y="139"/>
                      </a:lnTo>
                      <a:lnTo>
                        <a:pt x="51" y="137"/>
                      </a:lnTo>
                      <a:lnTo>
                        <a:pt x="35" y="129"/>
                      </a:lnTo>
                      <a:lnTo>
                        <a:pt x="20" y="119"/>
                      </a:lnTo>
                      <a:lnTo>
                        <a:pt x="10" y="104"/>
                      </a:lnTo>
                      <a:lnTo>
                        <a:pt x="2" y="88"/>
                      </a:lnTo>
                      <a:lnTo>
                        <a:pt x="0" y="70"/>
                      </a:lnTo>
                      <a:lnTo>
                        <a:pt x="2" y="51"/>
                      </a:lnTo>
                      <a:lnTo>
                        <a:pt x="10" y="35"/>
                      </a:lnTo>
                      <a:lnTo>
                        <a:pt x="20" y="21"/>
                      </a:lnTo>
                      <a:lnTo>
                        <a:pt x="35" y="10"/>
                      </a:lnTo>
                      <a:lnTo>
                        <a:pt x="51" y="4"/>
                      </a:lnTo>
                      <a:lnTo>
                        <a:pt x="69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43" name="Freeform 38"/>
                <p:cNvSpPr>
                  <a:spLocks/>
                </p:cNvSpPr>
                <p:nvPr/>
              </p:nvSpPr>
              <p:spPr bwMode="auto">
                <a:xfrm>
                  <a:off x="2219325" y="2079625"/>
                  <a:ext cx="71438" cy="55562"/>
                </a:xfrm>
                <a:custGeom>
                  <a:avLst/>
                  <a:gdLst>
                    <a:gd name="T0" fmla="*/ 249 w 319"/>
                    <a:gd name="T1" fmla="*/ 0 h 242"/>
                    <a:gd name="T2" fmla="*/ 268 w 319"/>
                    <a:gd name="T3" fmla="*/ 3 h 242"/>
                    <a:gd name="T4" fmla="*/ 283 w 319"/>
                    <a:gd name="T5" fmla="*/ 9 h 242"/>
                    <a:gd name="T6" fmla="*/ 298 w 319"/>
                    <a:gd name="T7" fmla="*/ 20 h 242"/>
                    <a:gd name="T8" fmla="*/ 310 w 319"/>
                    <a:gd name="T9" fmla="*/ 35 h 242"/>
                    <a:gd name="T10" fmla="*/ 316 w 319"/>
                    <a:gd name="T11" fmla="*/ 52 h 242"/>
                    <a:gd name="T12" fmla="*/ 319 w 319"/>
                    <a:gd name="T13" fmla="*/ 70 h 242"/>
                    <a:gd name="T14" fmla="*/ 316 w 319"/>
                    <a:gd name="T15" fmla="*/ 86 h 242"/>
                    <a:gd name="T16" fmla="*/ 310 w 319"/>
                    <a:gd name="T17" fmla="*/ 103 h 242"/>
                    <a:gd name="T18" fmla="*/ 298 w 319"/>
                    <a:gd name="T19" fmla="*/ 118 h 242"/>
                    <a:gd name="T20" fmla="*/ 285 w 319"/>
                    <a:gd name="T21" fmla="*/ 129 h 242"/>
                    <a:gd name="T22" fmla="*/ 104 w 319"/>
                    <a:gd name="T23" fmla="*/ 232 h 242"/>
                    <a:gd name="T24" fmla="*/ 87 w 319"/>
                    <a:gd name="T25" fmla="*/ 239 h 242"/>
                    <a:gd name="T26" fmla="*/ 69 w 319"/>
                    <a:gd name="T27" fmla="*/ 242 h 242"/>
                    <a:gd name="T28" fmla="*/ 51 w 319"/>
                    <a:gd name="T29" fmla="*/ 239 h 242"/>
                    <a:gd name="T30" fmla="*/ 35 w 319"/>
                    <a:gd name="T31" fmla="*/ 233 h 242"/>
                    <a:gd name="T32" fmla="*/ 20 w 319"/>
                    <a:gd name="T33" fmla="*/ 222 h 242"/>
                    <a:gd name="T34" fmla="*/ 9 w 319"/>
                    <a:gd name="T35" fmla="*/ 207 h 242"/>
                    <a:gd name="T36" fmla="*/ 2 w 319"/>
                    <a:gd name="T37" fmla="*/ 190 h 242"/>
                    <a:gd name="T38" fmla="*/ 0 w 319"/>
                    <a:gd name="T39" fmla="*/ 172 h 242"/>
                    <a:gd name="T40" fmla="*/ 2 w 319"/>
                    <a:gd name="T41" fmla="*/ 155 h 242"/>
                    <a:gd name="T42" fmla="*/ 9 w 319"/>
                    <a:gd name="T43" fmla="*/ 138 h 242"/>
                    <a:gd name="T44" fmla="*/ 19 w 319"/>
                    <a:gd name="T45" fmla="*/ 125 h 242"/>
                    <a:gd name="T46" fmla="*/ 34 w 319"/>
                    <a:gd name="T47" fmla="*/ 114 h 242"/>
                    <a:gd name="T48" fmla="*/ 214 w 319"/>
                    <a:gd name="T49" fmla="*/ 10 h 242"/>
                    <a:gd name="T50" fmla="*/ 232 w 319"/>
                    <a:gd name="T51" fmla="*/ 2 h 242"/>
                    <a:gd name="T52" fmla="*/ 249 w 319"/>
                    <a:gd name="T53" fmla="*/ 0 h 24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</a:cxnLst>
                  <a:rect l="0" t="0" r="r" b="b"/>
                  <a:pathLst>
                    <a:path w="319" h="242">
                      <a:moveTo>
                        <a:pt x="249" y="0"/>
                      </a:moveTo>
                      <a:lnTo>
                        <a:pt x="268" y="3"/>
                      </a:lnTo>
                      <a:lnTo>
                        <a:pt x="283" y="9"/>
                      </a:lnTo>
                      <a:lnTo>
                        <a:pt x="298" y="20"/>
                      </a:lnTo>
                      <a:lnTo>
                        <a:pt x="310" y="35"/>
                      </a:lnTo>
                      <a:lnTo>
                        <a:pt x="316" y="52"/>
                      </a:lnTo>
                      <a:lnTo>
                        <a:pt x="319" y="70"/>
                      </a:lnTo>
                      <a:lnTo>
                        <a:pt x="316" y="86"/>
                      </a:lnTo>
                      <a:lnTo>
                        <a:pt x="310" y="103"/>
                      </a:lnTo>
                      <a:lnTo>
                        <a:pt x="298" y="118"/>
                      </a:lnTo>
                      <a:lnTo>
                        <a:pt x="285" y="129"/>
                      </a:lnTo>
                      <a:lnTo>
                        <a:pt x="104" y="232"/>
                      </a:lnTo>
                      <a:lnTo>
                        <a:pt x="87" y="239"/>
                      </a:lnTo>
                      <a:lnTo>
                        <a:pt x="69" y="242"/>
                      </a:lnTo>
                      <a:lnTo>
                        <a:pt x="51" y="239"/>
                      </a:lnTo>
                      <a:lnTo>
                        <a:pt x="35" y="233"/>
                      </a:lnTo>
                      <a:lnTo>
                        <a:pt x="20" y="222"/>
                      </a:lnTo>
                      <a:lnTo>
                        <a:pt x="9" y="207"/>
                      </a:lnTo>
                      <a:lnTo>
                        <a:pt x="2" y="190"/>
                      </a:lnTo>
                      <a:lnTo>
                        <a:pt x="0" y="172"/>
                      </a:lnTo>
                      <a:lnTo>
                        <a:pt x="2" y="155"/>
                      </a:lnTo>
                      <a:lnTo>
                        <a:pt x="9" y="138"/>
                      </a:lnTo>
                      <a:lnTo>
                        <a:pt x="19" y="125"/>
                      </a:lnTo>
                      <a:lnTo>
                        <a:pt x="34" y="114"/>
                      </a:lnTo>
                      <a:lnTo>
                        <a:pt x="214" y="10"/>
                      </a:lnTo>
                      <a:lnTo>
                        <a:pt x="232" y="2"/>
                      </a:lnTo>
                      <a:lnTo>
                        <a:pt x="249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44" name="Freeform 39"/>
                <p:cNvSpPr>
                  <a:spLocks/>
                </p:cNvSpPr>
                <p:nvPr/>
              </p:nvSpPr>
              <p:spPr bwMode="auto">
                <a:xfrm>
                  <a:off x="2792413" y="2079625"/>
                  <a:ext cx="71438" cy="55562"/>
                </a:xfrm>
                <a:custGeom>
                  <a:avLst/>
                  <a:gdLst>
                    <a:gd name="T0" fmla="*/ 69 w 319"/>
                    <a:gd name="T1" fmla="*/ 0 h 242"/>
                    <a:gd name="T2" fmla="*/ 87 w 319"/>
                    <a:gd name="T3" fmla="*/ 2 h 242"/>
                    <a:gd name="T4" fmla="*/ 104 w 319"/>
                    <a:gd name="T5" fmla="*/ 10 h 242"/>
                    <a:gd name="T6" fmla="*/ 285 w 319"/>
                    <a:gd name="T7" fmla="*/ 114 h 242"/>
                    <a:gd name="T8" fmla="*/ 299 w 319"/>
                    <a:gd name="T9" fmla="*/ 125 h 242"/>
                    <a:gd name="T10" fmla="*/ 310 w 319"/>
                    <a:gd name="T11" fmla="*/ 138 h 242"/>
                    <a:gd name="T12" fmla="*/ 316 w 319"/>
                    <a:gd name="T13" fmla="*/ 155 h 242"/>
                    <a:gd name="T14" fmla="*/ 319 w 319"/>
                    <a:gd name="T15" fmla="*/ 172 h 242"/>
                    <a:gd name="T16" fmla="*/ 316 w 319"/>
                    <a:gd name="T17" fmla="*/ 190 h 242"/>
                    <a:gd name="T18" fmla="*/ 310 w 319"/>
                    <a:gd name="T19" fmla="*/ 207 h 242"/>
                    <a:gd name="T20" fmla="*/ 298 w 319"/>
                    <a:gd name="T21" fmla="*/ 222 h 242"/>
                    <a:gd name="T22" fmla="*/ 284 w 319"/>
                    <a:gd name="T23" fmla="*/ 233 h 242"/>
                    <a:gd name="T24" fmla="*/ 268 w 319"/>
                    <a:gd name="T25" fmla="*/ 239 h 242"/>
                    <a:gd name="T26" fmla="*/ 250 w 319"/>
                    <a:gd name="T27" fmla="*/ 242 h 242"/>
                    <a:gd name="T28" fmla="*/ 231 w 319"/>
                    <a:gd name="T29" fmla="*/ 239 h 242"/>
                    <a:gd name="T30" fmla="*/ 214 w 319"/>
                    <a:gd name="T31" fmla="*/ 232 h 242"/>
                    <a:gd name="T32" fmla="*/ 34 w 319"/>
                    <a:gd name="T33" fmla="*/ 129 h 242"/>
                    <a:gd name="T34" fmla="*/ 20 w 319"/>
                    <a:gd name="T35" fmla="*/ 118 h 242"/>
                    <a:gd name="T36" fmla="*/ 9 w 319"/>
                    <a:gd name="T37" fmla="*/ 103 h 242"/>
                    <a:gd name="T38" fmla="*/ 2 w 319"/>
                    <a:gd name="T39" fmla="*/ 86 h 242"/>
                    <a:gd name="T40" fmla="*/ 0 w 319"/>
                    <a:gd name="T41" fmla="*/ 70 h 242"/>
                    <a:gd name="T42" fmla="*/ 2 w 319"/>
                    <a:gd name="T43" fmla="*/ 52 h 242"/>
                    <a:gd name="T44" fmla="*/ 9 w 319"/>
                    <a:gd name="T45" fmla="*/ 35 h 242"/>
                    <a:gd name="T46" fmla="*/ 20 w 319"/>
                    <a:gd name="T47" fmla="*/ 20 h 242"/>
                    <a:gd name="T48" fmla="*/ 35 w 319"/>
                    <a:gd name="T49" fmla="*/ 9 h 242"/>
                    <a:gd name="T50" fmla="*/ 51 w 319"/>
                    <a:gd name="T51" fmla="*/ 3 h 242"/>
                    <a:gd name="T52" fmla="*/ 69 w 319"/>
                    <a:gd name="T53" fmla="*/ 0 h 24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</a:cxnLst>
                  <a:rect l="0" t="0" r="r" b="b"/>
                  <a:pathLst>
                    <a:path w="319" h="242">
                      <a:moveTo>
                        <a:pt x="69" y="0"/>
                      </a:moveTo>
                      <a:lnTo>
                        <a:pt x="87" y="2"/>
                      </a:lnTo>
                      <a:lnTo>
                        <a:pt x="104" y="10"/>
                      </a:lnTo>
                      <a:lnTo>
                        <a:pt x="285" y="114"/>
                      </a:lnTo>
                      <a:lnTo>
                        <a:pt x="299" y="125"/>
                      </a:lnTo>
                      <a:lnTo>
                        <a:pt x="310" y="138"/>
                      </a:lnTo>
                      <a:lnTo>
                        <a:pt x="316" y="155"/>
                      </a:lnTo>
                      <a:lnTo>
                        <a:pt x="319" y="172"/>
                      </a:lnTo>
                      <a:lnTo>
                        <a:pt x="316" y="190"/>
                      </a:lnTo>
                      <a:lnTo>
                        <a:pt x="310" y="207"/>
                      </a:lnTo>
                      <a:lnTo>
                        <a:pt x="298" y="222"/>
                      </a:lnTo>
                      <a:lnTo>
                        <a:pt x="284" y="233"/>
                      </a:lnTo>
                      <a:lnTo>
                        <a:pt x="268" y="239"/>
                      </a:lnTo>
                      <a:lnTo>
                        <a:pt x="250" y="242"/>
                      </a:lnTo>
                      <a:lnTo>
                        <a:pt x="231" y="239"/>
                      </a:lnTo>
                      <a:lnTo>
                        <a:pt x="214" y="232"/>
                      </a:lnTo>
                      <a:lnTo>
                        <a:pt x="34" y="129"/>
                      </a:lnTo>
                      <a:lnTo>
                        <a:pt x="20" y="118"/>
                      </a:lnTo>
                      <a:lnTo>
                        <a:pt x="9" y="103"/>
                      </a:lnTo>
                      <a:lnTo>
                        <a:pt x="2" y="86"/>
                      </a:lnTo>
                      <a:lnTo>
                        <a:pt x="0" y="70"/>
                      </a:lnTo>
                      <a:lnTo>
                        <a:pt x="2" y="52"/>
                      </a:lnTo>
                      <a:lnTo>
                        <a:pt x="9" y="35"/>
                      </a:lnTo>
                      <a:lnTo>
                        <a:pt x="20" y="20"/>
                      </a:lnTo>
                      <a:lnTo>
                        <a:pt x="35" y="9"/>
                      </a:lnTo>
                      <a:lnTo>
                        <a:pt x="51" y="3"/>
                      </a:lnTo>
                      <a:lnTo>
                        <a:pt x="69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45" name="Freeform 40"/>
                <p:cNvSpPr>
                  <a:spLocks/>
                </p:cNvSpPr>
                <p:nvPr/>
              </p:nvSpPr>
              <p:spPr bwMode="auto">
                <a:xfrm>
                  <a:off x="2833688" y="1927225"/>
                  <a:ext cx="77788" cy="31750"/>
                </a:xfrm>
                <a:custGeom>
                  <a:avLst/>
                  <a:gdLst>
                    <a:gd name="T0" fmla="*/ 70 w 348"/>
                    <a:gd name="T1" fmla="*/ 0 h 139"/>
                    <a:gd name="T2" fmla="*/ 278 w 348"/>
                    <a:gd name="T3" fmla="*/ 0 h 139"/>
                    <a:gd name="T4" fmla="*/ 297 w 348"/>
                    <a:gd name="T5" fmla="*/ 4 h 139"/>
                    <a:gd name="T6" fmla="*/ 314 w 348"/>
                    <a:gd name="T7" fmla="*/ 10 h 139"/>
                    <a:gd name="T8" fmla="*/ 327 w 348"/>
                    <a:gd name="T9" fmla="*/ 21 h 139"/>
                    <a:gd name="T10" fmla="*/ 337 w 348"/>
                    <a:gd name="T11" fmla="*/ 35 h 139"/>
                    <a:gd name="T12" fmla="*/ 345 w 348"/>
                    <a:gd name="T13" fmla="*/ 51 h 139"/>
                    <a:gd name="T14" fmla="*/ 348 w 348"/>
                    <a:gd name="T15" fmla="*/ 70 h 139"/>
                    <a:gd name="T16" fmla="*/ 345 w 348"/>
                    <a:gd name="T17" fmla="*/ 88 h 139"/>
                    <a:gd name="T18" fmla="*/ 337 w 348"/>
                    <a:gd name="T19" fmla="*/ 104 h 139"/>
                    <a:gd name="T20" fmla="*/ 327 w 348"/>
                    <a:gd name="T21" fmla="*/ 119 h 139"/>
                    <a:gd name="T22" fmla="*/ 314 w 348"/>
                    <a:gd name="T23" fmla="*/ 129 h 139"/>
                    <a:gd name="T24" fmla="*/ 297 w 348"/>
                    <a:gd name="T25" fmla="*/ 137 h 139"/>
                    <a:gd name="T26" fmla="*/ 278 w 348"/>
                    <a:gd name="T27" fmla="*/ 139 h 139"/>
                    <a:gd name="T28" fmla="*/ 70 w 348"/>
                    <a:gd name="T29" fmla="*/ 139 h 139"/>
                    <a:gd name="T30" fmla="*/ 52 w 348"/>
                    <a:gd name="T31" fmla="*/ 137 h 139"/>
                    <a:gd name="T32" fmla="*/ 34 w 348"/>
                    <a:gd name="T33" fmla="*/ 129 h 139"/>
                    <a:gd name="T34" fmla="*/ 21 w 348"/>
                    <a:gd name="T35" fmla="*/ 119 h 139"/>
                    <a:gd name="T36" fmla="*/ 10 w 348"/>
                    <a:gd name="T37" fmla="*/ 104 h 139"/>
                    <a:gd name="T38" fmla="*/ 3 w 348"/>
                    <a:gd name="T39" fmla="*/ 88 h 139"/>
                    <a:gd name="T40" fmla="*/ 0 w 348"/>
                    <a:gd name="T41" fmla="*/ 70 h 139"/>
                    <a:gd name="T42" fmla="*/ 3 w 348"/>
                    <a:gd name="T43" fmla="*/ 51 h 139"/>
                    <a:gd name="T44" fmla="*/ 10 w 348"/>
                    <a:gd name="T45" fmla="*/ 35 h 139"/>
                    <a:gd name="T46" fmla="*/ 21 w 348"/>
                    <a:gd name="T47" fmla="*/ 21 h 139"/>
                    <a:gd name="T48" fmla="*/ 34 w 348"/>
                    <a:gd name="T49" fmla="*/ 10 h 139"/>
                    <a:gd name="T50" fmla="*/ 52 w 348"/>
                    <a:gd name="T51" fmla="*/ 4 h 139"/>
                    <a:gd name="T52" fmla="*/ 70 w 348"/>
                    <a:gd name="T53" fmla="*/ 0 h 13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</a:cxnLst>
                  <a:rect l="0" t="0" r="r" b="b"/>
                  <a:pathLst>
                    <a:path w="348" h="139">
                      <a:moveTo>
                        <a:pt x="70" y="0"/>
                      </a:moveTo>
                      <a:lnTo>
                        <a:pt x="278" y="0"/>
                      </a:lnTo>
                      <a:lnTo>
                        <a:pt x="297" y="4"/>
                      </a:lnTo>
                      <a:lnTo>
                        <a:pt x="314" y="10"/>
                      </a:lnTo>
                      <a:lnTo>
                        <a:pt x="327" y="21"/>
                      </a:lnTo>
                      <a:lnTo>
                        <a:pt x="337" y="35"/>
                      </a:lnTo>
                      <a:lnTo>
                        <a:pt x="345" y="51"/>
                      </a:lnTo>
                      <a:lnTo>
                        <a:pt x="348" y="70"/>
                      </a:lnTo>
                      <a:lnTo>
                        <a:pt x="345" y="88"/>
                      </a:lnTo>
                      <a:lnTo>
                        <a:pt x="337" y="104"/>
                      </a:lnTo>
                      <a:lnTo>
                        <a:pt x="327" y="119"/>
                      </a:lnTo>
                      <a:lnTo>
                        <a:pt x="314" y="129"/>
                      </a:lnTo>
                      <a:lnTo>
                        <a:pt x="297" y="137"/>
                      </a:lnTo>
                      <a:lnTo>
                        <a:pt x="278" y="139"/>
                      </a:lnTo>
                      <a:lnTo>
                        <a:pt x="70" y="139"/>
                      </a:lnTo>
                      <a:lnTo>
                        <a:pt x="52" y="137"/>
                      </a:lnTo>
                      <a:lnTo>
                        <a:pt x="34" y="129"/>
                      </a:lnTo>
                      <a:lnTo>
                        <a:pt x="21" y="119"/>
                      </a:lnTo>
                      <a:lnTo>
                        <a:pt x="10" y="104"/>
                      </a:lnTo>
                      <a:lnTo>
                        <a:pt x="3" y="88"/>
                      </a:lnTo>
                      <a:lnTo>
                        <a:pt x="0" y="70"/>
                      </a:lnTo>
                      <a:lnTo>
                        <a:pt x="3" y="51"/>
                      </a:lnTo>
                      <a:lnTo>
                        <a:pt x="10" y="35"/>
                      </a:lnTo>
                      <a:lnTo>
                        <a:pt x="21" y="21"/>
                      </a:lnTo>
                      <a:lnTo>
                        <a:pt x="34" y="10"/>
                      </a:lnTo>
                      <a:lnTo>
                        <a:pt x="52" y="4"/>
                      </a:lnTo>
                      <a:lnTo>
                        <a:pt x="70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46" name="Freeform 41"/>
                <p:cNvSpPr>
                  <a:spLocks/>
                </p:cNvSpPr>
                <p:nvPr/>
              </p:nvSpPr>
              <p:spPr bwMode="auto">
                <a:xfrm>
                  <a:off x="2792413" y="1751013"/>
                  <a:ext cx="71438" cy="55562"/>
                </a:xfrm>
                <a:custGeom>
                  <a:avLst/>
                  <a:gdLst>
                    <a:gd name="T0" fmla="*/ 250 w 319"/>
                    <a:gd name="T1" fmla="*/ 0 h 241"/>
                    <a:gd name="T2" fmla="*/ 268 w 319"/>
                    <a:gd name="T3" fmla="*/ 3 h 241"/>
                    <a:gd name="T4" fmla="*/ 284 w 319"/>
                    <a:gd name="T5" fmla="*/ 9 h 241"/>
                    <a:gd name="T6" fmla="*/ 298 w 319"/>
                    <a:gd name="T7" fmla="*/ 20 h 241"/>
                    <a:gd name="T8" fmla="*/ 310 w 319"/>
                    <a:gd name="T9" fmla="*/ 34 h 241"/>
                    <a:gd name="T10" fmla="*/ 316 w 319"/>
                    <a:gd name="T11" fmla="*/ 51 h 241"/>
                    <a:gd name="T12" fmla="*/ 319 w 319"/>
                    <a:gd name="T13" fmla="*/ 69 h 241"/>
                    <a:gd name="T14" fmla="*/ 316 w 319"/>
                    <a:gd name="T15" fmla="*/ 87 h 241"/>
                    <a:gd name="T16" fmla="*/ 310 w 319"/>
                    <a:gd name="T17" fmla="*/ 103 h 241"/>
                    <a:gd name="T18" fmla="*/ 299 w 319"/>
                    <a:gd name="T19" fmla="*/ 118 h 241"/>
                    <a:gd name="T20" fmla="*/ 285 w 319"/>
                    <a:gd name="T21" fmla="*/ 129 h 241"/>
                    <a:gd name="T22" fmla="*/ 104 w 319"/>
                    <a:gd name="T23" fmla="*/ 231 h 241"/>
                    <a:gd name="T24" fmla="*/ 87 w 319"/>
                    <a:gd name="T25" fmla="*/ 239 h 241"/>
                    <a:gd name="T26" fmla="*/ 69 w 319"/>
                    <a:gd name="T27" fmla="*/ 241 h 241"/>
                    <a:gd name="T28" fmla="*/ 52 w 319"/>
                    <a:gd name="T29" fmla="*/ 239 h 241"/>
                    <a:gd name="T30" fmla="*/ 35 w 319"/>
                    <a:gd name="T31" fmla="*/ 232 h 241"/>
                    <a:gd name="T32" fmla="*/ 20 w 319"/>
                    <a:gd name="T33" fmla="*/ 221 h 241"/>
                    <a:gd name="T34" fmla="*/ 9 w 319"/>
                    <a:gd name="T35" fmla="*/ 206 h 241"/>
                    <a:gd name="T36" fmla="*/ 2 w 319"/>
                    <a:gd name="T37" fmla="*/ 190 h 241"/>
                    <a:gd name="T38" fmla="*/ 0 w 319"/>
                    <a:gd name="T39" fmla="*/ 172 h 241"/>
                    <a:gd name="T40" fmla="*/ 2 w 319"/>
                    <a:gd name="T41" fmla="*/ 155 h 241"/>
                    <a:gd name="T42" fmla="*/ 9 w 319"/>
                    <a:gd name="T43" fmla="*/ 138 h 241"/>
                    <a:gd name="T44" fmla="*/ 20 w 319"/>
                    <a:gd name="T45" fmla="*/ 124 h 241"/>
                    <a:gd name="T46" fmla="*/ 34 w 319"/>
                    <a:gd name="T47" fmla="*/ 112 h 241"/>
                    <a:gd name="T48" fmla="*/ 214 w 319"/>
                    <a:gd name="T49" fmla="*/ 9 h 241"/>
                    <a:gd name="T50" fmla="*/ 233 w 319"/>
                    <a:gd name="T51" fmla="*/ 3 h 241"/>
                    <a:gd name="T52" fmla="*/ 250 w 319"/>
                    <a:gd name="T53" fmla="*/ 0 h 24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</a:cxnLst>
                  <a:rect l="0" t="0" r="r" b="b"/>
                  <a:pathLst>
                    <a:path w="319" h="241">
                      <a:moveTo>
                        <a:pt x="250" y="0"/>
                      </a:moveTo>
                      <a:lnTo>
                        <a:pt x="268" y="3"/>
                      </a:lnTo>
                      <a:lnTo>
                        <a:pt x="284" y="9"/>
                      </a:lnTo>
                      <a:lnTo>
                        <a:pt x="298" y="20"/>
                      </a:lnTo>
                      <a:lnTo>
                        <a:pt x="310" y="34"/>
                      </a:lnTo>
                      <a:lnTo>
                        <a:pt x="316" y="51"/>
                      </a:lnTo>
                      <a:lnTo>
                        <a:pt x="319" y="69"/>
                      </a:lnTo>
                      <a:lnTo>
                        <a:pt x="316" y="87"/>
                      </a:lnTo>
                      <a:lnTo>
                        <a:pt x="310" y="103"/>
                      </a:lnTo>
                      <a:lnTo>
                        <a:pt x="299" y="118"/>
                      </a:lnTo>
                      <a:lnTo>
                        <a:pt x="285" y="129"/>
                      </a:lnTo>
                      <a:lnTo>
                        <a:pt x="104" y="231"/>
                      </a:lnTo>
                      <a:lnTo>
                        <a:pt x="87" y="239"/>
                      </a:lnTo>
                      <a:lnTo>
                        <a:pt x="69" y="241"/>
                      </a:lnTo>
                      <a:lnTo>
                        <a:pt x="52" y="239"/>
                      </a:lnTo>
                      <a:lnTo>
                        <a:pt x="35" y="232"/>
                      </a:lnTo>
                      <a:lnTo>
                        <a:pt x="20" y="221"/>
                      </a:lnTo>
                      <a:lnTo>
                        <a:pt x="9" y="206"/>
                      </a:lnTo>
                      <a:lnTo>
                        <a:pt x="2" y="190"/>
                      </a:lnTo>
                      <a:lnTo>
                        <a:pt x="0" y="172"/>
                      </a:lnTo>
                      <a:lnTo>
                        <a:pt x="2" y="155"/>
                      </a:lnTo>
                      <a:lnTo>
                        <a:pt x="9" y="138"/>
                      </a:lnTo>
                      <a:lnTo>
                        <a:pt x="20" y="124"/>
                      </a:lnTo>
                      <a:lnTo>
                        <a:pt x="34" y="112"/>
                      </a:lnTo>
                      <a:lnTo>
                        <a:pt x="214" y="9"/>
                      </a:lnTo>
                      <a:lnTo>
                        <a:pt x="233" y="3"/>
                      </a:lnTo>
                      <a:lnTo>
                        <a:pt x="250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47" name="Freeform 42"/>
                <p:cNvSpPr>
                  <a:spLocks/>
                </p:cNvSpPr>
                <p:nvPr/>
              </p:nvSpPr>
              <p:spPr bwMode="auto">
                <a:xfrm>
                  <a:off x="2679700" y="1622425"/>
                  <a:ext cx="55563" cy="71437"/>
                </a:xfrm>
                <a:custGeom>
                  <a:avLst/>
                  <a:gdLst>
                    <a:gd name="T0" fmla="*/ 172 w 243"/>
                    <a:gd name="T1" fmla="*/ 0 h 316"/>
                    <a:gd name="T2" fmla="*/ 191 w 243"/>
                    <a:gd name="T3" fmla="*/ 2 h 316"/>
                    <a:gd name="T4" fmla="*/ 208 w 243"/>
                    <a:gd name="T5" fmla="*/ 10 h 316"/>
                    <a:gd name="T6" fmla="*/ 222 w 243"/>
                    <a:gd name="T7" fmla="*/ 21 h 316"/>
                    <a:gd name="T8" fmla="*/ 234 w 243"/>
                    <a:gd name="T9" fmla="*/ 34 h 316"/>
                    <a:gd name="T10" fmla="*/ 241 w 243"/>
                    <a:gd name="T11" fmla="*/ 51 h 316"/>
                    <a:gd name="T12" fmla="*/ 243 w 243"/>
                    <a:gd name="T13" fmla="*/ 68 h 316"/>
                    <a:gd name="T14" fmla="*/ 241 w 243"/>
                    <a:gd name="T15" fmla="*/ 86 h 316"/>
                    <a:gd name="T16" fmla="*/ 234 w 243"/>
                    <a:gd name="T17" fmla="*/ 103 h 316"/>
                    <a:gd name="T18" fmla="*/ 129 w 243"/>
                    <a:gd name="T19" fmla="*/ 282 h 316"/>
                    <a:gd name="T20" fmla="*/ 118 w 243"/>
                    <a:gd name="T21" fmla="*/ 297 h 316"/>
                    <a:gd name="T22" fmla="*/ 103 w 243"/>
                    <a:gd name="T23" fmla="*/ 308 h 316"/>
                    <a:gd name="T24" fmla="*/ 87 w 243"/>
                    <a:gd name="T25" fmla="*/ 314 h 316"/>
                    <a:gd name="T26" fmla="*/ 69 w 243"/>
                    <a:gd name="T27" fmla="*/ 316 h 316"/>
                    <a:gd name="T28" fmla="*/ 52 w 243"/>
                    <a:gd name="T29" fmla="*/ 314 h 316"/>
                    <a:gd name="T30" fmla="*/ 35 w 243"/>
                    <a:gd name="T31" fmla="*/ 307 h 316"/>
                    <a:gd name="T32" fmla="*/ 19 w 243"/>
                    <a:gd name="T33" fmla="*/ 296 h 316"/>
                    <a:gd name="T34" fmla="*/ 9 w 243"/>
                    <a:gd name="T35" fmla="*/ 282 h 316"/>
                    <a:gd name="T36" fmla="*/ 2 w 243"/>
                    <a:gd name="T37" fmla="*/ 265 h 316"/>
                    <a:gd name="T38" fmla="*/ 0 w 243"/>
                    <a:gd name="T39" fmla="*/ 248 h 316"/>
                    <a:gd name="T40" fmla="*/ 2 w 243"/>
                    <a:gd name="T41" fmla="*/ 230 h 316"/>
                    <a:gd name="T42" fmla="*/ 9 w 243"/>
                    <a:gd name="T43" fmla="*/ 214 h 316"/>
                    <a:gd name="T44" fmla="*/ 113 w 243"/>
                    <a:gd name="T45" fmla="*/ 34 h 316"/>
                    <a:gd name="T46" fmla="*/ 125 w 243"/>
                    <a:gd name="T47" fmla="*/ 20 h 316"/>
                    <a:gd name="T48" fmla="*/ 140 w 243"/>
                    <a:gd name="T49" fmla="*/ 9 h 316"/>
                    <a:gd name="T50" fmla="*/ 155 w 243"/>
                    <a:gd name="T51" fmla="*/ 2 h 316"/>
                    <a:gd name="T52" fmla="*/ 172 w 243"/>
                    <a:gd name="T53" fmla="*/ 0 h 31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</a:cxnLst>
                  <a:rect l="0" t="0" r="r" b="b"/>
                  <a:pathLst>
                    <a:path w="243" h="316">
                      <a:moveTo>
                        <a:pt x="172" y="0"/>
                      </a:moveTo>
                      <a:lnTo>
                        <a:pt x="191" y="2"/>
                      </a:lnTo>
                      <a:lnTo>
                        <a:pt x="208" y="10"/>
                      </a:lnTo>
                      <a:lnTo>
                        <a:pt x="222" y="21"/>
                      </a:lnTo>
                      <a:lnTo>
                        <a:pt x="234" y="34"/>
                      </a:lnTo>
                      <a:lnTo>
                        <a:pt x="241" y="51"/>
                      </a:lnTo>
                      <a:lnTo>
                        <a:pt x="243" y="68"/>
                      </a:lnTo>
                      <a:lnTo>
                        <a:pt x="241" y="86"/>
                      </a:lnTo>
                      <a:lnTo>
                        <a:pt x="234" y="103"/>
                      </a:lnTo>
                      <a:lnTo>
                        <a:pt x="129" y="282"/>
                      </a:lnTo>
                      <a:lnTo>
                        <a:pt x="118" y="297"/>
                      </a:lnTo>
                      <a:lnTo>
                        <a:pt x="103" y="308"/>
                      </a:lnTo>
                      <a:lnTo>
                        <a:pt x="87" y="314"/>
                      </a:lnTo>
                      <a:lnTo>
                        <a:pt x="69" y="316"/>
                      </a:lnTo>
                      <a:lnTo>
                        <a:pt x="52" y="314"/>
                      </a:lnTo>
                      <a:lnTo>
                        <a:pt x="35" y="307"/>
                      </a:lnTo>
                      <a:lnTo>
                        <a:pt x="19" y="296"/>
                      </a:lnTo>
                      <a:lnTo>
                        <a:pt x="9" y="282"/>
                      </a:lnTo>
                      <a:lnTo>
                        <a:pt x="2" y="265"/>
                      </a:lnTo>
                      <a:lnTo>
                        <a:pt x="0" y="248"/>
                      </a:lnTo>
                      <a:lnTo>
                        <a:pt x="2" y="230"/>
                      </a:lnTo>
                      <a:lnTo>
                        <a:pt x="9" y="214"/>
                      </a:lnTo>
                      <a:lnTo>
                        <a:pt x="113" y="34"/>
                      </a:lnTo>
                      <a:lnTo>
                        <a:pt x="125" y="20"/>
                      </a:lnTo>
                      <a:lnTo>
                        <a:pt x="140" y="9"/>
                      </a:lnTo>
                      <a:lnTo>
                        <a:pt x="155" y="2"/>
                      </a:lnTo>
                      <a:lnTo>
                        <a:pt x="172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48" name="Freeform 43"/>
                <p:cNvSpPr>
                  <a:spLocks/>
                </p:cNvSpPr>
                <p:nvPr/>
              </p:nvSpPr>
              <p:spPr bwMode="auto">
                <a:xfrm>
                  <a:off x="2503488" y="1811338"/>
                  <a:ext cx="76200" cy="242887"/>
                </a:xfrm>
                <a:custGeom>
                  <a:avLst/>
                  <a:gdLst>
                    <a:gd name="T0" fmla="*/ 167 w 334"/>
                    <a:gd name="T1" fmla="*/ 0 h 1073"/>
                    <a:gd name="T2" fmla="*/ 201 w 334"/>
                    <a:gd name="T3" fmla="*/ 2 h 1073"/>
                    <a:gd name="T4" fmla="*/ 230 w 334"/>
                    <a:gd name="T5" fmla="*/ 8 h 1073"/>
                    <a:gd name="T6" fmla="*/ 258 w 334"/>
                    <a:gd name="T7" fmla="*/ 18 h 1073"/>
                    <a:gd name="T8" fmla="*/ 280 w 334"/>
                    <a:gd name="T9" fmla="*/ 33 h 1073"/>
                    <a:gd name="T10" fmla="*/ 300 w 334"/>
                    <a:gd name="T11" fmla="*/ 51 h 1073"/>
                    <a:gd name="T12" fmla="*/ 314 w 334"/>
                    <a:gd name="T13" fmla="*/ 72 h 1073"/>
                    <a:gd name="T14" fmla="*/ 326 w 334"/>
                    <a:gd name="T15" fmla="*/ 98 h 1073"/>
                    <a:gd name="T16" fmla="*/ 331 w 334"/>
                    <a:gd name="T17" fmla="*/ 128 h 1073"/>
                    <a:gd name="T18" fmla="*/ 334 w 334"/>
                    <a:gd name="T19" fmla="*/ 162 h 1073"/>
                    <a:gd name="T20" fmla="*/ 334 w 334"/>
                    <a:gd name="T21" fmla="*/ 406 h 1073"/>
                    <a:gd name="T22" fmla="*/ 332 w 334"/>
                    <a:gd name="T23" fmla="*/ 438 h 1073"/>
                    <a:gd name="T24" fmla="*/ 329 w 334"/>
                    <a:gd name="T25" fmla="*/ 471 h 1073"/>
                    <a:gd name="T26" fmla="*/ 326 w 334"/>
                    <a:gd name="T27" fmla="*/ 505 h 1073"/>
                    <a:gd name="T28" fmla="*/ 260 w 334"/>
                    <a:gd name="T29" fmla="*/ 996 h 1073"/>
                    <a:gd name="T30" fmla="*/ 255 w 334"/>
                    <a:gd name="T31" fmla="*/ 1019 h 1073"/>
                    <a:gd name="T32" fmla="*/ 247 w 334"/>
                    <a:gd name="T33" fmla="*/ 1039 h 1073"/>
                    <a:gd name="T34" fmla="*/ 237 w 334"/>
                    <a:gd name="T35" fmla="*/ 1052 h 1073"/>
                    <a:gd name="T36" fmla="*/ 224 w 334"/>
                    <a:gd name="T37" fmla="*/ 1062 h 1073"/>
                    <a:gd name="T38" fmla="*/ 208 w 334"/>
                    <a:gd name="T39" fmla="*/ 1069 h 1073"/>
                    <a:gd name="T40" fmla="*/ 188 w 334"/>
                    <a:gd name="T41" fmla="*/ 1072 h 1073"/>
                    <a:gd name="T42" fmla="*/ 167 w 334"/>
                    <a:gd name="T43" fmla="*/ 1073 h 1073"/>
                    <a:gd name="T44" fmla="*/ 145 w 334"/>
                    <a:gd name="T45" fmla="*/ 1072 h 1073"/>
                    <a:gd name="T46" fmla="*/ 126 w 334"/>
                    <a:gd name="T47" fmla="*/ 1069 h 1073"/>
                    <a:gd name="T48" fmla="*/ 110 w 334"/>
                    <a:gd name="T49" fmla="*/ 1062 h 1073"/>
                    <a:gd name="T50" fmla="*/ 96 w 334"/>
                    <a:gd name="T51" fmla="*/ 1052 h 1073"/>
                    <a:gd name="T52" fmla="*/ 86 w 334"/>
                    <a:gd name="T53" fmla="*/ 1039 h 1073"/>
                    <a:gd name="T54" fmla="*/ 78 w 334"/>
                    <a:gd name="T55" fmla="*/ 1019 h 1073"/>
                    <a:gd name="T56" fmla="*/ 74 w 334"/>
                    <a:gd name="T57" fmla="*/ 996 h 1073"/>
                    <a:gd name="T58" fmla="*/ 8 w 334"/>
                    <a:gd name="T59" fmla="*/ 505 h 1073"/>
                    <a:gd name="T60" fmla="*/ 5 w 334"/>
                    <a:gd name="T61" fmla="*/ 471 h 1073"/>
                    <a:gd name="T62" fmla="*/ 1 w 334"/>
                    <a:gd name="T63" fmla="*/ 438 h 1073"/>
                    <a:gd name="T64" fmla="*/ 0 w 334"/>
                    <a:gd name="T65" fmla="*/ 406 h 1073"/>
                    <a:gd name="T66" fmla="*/ 0 w 334"/>
                    <a:gd name="T67" fmla="*/ 162 h 1073"/>
                    <a:gd name="T68" fmla="*/ 2 w 334"/>
                    <a:gd name="T69" fmla="*/ 128 h 1073"/>
                    <a:gd name="T70" fmla="*/ 8 w 334"/>
                    <a:gd name="T71" fmla="*/ 98 h 1073"/>
                    <a:gd name="T72" fmla="*/ 19 w 334"/>
                    <a:gd name="T73" fmla="*/ 72 h 1073"/>
                    <a:gd name="T74" fmla="*/ 34 w 334"/>
                    <a:gd name="T75" fmla="*/ 51 h 1073"/>
                    <a:gd name="T76" fmla="*/ 53 w 334"/>
                    <a:gd name="T77" fmla="*/ 33 h 1073"/>
                    <a:gd name="T78" fmla="*/ 76 w 334"/>
                    <a:gd name="T79" fmla="*/ 18 h 1073"/>
                    <a:gd name="T80" fmla="*/ 103 w 334"/>
                    <a:gd name="T81" fmla="*/ 8 h 1073"/>
                    <a:gd name="T82" fmla="*/ 133 w 334"/>
                    <a:gd name="T83" fmla="*/ 2 h 1073"/>
                    <a:gd name="T84" fmla="*/ 167 w 334"/>
                    <a:gd name="T85" fmla="*/ 0 h 107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</a:cxnLst>
                  <a:rect l="0" t="0" r="r" b="b"/>
                  <a:pathLst>
                    <a:path w="334" h="1073">
                      <a:moveTo>
                        <a:pt x="167" y="0"/>
                      </a:moveTo>
                      <a:lnTo>
                        <a:pt x="201" y="2"/>
                      </a:lnTo>
                      <a:lnTo>
                        <a:pt x="230" y="8"/>
                      </a:lnTo>
                      <a:lnTo>
                        <a:pt x="258" y="18"/>
                      </a:lnTo>
                      <a:lnTo>
                        <a:pt x="280" y="33"/>
                      </a:lnTo>
                      <a:lnTo>
                        <a:pt x="300" y="51"/>
                      </a:lnTo>
                      <a:lnTo>
                        <a:pt x="314" y="72"/>
                      </a:lnTo>
                      <a:lnTo>
                        <a:pt x="326" y="98"/>
                      </a:lnTo>
                      <a:lnTo>
                        <a:pt x="331" y="128"/>
                      </a:lnTo>
                      <a:lnTo>
                        <a:pt x="334" y="162"/>
                      </a:lnTo>
                      <a:lnTo>
                        <a:pt x="334" y="406"/>
                      </a:lnTo>
                      <a:lnTo>
                        <a:pt x="332" y="438"/>
                      </a:lnTo>
                      <a:lnTo>
                        <a:pt x="329" y="471"/>
                      </a:lnTo>
                      <a:lnTo>
                        <a:pt x="326" y="505"/>
                      </a:lnTo>
                      <a:lnTo>
                        <a:pt x="260" y="996"/>
                      </a:lnTo>
                      <a:lnTo>
                        <a:pt x="255" y="1019"/>
                      </a:lnTo>
                      <a:lnTo>
                        <a:pt x="247" y="1039"/>
                      </a:lnTo>
                      <a:lnTo>
                        <a:pt x="237" y="1052"/>
                      </a:lnTo>
                      <a:lnTo>
                        <a:pt x="224" y="1062"/>
                      </a:lnTo>
                      <a:lnTo>
                        <a:pt x="208" y="1069"/>
                      </a:lnTo>
                      <a:lnTo>
                        <a:pt x="188" y="1072"/>
                      </a:lnTo>
                      <a:lnTo>
                        <a:pt x="167" y="1073"/>
                      </a:lnTo>
                      <a:lnTo>
                        <a:pt x="145" y="1072"/>
                      </a:lnTo>
                      <a:lnTo>
                        <a:pt x="126" y="1069"/>
                      </a:lnTo>
                      <a:lnTo>
                        <a:pt x="110" y="1062"/>
                      </a:lnTo>
                      <a:lnTo>
                        <a:pt x="96" y="1052"/>
                      </a:lnTo>
                      <a:lnTo>
                        <a:pt x="86" y="1039"/>
                      </a:lnTo>
                      <a:lnTo>
                        <a:pt x="78" y="1019"/>
                      </a:lnTo>
                      <a:lnTo>
                        <a:pt x="74" y="996"/>
                      </a:lnTo>
                      <a:lnTo>
                        <a:pt x="8" y="505"/>
                      </a:lnTo>
                      <a:lnTo>
                        <a:pt x="5" y="471"/>
                      </a:lnTo>
                      <a:lnTo>
                        <a:pt x="1" y="438"/>
                      </a:lnTo>
                      <a:lnTo>
                        <a:pt x="0" y="406"/>
                      </a:lnTo>
                      <a:lnTo>
                        <a:pt x="0" y="162"/>
                      </a:lnTo>
                      <a:lnTo>
                        <a:pt x="2" y="128"/>
                      </a:lnTo>
                      <a:lnTo>
                        <a:pt x="8" y="98"/>
                      </a:lnTo>
                      <a:lnTo>
                        <a:pt x="19" y="72"/>
                      </a:lnTo>
                      <a:lnTo>
                        <a:pt x="34" y="51"/>
                      </a:lnTo>
                      <a:lnTo>
                        <a:pt x="53" y="33"/>
                      </a:lnTo>
                      <a:lnTo>
                        <a:pt x="76" y="18"/>
                      </a:lnTo>
                      <a:lnTo>
                        <a:pt x="103" y="8"/>
                      </a:lnTo>
                      <a:lnTo>
                        <a:pt x="133" y="2"/>
                      </a:lnTo>
                      <a:lnTo>
                        <a:pt x="167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49" name="Freeform 44"/>
                <p:cNvSpPr>
                  <a:spLocks/>
                </p:cNvSpPr>
                <p:nvPr/>
              </p:nvSpPr>
              <p:spPr bwMode="auto">
                <a:xfrm>
                  <a:off x="2501900" y="2085975"/>
                  <a:ext cx="79375" cy="77787"/>
                </a:xfrm>
                <a:custGeom>
                  <a:avLst/>
                  <a:gdLst>
                    <a:gd name="T0" fmla="*/ 174 w 347"/>
                    <a:gd name="T1" fmla="*/ 0 h 344"/>
                    <a:gd name="T2" fmla="*/ 209 w 347"/>
                    <a:gd name="T3" fmla="*/ 4 h 344"/>
                    <a:gd name="T4" fmla="*/ 241 w 347"/>
                    <a:gd name="T5" fmla="*/ 14 h 344"/>
                    <a:gd name="T6" fmla="*/ 270 w 347"/>
                    <a:gd name="T7" fmla="*/ 30 h 344"/>
                    <a:gd name="T8" fmla="*/ 296 w 347"/>
                    <a:gd name="T9" fmla="*/ 50 h 344"/>
                    <a:gd name="T10" fmla="*/ 318 w 347"/>
                    <a:gd name="T11" fmla="*/ 76 h 344"/>
                    <a:gd name="T12" fmla="*/ 334 w 347"/>
                    <a:gd name="T13" fmla="*/ 106 h 344"/>
                    <a:gd name="T14" fmla="*/ 344 w 347"/>
                    <a:gd name="T15" fmla="*/ 138 h 344"/>
                    <a:gd name="T16" fmla="*/ 347 w 347"/>
                    <a:gd name="T17" fmla="*/ 172 h 344"/>
                    <a:gd name="T18" fmla="*/ 344 w 347"/>
                    <a:gd name="T19" fmla="*/ 207 h 344"/>
                    <a:gd name="T20" fmla="*/ 334 w 347"/>
                    <a:gd name="T21" fmla="*/ 240 h 344"/>
                    <a:gd name="T22" fmla="*/ 318 w 347"/>
                    <a:gd name="T23" fmla="*/ 269 h 344"/>
                    <a:gd name="T24" fmla="*/ 296 w 347"/>
                    <a:gd name="T25" fmla="*/ 294 h 344"/>
                    <a:gd name="T26" fmla="*/ 270 w 347"/>
                    <a:gd name="T27" fmla="*/ 315 h 344"/>
                    <a:gd name="T28" fmla="*/ 241 w 347"/>
                    <a:gd name="T29" fmla="*/ 331 h 344"/>
                    <a:gd name="T30" fmla="*/ 209 w 347"/>
                    <a:gd name="T31" fmla="*/ 341 h 344"/>
                    <a:gd name="T32" fmla="*/ 174 w 347"/>
                    <a:gd name="T33" fmla="*/ 344 h 344"/>
                    <a:gd name="T34" fmla="*/ 139 w 347"/>
                    <a:gd name="T35" fmla="*/ 341 h 344"/>
                    <a:gd name="T36" fmla="*/ 107 w 347"/>
                    <a:gd name="T37" fmla="*/ 331 h 344"/>
                    <a:gd name="T38" fmla="*/ 77 w 347"/>
                    <a:gd name="T39" fmla="*/ 315 h 344"/>
                    <a:gd name="T40" fmla="*/ 51 w 347"/>
                    <a:gd name="T41" fmla="*/ 294 h 344"/>
                    <a:gd name="T42" fmla="*/ 30 w 347"/>
                    <a:gd name="T43" fmla="*/ 269 h 344"/>
                    <a:gd name="T44" fmla="*/ 14 w 347"/>
                    <a:gd name="T45" fmla="*/ 240 h 344"/>
                    <a:gd name="T46" fmla="*/ 4 w 347"/>
                    <a:gd name="T47" fmla="*/ 207 h 344"/>
                    <a:gd name="T48" fmla="*/ 0 w 347"/>
                    <a:gd name="T49" fmla="*/ 172 h 344"/>
                    <a:gd name="T50" fmla="*/ 4 w 347"/>
                    <a:gd name="T51" fmla="*/ 138 h 344"/>
                    <a:gd name="T52" fmla="*/ 14 w 347"/>
                    <a:gd name="T53" fmla="*/ 106 h 344"/>
                    <a:gd name="T54" fmla="*/ 30 w 347"/>
                    <a:gd name="T55" fmla="*/ 76 h 344"/>
                    <a:gd name="T56" fmla="*/ 51 w 347"/>
                    <a:gd name="T57" fmla="*/ 50 h 344"/>
                    <a:gd name="T58" fmla="*/ 77 w 347"/>
                    <a:gd name="T59" fmla="*/ 30 h 344"/>
                    <a:gd name="T60" fmla="*/ 107 w 347"/>
                    <a:gd name="T61" fmla="*/ 14 h 344"/>
                    <a:gd name="T62" fmla="*/ 139 w 347"/>
                    <a:gd name="T63" fmla="*/ 4 h 344"/>
                    <a:gd name="T64" fmla="*/ 174 w 347"/>
                    <a:gd name="T65" fmla="*/ 0 h 34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</a:cxnLst>
                  <a:rect l="0" t="0" r="r" b="b"/>
                  <a:pathLst>
                    <a:path w="347" h="344">
                      <a:moveTo>
                        <a:pt x="174" y="0"/>
                      </a:moveTo>
                      <a:lnTo>
                        <a:pt x="209" y="4"/>
                      </a:lnTo>
                      <a:lnTo>
                        <a:pt x="241" y="14"/>
                      </a:lnTo>
                      <a:lnTo>
                        <a:pt x="270" y="30"/>
                      </a:lnTo>
                      <a:lnTo>
                        <a:pt x="296" y="50"/>
                      </a:lnTo>
                      <a:lnTo>
                        <a:pt x="318" y="76"/>
                      </a:lnTo>
                      <a:lnTo>
                        <a:pt x="334" y="106"/>
                      </a:lnTo>
                      <a:lnTo>
                        <a:pt x="344" y="138"/>
                      </a:lnTo>
                      <a:lnTo>
                        <a:pt x="347" y="172"/>
                      </a:lnTo>
                      <a:lnTo>
                        <a:pt x="344" y="207"/>
                      </a:lnTo>
                      <a:lnTo>
                        <a:pt x="334" y="240"/>
                      </a:lnTo>
                      <a:lnTo>
                        <a:pt x="318" y="269"/>
                      </a:lnTo>
                      <a:lnTo>
                        <a:pt x="296" y="294"/>
                      </a:lnTo>
                      <a:lnTo>
                        <a:pt x="270" y="315"/>
                      </a:lnTo>
                      <a:lnTo>
                        <a:pt x="241" y="331"/>
                      </a:lnTo>
                      <a:lnTo>
                        <a:pt x="209" y="341"/>
                      </a:lnTo>
                      <a:lnTo>
                        <a:pt x="174" y="344"/>
                      </a:lnTo>
                      <a:lnTo>
                        <a:pt x="139" y="341"/>
                      </a:lnTo>
                      <a:lnTo>
                        <a:pt x="107" y="331"/>
                      </a:lnTo>
                      <a:lnTo>
                        <a:pt x="77" y="315"/>
                      </a:lnTo>
                      <a:lnTo>
                        <a:pt x="51" y="294"/>
                      </a:lnTo>
                      <a:lnTo>
                        <a:pt x="30" y="269"/>
                      </a:lnTo>
                      <a:lnTo>
                        <a:pt x="14" y="240"/>
                      </a:lnTo>
                      <a:lnTo>
                        <a:pt x="4" y="207"/>
                      </a:lnTo>
                      <a:lnTo>
                        <a:pt x="0" y="172"/>
                      </a:lnTo>
                      <a:lnTo>
                        <a:pt x="4" y="138"/>
                      </a:lnTo>
                      <a:lnTo>
                        <a:pt x="14" y="106"/>
                      </a:lnTo>
                      <a:lnTo>
                        <a:pt x="30" y="76"/>
                      </a:lnTo>
                      <a:lnTo>
                        <a:pt x="51" y="50"/>
                      </a:lnTo>
                      <a:lnTo>
                        <a:pt x="77" y="30"/>
                      </a:lnTo>
                      <a:lnTo>
                        <a:pt x="107" y="14"/>
                      </a:lnTo>
                      <a:lnTo>
                        <a:pt x="139" y="4"/>
                      </a:lnTo>
                      <a:lnTo>
                        <a:pt x="174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</p:grpSp>
        </p:grpSp>
        <p:grpSp>
          <p:nvGrpSpPr>
            <p:cNvPr id="5" name="그룹 51"/>
            <p:cNvGrpSpPr/>
            <p:nvPr/>
          </p:nvGrpSpPr>
          <p:grpSpPr>
            <a:xfrm>
              <a:off x="6377507" y="3161645"/>
              <a:ext cx="1887811" cy="1488466"/>
              <a:chOff x="6225107" y="3009245"/>
              <a:chExt cx="1887811" cy="1488466"/>
            </a:xfrm>
          </p:grpSpPr>
          <p:sp>
            <p:nvSpPr>
              <p:cNvPr id="34" name="Freeform 25"/>
              <p:cNvSpPr>
                <a:spLocks noEditPoints="1"/>
              </p:cNvSpPr>
              <p:nvPr/>
            </p:nvSpPr>
            <p:spPr bwMode="auto">
              <a:xfrm>
                <a:off x="6225107" y="3009245"/>
                <a:ext cx="1887811" cy="1488466"/>
              </a:xfrm>
              <a:custGeom>
                <a:avLst/>
                <a:gdLst>
                  <a:gd name="T0" fmla="*/ 1139 w 2079"/>
                  <a:gd name="T1" fmla="*/ 134 h 1640"/>
                  <a:gd name="T2" fmla="*/ 941 w 2079"/>
                  <a:gd name="T3" fmla="*/ 210 h 1640"/>
                  <a:gd name="T4" fmla="*/ 779 w 2079"/>
                  <a:gd name="T5" fmla="*/ 336 h 1640"/>
                  <a:gd name="T6" fmla="*/ 663 w 2079"/>
                  <a:gd name="T7" fmla="*/ 500 h 1640"/>
                  <a:gd name="T8" fmla="*/ 598 w 2079"/>
                  <a:gd name="T9" fmla="*/ 691 h 1640"/>
                  <a:gd name="T10" fmla="*/ 591 w 2079"/>
                  <a:gd name="T11" fmla="*/ 896 h 1640"/>
                  <a:gd name="T12" fmla="*/ 647 w 2079"/>
                  <a:gd name="T13" fmla="*/ 1101 h 1640"/>
                  <a:gd name="T14" fmla="*/ 757 w 2079"/>
                  <a:gd name="T15" fmla="*/ 1275 h 1640"/>
                  <a:gd name="T16" fmla="*/ 911 w 2079"/>
                  <a:gd name="T17" fmla="*/ 1407 h 1640"/>
                  <a:gd name="T18" fmla="*/ 1093 w 2079"/>
                  <a:gd name="T19" fmla="*/ 1489 h 1640"/>
                  <a:gd name="T20" fmla="*/ 1294 w 2079"/>
                  <a:gd name="T21" fmla="*/ 1516 h 1640"/>
                  <a:gd name="T22" fmla="*/ 1502 w 2079"/>
                  <a:gd name="T23" fmla="*/ 1482 h 1640"/>
                  <a:gd name="T24" fmla="*/ 1689 w 2079"/>
                  <a:gd name="T25" fmla="*/ 1388 h 1640"/>
                  <a:gd name="T26" fmla="*/ 1836 w 2079"/>
                  <a:gd name="T27" fmla="*/ 1248 h 1640"/>
                  <a:gd name="T28" fmla="*/ 1936 w 2079"/>
                  <a:gd name="T29" fmla="*/ 1074 h 1640"/>
                  <a:gd name="T30" fmla="*/ 1982 w 2079"/>
                  <a:gd name="T31" fmla="*/ 877 h 1640"/>
                  <a:gd name="T32" fmla="*/ 1970 w 2079"/>
                  <a:gd name="T33" fmla="*/ 670 h 1640"/>
                  <a:gd name="T34" fmla="*/ 1893 w 2079"/>
                  <a:gd name="T35" fmla="*/ 472 h 1640"/>
                  <a:gd name="T36" fmla="*/ 1768 w 2079"/>
                  <a:gd name="T37" fmla="*/ 310 h 1640"/>
                  <a:gd name="T38" fmla="*/ 1603 w 2079"/>
                  <a:gd name="T39" fmla="*/ 194 h 1640"/>
                  <a:gd name="T40" fmla="*/ 1413 w 2079"/>
                  <a:gd name="T41" fmla="*/ 130 h 1640"/>
                  <a:gd name="T42" fmla="*/ 1286 w 2079"/>
                  <a:gd name="T43" fmla="*/ 0 h 1640"/>
                  <a:gd name="T44" fmla="*/ 1496 w 2079"/>
                  <a:gd name="T45" fmla="*/ 36 h 1640"/>
                  <a:gd name="T46" fmla="*/ 1689 w 2079"/>
                  <a:gd name="T47" fmla="*/ 125 h 1640"/>
                  <a:gd name="T48" fmla="*/ 1854 w 2079"/>
                  <a:gd name="T49" fmla="*/ 259 h 1640"/>
                  <a:gd name="T50" fmla="*/ 1981 w 2079"/>
                  <a:gd name="T51" fmla="*/ 436 h 1640"/>
                  <a:gd name="T52" fmla="*/ 2059 w 2079"/>
                  <a:gd name="T53" fmla="*/ 645 h 1640"/>
                  <a:gd name="T54" fmla="*/ 2079 w 2079"/>
                  <a:gd name="T55" fmla="*/ 863 h 1640"/>
                  <a:gd name="T56" fmla="*/ 2043 w 2079"/>
                  <a:gd name="T57" fmla="*/ 1074 h 1640"/>
                  <a:gd name="T58" fmla="*/ 1955 w 2079"/>
                  <a:gd name="T59" fmla="*/ 1267 h 1640"/>
                  <a:gd name="T60" fmla="*/ 1820 w 2079"/>
                  <a:gd name="T61" fmla="*/ 1431 h 1640"/>
                  <a:gd name="T62" fmla="*/ 1645 w 2079"/>
                  <a:gd name="T63" fmla="*/ 1558 h 1640"/>
                  <a:gd name="T64" fmla="*/ 1461 w 2079"/>
                  <a:gd name="T65" fmla="*/ 1629 h 1640"/>
                  <a:gd name="T66" fmla="*/ 1304 w 2079"/>
                  <a:gd name="T67" fmla="*/ 1640 h 1640"/>
                  <a:gd name="T68" fmla="*/ 1120 w 2079"/>
                  <a:gd name="T69" fmla="*/ 1623 h 1640"/>
                  <a:gd name="T70" fmla="*/ 923 w 2079"/>
                  <a:gd name="T71" fmla="*/ 1581 h 1640"/>
                  <a:gd name="T72" fmla="*/ 722 w 2079"/>
                  <a:gd name="T73" fmla="*/ 1523 h 1640"/>
                  <a:gd name="T74" fmla="*/ 526 w 2079"/>
                  <a:gd name="T75" fmla="*/ 1455 h 1640"/>
                  <a:gd name="T76" fmla="*/ 348 w 2079"/>
                  <a:gd name="T77" fmla="*/ 1388 h 1640"/>
                  <a:gd name="T78" fmla="*/ 197 w 2079"/>
                  <a:gd name="T79" fmla="*/ 1324 h 1640"/>
                  <a:gd name="T80" fmla="*/ 83 w 2079"/>
                  <a:gd name="T81" fmla="*/ 1273 h 1640"/>
                  <a:gd name="T82" fmla="*/ 15 w 2079"/>
                  <a:gd name="T83" fmla="*/ 1241 h 1640"/>
                  <a:gd name="T84" fmla="*/ 3 w 2079"/>
                  <a:gd name="T85" fmla="*/ 1231 h 1640"/>
                  <a:gd name="T86" fmla="*/ 29 w 2079"/>
                  <a:gd name="T87" fmla="*/ 1183 h 1640"/>
                  <a:gd name="T88" fmla="*/ 84 w 2079"/>
                  <a:gd name="T89" fmla="*/ 1088 h 1640"/>
                  <a:gd name="T90" fmla="*/ 162 w 2079"/>
                  <a:gd name="T91" fmla="*/ 956 h 1640"/>
                  <a:gd name="T92" fmla="*/ 261 w 2079"/>
                  <a:gd name="T93" fmla="*/ 801 h 1640"/>
                  <a:gd name="T94" fmla="*/ 374 w 2079"/>
                  <a:gd name="T95" fmla="*/ 634 h 1640"/>
                  <a:gd name="T96" fmla="*/ 500 w 2079"/>
                  <a:gd name="T97" fmla="*/ 467 h 1640"/>
                  <a:gd name="T98" fmla="*/ 633 w 2079"/>
                  <a:gd name="T99" fmla="*/ 310 h 1640"/>
                  <a:gd name="T100" fmla="*/ 771 w 2079"/>
                  <a:gd name="T101" fmla="*/ 178 h 1640"/>
                  <a:gd name="T102" fmla="*/ 907 w 2079"/>
                  <a:gd name="T103" fmla="*/ 81 h 1640"/>
                  <a:gd name="T104" fmla="*/ 1067 w 2079"/>
                  <a:gd name="T105" fmla="*/ 20 h 1640"/>
                  <a:gd name="T106" fmla="*/ 1286 w 2079"/>
                  <a:gd name="T107" fmla="*/ 0 h 164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</a:cxnLst>
                <a:rect l="0" t="0" r="r" b="b"/>
                <a:pathLst>
                  <a:path w="2079" h="1640">
                    <a:moveTo>
                      <a:pt x="1278" y="119"/>
                    </a:moveTo>
                    <a:lnTo>
                      <a:pt x="1208" y="123"/>
                    </a:lnTo>
                    <a:lnTo>
                      <a:pt x="1139" y="134"/>
                    </a:lnTo>
                    <a:lnTo>
                      <a:pt x="1070" y="152"/>
                    </a:lnTo>
                    <a:lnTo>
                      <a:pt x="1003" y="178"/>
                    </a:lnTo>
                    <a:lnTo>
                      <a:pt x="941" y="210"/>
                    </a:lnTo>
                    <a:lnTo>
                      <a:pt x="883" y="247"/>
                    </a:lnTo>
                    <a:lnTo>
                      <a:pt x="829" y="289"/>
                    </a:lnTo>
                    <a:lnTo>
                      <a:pt x="779" y="336"/>
                    </a:lnTo>
                    <a:lnTo>
                      <a:pt x="736" y="387"/>
                    </a:lnTo>
                    <a:lnTo>
                      <a:pt x="696" y="442"/>
                    </a:lnTo>
                    <a:lnTo>
                      <a:pt x="663" y="500"/>
                    </a:lnTo>
                    <a:lnTo>
                      <a:pt x="636" y="561"/>
                    </a:lnTo>
                    <a:lnTo>
                      <a:pt x="614" y="625"/>
                    </a:lnTo>
                    <a:lnTo>
                      <a:pt x="598" y="691"/>
                    </a:lnTo>
                    <a:lnTo>
                      <a:pt x="590" y="758"/>
                    </a:lnTo>
                    <a:lnTo>
                      <a:pt x="587" y="825"/>
                    </a:lnTo>
                    <a:lnTo>
                      <a:pt x="591" y="896"/>
                    </a:lnTo>
                    <a:lnTo>
                      <a:pt x="602" y="964"/>
                    </a:lnTo>
                    <a:lnTo>
                      <a:pt x="621" y="1033"/>
                    </a:lnTo>
                    <a:lnTo>
                      <a:pt x="647" y="1101"/>
                    </a:lnTo>
                    <a:lnTo>
                      <a:pt x="679" y="1163"/>
                    </a:lnTo>
                    <a:lnTo>
                      <a:pt x="715" y="1221"/>
                    </a:lnTo>
                    <a:lnTo>
                      <a:pt x="757" y="1275"/>
                    </a:lnTo>
                    <a:lnTo>
                      <a:pt x="804" y="1324"/>
                    </a:lnTo>
                    <a:lnTo>
                      <a:pt x="856" y="1368"/>
                    </a:lnTo>
                    <a:lnTo>
                      <a:pt x="911" y="1407"/>
                    </a:lnTo>
                    <a:lnTo>
                      <a:pt x="969" y="1440"/>
                    </a:lnTo>
                    <a:lnTo>
                      <a:pt x="1030" y="1467"/>
                    </a:lnTo>
                    <a:lnTo>
                      <a:pt x="1093" y="1489"/>
                    </a:lnTo>
                    <a:lnTo>
                      <a:pt x="1159" y="1505"/>
                    </a:lnTo>
                    <a:lnTo>
                      <a:pt x="1227" y="1513"/>
                    </a:lnTo>
                    <a:lnTo>
                      <a:pt x="1294" y="1516"/>
                    </a:lnTo>
                    <a:lnTo>
                      <a:pt x="1364" y="1512"/>
                    </a:lnTo>
                    <a:lnTo>
                      <a:pt x="1433" y="1501"/>
                    </a:lnTo>
                    <a:lnTo>
                      <a:pt x="1502" y="1482"/>
                    </a:lnTo>
                    <a:lnTo>
                      <a:pt x="1569" y="1457"/>
                    </a:lnTo>
                    <a:lnTo>
                      <a:pt x="1631" y="1424"/>
                    </a:lnTo>
                    <a:lnTo>
                      <a:pt x="1689" y="1388"/>
                    </a:lnTo>
                    <a:lnTo>
                      <a:pt x="1743" y="1346"/>
                    </a:lnTo>
                    <a:lnTo>
                      <a:pt x="1793" y="1299"/>
                    </a:lnTo>
                    <a:lnTo>
                      <a:pt x="1836" y="1248"/>
                    </a:lnTo>
                    <a:lnTo>
                      <a:pt x="1876" y="1192"/>
                    </a:lnTo>
                    <a:lnTo>
                      <a:pt x="1909" y="1134"/>
                    </a:lnTo>
                    <a:lnTo>
                      <a:pt x="1936" y="1074"/>
                    </a:lnTo>
                    <a:lnTo>
                      <a:pt x="1958" y="1010"/>
                    </a:lnTo>
                    <a:lnTo>
                      <a:pt x="1974" y="944"/>
                    </a:lnTo>
                    <a:lnTo>
                      <a:pt x="1982" y="877"/>
                    </a:lnTo>
                    <a:lnTo>
                      <a:pt x="1985" y="809"/>
                    </a:lnTo>
                    <a:lnTo>
                      <a:pt x="1981" y="739"/>
                    </a:lnTo>
                    <a:lnTo>
                      <a:pt x="1970" y="670"/>
                    </a:lnTo>
                    <a:lnTo>
                      <a:pt x="1951" y="602"/>
                    </a:lnTo>
                    <a:lnTo>
                      <a:pt x="1926" y="534"/>
                    </a:lnTo>
                    <a:lnTo>
                      <a:pt x="1893" y="472"/>
                    </a:lnTo>
                    <a:lnTo>
                      <a:pt x="1857" y="414"/>
                    </a:lnTo>
                    <a:lnTo>
                      <a:pt x="1815" y="360"/>
                    </a:lnTo>
                    <a:lnTo>
                      <a:pt x="1768" y="310"/>
                    </a:lnTo>
                    <a:lnTo>
                      <a:pt x="1716" y="267"/>
                    </a:lnTo>
                    <a:lnTo>
                      <a:pt x="1661" y="228"/>
                    </a:lnTo>
                    <a:lnTo>
                      <a:pt x="1603" y="194"/>
                    </a:lnTo>
                    <a:lnTo>
                      <a:pt x="1542" y="167"/>
                    </a:lnTo>
                    <a:lnTo>
                      <a:pt x="1479" y="146"/>
                    </a:lnTo>
                    <a:lnTo>
                      <a:pt x="1413" y="130"/>
                    </a:lnTo>
                    <a:lnTo>
                      <a:pt x="1345" y="121"/>
                    </a:lnTo>
                    <a:lnTo>
                      <a:pt x="1278" y="119"/>
                    </a:lnTo>
                    <a:close/>
                    <a:moveTo>
                      <a:pt x="1286" y="0"/>
                    </a:moveTo>
                    <a:lnTo>
                      <a:pt x="1358" y="7"/>
                    </a:lnTo>
                    <a:lnTo>
                      <a:pt x="1428" y="19"/>
                    </a:lnTo>
                    <a:lnTo>
                      <a:pt x="1496" y="36"/>
                    </a:lnTo>
                    <a:lnTo>
                      <a:pt x="1563" y="61"/>
                    </a:lnTo>
                    <a:lnTo>
                      <a:pt x="1627" y="90"/>
                    </a:lnTo>
                    <a:lnTo>
                      <a:pt x="1689" y="125"/>
                    </a:lnTo>
                    <a:lnTo>
                      <a:pt x="1747" y="165"/>
                    </a:lnTo>
                    <a:lnTo>
                      <a:pt x="1803" y="210"/>
                    </a:lnTo>
                    <a:lnTo>
                      <a:pt x="1854" y="259"/>
                    </a:lnTo>
                    <a:lnTo>
                      <a:pt x="1901" y="313"/>
                    </a:lnTo>
                    <a:lnTo>
                      <a:pt x="1943" y="372"/>
                    </a:lnTo>
                    <a:lnTo>
                      <a:pt x="1981" y="436"/>
                    </a:lnTo>
                    <a:lnTo>
                      <a:pt x="2013" y="502"/>
                    </a:lnTo>
                    <a:lnTo>
                      <a:pt x="2040" y="572"/>
                    </a:lnTo>
                    <a:lnTo>
                      <a:pt x="2059" y="645"/>
                    </a:lnTo>
                    <a:lnTo>
                      <a:pt x="2073" y="719"/>
                    </a:lnTo>
                    <a:lnTo>
                      <a:pt x="2079" y="792"/>
                    </a:lnTo>
                    <a:lnTo>
                      <a:pt x="2079" y="863"/>
                    </a:lnTo>
                    <a:lnTo>
                      <a:pt x="2074" y="935"/>
                    </a:lnTo>
                    <a:lnTo>
                      <a:pt x="2062" y="1005"/>
                    </a:lnTo>
                    <a:lnTo>
                      <a:pt x="2043" y="1074"/>
                    </a:lnTo>
                    <a:lnTo>
                      <a:pt x="2019" y="1141"/>
                    </a:lnTo>
                    <a:lnTo>
                      <a:pt x="1990" y="1204"/>
                    </a:lnTo>
                    <a:lnTo>
                      <a:pt x="1955" y="1267"/>
                    </a:lnTo>
                    <a:lnTo>
                      <a:pt x="1915" y="1324"/>
                    </a:lnTo>
                    <a:lnTo>
                      <a:pt x="1870" y="1380"/>
                    </a:lnTo>
                    <a:lnTo>
                      <a:pt x="1820" y="1431"/>
                    </a:lnTo>
                    <a:lnTo>
                      <a:pt x="1766" y="1478"/>
                    </a:lnTo>
                    <a:lnTo>
                      <a:pt x="1708" y="1520"/>
                    </a:lnTo>
                    <a:lnTo>
                      <a:pt x="1645" y="1558"/>
                    </a:lnTo>
                    <a:lnTo>
                      <a:pt x="1579" y="1590"/>
                    </a:lnTo>
                    <a:lnTo>
                      <a:pt x="1507" y="1617"/>
                    </a:lnTo>
                    <a:lnTo>
                      <a:pt x="1461" y="1629"/>
                    </a:lnTo>
                    <a:lnTo>
                      <a:pt x="1413" y="1636"/>
                    </a:lnTo>
                    <a:lnTo>
                      <a:pt x="1359" y="1640"/>
                    </a:lnTo>
                    <a:lnTo>
                      <a:pt x="1304" y="1640"/>
                    </a:lnTo>
                    <a:lnTo>
                      <a:pt x="1244" y="1637"/>
                    </a:lnTo>
                    <a:lnTo>
                      <a:pt x="1184" y="1631"/>
                    </a:lnTo>
                    <a:lnTo>
                      <a:pt x="1120" y="1623"/>
                    </a:lnTo>
                    <a:lnTo>
                      <a:pt x="1055" y="1610"/>
                    </a:lnTo>
                    <a:lnTo>
                      <a:pt x="991" y="1597"/>
                    </a:lnTo>
                    <a:lnTo>
                      <a:pt x="923" y="1581"/>
                    </a:lnTo>
                    <a:lnTo>
                      <a:pt x="856" y="1563"/>
                    </a:lnTo>
                    <a:lnTo>
                      <a:pt x="790" y="1543"/>
                    </a:lnTo>
                    <a:lnTo>
                      <a:pt x="722" y="1523"/>
                    </a:lnTo>
                    <a:lnTo>
                      <a:pt x="656" y="1501"/>
                    </a:lnTo>
                    <a:lnTo>
                      <a:pt x="591" y="1478"/>
                    </a:lnTo>
                    <a:lnTo>
                      <a:pt x="526" y="1455"/>
                    </a:lnTo>
                    <a:lnTo>
                      <a:pt x="466" y="1432"/>
                    </a:lnTo>
                    <a:lnTo>
                      <a:pt x="405" y="1409"/>
                    </a:lnTo>
                    <a:lnTo>
                      <a:pt x="348" y="1388"/>
                    </a:lnTo>
                    <a:lnTo>
                      <a:pt x="294" y="1365"/>
                    </a:lnTo>
                    <a:lnTo>
                      <a:pt x="245" y="1343"/>
                    </a:lnTo>
                    <a:lnTo>
                      <a:pt x="197" y="1324"/>
                    </a:lnTo>
                    <a:lnTo>
                      <a:pt x="154" y="1306"/>
                    </a:lnTo>
                    <a:lnTo>
                      <a:pt x="115" y="1288"/>
                    </a:lnTo>
                    <a:lnTo>
                      <a:pt x="83" y="1273"/>
                    </a:lnTo>
                    <a:lnTo>
                      <a:pt x="54" y="1260"/>
                    </a:lnTo>
                    <a:lnTo>
                      <a:pt x="31" y="1249"/>
                    </a:lnTo>
                    <a:lnTo>
                      <a:pt x="15" y="1241"/>
                    </a:lnTo>
                    <a:lnTo>
                      <a:pt x="4" y="1237"/>
                    </a:lnTo>
                    <a:lnTo>
                      <a:pt x="0" y="1235"/>
                    </a:lnTo>
                    <a:lnTo>
                      <a:pt x="3" y="1231"/>
                    </a:lnTo>
                    <a:lnTo>
                      <a:pt x="8" y="1222"/>
                    </a:lnTo>
                    <a:lnTo>
                      <a:pt x="17" y="1206"/>
                    </a:lnTo>
                    <a:lnTo>
                      <a:pt x="29" y="1183"/>
                    </a:lnTo>
                    <a:lnTo>
                      <a:pt x="45" y="1156"/>
                    </a:lnTo>
                    <a:lnTo>
                      <a:pt x="62" y="1124"/>
                    </a:lnTo>
                    <a:lnTo>
                      <a:pt x="84" y="1088"/>
                    </a:lnTo>
                    <a:lnTo>
                      <a:pt x="107" y="1048"/>
                    </a:lnTo>
                    <a:lnTo>
                      <a:pt x="134" y="1003"/>
                    </a:lnTo>
                    <a:lnTo>
                      <a:pt x="162" y="956"/>
                    </a:lnTo>
                    <a:lnTo>
                      <a:pt x="192" y="906"/>
                    </a:lnTo>
                    <a:lnTo>
                      <a:pt x="226" y="855"/>
                    </a:lnTo>
                    <a:lnTo>
                      <a:pt x="261" y="801"/>
                    </a:lnTo>
                    <a:lnTo>
                      <a:pt x="297" y="747"/>
                    </a:lnTo>
                    <a:lnTo>
                      <a:pt x="335" y="691"/>
                    </a:lnTo>
                    <a:lnTo>
                      <a:pt x="374" y="634"/>
                    </a:lnTo>
                    <a:lnTo>
                      <a:pt x="415" y="579"/>
                    </a:lnTo>
                    <a:lnTo>
                      <a:pt x="458" y="522"/>
                    </a:lnTo>
                    <a:lnTo>
                      <a:pt x="500" y="467"/>
                    </a:lnTo>
                    <a:lnTo>
                      <a:pt x="544" y="413"/>
                    </a:lnTo>
                    <a:lnTo>
                      <a:pt x="589" y="362"/>
                    </a:lnTo>
                    <a:lnTo>
                      <a:pt x="633" y="310"/>
                    </a:lnTo>
                    <a:lnTo>
                      <a:pt x="679" y="263"/>
                    </a:lnTo>
                    <a:lnTo>
                      <a:pt x="725" y="219"/>
                    </a:lnTo>
                    <a:lnTo>
                      <a:pt x="771" y="178"/>
                    </a:lnTo>
                    <a:lnTo>
                      <a:pt x="817" y="142"/>
                    </a:lnTo>
                    <a:lnTo>
                      <a:pt x="861" y="108"/>
                    </a:lnTo>
                    <a:lnTo>
                      <a:pt x="907" y="81"/>
                    </a:lnTo>
                    <a:lnTo>
                      <a:pt x="951" y="58"/>
                    </a:lnTo>
                    <a:lnTo>
                      <a:pt x="995" y="41"/>
                    </a:lnTo>
                    <a:lnTo>
                      <a:pt x="1067" y="20"/>
                    </a:lnTo>
                    <a:lnTo>
                      <a:pt x="1140" y="7"/>
                    </a:lnTo>
                    <a:lnTo>
                      <a:pt x="1213" y="0"/>
                    </a:lnTo>
                    <a:lnTo>
                      <a:pt x="1286" y="0"/>
                    </a:lnTo>
                    <a:close/>
                  </a:path>
                </a:pathLst>
              </a:custGeom>
              <a:solidFill>
                <a:schemeClr val="accent3"/>
              </a:solidFill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35" name="Freeform 49"/>
              <p:cNvSpPr>
                <a:spLocks noEditPoints="1"/>
              </p:cNvSpPr>
              <p:nvPr/>
            </p:nvSpPr>
            <p:spPr bwMode="auto">
              <a:xfrm>
                <a:off x="7130965" y="3464081"/>
                <a:ext cx="615949" cy="615949"/>
              </a:xfrm>
              <a:custGeom>
                <a:avLst/>
                <a:gdLst>
                  <a:gd name="T0" fmla="*/ 2959 w 3962"/>
                  <a:gd name="T1" fmla="*/ 2546 h 3963"/>
                  <a:gd name="T2" fmla="*/ 3397 w 3962"/>
                  <a:gd name="T3" fmla="*/ 2984 h 3963"/>
                  <a:gd name="T4" fmla="*/ 3464 w 3962"/>
                  <a:gd name="T5" fmla="*/ 3124 h 3963"/>
                  <a:gd name="T6" fmla="*/ 3343 w 3962"/>
                  <a:gd name="T7" fmla="*/ 3219 h 3963"/>
                  <a:gd name="T8" fmla="*/ 2736 w 3962"/>
                  <a:gd name="T9" fmla="*/ 3150 h 3963"/>
                  <a:gd name="T10" fmla="*/ 2752 w 3962"/>
                  <a:gd name="T11" fmla="*/ 2523 h 3963"/>
                  <a:gd name="T12" fmla="*/ 2896 w 3962"/>
                  <a:gd name="T13" fmla="*/ 2232 h 3963"/>
                  <a:gd name="T14" fmla="*/ 2500 w 3962"/>
                  <a:gd name="T15" fmla="*/ 2399 h 3963"/>
                  <a:gd name="T16" fmla="*/ 2262 w 3962"/>
                  <a:gd name="T17" fmla="*/ 2752 h 3963"/>
                  <a:gd name="T18" fmla="*/ 2262 w 3962"/>
                  <a:gd name="T19" fmla="*/ 3193 h 3963"/>
                  <a:gd name="T20" fmla="*/ 2500 w 3962"/>
                  <a:gd name="T21" fmla="*/ 3544 h 3963"/>
                  <a:gd name="T22" fmla="*/ 2896 w 3962"/>
                  <a:gd name="T23" fmla="*/ 3711 h 3963"/>
                  <a:gd name="T24" fmla="*/ 3325 w 3962"/>
                  <a:gd name="T25" fmla="*/ 3625 h 3963"/>
                  <a:gd name="T26" fmla="*/ 3625 w 3962"/>
                  <a:gd name="T27" fmla="*/ 3325 h 3963"/>
                  <a:gd name="T28" fmla="*/ 3711 w 3962"/>
                  <a:gd name="T29" fmla="*/ 2896 h 3963"/>
                  <a:gd name="T30" fmla="*/ 3544 w 3962"/>
                  <a:gd name="T31" fmla="*/ 2500 h 3963"/>
                  <a:gd name="T32" fmla="*/ 3193 w 3962"/>
                  <a:gd name="T33" fmla="*/ 2262 h 3963"/>
                  <a:gd name="T34" fmla="*/ 1734 w 3962"/>
                  <a:gd name="T35" fmla="*/ 2724 h 3963"/>
                  <a:gd name="T36" fmla="*/ 495 w 3962"/>
                  <a:gd name="T37" fmla="*/ 2724 h 3963"/>
                  <a:gd name="T38" fmla="*/ 3300 w 3962"/>
                  <a:gd name="T39" fmla="*/ 2037 h 3963"/>
                  <a:gd name="T40" fmla="*/ 3700 w 3962"/>
                  <a:gd name="T41" fmla="*/ 2300 h 3963"/>
                  <a:gd name="T42" fmla="*/ 3930 w 3962"/>
                  <a:gd name="T43" fmla="*/ 2722 h 3963"/>
                  <a:gd name="T44" fmla="*/ 3930 w 3962"/>
                  <a:gd name="T45" fmla="*/ 3222 h 3963"/>
                  <a:gd name="T46" fmla="*/ 3700 w 3962"/>
                  <a:gd name="T47" fmla="*/ 3643 h 3963"/>
                  <a:gd name="T48" fmla="*/ 3300 w 3962"/>
                  <a:gd name="T49" fmla="*/ 3907 h 3963"/>
                  <a:gd name="T50" fmla="*/ 2802 w 3962"/>
                  <a:gd name="T51" fmla="*/ 3948 h 3963"/>
                  <a:gd name="T52" fmla="*/ 2361 w 3962"/>
                  <a:gd name="T53" fmla="*/ 3752 h 3963"/>
                  <a:gd name="T54" fmla="*/ 2067 w 3962"/>
                  <a:gd name="T55" fmla="*/ 3376 h 3963"/>
                  <a:gd name="T56" fmla="*/ 1984 w 3962"/>
                  <a:gd name="T57" fmla="*/ 2887 h 3963"/>
                  <a:gd name="T58" fmla="*/ 2144 w 3962"/>
                  <a:gd name="T59" fmla="*/ 2426 h 3963"/>
                  <a:gd name="T60" fmla="*/ 2495 w 3962"/>
                  <a:gd name="T61" fmla="*/ 2103 h 3963"/>
                  <a:gd name="T62" fmla="*/ 2972 w 3962"/>
                  <a:gd name="T63" fmla="*/ 1982 h 3963"/>
                  <a:gd name="T64" fmla="*/ 1238 w 3962"/>
                  <a:gd name="T65" fmla="*/ 1486 h 3963"/>
                  <a:gd name="T66" fmla="*/ 990 w 3962"/>
                  <a:gd name="T67" fmla="*/ 1486 h 3963"/>
                  <a:gd name="T68" fmla="*/ 371 w 3962"/>
                  <a:gd name="T69" fmla="*/ 619 h 3963"/>
                  <a:gd name="T70" fmla="*/ 473 w 3962"/>
                  <a:gd name="T71" fmla="*/ 819 h 3963"/>
                  <a:gd name="T72" fmla="*/ 697 w 3962"/>
                  <a:gd name="T73" fmla="*/ 854 h 3963"/>
                  <a:gd name="T74" fmla="*/ 854 w 3962"/>
                  <a:gd name="T75" fmla="*/ 697 h 3963"/>
                  <a:gd name="T76" fmla="*/ 2355 w 3962"/>
                  <a:gd name="T77" fmla="*/ 659 h 3963"/>
                  <a:gd name="T78" fmla="*/ 2487 w 3962"/>
                  <a:gd name="T79" fmla="*/ 839 h 3963"/>
                  <a:gd name="T80" fmla="*/ 2714 w 3962"/>
                  <a:gd name="T81" fmla="*/ 839 h 3963"/>
                  <a:gd name="T82" fmla="*/ 2844 w 3962"/>
                  <a:gd name="T83" fmla="*/ 659 h 3963"/>
                  <a:gd name="T84" fmla="*/ 3074 w 3962"/>
                  <a:gd name="T85" fmla="*/ 526 h 3963"/>
                  <a:gd name="T86" fmla="*/ 3215 w 3962"/>
                  <a:gd name="T87" fmla="*/ 724 h 3963"/>
                  <a:gd name="T88" fmla="*/ 248 w 3962"/>
                  <a:gd name="T89" fmla="*/ 2947 h 3963"/>
                  <a:gd name="T90" fmla="*/ 268 w 3962"/>
                  <a:gd name="T91" fmla="*/ 3219 h 3963"/>
                  <a:gd name="T92" fmla="*/ 52 w 3962"/>
                  <a:gd name="T93" fmla="*/ 3108 h 3963"/>
                  <a:gd name="T94" fmla="*/ 3 w 3962"/>
                  <a:gd name="T95" fmla="*/ 724 h 3963"/>
                  <a:gd name="T96" fmla="*/ 144 w 3962"/>
                  <a:gd name="T97" fmla="*/ 526 h 3963"/>
                  <a:gd name="T98" fmla="*/ 2654 w 3962"/>
                  <a:gd name="T99" fmla="*/ 13 h 3963"/>
                  <a:gd name="T100" fmla="*/ 2724 w 3962"/>
                  <a:gd name="T101" fmla="*/ 619 h 3963"/>
                  <a:gd name="T102" fmla="*/ 2629 w 3962"/>
                  <a:gd name="T103" fmla="*/ 739 h 3963"/>
                  <a:gd name="T104" fmla="*/ 2489 w 3962"/>
                  <a:gd name="T105" fmla="*/ 673 h 3963"/>
                  <a:gd name="T106" fmla="*/ 2503 w 3962"/>
                  <a:gd name="T107" fmla="*/ 47 h 3963"/>
                  <a:gd name="T108" fmla="*/ 647 w 3962"/>
                  <a:gd name="T109" fmla="*/ 3 h 3963"/>
                  <a:gd name="T110" fmla="*/ 743 w 3962"/>
                  <a:gd name="T111" fmla="*/ 124 h 3963"/>
                  <a:gd name="T112" fmla="*/ 673 w 3962"/>
                  <a:gd name="T113" fmla="*/ 730 h 3963"/>
                  <a:gd name="T114" fmla="*/ 523 w 3962"/>
                  <a:gd name="T115" fmla="*/ 696 h 3963"/>
                  <a:gd name="T116" fmla="*/ 508 w 3962"/>
                  <a:gd name="T117" fmla="*/ 69 h 396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</a:cxnLst>
                <a:rect l="0" t="0" r="r" b="b"/>
                <a:pathLst>
                  <a:path w="3962" h="3963">
                    <a:moveTo>
                      <a:pt x="2848" y="2477"/>
                    </a:moveTo>
                    <a:lnTo>
                      <a:pt x="2876" y="2479"/>
                    </a:lnTo>
                    <a:lnTo>
                      <a:pt x="2902" y="2489"/>
                    </a:lnTo>
                    <a:lnTo>
                      <a:pt x="2925" y="2503"/>
                    </a:lnTo>
                    <a:lnTo>
                      <a:pt x="2944" y="2523"/>
                    </a:lnTo>
                    <a:lnTo>
                      <a:pt x="2959" y="2546"/>
                    </a:lnTo>
                    <a:lnTo>
                      <a:pt x="2968" y="2572"/>
                    </a:lnTo>
                    <a:lnTo>
                      <a:pt x="2972" y="2600"/>
                    </a:lnTo>
                    <a:lnTo>
                      <a:pt x="2972" y="2972"/>
                    </a:lnTo>
                    <a:lnTo>
                      <a:pt x="3343" y="2972"/>
                    </a:lnTo>
                    <a:lnTo>
                      <a:pt x="3371" y="2975"/>
                    </a:lnTo>
                    <a:lnTo>
                      <a:pt x="3397" y="2984"/>
                    </a:lnTo>
                    <a:lnTo>
                      <a:pt x="3420" y="2999"/>
                    </a:lnTo>
                    <a:lnTo>
                      <a:pt x="3440" y="3018"/>
                    </a:lnTo>
                    <a:lnTo>
                      <a:pt x="3454" y="3041"/>
                    </a:lnTo>
                    <a:lnTo>
                      <a:pt x="3464" y="3067"/>
                    </a:lnTo>
                    <a:lnTo>
                      <a:pt x="3467" y="3096"/>
                    </a:lnTo>
                    <a:lnTo>
                      <a:pt x="3464" y="3124"/>
                    </a:lnTo>
                    <a:lnTo>
                      <a:pt x="3454" y="3150"/>
                    </a:lnTo>
                    <a:lnTo>
                      <a:pt x="3440" y="3173"/>
                    </a:lnTo>
                    <a:lnTo>
                      <a:pt x="3420" y="3193"/>
                    </a:lnTo>
                    <a:lnTo>
                      <a:pt x="3397" y="3207"/>
                    </a:lnTo>
                    <a:lnTo>
                      <a:pt x="3371" y="3217"/>
                    </a:lnTo>
                    <a:lnTo>
                      <a:pt x="3343" y="3219"/>
                    </a:lnTo>
                    <a:lnTo>
                      <a:pt x="2848" y="3219"/>
                    </a:lnTo>
                    <a:lnTo>
                      <a:pt x="2819" y="3217"/>
                    </a:lnTo>
                    <a:lnTo>
                      <a:pt x="2794" y="3207"/>
                    </a:lnTo>
                    <a:lnTo>
                      <a:pt x="2771" y="3193"/>
                    </a:lnTo>
                    <a:lnTo>
                      <a:pt x="2752" y="3173"/>
                    </a:lnTo>
                    <a:lnTo>
                      <a:pt x="2736" y="3150"/>
                    </a:lnTo>
                    <a:lnTo>
                      <a:pt x="2727" y="3124"/>
                    </a:lnTo>
                    <a:lnTo>
                      <a:pt x="2724" y="3096"/>
                    </a:lnTo>
                    <a:lnTo>
                      <a:pt x="2724" y="2600"/>
                    </a:lnTo>
                    <a:lnTo>
                      <a:pt x="2727" y="2572"/>
                    </a:lnTo>
                    <a:lnTo>
                      <a:pt x="2736" y="2546"/>
                    </a:lnTo>
                    <a:lnTo>
                      <a:pt x="2752" y="2523"/>
                    </a:lnTo>
                    <a:lnTo>
                      <a:pt x="2771" y="2503"/>
                    </a:lnTo>
                    <a:lnTo>
                      <a:pt x="2794" y="2489"/>
                    </a:lnTo>
                    <a:lnTo>
                      <a:pt x="2819" y="2479"/>
                    </a:lnTo>
                    <a:lnTo>
                      <a:pt x="2848" y="2477"/>
                    </a:lnTo>
                    <a:close/>
                    <a:moveTo>
                      <a:pt x="2972" y="2229"/>
                    </a:moveTo>
                    <a:lnTo>
                      <a:pt x="2896" y="2232"/>
                    </a:lnTo>
                    <a:lnTo>
                      <a:pt x="2821" y="2244"/>
                    </a:lnTo>
                    <a:lnTo>
                      <a:pt x="2750" y="2262"/>
                    </a:lnTo>
                    <a:lnTo>
                      <a:pt x="2683" y="2288"/>
                    </a:lnTo>
                    <a:lnTo>
                      <a:pt x="2618" y="2319"/>
                    </a:lnTo>
                    <a:lnTo>
                      <a:pt x="2556" y="2356"/>
                    </a:lnTo>
                    <a:lnTo>
                      <a:pt x="2500" y="2399"/>
                    </a:lnTo>
                    <a:lnTo>
                      <a:pt x="2447" y="2447"/>
                    </a:lnTo>
                    <a:lnTo>
                      <a:pt x="2399" y="2500"/>
                    </a:lnTo>
                    <a:lnTo>
                      <a:pt x="2355" y="2556"/>
                    </a:lnTo>
                    <a:lnTo>
                      <a:pt x="2318" y="2618"/>
                    </a:lnTo>
                    <a:lnTo>
                      <a:pt x="2287" y="2683"/>
                    </a:lnTo>
                    <a:lnTo>
                      <a:pt x="2262" y="2752"/>
                    </a:lnTo>
                    <a:lnTo>
                      <a:pt x="2243" y="2823"/>
                    </a:lnTo>
                    <a:lnTo>
                      <a:pt x="2232" y="2896"/>
                    </a:lnTo>
                    <a:lnTo>
                      <a:pt x="2229" y="2972"/>
                    </a:lnTo>
                    <a:lnTo>
                      <a:pt x="2232" y="3048"/>
                    </a:lnTo>
                    <a:lnTo>
                      <a:pt x="2243" y="3122"/>
                    </a:lnTo>
                    <a:lnTo>
                      <a:pt x="2262" y="3193"/>
                    </a:lnTo>
                    <a:lnTo>
                      <a:pt x="2287" y="3261"/>
                    </a:lnTo>
                    <a:lnTo>
                      <a:pt x="2318" y="3325"/>
                    </a:lnTo>
                    <a:lnTo>
                      <a:pt x="2355" y="3387"/>
                    </a:lnTo>
                    <a:lnTo>
                      <a:pt x="2399" y="3444"/>
                    </a:lnTo>
                    <a:lnTo>
                      <a:pt x="2447" y="3497"/>
                    </a:lnTo>
                    <a:lnTo>
                      <a:pt x="2500" y="3544"/>
                    </a:lnTo>
                    <a:lnTo>
                      <a:pt x="2556" y="3588"/>
                    </a:lnTo>
                    <a:lnTo>
                      <a:pt x="2618" y="3625"/>
                    </a:lnTo>
                    <a:lnTo>
                      <a:pt x="2683" y="3657"/>
                    </a:lnTo>
                    <a:lnTo>
                      <a:pt x="2750" y="3682"/>
                    </a:lnTo>
                    <a:lnTo>
                      <a:pt x="2821" y="3700"/>
                    </a:lnTo>
                    <a:lnTo>
                      <a:pt x="2896" y="3711"/>
                    </a:lnTo>
                    <a:lnTo>
                      <a:pt x="2972" y="3714"/>
                    </a:lnTo>
                    <a:lnTo>
                      <a:pt x="3048" y="3711"/>
                    </a:lnTo>
                    <a:lnTo>
                      <a:pt x="3121" y="3700"/>
                    </a:lnTo>
                    <a:lnTo>
                      <a:pt x="3193" y="3682"/>
                    </a:lnTo>
                    <a:lnTo>
                      <a:pt x="3260" y="3657"/>
                    </a:lnTo>
                    <a:lnTo>
                      <a:pt x="3325" y="3625"/>
                    </a:lnTo>
                    <a:lnTo>
                      <a:pt x="3386" y="3588"/>
                    </a:lnTo>
                    <a:lnTo>
                      <a:pt x="3444" y="3544"/>
                    </a:lnTo>
                    <a:lnTo>
                      <a:pt x="3496" y="3497"/>
                    </a:lnTo>
                    <a:lnTo>
                      <a:pt x="3544" y="3444"/>
                    </a:lnTo>
                    <a:lnTo>
                      <a:pt x="3588" y="3387"/>
                    </a:lnTo>
                    <a:lnTo>
                      <a:pt x="3625" y="3325"/>
                    </a:lnTo>
                    <a:lnTo>
                      <a:pt x="3656" y="3261"/>
                    </a:lnTo>
                    <a:lnTo>
                      <a:pt x="3680" y="3193"/>
                    </a:lnTo>
                    <a:lnTo>
                      <a:pt x="3700" y="3122"/>
                    </a:lnTo>
                    <a:lnTo>
                      <a:pt x="3711" y="3048"/>
                    </a:lnTo>
                    <a:lnTo>
                      <a:pt x="3714" y="2972"/>
                    </a:lnTo>
                    <a:lnTo>
                      <a:pt x="3711" y="2896"/>
                    </a:lnTo>
                    <a:lnTo>
                      <a:pt x="3700" y="2823"/>
                    </a:lnTo>
                    <a:lnTo>
                      <a:pt x="3680" y="2752"/>
                    </a:lnTo>
                    <a:lnTo>
                      <a:pt x="3656" y="2683"/>
                    </a:lnTo>
                    <a:lnTo>
                      <a:pt x="3625" y="2618"/>
                    </a:lnTo>
                    <a:lnTo>
                      <a:pt x="3588" y="2556"/>
                    </a:lnTo>
                    <a:lnTo>
                      <a:pt x="3544" y="2500"/>
                    </a:lnTo>
                    <a:lnTo>
                      <a:pt x="3496" y="2447"/>
                    </a:lnTo>
                    <a:lnTo>
                      <a:pt x="3444" y="2399"/>
                    </a:lnTo>
                    <a:lnTo>
                      <a:pt x="3386" y="2356"/>
                    </a:lnTo>
                    <a:lnTo>
                      <a:pt x="3325" y="2319"/>
                    </a:lnTo>
                    <a:lnTo>
                      <a:pt x="3260" y="2288"/>
                    </a:lnTo>
                    <a:lnTo>
                      <a:pt x="3193" y="2262"/>
                    </a:lnTo>
                    <a:lnTo>
                      <a:pt x="3121" y="2244"/>
                    </a:lnTo>
                    <a:lnTo>
                      <a:pt x="3048" y="2232"/>
                    </a:lnTo>
                    <a:lnTo>
                      <a:pt x="2972" y="2229"/>
                    </a:lnTo>
                    <a:close/>
                    <a:moveTo>
                      <a:pt x="1238" y="2229"/>
                    </a:moveTo>
                    <a:lnTo>
                      <a:pt x="1734" y="2229"/>
                    </a:lnTo>
                    <a:lnTo>
                      <a:pt x="1734" y="2724"/>
                    </a:lnTo>
                    <a:lnTo>
                      <a:pt x="1238" y="2724"/>
                    </a:lnTo>
                    <a:lnTo>
                      <a:pt x="1238" y="2229"/>
                    </a:lnTo>
                    <a:close/>
                    <a:moveTo>
                      <a:pt x="495" y="2229"/>
                    </a:moveTo>
                    <a:lnTo>
                      <a:pt x="990" y="2229"/>
                    </a:lnTo>
                    <a:lnTo>
                      <a:pt x="990" y="2724"/>
                    </a:lnTo>
                    <a:lnTo>
                      <a:pt x="495" y="2724"/>
                    </a:lnTo>
                    <a:lnTo>
                      <a:pt x="495" y="2229"/>
                    </a:lnTo>
                    <a:close/>
                    <a:moveTo>
                      <a:pt x="2972" y="1982"/>
                    </a:moveTo>
                    <a:lnTo>
                      <a:pt x="3058" y="1985"/>
                    </a:lnTo>
                    <a:lnTo>
                      <a:pt x="3141" y="1996"/>
                    </a:lnTo>
                    <a:lnTo>
                      <a:pt x="3221" y="2013"/>
                    </a:lnTo>
                    <a:lnTo>
                      <a:pt x="3300" y="2037"/>
                    </a:lnTo>
                    <a:lnTo>
                      <a:pt x="3376" y="2067"/>
                    </a:lnTo>
                    <a:lnTo>
                      <a:pt x="3448" y="2103"/>
                    </a:lnTo>
                    <a:lnTo>
                      <a:pt x="3517" y="2144"/>
                    </a:lnTo>
                    <a:lnTo>
                      <a:pt x="3582" y="2191"/>
                    </a:lnTo>
                    <a:lnTo>
                      <a:pt x="3643" y="2243"/>
                    </a:lnTo>
                    <a:lnTo>
                      <a:pt x="3700" y="2300"/>
                    </a:lnTo>
                    <a:lnTo>
                      <a:pt x="3752" y="2361"/>
                    </a:lnTo>
                    <a:lnTo>
                      <a:pt x="3799" y="2426"/>
                    </a:lnTo>
                    <a:lnTo>
                      <a:pt x="3841" y="2495"/>
                    </a:lnTo>
                    <a:lnTo>
                      <a:pt x="3876" y="2567"/>
                    </a:lnTo>
                    <a:lnTo>
                      <a:pt x="3906" y="2643"/>
                    </a:lnTo>
                    <a:lnTo>
                      <a:pt x="3930" y="2722"/>
                    </a:lnTo>
                    <a:lnTo>
                      <a:pt x="3948" y="2803"/>
                    </a:lnTo>
                    <a:lnTo>
                      <a:pt x="3959" y="2887"/>
                    </a:lnTo>
                    <a:lnTo>
                      <a:pt x="3962" y="2972"/>
                    </a:lnTo>
                    <a:lnTo>
                      <a:pt x="3959" y="3058"/>
                    </a:lnTo>
                    <a:lnTo>
                      <a:pt x="3948" y="3141"/>
                    </a:lnTo>
                    <a:lnTo>
                      <a:pt x="3930" y="3222"/>
                    </a:lnTo>
                    <a:lnTo>
                      <a:pt x="3906" y="3300"/>
                    </a:lnTo>
                    <a:lnTo>
                      <a:pt x="3876" y="3376"/>
                    </a:lnTo>
                    <a:lnTo>
                      <a:pt x="3841" y="3448"/>
                    </a:lnTo>
                    <a:lnTo>
                      <a:pt x="3799" y="3518"/>
                    </a:lnTo>
                    <a:lnTo>
                      <a:pt x="3752" y="3583"/>
                    </a:lnTo>
                    <a:lnTo>
                      <a:pt x="3700" y="3643"/>
                    </a:lnTo>
                    <a:lnTo>
                      <a:pt x="3643" y="3700"/>
                    </a:lnTo>
                    <a:lnTo>
                      <a:pt x="3582" y="3752"/>
                    </a:lnTo>
                    <a:lnTo>
                      <a:pt x="3517" y="3799"/>
                    </a:lnTo>
                    <a:lnTo>
                      <a:pt x="3448" y="3841"/>
                    </a:lnTo>
                    <a:lnTo>
                      <a:pt x="3376" y="3877"/>
                    </a:lnTo>
                    <a:lnTo>
                      <a:pt x="3300" y="3907"/>
                    </a:lnTo>
                    <a:lnTo>
                      <a:pt x="3221" y="3931"/>
                    </a:lnTo>
                    <a:lnTo>
                      <a:pt x="3141" y="3948"/>
                    </a:lnTo>
                    <a:lnTo>
                      <a:pt x="3058" y="3959"/>
                    </a:lnTo>
                    <a:lnTo>
                      <a:pt x="2972" y="3963"/>
                    </a:lnTo>
                    <a:lnTo>
                      <a:pt x="2886" y="3959"/>
                    </a:lnTo>
                    <a:lnTo>
                      <a:pt x="2802" y="3948"/>
                    </a:lnTo>
                    <a:lnTo>
                      <a:pt x="2721" y="3931"/>
                    </a:lnTo>
                    <a:lnTo>
                      <a:pt x="2643" y="3907"/>
                    </a:lnTo>
                    <a:lnTo>
                      <a:pt x="2567" y="3877"/>
                    </a:lnTo>
                    <a:lnTo>
                      <a:pt x="2495" y="3841"/>
                    </a:lnTo>
                    <a:lnTo>
                      <a:pt x="2426" y="3799"/>
                    </a:lnTo>
                    <a:lnTo>
                      <a:pt x="2361" y="3752"/>
                    </a:lnTo>
                    <a:lnTo>
                      <a:pt x="2300" y="3700"/>
                    </a:lnTo>
                    <a:lnTo>
                      <a:pt x="2243" y="3643"/>
                    </a:lnTo>
                    <a:lnTo>
                      <a:pt x="2191" y="3583"/>
                    </a:lnTo>
                    <a:lnTo>
                      <a:pt x="2144" y="3518"/>
                    </a:lnTo>
                    <a:lnTo>
                      <a:pt x="2103" y="3448"/>
                    </a:lnTo>
                    <a:lnTo>
                      <a:pt x="2067" y="3376"/>
                    </a:lnTo>
                    <a:lnTo>
                      <a:pt x="2037" y="3300"/>
                    </a:lnTo>
                    <a:lnTo>
                      <a:pt x="2013" y="3222"/>
                    </a:lnTo>
                    <a:lnTo>
                      <a:pt x="1995" y="3141"/>
                    </a:lnTo>
                    <a:lnTo>
                      <a:pt x="1984" y="3058"/>
                    </a:lnTo>
                    <a:lnTo>
                      <a:pt x="1980" y="2972"/>
                    </a:lnTo>
                    <a:lnTo>
                      <a:pt x="1984" y="2887"/>
                    </a:lnTo>
                    <a:lnTo>
                      <a:pt x="1995" y="2803"/>
                    </a:lnTo>
                    <a:lnTo>
                      <a:pt x="2013" y="2722"/>
                    </a:lnTo>
                    <a:lnTo>
                      <a:pt x="2037" y="2643"/>
                    </a:lnTo>
                    <a:lnTo>
                      <a:pt x="2067" y="2567"/>
                    </a:lnTo>
                    <a:lnTo>
                      <a:pt x="2103" y="2495"/>
                    </a:lnTo>
                    <a:lnTo>
                      <a:pt x="2144" y="2426"/>
                    </a:lnTo>
                    <a:lnTo>
                      <a:pt x="2191" y="2361"/>
                    </a:lnTo>
                    <a:lnTo>
                      <a:pt x="2243" y="2300"/>
                    </a:lnTo>
                    <a:lnTo>
                      <a:pt x="2300" y="2243"/>
                    </a:lnTo>
                    <a:lnTo>
                      <a:pt x="2361" y="2191"/>
                    </a:lnTo>
                    <a:lnTo>
                      <a:pt x="2426" y="2144"/>
                    </a:lnTo>
                    <a:lnTo>
                      <a:pt x="2495" y="2103"/>
                    </a:lnTo>
                    <a:lnTo>
                      <a:pt x="2567" y="2067"/>
                    </a:lnTo>
                    <a:lnTo>
                      <a:pt x="2643" y="2037"/>
                    </a:lnTo>
                    <a:lnTo>
                      <a:pt x="2721" y="2013"/>
                    </a:lnTo>
                    <a:lnTo>
                      <a:pt x="2802" y="1996"/>
                    </a:lnTo>
                    <a:lnTo>
                      <a:pt x="2886" y="1985"/>
                    </a:lnTo>
                    <a:lnTo>
                      <a:pt x="2972" y="1982"/>
                    </a:lnTo>
                    <a:close/>
                    <a:moveTo>
                      <a:pt x="1980" y="1486"/>
                    </a:moveTo>
                    <a:lnTo>
                      <a:pt x="2476" y="1486"/>
                    </a:lnTo>
                    <a:lnTo>
                      <a:pt x="2476" y="1982"/>
                    </a:lnTo>
                    <a:lnTo>
                      <a:pt x="1980" y="1982"/>
                    </a:lnTo>
                    <a:lnTo>
                      <a:pt x="1980" y="1486"/>
                    </a:lnTo>
                    <a:close/>
                    <a:moveTo>
                      <a:pt x="1238" y="1486"/>
                    </a:moveTo>
                    <a:lnTo>
                      <a:pt x="1734" y="1486"/>
                    </a:lnTo>
                    <a:lnTo>
                      <a:pt x="1734" y="1982"/>
                    </a:lnTo>
                    <a:lnTo>
                      <a:pt x="1238" y="1982"/>
                    </a:lnTo>
                    <a:lnTo>
                      <a:pt x="1238" y="1486"/>
                    </a:lnTo>
                    <a:close/>
                    <a:moveTo>
                      <a:pt x="495" y="1486"/>
                    </a:moveTo>
                    <a:lnTo>
                      <a:pt x="990" y="1486"/>
                    </a:lnTo>
                    <a:lnTo>
                      <a:pt x="990" y="1982"/>
                    </a:lnTo>
                    <a:lnTo>
                      <a:pt x="495" y="1982"/>
                    </a:lnTo>
                    <a:lnTo>
                      <a:pt x="495" y="1486"/>
                    </a:lnTo>
                    <a:close/>
                    <a:moveTo>
                      <a:pt x="268" y="495"/>
                    </a:moveTo>
                    <a:lnTo>
                      <a:pt x="371" y="495"/>
                    </a:lnTo>
                    <a:lnTo>
                      <a:pt x="371" y="619"/>
                    </a:lnTo>
                    <a:lnTo>
                      <a:pt x="374" y="659"/>
                    </a:lnTo>
                    <a:lnTo>
                      <a:pt x="384" y="697"/>
                    </a:lnTo>
                    <a:lnTo>
                      <a:pt x="399" y="732"/>
                    </a:lnTo>
                    <a:lnTo>
                      <a:pt x="419" y="765"/>
                    </a:lnTo>
                    <a:lnTo>
                      <a:pt x="444" y="794"/>
                    </a:lnTo>
                    <a:lnTo>
                      <a:pt x="473" y="819"/>
                    </a:lnTo>
                    <a:lnTo>
                      <a:pt x="505" y="839"/>
                    </a:lnTo>
                    <a:lnTo>
                      <a:pt x="541" y="854"/>
                    </a:lnTo>
                    <a:lnTo>
                      <a:pt x="579" y="864"/>
                    </a:lnTo>
                    <a:lnTo>
                      <a:pt x="619" y="867"/>
                    </a:lnTo>
                    <a:lnTo>
                      <a:pt x="659" y="864"/>
                    </a:lnTo>
                    <a:lnTo>
                      <a:pt x="697" y="854"/>
                    </a:lnTo>
                    <a:lnTo>
                      <a:pt x="732" y="839"/>
                    </a:lnTo>
                    <a:lnTo>
                      <a:pt x="765" y="819"/>
                    </a:lnTo>
                    <a:lnTo>
                      <a:pt x="794" y="794"/>
                    </a:lnTo>
                    <a:lnTo>
                      <a:pt x="819" y="765"/>
                    </a:lnTo>
                    <a:lnTo>
                      <a:pt x="838" y="732"/>
                    </a:lnTo>
                    <a:lnTo>
                      <a:pt x="854" y="697"/>
                    </a:lnTo>
                    <a:lnTo>
                      <a:pt x="864" y="659"/>
                    </a:lnTo>
                    <a:lnTo>
                      <a:pt x="866" y="619"/>
                    </a:lnTo>
                    <a:lnTo>
                      <a:pt x="866" y="495"/>
                    </a:lnTo>
                    <a:lnTo>
                      <a:pt x="2353" y="495"/>
                    </a:lnTo>
                    <a:lnTo>
                      <a:pt x="2353" y="619"/>
                    </a:lnTo>
                    <a:lnTo>
                      <a:pt x="2355" y="659"/>
                    </a:lnTo>
                    <a:lnTo>
                      <a:pt x="2365" y="697"/>
                    </a:lnTo>
                    <a:lnTo>
                      <a:pt x="2380" y="732"/>
                    </a:lnTo>
                    <a:lnTo>
                      <a:pt x="2400" y="765"/>
                    </a:lnTo>
                    <a:lnTo>
                      <a:pt x="2425" y="794"/>
                    </a:lnTo>
                    <a:lnTo>
                      <a:pt x="2454" y="819"/>
                    </a:lnTo>
                    <a:lnTo>
                      <a:pt x="2487" y="839"/>
                    </a:lnTo>
                    <a:lnTo>
                      <a:pt x="2521" y="854"/>
                    </a:lnTo>
                    <a:lnTo>
                      <a:pt x="2560" y="864"/>
                    </a:lnTo>
                    <a:lnTo>
                      <a:pt x="2600" y="867"/>
                    </a:lnTo>
                    <a:lnTo>
                      <a:pt x="2641" y="864"/>
                    </a:lnTo>
                    <a:lnTo>
                      <a:pt x="2678" y="854"/>
                    </a:lnTo>
                    <a:lnTo>
                      <a:pt x="2714" y="839"/>
                    </a:lnTo>
                    <a:lnTo>
                      <a:pt x="2747" y="819"/>
                    </a:lnTo>
                    <a:lnTo>
                      <a:pt x="2776" y="794"/>
                    </a:lnTo>
                    <a:lnTo>
                      <a:pt x="2800" y="765"/>
                    </a:lnTo>
                    <a:lnTo>
                      <a:pt x="2820" y="732"/>
                    </a:lnTo>
                    <a:lnTo>
                      <a:pt x="2835" y="697"/>
                    </a:lnTo>
                    <a:lnTo>
                      <a:pt x="2844" y="659"/>
                    </a:lnTo>
                    <a:lnTo>
                      <a:pt x="2848" y="619"/>
                    </a:lnTo>
                    <a:lnTo>
                      <a:pt x="2848" y="495"/>
                    </a:lnTo>
                    <a:lnTo>
                      <a:pt x="2952" y="495"/>
                    </a:lnTo>
                    <a:lnTo>
                      <a:pt x="2995" y="498"/>
                    </a:lnTo>
                    <a:lnTo>
                      <a:pt x="3036" y="509"/>
                    </a:lnTo>
                    <a:lnTo>
                      <a:pt x="3074" y="526"/>
                    </a:lnTo>
                    <a:lnTo>
                      <a:pt x="3109" y="548"/>
                    </a:lnTo>
                    <a:lnTo>
                      <a:pt x="3141" y="574"/>
                    </a:lnTo>
                    <a:lnTo>
                      <a:pt x="3167" y="607"/>
                    </a:lnTo>
                    <a:lnTo>
                      <a:pt x="3189" y="642"/>
                    </a:lnTo>
                    <a:lnTo>
                      <a:pt x="3206" y="682"/>
                    </a:lnTo>
                    <a:lnTo>
                      <a:pt x="3215" y="724"/>
                    </a:lnTo>
                    <a:lnTo>
                      <a:pt x="3219" y="767"/>
                    </a:lnTo>
                    <a:lnTo>
                      <a:pt x="3219" y="1733"/>
                    </a:lnTo>
                    <a:lnTo>
                      <a:pt x="2972" y="1733"/>
                    </a:lnTo>
                    <a:lnTo>
                      <a:pt x="2972" y="1238"/>
                    </a:lnTo>
                    <a:lnTo>
                      <a:pt x="248" y="1238"/>
                    </a:lnTo>
                    <a:lnTo>
                      <a:pt x="248" y="2947"/>
                    </a:lnTo>
                    <a:lnTo>
                      <a:pt x="250" y="2959"/>
                    </a:lnTo>
                    <a:lnTo>
                      <a:pt x="258" y="2969"/>
                    </a:lnTo>
                    <a:lnTo>
                      <a:pt x="268" y="2972"/>
                    </a:lnTo>
                    <a:lnTo>
                      <a:pt x="1734" y="2972"/>
                    </a:lnTo>
                    <a:lnTo>
                      <a:pt x="1734" y="3219"/>
                    </a:lnTo>
                    <a:lnTo>
                      <a:pt x="268" y="3219"/>
                    </a:lnTo>
                    <a:lnTo>
                      <a:pt x="225" y="3216"/>
                    </a:lnTo>
                    <a:lnTo>
                      <a:pt x="183" y="3206"/>
                    </a:lnTo>
                    <a:lnTo>
                      <a:pt x="144" y="3189"/>
                    </a:lnTo>
                    <a:lnTo>
                      <a:pt x="109" y="3167"/>
                    </a:lnTo>
                    <a:lnTo>
                      <a:pt x="78" y="3140"/>
                    </a:lnTo>
                    <a:lnTo>
                      <a:pt x="52" y="3108"/>
                    </a:lnTo>
                    <a:lnTo>
                      <a:pt x="30" y="3072"/>
                    </a:lnTo>
                    <a:lnTo>
                      <a:pt x="13" y="3034"/>
                    </a:lnTo>
                    <a:lnTo>
                      <a:pt x="3" y="2991"/>
                    </a:lnTo>
                    <a:lnTo>
                      <a:pt x="0" y="2947"/>
                    </a:lnTo>
                    <a:lnTo>
                      <a:pt x="0" y="767"/>
                    </a:lnTo>
                    <a:lnTo>
                      <a:pt x="3" y="724"/>
                    </a:lnTo>
                    <a:lnTo>
                      <a:pt x="13" y="682"/>
                    </a:lnTo>
                    <a:lnTo>
                      <a:pt x="30" y="642"/>
                    </a:lnTo>
                    <a:lnTo>
                      <a:pt x="52" y="607"/>
                    </a:lnTo>
                    <a:lnTo>
                      <a:pt x="78" y="574"/>
                    </a:lnTo>
                    <a:lnTo>
                      <a:pt x="109" y="548"/>
                    </a:lnTo>
                    <a:lnTo>
                      <a:pt x="144" y="526"/>
                    </a:lnTo>
                    <a:lnTo>
                      <a:pt x="183" y="509"/>
                    </a:lnTo>
                    <a:lnTo>
                      <a:pt x="225" y="498"/>
                    </a:lnTo>
                    <a:lnTo>
                      <a:pt x="268" y="495"/>
                    </a:lnTo>
                    <a:close/>
                    <a:moveTo>
                      <a:pt x="2600" y="0"/>
                    </a:moveTo>
                    <a:lnTo>
                      <a:pt x="2629" y="3"/>
                    </a:lnTo>
                    <a:lnTo>
                      <a:pt x="2654" y="13"/>
                    </a:lnTo>
                    <a:lnTo>
                      <a:pt x="2678" y="27"/>
                    </a:lnTo>
                    <a:lnTo>
                      <a:pt x="2696" y="47"/>
                    </a:lnTo>
                    <a:lnTo>
                      <a:pt x="2712" y="69"/>
                    </a:lnTo>
                    <a:lnTo>
                      <a:pt x="2720" y="95"/>
                    </a:lnTo>
                    <a:lnTo>
                      <a:pt x="2724" y="124"/>
                    </a:lnTo>
                    <a:lnTo>
                      <a:pt x="2724" y="619"/>
                    </a:lnTo>
                    <a:lnTo>
                      <a:pt x="2720" y="648"/>
                    </a:lnTo>
                    <a:lnTo>
                      <a:pt x="2712" y="673"/>
                    </a:lnTo>
                    <a:lnTo>
                      <a:pt x="2696" y="696"/>
                    </a:lnTo>
                    <a:lnTo>
                      <a:pt x="2678" y="715"/>
                    </a:lnTo>
                    <a:lnTo>
                      <a:pt x="2654" y="730"/>
                    </a:lnTo>
                    <a:lnTo>
                      <a:pt x="2629" y="739"/>
                    </a:lnTo>
                    <a:lnTo>
                      <a:pt x="2600" y="743"/>
                    </a:lnTo>
                    <a:lnTo>
                      <a:pt x="2572" y="739"/>
                    </a:lnTo>
                    <a:lnTo>
                      <a:pt x="2546" y="730"/>
                    </a:lnTo>
                    <a:lnTo>
                      <a:pt x="2523" y="715"/>
                    </a:lnTo>
                    <a:lnTo>
                      <a:pt x="2503" y="696"/>
                    </a:lnTo>
                    <a:lnTo>
                      <a:pt x="2489" y="673"/>
                    </a:lnTo>
                    <a:lnTo>
                      <a:pt x="2479" y="648"/>
                    </a:lnTo>
                    <a:lnTo>
                      <a:pt x="2476" y="619"/>
                    </a:lnTo>
                    <a:lnTo>
                      <a:pt x="2476" y="124"/>
                    </a:lnTo>
                    <a:lnTo>
                      <a:pt x="2479" y="95"/>
                    </a:lnTo>
                    <a:lnTo>
                      <a:pt x="2489" y="69"/>
                    </a:lnTo>
                    <a:lnTo>
                      <a:pt x="2503" y="47"/>
                    </a:lnTo>
                    <a:lnTo>
                      <a:pt x="2523" y="27"/>
                    </a:lnTo>
                    <a:lnTo>
                      <a:pt x="2546" y="13"/>
                    </a:lnTo>
                    <a:lnTo>
                      <a:pt x="2572" y="3"/>
                    </a:lnTo>
                    <a:lnTo>
                      <a:pt x="2600" y="0"/>
                    </a:lnTo>
                    <a:close/>
                    <a:moveTo>
                      <a:pt x="619" y="0"/>
                    </a:moveTo>
                    <a:lnTo>
                      <a:pt x="647" y="3"/>
                    </a:lnTo>
                    <a:lnTo>
                      <a:pt x="673" y="13"/>
                    </a:lnTo>
                    <a:lnTo>
                      <a:pt x="696" y="27"/>
                    </a:lnTo>
                    <a:lnTo>
                      <a:pt x="715" y="47"/>
                    </a:lnTo>
                    <a:lnTo>
                      <a:pt x="730" y="69"/>
                    </a:lnTo>
                    <a:lnTo>
                      <a:pt x="740" y="95"/>
                    </a:lnTo>
                    <a:lnTo>
                      <a:pt x="743" y="124"/>
                    </a:lnTo>
                    <a:lnTo>
                      <a:pt x="743" y="619"/>
                    </a:lnTo>
                    <a:lnTo>
                      <a:pt x="740" y="648"/>
                    </a:lnTo>
                    <a:lnTo>
                      <a:pt x="730" y="673"/>
                    </a:lnTo>
                    <a:lnTo>
                      <a:pt x="715" y="696"/>
                    </a:lnTo>
                    <a:lnTo>
                      <a:pt x="696" y="715"/>
                    </a:lnTo>
                    <a:lnTo>
                      <a:pt x="673" y="730"/>
                    </a:lnTo>
                    <a:lnTo>
                      <a:pt x="647" y="739"/>
                    </a:lnTo>
                    <a:lnTo>
                      <a:pt x="619" y="743"/>
                    </a:lnTo>
                    <a:lnTo>
                      <a:pt x="590" y="739"/>
                    </a:lnTo>
                    <a:lnTo>
                      <a:pt x="565" y="730"/>
                    </a:lnTo>
                    <a:lnTo>
                      <a:pt x="542" y="715"/>
                    </a:lnTo>
                    <a:lnTo>
                      <a:pt x="523" y="696"/>
                    </a:lnTo>
                    <a:lnTo>
                      <a:pt x="508" y="673"/>
                    </a:lnTo>
                    <a:lnTo>
                      <a:pt x="499" y="648"/>
                    </a:lnTo>
                    <a:lnTo>
                      <a:pt x="495" y="619"/>
                    </a:lnTo>
                    <a:lnTo>
                      <a:pt x="495" y="124"/>
                    </a:lnTo>
                    <a:lnTo>
                      <a:pt x="499" y="95"/>
                    </a:lnTo>
                    <a:lnTo>
                      <a:pt x="508" y="69"/>
                    </a:lnTo>
                    <a:lnTo>
                      <a:pt x="523" y="47"/>
                    </a:lnTo>
                    <a:lnTo>
                      <a:pt x="542" y="27"/>
                    </a:lnTo>
                    <a:lnTo>
                      <a:pt x="565" y="13"/>
                    </a:lnTo>
                    <a:lnTo>
                      <a:pt x="590" y="3"/>
                    </a:lnTo>
                    <a:lnTo>
                      <a:pt x="619" y="0"/>
                    </a:lnTo>
                    <a:close/>
                  </a:path>
                </a:pathLst>
              </a:custGeom>
              <a:solidFill>
                <a:schemeClr val="accent3"/>
              </a:solidFill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  <p:grpSp>
          <p:nvGrpSpPr>
            <p:cNvPr id="6" name="그룹 60"/>
            <p:cNvGrpSpPr/>
            <p:nvPr/>
          </p:nvGrpSpPr>
          <p:grpSpPr>
            <a:xfrm>
              <a:off x="4228307" y="3143493"/>
              <a:ext cx="1884180" cy="1488466"/>
              <a:chOff x="4075907" y="2991093"/>
              <a:chExt cx="1884180" cy="1488466"/>
            </a:xfrm>
          </p:grpSpPr>
          <p:sp>
            <p:nvSpPr>
              <p:cNvPr id="26" name="Freeform 26"/>
              <p:cNvSpPr>
                <a:spLocks noEditPoints="1"/>
              </p:cNvSpPr>
              <p:nvPr/>
            </p:nvSpPr>
            <p:spPr bwMode="auto">
              <a:xfrm>
                <a:off x="4075907" y="2991093"/>
                <a:ext cx="1884180" cy="1488466"/>
              </a:xfrm>
              <a:custGeom>
                <a:avLst/>
                <a:gdLst>
                  <a:gd name="T0" fmla="*/ 667 w 2078"/>
                  <a:gd name="T1" fmla="*/ 130 h 1640"/>
                  <a:gd name="T2" fmla="*/ 477 w 2078"/>
                  <a:gd name="T3" fmla="*/ 194 h 1640"/>
                  <a:gd name="T4" fmla="*/ 312 w 2078"/>
                  <a:gd name="T5" fmla="*/ 310 h 1640"/>
                  <a:gd name="T6" fmla="*/ 185 w 2078"/>
                  <a:gd name="T7" fmla="*/ 472 h 1640"/>
                  <a:gd name="T8" fmla="*/ 110 w 2078"/>
                  <a:gd name="T9" fmla="*/ 670 h 1640"/>
                  <a:gd name="T10" fmla="*/ 96 w 2078"/>
                  <a:gd name="T11" fmla="*/ 877 h 1640"/>
                  <a:gd name="T12" fmla="*/ 143 w 2078"/>
                  <a:gd name="T13" fmla="*/ 1074 h 1640"/>
                  <a:gd name="T14" fmla="*/ 242 w 2078"/>
                  <a:gd name="T15" fmla="*/ 1248 h 1640"/>
                  <a:gd name="T16" fmla="*/ 389 w 2078"/>
                  <a:gd name="T17" fmla="*/ 1388 h 1640"/>
                  <a:gd name="T18" fmla="*/ 578 w 2078"/>
                  <a:gd name="T19" fmla="*/ 1482 h 1640"/>
                  <a:gd name="T20" fmla="*/ 784 w 2078"/>
                  <a:gd name="T21" fmla="*/ 1516 h 1640"/>
                  <a:gd name="T22" fmla="*/ 985 w 2078"/>
                  <a:gd name="T23" fmla="*/ 1489 h 1640"/>
                  <a:gd name="T24" fmla="*/ 1169 w 2078"/>
                  <a:gd name="T25" fmla="*/ 1407 h 1640"/>
                  <a:gd name="T26" fmla="*/ 1321 w 2078"/>
                  <a:gd name="T27" fmla="*/ 1275 h 1640"/>
                  <a:gd name="T28" fmla="*/ 1433 w 2078"/>
                  <a:gd name="T29" fmla="*/ 1101 h 1640"/>
                  <a:gd name="T30" fmla="*/ 1488 w 2078"/>
                  <a:gd name="T31" fmla="*/ 894 h 1640"/>
                  <a:gd name="T32" fmla="*/ 1480 w 2078"/>
                  <a:gd name="T33" fmla="*/ 691 h 1640"/>
                  <a:gd name="T34" fmla="*/ 1416 w 2078"/>
                  <a:gd name="T35" fmla="*/ 501 h 1640"/>
                  <a:gd name="T36" fmla="*/ 1300 w 2078"/>
                  <a:gd name="T37" fmla="*/ 336 h 1640"/>
                  <a:gd name="T38" fmla="*/ 1139 w 2078"/>
                  <a:gd name="T39" fmla="*/ 209 h 1640"/>
                  <a:gd name="T40" fmla="*/ 941 w 2078"/>
                  <a:gd name="T41" fmla="*/ 134 h 1640"/>
                  <a:gd name="T42" fmla="*/ 794 w 2078"/>
                  <a:gd name="T43" fmla="*/ 0 h 1640"/>
                  <a:gd name="T44" fmla="*/ 1011 w 2078"/>
                  <a:gd name="T45" fmla="*/ 20 h 1640"/>
                  <a:gd name="T46" fmla="*/ 1173 w 2078"/>
                  <a:gd name="T47" fmla="*/ 81 h 1640"/>
                  <a:gd name="T48" fmla="*/ 1309 w 2078"/>
                  <a:gd name="T49" fmla="*/ 178 h 1640"/>
                  <a:gd name="T50" fmla="*/ 1447 w 2078"/>
                  <a:gd name="T51" fmla="*/ 310 h 1640"/>
                  <a:gd name="T52" fmla="*/ 1579 w 2078"/>
                  <a:gd name="T53" fmla="*/ 467 h 1640"/>
                  <a:gd name="T54" fmla="*/ 1706 w 2078"/>
                  <a:gd name="T55" fmla="*/ 634 h 1640"/>
                  <a:gd name="T56" fmla="*/ 1819 w 2078"/>
                  <a:gd name="T57" fmla="*/ 801 h 1640"/>
                  <a:gd name="T58" fmla="*/ 1917 w 2078"/>
                  <a:gd name="T59" fmla="*/ 956 h 1640"/>
                  <a:gd name="T60" fmla="*/ 1996 w 2078"/>
                  <a:gd name="T61" fmla="*/ 1087 h 1640"/>
                  <a:gd name="T62" fmla="*/ 2051 w 2078"/>
                  <a:gd name="T63" fmla="*/ 1183 h 1640"/>
                  <a:gd name="T64" fmla="*/ 2077 w 2078"/>
                  <a:gd name="T65" fmla="*/ 1232 h 1640"/>
                  <a:gd name="T66" fmla="*/ 2064 w 2078"/>
                  <a:gd name="T67" fmla="*/ 1241 h 1640"/>
                  <a:gd name="T68" fmla="*/ 1997 w 2078"/>
                  <a:gd name="T69" fmla="*/ 1273 h 1640"/>
                  <a:gd name="T70" fmla="*/ 1882 w 2078"/>
                  <a:gd name="T71" fmla="*/ 1323 h 1640"/>
                  <a:gd name="T72" fmla="*/ 1731 w 2078"/>
                  <a:gd name="T73" fmla="*/ 1387 h 1640"/>
                  <a:gd name="T74" fmla="*/ 1552 w 2078"/>
                  <a:gd name="T75" fmla="*/ 1455 h 1640"/>
                  <a:gd name="T76" fmla="*/ 1358 w 2078"/>
                  <a:gd name="T77" fmla="*/ 1523 h 1640"/>
                  <a:gd name="T78" fmla="*/ 1157 w 2078"/>
                  <a:gd name="T79" fmla="*/ 1581 h 1640"/>
                  <a:gd name="T80" fmla="*/ 958 w 2078"/>
                  <a:gd name="T81" fmla="*/ 1623 h 1640"/>
                  <a:gd name="T82" fmla="*/ 776 w 2078"/>
                  <a:gd name="T83" fmla="*/ 1640 h 1640"/>
                  <a:gd name="T84" fmla="*/ 617 w 2078"/>
                  <a:gd name="T85" fmla="*/ 1628 h 1640"/>
                  <a:gd name="T86" fmla="*/ 435 w 2078"/>
                  <a:gd name="T87" fmla="*/ 1558 h 1640"/>
                  <a:gd name="T88" fmla="*/ 258 w 2078"/>
                  <a:gd name="T89" fmla="*/ 1431 h 1640"/>
                  <a:gd name="T90" fmla="*/ 124 w 2078"/>
                  <a:gd name="T91" fmla="*/ 1267 h 1640"/>
                  <a:gd name="T92" fmla="*/ 37 w 2078"/>
                  <a:gd name="T93" fmla="*/ 1074 h 1640"/>
                  <a:gd name="T94" fmla="*/ 0 w 2078"/>
                  <a:gd name="T95" fmla="*/ 863 h 1640"/>
                  <a:gd name="T96" fmla="*/ 19 w 2078"/>
                  <a:gd name="T97" fmla="*/ 645 h 1640"/>
                  <a:gd name="T98" fmla="*/ 99 w 2078"/>
                  <a:gd name="T99" fmla="*/ 434 h 1640"/>
                  <a:gd name="T100" fmla="*/ 226 w 2078"/>
                  <a:gd name="T101" fmla="*/ 259 h 1640"/>
                  <a:gd name="T102" fmla="*/ 390 w 2078"/>
                  <a:gd name="T103" fmla="*/ 126 h 1640"/>
                  <a:gd name="T104" fmla="*/ 583 w 2078"/>
                  <a:gd name="T105" fmla="*/ 37 h 1640"/>
                  <a:gd name="T106" fmla="*/ 794 w 2078"/>
                  <a:gd name="T107" fmla="*/ 0 h 164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</a:cxnLst>
                <a:rect l="0" t="0" r="r" b="b"/>
                <a:pathLst>
                  <a:path w="2078" h="1640">
                    <a:moveTo>
                      <a:pt x="802" y="119"/>
                    </a:moveTo>
                    <a:lnTo>
                      <a:pt x="733" y="122"/>
                    </a:lnTo>
                    <a:lnTo>
                      <a:pt x="667" y="130"/>
                    </a:lnTo>
                    <a:lnTo>
                      <a:pt x="601" y="146"/>
                    </a:lnTo>
                    <a:lnTo>
                      <a:pt x="537" y="167"/>
                    </a:lnTo>
                    <a:lnTo>
                      <a:pt x="477" y="194"/>
                    </a:lnTo>
                    <a:lnTo>
                      <a:pt x="417" y="228"/>
                    </a:lnTo>
                    <a:lnTo>
                      <a:pt x="363" y="267"/>
                    </a:lnTo>
                    <a:lnTo>
                      <a:pt x="312" y="310"/>
                    </a:lnTo>
                    <a:lnTo>
                      <a:pt x="265" y="360"/>
                    </a:lnTo>
                    <a:lnTo>
                      <a:pt x="223" y="413"/>
                    </a:lnTo>
                    <a:lnTo>
                      <a:pt x="185" y="472"/>
                    </a:lnTo>
                    <a:lnTo>
                      <a:pt x="154" y="534"/>
                    </a:lnTo>
                    <a:lnTo>
                      <a:pt x="129" y="602"/>
                    </a:lnTo>
                    <a:lnTo>
                      <a:pt x="110" y="670"/>
                    </a:lnTo>
                    <a:lnTo>
                      <a:pt x="99" y="739"/>
                    </a:lnTo>
                    <a:lnTo>
                      <a:pt x="95" y="808"/>
                    </a:lnTo>
                    <a:lnTo>
                      <a:pt x="96" y="877"/>
                    </a:lnTo>
                    <a:lnTo>
                      <a:pt x="106" y="944"/>
                    </a:lnTo>
                    <a:lnTo>
                      <a:pt x="122" y="1010"/>
                    </a:lnTo>
                    <a:lnTo>
                      <a:pt x="143" y="1074"/>
                    </a:lnTo>
                    <a:lnTo>
                      <a:pt x="170" y="1134"/>
                    </a:lnTo>
                    <a:lnTo>
                      <a:pt x="204" y="1192"/>
                    </a:lnTo>
                    <a:lnTo>
                      <a:pt x="242" y="1248"/>
                    </a:lnTo>
                    <a:lnTo>
                      <a:pt x="286" y="1299"/>
                    </a:lnTo>
                    <a:lnTo>
                      <a:pt x="335" y="1346"/>
                    </a:lnTo>
                    <a:lnTo>
                      <a:pt x="389" y="1388"/>
                    </a:lnTo>
                    <a:lnTo>
                      <a:pt x="448" y="1424"/>
                    </a:lnTo>
                    <a:lnTo>
                      <a:pt x="510" y="1457"/>
                    </a:lnTo>
                    <a:lnTo>
                      <a:pt x="578" y="1482"/>
                    </a:lnTo>
                    <a:lnTo>
                      <a:pt x="647" y="1500"/>
                    </a:lnTo>
                    <a:lnTo>
                      <a:pt x="715" y="1512"/>
                    </a:lnTo>
                    <a:lnTo>
                      <a:pt x="784" y="1516"/>
                    </a:lnTo>
                    <a:lnTo>
                      <a:pt x="853" y="1513"/>
                    </a:lnTo>
                    <a:lnTo>
                      <a:pt x="920" y="1504"/>
                    </a:lnTo>
                    <a:lnTo>
                      <a:pt x="985" y="1489"/>
                    </a:lnTo>
                    <a:lnTo>
                      <a:pt x="1050" y="1468"/>
                    </a:lnTo>
                    <a:lnTo>
                      <a:pt x="1111" y="1439"/>
                    </a:lnTo>
                    <a:lnTo>
                      <a:pt x="1169" y="1407"/>
                    </a:lnTo>
                    <a:lnTo>
                      <a:pt x="1224" y="1368"/>
                    </a:lnTo>
                    <a:lnTo>
                      <a:pt x="1275" y="1325"/>
                    </a:lnTo>
                    <a:lnTo>
                      <a:pt x="1321" y="1275"/>
                    </a:lnTo>
                    <a:lnTo>
                      <a:pt x="1364" y="1221"/>
                    </a:lnTo>
                    <a:lnTo>
                      <a:pt x="1401" y="1163"/>
                    </a:lnTo>
                    <a:lnTo>
                      <a:pt x="1433" y="1101"/>
                    </a:lnTo>
                    <a:lnTo>
                      <a:pt x="1457" y="1033"/>
                    </a:lnTo>
                    <a:lnTo>
                      <a:pt x="1476" y="965"/>
                    </a:lnTo>
                    <a:lnTo>
                      <a:pt x="1488" y="894"/>
                    </a:lnTo>
                    <a:lnTo>
                      <a:pt x="1492" y="826"/>
                    </a:lnTo>
                    <a:lnTo>
                      <a:pt x="1490" y="758"/>
                    </a:lnTo>
                    <a:lnTo>
                      <a:pt x="1480" y="691"/>
                    </a:lnTo>
                    <a:lnTo>
                      <a:pt x="1465" y="625"/>
                    </a:lnTo>
                    <a:lnTo>
                      <a:pt x="1444" y="561"/>
                    </a:lnTo>
                    <a:lnTo>
                      <a:pt x="1416" y="501"/>
                    </a:lnTo>
                    <a:lnTo>
                      <a:pt x="1383" y="441"/>
                    </a:lnTo>
                    <a:lnTo>
                      <a:pt x="1344" y="387"/>
                    </a:lnTo>
                    <a:lnTo>
                      <a:pt x="1300" y="336"/>
                    </a:lnTo>
                    <a:lnTo>
                      <a:pt x="1251" y="289"/>
                    </a:lnTo>
                    <a:lnTo>
                      <a:pt x="1197" y="247"/>
                    </a:lnTo>
                    <a:lnTo>
                      <a:pt x="1139" y="209"/>
                    </a:lnTo>
                    <a:lnTo>
                      <a:pt x="1076" y="178"/>
                    </a:lnTo>
                    <a:lnTo>
                      <a:pt x="1009" y="153"/>
                    </a:lnTo>
                    <a:lnTo>
                      <a:pt x="941" y="134"/>
                    </a:lnTo>
                    <a:lnTo>
                      <a:pt x="871" y="123"/>
                    </a:lnTo>
                    <a:lnTo>
                      <a:pt x="802" y="119"/>
                    </a:lnTo>
                    <a:close/>
                    <a:moveTo>
                      <a:pt x="794" y="0"/>
                    </a:moveTo>
                    <a:lnTo>
                      <a:pt x="865" y="0"/>
                    </a:lnTo>
                    <a:lnTo>
                      <a:pt x="938" y="7"/>
                    </a:lnTo>
                    <a:lnTo>
                      <a:pt x="1011" y="20"/>
                    </a:lnTo>
                    <a:lnTo>
                      <a:pt x="1084" y="41"/>
                    </a:lnTo>
                    <a:lnTo>
                      <a:pt x="1128" y="58"/>
                    </a:lnTo>
                    <a:lnTo>
                      <a:pt x="1173" y="81"/>
                    </a:lnTo>
                    <a:lnTo>
                      <a:pt x="1217" y="108"/>
                    </a:lnTo>
                    <a:lnTo>
                      <a:pt x="1263" y="140"/>
                    </a:lnTo>
                    <a:lnTo>
                      <a:pt x="1309" y="178"/>
                    </a:lnTo>
                    <a:lnTo>
                      <a:pt x="1355" y="219"/>
                    </a:lnTo>
                    <a:lnTo>
                      <a:pt x="1401" y="263"/>
                    </a:lnTo>
                    <a:lnTo>
                      <a:pt x="1447" y="310"/>
                    </a:lnTo>
                    <a:lnTo>
                      <a:pt x="1491" y="360"/>
                    </a:lnTo>
                    <a:lnTo>
                      <a:pt x="1536" y="413"/>
                    </a:lnTo>
                    <a:lnTo>
                      <a:pt x="1579" y="467"/>
                    </a:lnTo>
                    <a:lnTo>
                      <a:pt x="1622" y="522"/>
                    </a:lnTo>
                    <a:lnTo>
                      <a:pt x="1664" y="577"/>
                    </a:lnTo>
                    <a:lnTo>
                      <a:pt x="1706" y="634"/>
                    </a:lnTo>
                    <a:lnTo>
                      <a:pt x="1745" y="691"/>
                    </a:lnTo>
                    <a:lnTo>
                      <a:pt x="1782" y="746"/>
                    </a:lnTo>
                    <a:lnTo>
                      <a:pt x="1819" y="801"/>
                    </a:lnTo>
                    <a:lnTo>
                      <a:pt x="1854" y="855"/>
                    </a:lnTo>
                    <a:lnTo>
                      <a:pt x="1886" y="907"/>
                    </a:lnTo>
                    <a:lnTo>
                      <a:pt x="1917" y="956"/>
                    </a:lnTo>
                    <a:lnTo>
                      <a:pt x="1946" y="1004"/>
                    </a:lnTo>
                    <a:lnTo>
                      <a:pt x="1973" y="1048"/>
                    </a:lnTo>
                    <a:lnTo>
                      <a:pt x="1996" y="1087"/>
                    </a:lnTo>
                    <a:lnTo>
                      <a:pt x="2017" y="1124"/>
                    </a:lnTo>
                    <a:lnTo>
                      <a:pt x="2035" y="1156"/>
                    </a:lnTo>
                    <a:lnTo>
                      <a:pt x="2051" y="1183"/>
                    </a:lnTo>
                    <a:lnTo>
                      <a:pt x="2063" y="1205"/>
                    </a:lnTo>
                    <a:lnTo>
                      <a:pt x="2071" y="1221"/>
                    </a:lnTo>
                    <a:lnTo>
                      <a:pt x="2077" y="1232"/>
                    </a:lnTo>
                    <a:lnTo>
                      <a:pt x="2078" y="1234"/>
                    </a:lnTo>
                    <a:lnTo>
                      <a:pt x="2075" y="1237"/>
                    </a:lnTo>
                    <a:lnTo>
                      <a:pt x="2064" y="1241"/>
                    </a:lnTo>
                    <a:lnTo>
                      <a:pt x="2048" y="1249"/>
                    </a:lnTo>
                    <a:lnTo>
                      <a:pt x="2025" y="1260"/>
                    </a:lnTo>
                    <a:lnTo>
                      <a:pt x="1997" y="1273"/>
                    </a:lnTo>
                    <a:lnTo>
                      <a:pt x="1963" y="1288"/>
                    </a:lnTo>
                    <a:lnTo>
                      <a:pt x="1926" y="1306"/>
                    </a:lnTo>
                    <a:lnTo>
                      <a:pt x="1882" y="1323"/>
                    </a:lnTo>
                    <a:lnTo>
                      <a:pt x="1835" y="1343"/>
                    </a:lnTo>
                    <a:lnTo>
                      <a:pt x="1785" y="1365"/>
                    </a:lnTo>
                    <a:lnTo>
                      <a:pt x="1731" y="1387"/>
                    </a:lnTo>
                    <a:lnTo>
                      <a:pt x="1673" y="1410"/>
                    </a:lnTo>
                    <a:lnTo>
                      <a:pt x="1614" y="1433"/>
                    </a:lnTo>
                    <a:lnTo>
                      <a:pt x="1552" y="1455"/>
                    </a:lnTo>
                    <a:lnTo>
                      <a:pt x="1488" y="1478"/>
                    </a:lnTo>
                    <a:lnTo>
                      <a:pt x="1424" y="1501"/>
                    </a:lnTo>
                    <a:lnTo>
                      <a:pt x="1358" y="1523"/>
                    </a:lnTo>
                    <a:lnTo>
                      <a:pt x="1290" y="1543"/>
                    </a:lnTo>
                    <a:lnTo>
                      <a:pt x="1223" y="1563"/>
                    </a:lnTo>
                    <a:lnTo>
                      <a:pt x="1157" y="1581"/>
                    </a:lnTo>
                    <a:lnTo>
                      <a:pt x="1089" y="1597"/>
                    </a:lnTo>
                    <a:lnTo>
                      <a:pt x="1023" y="1611"/>
                    </a:lnTo>
                    <a:lnTo>
                      <a:pt x="958" y="1623"/>
                    </a:lnTo>
                    <a:lnTo>
                      <a:pt x="896" y="1631"/>
                    </a:lnTo>
                    <a:lnTo>
                      <a:pt x="834" y="1638"/>
                    </a:lnTo>
                    <a:lnTo>
                      <a:pt x="776" y="1640"/>
                    </a:lnTo>
                    <a:lnTo>
                      <a:pt x="719" y="1640"/>
                    </a:lnTo>
                    <a:lnTo>
                      <a:pt x="667" y="1636"/>
                    </a:lnTo>
                    <a:lnTo>
                      <a:pt x="617" y="1628"/>
                    </a:lnTo>
                    <a:lnTo>
                      <a:pt x="572" y="1617"/>
                    </a:lnTo>
                    <a:lnTo>
                      <a:pt x="501" y="1590"/>
                    </a:lnTo>
                    <a:lnTo>
                      <a:pt x="435" y="1558"/>
                    </a:lnTo>
                    <a:lnTo>
                      <a:pt x="371" y="1520"/>
                    </a:lnTo>
                    <a:lnTo>
                      <a:pt x="313" y="1478"/>
                    </a:lnTo>
                    <a:lnTo>
                      <a:pt x="258" y="1431"/>
                    </a:lnTo>
                    <a:lnTo>
                      <a:pt x="209" y="1380"/>
                    </a:lnTo>
                    <a:lnTo>
                      <a:pt x="164" y="1325"/>
                    </a:lnTo>
                    <a:lnTo>
                      <a:pt x="124" y="1267"/>
                    </a:lnTo>
                    <a:lnTo>
                      <a:pt x="89" y="1205"/>
                    </a:lnTo>
                    <a:lnTo>
                      <a:pt x="60" y="1141"/>
                    </a:lnTo>
                    <a:lnTo>
                      <a:pt x="37" y="1074"/>
                    </a:lnTo>
                    <a:lnTo>
                      <a:pt x="18" y="1005"/>
                    </a:lnTo>
                    <a:lnTo>
                      <a:pt x="6" y="935"/>
                    </a:lnTo>
                    <a:lnTo>
                      <a:pt x="0" y="863"/>
                    </a:lnTo>
                    <a:lnTo>
                      <a:pt x="0" y="792"/>
                    </a:lnTo>
                    <a:lnTo>
                      <a:pt x="7" y="718"/>
                    </a:lnTo>
                    <a:lnTo>
                      <a:pt x="19" y="645"/>
                    </a:lnTo>
                    <a:lnTo>
                      <a:pt x="39" y="572"/>
                    </a:lnTo>
                    <a:lnTo>
                      <a:pt x="66" y="502"/>
                    </a:lnTo>
                    <a:lnTo>
                      <a:pt x="99" y="434"/>
                    </a:lnTo>
                    <a:lnTo>
                      <a:pt x="137" y="372"/>
                    </a:lnTo>
                    <a:lnTo>
                      <a:pt x="178" y="313"/>
                    </a:lnTo>
                    <a:lnTo>
                      <a:pt x="226" y="259"/>
                    </a:lnTo>
                    <a:lnTo>
                      <a:pt x="277" y="209"/>
                    </a:lnTo>
                    <a:lnTo>
                      <a:pt x="332" y="165"/>
                    </a:lnTo>
                    <a:lnTo>
                      <a:pt x="390" y="126"/>
                    </a:lnTo>
                    <a:lnTo>
                      <a:pt x="452" y="91"/>
                    </a:lnTo>
                    <a:lnTo>
                      <a:pt x="516" y="61"/>
                    </a:lnTo>
                    <a:lnTo>
                      <a:pt x="583" y="37"/>
                    </a:lnTo>
                    <a:lnTo>
                      <a:pt x="652" y="19"/>
                    </a:lnTo>
                    <a:lnTo>
                      <a:pt x="722" y="7"/>
                    </a:lnTo>
                    <a:lnTo>
                      <a:pt x="794" y="0"/>
                    </a:lnTo>
                    <a:close/>
                  </a:path>
                </a:pathLst>
              </a:custGeom>
              <a:solidFill>
                <a:schemeClr val="accent4"/>
              </a:solidFill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grpSp>
            <p:nvGrpSpPr>
              <p:cNvPr id="7" name="Group 92"/>
              <p:cNvGrpSpPr/>
              <p:nvPr/>
            </p:nvGrpSpPr>
            <p:grpSpPr>
              <a:xfrm>
                <a:off x="4559245" y="3525194"/>
                <a:ext cx="479425" cy="477838"/>
                <a:chOff x="4575175" y="3521076"/>
                <a:chExt cx="479425" cy="477838"/>
              </a:xfrm>
            </p:grpSpPr>
            <p:sp>
              <p:nvSpPr>
                <p:cNvPr id="28" name="Freeform 54"/>
                <p:cNvSpPr>
                  <a:spLocks/>
                </p:cNvSpPr>
                <p:nvPr/>
              </p:nvSpPr>
              <p:spPr bwMode="auto">
                <a:xfrm>
                  <a:off x="4657725" y="3606801"/>
                  <a:ext cx="206375" cy="42863"/>
                </a:xfrm>
                <a:custGeom>
                  <a:avLst/>
                  <a:gdLst>
                    <a:gd name="T0" fmla="*/ 151 w 1438"/>
                    <a:gd name="T1" fmla="*/ 0 h 302"/>
                    <a:gd name="T2" fmla="*/ 1287 w 1438"/>
                    <a:gd name="T3" fmla="*/ 0 h 302"/>
                    <a:gd name="T4" fmla="*/ 1318 w 1438"/>
                    <a:gd name="T5" fmla="*/ 3 h 302"/>
                    <a:gd name="T6" fmla="*/ 1346 w 1438"/>
                    <a:gd name="T7" fmla="*/ 12 h 302"/>
                    <a:gd name="T8" fmla="*/ 1372 w 1438"/>
                    <a:gd name="T9" fmla="*/ 26 h 302"/>
                    <a:gd name="T10" fmla="*/ 1394 w 1438"/>
                    <a:gd name="T11" fmla="*/ 45 h 302"/>
                    <a:gd name="T12" fmla="*/ 1413 w 1438"/>
                    <a:gd name="T13" fmla="*/ 67 h 302"/>
                    <a:gd name="T14" fmla="*/ 1426 w 1438"/>
                    <a:gd name="T15" fmla="*/ 93 h 302"/>
                    <a:gd name="T16" fmla="*/ 1435 w 1438"/>
                    <a:gd name="T17" fmla="*/ 121 h 302"/>
                    <a:gd name="T18" fmla="*/ 1438 w 1438"/>
                    <a:gd name="T19" fmla="*/ 151 h 302"/>
                    <a:gd name="T20" fmla="*/ 1435 w 1438"/>
                    <a:gd name="T21" fmla="*/ 181 h 302"/>
                    <a:gd name="T22" fmla="*/ 1426 w 1438"/>
                    <a:gd name="T23" fmla="*/ 209 h 302"/>
                    <a:gd name="T24" fmla="*/ 1413 w 1438"/>
                    <a:gd name="T25" fmla="*/ 235 h 302"/>
                    <a:gd name="T26" fmla="*/ 1394 w 1438"/>
                    <a:gd name="T27" fmla="*/ 257 h 302"/>
                    <a:gd name="T28" fmla="*/ 1372 w 1438"/>
                    <a:gd name="T29" fmla="*/ 276 h 302"/>
                    <a:gd name="T30" fmla="*/ 1346 w 1438"/>
                    <a:gd name="T31" fmla="*/ 289 h 302"/>
                    <a:gd name="T32" fmla="*/ 1318 w 1438"/>
                    <a:gd name="T33" fmla="*/ 298 h 302"/>
                    <a:gd name="T34" fmla="*/ 1287 w 1438"/>
                    <a:gd name="T35" fmla="*/ 302 h 302"/>
                    <a:gd name="T36" fmla="*/ 151 w 1438"/>
                    <a:gd name="T37" fmla="*/ 302 h 302"/>
                    <a:gd name="T38" fmla="*/ 121 w 1438"/>
                    <a:gd name="T39" fmla="*/ 298 h 302"/>
                    <a:gd name="T40" fmla="*/ 93 w 1438"/>
                    <a:gd name="T41" fmla="*/ 289 h 302"/>
                    <a:gd name="T42" fmla="*/ 66 w 1438"/>
                    <a:gd name="T43" fmla="*/ 276 h 302"/>
                    <a:gd name="T44" fmla="*/ 44 w 1438"/>
                    <a:gd name="T45" fmla="*/ 257 h 302"/>
                    <a:gd name="T46" fmla="*/ 26 w 1438"/>
                    <a:gd name="T47" fmla="*/ 235 h 302"/>
                    <a:gd name="T48" fmla="*/ 12 w 1438"/>
                    <a:gd name="T49" fmla="*/ 209 h 302"/>
                    <a:gd name="T50" fmla="*/ 4 w 1438"/>
                    <a:gd name="T51" fmla="*/ 181 h 302"/>
                    <a:gd name="T52" fmla="*/ 0 w 1438"/>
                    <a:gd name="T53" fmla="*/ 151 h 302"/>
                    <a:gd name="T54" fmla="*/ 4 w 1438"/>
                    <a:gd name="T55" fmla="*/ 121 h 302"/>
                    <a:gd name="T56" fmla="*/ 12 w 1438"/>
                    <a:gd name="T57" fmla="*/ 93 h 302"/>
                    <a:gd name="T58" fmla="*/ 26 w 1438"/>
                    <a:gd name="T59" fmla="*/ 67 h 302"/>
                    <a:gd name="T60" fmla="*/ 44 w 1438"/>
                    <a:gd name="T61" fmla="*/ 45 h 302"/>
                    <a:gd name="T62" fmla="*/ 66 w 1438"/>
                    <a:gd name="T63" fmla="*/ 26 h 302"/>
                    <a:gd name="T64" fmla="*/ 93 w 1438"/>
                    <a:gd name="T65" fmla="*/ 12 h 302"/>
                    <a:gd name="T66" fmla="*/ 121 w 1438"/>
                    <a:gd name="T67" fmla="*/ 3 h 302"/>
                    <a:gd name="T68" fmla="*/ 151 w 1438"/>
                    <a:gd name="T69" fmla="*/ 0 h 30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</a:cxnLst>
                  <a:rect l="0" t="0" r="r" b="b"/>
                  <a:pathLst>
                    <a:path w="1438" h="302">
                      <a:moveTo>
                        <a:pt x="151" y="0"/>
                      </a:moveTo>
                      <a:lnTo>
                        <a:pt x="1287" y="0"/>
                      </a:lnTo>
                      <a:lnTo>
                        <a:pt x="1318" y="3"/>
                      </a:lnTo>
                      <a:lnTo>
                        <a:pt x="1346" y="12"/>
                      </a:lnTo>
                      <a:lnTo>
                        <a:pt x="1372" y="26"/>
                      </a:lnTo>
                      <a:lnTo>
                        <a:pt x="1394" y="45"/>
                      </a:lnTo>
                      <a:lnTo>
                        <a:pt x="1413" y="67"/>
                      </a:lnTo>
                      <a:lnTo>
                        <a:pt x="1426" y="93"/>
                      </a:lnTo>
                      <a:lnTo>
                        <a:pt x="1435" y="121"/>
                      </a:lnTo>
                      <a:lnTo>
                        <a:pt x="1438" y="151"/>
                      </a:lnTo>
                      <a:lnTo>
                        <a:pt x="1435" y="181"/>
                      </a:lnTo>
                      <a:lnTo>
                        <a:pt x="1426" y="209"/>
                      </a:lnTo>
                      <a:lnTo>
                        <a:pt x="1413" y="235"/>
                      </a:lnTo>
                      <a:lnTo>
                        <a:pt x="1394" y="257"/>
                      </a:lnTo>
                      <a:lnTo>
                        <a:pt x="1372" y="276"/>
                      </a:lnTo>
                      <a:lnTo>
                        <a:pt x="1346" y="289"/>
                      </a:lnTo>
                      <a:lnTo>
                        <a:pt x="1318" y="298"/>
                      </a:lnTo>
                      <a:lnTo>
                        <a:pt x="1287" y="302"/>
                      </a:lnTo>
                      <a:lnTo>
                        <a:pt x="151" y="302"/>
                      </a:lnTo>
                      <a:lnTo>
                        <a:pt x="121" y="298"/>
                      </a:lnTo>
                      <a:lnTo>
                        <a:pt x="93" y="289"/>
                      </a:lnTo>
                      <a:lnTo>
                        <a:pt x="66" y="276"/>
                      </a:lnTo>
                      <a:lnTo>
                        <a:pt x="44" y="257"/>
                      </a:lnTo>
                      <a:lnTo>
                        <a:pt x="26" y="235"/>
                      </a:lnTo>
                      <a:lnTo>
                        <a:pt x="12" y="209"/>
                      </a:lnTo>
                      <a:lnTo>
                        <a:pt x="4" y="181"/>
                      </a:lnTo>
                      <a:lnTo>
                        <a:pt x="0" y="151"/>
                      </a:lnTo>
                      <a:lnTo>
                        <a:pt x="4" y="121"/>
                      </a:lnTo>
                      <a:lnTo>
                        <a:pt x="12" y="93"/>
                      </a:lnTo>
                      <a:lnTo>
                        <a:pt x="26" y="67"/>
                      </a:lnTo>
                      <a:lnTo>
                        <a:pt x="44" y="45"/>
                      </a:lnTo>
                      <a:lnTo>
                        <a:pt x="66" y="26"/>
                      </a:lnTo>
                      <a:lnTo>
                        <a:pt x="93" y="12"/>
                      </a:lnTo>
                      <a:lnTo>
                        <a:pt x="121" y="3"/>
                      </a:lnTo>
                      <a:lnTo>
                        <a:pt x="151" y="0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29" name="Freeform 55"/>
                <p:cNvSpPr>
                  <a:spLocks/>
                </p:cNvSpPr>
                <p:nvPr/>
              </p:nvSpPr>
              <p:spPr bwMode="auto">
                <a:xfrm>
                  <a:off x="4657725" y="3687763"/>
                  <a:ext cx="206375" cy="42863"/>
                </a:xfrm>
                <a:custGeom>
                  <a:avLst/>
                  <a:gdLst>
                    <a:gd name="T0" fmla="*/ 151 w 1438"/>
                    <a:gd name="T1" fmla="*/ 0 h 301"/>
                    <a:gd name="T2" fmla="*/ 1287 w 1438"/>
                    <a:gd name="T3" fmla="*/ 0 h 301"/>
                    <a:gd name="T4" fmla="*/ 1318 w 1438"/>
                    <a:gd name="T5" fmla="*/ 3 h 301"/>
                    <a:gd name="T6" fmla="*/ 1346 w 1438"/>
                    <a:gd name="T7" fmla="*/ 12 h 301"/>
                    <a:gd name="T8" fmla="*/ 1372 w 1438"/>
                    <a:gd name="T9" fmla="*/ 26 h 301"/>
                    <a:gd name="T10" fmla="*/ 1394 w 1438"/>
                    <a:gd name="T11" fmla="*/ 44 h 301"/>
                    <a:gd name="T12" fmla="*/ 1413 w 1438"/>
                    <a:gd name="T13" fmla="*/ 66 h 301"/>
                    <a:gd name="T14" fmla="*/ 1426 w 1438"/>
                    <a:gd name="T15" fmla="*/ 92 h 301"/>
                    <a:gd name="T16" fmla="*/ 1435 w 1438"/>
                    <a:gd name="T17" fmla="*/ 120 h 301"/>
                    <a:gd name="T18" fmla="*/ 1438 w 1438"/>
                    <a:gd name="T19" fmla="*/ 150 h 301"/>
                    <a:gd name="T20" fmla="*/ 1435 w 1438"/>
                    <a:gd name="T21" fmla="*/ 181 h 301"/>
                    <a:gd name="T22" fmla="*/ 1426 w 1438"/>
                    <a:gd name="T23" fmla="*/ 210 h 301"/>
                    <a:gd name="T24" fmla="*/ 1413 w 1438"/>
                    <a:gd name="T25" fmla="*/ 235 h 301"/>
                    <a:gd name="T26" fmla="*/ 1394 w 1438"/>
                    <a:gd name="T27" fmla="*/ 258 h 301"/>
                    <a:gd name="T28" fmla="*/ 1372 w 1438"/>
                    <a:gd name="T29" fmla="*/ 275 h 301"/>
                    <a:gd name="T30" fmla="*/ 1346 w 1438"/>
                    <a:gd name="T31" fmla="*/ 290 h 301"/>
                    <a:gd name="T32" fmla="*/ 1318 w 1438"/>
                    <a:gd name="T33" fmla="*/ 298 h 301"/>
                    <a:gd name="T34" fmla="*/ 1287 w 1438"/>
                    <a:gd name="T35" fmla="*/ 301 h 301"/>
                    <a:gd name="T36" fmla="*/ 151 w 1438"/>
                    <a:gd name="T37" fmla="*/ 301 h 301"/>
                    <a:gd name="T38" fmla="*/ 121 w 1438"/>
                    <a:gd name="T39" fmla="*/ 298 h 301"/>
                    <a:gd name="T40" fmla="*/ 93 w 1438"/>
                    <a:gd name="T41" fmla="*/ 290 h 301"/>
                    <a:gd name="T42" fmla="*/ 66 w 1438"/>
                    <a:gd name="T43" fmla="*/ 275 h 301"/>
                    <a:gd name="T44" fmla="*/ 44 w 1438"/>
                    <a:gd name="T45" fmla="*/ 258 h 301"/>
                    <a:gd name="T46" fmla="*/ 26 w 1438"/>
                    <a:gd name="T47" fmla="*/ 235 h 301"/>
                    <a:gd name="T48" fmla="*/ 12 w 1438"/>
                    <a:gd name="T49" fmla="*/ 210 h 301"/>
                    <a:gd name="T50" fmla="*/ 4 w 1438"/>
                    <a:gd name="T51" fmla="*/ 181 h 301"/>
                    <a:gd name="T52" fmla="*/ 0 w 1438"/>
                    <a:gd name="T53" fmla="*/ 150 h 301"/>
                    <a:gd name="T54" fmla="*/ 4 w 1438"/>
                    <a:gd name="T55" fmla="*/ 120 h 301"/>
                    <a:gd name="T56" fmla="*/ 12 w 1438"/>
                    <a:gd name="T57" fmla="*/ 92 h 301"/>
                    <a:gd name="T58" fmla="*/ 26 w 1438"/>
                    <a:gd name="T59" fmla="*/ 66 h 301"/>
                    <a:gd name="T60" fmla="*/ 44 w 1438"/>
                    <a:gd name="T61" fmla="*/ 44 h 301"/>
                    <a:gd name="T62" fmla="*/ 66 w 1438"/>
                    <a:gd name="T63" fmla="*/ 26 h 301"/>
                    <a:gd name="T64" fmla="*/ 93 w 1438"/>
                    <a:gd name="T65" fmla="*/ 12 h 301"/>
                    <a:gd name="T66" fmla="*/ 121 w 1438"/>
                    <a:gd name="T67" fmla="*/ 3 h 301"/>
                    <a:gd name="T68" fmla="*/ 151 w 1438"/>
                    <a:gd name="T69" fmla="*/ 0 h 30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</a:cxnLst>
                  <a:rect l="0" t="0" r="r" b="b"/>
                  <a:pathLst>
                    <a:path w="1438" h="301">
                      <a:moveTo>
                        <a:pt x="151" y="0"/>
                      </a:moveTo>
                      <a:lnTo>
                        <a:pt x="1287" y="0"/>
                      </a:lnTo>
                      <a:lnTo>
                        <a:pt x="1318" y="3"/>
                      </a:lnTo>
                      <a:lnTo>
                        <a:pt x="1346" y="12"/>
                      </a:lnTo>
                      <a:lnTo>
                        <a:pt x="1372" y="26"/>
                      </a:lnTo>
                      <a:lnTo>
                        <a:pt x="1394" y="44"/>
                      </a:lnTo>
                      <a:lnTo>
                        <a:pt x="1413" y="66"/>
                      </a:lnTo>
                      <a:lnTo>
                        <a:pt x="1426" y="92"/>
                      </a:lnTo>
                      <a:lnTo>
                        <a:pt x="1435" y="120"/>
                      </a:lnTo>
                      <a:lnTo>
                        <a:pt x="1438" y="150"/>
                      </a:lnTo>
                      <a:lnTo>
                        <a:pt x="1435" y="181"/>
                      </a:lnTo>
                      <a:lnTo>
                        <a:pt x="1426" y="210"/>
                      </a:lnTo>
                      <a:lnTo>
                        <a:pt x="1413" y="235"/>
                      </a:lnTo>
                      <a:lnTo>
                        <a:pt x="1394" y="258"/>
                      </a:lnTo>
                      <a:lnTo>
                        <a:pt x="1372" y="275"/>
                      </a:lnTo>
                      <a:lnTo>
                        <a:pt x="1346" y="290"/>
                      </a:lnTo>
                      <a:lnTo>
                        <a:pt x="1318" y="298"/>
                      </a:lnTo>
                      <a:lnTo>
                        <a:pt x="1287" y="301"/>
                      </a:lnTo>
                      <a:lnTo>
                        <a:pt x="151" y="301"/>
                      </a:lnTo>
                      <a:lnTo>
                        <a:pt x="121" y="298"/>
                      </a:lnTo>
                      <a:lnTo>
                        <a:pt x="93" y="290"/>
                      </a:lnTo>
                      <a:lnTo>
                        <a:pt x="66" y="275"/>
                      </a:lnTo>
                      <a:lnTo>
                        <a:pt x="44" y="258"/>
                      </a:lnTo>
                      <a:lnTo>
                        <a:pt x="26" y="235"/>
                      </a:lnTo>
                      <a:lnTo>
                        <a:pt x="12" y="210"/>
                      </a:lnTo>
                      <a:lnTo>
                        <a:pt x="4" y="181"/>
                      </a:lnTo>
                      <a:lnTo>
                        <a:pt x="0" y="150"/>
                      </a:lnTo>
                      <a:lnTo>
                        <a:pt x="4" y="120"/>
                      </a:lnTo>
                      <a:lnTo>
                        <a:pt x="12" y="92"/>
                      </a:lnTo>
                      <a:lnTo>
                        <a:pt x="26" y="66"/>
                      </a:lnTo>
                      <a:lnTo>
                        <a:pt x="44" y="44"/>
                      </a:lnTo>
                      <a:lnTo>
                        <a:pt x="66" y="26"/>
                      </a:lnTo>
                      <a:lnTo>
                        <a:pt x="93" y="12"/>
                      </a:lnTo>
                      <a:lnTo>
                        <a:pt x="121" y="3"/>
                      </a:lnTo>
                      <a:lnTo>
                        <a:pt x="151" y="0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30" name="Freeform 56"/>
                <p:cNvSpPr>
                  <a:spLocks/>
                </p:cNvSpPr>
                <p:nvPr/>
              </p:nvSpPr>
              <p:spPr bwMode="auto">
                <a:xfrm>
                  <a:off x="4657725" y="3768726"/>
                  <a:ext cx="125413" cy="44450"/>
                </a:xfrm>
                <a:custGeom>
                  <a:avLst/>
                  <a:gdLst>
                    <a:gd name="T0" fmla="*/ 151 w 870"/>
                    <a:gd name="T1" fmla="*/ 0 h 301"/>
                    <a:gd name="T2" fmla="*/ 720 w 870"/>
                    <a:gd name="T3" fmla="*/ 0 h 301"/>
                    <a:gd name="T4" fmla="*/ 750 w 870"/>
                    <a:gd name="T5" fmla="*/ 4 h 301"/>
                    <a:gd name="T6" fmla="*/ 778 w 870"/>
                    <a:gd name="T7" fmla="*/ 12 h 301"/>
                    <a:gd name="T8" fmla="*/ 805 w 870"/>
                    <a:gd name="T9" fmla="*/ 26 h 301"/>
                    <a:gd name="T10" fmla="*/ 827 w 870"/>
                    <a:gd name="T11" fmla="*/ 44 h 301"/>
                    <a:gd name="T12" fmla="*/ 845 w 870"/>
                    <a:gd name="T13" fmla="*/ 67 h 301"/>
                    <a:gd name="T14" fmla="*/ 859 w 870"/>
                    <a:gd name="T15" fmla="*/ 92 h 301"/>
                    <a:gd name="T16" fmla="*/ 867 w 870"/>
                    <a:gd name="T17" fmla="*/ 120 h 301"/>
                    <a:gd name="T18" fmla="*/ 870 w 870"/>
                    <a:gd name="T19" fmla="*/ 151 h 301"/>
                    <a:gd name="T20" fmla="*/ 867 w 870"/>
                    <a:gd name="T21" fmla="*/ 181 h 301"/>
                    <a:gd name="T22" fmla="*/ 859 w 870"/>
                    <a:gd name="T23" fmla="*/ 209 h 301"/>
                    <a:gd name="T24" fmla="*/ 845 w 870"/>
                    <a:gd name="T25" fmla="*/ 234 h 301"/>
                    <a:gd name="T26" fmla="*/ 827 w 870"/>
                    <a:gd name="T27" fmla="*/ 257 h 301"/>
                    <a:gd name="T28" fmla="*/ 805 w 870"/>
                    <a:gd name="T29" fmla="*/ 275 h 301"/>
                    <a:gd name="T30" fmla="*/ 778 w 870"/>
                    <a:gd name="T31" fmla="*/ 290 h 301"/>
                    <a:gd name="T32" fmla="*/ 750 w 870"/>
                    <a:gd name="T33" fmla="*/ 298 h 301"/>
                    <a:gd name="T34" fmla="*/ 720 w 870"/>
                    <a:gd name="T35" fmla="*/ 301 h 301"/>
                    <a:gd name="T36" fmla="*/ 151 w 870"/>
                    <a:gd name="T37" fmla="*/ 301 h 301"/>
                    <a:gd name="T38" fmla="*/ 121 w 870"/>
                    <a:gd name="T39" fmla="*/ 298 h 301"/>
                    <a:gd name="T40" fmla="*/ 93 w 870"/>
                    <a:gd name="T41" fmla="*/ 290 h 301"/>
                    <a:gd name="T42" fmla="*/ 66 w 870"/>
                    <a:gd name="T43" fmla="*/ 275 h 301"/>
                    <a:gd name="T44" fmla="*/ 44 w 870"/>
                    <a:gd name="T45" fmla="*/ 257 h 301"/>
                    <a:gd name="T46" fmla="*/ 26 w 870"/>
                    <a:gd name="T47" fmla="*/ 234 h 301"/>
                    <a:gd name="T48" fmla="*/ 12 w 870"/>
                    <a:gd name="T49" fmla="*/ 209 h 301"/>
                    <a:gd name="T50" fmla="*/ 4 w 870"/>
                    <a:gd name="T51" fmla="*/ 181 h 301"/>
                    <a:gd name="T52" fmla="*/ 0 w 870"/>
                    <a:gd name="T53" fmla="*/ 151 h 301"/>
                    <a:gd name="T54" fmla="*/ 4 w 870"/>
                    <a:gd name="T55" fmla="*/ 120 h 301"/>
                    <a:gd name="T56" fmla="*/ 12 w 870"/>
                    <a:gd name="T57" fmla="*/ 92 h 301"/>
                    <a:gd name="T58" fmla="*/ 26 w 870"/>
                    <a:gd name="T59" fmla="*/ 67 h 301"/>
                    <a:gd name="T60" fmla="*/ 44 w 870"/>
                    <a:gd name="T61" fmla="*/ 44 h 301"/>
                    <a:gd name="T62" fmla="*/ 66 w 870"/>
                    <a:gd name="T63" fmla="*/ 26 h 301"/>
                    <a:gd name="T64" fmla="*/ 93 w 870"/>
                    <a:gd name="T65" fmla="*/ 12 h 301"/>
                    <a:gd name="T66" fmla="*/ 121 w 870"/>
                    <a:gd name="T67" fmla="*/ 4 h 301"/>
                    <a:gd name="T68" fmla="*/ 151 w 870"/>
                    <a:gd name="T69" fmla="*/ 0 h 30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</a:cxnLst>
                  <a:rect l="0" t="0" r="r" b="b"/>
                  <a:pathLst>
                    <a:path w="870" h="301">
                      <a:moveTo>
                        <a:pt x="151" y="0"/>
                      </a:moveTo>
                      <a:lnTo>
                        <a:pt x="720" y="0"/>
                      </a:lnTo>
                      <a:lnTo>
                        <a:pt x="750" y="4"/>
                      </a:lnTo>
                      <a:lnTo>
                        <a:pt x="778" y="12"/>
                      </a:lnTo>
                      <a:lnTo>
                        <a:pt x="805" y="26"/>
                      </a:lnTo>
                      <a:lnTo>
                        <a:pt x="827" y="44"/>
                      </a:lnTo>
                      <a:lnTo>
                        <a:pt x="845" y="67"/>
                      </a:lnTo>
                      <a:lnTo>
                        <a:pt x="859" y="92"/>
                      </a:lnTo>
                      <a:lnTo>
                        <a:pt x="867" y="120"/>
                      </a:lnTo>
                      <a:lnTo>
                        <a:pt x="870" y="151"/>
                      </a:lnTo>
                      <a:lnTo>
                        <a:pt x="867" y="181"/>
                      </a:lnTo>
                      <a:lnTo>
                        <a:pt x="859" y="209"/>
                      </a:lnTo>
                      <a:lnTo>
                        <a:pt x="845" y="234"/>
                      </a:lnTo>
                      <a:lnTo>
                        <a:pt x="827" y="257"/>
                      </a:lnTo>
                      <a:lnTo>
                        <a:pt x="805" y="275"/>
                      </a:lnTo>
                      <a:lnTo>
                        <a:pt x="778" y="290"/>
                      </a:lnTo>
                      <a:lnTo>
                        <a:pt x="750" y="298"/>
                      </a:lnTo>
                      <a:lnTo>
                        <a:pt x="720" y="301"/>
                      </a:lnTo>
                      <a:lnTo>
                        <a:pt x="151" y="301"/>
                      </a:lnTo>
                      <a:lnTo>
                        <a:pt x="121" y="298"/>
                      </a:lnTo>
                      <a:lnTo>
                        <a:pt x="93" y="290"/>
                      </a:lnTo>
                      <a:lnTo>
                        <a:pt x="66" y="275"/>
                      </a:lnTo>
                      <a:lnTo>
                        <a:pt x="44" y="257"/>
                      </a:lnTo>
                      <a:lnTo>
                        <a:pt x="26" y="234"/>
                      </a:lnTo>
                      <a:lnTo>
                        <a:pt x="12" y="209"/>
                      </a:lnTo>
                      <a:lnTo>
                        <a:pt x="4" y="181"/>
                      </a:lnTo>
                      <a:lnTo>
                        <a:pt x="0" y="151"/>
                      </a:lnTo>
                      <a:lnTo>
                        <a:pt x="4" y="120"/>
                      </a:lnTo>
                      <a:lnTo>
                        <a:pt x="12" y="92"/>
                      </a:lnTo>
                      <a:lnTo>
                        <a:pt x="26" y="67"/>
                      </a:lnTo>
                      <a:lnTo>
                        <a:pt x="44" y="44"/>
                      </a:lnTo>
                      <a:lnTo>
                        <a:pt x="66" y="26"/>
                      </a:lnTo>
                      <a:lnTo>
                        <a:pt x="93" y="12"/>
                      </a:lnTo>
                      <a:lnTo>
                        <a:pt x="121" y="4"/>
                      </a:lnTo>
                      <a:lnTo>
                        <a:pt x="151" y="0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31" name="Freeform 57"/>
                <p:cNvSpPr>
                  <a:spLocks/>
                </p:cNvSpPr>
                <p:nvPr/>
              </p:nvSpPr>
              <p:spPr bwMode="auto">
                <a:xfrm>
                  <a:off x="4575175" y="3521076"/>
                  <a:ext cx="371475" cy="477838"/>
                </a:xfrm>
                <a:custGeom>
                  <a:avLst/>
                  <a:gdLst>
                    <a:gd name="T0" fmla="*/ 152 w 2574"/>
                    <a:gd name="T1" fmla="*/ 0 h 3310"/>
                    <a:gd name="T2" fmla="*/ 2423 w 2574"/>
                    <a:gd name="T3" fmla="*/ 0 h 3310"/>
                    <a:gd name="T4" fmla="*/ 2453 w 2574"/>
                    <a:gd name="T5" fmla="*/ 3 h 3310"/>
                    <a:gd name="T6" fmla="*/ 2481 w 2574"/>
                    <a:gd name="T7" fmla="*/ 12 h 3310"/>
                    <a:gd name="T8" fmla="*/ 2507 w 2574"/>
                    <a:gd name="T9" fmla="*/ 26 h 3310"/>
                    <a:gd name="T10" fmla="*/ 2529 w 2574"/>
                    <a:gd name="T11" fmla="*/ 44 h 3310"/>
                    <a:gd name="T12" fmla="*/ 2548 w 2574"/>
                    <a:gd name="T13" fmla="*/ 67 h 3310"/>
                    <a:gd name="T14" fmla="*/ 2562 w 2574"/>
                    <a:gd name="T15" fmla="*/ 92 h 3310"/>
                    <a:gd name="T16" fmla="*/ 2571 w 2574"/>
                    <a:gd name="T17" fmla="*/ 120 h 3310"/>
                    <a:gd name="T18" fmla="*/ 2574 w 2574"/>
                    <a:gd name="T19" fmla="*/ 150 h 3310"/>
                    <a:gd name="T20" fmla="*/ 2574 w 2574"/>
                    <a:gd name="T21" fmla="*/ 374 h 3310"/>
                    <a:gd name="T22" fmla="*/ 2272 w 2574"/>
                    <a:gd name="T23" fmla="*/ 896 h 3310"/>
                    <a:gd name="T24" fmla="*/ 2272 w 2574"/>
                    <a:gd name="T25" fmla="*/ 301 h 3310"/>
                    <a:gd name="T26" fmla="*/ 304 w 2574"/>
                    <a:gd name="T27" fmla="*/ 301 h 3310"/>
                    <a:gd name="T28" fmla="*/ 304 w 2574"/>
                    <a:gd name="T29" fmla="*/ 3008 h 3310"/>
                    <a:gd name="T30" fmla="*/ 2272 w 2574"/>
                    <a:gd name="T31" fmla="*/ 3008 h 3310"/>
                    <a:gd name="T32" fmla="*/ 2272 w 2574"/>
                    <a:gd name="T33" fmla="*/ 2634 h 3310"/>
                    <a:gd name="T34" fmla="*/ 2430 w 2574"/>
                    <a:gd name="T35" fmla="*/ 2530 h 3310"/>
                    <a:gd name="T36" fmla="*/ 2458 w 2574"/>
                    <a:gd name="T37" fmla="*/ 2508 h 3310"/>
                    <a:gd name="T38" fmla="*/ 2482 w 2574"/>
                    <a:gd name="T39" fmla="*/ 2483 h 3310"/>
                    <a:gd name="T40" fmla="*/ 2502 w 2574"/>
                    <a:gd name="T41" fmla="*/ 2454 h 3310"/>
                    <a:gd name="T42" fmla="*/ 2574 w 2574"/>
                    <a:gd name="T43" fmla="*/ 2330 h 3310"/>
                    <a:gd name="T44" fmla="*/ 2574 w 2574"/>
                    <a:gd name="T45" fmla="*/ 3159 h 3310"/>
                    <a:gd name="T46" fmla="*/ 2571 w 2574"/>
                    <a:gd name="T47" fmla="*/ 3189 h 3310"/>
                    <a:gd name="T48" fmla="*/ 2562 w 2574"/>
                    <a:gd name="T49" fmla="*/ 3217 h 3310"/>
                    <a:gd name="T50" fmla="*/ 2548 w 2574"/>
                    <a:gd name="T51" fmla="*/ 3243 h 3310"/>
                    <a:gd name="T52" fmla="*/ 2529 w 2574"/>
                    <a:gd name="T53" fmla="*/ 3265 h 3310"/>
                    <a:gd name="T54" fmla="*/ 2507 w 2574"/>
                    <a:gd name="T55" fmla="*/ 3284 h 3310"/>
                    <a:gd name="T56" fmla="*/ 2481 w 2574"/>
                    <a:gd name="T57" fmla="*/ 3297 h 3310"/>
                    <a:gd name="T58" fmla="*/ 2453 w 2574"/>
                    <a:gd name="T59" fmla="*/ 3307 h 3310"/>
                    <a:gd name="T60" fmla="*/ 2423 w 2574"/>
                    <a:gd name="T61" fmla="*/ 3310 h 3310"/>
                    <a:gd name="T62" fmla="*/ 152 w 2574"/>
                    <a:gd name="T63" fmla="*/ 3310 h 3310"/>
                    <a:gd name="T64" fmla="*/ 121 w 2574"/>
                    <a:gd name="T65" fmla="*/ 3307 h 3310"/>
                    <a:gd name="T66" fmla="*/ 93 w 2574"/>
                    <a:gd name="T67" fmla="*/ 3297 h 3310"/>
                    <a:gd name="T68" fmla="*/ 67 w 2574"/>
                    <a:gd name="T69" fmla="*/ 3284 h 3310"/>
                    <a:gd name="T70" fmla="*/ 45 w 2574"/>
                    <a:gd name="T71" fmla="*/ 3265 h 3310"/>
                    <a:gd name="T72" fmla="*/ 26 w 2574"/>
                    <a:gd name="T73" fmla="*/ 3243 h 3310"/>
                    <a:gd name="T74" fmla="*/ 13 w 2574"/>
                    <a:gd name="T75" fmla="*/ 3217 h 3310"/>
                    <a:gd name="T76" fmla="*/ 3 w 2574"/>
                    <a:gd name="T77" fmla="*/ 3189 h 3310"/>
                    <a:gd name="T78" fmla="*/ 0 w 2574"/>
                    <a:gd name="T79" fmla="*/ 3159 h 3310"/>
                    <a:gd name="T80" fmla="*/ 0 w 2574"/>
                    <a:gd name="T81" fmla="*/ 150 h 3310"/>
                    <a:gd name="T82" fmla="*/ 3 w 2574"/>
                    <a:gd name="T83" fmla="*/ 120 h 3310"/>
                    <a:gd name="T84" fmla="*/ 13 w 2574"/>
                    <a:gd name="T85" fmla="*/ 92 h 3310"/>
                    <a:gd name="T86" fmla="*/ 26 w 2574"/>
                    <a:gd name="T87" fmla="*/ 67 h 3310"/>
                    <a:gd name="T88" fmla="*/ 45 w 2574"/>
                    <a:gd name="T89" fmla="*/ 44 h 3310"/>
                    <a:gd name="T90" fmla="*/ 67 w 2574"/>
                    <a:gd name="T91" fmla="*/ 26 h 3310"/>
                    <a:gd name="T92" fmla="*/ 93 w 2574"/>
                    <a:gd name="T93" fmla="*/ 12 h 3310"/>
                    <a:gd name="T94" fmla="*/ 121 w 2574"/>
                    <a:gd name="T95" fmla="*/ 3 h 3310"/>
                    <a:gd name="T96" fmla="*/ 152 w 2574"/>
                    <a:gd name="T97" fmla="*/ 0 h 331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</a:cxnLst>
                  <a:rect l="0" t="0" r="r" b="b"/>
                  <a:pathLst>
                    <a:path w="2574" h="3310">
                      <a:moveTo>
                        <a:pt x="152" y="0"/>
                      </a:moveTo>
                      <a:lnTo>
                        <a:pt x="2423" y="0"/>
                      </a:lnTo>
                      <a:lnTo>
                        <a:pt x="2453" y="3"/>
                      </a:lnTo>
                      <a:lnTo>
                        <a:pt x="2481" y="12"/>
                      </a:lnTo>
                      <a:lnTo>
                        <a:pt x="2507" y="26"/>
                      </a:lnTo>
                      <a:lnTo>
                        <a:pt x="2529" y="44"/>
                      </a:lnTo>
                      <a:lnTo>
                        <a:pt x="2548" y="67"/>
                      </a:lnTo>
                      <a:lnTo>
                        <a:pt x="2562" y="92"/>
                      </a:lnTo>
                      <a:lnTo>
                        <a:pt x="2571" y="120"/>
                      </a:lnTo>
                      <a:lnTo>
                        <a:pt x="2574" y="150"/>
                      </a:lnTo>
                      <a:lnTo>
                        <a:pt x="2574" y="374"/>
                      </a:lnTo>
                      <a:lnTo>
                        <a:pt x="2272" y="896"/>
                      </a:lnTo>
                      <a:lnTo>
                        <a:pt x="2272" y="301"/>
                      </a:lnTo>
                      <a:lnTo>
                        <a:pt x="304" y="301"/>
                      </a:lnTo>
                      <a:lnTo>
                        <a:pt x="304" y="3008"/>
                      </a:lnTo>
                      <a:lnTo>
                        <a:pt x="2272" y="3008"/>
                      </a:lnTo>
                      <a:lnTo>
                        <a:pt x="2272" y="2634"/>
                      </a:lnTo>
                      <a:lnTo>
                        <a:pt x="2430" y="2530"/>
                      </a:lnTo>
                      <a:lnTo>
                        <a:pt x="2458" y="2508"/>
                      </a:lnTo>
                      <a:lnTo>
                        <a:pt x="2482" y="2483"/>
                      </a:lnTo>
                      <a:lnTo>
                        <a:pt x="2502" y="2454"/>
                      </a:lnTo>
                      <a:lnTo>
                        <a:pt x="2574" y="2330"/>
                      </a:lnTo>
                      <a:lnTo>
                        <a:pt x="2574" y="3159"/>
                      </a:lnTo>
                      <a:lnTo>
                        <a:pt x="2571" y="3189"/>
                      </a:lnTo>
                      <a:lnTo>
                        <a:pt x="2562" y="3217"/>
                      </a:lnTo>
                      <a:lnTo>
                        <a:pt x="2548" y="3243"/>
                      </a:lnTo>
                      <a:lnTo>
                        <a:pt x="2529" y="3265"/>
                      </a:lnTo>
                      <a:lnTo>
                        <a:pt x="2507" y="3284"/>
                      </a:lnTo>
                      <a:lnTo>
                        <a:pt x="2481" y="3297"/>
                      </a:lnTo>
                      <a:lnTo>
                        <a:pt x="2453" y="3307"/>
                      </a:lnTo>
                      <a:lnTo>
                        <a:pt x="2423" y="3310"/>
                      </a:lnTo>
                      <a:lnTo>
                        <a:pt x="152" y="3310"/>
                      </a:lnTo>
                      <a:lnTo>
                        <a:pt x="121" y="3307"/>
                      </a:lnTo>
                      <a:lnTo>
                        <a:pt x="93" y="3297"/>
                      </a:lnTo>
                      <a:lnTo>
                        <a:pt x="67" y="3284"/>
                      </a:lnTo>
                      <a:lnTo>
                        <a:pt x="45" y="3265"/>
                      </a:lnTo>
                      <a:lnTo>
                        <a:pt x="26" y="3243"/>
                      </a:lnTo>
                      <a:lnTo>
                        <a:pt x="13" y="3217"/>
                      </a:lnTo>
                      <a:lnTo>
                        <a:pt x="3" y="3189"/>
                      </a:lnTo>
                      <a:lnTo>
                        <a:pt x="0" y="3159"/>
                      </a:lnTo>
                      <a:lnTo>
                        <a:pt x="0" y="150"/>
                      </a:lnTo>
                      <a:lnTo>
                        <a:pt x="3" y="120"/>
                      </a:lnTo>
                      <a:lnTo>
                        <a:pt x="13" y="92"/>
                      </a:lnTo>
                      <a:lnTo>
                        <a:pt x="26" y="67"/>
                      </a:lnTo>
                      <a:lnTo>
                        <a:pt x="45" y="44"/>
                      </a:lnTo>
                      <a:lnTo>
                        <a:pt x="67" y="26"/>
                      </a:lnTo>
                      <a:lnTo>
                        <a:pt x="93" y="12"/>
                      </a:lnTo>
                      <a:lnTo>
                        <a:pt x="121" y="3"/>
                      </a:lnTo>
                      <a:lnTo>
                        <a:pt x="152" y="0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32" name="Freeform 58"/>
                <p:cNvSpPr>
                  <a:spLocks noEditPoints="1"/>
                </p:cNvSpPr>
                <p:nvPr/>
              </p:nvSpPr>
              <p:spPr bwMode="auto">
                <a:xfrm>
                  <a:off x="4826000" y="3575051"/>
                  <a:ext cx="228600" cy="341313"/>
                </a:xfrm>
                <a:custGeom>
                  <a:avLst/>
                  <a:gdLst>
                    <a:gd name="T0" fmla="*/ 131 w 1591"/>
                    <a:gd name="T1" fmla="*/ 1996 h 2370"/>
                    <a:gd name="T2" fmla="*/ 223 w 1591"/>
                    <a:gd name="T3" fmla="*/ 2040 h 2370"/>
                    <a:gd name="T4" fmla="*/ 308 w 1591"/>
                    <a:gd name="T5" fmla="*/ 2097 h 2370"/>
                    <a:gd name="T6" fmla="*/ 439 w 1591"/>
                    <a:gd name="T7" fmla="*/ 1980 h 2370"/>
                    <a:gd name="T8" fmla="*/ 389 w 1591"/>
                    <a:gd name="T9" fmla="*/ 1934 h 2370"/>
                    <a:gd name="T10" fmla="*/ 314 w 1591"/>
                    <a:gd name="T11" fmla="*/ 1883 h 2370"/>
                    <a:gd name="T12" fmla="*/ 245 w 1591"/>
                    <a:gd name="T13" fmla="*/ 1849 h 2370"/>
                    <a:gd name="T14" fmla="*/ 187 w 1591"/>
                    <a:gd name="T15" fmla="*/ 1829 h 2370"/>
                    <a:gd name="T16" fmla="*/ 141 w 1591"/>
                    <a:gd name="T17" fmla="*/ 1820 h 2370"/>
                    <a:gd name="T18" fmla="*/ 1118 w 1591"/>
                    <a:gd name="T19" fmla="*/ 0 h 2370"/>
                    <a:gd name="T20" fmla="*/ 1173 w 1591"/>
                    <a:gd name="T21" fmla="*/ 7 h 2370"/>
                    <a:gd name="T22" fmla="*/ 1240 w 1591"/>
                    <a:gd name="T23" fmla="*/ 25 h 2370"/>
                    <a:gd name="T24" fmla="*/ 1319 w 1591"/>
                    <a:gd name="T25" fmla="*/ 57 h 2370"/>
                    <a:gd name="T26" fmla="*/ 1407 w 1591"/>
                    <a:gd name="T27" fmla="*/ 108 h 2370"/>
                    <a:gd name="T28" fmla="*/ 1478 w 1591"/>
                    <a:gd name="T29" fmla="*/ 163 h 2370"/>
                    <a:gd name="T30" fmla="*/ 1528 w 1591"/>
                    <a:gd name="T31" fmla="*/ 215 h 2370"/>
                    <a:gd name="T32" fmla="*/ 1561 w 1591"/>
                    <a:gd name="T33" fmla="*/ 261 h 2370"/>
                    <a:gd name="T34" fmla="*/ 1580 w 1591"/>
                    <a:gd name="T35" fmla="*/ 297 h 2370"/>
                    <a:gd name="T36" fmla="*/ 1588 w 1591"/>
                    <a:gd name="T37" fmla="*/ 320 h 2370"/>
                    <a:gd name="T38" fmla="*/ 1591 w 1591"/>
                    <a:gd name="T39" fmla="*/ 344 h 2370"/>
                    <a:gd name="T40" fmla="*/ 1581 w 1591"/>
                    <a:gd name="T41" fmla="*/ 379 h 2370"/>
                    <a:gd name="T42" fmla="*/ 625 w 1591"/>
                    <a:gd name="T43" fmla="*/ 2021 h 2370"/>
                    <a:gd name="T44" fmla="*/ 116 w 1591"/>
                    <a:gd name="T45" fmla="*/ 2357 h 2370"/>
                    <a:gd name="T46" fmla="*/ 77 w 1591"/>
                    <a:gd name="T47" fmla="*/ 2370 h 2370"/>
                    <a:gd name="T48" fmla="*/ 36 w 1591"/>
                    <a:gd name="T49" fmla="*/ 2359 h 2370"/>
                    <a:gd name="T50" fmla="*/ 12 w 1591"/>
                    <a:gd name="T51" fmla="*/ 2338 h 2370"/>
                    <a:gd name="T52" fmla="*/ 0 w 1591"/>
                    <a:gd name="T53" fmla="*/ 2306 h 2370"/>
                    <a:gd name="T54" fmla="*/ 34 w 1591"/>
                    <a:gd name="T55" fmla="*/ 1702 h 2370"/>
                    <a:gd name="T56" fmla="*/ 45 w 1591"/>
                    <a:gd name="T57" fmla="*/ 1670 h 2370"/>
                    <a:gd name="T58" fmla="*/ 1002 w 1591"/>
                    <a:gd name="T59" fmla="*/ 27 h 2370"/>
                    <a:gd name="T60" fmla="*/ 1034 w 1591"/>
                    <a:gd name="T61" fmla="*/ 7 h 2370"/>
                    <a:gd name="T62" fmla="*/ 1048 w 1591"/>
                    <a:gd name="T63" fmla="*/ 4 h 2370"/>
                    <a:gd name="T64" fmla="*/ 1076 w 1591"/>
                    <a:gd name="T65" fmla="*/ 0 h 237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</a:cxnLst>
                  <a:rect l="0" t="0" r="r" b="b"/>
                  <a:pathLst>
                    <a:path w="1591" h="2370">
                      <a:moveTo>
                        <a:pt x="141" y="1820"/>
                      </a:moveTo>
                      <a:lnTo>
                        <a:pt x="131" y="1996"/>
                      </a:lnTo>
                      <a:lnTo>
                        <a:pt x="177" y="2016"/>
                      </a:lnTo>
                      <a:lnTo>
                        <a:pt x="223" y="2040"/>
                      </a:lnTo>
                      <a:lnTo>
                        <a:pt x="267" y="2067"/>
                      </a:lnTo>
                      <a:lnTo>
                        <a:pt x="308" y="2097"/>
                      </a:lnTo>
                      <a:lnTo>
                        <a:pt x="455" y="2000"/>
                      </a:lnTo>
                      <a:lnTo>
                        <a:pt x="439" y="1980"/>
                      </a:lnTo>
                      <a:lnTo>
                        <a:pt x="417" y="1958"/>
                      </a:lnTo>
                      <a:lnTo>
                        <a:pt x="389" y="1934"/>
                      </a:lnTo>
                      <a:lnTo>
                        <a:pt x="355" y="1909"/>
                      </a:lnTo>
                      <a:lnTo>
                        <a:pt x="314" y="1883"/>
                      </a:lnTo>
                      <a:lnTo>
                        <a:pt x="278" y="1864"/>
                      </a:lnTo>
                      <a:lnTo>
                        <a:pt x="245" y="1849"/>
                      </a:lnTo>
                      <a:lnTo>
                        <a:pt x="214" y="1837"/>
                      </a:lnTo>
                      <a:lnTo>
                        <a:pt x="187" y="1829"/>
                      </a:lnTo>
                      <a:lnTo>
                        <a:pt x="163" y="1824"/>
                      </a:lnTo>
                      <a:lnTo>
                        <a:pt x="141" y="1820"/>
                      </a:lnTo>
                      <a:close/>
                      <a:moveTo>
                        <a:pt x="1095" y="0"/>
                      </a:moveTo>
                      <a:lnTo>
                        <a:pt x="1118" y="0"/>
                      </a:lnTo>
                      <a:lnTo>
                        <a:pt x="1144" y="2"/>
                      </a:lnTo>
                      <a:lnTo>
                        <a:pt x="1173" y="7"/>
                      </a:lnTo>
                      <a:lnTo>
                        <a:pt x="1205" y="14"/>
                      </a:lnTo>
                      <a:lnTo>
                        <a:pt x="1240" y="25"/>
                      </a:lnTo>
                      <a:lnTo>
                        <a:pt x="1278" y="39"/>
                      </a:lnTo>
                      <a:lnTo>
                        <a:pt x="1319" y="57"/>
                      </a:lnTo>
                      <a:lnTo>
                        <a:pt x="1362" y="81"/>
                      </a:lnTo>
                      <a:lnTo>
                        <a:pt x="1407" y="108"/>
                      </a:lnTo>
                      <a:lnTo>
                        <a:pt x="1446" y="136"/>
                      </a:lnTo>
                      <a:lnTo>
                        <a:pt x="1478" y="163"/>
                      </a:lnTo>
                      <a:lnTo>
                        <a:pt x="1505" y="190"/>
                      </a:lnTo>
                      <a:lnTo>
                        <a:pt x="1528" y="215"/>
                      </a:lnTo>
                      <a:lnTo>
                        <a:pt x="1546" y="239"/>
                      </a:lnTo>
                      <a:lnTo>
                        <a:pt x="1561" y="261"/>
                      </a:lnTo>
                      <a:lnTo>
                        <a:pt x="1571" y="280"/>
                      </a:lnTo>
                      <a:lnTo>
                        <a:pt x="1580" y="297"/>
                      </a:lnTo>
                      <a:lnTo>
                        <a:pt x="1585" y="311"/>
                      </a:lnTo>
                      <a:lnTo>
                        <a:pt x="1588" y="320"/>
                      </a:lnTo>
                      <a:lnTo>
                        <a:pt x="1589" y="325"/>
                      </a:lnTo>
                      <a:lnTo>
                        <a:pt x="1591" y="344"/>
                      </a:lnTo>
                      <a:lnTo>
                        <a:pt x="1588" y="363"/>
                      </a:lnTo>
                      <a:lnTo>
                        <a:pt x="1581" y="379"/>
                      </a:lnTo>
                      <a:lnTo>
                        <a:pt x="634" y="2008"/>
                      </a:lnTo>
                      <a:lnTo>
                        <a:pt x="625" y="2021"/>
                      </a:lnTo>
                      <a:lnTo>
                        <a:pt x="611" y="2033"/>
                      </a:lnTo>
                      <a:lnTo>
                        <a:pt x="116" y="2357"/>
                      </a:lnTo>
                      <a:lnTo>
                        <a:pt x="97" y="2367"/>
                      </a:lnTo>
                      <a:lnTo>
                        <a:pt x="77" y="2370"/>
                      </a:lnTo>
                      <a:lnTo>
                        <a:pt x="56" y="2368"/>
                      </a:lnTo>
                      <a:lnTo>
                        <a:pt x="36" y="2359"/>
                      </a:lnTo>
                      <a:lnTo>
                        <a:pt x="23" y="2350"/>
                      </a:lnTo>
                      <a:lnTo>
                        <a:pt x="12" y="2338"/>
                      </a:lnTo>
                      <a:lnTo>
                        <a:pt x="5" y="2323"/>
                      </a:lnTo>
                      <a:lnTo>
                        <a:pt x="0" y="2306"/>
                      </a:lnTo>
                      <a:lnTo>
                        <a:pt x="0" y="2290"/>
                      </a:lnTo>
                      <a:lnTo>
                        <a:pt x="34" y="1702"/>
                      </a:lnTo>
                      <a:lnTo>
                        <a:pt x="38" y="1685"/>
                      </a:lnTo>
                      <a:lnTo>
                        <a:pt x="45" y="1670"/>
                      </a:lnTo>
                      <a:lnTo>
                        <a:pt x="991" y="41"/>
                      </a:lnTo>
                      <a:lnTo>
                        <a:pt x="1002" y="27"/>
                      </a:lnTo>
                      <a:lnTo>
                        <a:pt x="1016" y="15"/>
                      </a:lnTo>
                      <a:lnTo>
                        <a:pt x="1034" y="7"/>
                      </a:lnTo>
                      <a:lnTo>
                        <a:pt x="1038" y="6"/>
                      </a:lnTo>
                      <a:lnTo>
                        <a:pt x="1048" y="4"/>
                      </a:lnTo>
                      <a:lnTo>
                        <a:pt x="1060" y="2"/>
                      </a:lnTo>
                      <a:lnTo>
                        <a:pt x="1076" y="0"/>
                      </a:lnTo>
                      <a:lnTo>
                        <a:pt x="1095" y="0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33" name="Freeform 59"/>
                <p:cNvSpPr>
                  <a:spLocks/>
                </p:cNvSpPr>
                <p:nvPr/>
              </p:nvSpPr>
              <p:spPr bwMode="auto">
                <a:xfrm>
                  <a:off x="4645025" y="3849688"/>
                  <a:ext cx="166688" cy="84138"/>
                </a:xfrm>
                <a:custGeom>
                  <a:avLst/>
                  <a:gdLst>
                    <a:gd name="T0" fmla="*/ 557 w 1155"/>
                    <a:gd name="T1" fmla="*/ 5 h 591"/>
                    <a:gd name="T2" fmla="*/ 583 w 1155"/>
                    <a:gd name="T3" fmla="*/ 28 h 591"/>
                    <a:gd name="T4" fmla="*/ 591 w 1155"/>
                    <a:gd name="T5" fmla="*/ 111 h 591"/>
                    <a:gd name="T6" fmla="*/ 560 w 1155"/>
                    <a:gd name="T7" fmla="*/ 199 h 591"/>
                    <a:gd name="T8" fmla="*/ 569 w 1155"/>
                    <a:gd name="T9" fmla="*/ 242 h 591"/>
                    <a:gd name="T10" fmla="*/ 587 w 1155"/>
                    <a:gd name="T11" fmla="*/ 270 h 591"/>
                    <a:gd name="T12" fmla="*/ 637 w 1155"/>
                    <a:gd name="T13" fmla="*/ 278 h 591"/>
                    <a:gd name="T14" fmla="*/ 681 w 1155"/>
                    <a:gd name="T15" fmla="*/ 323 h 591"/>
                    <a:gd name="T16" fmla="*/ 693 w 1155"/>
                    <a:gd name="T17" fmla="*/ 357 h 591"/>
                    <a:gd name="T18" fmla="*/ 847 w 1155"/>
                    <a:gd name="T19" fmla="*/ 351 h 591"/>
                    <a:gd name="T20" fmla="*/ 996 w 1155"/>
                    <a:gd name="T21" fmla="*/ 366 h 591"/>
                    <a:gd name="T22" fmla="*/ 1118 w 1155"/>
                    <a:gd name="T23" fmla="*/ 373 h 591"/>
                    <a:gd name="T24" fmla="*/ 1149 w 1155"/>
                    <a:gd name="T25" fmla="*/ 400 h 591"/>
                    <a:gd name="T26" fmla="*/ 1154 w 1155"/>
                    <a:gd name="T27" fmla="*/ 441 h 591"/>
                    <a:gd name="T28" fmla="*/ 1131 w 1155"/>
                    <a:gd name="T29" fmla="*/ 475 h 591"/>
                    <a:gd name="T30" fmla="*/ 1066 w 1155"/>
                    <a:gd name="T31" fmla="*/ 482 h 591"/>
                    <a:gd name="T32" fmla="*/ 957 w 1155"/>
                    <a:gd name="T33" fmla="*/ 467 h 591"/>
                    <a:gd name="T34" fmla="*/ 843 w 1155"/>
                    <a:gd name="T35" fmla="*/ 452 h 591"/>
                    <a:gd name="T36" fmla="*/ 738 w 1155"/>
                    <a:gd name="T37" fmla="*/ 461 h 591"/>
                    <a:gd name="T38" fmla="*/ 679 w 1155"/>
                    <a:gd name="T39" fmla="*/ 486 h 591"/>
                    <a:gd name="T40" fmla="*/ 636 w 1155"/>
                    <a:gd name="T41" fmla="*/ 492 h 591"/>
                    <a:gd name="T42" fmla="*/ 603 w 1155"/>
                    <a:gd name="T43" fmla="*/ 477 h 591"/>
                    <a:gd name="T44" fmla="*/ 576 w 1155"/>
                    <a:gd name="T45" fmla="*/ 454 h 591"/>
                    <a:gd name="T46" fmla="*/ 571 w 1155"/>
                    <a:gd name="T47" fmla="*/ 407 h 591"/>
                    <a:gd name="T48" fmla="*/ 537 w 1155"/>
                    <a:gd name="T49" fmla="*/ 457 h 591"/>
                    <a:gd name="T50" fmla="*/ 495 w 1155"/>
                    <a:gd name="T51" fmla="*/ 471 h 591"/>
                    <a:gd name="T52" fmla="*/ 455 w 1155"/>
                    <a:gd name="T53" fmla="*/ 456 h 591"/>
                    <a:gd name="T54" fmla="*/ 439 w 1155"/>
                    <a:gd name="T55" fmla="*/ 419 h 591"/>
                    <a:gd name="T56" fmla="*/ 450 w 1155"/>
                    <a:gd name="T57" fmla="*/ 390 h 591"/>
                    <a:gd name="T58" fmla="*/ 458 w 1155"/>
                    <a:gd name="T59" fmla="*/ 369 h 591"/>
                    <a:gd name="T60" fmla="*/ 422 w 1155"/>
                    <a:gd name="T61" fmla="*/ 404 h 591"/>
                    <a:gd name="T62" fmla="*/ 379 w 1155"/>
                    <a:gd name="T63" fmla="*/ 428 h 591"/>
                    <a:gd name="T64" fmla="*/ 335 w 1155"/>
                    <a:gd name="T65" fmla="*/ 417 h 591"/>
                    <a:gd name="T66" fmla="*/ 314 w 1155"/>
                    <a:gd name="T67" fmla="*/ 379 h 591"/>
                    <a:gd name="T68" fmla="*/ 364 w 1155"/>
                    <a:gd name="T69" fmla="*/ 288 h 591"/>
                    <a:gd name="T70" fmla="*/ 252 w 1155"/>
                    <a:gd name="T71" fmla="*/ 393 h 591"/>
                    <a:gd name="T72" fmla="*/ 96 w 1155"/>
                    <a:gd name="T73" fmla="*/ 581 h 591"/>
                    <a:gd name="T74" fmla="*/ 49 w 1155"/>
                    <a:gd name="T75" fmla="*/ 590 h 591"/>
                    <a:gd name="T76" fmla="*/ 9 w 1155"/>
                    <a:gd name="T77" fmla="*/ 569 h 591"/>
                    <a:gd name="T78" fmla="*/ 2 w 1155"/>
                    <a:gd name="T79" fmla="*/ 527 h 591"/>
                    <a:gd name="T80" fmla="*/ 138 w 1155"/>
                    <a:gd name="T81" fmla="*/ 351 h 591"/>
                    <a:gd name="T82" fmla="*/ 344 w 1155"/>
                    <a:gd name="T83" fmla="*/ 123 h 591"/>
                    <a:gd name="T84" fmla="*/ 398 w 1155"/>
                    <a:gd name="T85" fmla="*/ 70 h 591"/>
                    <a:gd name="T86" fmla="*/ 462 w 1155"/>
                    <a:gd name="T87" fmla="*/ 20 h 591"/>
                    <a:gd name="T88" fmla="*/ 534 w 1155"/>
                    <a:gd name="T89" fmla="*/ 0 h 59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</a:cxnLst>
                  <a:rect l="0" t="0" r="r" b="b"/>
                  <a:pathLst>
                    <a:path w="1155" h="591">
                      <a:moveTo>
                        <a:pt x="534" y="0"/>
                      </a:moveTo>
                      <a:lnTo>
                        <a:pt x="545" y="2"/>
                      </a:lnTo>
                      <a:lnTo>
                        <a:pt x="557" y="5"/>
                      </a:lnTo>
                      <a:lnTo>
                        <a:pt x="567" y="10"/>
                      </a:lnTo>
                      <a:lnTo>
                        <a:pt x="576" y="18"/>
                      </a:lnTo>
                      <a:lnTo>
                        <a:pt x="583" y="28"/>
                      </a:lnTo>
                      <a:lnTo>
                        <a:pt x="591" y="54"/>
                      </a:lnTo>
                      <a:lnTo>
                        <a:pt x="593" y="82"/>
                      </a:lnTo>
                      <a:lnTo>
                        <a:pt x="591" y="111"/>
                      </a:lnTo>
                      <a:lnTo>
                        <a:pt x="584" y="140"/>
                      </a:lnTo>
                      <a:lnTo>
                        <a:pt x="573" y="170"/>
                      </a:lnTo>
                      <a:lnTo>
                        <a:pt x="560" y="199"/>
                      </a:lnTo>
                      <a:lnTo>
                        <a:pt x="543" y="230"/>
                      </a:lnTo>
                      <a:lnTo>
                        <a:pt x="557" y="235"/>
                      </a:lnTo>
                      <a:lnTo>
                        <a:pt x="569" y="242"/>
                      </a:lnTo>
                      <a:lnTo>
                        <a:pt x="579" y="254"/>
                      </a:lnTo>
                      <a:lnTo>
                        <a:pt x="583" y="263"/>
                      </a:lnTo>
                      <a:lnTo>
                        <a:pt x="587" y="270"/>
                      </a:lnTo>
                      <a:lnTo>
                        <a:pt x="604" y="269"/>
                      </a:lnTo>
                      <a:lnTo>
                        <a:pt x="620" y="272"/>
                      </a:lnTo>
                      <a:lnTo>
                        <a:pt x="637" y="278"/>
                      </a:lnTo>
                      <a:lnTo>
                        <a:pt x="653" y="289"/>
                      </a:lnTo>
                      <a:lnTo>
                        <a:pt x="668" y="303"/>
                      </a:lnTo>
                      <a:lnTo>
                        <a:pt x="681" y="323"/>
                      </a:lnTo>
                      <a:lnTo>
                        <a:pt x="689" y="338"/>
                      </a:lnTo>
                      <a:lnTo>
                        <a:pt x="692" y="349"/>
                      </a:lnTo>
                      <a:lnTo>
                        <a:pt x="693" y="357"/>
                      </a:lnTo>
                      <a:lnTo>
                        <a:pt x="746" y="351"/>
                      </a:lnTo>
                      <a:lnTo>
                        <a:pt x="797" y="350"/>
                      </a:lnTo>
                      <a:lnTo>
                        <a:pt x="847" y="351"/>
                      </a:lnTo>
                      <a:lnTo>
                        <a:pt x="897" y="355"/>
                      </a:lnTo>
                      <a:lnTo>
                        <a:pt x="946" y="361"/>
                      </a:lnTo>
                      <a:lnTo>
                        <a:pt x="996" y="366"/>
                      </a:lnTo>
                      <a:lnTo>
                        <a:pt x="1048" y="369"/>
                      </a:lnTo>
                      <a:lnTo>
                        <a:pt x="1101" y="371"/>
                      </a:lnTo>
                      <a:lnTo>
                        <a:pt x="1118" y="373"/>
                      </a:lnTo>
                      <a:lnTo>
                        <a:pt x="1131" y="379"/>
                      </a:lnTo>
                      <a:lnTo>
                        <a:pt x="1142" y="389"/>
                      </a:lnTo>
                      <a:lnTo>
                        <a:pt x="1149" y="400"/>
                      </a:lnTo>
                      <a:lnTo>
                        <a:pt x="1154" y="413"/>
                      </a:lnTo>
                      <a:lnTo>
                        <a:pt x="1155" y="427"/>
                      </a:lnTo>
                      <a:lnTo>
                        <a:pt x="1154" y="441"/>
                      </a:lnTo>
                      <a:lnTo>
                        <a:pt x="1149" y="454"/>
                      </a:lnTo>
                      <a:lnTo>
                        <a:pt x="1142" y="466"/>
                      </a:lnTo>
                      <a:lnTo>
                        <a:pt x="1131" y="475"/>
                      </a:lnTo>
                      <a:lnTo>
                        <a:pt x="1118" y="481"/>
                      </a:lnTo>
                      <a:lnTo>
                        <a:pt x="1101" y="483"/>
                      </a:lnTo>
                      <a:lnTo>
                        <a:pt x="1066" y="482"/>
                      </a:lnTo>
                      <a:lnTo>
                        <a:pt x="1031" y="478"/>
                      </a:lnTo>
                      <a:lnTo>
                        <a:pt x="993" y="473"/>
                      </a:lnTo>
                      <a:lnTo>
                        <a:pt x="957" y="467"/>
                      </a:lnTo>
                      <a:lnTo>
                        <a:pt x="919" y="460"/>
                      </a:lnTo>
                      <a:lnTo>
                        <a:pt x="881" y="455"/>
                      </a:lnTo>
                      <a:lnTo>
                        <a:pt x="843" y="452"/>
                      </a:lnTo>
                      <a:lnTo>
                        <a:pt x="807" y="451"/>
                      </a:lnTo>
                      <a:lnTo>
                        <a:pt x="771" y="454"/>
                      </a:lnTo>
                      <a:lnTo>
                        <a:pt x="738" y="461"/>
                      </a:lnTo>
                      <a:lnTo>
                        <a:pt x="705" y="474"/>
                      </a:lnTo>
                      <a:lnTo>
                        <a:pt x="693" y="480"/>
                      </a:lnTo>
                      <a:lnTo>
                        <a:pt x="679" y="486"/>
                      </a:lnTo>
                      <a:lnTo>
                        <a:pt x="664" y="492"/>
                      </a:lnTo>
                      <a:lnTo>
                        <a:pt x="651" y="494"/>
                      </a:lnTo>
                      <a:lnTo>
                        <a:pt x="636" y="492"/>
                      </a:lnTo>
                      <a:lnTo>
                        <a:pt x="626" y="487"/>
                      </a:lnTo>
                      <a:lnTo>
                        <a:pt x="614" y="482"/>
                      </a:lnTo>
                      <a:lnTo>
                        <a:pt x="603" y="477"/>
                      </a:lnTo>
                      <a:lnTo>
                        <a:pt x="592" y="471"/>
                      </a:lnTo>
                      <a:lnTo>
                        <a:pt x="584" y="464"/>
                      </a:lnTo>
                      <a:lnTo>
                        <a:pt x="576" y="454"/>
                      </a:lnTo>
                      <a:lnTo>
                        <a:pt x="572" y="442"/>
                      </a:lnTo>
                      <a:lnTo>
                        <a:pt x="571" y="423"/>
                      </a:lnTo>
                      <a:lnTo>
                        <a:pt x="571" y="407"/>
                      </a:lnTo>
                      <a:lnTo>
                        <a:pt x="560" y="427"/>
                      </a:lnTo>
                      <a:lnTo>
                        <a:pt x="547" y="446"/>
                      </a:lnTo>
                      <a:lnTo>
                        <a:pt x="537" y="457"/>
                      </a:lnTo>
                      <a:lnTo>
                        <a:pt x="524" y="466"/>
                      </a:lnTo>
                      <a:lnTo>
                        <a:pt x="509" y="470"/>
                      </a:lnTo>
                      <a:lnTo>
                        <a:pt x="495" y="471"/>
                      </a:lnTo>
                      <a:lnTo>
                        <a:pt x="480" y="469"/>
                      </a:lnTo>
                      <a:lnTo>
                        <a:pt x="467" y="464"/>
                      </a:lnTo>
                      <a:lnTo>
                        <a:pt x="455" y="456"/>
                      </a:lnTo>
                      <a:lnTo>
                        <a:pt x="446" y="446"/>
                      </a:lnTo>
                      <a:lnTo>
                        <a:pt x="440" y="433"/>
                      </a:lnTo>
                      <a:lnTo>
                        <a:pt x="439" y="419"/>
                      </a:lnTo>
                      <a:lnTo>
                        <a:pt x="444" y="402"/>
                      </a:lnTo>
                      <a:lnTo>
                        <a:pt x="447" y="396"/>
                      </a:lnTo>
                      <a:lnTo>
                        <a:pt x="450" y="390"/>
                      </a:lnTo>
                      <a:lnTo>
                        <a:pt x="450" y="390"/>
                      </a:lnTo>
                      <a:lnTo>
                        <a:pt x="449" y="390"/>
                      </a:lnTo>
                      <a:lnTo>
                        <a:pt x="458" y="369"/>
                      </a:lnTo>
                      <a:lnTo>
                        <a:pt x="445" y="378"/>
                      </a:lnTo>
                      <a:lnTo>
                        <a:pt x="432" y="390"/>
                      </a:lnTo>
                      <a:lnTo>
                        <a:pt x="422" y="404"/>
                      </a:lnTo>
                      <a:lnTo>
                        <a:pt x="409" y="417"/>
                      </a:lnTo>
                      <a:lnTo>
                        <a:pt x="394" y="425"/>
                      </a:lnTo>
                      <a:lnTo>
                        <a:pt x="379" y="428"/>
                      </a:lnTo>
                      <a:lnTo>
                        <a:pt x="363" y="428"/>
                      </a:lnTo>
                      <a:lnTo>
                        <a:pt x="348" y="424"/>
                      </a:lnTo>
                      <a:lnTo>
                        <a:pt x="335" y="417"/>
                      </a:lnTo>
                      <a:lnTo>
                        <a:pt x="324" y="406"/>
                      </a:lnTo>
                      <a:lnTo>
                        <a:pt x="317" y="394"/>
                      </a:lnTo>
                      <a:lnTo>
                        <a:pt x="314" y="379"/>
                      </a:lnTo>
                      <a:lnTo>
                        <a:pt x="316" y="364"/>
                      </a:lnTo>
                      <a:lnTo>
                        <a:pt x="323" y="347"/>
                      </a:lnTo>
                      <a:lnTo>
                        <a:pt x="364" y="288"/>
                      </a:lnTo>
                      <a:lnTo>
                        <a:pt x="404" y="226"/>
                      </a:lnTo>
                      <a:lnTo>
                        <a:pt x="326" y="309"/>
                      </a:lnTo>
                      <a:lnTo>
                        <a:pt x="252" y="393"/>
                      </a:lnTo>
                      <a:lnTo>
                        <a:pt x="179" y="480"/>
                      </a:lnTo>
                      <a:lnTo>
                        <a:pt x="108" y="569"/>
                      </a:lnTo>
                      <a:lnTo>
                        <a:pt x="96" y="581"/>
                      </a:lnTo>
                      <a:lnTo>
                        <a:pt x="80" y="588"/>
                      </a:lnTo>
                      <a:lnTo>
                        <a:pt x="65" y="591"/>
                      </a:lnTo>
                      <a:lnTo>
                        <a:pt x="49" y="590"/>
                      </a:lnTo>
                      <a:lnTo>
                        <a:pt x="33" y="586"/>
                      </a:lnTo>
                      <a:lnTo>
                        <a:pt x="21" y="579"/>
                      </a:lnTo>
                      <a:lnTo>
                        <a:pt x="9" y="569"/>
                      </a:lnTo>
                      <a:lnTo>
                        <a:pt x="2" y="556"/>
                      </a:lnTo>
                      <a:lnTo>
                        <a:pt x="0" y="542"/>
                      </a:lnTo>
                      <a:lnTo>
                        <a:pt x="2" y="527"/>
                      </a:lnTo>
                      <a:lnTo>
                        <a:pt x="11" y="511"/>
                      </a:lnTo>
                      <a:lnTo>
                        <a:pt x="74" y="431"/>
                      </a:lnTo>
                      <a:lnTo>
                        <a:pt x="138" y="351"/>
                      </a:lnTo>
                      <a:lnTo>
                        <a:pt x="204" y="273"/>
                      </a:lnTo>
                      <a:lnTo>
                        <a:pt x="273" y="196"/>
                      </a:lnTo>
                      <a:lnTo>
                        <a:pt x="344" y="123"/>
                      </a:lnTo>
                      <a:lnTo>
                        <a:pt x="361" y="107"/>
                      </a:lnTo>
                      <a:lnTo>
                        <a:pt x="380" y="89"/>
                      </a:lnTo>
                      <a:lnTo>
                        <a:pt x="398" y="70"/>
                      </a:lnTo>
                      <a:lnTo>
                        <a:pt x="418" y="52"/>
                      </a:lnTo>
                      <a:lnTo>
                        <a:pt x="439" y="35"/>
                      </a:lnTo>
                      <a:lnTo>
                        <a:pt x="462" y="20"/>
                      </a:lnTo>
                      <a:lnTo>
                        <a:pt x="485" y="9"/>
                      </a:lnTo>
                      <a:lnTo>
                        <a:pt x="509" y="2"/>
                      </a:lnTo>
                      <a:lnTo>
                        <a:pt x="534" y="0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</p:grpSp>
        </p:grpSp>
        <p:grpSp>
          <p:nvGrpSpPr>
            <p:cNvPr id="8" name="그룹 54"/>
            <p:cNvGrpSpPr/>
            <p:nvPr/>
          </p:nvGrpSpPr>
          <p:grpSpPr>
            <a:xfrm>
              <a:off x="4700260" y="4423210"/>
              <a:ext cx="1499358" cy="1717182"/>
              <a:chOff x="4547860" y="4270810"/>
              <a:chExt cx="1499358" cy="1717182"/>
            </a:xfrm>
          </p:grpSpPr>
          <p:sp>
            <p:nvSpPr>
              <p:cNvPr id="17" name="Freeform 27"/>
              <p:cNvSpPr>
                <a:spLocks noEditPoints="1"/>
              </p:cNvSpPr>
              <p:nvPr/>
            </p:nvSpPr>
            <p:spPr bwMode="auto">
              <a:xfrm>
                <a:off x="4547860" y="4270810"/>
                <a:ext cx="1499358" cy="1717182"/>
              </a:xfrm>
              <a:custGeom>
                <a:avLst/>
                <a:gdLst>
                  <a:gd name="T0" fmla="*/ 699 w 1653"/>
                  <a:gd name="T1" fmla="*/ 403 h 1892"/>
                  <a:gd name="T2" fmla="*/ 506 w 1653"/>
                  <a:gd name="T3" fmla="*/ 462 h 1892"/>
                  <a:gd name="T4" fmla="*/ 336 w 1653"/>
                  <a:gd name="T5" fmla="*/ 577 h 1892"/>
                  <a:gd name="T6" fmla="*/ 202 w 1653"/>
                  <a:gd name="T7" fmla="*/ 741 h 1892"/>
                  <a:gd name="T8" fmla="*/ 127 w 1653"/>
                  <a:gd name="T9" fmla="*/ 934 h 1892"/>
                  <a:gd name="T10" fmla="*/ 109 w 1653"/>
                  <a:gd name="T11" fmla="*/ 1135 h 1892"/>
                  <a:gd name="T12" fmla="*/ 151 w 1653"/>
                  <a:gd name="T13" fmla="*/ 1332 h 1892"/>
                  <a:gd name="T14" fmla="*/ 247 w 1653"/>
                  <a:gd name="T15" fmla="*/ 1510 h 1892"/>
                  <a:gd name="T16" fmla="*/ 397 w 1653"/>
                  <a:gd name="T17" fmla="*/ 1659 h 1892"/>
                  <a:gd name="T18" fmla="*/ 583 w 1653"/>
                  <a:gd name="T19" fmla="*/ 1754 h 1892"/>
                  <a:gd name="T20" fmla="*/ 783 w 1653"/>
                  <a:gd name="T21" fmla="*/ 1791 h 1892"/>
                  <a:gd name="T22" fmla="*/ 982 w 1653"/>
                  <a:gd name="T23" fmla="*/ 1769 h 1892"/>
                  <a:gd name="T24" fmla="*/ 1168 w 1653"/>
                  <a:gd name="T25" fmla="*/ 1691 h 1892"/>
                  <a:gd name="T26" fmla="*/ 1328 w 1653"/>
                  <a:gd name="T27" fmla="*/ 1559 h 1892"/>
                  <a:gd name="T28" fmla="*/ 1445 w 1653"/>
                  <a:gd name="T29" fmla="*/ 1381 h 1892"/>
                  <a:gd name="T30" fmla="*/ 1500 w 1653"/>
                  <a:gd name="T31" fmla="*/ 1184 h 1892"/>
                  <a:gd name="T32" fmla="*/ 1498 w 1653"/>
                  <a:gd name="T33" fmla="*/ 983 h 1892"/>
                  <a:gd name="T34" fmla="*/ 1438 w 1653"/>
                  <a:gd name="T35" fmla="*/ 791 h 1892"/>
                  <a:gd name="T36" fmla="*/ 1324 w 1653"/>
                  <a:gd name="T37" fmla="*/ 621 h 1892"/>
                  <a:gd name="T38" fmla="*/ 1159 w 1653"/>
                  <a:gd name="T39" fmla="*/ 488 h 1892"/>
                  <a:gd name="T40" fmla="*/ 966 w 1653"/>
                  <a:gd name="T41" fmla="*/ 412 h 1892"/>
                  <a:gd name="T42" fmla="*/ 1601 w 1653"/>
                  <a:gd name="T43" fmla="*/ 0 h 1892"/>
                  <a:gd name="T44" fmla="*/ 1607 w 1653"/>
                  <a:gd name="T45" fmla="*/ 37 h 1892"/>
                  <a:gd name="T46" fmla="*/ 1619 w 1653"/>
                  <a:gd name="T47" fmla="*/ 143 h 1892"/>
                  <a:gd name="T48" fmla="*/ 1634 w 1653"/>
                  <a:gd name="T49" fmla="*/ 299 h 1892"/>
                  <a:gd name="T50" fmla="*/ 1646 w 1653"/>
                  <a:gd name="T51" fmla="*/ 493 h 1892"/>
                  <a:gd name="T52" fmla="*/ 1653 w 1653"/>
                  <a:gd name="T53" fmla="*/ 710 h 1892"/>
                  <a:gd name="T54" fmla="*/ 1649 w 1653"/>
                  <a:gd name="T55" fmla="*/ 934 h 1892"/>
                  <a:gd name="T56" fmla="*/ 1630 w 1653"/>
                  <a:gd name="T57" fmla="*/ 1151 h 1892"/>
                  <a:gd name="T58" fmla="*/ 1591 w 1653"/>
                  <a:gd name="T59" fmla="*/ 1348 h 1892"/>
                  <a:gd name="T60" fmla="*/ 1527 w 1653"/>
                  <a:gd name="T61" fmla="*/ 1507 h 1892"/>
                  <a:gd name="T62" fmla="*/ 1402 w 1653"/>
                  <a:gd name="T63" fmla="*/ 1663 h 1892"/>
                  <a:gd name="T64" fmla="*/ 1226 w 1653"/>
                  <a:gd name="T65" fmla="*/ 1791 h 1892"/>
                  <a:gd name="T66" fmla="*/ 1028 w 1653"/>
                  <a:gd name="T67" fmla="*/ 1868 h 1892"/>
                  <a:gd name="T68" fmla="*/ 818 w 1653"/>
                  <a:gd name="T69" fmla="*/ 1892 h 1892"/>
                  <a:gd name="T70" fmla="*/ 606 w 1653"/>
                  <a:gd name="T71" fmla="*/ 1861 h 1892"/>
                  <a:gd name="T72" fmla="*/ 405 w 1653"/>
                  <a:gd name="T73" fmla="*/ 1775 h 1892"/>
                  <a:gd name="T74" fmla="*/ 229 w 1653"/>
                  <a:gd name="T75" fmla="*/ 1636 h 1892"/>
                  <a:gd name="T76" fmla="*/ 101 w 1653"/>
                  <a:gd name="T77" fmla="*/ 1460 h 1892"/>
                  <a:gd name="T78" fmla="*/ 24 w 1653"/>
                  <a:gd name="T79" fmla="*/ 1262 h 1892"/>
                  <a:gd name="T80" fmla="*/ 0 w 1653"/>
                  <a:gd name="T81" fmla="*/ 1052 h 1892"/>
                  <a:gd name="T82" fmla="*/ 31 w 1653"/>
                  <a:gd name="T83" fmla="*/ 840 h 1892"/>
                  <a:gd name="T84" fmla="*/ 117 w 1653"/>
                  <a:gd name="T85" fmla="*/ 639 h 1892"/>
                  <a:gd name="T86" fmla="*/ 229 w 1653"/>
                  <a:gd name="T87" fmla="*/ 499 h 1892"/>
                  <a:gd name="T88" fmla="*/ 378 w 1653"/>
                  <a:gd name="T89" fmla="*/ 393 h 1892"/>
                  <a:gd name="T90" fmla="*/ 563 w 1653"/>
                  <a:gd name="T91" fmla="*/ 300 h 1892"/>
                  <a:gd name="T92" fmla="*/ 769 w 1653"/>
                  <a:gd name="T93" fmla="*/ 218 h 1892"/>
                  <a:gd name="T94" fmla="*/ 981 w 1653"/>
                  <a:gd name="T95" fmla="*/ 149 h 1892"/>
                  <a:gd name="T96" fmla="*/ 1185 w 1653"/>
                  <a:gd name="T97" fmla="*/ 93 h 1892"/>
                  <a:gd name="T98" fmla="*/ 1363 w 1653"/>
                  <a:gd name="T99" fmla="*/ 49 h 1892"/>
                  <a:gd name="T100" fmla="*/ 1502 w 1653"/>
                  <a:gd name="T101" fmla="*/ 18 h 1892"/>
                  <a:gd name="T102" fmla="*/ 1585 w 1653"/>
                  <a:gd name="T103" fmla="*/ 2 h 189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</a:cxnLst>
                <a:rect l="0" t="0" r="r" b="b"/>
                <a:pathLst>
                  <a:path w="1653" h="1892">
                    <a:moveTo>
                      <a:pt x="832" y="395"/>
                    </a:moveTo>
                    <a:lnTo>
                      <a:pt x="765" y="395"/>
                    </a:lnTo>
                    <a:lnTo>
                      <a:pt x="699" y="403"/>
                    </a:lnTo>
                    <a:lnTo>
                      <a:pt x="633" y="416"/>
                    </a:lnTo>
                    <a:lnTo>
                      <a:pt x="568" y="437"/>
                    </a:lnTo>
                    <a:lnTo>
                      <a:pt x="506" y="462"/>
                    </a:lnTo>
                    <a:lnTo>
                      <a:pt x="447" y="495"/>
                    </a:lnTo>
                    <a:lnTo>
                      <a:pt x="390" y="532"/>
                    </a:lnTo>
                    <a:lnTo>
                      <a:pt x="336" y="577"/>
                    </a:lnTo>
                    <a:lnTo>
                      <a:pt x="287" y="627"/>
                    </a:lnTo>
                    <a:lnTo>
                      <a:pt x="242" y="682"/>
                    </a:lnTo>
                    <a:lnTo>
                      <a:pt x="202" y="741"/>
                    </a:lnTo>
                    <a:lnTo>
                      <a:pt x="171" y="805"/>
                    </a:lnTo>
                    <a:lnTo>
                      <a:pt x="146" y="868"/>
                    </a:lnTo>
                    <a:lnTo>
                      <a:pt x="127" y="934"/>
                    </a:lnTo>
                    <a:lnTo>
                      <a:pt x="115" y="1000"/>
                    </a:lnTo>
                    <a:lnTo>
                      <a:pt x="109" y="1068"/>
                    </a:lnTo>
                    <a:lnTo>
                      <a:pt x="109" y="1135"/>
                    </a:lnTo>
                    <a:lnTo>
                      <a:pt x="117" y="1201"/>
                    </a:lnTo>
                    <a:lnTo>
                      <a:pt x="131" y="1267"/>
                    </a:lnTo>
                    <a:lnTo>
                      <a:pt x="151" y="1332"/>
                    </a:lnTo>
                    <a:lnTo>
                      <a:pt x="177" y="1394"/>
                    </a:lnTo>
                    <a:lnTo>
                      <a:pt x="209" y="1454"/>
                    </a:lnTo>
                    <a:lnTo>
                      <a:pt x="247" y="1510"/>
                    </a:lnTo>
                    <a:lnTo>
                      <a:pt x="292" y="1564"/>
                    </a:lnTo>
                    <a:lnTo>
                      <a:pt x="341" y="1613"/>
                    </a:lnTo>
                    <a:lnTo>
                      <a:pt x="397" y="1659"/>
                    </a:lnTo>
                    <a:lnTo>
                      <a:pt x="456" y="1698"/>
                    </a:lnTo>
                    <a:lnTo>
                      <a:pt x="519" y="1729"/>
                    </a:lnTo>
                    <a:lnTo>
                      <a:pt x="583" y="1754"/>
                    </a:lnTo>
                    <a:lnTo>
                      <a:pt x="649" y="1773"/>
                    </a:lnTo>
                    <a:lnTo>
                      <a:pt x="716" y="1785"/>
                    </a:lnTo>
                    <a:lnTo>
                      <a:pt x="783" y="1791"/>
                    </a:lnTo>
                    <a:lnTo>
                      <a:pt x="850" y="1791"/>
                    </a:lnTo>
                    <a:lnTo>
                      <a:pt x="917" y="1783"/>
                    </a:lnTo>
                    <a:lnTo>
                      <a:pt x="982" y="1769"/>
                    </a:lnTo>
                    <a:lnTo>
                      <a:pt x="1047" y="1749"/>
                    </a:lnTo>
                    <a:lnTo>
                      <a:pt x="1109" y="1723"/>
                    </a:lnTo>
                    <a:lnTo>
                      <a:pt x="1168" y="1691"/>
                    </a:lnTo>
                    <a:lnTo>
                      <a:pt x="1225" y="1653"/>
                    </a:lnTo>
                    <a:lnTo>
                      <a:pt x="1279" y="1609"/>
                    </a:lnTo>
                    <a:lnTo>
                      <a:pt x="1328" y="1559"/>
                    </a:lnTo>
                    <a:lnTo>
                      <a:pt x="1373" y="1503"/>
                    </a:lnTo>
                    <a:lnTo>
                      <a:pt x="1413" y="1444"/>
                    </a:lnTo>
                    <a:lnTo>
                      <a:pt x="1445" y="1381"/>
                    </a:lnTo>
                    <a:lnTo>
                      <a:pt x="1469" y="1317"/>
                    </a:lnTo>
                    <a:lnTo>
                      <a:pt x="1488" y="1251"/>
                    </a:lnTo>
                    <a:lnTo>
                      <a:pt x="1500" y="1184"/>
                    </a:lnTo>
                    <a:lnTo>
                      <a:pt x="1506" y="1118"/>
                    </a:lnTo>
                    <a:lnTo>
                      <a:pt x="1506" y="1050"/>
                    </a:lnTo>
                    <a:lnTo>
                      <a:pt x="1498" y="983"/>
                    </a:lnTo>
                    <a:lnTo>
                      <a:pt x="1484" y="918"/>
                    </a:lnTo>
                    <a:lnTo>
                      <a:pt x="1464" y="853"/>
                    </a:lnTo>
                    <a:lnTo>
                      <a:pt x="1438" y="791"/>
                    </a:lnTo>
                    <a:lnTo>
                      <a:pt x="1406" y="732"/>
                    </a:lnTo>
                    <a:lnTo>
                      <a:pt x="1368" y="675"/>
                    </a:lnTo>
                    <a:lnTo>
                      <a:pt x="1324" y="621"/>
                    </a:lnTo>
                    <a:lnTo>
                      <a:pt x="1274" y="573"/>
                    </a:lnTo>
                    <a:lnTo>
                      <a:pt x="1218" y="527"/>
                    </a:lnTo>
                    <a:lnTo>
                      <a:pt x="1159" y="488"/>
                    </a:lnTo>
                    <a:lnTo>
                      <a:pt x="1096" y="455"/>
                    </a:lnTo>
                    <a:lnTo>
                      <a:pt x="1032" y="431"/>
                    </a:lnTo>
                    <a:lnTo>
                      <a:pt x="966" y="412"/>
                    </a:lnTo>
                    <a:lnTo>
                      <a:pt x="900" y="400"/>
                    </a:lnTo>
                    <a:lnTo>
                      <a:pt x="832" y="395"/>
                    </a:lnTo>
                    <a:close/>
                    <a:moveTo>
                      <a:pt x="1601" y="0"/>
                    </a:moveTo>
                    <a:lnTo>
                      <a:pt x="1603" y="4"/>
                    </a:lnTo>
                    <a:lnTo>
                      <a:pt x="1604" y="17"/>
                    </a:lnTo>
                    <a:lnTo>
                      <a:pt x="1607" y="37"/>
                    </a:lnTo>
                    <a:lnTo>
                      <a:pt x="1611" y="66"/>
                    </a:lnTo>
                    <a:lnTo>
                      <a:pt x="1615" y="101"/>
                    </a:lnTo>
                    <a:lnTo>
                      <a:pt x="1619" y="143"/>
                    </a:lnTo>
                    <a:lnTo>
                      <a:pt x="1624" y="190"/>
                    </a:lnTo>
                    <a:lnTo>
                      <a:pt x="1628" y="242"/>
                    </a:lnTo>
                    <a:lnTo>
                      <a:pt x="1634" y="299"/>
                    </a:lnTo>
                    <a:lnTo>
                      <a:pt x="1638" y="361"/>
                    </a:lnTo>
                    <a:lnTo>
                      <a:pt x="1643" y="426"/>
                    </a:lnTo>
                    <a:lnTo>
                      <a:pt x="1646" y="493"/>
                    </a:lnTo>
                    <a:lnTo>
                      <a:pt x="1650" y="563"/>
                    </a:lnTo>
                    <a:lnTo>
                      <a:pt x="1651" y="636"/>
                    </a:lnTo>
                    <a:lnTo>
                      <a:pt x="1653" y="710"/>
                    </a:lnTo>
                    <a:lnTo>
                      <a:pt x="1653" y="785"/>
                    </a:lnTo>
                    <a:lnTo>
                      <a:pt x="1651" y="859"/>
                    </a:lnTo>
                    <a:lnTo>
                      <a:pt x="1649" y="934"/>
                    </a:lnTo>
                    <a:lnTo>
                      <a:pt x="1645" y="1008"/>
                    </a:lnTo>
                    <a:lnTo>
                      <a:pt x="1638" y="1081"/>
                    </a:lnTo>
                    <a:lnTo>
                      <a:pt x="1630" y="1151"/>
                    </a:lnTo>
                    <a:lnTo>
                      <a:pt x="1619" y="1220"/>
                    </a:lnTo>
                    <a:lnTo>
                      <a:pt x="1606" y="1286"/>
                    </a:lnTo>
                    <a:lnTo>
                      <a:pt x="1591" y="1348"/>
                    </a:lnTo>
                    <a:lnTo>
                      <a:pt x="1572" y="1406"/>
                    </a:lnTo>
                    <a:lnTo>
                      <a:pt x="1552" y="1459"/>
                    </a:lnTo>
                    <a:lnTo>
                      <a:pt x="1527" y="1507"/>
                    </a:lnTo>
                    <a:lnTo>
                      <a:pt x="1500" y="1551"/>
                    </a:lnTo>
                    <a:lnTo>
                      <a:pt x="1453" y="1609"/>
                    </a:lnTo>
                    <a:lnTo>
                      <a:pt x="1402" y="1663"/>
                    </a:lnTo>
                    <a:lnTo>
                      <a:pt x="1346" y="1711"/>
                    </a:lnTo>
                    <a:lnTo>
                      <a:pt x="1287" y="1753"/>
                    </a:lnTo>
                    <a:lnTo>
                      <a:pt x="1226" y="1791"/>
                    </a:lnTo>
                    <a:lnTo>
                      <a:pt x="1162" y="1822"/>
                    </a:lnTo>
                    <a:lnTo>
                      <a:pt x="1096" y="1847"/>
                    </a:lnTo>
                    <a:lnTo>
                      <a:pt x="1028" y="1868"/>
                    </a:lnTo>
                    <a:lnTo>
                      <a:pt x="959" y="1881"/>
                    </a:lnTo>
                    <a:lnTo>
                      <a:pt x="889" y="1889"/>
                    </a:lnTo>
                    <a:lnTo>
                      <a:pt x="818" y="1892"/>
                    </a:lnTo>
                    <a:lnTo>
                      <a:pt x="747" y="1888"/>
                    </a:lnTo>
                    <a:lnTo>
                      <a:pt x="676" y="1877"/>
                    </a:lnTo>
                    <a:lnTo>
                      <a:pt x="606" y="1861"/>
                    </a:lnTo>
                    <a:lnTo>
                      <a:pt x="537" y="1839"/>
                    </a:lnTo>
                    <a:lnTo>
                      <a:pt x="471" y="1810"/>
                    </a:lnTo>
                    <a:lnTo>
                      <a:pt x="405" y="1775"/>
                    </a:lnTo>
                    <a:lnTo>
                      <a:pt x="341" y="1734"/>
                    </a:lnTo>
                    <a:lnTo>
                      <a:pt x="283" y="1687"/>
                    </a:lnTo>
                    <a:lnTo>
                      <a:pt x="229" y="1636"/>
                    </a:lnTo>
                    <a:lnTo>
                      <a:pt x="181" y="1580"/>
                    </a:lnTo>
                    <a:lnTo>
                      <a:pt x="139" y="1521"/>
                    </a:lnTo>
                    <a:lnTo>
                      <a:pt x="101" y="1460"/>
                    </a:lnTo>
                    <a:lnTo>
                      <a:pt x="70" y="1396"/>
                    </a:lnTo>
                    <a:lnTo>
                      <a:pt x="45" y="1329"/>
                    </a:lnTo>
                    <a:lnTo>
                      <a:pt x="24" y="1262"/>
                    </a:lnTo>
                    <a:lnTo>
                      <a:pt x="11" y="1193"/>
                    </a:lnTo>
                    <a:lnTo>
                      <a:pt x="3" y="1123"/>
                    </a:lnTo>
                    <a:lnTo>
                      <a:pt x="0" y="1052"/>
                    </a:lnTo>
                    <a:lnTo>
                      <a:pt x="4" y="981"/>
                    </a:lnTo>
                    <a:lnTo>
                      <a:pt x="15" y="910"/>
                    </a:lnTo>
                    <a:lnTo>
                      <a:pt x="31" y="840"/>
                    </a:lnTo>
                    <a:lnTo>
                      <a:pt x="53" y="771"/>
                    </a:lnTo>
                    <a:lnTo>
                      <a:pt x="82" y="705"/>
                    </a:lnTo>
                    <a:lnTo>
                      <a:pt x="117" y="639"/>
                    </a:lnTo>
                    <a:lnTo>
                      <a:pt x="159" y="575"/>
                    </a:lnTo>
                    <a:lnTo>
                      <a:pt x="190" y="536"/>
                    </a:lnTo>
                    <a:lnTo>
                      <a:pt x="229" y="499"/>
                    </a:lnTo>
                    <a:lnTo>
                      <a:pt x="274" y="462"/>
                    </a:lnTo>
                    <a:lnTo>
                      <a:pt x="324" y="427"/>
                    </a:lnTo>
                    <a:lnTo>
                      <a:pt x="378" y="393"/>
                    </a:lnTo>
                    <a:lnTo>
                      <a:pt x="436" y="361"/>
                    </a:lnTo>
                    <a:lnTo>
                      <a:pt x="498" y="330"/>
                    </a:lnTo>
                    <a:lnTo>
                      <a:pt x="563" y="300"/>
                    </a:lnTo>
                    <a:lnTo>
                      <a:pt x="630" y="271"/>
                    </a:lnTo>
                    <a:lnTo>
                      <a:pt x="699" y="244"/>
                    </a:lnTo>
                    <a:lnTo>
                      <a:pt x="769" y="218"/>
                    </a:lnTo>
                    <a:lnTo>
                      <a:pt x="839" y="194"/>
                    </a:lnTo>
                    <a:lnTo>
                      <a:pt x="911" y="171"/>
                    </a:lnTo>
                    <a:lnTo>
                      <a:pt x="981" y="149"/>
                    </a:lnTo>
                    <a:lnTo>
                      <a:pt x="1051" y="129"/>
                    </a:lnTo>
                    <a:lnTo>
                      <a:pt x="1118" y="110"/>
                    </a:lnTo>
                    <a:lnTo>
                      <a:pt x="1185" y="93"/>
                    </a:lnTo>
                    <a:lnTo>
                      <a:pt x="1248" y="76"/>
                    </a:lnTo>
                    <a:lnTo>
                      <a:pt x="1307" y="62"/>
                    </a:lnTo>
                    <a:lnTo>
                      <a:pt x="1363" y="49"/>
                    </a:lnTo>
                    <a:lnTo>
                      <a:pt x="1414" y="37"/>
                    </a:lnTo>
                    <a:lnTo>
                      <a:pt x="1461" y="28"/>
                    </a:lnTo>
                    <a:lnTo>
                      <a:pt x="1502" y="18"/>
                    </a:lnTo>
                    <a:lnTo>
                      <a:pt x="1537" y="12"/>
                    </a:lnTo>
                    <a:lnTo>
                      <a:pt x="1564" y="6"/>
                    </a:lnTo>
                    <a:lnTo>
                      <a:pt x="1585" y="2"/>
                    </a:lnTo>
                    <a:lnTo>
                      <a:pt x="1597" y="1"/>
                    </a:lnTo>
                    <a:lnTo>
                      <a:pt x="1601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grpSp>
            <p:nvGrpSpPr>
              <p:cNvPr id="9" name="Group 103"/>
              <p:cNvGrpSpPr/>
              <p:nvPr/>
            </p:nvGrpSpPr>
            <p:grpSpPr>
              <a:xfrm>
                <a:off x="4967287" y="4952988"/>
                <a:ext cx="650639" cy="625474"/>
                <a:chOff x="4967288" y="5026025"/>
                <a:chExt cx="574676" cy="552451"/>
              </a:xfrm>
            </p:grpSpPr>
            <p:sp>
              <p:nvSpPr>
                <p:cNvPr id="19" name="Freeform 64"/>
                <p:cNvSpPr>
                  <a:spLocks/>
                </p:cNvSpPr>
                <p:nvPr/>
              </p:nvSpPr>
              <p:spPr bwMode="auto">
                <a:xfrm>
                  <a:off x="5049838" y="5100638"/>
                  <a:ext cx="131763" cy="128588"/>
                </a:xfrm>
                <a:custGeom>
                  <a:avLst/>
                  <a:gdLst>
                    <a:gd name="T0" fmla="*/ 327 w 833"/>
                    <a:gd name="T1" fmla="*/ 0 h 811"/>
                    <a:gd name="T2" fmla="*/ 372 w 833"/>
                    <a:gd name="T3" fmla="*/ 3 h 811"/>
                    <a:gd name="T4" fmla="*/ 414 w 833"/>
                    <a:gd name="T5" fmla="*/ 12 h 811"/>
                    <a:gd name="T6" fmla="*/ 454 w 833"/>
                    <a:gd name="T7" fmla="*/ 25 h 811"/>
                    <a:gd name="T8" fmla="*/ 492 w 833"/>
                    <a:gd name="T9" fmla="*/ 44 h 811"/>
                    <a:gd name="T10" fmla="*/ 527 w 833"/>
                    <a:gd name="T11" fmla="*/ 68 h 811"/>
                    <a:gd name="T12" fmla="*/ 558 w 833"/>
                    <a:gd name="T13" fmla="*/ 95 h 811"/>
                    <a:gd name="T14" fmla="*/ 586 w 833"/>
                    <a:gd name="T15" fmla="*/ 127 h 811"/>
                    <a:gd name="T16" fmla="*/ 609 w 833"/>
                    <a:gd name="T17" fmla="*/ 162 h 811"/>
                    <a:gd name="T18" fmla="*/ 628 w 833"/>
                    <a:gd name="T19" fmla="*/ 200 h 811"/>
                    <a:gd name="T20" fmla="*/ 642 w 833"/>
                    <a:gd name="T21" fmla="*/ 239 h 811"/>
                    <a:gd name="T22" fmla="*/ 651 w 833"/>
                    <a:gd name="T23" fmla="*/ 283 h 811"/>
                    <a:gd name="T24" fmla="*/ 654 w 833"/>
                    <a:gd name="T25" fmla="*/ 327 h 811"/>
                    <a:gd name="T26" fmla="*/ 651 w 833"/>
                    <a:gd name="T27" fmla="*/ 369 h 811"/>
                    <a:gd name="T28" fmla="*/ 642 w 833"/>
                    <a:gd name="T29" fmla="*/ 409 h 811"/>
                    <a:gd name="T30" fmla="*/ 629 w 833"/>
                    <a:gd name="T31" fmla="*/ 447 h 811"/>
                    <a:gd name="T32" fmla="*/ 612 w 833"/>
                    <a:gd name="T33" fmla="*/ 483 h 811"/>
                    <a:gd name="T34" fmla="*/ 833 w 833"/>
                    <a:gd name="T35" fmla="*/ 692 h 811"/>
                    <a:gd name="T36" fmla="*/ 792 w 833"/>
                    <a:gd name="T37" fmla="*/ 729 h 811"/>
                    <a:gd name="T38" fmla="*/ 754 w 833"/>
                    <a:gd name="T39" fmla="*/ 768 h 811"/>
                    <a:gd name="T40" fmla="*/ 720 w 833"/>
                    <a:gd name="T41" fmla="*/ 811 h 811"/>
                    <a:gd name="T42" fmla="*/ 499 w 833"/>
                    <a:gd name="T43" fmla="*/ 603 h 811"/>
                    <a:gd name="T44" fmla="*/ 461 w 833"/>
                    <a:gd name="T45" fmla="*/ 624 h 811"/>
                    <a:gd name="T46" fmla="*/ 418 w 833"/>
                    <a:gd name="T47" fmla="*/ 640 h 811"/>
                    <a:gd name="T48" fmla="*/ 374 w 833"/>
                    <a:gd name="T49" fmla="*/ 650 h 811"/>
                    <a:gd name="T50" fmla="*/ 327 w 833"/>
                    <a:gd name="T51" fmla="*/ 653 h 811"/>
                    <a:gd name="T52" fmla="*/ 283 w 833"/>
                    <a:gd name="T53" fmla="*/ 651 h 811"/>
                    <a:gd name="T54" fmla="*/ 240 w 833"/>
                    <a:gd name="T55" fmla="*/ 642 h 811"/>
                    <a:gd name="T56" fmla="*/ 200 w 833"/>
                    <a:gd name="T57" fmla="*/ 628 h 811"/>
                    <a:gd name="T58" fmla="*/ 162 w 833"/>
                    <a:gd name="T59" fmla="*/ 609 h 811"/>
                    <a:gd name="T60" fmla="*/ 127 w 833"/>
                    <a:gd name="T61" fmla="*/ 585 h 811"/>
                    <a:gd name="T62" fmla="*/ 96 w 833"/>
                    <a:gd name="T63" fmla="*/ 558 h 811"/>
                    <a:gd name="T64" fmla="*/ 68 w 833"/>
                    <a:gd name="T65" fmla="*/ 527 h 811"/>
                    <a:gd name="T66" fmla="*/ 45 w 833"/>
                    <a:gd name="T67" fmla="*/ 491 h 811"/>
                    <a:gd name="T68" fmla="*/ 26 w 833"/>
                    <a:gd name="T69" fmla="*/ 454 h 811"/>
                    <a:gd name="T70" fmla="*/ 11 w 833"/>
                    <a:gd name="T71" fmla="*/ 414 h 811"/>
                    <a:gd name="T72" fmla="*/ 4 w 833"/>
                    <a:gd name="T73" fmla="*/ 371 h 811"/>
                    <a:gd name="T74" fmla="*/ 0 w 833"/>
                    <a:gd name="T75" fmla="*/ 327 h 811"/>
                    <a:gd name="T76" fmla="*/ 4 w 833"/>
                    <a:gd name="T77" fmla="*/ 283 h 811"/>
                    <a:gd name="T78" fmla="*/ 11 w 833"/>
                    <a:gd name="T79" fmla="*/ 239 h 811"/>
                    <a:gd name="T80" fmla="*/ 26 w 833"/>
                    <a:gd name="T81" fmla="*/ 200 h 811"/>
                    <a:gd name="T82" fmla="*/ 45 w 833"/>
                    <a:gd name="T83" fmla="*/ 162 h 811"/>
                    <a:gd name="T84" fmla="*/ 68 w 833"/>
                    <a:gd name="T85" fmla="*/ 127 h 811"/>
                    <a:gd name="T86" fmla="*/ 96 w 833"/>
                    <a:gd name="T87" fmla="*/ 95 h 811"/>
                    <a:gd name="T88" fmla="*/ 127 w 833"/>
                    <a:gd name="T89" fmla="*/ 68 h 811"/>
                    <a:gd name="T90" fmla="*/ 162 w 833"/>
                    <a:gd name="T91" fmla="*/ 44 h 811"/>
                    <a:gd name="T92" fmla="*/ 200 w 833"/>
                    <a:gd name="T93" fmla="*/ 25 h 811"/>
                    <a:gd name="T94" fmla="*/ 240 w 833"/>
                    <a:gd name="T95" fmla="*/ 12 h 811"/>
                    <a:gd name="T96" fmla="*/ 283 w 833"/>
                    <a:gd name="T97" fmla="*/ 3 h 811"/>
                    <a:gd name="T98" fmla="*/ 327 w 833"/>
                    <a:gd name="T99" fmla="*/ 0 h 81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</a:cxnLst>
                  <a:rect l="0" t="0" r="r" b="b"/>
                  <a:pathLst>
                    <a:path w="833" h="811">
                      <a:moveTo>
                        <a:pt x="327" y="0"/>
                      </a:moveTo>
                      <a:lnTo>
                        <a:pt x="372" y="3"/>
                      </a:lnTo>
                      <a:lnTo>
                        <a:pt x="414" y="12"/>
                      </a:lnTo>
                      <a:lnTo>
                        <a:pt x="454" y="25"/>
                      </a:lnTo>
                      <a:lnTo>
                        <a:pt x="492" y="44"/>
                      </a:lnTo>
                      <a:lnTo>
                        <a:pt x="527" y="68"/>
                      </a:lnTo>
                      <a:lnTo>
                        <a:pt x="558" y="95"/>
                      </a:lnTo>
                      <a:lnTo>
                        <a:pt x="586" y="127"/>
                      </a:lnTo>
                      <a:lnTo>
                        <a:pt x="609" y="162"/>
                      </a:lnTo>
                      <a:lnTo>
                        <a:pt x="628" y="200"/>
                      </a:lnTo>
                      <a:lnTo>
                        <a:pt x="642" y="239"/>
                      </a:lnTo>
                      <a:lnTo>
                        <a:pt x="651" y="283"/>
                      </a:lnTo>
                      <a:lnTo>
                        <a:pt x="654" y="327"/>
                      </a:lnTo>
                      <a:lnTo>
                        <a:pt x="651" y="369"/>
                      </a:lnTo>
                      <a:lnTo>
                        <a:pt x="642" y="409"/>
                      </a:lnTo>
                      <a:lnTo>
                        <a:pt x="629" y="447"/>
                      </a:lnTo>
                      <a:lnTo>
                        <a:pt x="612" y="483"/>
                      </a:lnTo>
                      <a:lnTo>
                        <a:pt x="833" y="692"/>
                      </a:lnTo>
                      <a:lnTo>
                        <a:pt x="792" y="729"/>
                      </a:lnTo>
                      <a:lnTo>
                        <a:pt x="754" y="768"/>
                      </a:lnTo>
                      <a:lnTo>
                        <a:pt x="720" y="811"/>
                      </a:lnTo>
                      <a:lnTo>
                        <a:pt x="499" y="603"/>
                      </a:lnTo>
                      <a:lnTo>
                        <a:pt x="461" y="624"/>
                      </a:lnTo>
                      <a:lnTo>
                        <a:pt x="418" y="640"/>
                      </a:lnTo>
                      <a:lnTo>
                        <a:pt x="374" y="650"/>
                      </a:lnTo>
                      <a:lnTo>
                        <a:pt x="327" y="653"/>
                      </a:lnTo>
                      <a:lnTo>
                        <a:pt x="283" y="651"/>
                      </a:lnTo>
                      <a:lnTo>
                        <a:pt x="240" y="642"/>
                      </a:lnTo>
                      <a:lnTo>
                        <a:pt x="200" y="628"/>
                      </a:lnTo>
                      <a:lnTo>
                        <a:pt x="162" y="609"/>
                      </a:lnTo>
                      <a:lnTo>
                        <a:pt x="127" y="585"/>
                      </a:lnTo>
                      <a:lnTo>
                        <a:pt x="96" y="558"/>
                      </a:lnTo>
                      <a:lnTo>
                        <a:pt x="68" y="527"/>
                      </a:lnTo>
                      <a:lnTo>
                        <a:pt x="45" y="491"/>
                      </a:lnTo>
                      <a:lnTo>
                        <a:pt x="26" y="454"/>
                      </a:lnTo>
                      <a:lnTo>
                        <a:pt x="11" y="414"/>
                      </a:lnTo>
                      <a:lnTo>
                        <a:pt x="4" y="371"/>
                      </a:lnTo>
                      <a:lnTo>
                        <a:pt x="0" y="327"/>
                      </a:lnTo>
                      <a:lnTo>
                        <a:pt x="4" y="283"/>
                      </a:lnTo>
                      <a:lnTo>
                        <a:pt x="11" y="239"/>
                      </a:lnTo>
                      <a:lnTo>
                        <a:pt x="26" y="200"/>
                      </a:lnTo>
                      <a:lnTo>
                        <a:pt x="45" y="162"/>
                      </a:lnTo>
                      <a:lnTo>
                        <a:pt x="68" y="127"/>
                      </a:lnTo>
                      <a:lnTo>
                        <a:pt x="96" y="95"/>
                      </a:lnTo>
                      <a:lnTo>
                        <a:pt x="127" y="68"/>
                      </a:lnTo>
                      <a:lnTo>
                        <a:pt x="162" y="44"/>
                      </a:lnTo>
                      <a:lnTo>
                        <a:pt x="200" y="25"/>
                      </a:lnTo>
                      <a:lnTo>
                        <a:pt x="240" y="12"/>
                      </a:lnTo>
                      <a:lnTo>
                        <a:pt x="283" y="3"/>
                      </a:lnTo>
                      <a:lnTo>
                        <a:pt x="327" y="0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20" name="Freeform 65"/>
                <p:cNvSpPr>
                  <a:spLocks/>
                </p:cNvSpPr>
                <p:nvPr/>
              </p:nvSpPr>
              <p:spPr bwMode="auto">
                <a:xfrm>
                  <a:off x="5307013" y="5026025"/>
                  <a:ext cx="136525" cy="179388"/>
                </a:xfrm>
                <a:custGeom>
                  <a:avLst/>
                  <a:gdLst>
                    <a:gd name="T0" fmla="*/ 524 w 852"/>
                    <a:gd name="T1" fmla="*/ 0 h 1132"/>
                    <a:gd name="T2" fmla="*/ 524 w 852"/>
                    <a:gd name="T3" fmla="*/ 0 h 1132"/>
                    <a:gd name="T4" fmla="*/ 569 w 852"/>
                    <a:gd name="T5" fmla="*/ 3 h 1132"/>
                    <a:gd name="T6" fmla="*/ 611 w 852"/>
                    <a:gd name="T7" fmla="*/ 12 h 1132"/>
                    <a:gd name="T8" fmla="*/ 652 w 852"/>
                    <a:gd name="T9" fmla="*/ 27 h 1132"/>
                    <a:gd name="T10" fmla="*/ 690 w 852"/>
                    <a:gd name="T11" fmla="*/ 45 h 1132"/>
                    <a:gd name="T12" fmla="*/ 724 w 852"/>
                    <a:gd name="T13" fmla="*/ 69 h 1132"/>
                    <a:gd name="T14" fmla="*/ 755 w 852"/>
                    <a:gd name="T15" fmla="*/ 96 h 1132"/>
                    <a:gd name="T16" fmla="*/ 783 w 852"/>
                    <a:gd name="T17" fmla="*/ 128 h 1132"/>
                    <a:gd name="T18" fmla="*/ 806 w 852"/>
                    <a:gd name="T19" fmla="*/ 162 h 1132"/>
                    <a:gd name="T20" fmla="*/ 825 w 852"/>
                    <a:gd name="T21" fmla="*/ 200 h 1132"/>
                    <a:gd name="T22" fmla="*/ 839 w 852"/>
                    <a:gd name="T23" fmla="*/ 241 h 1132"/>
                    <a:gd name="T24" fmla="*/ 848 w 852"/>
                    <a:gd name="T25" fmla="*/ 283 h 1132"/>
                    <a:gd name="T26" fmla="*/ 852 w 852"/>
                    <a:gd name="T27" fmla="*/ 327 h 1132"/>
                    <a:gd name="T28" fmla="*/ 848 w 852"/>
                    <a:gd name="T29" fmla="*/ 372 h 1132"/>
                    <a:gd name="T30" fmla="*/ 839 w 852"/>
                    <a:gd name="T31" fmla="*/ 414 h 1132"/>
                    <a:gd name="T32" fmla="*/ 825 w 852"/>
                    <a:gd name="T33" fmla="*/ 455 h 1132"/>
                    <a:gd name="T34" fmla="*/ 806 w 852"/>
                    <a:gd name="T35" fmla="*/ 492 h 1132"/>
                    <a:gd name="T36" fmla="*/ 783 w 852"/>
                    <a:gd name="T37" fmla="*/ 527 h 1132"/>
                    <a:gd name="T38" fmla="*/ 755 w 852"/>
                    <a:gd name="T39" fmla="*/ 558 h 1132"/>
                    <a:gd name="T40" fmla="*/ 724 w 852"/>
                    <a:gd name="T41" fmla="*/ 586 h 1132"/>
                    <a:gd name="T42" fmla="*/ 690 w 852"/>
                    <a:gd name="T43" fmla="*/ 609 h 1132"/>
                    <a:gd name="T44" fmla="*/ 652 w 852"/>
                    <a:gd name="T45" fmla="*/ 628 h 1132"/>
                    <a:gd name="T46" fmla="*/ 611 w 852"/>
                    <a:gd name="T47" fmla="*/ 642 h 1132"/>
                    <a:gd name="T48" fmla="*/ 569 w 852"/>
                    <a:gd name="T49" fmla="*/ 651 h 1132"/>
                    <a:gd name="T50" fmla="*/ 524 w 852"/>
                    <a:gd name="T51" fmla="*/ 654 h 1132"/>
                    <a:gd name="T52" fmla="*/ 493 w 852"/>
                    <a:gd name="T53" fmla="*/ 652 h 1132"/>
                    <a:gd name="T54" fmla="*/ 463 w 852"/>
                    <a:gd name="T55" fmla="*/ 647 h 1132"/>
                    <a:gd name="T56" fmla="*/ 434 w 852"/>
                    <a:gd name="T57" fmla="*/ 640 h 1132"/>
                    <a:gd name="T58" fmla="*/ 142 w 852"/>
                    <a:gd name="T59" fmla="*/ 1132 h 1132"/>
                    <a:gd name="T60" fmla="*/ 96 w 852"/>
                    <a:gd name="T61" fmla="*/ 1100 h 1132"/>
                    <a:gd name="T62" fmla="*/ 50 w 852"/>
                    <a:gd name="T63" fmla="*/ 1072 h 1132"/>
                    <a:gd name="T64" fmla="*/ 0 w 852"/>
                    <a:gd name="T65" fmla="*/ 1048 h 1132"/>
                    <a:gd name="T66" fmla="*/ 292 w 852"/>
                    <a:gd name="T67" fmla="*/ 557 h 1132"/>
                    <a:gd name="T68" fmla="*/ 265 w 852"/>
                    <a:gd name="T69" fmla="*/ 526 h 1132"/>
                    <a:gd name="T70" fmla="*/ 242 w 852"/>
                    <a:gd name="T71" fmla="*/ 491 h 1132"/>
                    <a:gd name="T72" fmla="*/ 223 w 852"/>
                    <a:gd name="T73" fmla="*/ 454 h 1132"/>
                    <a:gd name="T74" fmla="*/ 209 w 852"/>
                    <a:gd name="T75" fmla="*/ 414 h 1132"/>
                    <a:gd name="T76" fmla="*/ 201 w 852"/>
                    <a:gd name="T77" fmla="*/ 372 h 1132"/>
                    <a:gd name="T78" fmla="*/ 197 w 852"/>
                    <a:gd name="T79" fmla="*/ 327 h 1132"/>
                    <a:gd name="T80" fmla="*/ 201 w 852"/>
                    <a:gd name="T81" fmla="*/ 283 h 1132"/>
                    <a:gd name="T82" fmla="*/ 209 w 852"/>
                    <a:gd name="T83" fmla="*/ 240 h 1132"/>
                    <a:gd name="T84" fmla="*/ 223 w 852"/>
                    <a:gd name="T85" fmla="*/ 200 h 1132"/>
                    <a:gd name="T86" fmla="*/ 242 w 852"/>
                    <a:gd name="T87" fmla="*/ 162 h 1132"/>
                    <a:gd name="T88" fmla="*/ 266 w 852"/>
                    <a:gd name="T89" fmla="*/ 128 h 1132"/>
                    <a:gd name="T90" fmla="*/ 293 w 852"/>
                    <a:gd name="T91" fmla="*/ 96 h 1132"/>
                    <a:gd name="T92" fmla="*/ 325 w 852"/>
                    <a:gd name="T93" fmla="*/ 69 h 1132"/>
                    <a:gd name="T94" fmla="*/ 359 w 852"/>
                    <a:gd name="T95" fmla="*/ 45 h 1132"/>
                    <a:gd name="T96" fmla="*/ 397 w 852"/>
                    <a:gd name="T97" fmla="*/ 27 h 1132"/>
                    <a:gd name="T98" fmla="*/ 437 w 852"/>
                    <a:gd name="T99" fmla="*/ 12 h 1132"/>
                    <a:gd name="T100" fmla="*/ 480 w 852"/>
                    <a:gd name="T101" fmla="*/ 3 h 1132"/>
                    <a:gd name="T102" fmla="*/ 524 w 852"/>
                    <a:gd name="T103" fmla="*/ 0 h 113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</a:cxnLst>
                  <a:rect l="0" t="0" r="r" b="b"/>
                  <a:pathLst>
                    <a:path w="852" h="1132">
                      <a:moveTo>
                        <a:pt x="524" y="0"/>
                      </a:moveTo>
                      <a:lnTo>
                        <a:pt x="524" y="0"/>
                      </a:lnTo>
                      <a:lnTo>
                        <a:pt x="569" y="3"/>
                      </a:lnTo>
                      <a:lnTo>
                        <a:pt x="611" y="12"/>
                      </a:lnTo>
                      <a:lnTo>
                        <a:pt x="652" y="27"/>
                      </a:lnTo>
                      <a:lnTo>
                        <a:pt x="690" y="45"/>
                      </a:lnTo>
                      <a:lnTo>
                        <a:pt x="724" y="69"/>
                      </a:lnTo>
                      <a:lnTo>
                        <a:pt x="755" y="96"/>
                      </a:lnTo>
                      <a:lnTo>
                        <a:pt x="783" y="128"/>
                      </a:lnTo>
                      <a:lnTo>
                        <a:pt x="806" y="162"/>
                      </a:lnTo>
                      <a:lnTo>
                        <a:pt x="825" y="200"/>
                      </a:lnTo>
                      <a:lnTo>
                        <a:pt x="839" y="241"/>
                      </a:lnTo>
                      <a:lnTo>
                        <a:pt x="848" y="283"/>
                      </a:lnTo>
                      <a:lnTo>
                        <a:pt x="852" y="327"/>
                      </a:lnTo>
                      <a:lnTo>
                        <a:pt x="848" y="372"/>
                      </a:lnTo>
                      <a:lnTo>
                        <a:pt x="839" y="414"/>
                      </a:lnTo>
                      <a:lnTo>
                        <a:pt x="825" y="455"/>
                      </a:lnTo>
                      <a:lnTo>
                        <a:pt x="806" y="492"/>
                      </a:lnTo>
                      <a:lnTo>
                        <a:pt x="783" y="527"/>
                      </a:lnTo>
                      <a:lnTo>
                        <a:pt x="755" y="558"/>
                      </a:lnTo>
                      <a:lnTo>
                        <a:pt x="724" y="586"/>
                      </a:lnTo>
                      <a:lnTo>
                        <a:pt x="690" y="609"/>
                      </a:lnTo>
                      <a:lnTo>
                        <a:pt x="652" y="628"/>
                      </a:lnTo>
                      <a:lnTo>
                        <a:pt x="611" y="642"/>
                      </a:lnTo>
                      <a:lnTo>
                        <a:pt x="569" y="651"/>
                      </a:lnTo>
                      <a:lnTo>
                        <a:pt x="524" y="654"/>
                      </a:lnTo>
                      <a:lnTo>
                        <a:pt x="493" y="652"/>
                      </a:lnTo>
                      <a:lnTo>
                        <a:pt x="463" y="647"/>
                      </a:lnTo>
                      <a:lnTo>
                        <a:pt x="434" y="640"/>
                      </a:lnTo>
                      <a:lnTo>
                        <a:pt x="142" y="1132"/>
                      </a:lnTo>
                      <a:lnTo>
                        <a:pt x="96" y="1100"/>
                      </a:lnTo>
                      <a:lnTo>
                        <a:pt x="50" y="1072"/>
                      </a:lnTo>
                      <a:lnTo>
                        <a:pt x="0" y="1048"/>
                      </a:lnTo>
                      <a:lnTo>
                        <a:pt x="292" y="557"/>
                      </a:lnTo>
                      <a:lnTo>
                        <a:pt x="265" y="526"/>
                      </a:lnTo>
                      <a:lnTo>
                        <a:pt x="242" y="491"/>
                      </a:lnTo>
                      <a:lnTo>
                        <a:pt x="223" y="454"/>
                      </a:lnTo>
                      <a:lnTo>
                        <a:pt x="209" y="414"/>
                      </a:lnTo>
                      <a:lnTo>
                        <a:pt x="201" y="372"/>
                      </a:lnTo>
                      <a:lnTo>
                        <a:pt x="197" y="327"/>
                      </a:lnTo>
                      <a:lnTo>
                        <a:pt x="201" y="283"/>
                      </a:lnTo>
                      <a:lnTo>
                        <a:pt x="209" y="240"/>
                      </a:lnTo>
                      <a:lnTo>
                        <a:pt x="223" y="200"/>
                      </a:lnTo>
                      <a:lnTo>
                        <a:pt x="242" y="162"/>
                      </a:lnTo>
                      <a:lnTo>
                        <a:pt x="266" y="128"/>
                      </a:lnTo>
                      <a:lnTo>
                        <a:pt x="293" y="96"/>
                      </a:lnTo>
                      <a:lnTo>
                        <a:pt x="325" y="69"/>
                      </a:lnTo>
                      <a:lnTo>
                        <a:pt x="359" y="45"/>
                      </a:lnTo>
                      <a:lnTo>
                        <a:pt x="397" y="27"/>
                      </a:lnTo>
                      <a:lnTo>
                        <a:pt x="437" y="12"/>
                      </a:lnTo>
                      <a:lnTo>
                        <a:pt x="480" y="3"/>
                      </a:lnTo>
                      <a:lnTo>
                        <a:pt x="524" y="0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22" name="Freeform 66"/>
                <p:cNvSpPr>
                  <a:spLocks/>
                </p:cNvSpPr>
                <p:nvPr/>
              </p:nvSpPr>
              <p:spPr bwMode="auto">
                <a:xfrm>
                  <a:off x="5375276" y="5272088"/>
                  <a:ext cx="166688" cy="103188"/>
                </a:xfrm>
                <a:custGeom>
                  <a:avLst/>
                  <a:gdLst>
                    <a:gd name="T0" fmla="*/ 729 w 1055"/>
                    <a:gd name="T1" fmla="*/ 0 h 653"/>
                    <a:gd name="T2" fmla="*/ 773 w 1055"/>
                    <a:gd name="T3" fmla="*/ 2 h 653"/>
                    <a:gd name="T4" fmla="*/ 816 w 1055"/>
                    <a:gd name="T5" fmla="*/ 11 h 653"/>
                    <a:gd name="T6" fmla="*/ 856 w 1055"/>
                    <a:gd name="T7" fmla="*/ 25 h 653"/>
                    <a:gd name="T8" fmla="*/ 893 w 1055"/>
                    <a:gd name="T9" fmla="*/ 44 h 653"/>
                    <a:gd name="T10" fmla="*/ 929 w 1055"/>
                    <a:gd name="T11" fmla="*/ 68 h 653"/>
                    <a:gd name="T12" fmla="*/ 960 w 1055"/>
                    <a:gd name="T13" fmla="*/ 95 h 653"/>
                    <a:gd name="T14" fmla="*/ 988 w 1055"/>
                    <a:gd name="T15" fmla="*/ 126 h 653"/>
                    <a:gd name="T16" fmla="*/ 1011 w 1055"/>
                    <a:gd name="T17" fmla="*/ 162 h 653"/>
                    <a:gd name="T18" fmla="*/ 1030 w 1055"/>
                    <a:gd name="T19" fmla="*/ 200 h 653"/>
                    <a:gd name="T20" fmla="*/ 1044 w 1055"/>
                    <a:gd name="T21" fmla="*/ 239 h 653"/>
                    <a:gd name="T22" fmla="*/ 1053 w 1055"/>
                    <a:gd name="T23" fmla="*/ 282 h 653"/>
                    <a:gd name="T24" fmla="*/ 1055 w 1055"/>
                    <a:gd name="T25" fmla="*/ 326 h 653"/>
                    <a:gd name="T26" fmla="*/ 1053 w 1055"/>
                    <a:gd name="T27" fmla="*/ 370 h 653"/>
                    <a:gd name="T28" fmla="*/ 1044 w 1055"/>
                    <a:gd name="T29" fmla="*/ 414 h 653"/>
                    <a:gd name="T30" fmla="*/ 1030 w 1055"/>
                    <a:gd name="T31" fmla="*/ 454 h 653"/>
                    <a:gd name="T32" fmla="*/ 1011 w 1055"/>
                    <a:gd name="T33" fmla="*/ 491 h 653"/>
                    <a:gd name="T34" fmla="*/ 988 w 1055"/>
                    <a:gd name="T35" fmla="*/ 526 h 653"/>
                    <a:gd name="T36" fmla="*/ 960 w 1055"/>
                    <a:gd name="T37" fmla="*/ 558 h 653"/>
                    <a:gd name="T38" fmla="*/ 929 w 1055"/>
                    <a:gd name="T39" fmla="*/ 584 h 653"/>
                    <a:gd name="T40" fmla="*/ 893 w 1055"/>
                    <a:gd name="T41" fmla="*/ 609 h 653"/>
                    <a:gd name="T42" fmla="*/ 856 w 1055"/>
                    <a:gd name="T43" fmla="*/ 628 h 653"/>
                    <a:gd name="T44" fmla="*/ 816 w 1055"/>
                    <a:gd name="T45" fmla="*/ 641 h 653"/>
                    <a:gd name="T46" fmla="*/ 773 w 1055"/>
                    <a:gd name="T47" fmla="*/ 650 h 653"/>
                    <a:gd name="T48" fmla="*/ 729 w 1055"/>
                    <a:gd name="T49" fmla="*/ 653 h 653"/>
                    <a:gd name="T50" fmla="*/ 685 w 1055"/>
                    <a:gd name="T51" fmla="*/ 650 h 653"/>
                    <a:gd name="T52" fmla="*/ 644 w 1055"/>
                    <a:gd name="T53" fmla="*/ 642 h 653"/>
                    <a:gd name="T54" fmla="*/ 604 w 1055"/>
                    <a:gd name="T55" fmla="*/ 628 h 653"/>
                    <a:gd name="T56" fmla="*/ 566 w 1055"/>
                    <a:gd name="T57" fmla="*/ 610 h 653"/>
                    <a:gd name="T58" fmla="*/ 532 w 1055"/>
                    <a:gd name="T59" fmla="*/ 587 h 653"/>
                    <a:gd name="T60" fmla="*/ 501 w 1055"/>
                    <a:gd name="T61" fmla="*/ 560 h 653"/>
                    <a:gd name="T62" fmla="*/ 474 w 1055"/>
                    <a:gd name="T63" fmla="*/ 529 h 653"/>
                    <a:gd name="T64" fmla="*/ 450 w 1055"/>
                    <a:gd name="T65" fmla="*/ 495 h 653"/>
                    <a:gd name="T66" fmla="*/ 431 w 1055"/>
                    <a:gd name="T67" fmla="*/ 458 h 653"/>
                    <a:gd name="T68" fmla="*/ 416 w 1055"/>
                    <a:gd name="T69" fmla="*/ 419 h 653"/>
                    <a:gd name="T70" fmla="*/ 407 w 1055"/>
                    <a:gd name="T71" fmla="*/ 377 h 653"/>
                    <a:gd name="T72" fmla="*/ 0 w 1055"/>
                    <a:gd name="T73" fmla="*/ 337 h 653"/>
                    <a:gd name="T74" fmla="*/ 9 w 1055"/>
                    <a:gd name="T75" fmla="*/ 287 h 653"/>
                    <a:gd name="T76" fmla="*/ 15 w 1055"/>
                    <a:gd name="T77" fmla="*/ 235 h 653"/>
                    <a:gd name="T78" fmla="*/ 17 w 1055"/>
                    <a:gd name="T79" fmla="*/ 182 h 653"/>
                    <a:gd name="T80" fmla="*/ 16 w 1055"/>
                    <a:gd name="T81" fmla="*/ 173 h 653"/>
                    <a:gd name="T82" fmla="*/ 423 w 1055"/>
                    <a:gd name="T83" fmla="*/ 214 h 653"/>
                    <a:gd name="T84" fmla="*/ 441 w 1055"/>
                    <a:gd name="T85" fmla="*/ 173 h 653"/>
                    <a:gd name="T86" fmla="*/ 464 w 1055"/>
                    <a:gd name="T87" fmla="*/ 136 h 653"/>
                    <a:gd name="T88" fmla="*/ 492 w 1055"/>
                    <a:gd name="T89" fmla="*/ 103 h 653"/>
                    <a:gd name="T90" fmla="*/ 524 w 1055"/>
                    <a:gd name="T91" fmla="*/ 73 h 653"/>
                    <a:gd name="T92" fmla="*/ 558 w 1055"/>
                    <a:gd name="T93" fmla="*/ 48 h 653"/>
                    <a:gd name="T94" fmla="*/ 597 w 1055"/>
                    <a:gd name="T95" fmla="*/ 28 h 653"/>
                    <a:gd name="T96" fmla="*/ 639 w 1055"/>
                    <a:gd name="T97" fmla="*/ 12 h 653"/>
                    <a:gd name="T98" fmla="*/ 683 w 1055"/>
                    <a:gd name="T99" fmla="*/ 3 h 653"/>
                    <a:gd name="T100" fmla="*/ 729 w 1055"/>
                    <a:gd name="T101" fmla="*/ 0 h 65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</a:cxnLst>
                  <a:rect l="0" t="0" r="r" b="b"/>
                  <a:pathLst>
                    <a:path w="1055" h="653">
                      <a:moveTo>
                        <a:pt x="729" y="0"/>
                      </a:moveTo>
                      <a:lnTo>
                        <a:pt x="773" y="2"/>
                      </a:lnTo>
                      <a:lnTo>
                        <a:pt x="816" y="11"/>
                      </a:lnTo>
                      <a:lnTo>
                        <a:pt x="856" y="25"/>
                      </a:lnTo>
                      <a:lnTo>
                        <a:pt x="893" y="44"/>
                      </a:lnTo>
                      <a:lnTo>
                        <a:pt x="929" y="68"/>
                      </a:lnTo>
                      <a:lnTo>
                        <a:pt x="960" y="95"/>
                      </a:lnTo>
                      <a:lnTo>
                        <a:pt x="988" y="126"/>
                      </a:lnTo>
                      <a:lnTo>
                        <a:pt x="1011" y="162"/>
                      </a:lnTo>
                      <a:lnTo>
                        <a:pt x="1030" y="200"/>
                      </a:lnTo>
                      <a:lnTo>
                        <a:pt x="1044" y="239"/>
                      </a:lnTo>
                      <a:lnTo>
                        <a:pt x="1053" y="282"/>
                      </a:lnTo>
                      <a:lnTo>
                        <a:pt x="1055" y="326"/>
                      </a:lnTo>
                      <a:lnTo>
                        <a:pt x="1053" y="370"/>
                      </a:lnTo>
                      <a:lnTo>
                        <a:pt x="1044" y="414"/>
                      </a:lnTo>
                      <a:lnTo>
                        <a:pt x="1030" y="454"/>
                      </a:lnTo>
                      <a:lnTo>
                        <a:pt x="1011" y="491"/>
                      </a:lnTo>
                      <a:lnTo>
                        <a:pt x="988" y="526"/>
                      </a:lnTo>
                      <a:lnTo>
                        <a:pt x="960" y="558"/>
                      </a:lnTo>
                      <a:lnTo>
                        <a:pt x="929" y="584"/>
                      </a:lnTo>
                      <a:lnTo>
                        <a:pt x="893" y="609"/>
                      </a:lnTo>
                      <a:lnTo>
                        <a:pt x="856" y="628"/>
                      </a:lnTo>
                      <a:lnTo>
                        <a:pt x="816" y="641"/>
                      </a:lnTo>
                      <a:lnTo>
                        <a:pt x="773" y="650"/>
                      </a:lnTo>
                      <a:lnTo>
                        <a:pt x="729" y="653"/>
                      </a:lnTo>
                      <a:lnTo>
                        <a:pt x="685" y="650"/>
                      </a:lnTo>
                      <a:lnTo>
                        <a:pt x="644" y="642"/>
                      </a:lnTo>
                      <a:lnTo>
                        <a:pt x="604" y="628"/>
                      </a:lnTo>
                      <a:lnTo>
                        <a:pt x="566" y="610"/>
                      </a:lnTo>
                      <a:lnTo>
                        <a:pt x="532" y="587"/>
                      </a:lnTo>
                      <a:lnTo>
                        <a:pt x="501" y="560"/>
                      </a:lnTo>
                      <a:lnTo>
                        <a:pt x="474" y="529"/>
                      </a:lnTo>
                      <a:lnTo>
                        <a:pt x="450" y="495"/>
                      </a:lnTo>
                      <a:lnTo>
                        <a:pt x="431" y="458"/>
                      </a:lnTo>
                      <a:lnTo>
                        <a:pt x="416" y="419"/>
                      </a:lnTo>
                      <a:lnTo>
                        <a:pt x="407" y="377"/>
                      </a:lnTo>
                      <a:lnTo>
                        <a:pt x="0" y="337"/>
                      </a:lnTo>
                      <a:lnTo>
                        <a:pt x="9" y="287"/>
                      </a:lnTo>
                      <a:lnTo>
                        <a:pt x="15" y="235"/>
                      </a:lnTo>
                      <a:lnTo>
                        <a:pt x="17" y="182"/>
                      </a:lnTo>
                      <a:lnTo>
                        <a:pt x="16" y="173"/>
                      </a:lnTo>
                      <a:lnTo>
                        <a:pt x="423" y="214"/>
                      </a:lnTo>
                      <a:lnTo>
                        <a:pt x="441" y="173"/>
                      </a:lnTo>
                      <a:lnTo>
                        <a:pt x="464" y="136"/>
                      </a:lnTo>
                      <a:lnTo>
                        <a:pt x="492" y="103"/>
                      </a:lnTo>
                      <a:lnTo>
                        <a:pt x="524" y="73"/>
                      </a:lnTo>
                      <a:lnTo>
                        <a:pt x="558" y="48"/>
                      </a:lnTo>
                      <a:lnTo>
                        <a:pt x="597" y="28"/>
                      </a:lnTo>
                      <a:lnTo>
                        <a:pt x="639" y="12"/>
                      </a:lnTo>
                      <a:lnTo>
                        <a:pt x="683" y="3"/>
                      </a:lnTo>
                      <a:lnTo>
                        <a:pt x="729" y="0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23" name="Freeform 67"/>
                <p:cNvSpPr>
                  <a:spLocks/>
                </p:cNvSpPr>
                <p:nvPr/>
              </p:nvSpPr>
              <p:spPr bwMode="auto">
                <a:xfrm>
                  <a:off x="5259388" y="5411788"/>
                  <a:ext cx="103188" cy="166688"/>
                </a:xfrm>
                <a:custGeom>
                  <a:avLst/>
                  <a:gdLst>
                    <a:gd name="T0" fmla="*/ 246 w 654"/>
                    <a:gd name="T1" fmla="*/ 0 h 1049"/>
                    <a:gd name="T2" fmla="*/ 337 w 654"/>
                    <a:gd name="T3" fmla="*/ 397 h 1049"/>
                    <a:gd name="T4" fmla="*/ 383 w 654"/>
                    <a:gd name="T5" fmla="*/ 402 h 1049"/>
                    <a:gd name="T6" fmla="*/ 429 w 654"/>
                    <a:gd name="T7" fmla="*/ 413 h 1049"/>
                    <a:gd name="T8" fmla="*/ 471 w 654"/>
                    <a:gd name="T9" fmla="*/ 431 h 1049"/>
                    <a:gd name="T10" fmla="*/ 510 w 654"/>
                    <a:gd name="T11" fmla="*/ 453 h 1049"/>
                    <a:gd name="T12" fmla="*/ 545 w 654"/>
                    <a:gd name="T13" fmla="*/ 480 h 1049"/>
                    <a:gd name="T14" fmla="*/ 576 w 654"/>
                    <a:gd name="T15" fmla="*/ 513 h 1049"/>
                    <a:gd name="T16" fmla="*/ 603 w 654"/>
                    <a:gd name="T17" fmla="*/ 548 h 1049"/>
                    <a:gd name="T18" fmla="*/ 624 w 654"/>
                    <a:gd name="T19" fmla="*/ 588 h 1049"/>
                    <a:gd name="T20" fmla="*/ 641 w 654"/>
                    <a:gd name="T21" fmla="*/ 630 h 1049"/>
                    <a:gd name="T22" fmla="*/ 651 w 654"/>
                    <a:gd name="T23" fmla="*/ 676 h 1049"/>
                    <a:gd name="T24" fmla="*/ 654 w 654"/>
                    <a:gd name="T25" fmla="*/ 723 h 1049"/>
                    <a:gd name="T26" fmla="*/ 651 w 654"/>
                    <a:gd name="T27" fmla="*/ 768 h 1049"/>
                    <a:gd name="T28" fmla="*/ 642 w 654"/>
                    <a:gd name="T29" fmla="*/ 810 h 1049"/>
                    <a:gd name="T30" fmla="*/ 628 w 654"/>
                    <a:gd name="T31" fmla="*/ 850 h 1049"/>
                    <a:gd name="T32" fmla="*/ 608 w 654"/>
                    <a:gd name="T33" fmla="*/ 887 h 1049"/>
                    <a:gd name="T34" fmla="*/ 585 w 654"/>
                    <a:gd name="T35" fmla="*/ 923 h 1049"/>
                    <a:gd name="T36" fmla="*/ 557 w 654"/>
                    <a:gd name="T37" fmla="*/ 954 h 1049"/>
                    <a:gd name="T38" fmla="*/ 526 w 654"/>
                    <a:gd name="T39" fmla="*/ 982 h 1049"/>
                    <a:gd name="T40" fmla="*/ 492 w 654"/>
                    <a:gd name="T41" fmla="*/ 1005 h 1049"/>
                    <a:gd name="T42" fmla="*/ 454 w 654"/>
                    <a:gd name="T43" fmla="*/ 1024 h 1049"/>
                    <a:gd name="T44" fmla="*/ 413 w 654"/>
                    <a:gd name="T45" fmla="*/ 1038 h 1049"/>
                    <a:gd name="T46" fmla="*/ 371 w 654"/>
                    <a:gd name="T47" fmla="*/ 1047 h 1049"/>
                    <a:gd name="T48" fmla="*/ 327 w 654"/>
                    <a:gd name="T49" fmla="*/ 1049 h 1049"/>
                    <a:gd name="T50" fmla="*/ 282 w 654"/>
                    <a:gd name="T51" fmla="*/ 1047 h 1049"/>
                    <a:gd name="T52" fmla="*/ 240 w 654"/>
                    <a:gd name="T53" fmla="*/ 1038 h 1049"/>
                    <a:gd name="T54" fmla="*/ 199 w 654"/>
                    <a:gd name="T55" fmla="*/ 1024 h 1049"/>
                    <a:gd name="T56" fmla="*/ 161 w 654"/>
                    <a:gd name="T57" fmla="*/ 1005 h 1049"/>
                    <a:gd name="T58" fmla="*/ 127 w 654"/>
                    <a:gd name="T59" fmla="*/ 982 h 1049"/>
                    <a:gd name="T60" fmla="*/ 96 w 654"/>
                    <a:gd name="T61" fmla="*/ 954 h 1049"/>
                    <a:gd name="T62" fmla="*/ 68 w 654"/>
                    <a:gd name="T63" fmla="*/ 923 h 1049"/>
                    <a:gd name="T64" fmla="*/ 45 w 654"/>
                    <a:gd name="T65" fmla="*/ 887 h 1049"/>
                    <a:gd name="T66" fmla="*/ 26 w 654"/>
                    <a:gd name="T67" fmla="*/ 850 h 1049"/>
                    <a:gd name="T68" fmla="*/ 12 w 654"/>
                    <a:gd name="T69" fmla="*/ 810 h 1049"/>
                    <a:gd name="T70" fmla="*/ 3 w 654"/>
                    <a:gd name="T71" fmla="*/ 768 h 1049"/>
                    <a:gd name="T72" fmla="*/ 0 w 654"/>
                    <a:gd name="T73" fmla="*/ 723 h 1049"/>
                    <a:gd name="T74" fmla="*/ 3 w 654"/>
                    <a:gd name="T75" fmla="*/ 677 h 1049"/>
                    <a:gd name="T76" fmla="*/ 13 w 654"/>
                    <a:gd name="T77" fmla="*/ 632 h 1049"/>
                    <a:gd name="T78" fmla="*/ 28 w 654"/>
                    <a:gd name="T79" fmla="*/ 591 h 1049"/>
                    <a:gd name="T80" fmla="*/ 49 w 654"/>
                    <a:gd name="T81" fmla="*/ 553 h 1049"/>
                    <a:gd name="T82" fmla="*/ 75 w 654"/>
                    <a:gd name="T83" fmla="*/ 517 h 1049"/>
                    <a:gd name="T84" fmla="*/ 105 w 654"/>
                    <a:gd name="T85" fmla="*/ 485 h 1049"/>
                    <a:gd name="T86" fmla="*/ 139 w 654"/>
                    <a:gd name="T87" fmla="*/ 457 h 1049"/>
                    <a:gd name="T88" fmla="*/ 177 w 654"/>
                    <a:gd name="T89" fmla="*/ 435 h 1049"/>
                    <a:gd name="T90" fmla="*/ 85 w 654"/>
                    <a:gd name="T91" fmla="*/ 37 h 1049"/>
                    <a:gd name="T92" fmla="*/ 140 w 654"/>
                    <a:gd name="T93" fmla="*/ 28 h 1049"/>
                    <a:gd name="T94" fmla="*/ 194 w 654"/>
                    <a:gd name="T95" fmla="*/ 16 h 1049"/>
                    <a:gd name="T96" fmla="*/ 246 w 654"/>
                    <a:gd name="T97" fmla="*/ 0 h 104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</a:cxnLst>
                  <a:rect l="0" t="0" r="r" b="b"/>
                  <a:pathLst>
                    <a:path w="654" h="1049">
                      <a:moveTo>
                        <a:pt x="246" y="0"/>
                      </a:moveTo>
                      <a:lnTo>
                        <a:pt x="337" y="397"/>
                      </a:lnTo>
                      <a:lnTo>
                        <a:pt x="383" y="402"/>
                      </a:lnTo>
                      <a:lnTo>
                        <a:pt x="429" y="413"/>
                      </a:lnTo>
                      <a:lnTo>
                        <a:pt x="471" y="431"/>
                      </a:lnTo>
                      <a:lnTo>
                        <a:pt x="510" y="453"/>
                      </a:lnTo>
                      <a:lnTo>
                        <a:pt x="545" y="480"/>
                      </a:lnTo>
                      <a:lnTo>
                        <a:pt x="576" y="513"/>
                      </a:lnTo>
                      <a:lnTo>
                        <a:pt x="603" y="548"/>
                      </a:lnTo>
                      <a:lnTo>
                        <a:pt x="624" y="588"/>
                      </a:lnTo>
                      <a:lnTo>
                        <a:pt x="641" y="630"/>
                      </a:lnTo>
                      <a:lnTo>
                        <a:pt x="651" y="676"/>
                      </a:lnTo>
                      <a:lnTo>
                        <a:pt x="654" y="723"/>
                      </a:lnTo>
                      <a:lnTo>
                        <a:pt x="651" y="768"/>
                      </a:lnTo>
                      <a:lnTo>
                        <a:pt x="642" y="810"/>
                      </a:lnTo>
                      <a:lnTo>
                        <a:pt x="628" y="850"/>
                      </a:lnTo>
                      <a:lnTo>
                        <a:pt x="608" y="887"/>
                      </a:lnTo>
                      <a:lnTo>
                        <a:pt x="585" y="923"/>
                      </a:lnTo>
                      <a:lnTo>
                        <a:pt x="557" y="954"/>
                      </a:lnTo>
                      <a:lnTo>
                        <a:pt x="526" y="982"/>
                      </a:lnTo>
                      <a:lnTo>
                        <a:pt x="492" y="1005"/>
                      </a:lnTo>
                      <a:lnTo>
                        <a:pt x="454" y="1024"/>
                      </a:lnTo>
                      <a:lnTo>
                        <a:pt x="413" y="1038"/>
                      </a:lnTo>
                      <a:lnTo>
                        <a:pt x="371" y="1047"/>
                      </a:lnTo>
                      <a:lnTo>
                        <a:pt x="327" y="1049"/>
                      </a:lnTo>
                      <a:lnTo>
                        <a:pt x="282" y="1047"/>
                      </a:lnTo>
                      <a:lnTo>
                        <a:pt x="240" y="1038"/>
                      </a:lnTo>
                      <a:lnTo>
                        <a:pt x="199" y="1024"/>
                      </a:lnTo>
                      <a:lnTo>
                        <a:pt x="161" y="1005"/>
                      </a:lnTo>
                      <a:lnTo>
                        <a:pt x="127" y="982"/>
                      </a:lnTo>
                      <a:lnTo>
                        <a:pt x="96" y="954"/>
                      </a:lnTo>
                      <a:lnTo>
                        <a:pt x="68" y="923"/>
                      </a:lnTo>
                      <a:lnTo>
                        <a:pt x="45" y="887"/>
                      </a:lnTo>
                      <a:lnTo>
                        <a:pt x="26" y="850"/>
                      </a:lnTo>
                      <a:lnTo>
                        <a:pt x="12" y="810"/>
                      </a:lnTo>
                      <a:lnTo>
                        <a:pt x="3" y="768"/>
                      </a:lnTo>
                      <a:lnTo>
                        <a:pt x="0" y="723"/>
                      </a:lnTo>
                      <a:lnTo>
                        <a:pt x="3" y="677"/>
                      </a:lnTo>
                      <a:lnTo>
                        <a:pt x="13" y="632"/>
                      </a:lnTo>
                      <a:lnTo>
                        <a:pt x="28" y="591"/>
                      </a:lnTo>
                      <a:lnTo>
                        <a:pt x="49" y="553"/>
                      </a:lnTo>
                      <a:lnTo>
                        <a:pt x="75" y="517"/>
                      </a:lnTo>
                      <a:lnTo>
                        <a:pt x="105" y="485"/>
                      </a:lnTo>
                      <a:lnTo>
                        <a:pt x="139" y="457"/>
                      </a:lnTo>
                      <a:lnTo>
                        <a:pt x="177" y="435"/>
                      </a:lnTo>
                      <a:lnTo>
                        <a:pt x="85" y="37"/>
                      </a:lnTo>
                      <a:lnTo>
                        <a:pt x="140" y="28"/>
                      </a:lnTo>
                      <a:lnTo>
                        <a:pt x="194" y="16"/>
                      </a:lnTo>
                      <a:lnTo>
                        <a:pt x="246" y="0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24" name="Freeform 68"/>
                <p:cNvSpPr>
                  <a:spLocks/>
                </p:cNvSpPr>
                <p:nvPr/>
              </p:nvSpPr>
              <p:spPr bwMode="auto">
                <a:xfrm>
                  <a:off x="4967288" y="5326063"/>
                  <a:ext cx="184150" cy="106363"/>
                </a:xfrm>
                <a:custGeom>
                  <a:avLst/>
                  <a:gdLst>
                    <a:gd name="T0" fmla="*/ 1106 w 1159"/>
                    <a:gd name="T1" fmla="*/ 0 h 675"/>
                    <a:gd name="T2" fmla="*/ 1120 w 1159"/>
                    <a:gd name="T3" fmla="*/ 54 h 675"/>
                    <a:gd name="T4" fmla="*/ 1138 w 1159"/>
                    <a:gd name="T5" fmla="*/ 106 h 675"/>
                    <a:gd name="T6" fmla="*/ 1159 w 1159"/>
                    <a:gd name="T7" fmla="*/ 156 h 675"/>
                    <a:gd name="T8" fmla="*/ 651 w 1159"/>
                    <a:gd name="T9" fmla="*/ 326 h 675"/>
                    <a:gd name="T10" fmla="*/ 652 w 1159"/>
                    <a:gd name="T11" fmla="*/ 336 h 675"/>
                    <a:gd name="T12" fmla="*/ 653 w 1159"/>
                    <a:gd name="T13" fmla="*/ 348 h 675"/>
                    <a:gd name="T14" fmla="*/ 651 w 1159"/>
                    <a:gd name="T15" fmla="*/ 392 h 675"/>
                    <a:gd name="T16" fmla="*/ 642 w 1159"/>
                    <a:gd name="T17" fmla="*/ 435 h 675"/>
                    <a:gd name="T18" fmla="*/ 628 w 1159"/>
                    <a:gd name="T19" fmla="*/ 475 h 675"/>
                    <a:gd name="T20" fmla="*/ 609 w 1159"/>
                    <a:gd name="T21" fmla="*/ 513 h 675"/>
                    <a:gd name="T22" fmla="*/ 586 w 1159"/>
                    <a:gd name="T23" fmla="*/ 547 h 675"/>
                    <a:gd name="T24" fmla="*/ 558 w 1159"/>
                    <a:gd name="T25" fmla="*/ 579 h 675"/>
                    <a:gd name="T26" fmla="*/ 527 w 1159"/>
                    <a:gd name="T27" fmla="*/ 607 h 675"/>
                    <a:gd name="T28" fmla="*/ 491 w 1159"/>
                    <a:gd name="T29" fmla="*/ 630 h 675"/>
                    <a:gd name="T30" fmla="*/ 454 w 1159"/>
                    <a:gd name="T31" fmla="*/ 649 h 675"/>
                    <a:gd name="T32" fmla="*/ 414 w 1159"/>
                    <a:gd name="T33" fmla="*/ 664 h 675"/>
                    <a:gd name="T34" fmla="*/ 370 w 1159"/>
                    <a:gd name="T35" fmla="*/ 671 h 675"/>
                    <a:gd name="T36" fmla="*/ 326 w 1159"/>
                    <a:gd name="T37" fmla="*/ 675 h 675"/>
                    <a:gd name="T38" fmla="*/ 282 w 1159"/>
                    <a:gd name="T39" fmla="*/ 671 h 675"/>
                    <a:gd name="T40" fmla="*/ 240 w 1159"/>
                    <a:gd name="T41" fmla="*/ 664 h 675"/>
                    <a:gd name="T42" fmla="*/ 200 w 1159"/>
                    <a:gd name="T43" fmla="*/ 649 h 675"/>
                    <a:gd name="T44" fmla="*/ 162 w 1159"/>
                    <a:gd name="T45" fmla="*/ 630 h 675"/>
                    <a:gd name="T46" fmla="*/ 126 w 1159"/>
                    <a:gd name="T47" fmla="*/ 607 h 675"/>
                    <a:gd name="T48" fmla="*/ 95 w 1159"/>
                    <a:gd name="T49" fmla="*/ 579 h 675"/>
                    <a:gd name="T50" fmla="*/ 68 w 1159"/>
                    <a:gd name="T51" fmla="*/ 547 h 675"/>
                    <a:gd name="T52" fmla="*/ 44 w 1159"/>
                    <a:gd name="T53" fmla="*/ 513 h 675"/>
                    <a:gd name="T54" fmla="*/ 26 w 1159"/>
                    <a:gd name="T55" fmla="*/ 475 h 675"/>
                    <a:gd name="T56" fmla="*/ 12 w 1159"/>
                    <a:gd name="T57" fmla="*/ 435 h 675"/>
                    <a:gd name="T58" fmla="*/ 3 w 1159"/>
                    <a:gd name="T59" fmla="*/ 392 h 675"/>
                    <a:gd name="T60" fmla="*/ 0 w 1159"/>
                    <a:gd name="T61" fmla="*/ 348 h 675"/>
                    <a:gd name="T62" fmla="*/ 3 w 1159"/>
                    <a:gd name="T63" fmla="*/ 303 h 675"/>
                    <a:gd name="T64" fmla="*/ 12 w 1159"/>
                    <a:gd name="T65" fmla="*/ 261 h 675"/>
                    <a:gd name="T66" fmla="*/ 26 w 1159"/>
                    <a:gd name="T67" fmla="*/ 221 h 675"/>
                    <a:gd name="T68" fmla="*/ 44 w 1159"/>
                    <a:gd name="T69" fmla="*/ 183 h 675"/>
                    <a:gd name="T70" fmla="*/ 68 w 1159"/>
                    <a:gd name="T71" fmla="*/ 148 h 675"/>
                    <a:gd name="T72" fmla="*/ 95 w 1159"/>
                    <a:gd name="T73" fmla="*/ 117 h 675"/>
                    <a:gd name="T74" fmla="*/ 126 w 1159"/>
                    <a:gd name="T75" fmla="*/ 89 h 675"/>
                    <a:gd name="T76" fmla="*/ 162 w 1159"/>
                    <a:gd name="T77" fmla="*/ 66 h 675"/>
                    <a:gd name="T78" fmla="*/ 200 w 1159"/>
                    <a:gd name="T79" fmla="*/ 47 h 675"/>
                    <a:gd name="T80" fmla="*/ 240 w 1159"/>
                    <a:gd name="T81" fmla="*/ 33 h 675"/>
                    <a:gd name="T82" fmla="*/ 282 w 1159"/>
                    <a:gd name="T83" fmla="*/ 25 h 675"/>
                    <a:gd name="T84" fmla="*/ 326 w 1159"/>
                    <a:gd name="T85" fmla="*/ 21 h 675"/>
                    <a:gd name="T86" fmla="*/ 369 w 1159"/>
                    <a:gd name="T87" fmla="*/ 24 h 675"/>
                    <a:gd name="T88" fmla="*/ 409 w 1159"/>
                    <a:gd name="T89" fmla="*/ 33 h 675"/>
                    <a:gd name="T90" fmla="*/ 448 w 1159"/>
                    <a:gd name="T91" fmla="*/ 45 h 675"/>
                    <a:gd name="T92" fmla="*/ 485 w 1159"/>
                    <a:gd name="T93" fmla="*/ 63 h 675"/>
                    <a:gd name="T94" fmla="*/ 518 w 1159"/>
                    <a:gd name="T95" fmla="*/ 84 h 675"/>
                    <a:gd name="T96" fmla="*/ 549 w 1159"/>
                    <a:gd name="T97" fmla="*/ 109 h 675"/>
                    <a:gd name="T98" fmla="*/ 577 w 1159"/>
                    <a:gd name="T99" fmla="*/ 138 h 675"/>
                    <a:gd name="T100" fmla="*/ 600 w 1159"/>
                    <a:gd name="T101" fmla="*/ 170 h 675"/>
                    <a:gd name="T102" fmla="*/ 1106 w 1159"/>
                    <a:gd name="T103" fmla="*/ 0 h 6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</a:cxnLst>
                  <a:rect l="0" t="0" r="r" b="b"/>
                  <a:pathLst>
                    <a:path w="1159" h="675">
                      <a:moveTo>
                        <a:pt x="1106" y="0"/>
                      </a:moveTo>
                      <a:lnTo>
                        <a:pt x="1120" y="54"/>
                      </a:lnTo>
                      <a:lnTo>
                        <a:pt x="1138" y="106"/>
                      </a:lnTo>
                      <a:lnTo>
                        <a:pt x="1159" y="156"/>
                      </a:lnTo>
                      <a:lnTo>
                        <a:pt x="651" y="326"/>
                      </a:lnTo>
                      <a:lnTo>
                        <a:pt x="652" y="336"/>
                      </a:lnTo>
                      <a:lnTo>
                        <a:pt x="653" y="348"/>
                      </a:lnTo>
                      <a:lnTo>
                        <a:pt x="651" y="392"/>
                      </a:lnTo>
                      <a:lnTo>
                        <a:pt x="642" y="435"/>
                      </a:lnTo>
                      <a:lnTo>
                        <a:pt x="628" y="475"/>
                      </a:lnTo>
                      <a:lnTo>
                        <a:pt x="609" y="513"/>
                      </a:lnTo>
                      <a:lnTo>
                        <a:pt x="586" y="547"/>
                      </a:lnTo>
                      <a:lnTo>
                        <a:pt x="558" y="579"/>
                      </a:lnTo>
                      <a:lnTo>
                        <a:pt x="527" y="607"/>
                      </a:lnTo>
                      <a:lnTo>
                        <a:pt x="491" y="630"/>
                      </a:lnTo>
                      <a:lnTo>
                        <a:pt x="454" y="649"/>
                      </a:lnTo>
                      <a:lnTo>
                        <a:pt x="414" y="664"/>
                      </a:lnTo>
                      <a:lnTo>
                        <a:pt x="370" y="671"/>
                      </a:lnTo>
                      <a:lnTo>
                        <a:pt x="326" y="675"/>
                      </a:lnTo>
                      <a:lnTo>
                        <a:pt x="282" y="671"/>
                      </a:lnTo>
                      <a:lnTo>
                        <a:pt x="240" y="664"/>
                      </a:lnTo>
                      <a:lnTo>
                        <a:pt x="200" y="649"/>
                      </a:lnTo>
                      <a:lnTo>
                        <a:pt x="162" y="630"/>
                      </a:lnTo>
                      <a:lnTo>
                        <a:pt x="126" y="607"/>
                      </a:lnTo>
                      <a:lnTo>
                        <a:pt x="95" y="579"/>
                      </a:lnTo>
                      <a:lnTo>
                        <a:pt x="68" y="547"/>
                      </a:lnTo>
                      <a:lnTo>
                        <a:pt x="44" y="513"/>
                      </a:lnTo>
                      <a:lnTo>
                        <a:pt x="26" y="475"/>
                      </a:lnTo>
                      <a:lnTo>
                        <a:pt x="12" y="435"/>
                      </a:lnTo>
                      <a:lnTo>
                        <a:pt x="3" y="392"/>
                      </a:lnTo>
                      <a:lnTo>
                        <a:pt x="0" y="348"/>
                      </a:lnTo>
                      <a:lnTo>
                        <a:pt x="3" y="303"/>
                      </a:lnTo>
                      <a:lnTo>
                        <a:pt x="12" y="261"/>
                      </a:lnTo>
                      <a:lnTo>
                        <a:pt x="26" y="221"/>
                      </a:lnTo>
                      <a:lnTo>
                        <a:pt x="44" y="183"/>
                      </a:lnTo>
                      <a:lnTo>
                        <a:pt x="68" y="148"/>
                      </a:lnTo>
                      <a:lnTo>
                        <a:pt x="95" y="117"/>
                      </a:lnTo>
                      <a:lnTo>
                        <a:pt x="126" y="89"/>
                      </a:lnTo>
                      <a:lnTo>
                        <a:pt x="162" y="66"/>
                      </a:lnTo>
                      <a:lnTo>
                        <a:pt x="200" y="47"/>
                      </a:lnTo>
                      <a:lnTo>
                        <a:pt x="240" y="33"/>
                      </a:lnTo>
                      <a:lnTo>
                        <a:pt x="282" y="25"/>
                      </a:lnTo>
                      <a:lnTo>
                        <a:pt x="326" y="21"/>
                      </a:lnTo>
                      <a:lnTo>
                        <a:pt x="369" y="24"/>
                      </a:lnTo>
                      <a:lnTo>
                        <a:pt x="409" y="33"/>
                      </a:lnTo>
                      <a:lnTo>
                        <a:pt x="448" y="45"/>
                      </a:lnTo>
                      <a:lnTo>
                        <a:pt x="485" y="63"/>
                      </a:lnTo>
                      <a:lnTo>
                        <a:pt x="518" y="84"/>
                      </a:lnTo>
                      <a:lnTo>
                        <a:pt x="549" y="109"/>
                      </a:lnTo>
                      <a:lnTo>
                        <a:pt x="577" y="138"/>
                      </a:lnTo>
                      <a:lnTo>
                        <a:pt x="600" y="170"/>
                      </a:lnTo>
                      <a:lnTo>
                        <a:pt x="1106" y="0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25" name="Freeform 69"/>
                <p:cNvSpPr>
                  <a:spLocks/>
                </p:cNvSpPr>
                <p:nvPr/>
              </p:nvSpPr>
              <p:spPr bwMode="auto">
                <a:xfrm>
                  <a:off x="5170488" y="5211763"/>
                  <a:ext cx="177800" cy="177800"/>
                </a:xfrm>
                <a:custGeom>
                  <a:avLst/>
                  <a:gdLst>
                    <a:gd name="T0" fmla="*/ 561 w 1122"/>
                    <a:gd name="T1" fmla="*/ 0 h 1121"/>
                    <a:gd name="T2" fmla="*/ 622 w 1122"/>
                    <a:gd name="T3" fmla="*/ 3 h 1121"/>
                    <a:gd name="T4" fmla="*/ 681 w 1122"/>
                    <a:gd name="T5" fmla="*/ 13 h 1121"/>
                    <a:gd name="T6" fmla="*/ 738 w 1122"/>
                    <a:gd name="T7" fmla="*/ 29 h 1121"/>
                    <a:gd name="T8" fmla="*/ 792 w 1122"/>
                    <a:gd name="T9" fmla="*/ 50 h 1121"/>
                    <a:gd name="T10" fmla="*/ 843 w 1122"/>
                    <a:gd name="T11" fmla="*/ 76 h 1121"/>
                    <a:gd name="T12" fmla="*/ 892 w 1122"/>
                    <a:gd name="T13" fmla="*/ 108 h 1121"/>
                    <a:gd name="T14" fmla="*/ 937 w 1122"/>
                    <a:gd name="T15" fmla="*/ 145 h 1121"/>
                    <a:gd name="T16" fmla="*/ 976 w 1122"/>
                    <a:gd name="T17" fmla="*/ 185 h 1121"/>
                    <a:gd name="T18" fmla="*/ 1013 w 1122"/>
                    <a:gd name="T19" fmla="*/ 229 h 1121"/>
                    <a:gd name="T20" fmla="*/ 1045 w 1122"/>
                    <a:gd name="T21" fmla="*/ 278 h 1121"/>
                    <a:gd name="T22" fmla="*/ 1072 w 1122"/>
                    <a:gd name="T23" fmla="*/ 329 h 1121"/>
                    <a:gd name="T24" fmla="*/ 1093 w 1122"/>
                    <a:gd name="T25" fmla="*/ 383 h 1121"/>
                    <a:gd name="T26" fmla="*/ 1108 w 1122"/>
                    <a:gd name="T27" fmla="*/ 440 h 1121"/>
                    <a:gd name="T28" fmla="*/ 1118 w 1122"/>
                    <a:gd name="T29" fmla="*/ 499 h 1121"/>
                    <a:gd name="T30" fmla="*/ 1122 w 1122"/>
                    <a:gd name="T31" fmla="*/ 560 h 1121"/>
                    <a:gd name="T32" fmla="*/ 1118 w 1122"/>
                    <a:gd name="T33" fmla="*/ 621 h 1121"/>
                    <a:gd name="T34" fmla="*/ 1108 w 1122"/>
                    <a:gd name="T35" fmla="*/ 681 h 1121"/>
                    <a:gd name="T36" fmla="*/ 1093 w 1122"/>
                    <a:gd name="T37" fmla="*/ 737 h 1121"/>
                    <a:gd name="T38" fmla="*/ 1072 w 1122"/>
                    <a:gd name="T39" fmla="*/ 792 h 1121"/>
                    <a:gd name="T40" fmla="*/ 1045 w 1122"/>
                    <a:gd name="T41" fmla="*/ 843 h 1121"/>
                    <a:gd name="T42" fmla="*/ 1013 w 1122"/>
                    <a:gd name="T43" fmla="*/ 891 h 1121"/>
                    <a:gd name="T44" fmla="*/ 976 w 1122"/>
                    <a:gd name="T45" fmla="*/ 936 h 1121"/>
                    <a:gd name="T46" fmla="*/ 937 w 1122"/>
                    <a:gd name="T47" fmla="*/ 977 h 1121"/>
                    <a:gd name="T48" fmla="*/ 892 w 1122"/>
                    <a:gd name="T49" fmla="*/ 1012 h 1121"/>
                    <a:gd name="T50" fmla="*/ 843 w 1122"/>
                    <a:gd name="T51" fmla="*/ 1044 h 1121"/>
                    <a:gd name="T52" fmla="*/ 792 w 1122"/>
                    <a:gd name="T53" fmla="*/ 1071 h 1121"/>
                    <a:gd name="T54" fmla="*/ 738 w 1122"/>
                    <a:gd name="T55" fmla="*/ 1092 h 1121"/>
                    <a:gd name="T56" fmla="*/ 681 w 1122"/>
                    <a:gd name="T57" fmla="*/ 1108 h 1121"/>
                    <a:gd name="T58" fmla="*/ 622 w 1122"/>
                    <a:gd name="T59" fmla="*/ 1118 h 1121"/>
                    <a:gd name="T60" fmla="*/ 561 w 1122"/>
                    <a:gd name="T61" fmla="*/ 1121 h 1121"/>
                    <a:gd name="T62" fmla="*/ 500 w 1122"/>
                    <a:gd name="T63" fmla="*/ 1118 h 1121"/>
                    <a:gd name="T64" fmla="*/ 441 w 1122"/>
                    <a:gd name="T65" fmla="*/ 1108 h 1121"/>
                    <a:gd name="T66" fmla="*/ 384 w 1122"/>
                    <a:gd name="T67" fmla="*/ 1092 h 1121"/>
                    <a:gd name="T68" fmla="*/ 330 w 1122"/>
                    <a:gd name="T69" fmla="*/ 1071 h 1121"/>
                    <a:gd name="T70" fmla="*/ 279 w 1122"/>
                    <a:gd name="T71" fmla="*/ 1044 h 1121"/>
                    <a:gd name="T72" fmla="*/ 230 w 1122"/>
                    <a:gd name="T73" fmla="*/ 1012 h 1121"/>
                    <a:gd name="T74" fmla="*/ 186 w 1122"/>
                    <a:gd name="T75" fmla="*/ 977 h 1121"/>
                    <a:gd name="T76" fmla="*/ 145 w 1122"/>
                    <a:gd name="T77" fmla="*/ 936 h 1121"/>
                    <a:gd name="T78" fmla="*/ 109 w 1122"/>
                    <a:gd name="T79" fmla="*/ 891 h 1121"/>
                    <a:gd name="T80" fmla="*/ 77 w 1122"/>
                    <a:gd name="T81" fmla="*/ 843 h 1121"/>
                    <a:gd name="T82" fmla="*/ 50 w 1122"/>
                    <a:gd name="T83" fmla="*/ 792 h 1121"/>
                    <a:gd name="T84" fmla="*/ 29 w 1122"/>
                    <a:gd name="T85" fmla="*/ 737 h 1121"/>
                    <a:gd name="T86" fmla="*/ 14 w 1122"/>
                    <a:gd name="T87" fmla="*/ 681 h 1121"/>
                    <a:gd name="T88" fmla="*/ 4 w 1122"/>
                    <a:gd name="T89" fmla="*/ 621 h 1121"/>
                    <a:gd name="T90" fmla="*/ 0 w 1122"/>
                    <a:gd name="T91" fmla="*/ 560 h 1121"/>
                    <a:gd name="T92" fmla="*/ 4 w 1122"/>
                    <a:gd name="T93" fmla="*/ 499 h 1121"/>
                    <a:gd name="T94" fmla="*/ 14 w 1122"/>
                    <a:gd name="T95" fmla="*/ 440 h 1121"/>
                    <a:gd name="T96" fmla="*/ 29 w 1122"/>
                    <a:gd name="T97" fmla="*/ 383 h 1121"/>
                    <a:gd name="T98" fmla="*/ 50 w 1122"/>
                    <a:gd name="T99" fmla="*/ 329 h 1121"/>
                    <a:gd name="T100" fmla="*/ 77 w 1122"/>
                    <a:gd name="T101" fmla="*/ 278 h 1121"/>
                    <a:gd name="T102" fmla="*/ 109 w 1122"/>
                    <a:gd name="T103" fmla="*/ 229 h 1121"/>
                    <a:gd name="T104" fmla="*/ 145 w 1122"/>
                    <a:gd name="T105" fmla="*/ 185 h 1121"/>
                    <a:gd name="T106" fmla="*/ 186 w 1122"/>
                    <a:gd name="T107" fmla="*/ 145 h 1121"/>
                    <a:gd name="T108" fmla="*/ 230 w 1122"/>
                    <a:gd name="T109" fmla="*/ 108 h 1121"/>
                    <a:gd name="T110" fmla="*/ 279 w 1122"/>
                    <a:gd name="T111" fmla="*/ 76 h 1121"/>
                    <a:gd name="T112" fmla="*/ 330 w 1122"/>
                    <a:gd name="T113" fmla="*/ 50 h 1121"/>
                    <a:gd name="T114" fmla="*/ 384 w 1122"/>
                    <a:gd name="T115" fmla="*/ 29 h 1121"/>
                    <a:gd name="T116" fmla="*/ 441 w 1122"/>
                    <a:gd name="T117" fmla="*/ 13 h 1121"/>
                    <a:gd name="T118" fmla="*/ 500 w 1122"/>
                    <a:gd name="T119" fmla="*/ 3 h 1121"/>
                    <a:gd name="T120" fmla="*/ 561 w 1122"/>
                    <a:gd name="T121" fmla="*/ 0 h 112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  <a:cxn ang="0">
                      <a:pos x="T110" y="T111"/>
                    </a:cxn>
                    <a:cxn ang="0">
                      <a:pos x="T112" y="T113"/>
                    </a:cxn>
                    <a:cxn ang="0">
                      <a:pos x="T114" y="T115"/>
                    </a:cxn>
                    <a:cxn ang="0">
                      <a:pos x="T116" y="T117"/>
                    </a:cxn>
                    <a:cxn ang="0">
                      <a:pos x="T118" y="T119"/>
                    </a:cxn>
                    <a:cxn ang="0">
                      <a:pos x="T120" y="T121"/>
                    </a:cxn>
                  </a:cxnLst>
                  <a:rect l="0" t="0" r="r" b="b"/>
                  <a:pathLst>
                    <a:path w="1122" h="1121">
                      <a:moveTo>
                        <a:pt x="561" y="0"/>
                      </a:moveTo>
                      <a:lnTo>
                        <a:pt x="622" y="3"/>
                      </a:lnTo>
                      <a:lnTo>
                        <a:pt x="681" y="13"/>
                      </a:lnTo>
                      <a:lnTo>
                        <a:pt x="738" y="29"/>
                      </a:lnTo>
                      <a:lnTo>
                        <a:pt x="792" y="50"/>
                      </a:lnTo>
                      <a:lnTo>
                        <a:pt x="843" y="76"/>
                      </a:lnTo>
                      <a:lnTo>
                        <a:pt x="892" y="108"/>
                      </a:lnTo>
                      <a:lnTo>
                        <a:pt x="937" y="145"/>
                      </a:lnTo>
                      <a:lnTo>
                        <a:pt x="976" y="185"/>
                      </a:lnTo>
                      <a:lnTo>
                        <a:pt x="1013" y="229"/>
                      </a:lnTo>
                      <a:lnTo>
                        <a:pt x="1045" y="278"/>
                      </a:lnTo>
                      <a:lnTo>
                        <a:pt x="1072" y="329"/>
                      </a:lnTo>
                      <a:lnTo>
                        <a:pt x="1093" y="383"/>
                      </a:lnTo>
                      <a:lnTo>
                        <a:pt x="1108" y="440"/>
                      </a:lnTo>
                      <a:lnTo>
                        <a:pt x="1118" y="499"/>
                      </a:lnTo>
                      <a:lnTo>
                        <a:pt x="1122" y="560"/>
                      </a:lnTo>
                      <a:lnTo>
                        <a:pt x="1118" y="621"/>
                      </a:lnTo>
                      <a:lnTo>
                        <a:pt x="1108" y="681"/>
                      </a:lnTo>
                      <a:lnTo>
                        <a:pt x="1093" y="737"/>
                      </a:lnTo>
                      <a:lnTo>
                        <a:pt x="1072" y="792"/>
                      </a:lnTo>
                      <a:lnTo>
                        <a:pt x="1045" y="843"/>
                      </a:lnTo>
                      <a:lnTo>
                        <a:pt x="1013" y="891"/>
                      </a:lnTo>
                      <a:lnTo>
                        <a:pt x="976" y="936"/>
                      </a:lnTo>
                      <a:lnTo>
                        <a:pt x="937" y="977"/>
                      </a:lnTo>
                      <a:lnTo>
                        <a:pt x="892" y="1012"/>
                      </a:lnTo>
                      <a:lnTo>
                        <a:pt x="843" y="1044"/>
                      </a:lnTo>
                      <a:lnTo>
                        <a:pt x="792" y="1071"/>
                      </a:lnTo>
                      <a:lnTo>
                        <a:pt x="738" y="1092"/>
                      </a:lnTo>
                      <a:lnTo>
                        <a:pt x="681" y="1108"/>
                      </a:lnTo>
                      <a:lnTo>
                        <a:pt x="622" y="1118"/>
                      </a:lnTo>
                      <a:lnTo>
                        <a:pt x="561" y="1121"/>
                      </a:lnTo>
                      <a:lnTo>
                        <a:pt x="500" y="1118"/>
                      </a:lnTo>
                      <a:lnTo>
                        <a:pt x="441" y="1108"/>
                      </a:lnTo>
                      <a:lnTo>
                        <a:pt x="384" y="1092"/>
                      </a:lnTo>
                      <a:lnTo>
                        <a:pt x="330" y="1071"/>
                      </a:lnTo>
                      <a:lnTo>
                        <a:pt x="279" y="1044"/>
                      </a:lnTo>
                      <a:lnTo>
                        <a:pt x="230" y="1012"/>
                      </a:lnTo>
                      <a:lnTo>
                        <a:pt x="186" y="977"/>
                      </a:lnTo>
                      <a:lnTo>
                        <a:pt x="145" y="936"/>
                      </a:lnTo>
                      <a:lnTo>
                        <a:pt x="109" y="891"/>
                      </a:lnTo>
                      <a:lnTo>
                        <a:pt x="77" y="843"/>
                      </a:lnTo>
                      <a:lnTo>
                        <a:pt x="50" y="792"/>
                      </a:lnTo>
                      <a:lnTo>
                        <a:pt x="29" y="737"/>
                      </a:lnTo>
                      <a:lnTo>
                        <a:pt x="14" y="681"/>
                      </a:lnTo>
                      <a:lnTo>
                        <a:pt x="4" y="621"/>
                      </a:lnTo>
                      <a:lnTo>
                        <a:pt x="0" y="560"/>
                      </a:lnTo>
                      <a:lnTo>
                        <a:pt x="4" y="499"/>
                      </a:lnTo>
                      <a:lnTo>
                        <a:pt x="14" y="440"/>
                      </a:lnTo>
                      <a:lnTo>
                        <a:pt x="29" y="383"/>
                      </a:lnTo>
                      <a:lnTo>
                        <a:pt x="50" y="329"/>
                      </a:lnTo>
                      <a:lnTo>
                        <a:pt x="77" y="278"/>
                      </a:lnTo>
                      <a:lnTo>
                        <a:pt x="109" y="229"/>
                      </a:lnTo>
                      <a:lnTo>
                        <a:pt x="145" y="185"/>
                      </a:lnTo>
                      <a:lnTo>
                        <a:pt x="186" y="145"/>
                      </a:lnTo>
                      <a:lnTo>
                        <a:pt x="230" y="108"/>
                      </a:lnTo>
                      <a:lnTo>
                        <a:pt x="279" y="76"/>
                      </a:lnTo>
                      <a:lnTo>
                        <a:pt x="330" y="50"/>
                      </a:lnTo>
                      <a:lnTo>
                        <a:pt x="384" y="29"/>
                      </a:lnTo>
                      <a:lnTo>
                        <a:pt x="441" y="13"/>
                      </a:lnTo>
                      <a:lnTo>
                        <a:pt x="500" y="3"/>
                      </a:lnTo>
                      <a:lnTo>
                        <a:pt x="561" y="0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</p:grpSp>
        </p:grpSp>
        <p:grpSp>
          <p:nvGrpSpPr>
            <p:cNvPr id="10" name="그룹 53"/>
            <p:cNvGrpSpPr/>
            <p:nvPr/>
          </p:nvGrpSpPr>
          <p:grpSpPr>
            <a:xfrm>
              <a:off x="6270410" y="4434101"/>
              <a:ext cx="1501173" cy="1717182"/>
              <a:chOff x="6118010" y="4281701"/>
              <a:chExt cx="1501173" cy="1717182"/>
            </a:xfrm>
          </p:grpSpPr>
          <p:sp>
            <p:nvSpPr>
              <p:cNvPr id="15" name="Freeform 28"/>
              <p:cNvSpPr>
                <a:spLocks noEditPoints="1"/>
              </p:cNvSpPr>
              <p:nvPr/>
            </p:nvSpPr>
            <p:spPr bwMode="auto">
              <a:xfrm>
                <a:off x="6118010" y="4281701"/>
                <a:ext cx="1501173" cy="1717182"/>
              </a:xfrm>
              <a:custGeom>
                <a:avLst/>
                <a:gdLst>
                  <a:gd name="T0" fmla="*/ 687 w 1653"/>
                  <a:gd name="T1" fmla="*/ 411 h 1892"/>
                  <a:gd name="T2" fmla="*/ 495 w 1653"/>
                  <a:gd name="T3" fmla="*/ 488 h 1892"/>
                  <a:gd name="T4" fmla="*/ 329 w 1653"/>
                  <a:gd name="T5" fmla="*/ 621 h 1892"/>
                  <a:gd name="T6" fmla="*/ 214 w 1653"/>
                  <a:gd name="T7" fmla="*/ 791 h 1892"/>
                  <a:gd name="T8" fmla="*/ 155 w 1653"/>
                  <a:gd name="T9" fmla="*/ 983 h 1892"/>
                  <a:gd name="T10" fmla="*/ 152 w 1653"/>
                  <a:gd name="T11" fmla="*/ 1184 h 1892"/>
                  <a:gd name="T12" fmla="*/ 209 w 1653"/>
                  <a:gd name="T13" fmla="*/ 1381 h 1892"/>
                  <a:gd name="T14" fmla="*/ 325 w 1653"/>
                  <a:gd name="T15" fmla="*/ 1559 h 1892"/>
                  <a:gd name="T16" fmla="*/ 484 w 1653"/>
                  <a:gd name="T17" fmla="*/ 1691 h 1892"/>
                  <a:gd name="T18" fmla="*/ 670 w 1653"/>
                  <a:gd name="T19" fmla="*/ 1769 h 1892"/>
                  <a:gd name="T20" fmla="*/ 870 w 1653"/>
                  <a:gd name="T21" fmla="*/ 1791 h 1892"/>
                  <a:gd name="T22" fmla="*/ 1070 w 1653"/>
                  <a:gd name="T23" fmla="*/ 1754 h 1892"/>
                  <a:gd name="T24" fmla="*/ 1256 w 1653"/>
                  <a:gd name="T25" fmla="*/ 1657 h 1892"/>
                  <a:gd name="T26" fmla="*/ 1406 w 1653"/>
                  <a:gd name="T27" fmla="*/ 1510 h 1892"/>
                  <a:gd name="T28" fmla="*/ 1502 w 1653"/>
                  <a:gd name="T29" fmla="*/ 1331 h 1892"/>
                  <a:gd name="T30" fmla="*/ 1543 w 1653"/>
                  <a:gd name="T31" fmla="*/ 1135 h 1892"/>
                  <a:gd name="T32" fmla="*/ 1526 w 1653"/>
                  <a:gd name="T33" fmla="*/ 934 h 1892"/>
                  <a:gd name="T34" fmla="*/ 1450 w 1653"/>
                  <a:gd name="T35" fmla="*/ 742 h 1892"/>
                  <a:gd name="T36" fmla="*/ 1317 w 1653"/>
                  <a:gd name="T37" fmla="*/ 576 h 1892"/>
                  <a:gd name="T38" fmla="*/ 1147 w 1653"/>
                  <a:gd name="T39" fmla="*/ 462 h 1892"/>
                  <a:gd name="T40" fmla="*/ 955 w 1653"/>
                  <a:gd name="T41" fmla="*/ 402 h 1892"/>
                  <a:gd name="T42" fmla="*/ 51 w 1653"/>
                  <a:gd name="T43" fmla="*/ 0 h 1892"/>
                  <a:gd name="T44" fmla="*/ 89 w 1653"/>
                  <a:gd name="T45" fmla="*/ 6 h 1892"/>
                  <a:gd name="T46" fmla="*/ 193 w 1653"/>
                  <a:gd name="T47" fmla="*/ 27 h 1892"/>
                  <a:gd name="T48" fmla="*/ 345 w 1653"/>
                  <a:gd name="T49" fmla="*/ 62 h 1892"/>
                  <a:gd name="T50" fmla="*/ 534 w 1653"/>
                  <a:gd name="T51" fmla="*/ 109 h 1892"/>
                  <a:gd name="T52" fmla="*/ 742 w 1653"/>
                  <a:gd name="T53" fmla="*/ 171 h 1892"/>
                  <a:gd name="T54" fmla="*/ 954 w 1653"/>
                  <a:gd name="T55" fmla="*/ 244 h 1892"/>
                  <a:gd name="T56" fmla="*/ 1155 w 1653"/>
                  <a:gd name="T57" fmla="*/ 329 h 1892"/>
                  <a:gd name="T58" fmla="*/ 1330 w 1653"/>
                  <a:gd name="T59" fmla="*/ 427 h 1892"/>
                  <a:gd name="T60" fmla="*/ 1462 w 1653"/>
                  <a:gd name="T61" fmla="*/ 537 h 1892"/>
                  <a:gd name="T62" fmla="*/ 1572 w 1653"/>
                  <a:gd name="T63" fmla="*/ 704 h 1892"/>
                  <a:gd name="T64" fmla="*/ 1639 w 1653"/>
                  <a:gd name="T65" fmla="*/ 910 h 1892"/>
                  <a:gd name="T66" fmla="*/ 1650 w 1653"/>
                  <a:gd name="T67" fmla="*/ 1122 h 1892"/>
                  <a:gd name="T68" fmla="*/ 1608 w 1653"/>
                  <a:gd name="T69" fmla="*/ 1330 h 1892"/>
                  <a:gd name="T70" fmla="*/ 1515 w 1653"/>
                  <a:gd name="T71" fmla="*/ 1521 h 1892"/>
                  <a:gd name="T72" fmla="*/ 1371 w 1653"/>
                  <a:gd name="T73" fmla="*/ 1686 h 1892"/>
                  <a:gd name="T74" fmla="*/ 1183 w 1653"/>
                  <a:gd name="T75" fmla="*/ 1810 h 1892"/>
                  <a:gd name="T76" fmla="*/ 977 w 1653"/>
                  <a:gd name="T77" fmla="*/ 1877 h 1892"/>
                  <a:gd name="T78" fmla="*/ 765 w 1653"/>
                  <a:gd name="T79" fmla="*/ 1889 h 1892"/>
                  <a:gd name="T80" fmla="*/ 557 w 1653"/>
                  <a:gd name="T81" fmla="*/ 1847 h 1892"/>
                  <a:gd name="T82" fmla="*/ 366 w 1653"/>
                  <a:gd name="T83" fmla="*/ 1753 h 1892"/>
                  <a:gd name="T84" fmla="*/ 201 w 1653"/>
                  <a:gd name="T85" fmla="*/ 1609 h 1892"/>
                  <a:gd name="T86" fmla="*/ 103 w 1653"/>
                  <a:gd name="T87" fmla="*/ 1459 h 1892"/>
                  <a:gd name="T88" fmla="*/ 47 w 1653"/>
                  <a:gd name="T89" fmla="*/ 1285 h 1892"/>
                  <a:gd name="T90" fmla="*/ 15 w 1653"/>
                  <a:gd name="T91" fmla="*/ 1080 h 1892"/>
                  <a:gd name="T92" fmla="*/ 1 w 1653"/>
                  <a:gd name="T93" fmla="*/ 859 h 1892"/>
                  <a:gd name="T94" fmla="*/ 1 w 1653"/>
                  <a:gd name="T95" fmla="*/ 636 h 1892"/>
                  <a:gd name="T96" fmla="*/ 11 w 1653"/>
                  <a:gd name="T97" fmla="*/ 425 h 1892"/>
                  <a:gd name="T98" fmla="*/ 24 w 1653"/>
                  <a:gd name="T99" fmla="*/ 242 h 1892"/>
                  <a:gd name="T100" fmla="*/ 39 w 1653"/>
                  <a:gd name="T101" fmla="*/ 101 h 1892"/>
                  <a:gd name="T102" fmla="*/ 49 w 1653"/>
                  <a:gd name="T103" fmla="*/ 17 h 189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</a:cxnLst>
                <a:rect l="0" t="0" r="r" b="b"/>
                <a:pathLst>
                  <a:path w="1653" h="1892">
                    <a:moveTo>
                      <a:pt x="820" y="394"/>
                    </a:moveTo>
                    <a:lnTo>
                      <a:pt x="754" y="399"/>
                    </a:lnTo>
                    <a:lnTo>
                      <a:pt x="687" y="411"/>
                    </a:lnTo>
                    <a:lnTo>
                      <a:pt x="621" y="430"/>
                    </a:lnTo>
                    <a:lnTo>
                      <a:pt x="557" y="456"/>
                    </a:lnTo>
                    <a:lnTo>
                      <a:pt x="495" y="488"/>
                    </a:lnTo>
                    <a:lnTo>
                      <a:pt x="434" y="527"/>
                    </a:lnTo>
                    <a:lnTo>
                      <a:pt x="379" y="572"/>
                    </a:lnTo>
                    <a:lnTo>
                      <a:pt x="329" y="621"/>
                    </a:lnTo>
                    <a:lnTo>
                      <a:pt x="285" y="674"/>
                    </a:lnTo>
                    <a:lnTo>
                      <a:pt x="247" y="731"/>
                    </a:lnTo>
                    <a:lnTo>
                      <a:pt x="214" y="791"/>
                    </a:lnTo>
                    <a:lnTo>
                      <a:pt x="189" y="853"/>
                    </a:lnTo>
                    <a:lnTo>
                      <a:pt x="169" y="917"/>
                    </a:lnTo>
                    <a:lnTo>
                      <a:pt x="155" y="983"/>
                    </a:lnTo>
                    <a:lnTo>
                      <a:pt x="147" y="1050"/>
                    </a:lnTo>
                    <a:lnTo>
                      <a:pt x="147" y="1116"/>
                    </a:lnTo>
                    <a:lnTo>
                      <a:pt x="152" y="1184"/>
                    </a:lnTo>
                    <a:lnTo>
                      <a:pt x="165" y="1251"/>
                    </a:lnTo>
                    <a:lnTo>
                      <a:pt x="183" y="1316"/>
                    </a:lnTo>
                    <a:lnTo>
                      <a:pt x="209" y="1381"/>
                    </a:lnTo>
                    <a:lnTo>
                      <a:pt x="241" y="1443"/>
                    </a:lnTo>
                    <a:lnTo>
                      <a:pt x="279" y="1504"/>
                    </a:lnTo>
                    <a:lnTo>
                      <a:pt x="325" y="1559"/>
                    </a:lnTo>
                    <a:lnTo>
                      <a:pt x="374" y="1609"/>
                    </a:lnTo>
                    <a:lnTo>
                      <a:pt x="428" y="1653"/>
                    </a:lnTo>
                    <a:lnTo>
                      <a:pt x="484" y="1691"/>
                    </a:lnTo>
                    <a:lnTo>
                      <a:pt x="544" y="1723"/>
                    </a:lnTo>
                    <a:lnTo>
                      <a:pt x="606" y="1749"/>
                    </a:lnTo>
                    <a:lnTo>
                      <a:pt x="670" y="1769"/>
                    </a:lnTo>
                    <a:lnTo>
                      <a:pt x="737" y="1783"/>
                    </a:lnTo>
                    <a:lnTo>
                      <a:pt x="803" y="1789"/>
                    </a:lnTo>
                    <a:lnTo>
                      <a:pt x="870" y="1791"/>
                    </a:lnTo>
                    <a:lnTo>
                      <a:pt x="938" y="1785"/>
                    </a:lnTo>
                    <a:lnTo>
                      <a:pt x="1004" y="1773"/>
                    </a:lnTo>
                    <a:lnTo>
                      <a:pt x="1070" y="1754"/>
                    </a:lnTo>
                    <a:lnTo>
                      <a:pt x="1133" y="1729"/>
                    </a:lnTo>
                    <a:lnTo>
                      <a:pt x="1197" y="1696"/>
                    </a:lnTo>
                    <a:lnTo>
                      <a:pt x="1256" y="1657"/>
                    </a:lnTo>
                    <a:lnTo>
                      <a:pt x="1311" y="1613"/>
                    </a:lnTo>
                    <a:lnTo>
                      <a:pt x="1361" y="1563"/>
                    </a:lnTo>
                    <a:lnTo>
                      <a:pt x="1406" y="1510"/>
                    </a:lnTo>
                    <a:lnTo>
                      <a:pt x="1444" y="1454"/>
                    </a:lnTo>
                    <a:lnTo>
                      <a:pt x="1476" y="1394"/>
                    </a:lnTo>
                    <a:lnTo>
                      <a:pt x="1502" y="1331"/>
                    </a:lnTo>
                    <a:lnTo>
                      <a:pt x="1522" y="1268"/>
                    </a:lnTo>
                    <a:lnTo>
                      <a:pt x="1535" y="1201"/>
                    </a:lnTo>
                    <a:lnTo>
                      <a:pt x="1543" y="1135"/>
                    </a:lnTo>
                    <a:lnTo>
                      <a:pt x="1543" y="1068"/>
                    </a:lnTo>
                    <a:lnTo>
                      <a:pt x="1538" y="1000"/>
                    </a:lnTo>
                    <a:lnTo>
                      <a:pt x="1526" y="934"/>
                    </a:lnTo>
                    <a:lnTo>
                      <a:pt x="1507" y="868"/>
                    </a:lnTo>
                    <a:lnTo>
                      <a:pt x="1483" y="804"/>
                    </a:lnTo>
                    <a:lnTo>
                      <a:pt x="1450" y="742"/>
                    </a:lnTo>
                    <a:lnTo>
                      <a:pt x="1411" y="682"/>
                    </a:lnTo>
                    <a:lnTo>
                      <a:pt x="1365" y="626"/>
                    </a:lnTo>
                    <a:lnTo>
                      <a:pt x="1317" y="576"/>
                    </a:lnTo>
                    <a:lnTo>
                      <a:pt x="1263" y="532"/>
                    </a:lnTo>
                    <a:lnTo>
                      <a:pt x="1206" y="493"/>
                    </a:lnTo>
                    <a:lnTo>
                      <a:pt x="1147" y="462"/>
                    </a:lnTo>
                    <a:lnTo>
                      <a:pt x="1085" y="435"/>
                    </a:lnTo>
                    <a:lnTo>
                      <a:pt x="1020" y="416"/>
                    </a:lnTo>
                    <a:lnTo>
                      <a:pt x="955" y="402"/>
                    </a:lnTo>
                    <a:lnTo>
                      <a:pt x="888" y="395"/>
                    </a:lnTo>
                    <a:lnTo>
                      <a:pt x="820" y="394"/>
                    </a:lnTo>
                    <a:close/>
                    <a:moveTo>
                      <a:pt x="51" y="0"/>
                    </a:moveTo>
                    <a:lnTo>
                      <a:pt x="55" y="0"/>
                    </a:lnTo>
                    <a:lnTo>
                      <a:pt x="69" y="2"/>
                    </a:lnTo>
                    <a:lnTo>
                      <a:pt x="89" y="6"/>
                    </a:lnTo>
                    <a:lnTo>
                      <a:pt x="117" y="12"/>
                    </a:lnTo>
                    <a:lnTo>
                      <a:pt x="151" y="19"/>
                    </a:lnTo>
                    <a:lnTo>
                      <a:pt x="193" y="27"/>
                    </a:lnTo>
                    <a:lnTo>
                      <a:pt x="239" y="37"/>
                    </a:lnTo>
                    <a:lnTo>
                      <a:pt x="290" y="48"/>
                    </a:lnTo>
                    <a:lnTo>
                      <a:pt x="345" y="62"/>
                    </a:lnTo>
                    <a:lnTo>
                      <a:pt x="406" y="77"/>
                    </a:lnTo>
                    <a:lnTo>
                      <a:pt x="468" y="93"/>
                    </a:lnTo>
                    <a:lnTo>
                      <a:pt x="534" y="109"/>
                    </a:lnTo>
                    <a:lnTo>
                      <a:pt x="602" y="128"/>
                    </a:lnTo>
                    <a:lnTo>
                      <a:pt x="672" y="148"/>
                    </a:lnTo>
                    <a:lnTo>
                      <a:pt x="742" y="171"/>
                    </a:lnTo>
                    <a:lnTo>
                      <a:pt x="813" y="194"/>
                    </a:lnTo>
                    <a:lnTo>
                      <a:pt x="884" y="218"/>
                    </a:lnTo>
                    <a:lnTo>
                      <a:pt x="954" y="244"/>
                    </a:lnTo>
                    <a:lnTo>
                      <a:pt x="1024" y="271"/>
                    </a:lnTo>
                    <a:lnTo>
                      <a:pt x="1090" y="299"/>
                    </a:lnTo>
                    <a:lnTo>
                      <a:pt x="1155" y="329"/>
                    </a:lnTo>
                    <a:lnTo>
                      <a:pt x="1217" y="361"/>
                    </a:lnTo>
                    <a:lnTo>
                      <a:pt x="1275" y="394"/>
                    </a:lnTo>
                    <a:lnTo>
                      <a:pt x="1330" y="427"/>
                    </a:lnTo>
                    <a:lnTo>
                      <a:pt x="1379" y="462"/>
                    </a:lnTo>
                    <a:lnTo>
                      <a:pt x="1423" y="499"/>
                    </a:lnTo>
                    <a:lnTo>
                      <a:pt x="1462" y="537"/>
                    </a:lnTo>
                    <a:lnTo>
                      <a:pt x="1495" y="576"/>
                    </a:lnTo>
                    <a:lnTo>
                      <a:pt x="1537" y="639"/>
                    </a:lnTo>
                    <a:lnTo>
                      <a:pt x="1572" y="704"/>
                    </a:lnTo>
                    <a:lnTo>
                      <a:pt x="1600" y="771"/>
                    </a:lnTo>
                    <a:lnTo>
                      <a:pt x="1623" y="840"/>
                    </a:lnTo>
                    <a:lnTo>
                      <a:pt x="1639" y="910"/>
                    </a:lnTo>
                    <a:lnTo>
                      <a:pt x="1649" y="980"/>
                    </a:lnTo>
                    <a:lnTo>
                      <a:pt x="1653" y="1052"/>
                    </a:lnTo>
                    <a:lnTo>
                      <a:pt x="1650" y="1122"/>
                    </a:lnTo>
                    <a:lnTo>
                      <a:pt x="1642" y="1192"/>
                    </a:lnTo>
                    <a:lnTo>
                      <a:pt x="1628" y="1262"/>
                    </a:lnTo>
                    <a:lnTo>
                      <a:pt x="1608" y="1330"/>
                    </a:lnTo>
                    <a:lnTo>
                      <a:pt x="1582" y="1396"/>
                    </a:lnTo>
                    <a:lnTo>
                      <a:pt x="1551" y="1460"/>
                    </a:lnTo>
                    <a:lnTo>
                      <a:pt x="1515" y="1521"/>
                    </a:lnTo>
                    <a:lnTo>
                      <a:pt x="1472" y="1579"/>
                    </a:lnTo>
                    <a:lnTo>
                      <a:pt x="1423" y="1634"/>
                    </a:lnTo>
                    <a:lnTo>
                      <a:pt x="1371" y="1686"/>
                    </a:lnTo>
                    <a:lnTo>
                      <a:pt x="1311" y="1733"/>
                    </a:lnTo>
                    <a:lnTo>
                      <a:pt x="1248" y="1775"/>
                    </a:lnTo>
                    <a:lnTo>
                      <a:pt x="1183" y="1810"/>
                    </a:lnTo>
                    <a:lnTo>
                      <a:pt x="1116" y="1838"/>
                    </a:lnTo>
                    <a:lnTo>
                      <a:pt x="1047" y="1861"/>
                    </a:lnTo>
                    <a:lnTo>
                      <a:pt x="977" y="1877"/>
                    </a:lnTo>
                    <a:lnTo>
                      <a:pt x="907" y="1888"/>
                    </a:lnTo>
                    <a:lnTo>
                      <a:pt x="835" y="1892"/>
                    </a:lnTo>
                    <a:lnTo>
                      <a:pt x="765" y="1889"/>
                    </a:lnTo>
                    <a:lnTo>
                      <a:pt x="695" y="1881"/>
                    </a:lnTo>
                    <a:lnTo>
                      <a:pt x="625" y="1868"/>
                    </a:lnTo>
                    <a:lnTo>
                      <a:pt x="557" y="1847"/>
                    </a:lnTo>
                    <a:lnTo>
                      <a:pt x="491" y="1822"/>
                    </a:lnTo>
                    <a:lnTo>
                      <a:pt x="426" y="1791"/>
                    </a:lnTo>
                    <a:lnTo>
                      <a:pt x="366" y="1753"/>
                    </a:lnTo>
                    <a:lnTo>
                      <a:pt x="306" y="1711"/>
                    </a:lnTo>
                    <a:lnTo>
                      <a:pt x="252" y="1663"/>
                    </a:lnTo>
                    <a:lnTo>
                      <a:pt x="201" y="1609"/>
                    </a:lnTo>
                    <a:lnTo>
                      <a:pt x="154" y="1549"/>
                    </a:lnTo>
                    <a:lnTo>
                      <a:pt x="125" y="1508"/>
                    </a:lnTo>
                    <a:lnTo>
                      <a:pt x="103" y="1459"/>
                    </a:lnTo>
                    <a:lnTo>
                      <a:pt x="81" y="1405"/>
                    </a:lnTo>
                    <a:lnTo>
                      <a:pt x="63" y="1347"/>
                    </a:lnTo>
                    <a:lnTo>
                      <a:pt x="47" y="1285"/>
                    </a:lnTo>
                    <a:lnTo>
                      <a:pt x="35" y="1220"/>
                    </a:lnTo>
                    <a:lnTo>
                      <a:pt x="24" y="1152"/>
                    </a:lnTo>
                    <a:lnTo>
                      <a:pt x="15" y="1080"/>
                    </a:lnTo>
                    <a:lnTo>
                      <a:pt x="9" y="1007"/>
                    </a:lnTo>
                    <a:lnTo>
                      <a:pt x="4" y="934"/>
                    </a:lnTo>
                    <a:lnTo>
                      <a:pt x="1" y="859"/>
                    </a:lnTo>
                    <a:lnTo>
                      <a:pt x="0" y="785"/>
                    </a:lnTo>
                    <a:lnTo>
                      <a:pt x="0" y="709"/>
                    </a:lnTo>
                    <a:lnTo>
                      <a:pt x="1" y="636"/>
                    </a:lnTo>
                    <a:lnTo>
                      <a:pt x="4" y="563"/>
                    </a:lnTo>
                    <a:lnTo>
                      <a:pt x="7" y="493"/>
                    </a:lnTo>
                    <a:lnTo>
                      <a:pt x="11" y="425"/>
                    </a:lnTo>
                    <a:lnTo>
                      <a:pt x="15" y="360"/>
                    </a:lnTo>
                    <a:lnTo>
                      <a:pt x="19" y="299"/>
                    </a:lnTo>
                    <a:lnTo>
                      <a:pt x="24" y="242"/>
                    </a:lnTo>
                    <a:lnTo>
                      <a:pt x="30" y="190"/>
                    </a:lnTo>
                    <a:lnTo>
                      <a:pt x="34" y="143"/>
                    </a:lnTo>
                    <a:lnTo>
                      <a:pt x="39" y="101"/>
                    </a:lnTo>
                    <a:lnTo>
                      <a:pt x="43" y="66"/>
                    </a:lnTo>
                    <a:lnTo>
                      <a:pt x="46" y="37"/>
                    </a:lnTo>
                    <a:lnTo>
                      <a:pt x="49" y="17"/>
                    </a:lnTo>
                    <a:lnTo>
                      <a:pt x="50" y="4"/>
                    </a:lnTo>
                    <a:lnTo>
                      <a:pt x="51" y="0"/>
                    </a:lnTo>
                    <a:close/>
                  </a:path>
                </a:pathLst>
              </a:custGeom>
              <a:solidFill>
                <a:schemeClr val="accent6"/>
              </a:solidFill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6" name="Freeform 74"/>
              <p:cNvSpPr>
                <a:spLocks noEditPoints="1"/>
              </p:cNvSpPr>
              <p:nvPr/>
            </p:nvSpPr>
            <p:spPr bwMode="auto">
              <a:xfrm>
                <a:off x="6650038" y="4946650"/>
                <a:ext cx="517525" cy="635000"/>
              </a:xfrm>
              <a:custGeom>
                <a:avLst/>
                <a:gdLst>
                  <a:gd name="T0" fmla="*/ 2003 w 2939"/>
                  <a:gd name="T1" fmla="*/ 2890 h 3600"/>
                  <a:gd name="T2" fmla="*/ 1859 w 2939"/>
                  <a:gd name="T3" fmla="*/ 2961 h 3600"/>
                  <a:gd name="T4" fmla="*/ 2195 w 2939"/>
                  <a:gd name="T5" fmla="*/ 3289 h 3600"/>
                  <a:gd name="T6" fmla="*/ 2729 w 2939"/>
                  <a:gd name="T7" fmla="*/ 2753 h 3600"/>
                  <a:gd name="T8" fmla="*/ 2634 w 2939"/>
                  <a:gd name="T9" fmla="*/ 2623 h 3600"/>
                  <a:gd name="T10" fmla="*/ 1495 w 2939"/>
                  <a:gd name="T11" fmla="*/ 2623 h 3600"/>
                  <a:gd name="T12" fmla="*/ 949 w 2939"/>
                  <a:gd name="T13" fmla="*/ 2664 h 3600"/>
                  <a:gd name="T14" fmla="*/ 963 w 2939"/>
                  <a:gd name="T15" fmla="*/ 2522 h 3600"/>
                  <a:gd name="T16" fmla="*/ 838 w 2939"/>
                  <a:gd name="T17" fmla="*/ 2470 h 3600"/>
                  <a:gd name="T18" fmla="*/ 456 w 2939"/>
                  <a:gd name="T19" fmla="*/ 2606 h 3600"/>
                  <a:gd name="T20" fmla="*/ 488 w 2939"/>
                  <a:gd name="T21" fmla="*/ 2522 h 3600"/>
                  <a:gd name="T22" fmla="*/ 2269 w 2939"/>
                  <a:gd name="T23" fmla="*/ 2263 h 3600"/>
                  <a:gd name="T24" fmla="*/ 2743 w 2939"/>
                  <a:gd name="T25" fmla="*/ 2459 h 3600"/>
                  <a:gd name="T26" fmla="*/ 2939 w 2939"/>
                  <a:gd name="T27" fmla="*/ 2931 h 3600"/>
                  <a:gd name="T28" fmla="*/ 2743 w 2939"/>
                  <a:gd name="T29" fmla="*/ 3404 h 3600"/>
                  <a:gd name="T30" fmla="*/ 2269 w 2939"/>
                  <a:gd name="T31" fmla="*/ 3600 h 3600"/>
                  <a:gd name="T32" fmla="*/ 1795 w 2939"/>
                  <a:gd name="T33" fmla="*/ 3404 h 3600"/>
                  <a:gd name="T34" fmla="*/ 1599 w 2939"/>
                  <a:gd name="T35" fmla="*/ 2931 h 3600"/>
                  <a:gd name="T36" fmla="*/ 1795 w 2939"/>
                  <a:gd name="T37" fmla="*/ 2459 h 3600"/>
                  <a:gd name="T38" fmla="*/ 2269 w 2939"/>
                  <a:gd name="T39" fmla="*/ 2263 h 3600"/>
                  <a:gd name="T40" fmla="*/ 1599 w 2939"/>
                  <a:gd name="T41" fmla="*/ 2160 h 3600"/>
                  <a:gd name="T42" fmla="*/ 949 w 2939"/>
                  <a:gd name="T43" fmla="*/ 2201 h 3600"/>
                  <a:gd name="T44" fmla="*/ 963 w 2939"/>
                  <a:gd name="T45" fmla="*/ 2060 h 3600"/>
                  <a:gd name="T46" fmla="*/ 838 w 2939"/>
                  <a:gd name="T47" fmla="*/ 2029 h 3600"/>
                  <a:gd name="T48" fmla="*/ 456 w 2939"/>
                  <a:gd name="T49" fmla="*/ 2165 h 3600"/>
                  <a:gd name="T50" fmla="*/ 488 w 2939"/>
                  <a:gd name="T51" fmla="*/ 2081 h 3600"/>
                  <a:gd name="T52" fmla="*/ 980 w 2939"/>
                  <a:gd name="T53" fmla="*/ 1646 h 3600"/>
                  <a:gd name="T54" fmla="*/ 1854 w 2939"/>
                  <a:gd name="T55" fmla="*/ 1765 h 3600"/>
                  <a:gd name="T56" fmla="*/ 938 w 2939"/>
                  <a:gd name="T57" fmla="*/ 1779 h 3600"/>
                  <a:gd name="T58" fmla="*/ 980 w 2939"/>
                  <a:gd name="T59" fmla="*/ 1646 h 3600"/>
                  <a:gd name="T60" fmla="*/ 830 w 2939"/>
                  <a:gd name="T61" fmla="*/ 1605 h 3600"/>
                  <a:gd name="T62" fmla="*/ 446 w 2939"/>
                  <a:gd name="T63" fmla="*/ 1717 h 3600"/>
                  <a:gd name="T64" fmla="*/ 502 w 2939"/>
                  <a:gd name="T65" fmla="*/ 1647 h 3600"/>
                  <a:gd name="T66" fmla="*/ 1804 w 2939"/>
                  <a:gd name="T67" fmla="*/ 1183 h 3600"/>
                  <a:gd name="T68" fmla="*/ 1846 w 2939"/>
                  <a:gd name="T69" fmla="*/ 1316 h 3600"/>
                  <a:gd name="T70" fmla="*/ 931 w 2939"/>
                  <a:gd name="T71" fmla="*/ 1301 h 3600"/>
                  <a:gd name="T72" fmla="*/ 798 w 2939"/>
                  <a:gd name="T73" fmla="*/ 1068 h 3600"/>
                  <a:gd name="T74" fmla="*/ 640 w 2939"/>
                  <a:gd name="T75" fmla="*/ 1360 h 3600"/>
                  <a:gd name="T76" fmla="*/ 440 w 2939"/>
                  <a:gd name="T77" fmla="*/ 1246 h 3600"/>
                  <a:gd name="T78" fmla="*/ 515 w 2939"/>
                  <a:gd name="T79" fmla="*/ 1197 h 3600"/>
                  <a:gd name="T80" fmla="*/ 569 w 2939"/>
                  <a:gd name="T81" fmla="*/ 386 h 3600"/>
                  <a:gd name="T82" fmla="*/ 706 w 2939"/>
                  <a:gd name="T83" fmla="*/ 640 h 3600"/>
                  <a:gd name="T84" fmla="*/ 1648 w 2939"/>
                  <a:gd name="T85" fmla="*/ 619 h 3600"/>
                  <a:gd name="T86" fmla="*/ 1748 w 2939"/>
                  <a:gd name="T87" fmla="*/ 360 h 3600"/>
                  <a:gd name="T88" fmla="*/ 2285 w 2939"/>
                  <a:gd name="T89" fmla="*/ 454 h 3600"/>
                  <a:gd name="T90" fmla="*/ 2198 w 2939"/>
                  <a:gd name="T91" fmla="*/ 2112 h 3600"/>
                  <a:gd name="T92" fmla="*/ 1465 w 2939"/>
                  <a:gd name="T93" fmla="*/ 3116 h 3600"/>
                  <a:gd name="T94" fmla="*/ 49 w 2939"/>
                  <a:gd name="T95" fmla="*/ 3167 h 3600"/>
                  <a:gd name="T96" fmla="*/ 22 w 2939"/>
                  <a:gd name="T97" fmla="*/ 471 h 3600"/>
                  <a:gd name="T98" fmla="*/ 1160 w 2939"/>
                  <a:gd name="T99" fmla="*/ 103 h 3600"/>
                  <a:gd name="T100" fmla="*/ 1094 w 2939"/>
                  <a:gd name="T101" fmla="*/ 219 h 3600"/>
                  <a:gd name="T102" fmla="*/ 1227 w 2939"/>
                  <a:gd name="T103" fmla="*/ 219 h 3600"/>
                  <a:gd name="T104" fmla="*/ 1160 w 2939"/>
                  <a:gd name="T105" fmla="*/ 103 h 3600"/>
                  <a:gd name="T106" fmla="*/ 1317 w 2939"/>
                  <a:gd name="T107" fmla="*/ 88 h 3600"/>
                  <a:gd name="T108" fmla="*/ 1379 w 2939"/>
                  <a:gd name="T109" fmla="*/ 247 h 3600"/>
                  <a:gd name="T110" fmla="*/ 1624 w 2939"/>
                  <a:gd name="T111" fmla="*/ 324 h 3600"/>
                  <a:gd name="T112" fmla="*/ 1605 w 2939"/>
                  <a:gd name="T113" fmla="*/ 521 h 3600"/>
                  <a:gd name="T114" fmla="*/ 738 w 2939"/>
                  <a:gd name="T115" fmla="*/ 540 h 3600"/>
                  <a:gd name="T116" fmla="*/ 682 w 2939"/>
                  <a:gd name="T117" fmla="*/ 350 h 3600"/>
                  <a:gd name="T118" fmla="*/ 923 w 2939"/>
                  <a:gd name="T119" fmla="*/ 254 h 3600"/>
                  <a:gd name="T120" fmla="*/ 991 w 2939"/>
                  <a:gd name="T121" fmla="*/ 116 h 36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</a:cxnLst>
                <a:rect l="0" t="0" r="r" b="b"/>
                <a:pathLst>
                  <a:path w="2939" h="3600">
                    <a:moveTo>
                      <a:pt x="2634" y="2623"/>
                    </a:moveTo>
                    <a:lnTo>
                      <a:pt x="2613" y="2625"/>
                    </a:lnTo>
                    <a:lnTo>
                      <a:pt x="2591" y="2630"/>
                    </a:lnTo>
                    <a:lnTo>
                      <a:pt x="2570" y="2641"/>
                    </a:lnTo>
                    <a:lnTo>
                      <a:pt x="2552" y="2657"/>
                    </a:lnTo>
                    <a:lnTo>
                      <a:pt x="2205" y="3047"/>
                    </a:lnTo>
                    <a:lnTo>
                      <a:pt x="2024" y="2903"/>
                    </a:lnTo>
                    <a:lnTo>
                      <a:pt x="2003" y="2890"/>
                    </a:lnTo>
                    <a:lnTo>
                      <a:pt x="1982" y="2882"/>
                    </a:lnTo>
                    <a:lnTo>
                      <a:pt x="1960" y="2880"/>
                    </a:lnTo>
                    <a:lnTo>
                      <a:pt x="1937" y="2882"/>
                    </a:lnTo>
                    <a:lnTo>
                      <a:pt x="1915" y="2890"/>
                    </a:lnTo>
                    <a:lnTo>
                      <a:pt x="1895" y="2902"/>
                    </a:lnTo>
                    <a:lnTo>
                      <a:pt x="1879" y="2918"/>
                    </a:lnTo>
                    <a:lnTo>
                      <a:pt x="1866" y="2939"/>
                    </a:lnTo>
                    <a:lnTo>
                      <a:pt x="1859" y="2961"/>
                    </a:lnTo>
                    <a:lnTo>
                      <a:pt x="1856" y="2983"/>
                    </a:lnTo>
                    <a:lnTo>
                      <a:pt x="1859" y="3005"/>
                    </a:lnTo>
                    <a:lnTo>
                      <a:pt x="1866" y="3027"/>
                    </a:lnTo>
                    <a:lnTo>
                      <a:pt x="1878" y="3046"/>
                    </a:lnTo>
                    <a:lnTo>
                      <a:pt x="1895" y="3063"/>
                    </a:lnTo>
                    <a:lnTo>
                      <a:pt x="2152" y="3268"/>
                    </a:lnTo>
                    <a:lnTo>
                      <a:pt x="2173" y="3281"/>
                    </a:lnTo>
                    <a:lnTo>
                      <a:pt x="2195" y="3289"/>
                    </a:lnTo>
                    <a:lnTo>
                      <a:pt x="2217" y="3291"/>
                    </a:lnTo>
                    <a:lnTo>
                      <a:pt x="2239" y="3289"/>
                    </a:lnTo>
                    <a:lnTo>
                      <a:pt x="2258" y="3283"/>
                    </a:lnTo>
                    <a:lnTo>
                      <a:pt x="2278" y="3272"/>
                    </a:lnTo>
                    <a:lnTo>
                      <a:pt x="2294" y="3257"/>
                    </a:lnTo>
                    <a:lnTo>
                      <a:pt x="2707" y="2794"/>
                    </a:lnTo>
                    <a:lnTo>
                      <a:pt x="2720" y="2774"/>
                    </a:lnTo>
                    <a:lnTo>
                      <a:pt x="2729" y="2753"/>
                    </a:lnTo>
                    <a:lnTo>
                      <a:pt x="2733" y="2731"/>
                    </a:lnTo>
                    <a:lnTo>
                      <a:pt x="2731" y="2709"/>
                    </a:lnTo>
                    <a:lnTo>
                      <a:pt x="2725" y="2687"/>
                    </a:lnTo>
                    <a:lnTo>
                      <a:pt x="2714" y="2666"/>
                    </a:lnTo>
                    <a:lnTo>
                      <a:pt x="2698" y="2649"/>
                    </a:lnTo>
                    <a:lnTo>
                      <a:pt x="2678" y="2636"/>
                    </a:lnTo>
                    <a:lnTo>
                      <a:pt x="2657" y="2627"/>
                    </a:lnTo>
                    <a:lnTo>
                      <a:pt x="2634" y="2623"/>
                    </a:lnTo>
                    <a:close/>
                    <a:moveTo>
                      <a:pt x="980" y="2520"/>
                    </a:moveTo>
                    <a:lnTo>
                      <a:pt x="1444" y="2520"/>
                    </a:lnTo>
                    <a:lnTo>
                      <a:pt x="1460" y="2522"/>
                    </a:lnTo>
                    <a:lnTo>
                      <a:pt x="1474" y="2530"/>
                    </a:lnTo>
                    <a:lnTo>
                      <a:pt x="1485" y="2541"/>
                    </a:lnTo>
                    <a:lnTo>
                      <a:pt x="1493" y="2555"/>
                    </a:lnTo>
                    <a:lnTo>
                      <a:pt x="1495" y="2571"/>
                    </a:lnTo>
                    <a:lnTo>
                      <a:pt x="1495" y="2623"/>
                    </a:lnTo>
                    <a:lnTo>
                      <a:pt x="1493" y="2639"/>
                    </a:lnTo>
                    <a:lnTo>
                      <a:pt x="1485" y="2653"/>
                    </a:lnTo>
                    <a:lnTo>
                      <a:pt x="1474" y="2664"/>
                    </a:lnTo>
                    <a:lnTo>
                      <a:pt x="1460" y="2672"/>
                    </a:lnTo>
                    <a:lnTo>
                      <a:pt x="1444" y="2674"/>
                    </a:lnTo>
                    <a:lnTo>
                      <a:pt x="980" y="2674"/>
                    </a:lnTo>
                    <a:lnTo>
                      <a:pt x="963" y="2672"/>
                    </a:lnTo>
                    <a:lnTo>
                      <a:pt x="949" y="2664"/>
                    </a:lnTo>
                    <a:lnTo>
                      <a:pt x="938" y="2653"/>
                    </a:lnTo>
                    <a:lnTo>
                      <a:pt x="931" y="2639"/>
                    </a:lnTo>
                    <a:lnTo>
                      <a:pt x="928" y="2623"/>
                    </a:lnTo>
                    <a:lnTo>
                      <a:pt x="928" y="2571"/>
                    </a:lnTo>
                    <a:lnTo>
                      <a:pt x="931" y="2555"/>
                    </a:lnTo>
                    <a:lnTo>
                      <a:pt x="938" y="2541"/>
                    </a:lnTo>
                    <a:lnTo>
                      <a:pt x="949" y="2530"/>
                    </a:lnTo>
                    <a:lnTo>
                      <a:pt x="963" y="2522"/>
                    </a:lnTo>
                    <a:lnTo>
                      <a:pt x="980" y="2520"/>
                    </a:lnTo>
                    <a:close/>
                    <a:moveTo>
                      <a:pt x="798" y="2404"/>
                    </a:moveTo>
                    <a:lnTo>
                      <a:pt x="812" y="2408"/>
                    </a:lnTo>
                    <a:lnTo>
                      <a:pt x="826" y="2416"/>
                    </a:lnTo>
                    <a:lnTo>
                      <a:pt x="835" y="2427"/>
                    </a:lnTo>
                    <a:lnTo>
                      <a:pt x="841" y="2441"/>
                    </a:lnTo>
                    <a:lnTo>
                      <a:pt x="841" y="2456"/>
                    </a:lnTo>
                    <a:lnTo>
                      <a:pt x="838" y="2470"/>
                    </a:lnTo>
                    <a:lnTo>
                      <a:pt x="830" y="2483"/>
                    </a:lnTo>
                    <a:lnTo>
                      <a:pt x="640" y="2696"/>
                    </a:lnTo>
                    <a:lnTo>
                      <a:pt x="629" y="2704"/>
                    </a:lnTo>
                    <a:lnTo>
                      <a:pt x="617" y="2710"/>
                    </a:lnTo>
                    <a:lnTo>
                      <a:pt x="604" y="2712"/>
                    </a:lnTo>
                    <a:lnTo>
                      <a:pt x="588" y="2709"/>
                    </a:lnTo>
                    <a:lnTo>
                      <a:pt x="574" y="2701"/>
                    </a:lnTo>
                    <a:lnTo>
                      <a:pt x="456" y="2606"/>
                    </a:lnTo>
                    <a:lnTo>
                      <a:pt x="446" y="2595"/>
                    </a:lnTo>
                    <a:lnTo>
                      <a:pt x="440" y="2582"/>
                    </a:lnTo>
                    <a:lnTo>
                      <a:pt x="438" y="2568"/>
                    </a:lnTo>
                    <a:lnTo>
                      <a:pt x="441" y="2554"/>
                    </a:lnTo>
                    <a:lnTo>
                      <a:pt x="448" y="2540"/>
                    </a:lnTo>
                    <a:lnTo>
                      <a:pt x="459" y="2530"/>
                    </a:lnTo>
                    <a:lnTo>
                      <a:pt x="473" y="2524"/>
                    </a:lnTo>
                    <a:lnTo>
                      <a:pt x="488" y="2522"/>
                    </a:lnTo>
                    <a:lnTo>
                      <a:pt x="502" y="2525"/>
                    </a:lnTo>
                    <a:lnTo>
                      <a:pt x="515" y="2533"/>
                    </a:lnTo>
                    <a:lnTo>
                      <a:pt x="598" y="2600"/>
                    </a:lnTo>
                    <a:lnTo>
                      <a:pt x="759" y="2420"/>
                    </a:lnTo>
                    <a:lnTo>
                      <a:pt x="770" y="2410"/>
                    </a:lnTo>
                    <a:lnTo>
                      <a:pt x="784" y="2405"/>
                    </a:lnTo>
                    <a:lnTo>
                      <a:pt x="798" y="2404"/>
                    </a:lnTo>
                    <a:close/>
                    <a:moveTo>
                      <a:pt x="2269" y="2263"/>
                    </a:moveTo>
                    <a:lnTo>
                      <a:pt x="2337" y="2266"/>
                    </a:lnTo>
                    <a:lnTo>
                      <a:pt x="2404" y="2277"/>
                    </a:lnTo>
                    <a:lnTo>
                      <a:pt x="2468" y="2293"/>
                    </a:lnTo>
                    <a:lnTo>
                      <a:pt x="2530" y="2315"/>
                    </a:lnTo>
                    <a:lnTo>
                      <a:pt x="2589" y="2343"/>
                    </a:lnTo>
                    <a:lnTo>
                      <a:pt x="2643" y="2377"/>
                    </a:lnTo>
                    <a:lnTo>
                      <a:pt x="2695" y="2415"/>
                    </a:lnTo>
                    <a:lnTo>
                      <a:pt x="2743" y="2459"/>
                    </a:lnTo>
                    <a:lnTo>
                      <a:pt x="2785" y="2506"/>
                    </a:lnTo>
                    <a:lnTo>
                      <a:pt x="2825" y="2557"/>
                    </a:lnTo>
                    <a:lnTo>
                      <a:pt x="2858" y="2613"/>
                    </a:lnTo>
                    <a:lnTo>
                      <a:pt x="2886" y="2672"/>
                    </a:lnTo>
                    <a:lnTo>
                      <a:pt x="2909" y="2733"/>
                    </a:lnTo>
                    <a:lnTo>
                      <a:pt x="2925" y="2797"/>
                    </a:lnTo>
                    <a:lnTo>
                      <a:pt x="2935" y="2863"/>
                    </a:lnTo>
                    <a:lnTo>
                      <a:pt x="2939" y="2931"/>
                    </a:lnTo>
                    <a:lnTo>
                      <a:pt x="2935" y="3000"/>
                    </a:lnTo>
                    <a:lnTo>
                      <a:pt x="2925" y="3067"/>
                    </a:lnTo>
                    <a:lnTo>
                      <a:pt x="2909" y="3130"/>
                    </a:lnTo>
                    <a:lnTo>
                      <a:pt x="2886" y="3192"/>
                    </a:lnTo>
                    <a:lnTo>
                      <a:pt x="2858" y="3250"/>
                    </a:lnTo>
                    <a:lnTo>
                      <a:pt x="2825" y="3305"/>
                    </a:lnTo>
                    <a:lnTo>
                      <a:pt x="2785" y="3357"/>
                    </a:lnTo>
                    <a:lnTo>
                      <a:pt x="2743" y="3404"/>
                    </a:lnTo>
                    <a:lnTo>
                      <a:pt x="2695" y="3447"/>
                    </a:lnTo>
                    <a:lnTo>
                      <a:pt x="2643" y="3485"/>
                    </a:lnTo>
                    <a:lnTo>
                      <a:pt x="2589" y="3519"/>
                    </a:lnTo>
                    <a:lnTo>
                      <a:pt x="2530" y="3548"/>
                    </a:lnTo>
                    <a:lnTo>
                      <a:pt x="2468" y="3569"/>
                    </a:lnTo>
                    <a:lnTo>
                      <a:pt x="2404" y="3587"/>
                    </a:lnTo>
                    <a:lnTo>
                      <a:pt x="2337" y="3597"/>
                    </a:lnTo>
                    <a:lnTo>
                      <a:pt x="2269" y="3600"/>
                    </a:lnTo>
                    <a:lnTo>
                      <a:pt x="2200" y="3597"/>
                    </a:lnTo>
                    <a:lnTo>
                      <a:pt x="2134" y="3587"/>
                    </a:lnTo>
                    <a:lnTo>
                      <a:pt x="2069" y="3569"/>
                    </a:lnTo>
                    <a:lnTo>
                      <a:pt x="2008" y="3548"/>
                    </a:lnTo>
                    <a:lnTo>
                      <a:pt x="1949" y="3519"/>
                    </a:lnTo>
                    <a:lnTo>
                      <a:pt x="1894" y="3485"/>
                    </a:lnTo>
                    <a:lnTo>
                      <a:pt x="1843" y="3447"/>
                    </a:lnTo>
                    <a:lnTo>
                      <a:pt x="1795" y="3404"/>
                    </a:lnTo>
                    <a:lnTo>
                      <a:pt x="1752" y="3357"/>
                    </a:lnTo>
                    <a:lnTo>
                      <a:pt x="1713" y="3305"/>
                    </a:lnTo>
                    <a:lnTo>
                      <a:pt x="1680" y="3250"/>
                    </a:lnTo>
                    <a:lnTo>
                      <a:pt x="1651" y="3192"/>
                    </a:lnTo>
                    <a:lnTo>
                      <a:pt x="1628" y="3130"/>
                    </a:lnTo>
                    <a:lnTo>
                      <a:pt x="1612" y="3067"/>
                    </a:lnTo>
                    <a:lnTo>
                      <a:pt x="1602" y="3000"/>
                    </a:lnTo>
                    <a:lnTo>
                      <a:pt x="1599" y="2931"/>
                    </a:lnTo>
                    <a:lnTo>
                      <a:pt x="1602" y="2863"/>
                    </a:lnTo>
                    <a:lnTo>
                      <a:pt x="1612" y="2797"/>
                    </a:lnTo>
                    <a:lnTo>
                      <a:pt x="1628" y="2733"/>
                    </a:lnTo>
                    <a:lnTo>
                      <a:pt x="1651" y="2672"/>
                    </a:lnTo>
                    <a:lnTo>
                      <a:pt x="1680" y="2613"/>
                    </a:lnTo>
                    <a:lnTo>
                      <a:pt x="1713" y="2557"/>
                    </a:lnTo>
                    <a:lnTo>
                      <a:pt x="1752" y="2506"/>
                    </a:lnTo>
                    <a:lnTo>
                      <a:pt x="1795" y="2459"/>
                    </a:lnTo>
                    <a:lnTo>
                      <a:pt x="1843" y="2415"/>
                    </a:lnTo>
                    <a:lnTo>
                      <a:pt x="1894" y="2377"/>
                    </a:lnTo>
                    <a:lnTo>
                      <a:pt x="1949" y="2343"/>
                    </a:lnTo>
                    <a:lnTo>
                      <a:pt x="2008" y="2315"/>
                    </a:lnTo>
                    <a:lnTo>
                      <a:pt x="2069" y="2293"/>
                    </a:lnTo>
                    <a:lnTo>
                      <a:pt x="2134" y="2277"/>
                    </a:lnTo>
                    <a:lnTo>
                      <a:pt x="2200" y="2266"/>
                    </a:lnTo>
                    <a:lnTo>
                      <a:pt x="2269" y="2263"/>
                    </a:lnTo>
                    <a:close/>
                    <a:moveTo>
                      <a:pt x="980" y="2057"/>
                    </a:moveTo>
                    <a:lnTo>
                      <a:pt x="1547" y="2057"/>
                    </a:lnTo>
                    <a:lnTo>
                      <a:pt x="1563" y="2060"/>
                    </a:lnTo>
                    <a:lnTo>
                      <a:pt x="1577" y="2067"/>
                    </a:lnTo>
                    <a:lnTo>
                      <a:pt x="1589" y="2078"/>
                    </a:lnTo>
                    <a:lnTo>
                      <a:pt x="1596" y="2092"/>
                    </a:lnTo>
                    <a:lnTo>
                      <a:pt x="1599" y="2109"/>
                    </a:lnTo>
                    <a:lnTo>
                      <a:pt x="1599" y="2160"/>
                    </a:lnTo>
                    <a:lnTo>
                      <a:pt x="1596" y="2176"/>
                    </a:lnTo>
                    <a:lnTo>
                      <a:pt x="1589" y="2191"/>
                    </a:lnTo>
                    <a:lnTo>
                      <a:pt x="1577" y="2201"/>
                    </a:lnTo>
                    <a:lnTo>
                      <a:pt x="1563" y="2209"/>
                    </a:lnTo>
                    <a:lnTo>
                      <a:pt x="1547" y="2211"/>
                    </a:lnTo>
                    <a:lnTo>
                      <a:pt x="980" y="2211"/>
                    </a:lnTo>
                    <a:lnTo>
                      <a:pt x="963" y="2209"/>
                    </a:lnTo>
                    <a:lnTo>
                      <a:pt x="949" y="2201"/>
                    </a:lnTo>
                    <a:lnTo>
                      <a:pt x="938" y="2191"/>
                    </a:lnTo>
                    <a:lnTo>
                      <a:pt x="931" y="2176"/>
                    </a:lnTo>
                    <a:lnTo>
                      <a:pt x="928" y="2160"/>
                    </a:lnTo>
                    <a:lnTo>
                      <a:pt x="928" y="2109"/>
                    </a:lnTo>
                    <a:lnTo>
                      <a:pt x="931" y="2092"/>
                    </a:lnTo>
                    <a:lnTo>
                      <a:pt x="938" y="2078"/>
                    </a:lnTo>
                    <a:lnTo>
                      <a:pt x="949" y="2067"/>
                    </a:lnTo>
                    <a:lnTo>
                      <a:pt x="963" y="2060"/>
                    </a:lnTo>
                    <a:lnTo>
                      <a:pt x="980" y="2057"/>
                    </a:lnTo>
                    <a:close/>
                    <a:moveTo>
                      <a:pt x="798" y="1964"/>
                    </a:moveTo>
                    <a:lnTo>
                      <a:pt x="812" y="1967"/>
                    </a:lnTo>
                    <a:lnTo>
                      <a:pt x="826" y="1976"/>
                    </a:lnTo>
                    <a:lnTo>
                      <a:pt x="835" y="1987"/>
                    </a:lnTo>
                    <a:lnTo>
                      <a:pt x="841" y="2001"/>
                    </a:lnTo>
                    <a:lnTo>
                      <a:pt x="841" y="2015"/>
                    </a:lnTo>
                    <a:lnTo>
                      <a:pt x="838" y="2029"/>
                    </a:lnTo>
                    <a:lnTo>
                      <a:pt x="830" y="2042"/>
                    </a:lnTo>
                    <a:lnTo>
                      <a:pt x="640" y="2255"/>
                    </a:lnTo>
                    <a:lnTo>
                      <a:pt x="629" y="2264"/>
                    </a:lnTo>
                    <a:lnTo>
                      <a:pt x="617" y="2269"/>
                    </a:lnTo>
                    <a:lnTo>
                      <a:pt x="604" y="2271"/>
                    </a:lnTo>
                    <a:lnTo>
                      <a:pt x="588" y="2268"/>
                    </a:lnTo>
                    <a:lnTo>
                      <a:pt x="574" y="2260"/>
                    </a:lnTo>
                    <a:lnTo>
                      <a:pt x="456" y="2165"/>
                    </a:lnTo>
                    <a:lnTo>
                      <a:pt x="446" y="2155"/>
                    </a:lnTo>
                    <a:lnTo>
                      <a:pt x="440" y="2141"/>
                    </a:lnTo>
                    <a:lnTo>
                      <a:pt x="438" y="2127"/>
                    </a:lnTo>
                    <a:lnTo>
                      <a:pt x="441" y="2113"/>
                    </a:lnTo>
                    <a:lnTo>
                      <a:pt x="448" y="2099"/>
                    </a:lnTo>
                    <a:lnTo>
                      <a:pt x="459" y="2089"/>
                    </a:lnTo>
                    <a:lnTo>
                      <a:pt x="473" y="2084"/>
                    </a:lnTo>
                    <a:lnTo>
                      <a:pt x="488" y="2081"/>
                    </a:lnTo>
                    <a:lnTo>
                      <a:pt x="502" y="2085"/>
                    </a:lnTo>
                    <a:lnTo>
                      <a:pt x="515" y="2092"/>
                    </a:lnTo>
                    <a:lnTo>
                      <a:pt x="598" y="2159"/>
                    </a:lnTo>
                    <a:lnTo>
                      <a:pt x="759" y="1979"/>
                    </a:lnTo>
                    <a:lnTo>
                      <a:pt x="770" y="1969"/>
                    </a:lnTo>
                    <a:lnTo>
                      <a:pt x="784" y="1965"/>
                    </a:lnTo>
                    <a:lnTo>
                      <a:pt x="798" y="1964"/>
                    </a:lnTo>
                    <a:close/>
                    <a:moveTo>
                      <a:pt x="980" y="1646"/>
                    </a:moveTo>
                    <a:lnTo>
                      <a:pt x="1804" y="1646"/>
                    </a:lnTo>
                    <a:lnTo>
                      <a:pt x="1821" y="1648"/>
                    </a:lnTo>
                    <a:lnTo>
                      <a:pt x="1835" y="1656"/>
                    </a:lnTo>
                    <a:lnTo>
                      <a:pt x="1846" y="1667"/>
                    </a:lnTo>
                    <a:lnTo>
                      <a:pt x="1854" y="1681"/>
                    </a:lnTo>
                    <a:lnTo>
                      <a:pt x="1856" y="1697"/>
                    </a:lnTo>
                    <a:lnTo>
                      <a:pt x="1856" y="1749"/>
                    </a:lnTo>
                    <a:lnTo>
                      <a:pt x="1854" y="1765"/>
                    </a:lnTo>
                    <a:lnTo>
                      <a:pt x="1846" y="1779"/>
                    </a:lnTo>
                    <a:lnTo>
                      <a:pt x="1835" y="1790"/>
                    </a:lnTo>
                    <a:lnTo>
                      <a:pt x="1821" y="1798"/>
                    </a:lnTo>
                    <a:lnTo>
                      <a:pt x="1804" y="1800"/>
                    </a:lnTo>
                    <a:lnTo>
                      <a:pt x="980" y="1800"/>
                    </a:lnTo>
                    <a:lnTo>
                      <a:pt x="963" y="1798"/>
                    </a:lnTo>
                    <a:lnTo>
                      <a:pt x="949" y="1790"/>
                    </a:lnTo>
                    <a:lnTo>
                      <a:pt x="938" y="1779"/>
                    </a:lnTo>
                    <a:lnTo>
                      <a:pt x="931" y="1765"/>
                    </a:lnTo>
                    <a:lnTo>
                      <a:pt x="928" y="1749"/>
                    </a:lnTo>
                    <a:lnTo>
                      <a:pt x="928" y="1697"/>
                    </a:lnTo>
                    <a:lnTo>
                      <a:pt x="931" y="1681"/>
                    </a:lnTo>
                    <a:lnTo>
                      <a:pt x="938" y="1667"/>
                    </a:lnTo>
                    <a:lnTo>
                      <a:pt x="949" y="1656"/>
                    </a:lnTo>
                    <a:lnTo>
                      <a:pt x="963" y="1648"/>
                    </a:lnTo>
                    <a:lnTo>
                      <a:pt x="980" y="1646"/>
                    </a:lnTo>
                    <a:close/>
                    <a:moveTo>
                      <a:pt x="798" y="1526"/>
                    </a:moveTo>
                    <a:lnTo>
                      <a:pt x="812" y="1529"/>
                    </a:lnTo>
                    <a:lnTo>
                      <a:pt x="826" y="1538"/>
                    </a:lnTo>
                    <a:lnTo>
                      <a:pt x="835" y="1549"/>
                    </a:lnTo>
                    <a:lnTo>
                      <a:pt x="841" y="1563"/>
                    </a:lnTo>
                    <a:lnTo>
                      <a:pt x="841" y="1577"/>
                    </a:lnTo>
                    <a:lnTo>
                      <a:pt x="838" y="1592"/>
                    </a:lnTo>
                    <a:lnTo>
                      <a:pt x="830" y="1605"/>
                    </a:lnTo>
                    <a:lnTo>
                      <a:pt x="640" y="1817"/>
                    </a:lnTo>
                    <a:lnTo>
                      <a:pt x="629" y="1826"/>
                    </a:lnTo>
                    <a:lnTo>
                      <a:pt x="617" y="1832"/>
                    </a:lnTo>
                    <a:lnTo>
                      <a:pt x="604" y="1834"/>
                    </a:lnTo>
                    <a:lnTo>
                      <a:pt x="588" y="1831"/>
                    </a:lnTo>
                    <a:lnTo>
                      <a:pt x="574" y="1823"/>
                    </a:lnTo>
                    <a:lnTo>
                      <a:pt x="456" y="1728"/>
                    </a:lnTo>
                    <a:lnTo>
                      <a:pt x="446" y="1717"/>
                    </a:lnTo>
                    <a:lnTo>
                      <a:pt x="440" y="1704"/>
                    </a:lnTo>
                    <a:lnTo>
                      <a:pt x="438" y="1690"/>
                    </a:lnTo>
                    <a:lnTo>
                      <a:pt x="441" y="1675"/>
                    </a:lnTo>
                    <a:lnTo>
                      <a:pt x="448" y="1661"/>
                    </a:lnTo>
                    <a:lnTo>
                      <a:pt x="459" y="1652"/>
                    </a:lnTo>
                    <a:lnTo>
                      <a:pt x="473" y="1646"/>
                    </a:lnTo>
                    <a:lnTo>
                      <a:pt x="488" y="1644"/>
                    </a:lnTo>
                    <a:lnTo>
                      <a:pt x="502" y="1647"/>
                    </a:lnTo>
                    <a:lnTo>
                      <a:pt x="515" y="1655"/>
                    </a:lnTo>
                    <a:lnTo>
                      <a:pt x="598" y="1721"/>
                    </a:lnTo>
                    <a:lnTo>
                      <a:pt x="759" y="1541"/>
                    </a:lnTo>
                    <a:lnTo>
                      <a:pt x="770" y="1532"/>
                    </a:lnTo>
                    <a:lnTo>
                      <a:pt x="784" y="1527"/>
                    </a:lnTo>
                    <a:lnTo>
                      <a:pt x="798" y="1526"/>
                    </a:lnTo>
                    <a:close/>
                    <a:moveTo>
                      <a:pt x="980" y="1183"/>
                    </a:moveTo>
                    <a:lnTo>
                      <a:pt x="1804" y="1183"/>
                    </a:lnTo>
                    <a:lnTo>
                      <a:pt x="1821" y="1186"/>
                    </a:lnTo>
                    <a:lnTo>
                      <a:pt x="1835" y="1192"/>
                    </a:lnTo>
                    <a:lnTo>
                      <a:pt x="1846" y="1204"/>
                    </a:lnTo>
                    <a:lnTo>
                      <a:pt x="1854" y="1219"/>
                    </a:lnTo>
                    <a:lnTo>
                      <a:pt x="1856" y="1234"/>
                    </a:lnTo>
                    <a:lnTo>
                      <a:pt x="1856" y="1286"/>
                    </a:lnTo>
                    <a:lnTo>
                      <a:pt x="1854" y="1301"/>
                    </a:lnTo>
                    <a:lnTo>
                      <a:pt x="1846" y="1316"/>
                    </a:lnTo>
                    <a:lnTo>
                      <a:pt x="1835" y="1328"/>
                    </a:lnTo>
                    <a:lnTo>
                      <a:pt x="1821" y="1334"/>
                    </a:lnTo>
                    <a:lnTo>
                      <a:pt x="1804" y="1337"/>
                    </a:lnTo>
                    <a:lnTo>
                      <a:pt x="980" y="1337"/>
                    </a:lnTo>
                    <a:lnTo>
                      <a:pt x="963" y="1334"/>
                    </a:lnTo>
                    <a:lnTo>
                      <a:pt x="949" y="1328"/>
                    </a:lnTo>
                    <a:lnTo>
                      <a:pt x="938" y="1316"/>
                    </a:lnTo>
                    <a:lnTo>
                      <a:pt x="931" y="1301"/>
                    </a:lnTo>
                    <a:lnTo>
                      <a:pt x="928" y="1286"/>
                    </a:lnTo>
                    <a:lnTo>
                      <a:pt x="928" y="1234"/>
                    </a:lnTo>
                    <a:lnTo>
                      <a:pt x="931" y="1219"/>
                    </a:lnTo>
                    <a:lnTo>
                      <a:pt x="938" y="1204"/>
                    </a:lnTo>
                    <a:lnTo>
                      <a:pt x="949" y="1192"/>
                    </a:lnTo>
                    <a:lnTo>
                      <a:pt x="963" y="1186"/>
                    </a:lnTo>
                    <a:lnTo>
                      <a:pt x="980" y="1183"/>
                    </a:lnTo>
                    <a:close/>
                    <a:moveTo>
                      <a:pt x="798" y="1068"/>
                    </a:moveTo>
                    <a:lnTo>
                      <a:pt x="812" y="1072"/>
                    </a:lnTo>
                    <a:lnTo>
                      <a:pt x="826" y="1080"/>
                    </a:lnTo>
                    <a:lnTo>
                      <a:pt x="835" y="1092"/>
                    </a:lnTo>
                    <a:lnTo>
                      <a:pt x="841" y="1105"/>
                    </a:lnTo>
                    <a:lnTo>
                      <a:pt x="841" y="1120"/>
                    </a:lnTo>
                    <a:lnTo>
                      <a:pt x="838" y="1135"/>
                    </a:lnTo>
                    <a:lnTo>
                      <a:pt x="830" y="1147"/>
                    </a:lnTo>
                    <a:lnTo>
                      <a:pt x="640" y="1360"/>
                    </a:lnTo>
                    <a:lnTo>
                      <a:pt x="629" y="1369"/>
                    </a:lnTo>
                    <a:lnTo>
                      <a:pt x="617" y="1375"/>
                    </a:lnTo>
                    <a:lnTo>
                      <a:pt x="604" y="1376"/>
                    </a:lnTo>
                    <a:lnTo>
                      <a:pt x="588" y="1373"/>
                    </a:lnTo>
                    <a:lnTo>
                      <a:pt x="574" y="1366"/>
                    </a:lnTo>
                    <a:lnTo>
                      <a:pt x="456" y="1271"/>
                    </a:lnTo>
                    <a:lnTo>
                      <a:pt x="446" y="1260"/>
                    </a:lnTo>
                    <a:lnTo>
                      <a:pt x="440" y="1246"/>
                    </a:lnTo>
                    <a:lnTo>
                      <a:pt x="438" y="1232"/>
                    </a:lnTo>
                    <a:lnTo>
                      <a:pt x="441" y="1217"/>
                    </a:lnTo>
                    <a:lnTo>
                      <a:pt x="448" y="1204"/>
                    </a:lnTo>
                    <a:lnTo>
                      <a:pt x="459" y="1195"/>
                    </a:lnTo>
                    <a:lnTo>
                      <a:pt x="473" y="1188"/>
                    </a:lnTo>
                    <a:lnTo>
                      <a:pt x="488" y="1187"/>
                    </a:lnTo>
                    <a:lnTo>
                      <a:pt x="502" y="1189"/>
                    </a:lnTo>
                    <a:lnTo>
                      <a:pt x="515" y="1197"/>
                    </a:lnTo>
                    <a:lnTo>
                      <a:pt x="598" y="1263"/>
                    </a:lnTo>
                    <a:lnTo>
                      <a:pt x="759" y="1084"/>
                    </a:lnTo>
                    <a:lnTo>
                      <a:pt x="770" y="1075"/>
                    </a:lnTo>
                    <a:lnTo>
                      <a:pt x="784" y="1069"/>
                    </a:lnTo>
                    <a:lnTo>
                      <a:pt x="798" y="1068"/>
                    </a:lnTo>
                    <a:close/>
                    <a:moveTo>
                      <a:pt x="155" y="360"/>
                    </a:moveTo>
                    <a:lnTo>
                      <a:pt x="573" y="360"/>
                    </a:lnTo>
                    <a:lnTo>
                      <a:pt x="569" y="386"/>
                    </a:lnTo>
                    <a:lnTo>
                      <a:pt x="568" y="413"/>
                    </a:lnTo>
                    <a:lnTo>
                      <a:pt x="571" y="455"/>
                    </a:lnTo>
                    <a:lnTo>
                      <a:pt x="581" y="494"/>
                    </a:lnTo>
                    <a:lnTo>
                      <a:pt x="596" y="530"/>
                    </a:lnTo>
                    <a:lnTo>
                      <a:pt x="617" y="564"/>
                    </a:lnTo>
                    <a:lnTo>
                      <a:pt x="642" y="593"/>
                    </a:lnTo>
                    <a:lnTo>
                      <a:pt x="672" y="620"/>
                    </a:lnTo>
                    <a:lnTo>
                      <a:pt x="706" y="640"/>
                    </a:lnTo>
                    <a:lnTo>
                      <a:pt x="742" y="656"/>
                    </a:lnTo>
                    <a:lnTo>
                      <a:pt x="782" y="665"/>
                    </a:lnTo>
                    <a:lnTo>
                      <a:pt x="823" y="669"/>
                    </a:lnTo>
                    <a:lnTo>
                      <a:pt x="1497" y="669"/>
                    </a:lnTo>
                    <a:lnTo>
                      <a:pt x="1539" y="665"/>
                    </a:lnTo>
                    <a:lnTo>
                      <a:pt x="1578" y="656"/>
                    </a:lnTo>
                    <a:lnTo>
                      <a:pt x="1614" y="640"/>
                    </a:lnTo>
                    <a:lnTo>
                      <a:pt x="1648" y="619"/>
                    </a:lnTo>
                    <a:lnTo>
                      <a:pt x="1678" y="593"/>
                    </a:lnTo>
                    <a:lnTo>
                      <a:pt x="1704" y="563"/>
                    </a:lnTo>
                    <a:lnTo>
                      <a:pt x="1725" y="529"/>
                    </a:lnTo>
                    <a:lnTo>
                      <a:pt x="1740" y="492"/>
                    </a:lnTo>
                    <a:lnTo>
                      <a:pt x="1750" y="452"/>
                    </a:lnTo>
                    <a:lnTo>
                      <a:pt x="1753" y="410"/>
                    </a:lnTo>
                    <a:lnTo>
                      <a:pt x="1752" y="385"/>
                    </a:lnTo>
                    <a:lnTo>
                      <a:pt x="1748" y="360"/>
                    </a:lnTo>
                    <a:lnTo>
                      <a:pt x="2063" y="360"/>
                    </a:lnTo>
                    <a:lnTo>
                      <a:pt x="2106" y="362"/>
                    </a:lnTo>
                    <a:lnTo>
                      <a:pt x="2146" y="369"/>
                    </a:lnTo>
                    <a:lnTo>
                      <a:pt x="2181" y="380"/>
                    </a:lnTo>
                    <a:lnTo>
                      <a:pt x="2213" y="393"/>
                    </a:lnTo>
                    <a:lnTo>
                      <a:pt x="2241" y="410"/>
                    </a:lnTo>
                    <a:lnTo>
                      <a:pt x="2265" y="431"/>
                    </a:lnTo>
                    <a:lnTo>
                      <a:pt x="2285" y="454"/>
                    </a:lnTo>
                    <a:lnTo>
                      <a:pt x="2300" y="479"/>
                    </a:lnTo>
                    <a:lnTo>
                      <a:pt x="2311" y="506"/>
                    </a:lnTo>
                    <a:lnTo>
                      <a:pt x="2318" y="536"/>
                    </a:lnTo>
                    <a:lnTo>
                      <a:pt x="2321" y="566"/>
                    </a:lnTo>
                    <a:lnTo>
                      <a:pt x="2321" y="2111"/>
                    </a:lnTo>
                    <a:lnTo>
                      <a:pt x="2294" y="2110"/>
                    </a:lnTo>
                    <a:lnTo>
                      <a:pt x="2269" y="2109"/>
                    </a:lnTo>
                    <a:lnTo>
                      <a:pt x="2198" y="2112"/>
                    </a:lnTo>
                    <a:lnTo>
                      <a:pt x="2129" y="2121"/>
                    </a:lnTo>
                    <a:lnTo>
                      <a:pt x="2063" y="2136"/>
                    </a:lnTo>
                    <a:lnTo>
                      <a:pt x="2063" y="926"/>
                    </a:lnTo>
                    <a:lnTo>
                      <a:pt x="258" y="926"/>
                    </a:lnTo>
                    <a:lnTo>
                      <a:pt x="258" y="2983"/>
                    </a:lnTo>
                    <a:lnTo>
                      <a:pt x="1447" y="2983"/>
                    </a:lnTo>
                    <a:lnTo>
                      <a:pt x="1453" y="3050"/>
                    </a:lnTo>
                    <a:lnTo>
                      <a:pt x="1465" y="3116"/>
                    </a:lnTo>
                    <a:lnTo>
                      <a:pt x="1483" y="3179"/>
                    </a:lnTo>
                    <a:lnTo>
                      <a:pt x="1505" y="3240"/>
                    </a:lnTo>
                    <a:lnTo>
                      <a:pt x="207" y="3240"/>
                    </a:lnTo>
                    <a:lnTo>
                      <a:pt x="169" y="3237"/>
                    </a:lnTo>
                    <a:lnTo>
                      <a:pt x="134" y="3227"/>
                    </a:lnTo>
                    <a:lnTo>
                      <a:pt x="103" y="3212"/>
                    </a:lnTo>
                    <a:lnTo>
                      <a:pt x="73" y="3192"/>
                    </a:lnTo>
                    <a:lnTo>
                      <a:pt x="49" y="3167"/>
                    </a:lnTo>
                    <a:lnTo>
                      <a:pt x="28" y="3139"/>
                    </a:lnTo>
                    <a:lnTo>
                      <a:pt x="13" y="3106"/>
                    </a:lnTo>
                    <a:lnTo>
                      <a:pt x="3" y="3071"/>
                    </a:lnTo>
                    <a:lnTo>
                      <a:pt x="0" y="3034"/>
                    </a:lnTo>
                    <a:lnTo>
                      <a:pt x="0" y="566"/>
                    </a:lnTo>
                    <a:lnTo>
                      <a:pt x="3" y="532"/>
                    </a:lnTo>
                    <a:lnTo>
                      <a:pt x="10" y="501"/>
                    </a:lnTo>
                    <a:lnTo>
                      <a:pt x="22" y="471"/>
                    </a:lnTo>
                    <a:lnTo>
                      <a:pt x="37" y="444"/>
                    </a:lnTo>
                    <a:lnTo>
                      <a:pt x="55" y="420"/>
                    </a:lnTo>
                    <a:lnTo>
                      <a:pt x="73" y="399"/>
                    </a:lnTo>
                    <a:lnTo>
                      <a:pt x="94" y="383"/>
                    </a:lnTo>
                    <a:lnTo>
                      <a:pt x="115" y="371"/>
                    </a:lnTo>
                    <a:lnTo>
                      <a:pt x="136" y="362"/>
                    </a:lnTo>
                    <a:lnTo>
                      <a:pt x="155" y="360"/>
                    </a:lnTo>
                    <a:close/>
                    <a:moveTo>
                      <a:pt x="1160" y="103"/>
                    </a:moveTo>
                    <a:lnTo>
                      <a:pt x="1139" y="106"/>
                    </a:lnTo>
                    <a:lnTo>
                      <a:pt x="1121" y="113"/>
                    </a:lnTo>
                    <a:lnTo>
                      <a:pt x="1106" y="125"/>
                    </a:lnTo>
                    <a:lnTo>
                      <a:pt x="1094" y="141"/>
                    </a:lnTo>
                    <a:lnTo>
                      <a:pt x="1086" y="159"/>
                    </a:lnTo>
                    <a:lnTo>
                      <a:pt x="1083" y="180"/>
                    </a:lnTo>
                    <a:lnTo>
                      <a:pt x="1086" y="201"/>
                    </a:lnTo>
                    <a:lnTo>
                      <a:pt x="1094" y="219"/>
                    </a:lnTo>
                    <a:lnTo>
                      <a:pt x="1106" y="235"/>
                    </a:lnTo>
                    <a:lnTo>
                      <a:pt x="1121" y="247"/>
                    </a:lnTo>
                    <a:lnTo>
                      <a:pt x="1139" y="254"/>
                    </a:lnTo>
                    <a:lnTo>
                      <a:pt x="1160" y="257"/>
                    </a:lnTo>
                    <a:lnTo>
                      <a:pt x="1181" y="254"/>
                    </a:lnTo>
                    <a:lnTo>
                      <a:pt x="1200" y="247"/>
                    </a:lnTo>
                    <a:lnTo>
                      <a:pt x="1215" y="235"/>
                    </a:lnTo>
                    <a:lnTo>
                      <a:pt x="1227" y="219"/>
                    </a:lnTo>
                    <a:lnTo>
                      <a:pt x="1235" y="201"/>
                    </a:lnTo>
                    <a:lnTo>
                      <a:pt x="1238" y="180"/>
                    </a:lnTo>
                    <a:lnTo>
                      <a:pt x="1235" y="159"/>
                    </a:lnTo>
                    <a:lnTo>
                      <a:pt x="1227" y="141"/>
                    </a:lnTo>
                    <a:lnTo>
                      <a:pt x="1215" y="125"/>
                    </a:lnTo>
                    <a:lnTo>
                      <a:pt x="1200" y="113"/>
                    </a:lnTo>
                    <a:lnTo>
                      <a:pt x="1181" y="106"/>
                    </a:lnTo>
                    <a:lnTo>
                      <a:pt x="1160" y="103"/>
                    </a:lnTo>
                    <a:close/>
                    <a:moveTo>
                      <a:pt x="1158" y="0"/>
                    </a:moveTo>
                    <a:lnTo>
                      <a:pt x="1162" y="0"/>
                    </a:lnTo>
                    <a:lnTo>
                      <a:pt x="1194" y="3"/>
                    </a:lnTo>
                    <a:lnTo>
                      <a:pt x="1225" y="11"/>
                    </a:lnTo>
                    <a:lnTo>
                      <a:pt x="1252" y="24"/>
                    </a:lnTo>
                    <a:lnTo>
                      <a:pt x="1277" y="41"/>
                    </a:lnTo>
                    <a:lnTo>
                      <a:pt x="1299" y="63"/>
                    </a:lnTo>
                    <a:lnTo>
                      <a:pt x="1317" y="88"/>
                    </a:lnTo>
                    <a:lnTo>
                      <a:pt x="1330" y="116"/>
                    </a:lnTo>
                    <a:lnTo>
                      <a:pt x="1337" y="146"/>
                    </a:lnTo>
                    <a:lnTo>
                      <a:pt x="1341" y="178"/>
                    </a:lnTo>
                    <a:lnTo>
                      <a:pt x="1341" y="180"/>
                    </a:lnTo>
                    <a:lnTo>
                      <a:pt x="1343" y="201"/>
                    </a:lnTo>
                    <a:lnTo>
                      <a:pt x="1352" y="219"/>
                    </a:lnTo>
                    <a:lnTo>
                      <a:pt x="1364" y="235"/>
                    </a:lnTo>
                    <a:lnTo>
                      <a:pt x="1379" y="247"/>
                    </a:lnTo>
                    <a:lnTo>
                      <a:pt x="1396" y="254"/>
                    </a:lnTo>
                    <a:lnTo>
                      <a:pt x="1417" y="257"/>
                    </a:lnTo>
                    <a:lnTo>
                      <a:pt x="1497" y="257"/>
                    </a:lnTo>
                    <a:lnTo>
                      <a:pt x="1528" y="261"/>
                    </a:lnTo>
                    <a:lnTo>
                      <a:pt x="1556" y="269"/>
                    </a:lnTo>
                    <a:lnTo>
                      <a:pt x="1582" y="284"/>
                    </a:lnTo>
                    <a:lnTo>
                      <a:pt x="1605" y="302"/>
                    </a:lnTo>
                    <a:lnTo>
                      <a:pt x="1624" y="324"/>
                    </a:lnTo>
                    <a:lnTo>
                      <a:pt x="1638" y="350"/>
                    </a:lnTo>
                    <a:lnTo>
                      <a:pt x="1647" y="380"/>
                    </a:lnTo>
                    <a:lnTo>
                      <a:pt x="1650" y="410"/>
                    </a:lnTo>
                    <a:lnTo>
                      <a:pt x="1650" y="413"/>
                    </a:lnTo>
                    <a:lnTo>
                      <a:pt x="1647" y="444"/>
                    </a:lnTo>
                    <a:lnTo>
                      <a:pt x="1638" y="472"/>
                    </a:lnTo>
                    <a:lnTo>
                      <a:pt x="1624" y="499"/>
                    </a:lnTo>
                    <a:lnTo>
                      <a:pt x="1605" y="521"/>
                    </a:lnTo>
                    <a:lnTo>
                      <a:pt x="1582" y="540"/>
                    </a:lnTo>
                    <a:lnTo>
                      <a:pt x="1556" y="554"/>
                    </a:lnTo>
                    <a:lnTo>
                      <a:pt x="1528" y="563"/>
                    </a:lnTo>
                    <a:lnTo>
                      <a:pt x="1497" y="566"/>
                    </a:lnTo>
                    <a:lnTo>
                      <a:pt x="823" y="566"/>
                    </a:lnTo>
                    <a:lnTo>
                      <a:pt x="793" y="563"/>
                    </a:lnTo>
                    <a:lnTo>
                      <a:pt x="764" y="554"/>
                    </a:lnTo>
                    <a:lnTo>
                      <a:pt x="738" y="540"/>
                    </a:lnTo>
                    <a:lnTo>
                      <a:pt x="715" y="521"/>
                    </a:lnTo>
                    <a:lnTo>
                      <a:pt x="697" y="499"/>
                    </a:lnTo>
                    <a:lnTo>
                      <a:pt x="682" y="472"/>
                    </a:lnTo>
                    <a:lnTo>
                      <a:pt x="674" y="444"/>
                    </a:lnTo>
                    <a:lnTo>
                      <a:pt x="670" y="413"/>
                    </a:lnTo>
                    <a:lnTo>
                      <a:pt x="670" y="410"/>
                    </a:lnTo>
                    <a:lnTo>
                      <a:pt x="674" y="380"/>
                    </a:lnTo>
                    <a:lnTo>
                      <a:pt x="682" y="350"/>
                    </a:lnTo>
                    <a:lnTo>
                      <a:pt x="697" y="324"/>
                    </a:lnTo>
                    <a:lnTo>
                      <a:pt x="715" y="302"/>
                    </a:lnTo>
                    <a:lnTo>
                      <a:pt x="738" y="284"/>
                    </a:lnTo>
                    <a:lnTo>
                      <a:pt x="764" y="269"/>
                    </a:lnTo>
                    <a:lnTo>
                      <a:pt x="793" y="261"/>
                    </a:lnTo>
                    <a:lnTo>
                      <a:pt x="823" y="257"/>
                    </a:lnTo>
                    <a:lnTo>
                      <a:pt x="903" y="257"/>
                    </a:lnTo>
                    <a:lnTo>
                      <a:pt x="923" y="254"/>
                    </a:lnTo>
                    <a:lnTo>
                      <a:pt x="942" y="247"/>
                    </a:lnTo>
                    <a:lnTo>
                      <a:pt x="957" y="235"/>
                    </a:lnTo>
                    <a:lnTo>
                      <a:pt x="969" y="219"/>
                    </a:lnTo>
                    <a:lnTo>
                      <a:pt x="977" y="201"/>
                    </a:lnTo>
                    <a:lnTo>
                      <a:pt x="980" y="180"/>
                    </a:lnTo>
                    <a:lnTo>
                      <a:pt x="980" y="178"/>
                    </a:lnTo>
                    <a:lnTo>
                      <a:pt x="983" y="146"/>
                    </a:lnTo>
                    <a:lnTo>
                      <a:pt x="991" y="116"/>
                    </a:lnTo>
                    <a:lnTo>
                      <a:pt x="1004" y="88"/>
                    </a:lnTo>
                    <a:lnTo>
                      <a:pt x="1021" y="63"/>
                    </a:lnTo>
                    <a:lnTo>
                      <a:pt x="1043" y="41"/>
                    </a:lnTo>
                    <a:lnTo>
                      <a:pt x="1068" y="24"/>
                    </a:lnTo>
                    <a:lnTo>
                      <a:pt x="1096" y="11"/>
                    </a:lnTo>
                    <a:lnTo>
                      <a:pt x="1126" y="3"/>
                    </a:lnTo>
                    <a:lnTo>
                      <a:pt x="1158" y="0"/>
                    </a:lnTo>
                    <a:close/>
                  </a:path>
                </a:pathLst>
              </a:custGeom>
              <a:solidFill>
                <a:schemeClr val="accent6"/>
              </a:solidFill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</p:grpSp>
      <p:sp>
        <p:nvSpPr>
          <p:cNvPr id="91" name="직사각형 90"/>
          <p:cNvSpPr/>
          <p:nvPr/>
        </p:nvSpPr>
        <p:spPr>
          <a:xfrm>
            <a:off x="4017215" y="2500306"/>
            <a:ext cx="4297270" cy="1643074"/>
          </a:xfrm>
          <a:prstGeom prst="rect">
            <a:avLst/>
          </a:prstGeom>
          <a:noFill/>
          <a:ln>
            <a:solidFill>
              <a:schemeClr val="accent4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b="1" dirty="0"/>
          </a:p>
        </p:txBody>
      </p:sp>
      <p:sp>
        <p:nvSpPr>
          <p:cNvPr id="62" name="직사각형 61"/>
          <p:cNvSpPr/>
          <p:nvPr/>
        </p:nvSpPr>
        <p:spPr>
          <a:xfrm>
            <a:off x="5842526" y="2714620"/>
            <a:ext cx="785818" cy="64294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4400" b="1" dirty="0" smtClean="0">
                <a:solidFill>
                  <a:schemeClr val="bg1"/>
                </a:solidFill>
              </a:rPr>
              <a:t>?</a:t>
            </a:r>
            <a:endParaRPr lang="ko-KR" altLang="en-US" sz="4400" b="1" dirty="0">
              <a:solidFill>
                <a:schemeClr val="bg1"/>
              </a:solidFill>
            </a:endParaRPr>
          </a:p>
        </p:txBody>
      </p:sp>
      <p:sp>
        <p:nvSpPr>
          <p:cNvPr id="63" name="직사각형 62"/>
          <p:cNvSpPr/>
          <p:nvPr/>
        </p:nvSpPr>
        <p:spPr>
          <a:xfrm>
            <a:off x="6863297" y="3265485"/>
            <a:ext cx="785818" cy="64294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4400" b="1" dirty="0" smtClean="0">
                <a:solidFill>
                  <a:schemeClr val="bg1"/>
                </a:solidFill>
              </a:rPr>
              <a:t>!</a:t>
            </a:r>
            <a:endParaRPr lang="ko-KR" altLang="en-US" sz="44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xmlns="" val="1935223717"/>
      </p:ext>
    </p:extLst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4" presetClass="emph" presetSubtype="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animMotion origin="layout" path="M 0.0 0.0 L 0.0 -0.07213" pathEditMode="relative" ptsTypes="">
                                      <p:cBhvr>
                                        <p:cTn id="6" dur="500" accel="50000" decel="500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Rot by="1500000">
                                      <p:cBhvr>
                                        <p:cTn id="7" dur="2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8" dur="250" fill="hold">
                                          <p:stCondLst>
                                            <p:cond delay="25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9" dur="25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500000">
                                      <p:cBhvr>
                                        <p:cTn id="10" dur="250" fill="hold">
                                          <p:stCondLst>
                                            <p:cond delay="75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1" presetID="34" presetClass="emph" presetSubtype="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animMotion origin="layout" path="M 0.0 0.0 L 0.0 -0.07213" pathEditMode="relative" ptsTypes="">
                                      <p:cBhvr>
                                        <p:cTn id="12" dur="500" accel="50000" decel="500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Rot by="1500000">
                                      <p:cBhvr>
                                        <p:cTn id="13" dur="2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14" dur="250" fill="hold">
                                          <p:stCondLst>
                                            <p:cond delay="25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15" dur="25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500000">
                                      <p:cBhvr>
                                        <p:cTn id="16" dur="250" fill="hold">
                                          <p:stCondLst>
                                            <p:cond delay="75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2" grpId="0"/>
      <p:bldP spid="63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직사각형 92"/>
          <p:cNvSpPr/>
          <p:nvPr/>
        </p:nvSpPr>
        <p:spPr>
          <a:xfrm>
            <a:off x="0" y="0"/>
            <a:ext cx="1218882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0" name="직사각형 49"/>
          <p:cNvSpPr/>
          <p:nvPr/>
        </p:nvSpPr>
        <p:spPr>
          <a:xfrm>
            <a:off x="2046782" y="-31608"/>
            <a:ext cx="8152934" cy="6889608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  <a:effectLst>
            <a:softEdge rad="3175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5" name="직사각형 54"/>
          <p:cNvSpPr/>
          <p:nvPr/>
        </p:nvSpPr>
        <p:spPr>
          <a:xfrm>
            <a:off x="2979977" y="3929066"/>
            <a:ext cx="6286544" cy="2214578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softEdge rad="3175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69" name="그룹 68"/>
          <p:cNvGrpSpPr/>
          <p:nvPr/>
        </p:nvGrpSpPr>
        <p:grpSpPr>
          <a:xfrm>
            <a:off x="5753739" y="1071546"/>
            <a:ext cx="768301" cy="1025176"/>
            <a:chOff x="5724902" y="1285860"/>
            <a:chExt cx="768301" cy="992583"/>
          </a:xfrm>
        </p:grpSpPr>
        <p:sp>
          <p:nvSpPr>
            <p:cNvPr id="36" name="Freeform 24"/>
            <p:cNvSpPr>
              <a:spLocks noEditPoints="1"/>
            </p:cNvSpPr>
            <p:nvPr/>
          </p:nvSpPr>
          <p:spPr bwMode="auto">
            <a:xfrm>
              <a:off x="5724902" y="1285860"/>
              <a:ext cx="768301" cy="992583"/>
            </a:xfrm>
            <a:custGeom>
              <a:avLst/>
              <a:gdLst>
                <a:gd name="T0" fmla="*/ 679 w 1658"/>
                <a:gd name="T1" fmla="*/ 110 h 2143"/>
                <a:gd name="T2" fmla="*/ 476 w 1658"/>
                <a:gd name="T3" fmla="*/ 189 h 2143"/>
                <a:gd name="T4" fmla="*/ 310 w 1658"/>
                <a:gd name="T5" fmla="*/ 324 h 2143"/>
                <a:gd name="T6" fmla="*/ 193 w 1658"/>
                <a:gd name="T7" fmla="*/ 503 h 2143"/>
                <a:gd name="T8" fmla="*/ 134 w 1658"/>
                <a:gd name="T9" fmla="*/ 717 h 2143"/>
                <a:gd name="T10" fmla="*/ 146 w 1658"/>
                <a:gd name="T11" fmla="*/ 942 h 2143"/>
                <a:gd name="T12" fmla="*/ 225 w 1658"/>
                <a:gd name="T13" fmla="*/ 1145 h 2143"/>
                <a:gd name="T14" fmla="*/ 360 w 1658"/>
                <a:gd name="T15" fmla="*/ 1311 h 2143"/>
                <a:gd name="T16" fmla="*/ 541 w 1658"/>
                <a:gd name="T17" fmla="*/ 1429 h 2143"/>
                <a:gd name="T18" fmla="*/ 753 w 1658"/>
                <a:gd name="T19" fmla="*/ 1487 h 2143"/>
                <a:gd name="T20" fmla="*/ 979 w 1658"/>
                <a:gd name="T21" fmla="*/ 1475 h 2143"/>
                <a:gd name="T22" fmla="*/ 1182 w 1658"/>
                <a:gd name="T23" fmla="*/ 1396 h 2143"/>
                <a:gd name="T24" fmla="*/ 1348 w 1658"/>
                <a:gd name="T25" fmla="*/ 1260 h 2143"/>
                <a:gd name="T26" fmla="*/ 1465 w 1658"/>
                <a:gd name="T27" fmla="*/ 1081 h 2143"/>
                <a:gd name="T28" fmla="*/ 1525 w 1658"/>
                <a:gd name="T29" fmla="*/ 869 h 2143"/>
                <a:gd name="T30" fmla="*/ 1512 w 1658"/>
                <a:gd name="T31" fmla="*/ 642 h 2143"/>
                <a:gd name="T32" fmla="*/ 1433 w 1658"/>
                <a:gd name="T33" fmla="*/ 440 h 2143"/>
                <a:gd name="T34" fmla="*/ 1298 w 1658"/>
                <a:gd name="T35" fmla="*/ 274 h 2143"/>
                <a:gd name="T36" fmla="*/ 1117 w 1658"/>
                <a:gd name="T37" fmla="*/ 155 h 2143"/>
                <a:gd name="T38" fmla="*/ 905 w 1658"/>
                <a:gd name="T39" fmla="*/ 97 h 2143"/>
                <a:gd name="T40" fmla="*/ 913 w 1658"/>
                <a:gd name="T41" fmla="*/ 4 h 2143"/>
                <a:gd name="T42" fmla="*/ 1152 w 1658"/>
                <a:gd name="T43" fmla="*/ 65 h 2143"/>
                <a:gd name="T44" fmla="*/ 1356 w 1658"/>
                <a:gd name="T45" fmla="*/ 189 h 2143"/>
                <a:gd name="T46" fmla="*/ 1516 w 1658"/>
                <a:gd name="T47" fmla="*/ 366 h 2143"/>
                <a:gd name="T48" fmla="*/ 1620 w 1658"/>
                <a:gd name="T49" fmla="*/ 583 h 2143"/>
                <a:gd name="T50" fmla="*/ 1658 w 1658"/>
                <a:gd name="T51" fmla="*/ 828 h 2143"/>
                <a:gd name="T52" fmla="*/ 1637 w 1658"/>
                <a:gd name="T53" fmla="*/ 971 h 2143"/>
                <a:gd name="T54" fmla="*/ 1577 w 1658"/>
                <a:gd name="T55" fmla="*/ 1131 h 2143"/>
                <a:gd name="T56" fmla="*/ 1489 w 1658"/>
                <a:gd name="T57" fmla="*/ 1298 h 2143"/>
                <a:gd name="T58" fmla="*/ 1382 w 1658"/>
                <a:gd name="T59" fmla="*/ 1468 h 2143"/>
                <a:gd name="T60" fmla="*/ 1264 w 1658"/>
                <a:gd name="T61" fmla="*/ 1631 h 2143"/>
                <a:gd name="T62" fmla="*/ 1144 w 1658"/>
                <a:gd name="T63" fmla="*/ 1785 h 2143"/>
                <a:gd name="T64" fmla="*/ 1032 w 1658"/>
                <a:gd name="T65" fmla="*/ 1918 h 2143"/>
                <a:gd name="T66" fmla="*/ 936 w 1658"/>
                <a:gd name="T67" fmla="*/ 2027 h 2143"/>
                <a:gd name="T68" fmla="*/ 868 w 1658"/>
                <a:gd name="T69" fmla="*/ 2103 h 2143"/>
                <a:gd name="T70" fmla="*/ 831 w 1658"/>
                <a:gd name="T71" fmla="*/ 2141 h 2143"/>
                <a:gd name="T72" fmla="*/ 819 w 1658"/>
                <a:gd name="T73" fmla="*/ 2133 h 2143"/>
                <a:gd name="T74" fmla="*/ 772 w 1658"/>
                <a:gd name="T75" fmla="*/ 2081 h 2143"/>
                <a:gd name="T76" fmla="*/ 692 w 1658"/>
                <a:gd name="T77" fmla="*/ 1994 h 2143"/>
                <a:gd name="T78" fmla="*/ 590 w 1658"/>
                <a:gd name="T79" fmla="*/ 1876 h 2143"/>
                <a:gd name="T80" fmla="*/ 475 w 1658"/>
                <a:gd name="T81" fmla="*/ 1735 h 2143"/>
                <a:gd name="T82" fmla="*/ 355 w 1658"/>
                <a:gd name="T83" fmla="*/ 1577 h 2143"/>
                <a:gd name="T84" fmla="*/ 239 w 1658"/>
                <a:gd name="T85" fmla="*/ 1411 h 2143"/>
                <a:gd name="T86" fmla="*/ 138 w 1658"/>
                <a:gd name="T87" fmla="*/ 1241 h 2143"/>
                <a:gd name="T88" fmla="*/ 58 w 1658"/>
                <a:gd name="T89" fmla="*/ 1077 h 2143"/>
                <a:gd name="T90" fmla="*/ 9 w 1658"/>
                <a:gd name="T91" fmla="*/ 923 h 2143"/>
                <a:gd name="T92" fmla="*/ 4 w 1658"/>
                <a:gd name="T93" fmla="*/ 745 h 2143"/>
                <a:gd name="T94" fmla="*/ 65 w 1658"/>
                <a:gd name="T95" fmla="*/ 506 h 2143"/>
                <a:gd name="T96" fmla="*/ 189 w 1658"/>
                <a:gd name="T97" fmla="*/ 302 h 2143"/>
                <a:gd name="T98" fmla="*/ 366 w 1658"/>
                <a:gd name="T99" fmla="*/ 142 h 2143"/>
                <a:gd name="T100" fmla="*/ 583 w 1658"/>
                <a:gd name="T101" fmla="*/ 38 h 2143"/>
                <a:gd name="T102" fmla="*/ 828 w 1658"/>
                <a:gd name="T103" fmla="*/ 0 h 21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1658" h="2143">
                  <a:moveTo>
                    <a:pt x="828" y="93"/>
                  </a:moveTo>
                  <a:lnTo>
                    <a:pt x="753" y="97"/>
                  </a:lnTo>
                  <a:lnTo>
                    <a:pt x="679" y="110"/>
                  </a:lnTo>
                  <a:lnTo>
                    <a:pt x="608" y="130"/>
                  </a:lnTo>
                  <a:lnTo>
                    <a:pt x="541" y="155"/>
                  </a:lnTo>
                  <a:lnTo>
                    <a:pt x="476" y="189"/>
                  </a:lnTo>
                  <a:lnTo>
                    <a:pt x="417" y="228"/>
                  </a:lnTo>
                  <a:lnTo>
                    <a:pt x="360" y="274"/>
                  </a:lnTo>
                  <a:lnTo>
                    <a:pt x="310" y="324"/>
                  </a:lnTo>
                  <a:lnTo>
                    <a:pt x="264" y="379"/>
                  </a:lnTo>
                  <a:lnTo>
                    <a:pt x="225" y="440"/>
                  </a:lnTo>
                  <a:lnTo>
                    <a:pt x="193" y="503"/>
                  </a:lnTo>
                  <a:lnTo>
                    <a:pt x="166" y="572"/>
                  </a:lnTo>
                  <a:lnTo>
                    <a:pt x="146" y="642"/>
                  </a:lnTo>
                  <a:lnTo>
                    <a:pt x="134" y="717"/>
                  </a:lnTo>
                  <a:lnTo>
                    <a:pt x="130" y="792"/>
                  </a:lnTo>
                  <a:lnTo>
                    <a:pt x="134" y="869"/>
                  </a:lnTo>
                  <a:lnTo>
                    <a:pt x="146" y="942"/>
                  </a:lnTo>
                  <a:lnTo>
                    <a:pt x="166" y="1013"/>
                  </a:lnTo>
                  <a:lnTo>
                    <a:pt x="193" y="1081"/>
                  </a:lnTo>
                  <a:lnTo>
                    <a:pt x="225" y="1145"/>
                  </a:lnTo>
                  <a:lnTo>
                    <a:pt x="264" y="1205"/>
                  </a:lnTo>
                  <a:lnTo>
                    <a:pt x="310" y="1260"/>
                  </a:lnTo>
                  <a:lnTo>
                    <a:pt x="360" y="1311"/>
                  </a:lnTo>
                  <a:lnTo>
                    <a:pt x="417" y="1356"/>
                  </a:lnTo>
                  <a:lnTo>
                    <a:pt x="476" y="1396"/>
                  </a:lnTo>
                  <a:lnTo>
                    <a:pt x="541" y="1429"/>
                  </a:lnTo>
                  <a:lnTo>
                    <a:pt x="608" y="1456"/>
                  </a:lnTo>
                  <a:lnTo>
                    <a:pt x="679" y="1475"/>
                  </a:lnTo>
                  <a:lnTo>
                    <a:pt x="753" y="1487"/>
                  </a:lnTo>
                  <a:lnTo>
                    <a:pt x="828" y="1491"/>
                  </a:lnTo>
                  <a:lnTo>
                    <a:pt x="905" y="1487"/>
                  </a:lnTo>
                  <a:lnTo>
                    <a:pt x="979" y="1475"/>
                  </a:lnTo>
                  <a:lnTo>
                    <a:pt x="1050" y="1456"/>
                  </a:lnTo>
                  <a:lnTo>
                    <a:pt x="1117" y="1429"/>
                  </a:lnTo>
                  <a:lnTo>
                    <a:pt x="1182" y="1396"/>
                  </a:lnTo>
                  <a:lnTo>
                    <a:pt x="1241" y="1356"/>
                  </a:lnTo>
                  <a:lnTo>
                    <a:pt x="1298" y="1311"/>
                  </a:lnTo>
                  <a:lnTo>
                    <a:pt x="1348" y="1260"/>
                  </a:lnTo>
                  <a:lnTo>
                    <a:pt x="1394" y="1205"/>
                  </a:lnTo>
                  <a:lnTo>
                    <a:pt x="1433" y="1145"/>
                  </a:lnTo>
                  <a:lnTo>
                    <a:pt x="1465" y="1081"/>
                  </a:lnTo>
                  <a:lnTo>
                    <a:pt x="1492" y="1013"/>
                  </a:lnTo>
                  <a:lnTo>
                    <a:pt x="1512" y="942"/>
                  </a:lnTo>
                  <a:lnTo>
                    <a:pt x="1525" y="869"/>
                  </a:lnTo>
                  <a:lnTo>
                    <a:pt x="1529" y="792"/>
                  </a:lnTo>
                  <a:lnTo>
                    <a:pt x="1525" y="717"/>
                  </a:lnTo>
                  <a:lnTo>
                    <a:pt x="1512" y="642"/>
                  </a:lnTo>
                  <a:lnTo>
                    <a:pt x="1492" y="572"/>
                  </a:lnTo>
                  <a:lnTo>
                    <a:pt x="1465" y="503"/>
                  </a:lnTo>
                  <a:lnTo>
                    <a:pt x="1433" y="440"/>
                  </a:lnTo>
                  <a:lnTo>
                    <a:pt x="1394" y="379"/>
                  </a:lnTo>
                  <a:lnTo>
                    <a:pt x="1348" y="324"/>
                  </a:lnTo>
                  <a:lnTo>
                    <a:pt x="1298" y="274"/>
                  </a:lnTo>
                  <a:lnTo>
                    <a:pt x="1241" y="228"/>
                  </a:lnTo>
                  <a:lnTo>
                    <a:pt x="1182" y="189"/>
                  </a:lnTo>
                  <a:lnTo>
                    <a:pt x="1117" y="155"/>
                  </a:lnTo>
                  <a:lnTo>
                    <a:pt x="1050" y="130"/>
                  </a:lnTo>
                  <a:lnTo>
                    <a:pt x="979" y="110"/>
                  </a:lnTo>
                  <a:lnTo>
                    <a:pt x="905" y="97"/>
                  </a:lnTo>
                  <a:lnTo>
                    <a:pt x="828" y="93"/>
                  </a:lnTo>
                  <a:close/>
                  <a:moveTo>
                    <a:pt x="828" y="0"/>
                  </a:moveTo>
                  <a:lnTo>
                    <a:pt x="913" y="4"/>
                  </a:lnTo>
                  <a:lnTo>
                    <a:pt x="996" y="18"/>
                  </a:lnTo>
                  <a:lnTo>
                    <a:pt x="1075" y="38"/>
                  </a:lnTo>
                  <a:lnTo>
                    <a:pt x="1152" y="65"/>
                  </a:lnTo>
                  <a:lnTo>
                    <a:pt x="1224" y="100"/>
                  </a:lnTo>
                  <a:lnTo>
                    <a:pt x="1292" y="142"/>
                  </a:lnTo>
                  <a:lnTo>
                    <a:pt x="1356" y="189"/>
                  </a:lnTo>
                  <a:lnTo>
                    <a:pt x="1415" y="243"/>
                  </a:lnTo>
                  <a:lnTo>
                    <a:pt x="1469" y="302"/>
                  </a:lnTo>
                  <a:lnTo>
                    <a:pt x="1516" y="366"/>
                  </a:lnTo>
                  <a:lnTo>
                    <a:pt x="1558" y="435"/>
                  </a:lnTo>
                  <a:lnTo>
                    <a:pt x="1593" y="506"/>
                  </a:lnTo>
                  <a:lnTo>
                    <a:pt x="1620" y="583"/>
                  </a:lnTo>
                  <a:lnTo>
                    <a:pt x="1641" y="663"/>
                  </a:lnTo>
                  <a:lnTo>
                    <a:pt x="1654" y="745"/>
                  </a:lnTo>
                  <a:lnTo>
                    <a:pt x="1658" y="828"/>
                  </a:lnTo>
                  <a:lnTo>
                    <a:pt x="1655" y="874"/>
                  </a:lnTo>
                  <a:lnTo>
                    <a:pt x="1649" y="923"/>
                  </a:lnTo>
                  <a:lnTo>
                    <a:pt x="1637" y="971"/>
                  </a:lnTo>
                  <a:lnTo>
                    <a:pt x="1620" y="1024"/>
                  </a:lnTo>
                  <a:lnTo>
                    <a:pt x="1600" y="1077"/>
                  </a:lnTo>
                  <a:lnTo>
                    <a:pt x="1577" y="1131"/>
                  </a:lnTo>
                  <a:lnTo>
                    <a:pt x="1550" y="1186"/>
                  </a:lnTo>
                  <a:lnTo>
                    <a:pt x="1520" y="1241"/>
                  </a:lnTo>
                  <a:lnTo>
                    <a:pt x="1489" y="1298"/>
                  </a:lnTo>
                  <a:lnTo>
                    <a:pt x="1454" y="1354"/>
                  </a:lnTo>
                  <a:lnTo>
                    <a:pt x="1419" y="1411"/>
                  </a:lnTo>
                  <a:lnTo>
                    <a:pt x="1382" y="1468"/>
                  </a:lnTo>
                  <a:lnTo>
                    <a:pt x="1342" y="1523"/>
                  </a:lnTo>
                  <a:lnTo>
                    <a:pt x="1303" y="1577"/>
                  </a:lnTo>
                  <a:lnTo>
                    <a:pt x="1264" y="1631"/>
                  </a:lnTo>
                  <a:lnTo>
                    <a:pt x="1224" y="1684"/>
                  </a:lnTo>
                  <a:lnTo>
                    <a:pt x="1183" y="1735"/>
                  </a:lnTo>
                  <a:lnTo>
                    <a:pt x="1144" y="1785"/>
                  </a:lnTo>
                  <a:lnTo>
                    <a:pt x="1105" y="1831"/>
                  </a:lnTo>
                  <a:lnTo>
                    <a:pt x="1069" y="1876"/>
                  </a:lnTo>
                  <a:lnTo>
                    <a:pt x="1032" y="1918"/>
                  </a:lnTo>
                  <a:lnTo>
                    <a:pt x="998" y="1957"/>
                  </a:lnTo>
                  <a:lnTo>
                    <a:pt x="966" y="1994"/>
                  </a:lnTo>
                  <a:lnTo>
                    <a:pt x="936" y="2027"/>
                  </a:lnTo>
                  <a:lnTo>
                    <a:pt x="911" y="2056"/>
                  </a:lnTo>
                  <a:lnTo>
                    <a:pt x="886" y="2081"/>
                  </a:lnTo>
                  <a:lnTo>
                    <a:pt x="868" y="2103"/>
                  </a:lnTo>
                  <a:lnTo>
                    <a:pt x="851" y="2121"/>
                  </a:lnTo>
                  <a:lnTo>
                    <a:pt x="839" y="2133"/>
                  </a:lnTo>
                  <a:lnTo>
                    <a:pt x="831" y="2141"/>
                  </a:lnTo>
                  <a:lnTo>
                    <a:pt x="828" y="2143"/>
                  </a:lnTo>
                  <a:lnTo>
                    <a:pt x="827" y="2141"/>
                  </a:lnTo>
                  <a:lnTo>
                    <a:pt x="819" y="2133"/>
                  </a:lnTo>
                  <a:lnTo>
                    <a:pt x="807" y="2121"/>
                  </a:lnTo>
                  <a:lnTo>
                    <a:pt x="791" y="2103"/>
                  </a:lnTo>
                  <a:lnTo>
                    <a:pt x="772" y="2081"/>
                  </a:lnTo>
                  <a:lnTo>
                    <a:pt x="747" y="2056"/>
                  </a:lnTo>
                  <a:lnTo>
                    <a:pt x="722" y="2027"/>
                  </a:lnTo>
                  <a:lnTo>
                    <a:pt x="692" y="1994"/>
                  </a:lnTo>
                  <a:lnTo>
                    <a:pt x="660" y="1957"/>
                  </a:lnTo>
                  <a:lnTo>
                    <a:pt x="626" y="1918"/>
                  </a:lnTo>
                  <a:lnTo>
                    <a:pt x="590" y="1876"/>
                  </a:lnTo>
                  <a:lnTo>
                    <a:pt x="553" y="1831"/>
                  </a:lnTo>
                  <a:lnTo>
                    <a:pt x="514" y="1785"/>
                  </a:lnTo>
                  <a:lnTo>
                    <a:pt x="475" y="1735"/>
                  </a:lnTo>
                  <a:lnTo>
                    <a:pt x="434" y="1684"/>
                  </a:lnTo>
                  <a:lnTo>
                    <a:pt x="394" y="1631"/>
                  </a:lnTo>
                  <a:lnTo>
                    <a:pt x="355" y="1577"/>
                  </a:lnTo>
                  <a:lnTo>
                    <a:pt x="316" y="1523"/>
                  </a:lnTo>
                  <a:lnTo>
                    <a:pt x="277" y="1468"/>
                  </a:lnTo>
                  <a:lnTo>
                    <a:pt x="239" y="1411"/>
                  </a:lnTo>
                  <a:lnTo>
                    <a:pt x="204" y="1354"/>
                  </a:lnTo>
                  <a:lnTo>
                    <a:pt x="169" y="1298"/>
                  </a:lnTo>
                  <a:lnTo>
                    <a:pt x="138" y="1241"/>
                  </a:lnTo>
                  <a:lnTo>
                    <a:pt x="108" y="1186"/>
                  </a:lnTo>
                  <a:lnTo>
                    <a:pt x="81" y="1131"/>
                  </a:lnTo>
                  <a:lnTo>
                    <a:pt x="58" y="1077"/>
                  </a:lnTo>
                  <a:lnTo>
                    <a:pt x="38" y="1024"/>
                  </a:lnTo>
                  <a:lnTo>
                    <a:pt x="22" y="971"/>
                  </a:lnTo>
                  <a:lnTo>
                    <a:pt x="9" y="923"/>
                  </a:lnTo>
                  <a:lnTo>
                    <a:pt x="3" y="874"/>
                  </a:lnTo>
                  <a:lnTo>
                    <a:pt x="0" y="828"/>
                  </a:lnTo>
                  <a:lnTo>
                    <a:pt x="4" y="745"/>
                  </a:lnTo>
                  <a:lnTo>
                    <a:pt x="18" y="663"/>
                  </a:lnTo>
                  <a:lnTo>
                    <a:pt x="38" y="583"/>
                  </a:lnTo>
                  <a:lnTo>
                    <a:pt x="65" y="506"/>
                  </a:lnTo>
                  <a:lnTo>
                    <a:pt x="100" y="435"/>
                  </a:lnTo>
                  <a:lnTo>
                    <a:pt x="142" y="366"/>
                  </a:lnTo>
                  <a:lnTo>
                    <a:pt x="189" y="302"/>
                  </a:lnTo>
                  <a:lnTo>
                    <a:pt x="243" y="243"/>
                  </a:lnTo>
                  <a:lnTo>
                    <a:pt x="302" y="189"/>
                  </a:lnTo>
                  <a:lnTo>
                    <a:pt x="366" y="142"/>
                  </a:lnTo>
                  <a:lnTo>
                    <a:pt x="434" y="100"/>
                  </a:lnTo>
                  <a:lnTo>
                    <a:pt x="506" y="65"/>
                  </a:lnTo>
                  <a:lnTo>
                    <a:pt x="583" y="38"/>
                  </a:lnTo>
                  <a:lnTo>
                    <a:pt x="662" y="18"/>
                  </a:lnTo>
                  <a:lnTo>
                    <a:pt x="745" y="4"/>
                  </a:lnTo>
                  <a:lnTo>
                    <a:pt x="828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grpSp>
          <p:nvGrpSpPr>
            <p:cNvPr id="67" name="그룹 66"/>
            <p:cNvGrpSpPr/>
            <p:nvPr/>
          </p:nvGrpSpPr>
          <p:grpSpPr>
            <a:xfrm>
              <a:off x="5938751" y="1461073"/>
              <a:ext cx="332252" cy="365050"/>
              <a:chOff x="5938751" y="1461073"/>
              <a:chExt cx="332252" cy="365050"/>
            </a:xfrm>
          </p:grpSpPr>
          <p:sp>
            <p:nvSpPr>
              <p:cNvPr id="38" name="Freeform 33"/>
              <p:cNvSpPr>
                <a:spLocks noEditPoints="1"/>
              </p:cNvSpPr>
              <p:nvPr/>
            </p:nvSpPr>
            <p:spPr bwMode="auto">
              <a:xfrm>
                <a:off x="5992938" y="1517399"/>
                <a:ext cx="223878" cy="308724"/>
              </a:xfrm>
              <a:custGeom>
                <a:avLst/>
                <a:gdLst>
                  <a:gd name="T0" fmla="*/ 813 w 2197"/>
                  <a:gd name="T1" fmla="*/ 324 h 3032"/>
                  <a:gd name="T2" fmla="*/ 519 w 2197"/>
                  <a:gd name="T3" fmla="*/ 505 h 3032"/>
                  <a:gd name="T4" fmla="*/ 329 w 2197"/>
                  <a:gd name="T5" fmla="*/ 783 h 3032"/>
                  <a:gd name="T6" fmla="*/ 281 w 2197"/>
                  <a:gd name="T7" fmla="*/ 1120 h 3032"/>
                  <a:gd name="T8" fmla="*/ 340 w 2197"/>
                  <a:gd name="T9" fmla="*/ 1390 h 3032"/>
                  <a:gd name="T10" fmla="*/ 449 w 2197"/>
                  <a:gd name="T11" fmla="*/ 1594 h 3032"/>
                  <a:gd name="T12" fmla="*/ 575 w 2197"/>
                  <a:gd name="T13" fmla="*/ 1783 h 3032"/>
                  <a:gd name="T14" fmla="*/ 653 w 2197"/>
                  <a:gd name="T15" fmla="*/ 1996 h 3032"/>
                  <a:gd name="T16" fmla="*/ 700 w 2197"/>
                  <a:gd name="T17" fmla="*/ 2142 h 3032"/>
                  <a:gd name="T18" fmla="*/ 1457 w 2197"/>
                  <a:gd name="T19" fmla="*/ 2178 h 3032"/>
                  <a:gd name="T20" fmla="*/ 1539 w 2197"/>
                  <a:gd name="T21" fmla="*/ 2071 h 3032"/>
                  <a:gd name="T22" fmla="*/ 1581 w 2197"/>
                  <a:gd name="T23" fmla="*/ 1864 h 3032"/>
                  <a:gd name="T24" fmla="*/ 1700 w 2197"/>
                  <a:gd name="T25" fmla="*/ 1666 h 3032"/>
                  <a:gd name="T26" fmla="*/ 1817 w 2197"/>
                  <a:gd name="T27" fmla="*/ 1478 h 3032"/>
                  <a:gd name="T28" fmla="*/ 1902 w 2197"/>
                  <a:gd name="T29" fmla="*/ 1238 h 3032"/>
                  <a:gd name="T30" fmla="*/ 1907 w 2197"/>
                  <a:gd name="T31" fmla="*/ 915 h 3032"/>
                  <a:gd name="T32" fmla="*/ 1769 w 2197"/>
                  <a:gd name="T33" fmla="*/ 606 h 3032"/>
                  <a:gd name="T34" fmla="*/ 1513 w 2197"/>
                  <a:gd name="T35" fmla="*/ 382 h 3032"/>
                  <a:gd name="T36" fmla="*/ 1174 w 2197"/>
                  <a:gd name="T37" fmla="*/ 279 h 3032"/>
                  <a:gd name="T38" fmla="*/ 1362 w 2197"/>
                  <a:gd name="T39" fmla="*/ 32 h 3032"/>
                  <a:gd name="T40" fmla="*/ 1747 w 2197"/>
                  <a:gd name="T41" fmla="*/ 204 h 3032"/>
                  <a:gd name="T42" fmla="*/ 2033 w 2197"/>
                  <a:gd name="T43" fmla="*/ 499 h 3032"/>
                  <a:gd name="T44" fmla="*/ 2182 w 2197"/>
                  <a:gd name="T45" fmla="*/ 883 h 3032"/>
                  <a:gd name="T46" fmla="*/ 2180 w 2197"/>
                  <a:gd name="T47" fmla="*/ 1263 h 3032"/>
                  <a:gd name="T48" fmla="*/ 2095 w 2197"/>
                  <a:gd name="T49" fmla="*/ 1542 h 3032"/>
                  <a:gd name="T50" fmla="*/ 1977 w 2197"/>
                  <a:gd name="T51" fmla="*/ 1752 h 3032"/>
                  <a:gd name="T52" fmla="*/ 1857 w 2197"/>
                  <a:gd name="T53" fmla="*/ 1933 h 3032"/>
                  <a:gd name="T54" fmla="*/ 1816 w 2197"/>
                  <a:gd name="T55" fmla="*/ 2095 h 3032"/>
                  <a:gd name="T56" fmla="*/ 1702 w 2197"/>
                  <a:gd name="T57" fmla="*/ 2328 h 3032"/>
                  <a:gd name="T58" fmla="*/ 1611 w 2197"/>
                  <a:gd name="T59" fmla="*/ 2485 h 3032"/>
                  <a:gd name="T60" fmla="*/ 1603 w 2197"/>
                  <a:gd name="T61" fmla="*/ 2631 h 3032"/>
                  <a:gd name="T62" fmla="*/ 1599 w 2197"/>
                  <a:gd name="T63" fmla="*/ 2699 h 3032"/>
                  <a:gd name="T64" fmla="*/ 1566 w 2197"/>
                  <a:gd name="T65" fmla="*/ 2789 h 3032"/>
                  <a:gd name="T66" fmla="*/ 1452 w 2197"/>
                  <a:gd name="T67" fmla="*/ 2888 h 3032"/>
                  <a:gd name="T68" fmla="*/ 1283 w 2197"/>
                  <a:gd name="T69" fmla="*/ 3010 h 3032"/>
                  <a:gd name="T70" fmla="*/ 965 w 2197"/>
                  <a:gd name="T71" fmla="*/ 3030 h 3032"/>
                  <a:gd name="T72" fmla="*/ 825 w 2197"/>
                  <a:gd name="T73" fmla="*/ 2922 h 3032"/>
                  <a:gd name="T74" fmla="*/ 657 w 2197"/>
                  <a:gd name="T75" fmla="*/ 2823 h 3032"/>
                  <a:gd name="T76" fmla="*/ 602 w 2197"/>
                  <a:gd name="T77" fmla="*/ 2718 h 3032"/>
                  <a:gd name="T78" fmla="*/ 597 w 2197"/>
                  <a:gd name="T79" fmla="*/ 2671 h 3032"/>
                  <a:gd name="T80" fmla="*/ 590 w 2197"/>
                  <a:gd name="T81" fmla="*/ 2546 h 3032"/>
                  <a:gd name="T82" fmla="*/ 582 w 2197"/>
                  <a:gd name="T83" fmla="*/ 2406 h 3032"/>
                  <a:gd name="T84" fmla="*/ 408 w 2197"/>
                  <a:gd name="T85" fmla="*/ 2193 h 3032"/>
                  <a:gd name="T86" fmla="*/ 368 w 2197"/>
                  <a:gd name="T87" fmla="*/ 1991 h 3032"/>
                  <a:gd name="T88" fmla="*/ 268 w 2197"/>
                  <a:gd name="T89" fmla="*/ 1821 h 3032"/>
                  <a:gd name="T90" fmla="*/ 149 w 2197"/>
                  <a:gd name="T91" fmla="*/ 1633 h 3032"/>
                  <a:gd name="T92" fmla="*/ 45 w 2197"/>
                  <a:gd name="T93" fmla="*/ 1384 h 3032"/>
                  <a:gd name="T94" fmla="*/ 0 w 2197"/>
                  <a:gd name="T95" fmla="*/ 1054 h 3032"/>
                  <a:gd name="T96" fmla="*/ 87 w 2197"/>
                  <a:gd name="T97" fmla="*/ 644 h 3032"/>
                  <a:gd name="T98" fmla="*/ 323 w 2197"/>
                  <a:gd name="T99" fmla="*/ 310 h 3032"/>
                  <a:gd name="T100" fmla="*/ 672 w 2197"/>
                  <a:gd name="T101" fmla="*/ 83 h 3032"/>
                  <a:gd name="T102" fmla="*/ 1099 w 2197"/>
                  <a:gd name="T103" fmla="*/ 0 h 30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</a:cxnLst>
                <a:rect l="0" t="0" r="r" b="b"/>
                <a:pathLst>
                  <a:path w="2197" h="3032">
                    <a:moveTo>
                      <a:pt x="1099" y="276"/>
                    </a:moveTo>
                    <a:lnTo>
                      <a:pt x="1024" y="279"/>
                    </a:lnTo>
                    <a:lnTo>
                      <a:pt x="951" y="288"/>
                    </a:lnTo>
                    <a:lnTo>
                      <a:pt x="881" y="304"/>
                    </a:lnTo>
                    <a:lnTo>
                      <a:pt x="813" y="324"/>
                    </a:lnTo>
                    <a:lnTo>
                      <a:pt x="747" y="352"/>
                    </a:lnTo>
                    <a:lnTo>
                      <a:pt x="685" y="383"/>
                    </a:lnTo>
                    <a:lnTo>
                      <a:pt x="626" y="419"/>
                    </a:lnTo>
                    <a:lnTo>
                      <a:pt x="571" y="460"/>
                    </a:lnTo>
                    <a:lnTo>
                      <a:pt x="519" y="505"/>
                    </a:lnTo>
                    <a:lnTo>
                      <a:pt x="471" y="553"/>
                    </a:lnTo>
                    <a:lnTo>
                      <a:pt x="429" y="606"/>
                    </a:lnTo>
                    <a:lnTo>
                      <a:pt x="391" y="662"/>
                    </a:lnTo>
                    <a:lnTo>
                      <a:pt x="358" y="721"/>
                    </a:lnTo>
                    <a:lnTo>
                      <a:pt x="329" y="783"/>
                    </a:lnTo>
                    <a:lnTo>
                      <a:pt x="308" y="848"/>
                    </a:lnTo>
                    <a:lnTo>
                      <a:pt x="292" y="915"/>
                    </a:lnTo>
                    <a:lnTo>
                      <a:pt x="282" y="983"/>
                    </a:lnTo>
                    <a:lnTo>
                      <a:pt x="278" y="1054"/>
                    </a:lnTo>
                    <a:lnTo>
                      <a:pt x="281" y="1120"/>
                    </a:lnTo>
                    <a:lnTo>
                      <a:pt x="286" y="1181"/>
                    </a:lnTo>
                    <a:lnTo>
                      <a:pt x="295" y="1238"/>
                    </a:lnTo>
                    <a:lnTo>
                      <a:pt x="308" y="1292"/>
                    </a:lnTo>
                    <a:lnTo>
                      <a:pt x="323" y="1343"/>
                    </a:lnTo>
                    <a:lnTo>
                      <a:pt x="340" y="1390"/>
                    </a:lnTo>
                    <a:lnTo>
                      <a:pt x="359" y="1435"/>
                    </a:lnTo>
                    <a:lnTo>
                      <a:pt x="380" y="1478"/>
                    </a:lnTo>
                    <a:lnTo>
                      <a:pt x="402" y="1518"/>
                    </a:lnTo>
                    <a:lnTo>
                      <a:pt x="426" y="1557"/>
                    </a:lnTo>
                    <a:lnTo>
                      <a:pt x="449" y="1594"/>
                    </a:lnTo>
                    <a:lnTo>
                      <a:pt x="474" y="1630"/>
                    </a:lnTo>
                    <a:lnTo>
                      <a:pt x="496" y="1665"/>
                    </a:lnTo>
                    <a:lnTo>
                      <a:pt x="523" y="1704"/>
                    </a:lnTo>
                    <a:lnTo>
                      <a:pt x="550" y="1744"/>
                    </a:lnTo>
                    <a:lnTo>
                      <a:pt x="575" y="1783"/>
                    </a:lnTo>
                    <a:lnTo>
                      <a:pt x="597" y="1823"/>
                    </a:lnTo>
                    <a:lnTo>
                      <a:pt x="617" y="1864"/>
                    </a:lnTo>
                    <a:lnTo>
                      <a:pt x="632" y="1906"/>
                    </a:lnTo>
                    <a:lnTo>
                      <a:pt x="645" y="1950"/>
                    </a:lnTo>
                    <a:lnTo>
                      <a:pt x="653" y="1996"/>
                    </a:lnTo>
                    <a:lnTo>
                      <a:pt x="655" y="2044"/>
                    </a:lnTo>
                    <a:lnTo>
                      <a:pt x="658" y="2071"/>
                    </a:lnTo>
                    <a:lnTo>
                      <a:pt x="669" y="2097"/>
                    </a:lnTo>
                    <a:lnTo>
                      <a:pt x="682" y="2121"/>
                    </a:lnTo>
                    <a:lnTo>
                      <a:pt x="700" y="2142"/>
                    </a:lnTo>
                    <a:lnTo>
                      <a:pt x="720" y="2162"/>
                    </a:lnTo>
                    <a:lnTo>
                      <a:pt x="740" y="2178"/>
                    </a:lnTo>
                    <a:lnTo>
                      <a:pt x="759" y="2193"/>
                    </a:lnTo>
                    <a:lnTo>
                      <a:pt x="1438" y="2193"/>
                    </a:lnTo>
                    <a:lnTo>
                      <a:pt x="1457" y="2178"/>
                    </a:lnTo>
                    <a:lnTo>
                      <a:pt x="1478" y="2162"/>
                    </a:lnTo>
                    <a:lnTo>
                      <a:pt x="1498" y="2142"/>
                    </a:lnTo>
                    <a:lnTo>
                      <a:pt x="1515" y="2121"/>
                    </a:lnTo>
                    <a:lnTo>
                      <a:pt x="1529" y="2097"/>
                    </a:lnTo>
                    <a:lnTo>
                      <a:pt x="1539" y="2071"/>
                    </a:lnTo>
                    <a:lnTo>
                      <a:pt x="1542" y="2044"/>
                    </a:lnTo>
                    <a:lnTo>
                      <a:pt x="1545" y="1996"/>
                    </a:lnTo>
                    <a:lnTo>
                      <a:pt x="1553" y="1950"/>
                    </a:lnTo>
                    <a:lnTo>
                      <a:pt x="1565" y="1906"/>
                    </a:lnTo>
                    <a:lnTo>
                      <a:pt x="1581" y="1864"/>
                    </a:lnTo>
                    <a:lnTo>
                      <a:pt x="1600" y="1824"/>
                    </a:lnTo>
                    <a:lnTo>
                      <a:pt x="1623" y="1783"/>
                    </a:lnTo>
                    <a:lnTo>
                      <a:pt x="1647" y="1744"/>
                    </a:lnTo>
                    <a:lnTo>
                      <a:pt x="1673" y="1705"/>
                    </a:lnTo>
                    <a:lnTo>
                      <a:pt x="1700" y="1666"/>
                    </a:lnTo>
                    <a:lnTo>
                      <a:pt x="1724" y="1631"/>
                    </a:lnTo>
                    <a:lnTo>
                      <a:pt x="1748" y="1595"/>
                    </a:lnTo>
                    <a:lnTo>
                      <a:pt x="1772" y="1558"/>
                    </a:lnTo>
                    <a:lnTo>
                      <a:pt x="1796" y="1518"/>
                    </a:lnTo>
                    <a:lnTo>
                      <a:pt x="1817" y="1478"/>
                    </a:lnTo>
                    <a:lnTo>
                      <a:pt x="1839" y="1435"/>
                    </a:lnTo>
                    <a:lnTo>
                      <a:pt x="1858" y="1390"/>
                    </a:lnTo>
                    <a:lnTo>
                      <a:pt x="1875" y="1343"/>
                    </a:lnTo>
                    <a:lnTo>
                      <a:pt x="1890" y="1292"/>
                    </a:lnTo>
                    <a:lnTo>
                      <a:pt x="1902" y="1238"/>
                    </a:lnTo>
                    <a:lnTo>
                      <a:pt x="1911" y="1181"/>
                    </a:lnTo>
                    <a:lnTo>
                      <a:pt x="1917" y="1120"/>
                    </a:lnTo>
                    <a:lnTo>
                      <a:pt x="1919" y="1054"/>
                    </a:lnTo>
                    <a:lnTo>
                      <a:pt x="1916" y="983"/>
                    </a:lnTo>
                    <a:lnTo>
                      <a:pt x="1907" y="915"/>
                    </a:lnTo>
                    <a:lnTo>
                      <a:pt x="1890" y="847"/>
                    </a:lnTo>
                    <a:lnTo>
                      <a:pt x="1868" y="783"/>
                    </a:lnTo>
                    <a:lnTo>
                      <a:pt x="1841" y="721"/>
                    </a:lnTo>
                    <a:lnTo>
                      <a:pt x="1807" y="661"/>
                    </a:lnTo>
                    <a:lnTo>
                      <a:pt x="1769" y="606"/>
                    </a:lnTo>
                    <a:lnTo>
                      <a:pt x="1726" y="553"/>
                    </a:lnTo>
                    <a:lnTo>
                      <a:pt x="1679" y="505"/>
                    </a:lnTo>
                    <a:lnTo>
                      <a:pt x="1628" y="460"/>
                    </a:lnTo>
                    <a:lnTo>
                      <a:pt x="1572" y="418"/>
                    </a:lnTo>
                    <a:lnTo>
                      <a:pt x="1513" y="382"/>
                    </a:lnTo>
                    <a:lnTo>
                      <a:pt x="1451" y="352"/>
                    </a:lnTo>
                    <a:lnTo>
                      <a:pt x="1385" y="324"/>
                    </a:lnTo>
                    <a:lnTo>
                      <a:pt x="1317" y="304"/>
                    </a:lnTo>
                    <a:lnTo>
                      <a:pt x="1246" y="288"/>
                    </a:lnTo>
                    <a:lnTo>
                      <a:pt x="1174" y="279"/>
                    </a:lnTo>
                    <a:lnTo>
                      <a:pt x="1099" y="276"/>
                    </a:lnTo>
                    <a:close/>
                    <a:moveTo>
                      <a:pt x="1099" y="0"/>
                    </a:moveTo>
                    <a:lnTo>
                      <a:pt x="1188" y="3"/>
                    </a:lnTo>
                    <a:lnTo>
                      <a:pt x="1277" y="15"/>
                    </a:lnTo>
                    <a:lnTo>
                      <a:pt x="1362" y="32"/>
                    </a:lnTo>
                    <a:lnTo>
                      <a:pt x="1446" y="54"/>
                    </a:lnTo>
                    <a:lnTo>
                      <a:pt x="1525" y="83"/>
                    </a:lnTo>
                    <a:lnTo>
                      <a:pt x="1603" y="118"/>
                    </a:lnTo>
                    <a:lnTo>
                      <a:pt x="1676" y="159"/>
                    </a:lnTo>
                    <a:lnTo>
                      <a:pt x="1747" y="204"/>
                    </a:lnTo>
                    <a:lnTo>
                      <a:pt x="1813" y="255"/>
                    </a:lnTo>
                    <a:lnTo>
                      <a:pt x="1875" y="310"/>
                    </a:lnTo>
                    <a:lnTo>
                      <a:pt x="1932" y="368"/>
                    </a:lnTo>
                    <a:lnTo>
                      <a:pt x="1985" y="433"/>
                    </a:lnTo>
                    <a:lnTo>
                      <a:pt x="2033" y="499"/>
                    </a:lnTo>
                    <a:lnTo>
                      <a:pt x="2075" y="570"/>
                    </a:lnTo>
                    <a:lnTo>
                      <a:pt x="2111" y="644"/>
                    </a:lnTo>
                    <a:lnTo>
                      <a:pt x="2140" y="722"/>
                    </a:lnTo>
                    <a:lnTo>
                      <a:pt x="2165" y="801"/>
                    </a:lnTo>
                    <a:lnTo>
                      <a:pt x="2182" y="883"/>
                    </a:lnTo>
                    <a:lnTo>
                      <a:pt x="2194" y="968"/>
                    </a:lnTo>
                    <a:lnTo>
                      <a:pt x="2197" y="1054"/>
                    </a:lnTo>
                    <a:lnTo>
                      <a:pt x="2195" y="1128"/>
                    </a:lnTo>
                    <a:lnTo>
                      <a:pt x="2189" y="1197"/>
                    </a:lnTo>
                    <a:lnTo>
                      <a:pt x="2180" y="1263"/>
                    </a:lnTo>
                    <a:lnTo>
                      <a:pt x="2168" y="1326"/>
                    </a:lnTo>
                    <a:lnTo>
                      <a:pt x="2153" y="1384"/>
                    </a:lnTo>
                    <a:lnTo>
                      <a:pt x="2136" y="1440"/>
                    </a:lnTo>
                    <a:lnTo>
                      <a:pt x="2116" y="1493"/>
                    </a:lnTo>
                    <a:lnTo>
                      <a:pt x="2095" y="1542"/>
                    </a:lnTo>
                    <a:lnTo>
                      <a:pt x="2072" y="1588"/>
                    </a:lnTo>
                    <a:lnTo>
                      <a:pt x="2050" y="1632"/>
                    </a:lnTo>
                    <a:lnTo>
                      <a:pt x="2025" y="1675"/>
                    </a:lnTo>
                    <a:lnTo>
                      <a:pt x="2001" y="1714"/>
                    </a:lnTo>
                    <a:lnTo>
                      <a:pt x="1977" y="1752"/>
                    </a:lnTo>
                    <a:lnTo>
                      <a:pt x="1953" y="1787"/>
                    </a:lnTo>
                    <a:lnTo>
                      <a:pt x="1929" y="1820"/>
                    </a:lnTo>
                    <a:lnTo>
                      <a:pt x="1902" y="1862"/>
                    </a:lnTo>
                    <a:lnTo>
                      <a:pt x="1877" y="1899"/>
                    </a:lnTo>
                    <a:lnTo>
                      <a:pt x="1857" y="1933"/>
                    </a:lnTo>
                    <a:lnTo>
                      <a:pt x="1841" y="1963"/>
                    </a:lnTo>
                    <a:lnTo>
                      <a:pt x="1830" y="1991"/>
                    </a:lnTo>
                    <a:lnTo>
                      <a:pt x="1822" y="2019"/>
                    </a:lnTo>
                    <a:lnTo>
                      <a:pt x="1819" y="2044"/>
                    </a:lnTo>
                    <a:lnTo>
                      <a:pt x="1816" y="2095"/>
                    </a:lnTo>
                    <a:lnTo>
                      <a:pt x="1806" y="2145"/>
                    </a:lnTo>
                    <a:lnTo>
                      <a:pt x="1790" y="2193"/>
                    </a:lnTo>
                    <a:lnTo>
                      <a:pt x="1766" y="2240"/>
                    </a:lnTo>
                    <a:lnTo>
                      <a:pt x="1738" y="2285"/>
                    </a:lnTo>
                    <a:lnTo>
                      <a:pt x="1702" y="2328"/>
                    </a:lnTo>
                    <a:lnTo>
                      <a:pt x="1662" y="2369"/>
                    </a:lnTo>
                    <a:lnTo>
                      <a:pt x="1615" y="2406"/>
                    </a:lnTo>
                    <a:lnTo>
                      <a:pt x="1614" y="2429"/>
                    </a:lnTo>
                    <a:lnTo>
                      <a:pt x="1613" y="2456"/>
                    </a:lnTo>
                    <a:lnTo>
                      <a:pt x="1611" y="2485"/>
                    </a:lnTo>
                    <a:lnTo>
                      <a:pt x="1609" y="2515"/>
                    </a:lnTo>
                    <a:lnTo>
                      <a:pt x="1607" y="2546"/>
                    </a:lnTo>
                    <a:lnTo>
                      <a:pt x="1606" y="2576"/>
                    </a:lnTo>
                    <a:lnTo>
                      <a:pt x="1604" y="2605"/>
                    </a:lnTo>
                    <a:lnTo>
                      <a:pt x="1603" y="2631"/>
                    </a:lnTo>
                    <a:lnTo>
                      <a:pt x="1601" y="2653"/>
                    </a:lnTo>
                    <a:lnTo>
                      <a:pt x="1600" y="2671"/>
                    </a:lnTo>
                    <a:lnTo>
                      <a:pt x="1600" y="2682"/>
                    </a:lnTo>
                    <a:lnTo>
                      <a:pt x="1599" y="2685"/>
                    </a:lnTo>
                    <a:lnTo>
                      <a:pt x="1599" y="2699"/>
                    </a:lnTo>
                    <a:lnTo>
                      <a:pt x="1597" y="2715"/>
                    </a:lnTo>
                    <a:lnTo>
                      <a:pt x="1592" y="2732"/>
                    </a:lnTo>
                    <a:lnTo>
                      <a:pt x="1587" y="2750"/>
                    </a:lnTo>
                    <a:lnTo>
                      <a:pt x="1578" y="2770"/>
                    </a:lnTo>
                    <a:lnTo>
                      <a:pt x="1566" y="2789"/>
                    </a:lnTo>
                    <a:lnTo>
                      <a:pt x="1552" y="2809"/>
                    </a:lnTo>
                    <a:lnTo>
                      <a:pt x="1533" y="2831"/>
                    </a:lnTo>
                    <a:lnTo>
                      <a:pt x="1511" y="2850"/>
                    </a:lnTo>
                    <a:lnTo>
                      <a:pt x="1483" y="2870"/>
                    </a:lnTo>
                    <a:lnTo>
                      <a:pt x="1452" y="2888"/>
                    </a:lnTo>
                    <a:lnTo>
                      <a:pt x="1415" y="2906"/>
                    </a:lnTo>
                    <a:lnTo>
                      <a:pt x="1372" y="2922"/>
                    </a:lnTo>
                    <a:lnTo>
                      <a:pt x="1347" y="2953"/>
                    </a:lnTo>
                    <a:lnTo>
                      <a:pt x="1317" y="2983"/>
                    </a:lnTo>
                    <a:lnTo>
                      <a:pt x="1283" y="3010"/>
                    </a:lnTo>
                    <a:lnTo>
                      <a:pt x="1259" y="3022"/>
                    </a:lnTo>
                    <a:lnTo>
                      <a:pt x="1233" y="3030"/>
                    </a:lnTo>
                    <a:lnTo>
                      <a:pt x="1205" y="3032"/>
                    </a:lnTo>
                    <a:lnTo>
                      <a:pt x="992" y="3032"/>
                    </a:lnTo>
                    <a:lnTo>
                      <a:pt x="965" y="3030"/>
                    </a:lnTo>
                    <a:lnTo>
                      <a:pt x="939" y="3022"/>
                    </a:lnTo>
                    <a:lnTo>
                      <a:pt x="915" y="3010"/>
                    </a:lnTo>
                    <a:lnTo>
                      <a:pt x="881" y="2983"/>
                    </a:lnTo>
                    <a:lnTo>
                      <a:pt x="850" y="2953"/>
                    </a:lnTo>
                    <a:lnTo>
                      <a:pt x="825" y="2922"/>
                    </a:lnTo>
                    <a:lnTo>
                      <a:pt x="780" y="2904"/>
                    </a:lnTo>
                    <a:lnTo>
                      <a:pt x="741" y="2886"/>
                    </a:lnTo>
                    <a:lnTo>
                      <a:pt x="707" y="2866"/>
                    </a:lnTo>
                    <a:lnTo>
                      <a:pt x="680" y="2844"/>
                    </a:lnTo>
                    <a:lnTo>
                      <a:pt x="657" y="2823"/>
                    </a:lnTo>
                    <a:lnTo>
                      <a:pt x="639" y="2800"/>
                    </a:lnTo>
                    <a:lnTo>
                      <a:pt x="626" y="2779"/>
                    </a:lnTo>
                    <a:lnTo>
                      <a:pt x="614" y="2757"/>
                    </a:lnTo>
                    <a:lnTo>
                      <a:pt x="607" y="2737"/>
                    </a:lnTo>
                    <a:lnTo>
                      <a:pt x="602" y="2718"/>
                    </a:lnTo>
                    <a:lnTo>
                      <a:pt x="599" y="2701"/>
                    </a:lnTo>
                    <a:lnTo>
                      <a:pt x="598" y="2685"/>
                    </a:lnTo>
                    <a:lnTo>
                      <a:pt x="598" y="2685"/>
                    </a:lnTo>
                    <a:lnTo>
                      <a:pt x="598" y="2682"/>
                    </a:lnTo>
                    <a:lnTo>
                      <a:pt x="597" y="2671"/>
                    </a:lnTo>
                    <a:lnTo>
                      <a:pt x="596" y="2653"/>
                    </a:lnTo>
                    <a:lnTo>
                      <a:pt x="595" y="2631"/>
                    </a:lnTo>
                    <a:lnTo>
                      <a:pt x="594" y="2605"/>
                    </a:lnTo>
                    <a:lnTo>
                      <a:pt x="592" y="2576"/>
                    </a:lnTo>
                    <a:lnTo>
                      <a:pt x="590" y="2546"/>
                    </a:lnTo>
                    <a:lnTo>
                      <a:pt x="588" y="2515"/>
                    </a:lnTo>
                    <a:lnTo>
                      <a:pt x="587" y="2485"/>
                    </a:lnTo>
                    <a:lnTo>
                      <a:pt x="585" y="2456"/>
                    </a:lnTo>
                    <a:lnTo>
                      <a:pt x="584" y="2429"/>
                    </a:lnTo>
                    <a:lnTo>
                      <a:pt x="582" y="2406"/>
                    </a:lnTo>
                    <a:lnTo>
                      <a:pt x="536" y="2369"/>
                    </a:lnTo>
                    <a:lnTo>
                      <a:pt x="495" y="2328"/>
                    </a:lnTo>
                    <a:lnTo>
                      <a:pt x="460" y="2285"/>
                    </a:lnTo>
                    <a:lnTo>
                      <a:pt x="432" y="2240"/>
                    </a:lnTo>
                    <a:lnTo>
                      <a:pt x="408" y="2193"/>
                    </a:lnTo>
                    <a:lnTo>
                      <a:pt x="392" y="2145"/>
                    </a:lnTo>
                    <a:lnTo>
                      <a:pt x="382" y="2095"/>
                    </a:lnTo>
                    <a:lnTo>
                      <a:pt x="378" y="2044"/>
                    </a:lnTo>
                    <a:lnTo>
                      <a:pt x="376" y="2019"/>
                    </a:lnTo>
                    <a:lnTo>
                      <a:pt x="368" y="1991"/>
                    </a:lnTo>
                    <a:lnTo>
                      <a:pt x="357" y="1963"/>
                    </a:lnTo>
                    <a:lnTo>
                      <a:pt x="341" y="1933"/>
                    </a:lnTo>
                    <a:lnTo>
                      <a:pt x="320" y="1899"/>
                    </a:lnTo>
                    <a:lnTo>
                      <a:pt x="297" y="1862"/>
                    </a:lnTo>
                    <a:lnTo>
                      <a:pt x="268" y="1821"/>
                    </a:lnTo>
                    <a:lnTo>
                      <a:pt x="245" y="1788"/>
                    </a:lnTo>
                    <a:lnTo>
                      <a:pt x="222" y="1752"/>
                    </a:lnTo>
                    <a:lnTo>
                      <a:pt x="197" y="1714"/>
                    </a:lnTo>
                    <a:lnTo>
                      <a:pt x="173" y="1675"/>
                    </a:lnTo>
                    <a:lnTo>
                      <a:pt x="149" y="1633"/>
                    </a:lnTo>
                    <a:lnTo>
                      <a:pt x="125" y="1588"/>
                    </a:lnTo>
                    <a:lnTo>
                      <a:pt x="102" y="1542"/>
                    </a:lnTo>
                    <a:lnTo>
                      <a:pt x="82" y="1493"/>
                    </a:lnTo>
                    <a:lnTo>
                      <a:pt x="62" y="1440"/>
                    </a:lnTo>
                    <a:lnTo>
                      <a:pt x="45" y="1384"/>
                    </a:lnTo>
                    <a:lnTo>
                      <a:pt x="30" y="1326"/>
                    </a:lnTo>
                    <a:lnTo>
                      <a:pt x="17" y="1263"/>
                    </a:lnTo>
                    <a:lnTo>
                      <a:pt x="8" y="1197"/>
                    </a:lnTo>
                    <a:lnTo>
                      <a:pt x="3" y="1128"/>
                    </a:lnTo>
                    <a:lnTo>
                      <a:pt x="0" y="1054"/>
                    </a:lnTo>
                    <a:lnTo>
                      <a:pt x="4" y="968"/>
                    </a:lnTo>
                    <a:lnTo>
                      <a:pt x="15" y="883"/>
                    </a:lnTo>
                    <a:lnTo>
                      <a:pt x="32" y="801"/>
                    </a:lnTo>
                    <a:lnTo>
                      <a:pt x="57" y="722"/>
                    </a:lnTo>
                    <a:lnTo>
                      <a:pt x="87" y="644"/>
                    </a:lnTo>
                    <a:lnTo>
                      <a:pt x="123" y="570"/>
                    </a:lnTo>
                    <a:lnTo>
                      <a:pt x="165" y="499"/>
                    </a:lnTo>
                    <a:lnTo>
                      <a:pt x="213" y="433"/>
                    </a:lnTo>
                    <a:lnTo>
                      <a:pt x="266" y="368"/>
                    </a:lnTo>
                    <a:lnTo>
                      <a:pt x="323" y="310"/>
                    </a:lnTo>
                    <a:lnTo>
                      <a:pt x="385" y="255"/>
                    </a:lnTo>
                    <a:lnTo>
                      <a:pt x="451" y="204"/>
                    </a:lnTo>
                    <a:lnTo>
                      <a:pt x="521" y="159"/>
                    </a:lnTo>
                    <a:lnTo>
                      <a:pt x="595" y="118"/>
                    </a:lnTo>
                    <a:lnTo>
                      <a:pt x="672" y="83"/>
                    </a:lnTo>
                    <a:lnTo>
                      <a:pt x="753" y="54"/>
                    </a:lnTo>
                    <a:lnTo>
                      <a:pt x="836" y="32"/>
                    </a:lnTo>
                    <a:lnTo>
                      <a:pt x="921" y="15"/>
                    </a:lnTo>
                    <a:lnTo>
                      <a:pt x="1009" y="3"/>
                    </a:lnTo>
                    <a:lnTo>
                      <a:pt x="1099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39" name="Freeform 34"/>
              <p:cNvSpPr>
                <a:spLocks/>
              </p:cNvSpPr>
              <p:nvPr/>
            </p:nvSpPr>
            <p:spPr bwMode="auto">
              <a:xfrm>
                <a:off x="6097747" y="1461073"/>
                <a:ext cx="14260" cy="35649"/>
              </a:xfrm>
              <a:custGeom>
                <a:avLst/>
                <a:gdLst>
                  <a:gd name="T0" fmla="*/ 69 w 138"/>
                  <a:gd name="T1" fmla="*/ 0 h 344"/>
                  <a:gd name="T2" fmla="*/ 69 w 138"/>
                  <a:gd name="T3" fmla="*/ 0 h 344"/>
                  <a:gd name="T4" fmla="*/ 87 w 138"/>
                  <a:gd name="T5" fmla="*/ 3 h 344"/>
                  <a:gd name="T6" fmla="*/ 104 w 138"/>
                  <a:gd name="T7" fmla="*/ 9 h 344"/>
                  <a:gd name="T8" fmla="*/ 118 w 138"/>
                  <a:gd name="T9" fmla="*/ 21 h 344"/>
                  <a:gd name="T10" fmla="*/ 129 w 138"/>
                  <a:gd name="T11" fmla="*/ 34 h 344"/>
                  <a:gd name="T12" fmla="*/ 136 w 138"/>
                  <a:gd name="T13" fmla="*/ 51 h 344"/>
                  <a:gd name="T14" fmla="*/ 138 w 138"/>
                  <a:gd name="T15" fmla="*/ 69 h 344"/>
                  <a:gd name="T16" fmla="*/ 138 w 138"/>
                  <a:gd name="T17" fmla="*/ 275 h 344"/>
                  <a:gd name="T18" fmla="*/ 136 w 138"/>
                  <a:gd name="T19" fmla="*/ 294 h 344"/>
                  <a:gd name="T20" fmla="*/ 129 w 138"/>
                  <a:gd name="T21" fmla="*/ 310 h 344"/>
                  <a:gd name="T22" fmla="*/ 118 w 138"/>
                  <a:gd name="T23" fmla="*/ 325 h 344"/>
                  <a:gd name="T24" fmla="*/ 104 w 138"/>
                  <a:gd name="T25" fmla="*/ 335 h 344"/>
                  <a:gd name="T26" fmla="*/ 87 w 138"/>
                  <a:gd name="T27" fmla="*/ 342 h 344"/>
                  <a:gd name="T28" fmla="*/ 69 w 138"/>
                  <a:gd name="T29" fmla="*/ 344 h 344"/>
                  <a:gd name="T30" fmla="*/ 51 w 138"/>
                  <a:gd name="T31" fmla="*/ 342 h 344"/>
                  <a:gd name="T32" fmla="*/ 34 w 138"/>
                  <a:gd name="T33" fmla="*/ 335 h 344"/>
                  <a:gd name="T34" fmla="*/ 20 w 138"/>
                  <a:gd name="T35" fmla="*/ 325 h 344"/>
                  <a:gd name="T36" fmla="*/ 9 w 138"/>
                  <a:gd name="T37" fmla="*/ 310 h 344"/>
                  <a:gd name="T38" fmla="*/ 2 w 138"/>
                  <a:gd name="T39" fmla="*/ 294 h 344"/>
                  <a:gd name="T40" fmla="*/ 0 w 138"/>
                  <a:gd name="T41" fmla="*/ 275 h 344"/>
                  <a:gd name="T42" fmla="*/ 0 w 138"/>
                  <a:gd name="T43" fmla="*/ 69 h 344"/>
                  <a:gd name="T44" fmla="*/ 2 w 138"/>
                  <a:gd name="T45" fmla="*/ 51 h 344"/>
                  <a:gd name="T46" fmla="*/ 9 w 138"/>
                  <a:gd name="T47" fmla="*/ 34 h 344"/>
                  <a:gd name="T48" fmla="*/ 20 w 138"/>
                  <a:gd name="T49" fmla="*/ 21 h 344"/>
                  <a:gd name="T50" fmla="*/ 34 w 138"/>
                  <a:gd name="T51" fmla="*/ 9 h 344"/>
                  <a:gd name="T52" fmla="*/ 51 w 138"/>
                  <a:gd name="T53" fmla="*/ 3 h 344"/>
                  <a:gd name="T54" fmla="*/ 69 w 138"/>
                  <a:gd name="T55" fmla="*/ 0 h 34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</a:cxnLst>
                <a:rect l="0" t="0" r="r" b="b"/>
                <a:pathLst>
                  <a:path w="138" h="344">
                    <a:moveTo>
                      <a:pt x="69" y="0"/>
                    </a:moveTo>
                    <a:lnTo>
                      <a:pt x="69" y="0"/>
                    </a:lnTo>
                    <a:lnTo>
                      <a:pt x="87" y="3"/>
                    </a:lnTo>
                    <a:lnTo>
                      <a:pt x="104" y="9"/>
                    </a:lnTo>
                    <a:lnTo>
                      <a:pt x="118" y="21"/>
                    </a:lnTo>
                    <a:lnTo>
                      <a:pt x="129" y="34"/>
                    </a:lnTo>
                    <a:lnTo>
                      <a:pt x="136" y="51"/>
                    </a:lnTo>
                    <a:lnTo>
                      <a:pt x="138" y="69"/>
                    </a:lnTo>
                    <a:lnTo>
                      <a:pt x="138" y="275"/>
                    </a:lnTo>
                    <a:lnTo>
                      <a:pt x="136" y="294"/>
                    </a:lnTo>
                    <a:lnTo>
                      <a:pt x="129" y="310"/>
                    </a:lnTo>
                    <a:lnTo>
                      <a:pt x="118" y="325"/>
                    </a:lnTo>
                    <a:lnTo>
                      <a:pt x="104" y="335"/>
                    </a:lnTo>
                    <a:lnTo>
                      <a:pt x="87" y="342"/>
                    </a:lnTo>
                    <a:lnTo>
                      <a:pt x="69" y="344"/>
                    </a:lnTo>
                    <a:lnTo>
                      <a:pt x="51" y="342"/>
                    </a:lnTo>
                    <a:lnTo>
                      <a:pt x="34" y="335"/>
                    </a:lnTo>
                    <a:lnTo>
                      <a:pt x="20" y="325"/>
                    </a:lnTo>
                    <a:lnTo>
                      <a:pt x="9" y="310"/>
                    </a:lnTo>
                    <a:lnTo>
                      <a:pt x="2" y="294"/>
                    </a:lnTo>
                    <a:lnTo>
                      <a:pt x="0" y="275"/>
                    </a:lnTo>
                    <a:lnTo>
                      <a:pt x="0" y="69"/>
                    </a:lnTo>
                    <a:lnTo>
                      <a:pt x="2" y="51"/>
                    </a:lnTo>
                    <a:lnTo>
                      <a:pt x="9" y="34"/>
                    </a:lnTo>
                    <a:lnTo>
                      <a:pt x="20" y="21"/>
                    </a:lnTo>
                    <a:lnTo>
                      <a:pt x="34" y="9"/>
                    </a:lnTo>
                    <a:lnTo>
                      <a:pt x="51" y="3"/>
                    </a:lnTo>
                    <a:lnTo>
                      <a:pt x="69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40" name="Freeform 35"/>
              <p:cNvSpPr>
                <a:spLocks/>
              </p:cNvSpPr>
              <p:nvPr/>
            </p:nvSpPr>
            <p:spPr bwMode="auto">
              <a:xfrm>
                <a:off x="6018605" y="1482463"/>
                <a:ext cx="24242" cy="32084"/>
              </a:xfrm>
              <a:custGeom>
                <a:avLst/>
                <a:gdLst>
                  <a:gd name="T0" fmla="*/ 69 w 243"/>
                  <a:gd name="T1" fmla="*/ 0 h 317"/>
                  <a:gd name="T2" fmla="*/ 87 w 243"/>
                  <a:gd name="T3" fmla="*/ 2 h 317"/>
                  <a:gd name="T4" fmla="*/ 103 w 243"/>
                  <a:gd name="T5" fmla="*/ 9 h 317"/>
                  <a:gd name="T6" fmla="*/ 118 w 243"/>
                  <a:gd name="T7" fmla="*/ 20 h 317"/>
                  <a:gd name="T8" fmla="*/ 129 w 243"/>
                  <a:gd name="T9" fmla="*/ 34 h 317"/>
                  <a:gd name="T10" fmla="*/ 233 w 243"/>
                  <a:gd name="T11" fmla="*/ 214 h 317"/>
                  <a:gd name="T12" fmla="*/ 240 w 243"/>
                  <a:gd name="T13" fmla="*/ 230 h 317"/>
                  <a:gd name="T14" fmla="*/ 243 w 243"/>
                  <a:gd name="T15" fmla="*/ 248 h 317"/>
                  <a:gd name="T16" fmla="*/ 240 w 243"/>
                  <a:gd name="T17" fmla="*/ 265 h 317"/>
                  <a:gd name="T18" fmla="*/ 233 w 243"/>
                  <a:gd name="T19" fmla="*/ 282 h 317"/>
                  <a:gd name="T20" fmla="*/ 223 w 243"/>
                  <a:gd name="T21" fmla="*/ 297 h 317"/>
                  <a:gd name="T22" fmla="*/ 209 w 243"/>
                  <a:gd name="T23" fmla="*/ 308 h 317"/>
                  <a:gd name="T24" fmla="*/ 191 w 243"/>
                  <a:gd name="T25" fmla="*/ 315 h 317"/>
                  <a:gd name="T26" fmla="*/ 173 w 243"/>
                  <a:gd name="T27" fmla="*/ 317 h 317"/>
                  <a:gd name="T28" fmla="*/ 155 w 243"/>
                  <a:gd name="T29" fmla="*/ 315 h 317"/>
                  <a:gd name="T30" fmla="*/ 139 w 243"/>
                  <a:gd name="T31" fmla="*/ 308 h 317"/>
                  <a:gd name="T32" fmla="*/ 125 w 243"/>
                  <a:gd name="T33" fmla="*/ 297 h 317"/>
                  <a:gd name="T34" fmla="*/ 113 w 243"/>
                  <a:gd name="T35" fmla="*/ 282 h 317"/>
                  <a:gd name="T36" fmla="*/ 9 w 243"/>
                  <a:gd name="T37" fmla="*/ 103 h 317"/>
                  <a:gd name="T38" fmla="*/ 2 w 243"/>
                  <a:gd name="T39" fmla="*/ 86 h 317"/>
                  <a:gd name="T40" fmla="*/ 0 w 243"/>
                  <a:gd name="T41" fmla="*/ 68 h 317"/>
                  <a:gd name="T42" fmla="*/ 2 w 243"/>
                  <a:gd name="T43" fmla="*/ 51 h 317"/>
                  <a:gd name="T44" fmla="*/ 9 w 243"/>
                  <a:gd name="T45" fmla="*/ 34 h 317"/>
                  <a:gd name="T46" fmla="*/ 20 w 243"/>
                  <a:gd name="T47" fmla="*/ 21 h 317"/>
                  <a:gd name="T48" fmla="*/ 34 w 243"/>
                  <a:gd name="T49" fmla="*/ 10 h 317"/>
                  <a:gd name="T50" fmla="*/ 52 w 243"/>
                  <a:gd name="T51" fmla="*/ 2 h 317"/>
                  <a:gd name="T52" fmla="*/ 69 w 243"/>
                  <a:gd name="T53" fmla="*/ 0 h 3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243" h="317">
                    <a:moveTo>
                      <a:pt x="69" y="0"/>
                    </a:moveTo>
                    <a:lnTo>
                      <a:pt x="87" y="2"/>
                    </a:lnTo>
                    <a:lnTo>
                      <a:pt x="103" y="9"/>
                    </a:lnTo>
                    <a:lnTo>
                      <a:pt x="118" y="20"/>
                    </a:lnTo>
                    <a:lnTo>
                      <a:pt x="129" y="34"/>
                    </a:lnTo>
                    <a:lnTo>
                      <a:pt x="233" y="214"/>
                    </a:lnTo>
                    <a:lnTo>
                      <a:pt x="240" y="230"/>
                    </a:lnTo>
                    <a:lnTo>
                      <a:pt x="243" y="248"/>
                    </a:lnTo>
                    <a:lnTo>
                      <a:pt x="240" y="265"/>
                    </a:lnTo>
                    <a:lnTo>
                      <a:pt x="233" y="282"/>
                    </a:lnTo>
                    <a:lnTo>
                      <a:pt x="223" y="297"/>
                    </a:lnTo>
                    <a:lnTo>
                      <a:pt x="209" y="308"/>
                    </a:lnTo>
                    <a:lnTo>
                      <a:pt x="191" y="315"/>
                    </a:lnTo>
                    <a:lnTo>
                      <a:pt x="173" y="317"/>
                    </a:lnTo>
                    <a:lnTo>
                      <a:pt x="155" y="315"/>
                    </a:lnTo>
                    <a:lnTo>
                      <a:pt x="139" y="308"/>
                    </a:lnTo>
                    <a:lnTo>
                      <a:pt x="125" y="297"/>
                    </a:lnTo>
                    <a:lnTo>
                      <a:pt x="113" y="282"/>
                    </a:lnTo>
                    <a:lnTo>
                      <a:pt x="9" y="103"/>
                    </a:lnTo>
                    <a:lnTo>
                      <a:pt x="2" y="86"/>
                    </a:lnTo>
                    <a:lnTo>
                      <a:pt x="0" y="68"/>
                    </a:lnTo>
                    <a:lnTo>
                      <a:pt x="2" y="51"/>
                    </a:lnTo>
                    <a:lnTo>
                      <a:pt x="9" y="34"/>
                    </a:lnTo>
                    <a:lnTo>
                      <a:pt x="20" y="21"/>
                    </a:lnTo>
                    <a:lnTo>
                      <a:pt x="34" y="10"/>
                    </a:lnTo>
                    <a:lnTo>
                      <a:pt x="52" y="2"/>
                    </a:lnTo>
                    <a:lnTo>
                      <a:pt x="69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41" name="Freeform 36"/>
              <p:cNvSpPr>
                <a:spLocks/>
              </p:cNvSpPr>
              <p:nvPr/>
            </p:nvSpPr>
            <p:spPr bwMode="auto">
              <a:xfrm>
                <a:off x="5960141" y="1540215"/>
                <a:ext cx="32085" cy="24954"/>
              </a:xfrm>
              <a:custGeom>
                <a:avLst/>
                <a:gdLst>
                  <a:gd name="T0" fmla="*/ 69 w 319"/>
                  <a:gd name="T1" fmla="*/ 0 h 241"/>
                  <a:gd name="T2" fmla="*/ 86 w 319"/>
                  <a:gd name="T3" fmla="*/ 3 h 241"/>
                  <a:gd name="T4" fmla="*/ 104 w 319"/>
                  <a:gd name="T5" fmla="*/ 9 h 241"/>
                  <a:gd name="T6" fmla="*/ 285 w 319"/>
                  <a:gd name="T7" fmla="*/ 112 h 241"/>
                  <a:gd name="T8" fmla="*/ 299 w 319"/>
                  <a:gd name="T9" fmla="*/ 124 h 241"/>
                  <a:gd name="T10" fmla="*/ 310 w 319"/>
                  <a:gd name="T11" fmla="*/ 138 h 241"/>
                  <a:gd name="T12" fmla="*/ 316 w 319"/>
                  <a:gd name="T13" fmla="*/ 155 h 241"/>
                  <a:gd name="T14" fmla="*/ 319 w 319"/>
                  <a:gd name="T15" fmla="*/ 172 h 241"/>
                  <a:gd name="T16" fmla="*/ 316 w 319"/>
                  <a:gd name="T17" fmla="*/ 190 h 241"/>
                  <a:gd name="T18" fmla="*/ 310 w 319"/>
                  <a:gd name="T19" fmla="*/ 206 h 241"/>
                  <a:gd name="T20" fmla="*/ 298 w 319"/>
                  <a:gd name="T21" fmla="*/ 221 h 241"/>
                  <a:gd name="T22" fmla="*/ 283 w 319"/>
                  <a:gd name="T23" fmla="*/ 232 h 241"/>
                  <a:gd name="T24" fmla="*/ 266 w 319"/>
                  <a:gd name="T25" fmla="*/ 239 h 241"/>
                  <a:gd name="T26" fmla="*/ 249 w 319"/>
                  <a:gd name="T27" fmla="*/ 241 h 241"/>
                  <a:gd name="T28" fmla="*/ 231 w 319"/>
                  <a:gd name="T29" fmla="*/ 239 h 241"/>
                  <a:gd name="T30" fmla="*/ 214 w 319"/>
                  <a:gd name="T31" fmla="*/ 231 h 241"/>
                  <a:gd name="T32" fmla="*/ 34 w 319"/>
                  <a:gd name="T33" fmla="*/ 129 h 241"/>
                  <a:gd name="T34" fmla="*/ 19 w 319"/>
                  <a:gd name="T35" fmla="*/ 118 h 241"/>
                  <a:gd name="T36" fmla="*/ 9 w 319"/>
                  <a:gd name="T37" fmla="*/ 103 h 241"/>
                  <a:gd name="T38" fmla="*/ 2 w 319"/>
                  <a:gd name="T39" fmla="*/ 87 h 241"/>
                  <a:gd name="T40" fmla="*/ 0 w 319"/>
                  <a:gd name="T41" fmla="*/ 69 h 241"/>
                  <a:gd name="T42" fmla="*/ 2 w 319"/>
                  <a:gd name="T43" fmla="*/ 51 h 241"/>
                  <a:gd name="T44" fmla="*/ 9 w 319"/>
                  <a:gd name="T45" fmla="*/ 34 h 241"/>
                  <a:gd name="T46" fmla="*/ 20 w 319"/>
                  <a:gd name="T47" fmla="*/ 20 h 241"/>
                  <a:gd name="T48" fmla="*/ 35 w 319"/>
                  <a:gd name="T49" fmla="*/ 9 h 241"/>
                  <a:gd name="T50" fmla="*/ 51 w 319"/>
                  <a:gd name="T51" fmla="*/ 3 h 241"/>
                  <a:gd name="T52" fmla="*/ 69 w 319"/>
                  <a:gd name="T53" fmla="*/ 0 h 24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319" h="241">
                    <a:moveTo>
                      <a:pt x="69" y="0"/>
                    </a:moveTo>
                    <a:lnTo>
                      <a:pt x="86" y="3"/>
                    </a:lnTo>
                    <a:lnTo>
                      <a:pt x="104" y="9"/>
                    </a:lnTo>
                    <a:lnTo>
                      <a:pt x="285" y="112"/>
                    </a:lnTo>
                    <a:lnTo>
                      <a:pt x="299" y="124"/>
                    </a:lnTo>
                    <a:lnTo>
                      <a:pt x="310" y="138"/>
                    </a:lnTo>
                    <a:lnTo>
                      <a:pt x="316" y="155"/>
                    </a:lnTo>
                    <a:lnTo>
                      <a:pt x="319" y="172"/>
                    </a:lnTo>
                    <a:lnTo>
                      <a:pt x="316" y="190"/>
                    </a:lnTo>
                    <a:lnTo>
                      <a:pt x="310" y="206"/>
                    </a:lnTo>
                    <a:lnTo>
                      <a:pt x="298" y="221"/>
                    </a:lnTo>
                    <a:lnTo>
                      <a:pt x="283" y="232"/>
                    </a:lnTo>
                    <a:lnTo>
                      <a:pt x="266" y="239"/>
                    </a:lnTo>
                    <a:lnTo>
                      <a:pt x="249" y="241"/>
                    </a:lnTo>
                    <a:lnTo>
                      <a:pt x="231" y="239"/>
                    </a:lnTo>
                    <a:lnTo>
                      <a:pt x="214" y="231"/>
                    </a:lnTo>
                    <a:lnTo>
                      <a:pt x="34" y="129"/>
                    </a:lnTo>
                    <a:lnTo>
                      <a:pt x="19" y="118"/>
                    </a:lnTo>
                    <a:lnTo>
                      <a:pt x="9" y="103"/>
                    </a:lnTo>
                    <a:lnTo>
                      <a:pt x="2" y="87"/>
                    </a:lnTo>
                    <a:lnTo>
                      <a:pt x="0" y="69"/>
                    </a:lnTo>
                    <a:lnTo>
                      <a:pt x="2" y="51"/>
                    </a:lnTo>
                    <a:lnTo>
                      <a:pt x="9" y="34"/>
                    </a:lnTo>
                    <a:lnTo>
                      <a:pt x="20" y="20"/>
                    </a:lnTo>
                    <a:lnTo>
                      <a:pt x="35" y="9"/>
                    </a:lnTo>
                    <a:lnTo>
                      <a:pt x="51" y="3"/>
                    </a:lnTo>
                    <a:lnTo>
                      <a:pt x="69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42" name="Freeform 37"/>
              <p:cNvSpPr>
                <a:spLocks/>
              </p:cNvSpPr>
              <p:nvPr/>
            </p:nvSpPr>
            <p:spPr bwMode="auto">
              <a:xfrm>
                <a:off x="5938751" y="1619356"/>
                <a:ext cx="34937" cy="14260"/>
              </a:xfrm>
              <a:custGeom>
                <a:avLst/>
                <a:gdLst>
                  <a:gd name="T0" fmla="*/ 69 w 347"/>
                  <a:gd name="T1" fmla="*/ 0 h 139"/>
                  <a:gd name="T2" fmla="*/ 278 w 347"/>
                  <a:gd name="T3" fmla="*/ 0 h 139"/>
                  <a:gd name="T4" fmla="*/ 296 w 347"/>
                  <a:gd name="T5" fmla="*/ 4 h 139"/>
                  <a:gd name="T6" fmla="*/ 313 w 347"/>
                  <a:gd name="T7" fmla="*/ 10 h 139"/>
                  <a:gd name="T8" fmla="*/ 327 w 347"/>
                  <a:gd name="T9" fmla="*/ 21 h 139"/>
                  <a:gd name="T10" fmla="*/ 338 w 347"/>
                  <a:gd name="T11" fmla="*/ 35 h 139"/>
                  <a:gd name="T12" fmla="*/ 345 w 347"/>
                  <a:gd name="T13" fmla="*/ 51 h 139"/>
                  <a:gd name="T14" fmla="*/ 347 w 347"/>
                  <a:gd name="T15" fmla="*/ 70 h 139"/>
                  <a:gd name="T16" fmla="*/ 345 w 347"/>
                  <a:gd name="T17" fmla="*/ 88 h 139"/>
                  <a:gd name="T18" fmla="*/ 338 w 347"/>
                  <a:gd name="T19" fmla="*/ 104 h 139"/>
                  <a:gd name="T20" fmla="*/ 327 w 347"/>
                  <a:gd name="T21" fmla="*/ 119 h 139"/>
                  <a:gd name="T22" fmla="*/ 313 w 347"/>
                  <a:gd name="T23" fmla="*/ 129 h 139"/>
                  <a:gd name="T24" fmla="*/ 296 w 347"/>
                  <a:gd name="T25" fmla="*/ 137 h 139"/>
                  <a:gd name="T26" fmla="*/ 278 w 347"/>
                  <a:gd name="T27" fmla="*/ 139 h 139"/>
                  <a:gd name="T28" fmla="*/ 69 w 347"/>
                  <a:gd name="T29" fmla="*/ 139 h 139"/>
                  <a:gd name="T30" fmla="*/ 51 w 347"/>
                  <a:gd name="T31" fmla="*/ 137 h 139"/>
                  <a:gd name="T32" fmla="*/ 35 w 347"/>
                  <a:gd name="T33" fmla="*/ 129 h 139"/>
                  <a:gd name="T34" fmla="*/ 20 w 347"/>
                  <a:gd name="T35" fmla="*/ 119 h 139"/>
                  <a:gd name="T36" fmla="*/ 10 w 347"/>
                  <a:gd name="T37" fmla="*/ 104 h 139"/>
                  <a:gd name="T38" fmla="*/ 2 w 347"/>
                  <a:gd name="T39" fmla="*/ 88 h 139"/>
                  <a:gd name="T40" fmla="*/ 0 w 347"/>
                  <a:gd name="T41" fmla="*/ 70 h 139"/>
                  <a:gd name="T42" fmla="*/ 2 w 347"/>
                  <a:gd name="T43" fmla="*/ 51 h 139"/>
                  <a:gd name="T44" fmla="*/ 10 w 347"/>
                  <a:gd name="T45" fmla="*/ 35 h 139"/>
                  <a:gd name="T46" fmla="*/ 20 w 347"/>
                  <a:gd name="T47" fmla="*/ 21 h 139"/>
                  <a:gd name="T48" fmla="*/ 35 w 347"/>
                  <a:gd name="T49" fmla="*/ 10 h 139"/>
                  <a:gd name="T50" fmla="*/ 51 w 347"/>
                  <a:gd name="T51" fmla="*/ 4 h 139"/>
                  <a:gd name="T52" fmla="*/ 69 w 347"/>
                  <a:gd name="T53" fmla="*/ 0 h 1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347" h="139">
                    <a:moveTo>
                      <a:pt x="69" y="0"/>
                    </a:moveTo>
                    <a:lnTo>
                      <a:pt x="278" y="0"/>
                    </a:lnTo>
                    <a:lnTo>
                      <a:pt x="296" y="4"/>
                    </a:lnTo>
                    <a:lnTo>
                      <a:pt x="313" y="10"/>
                    </a:lnTo>
                    <a:lnTo>
                      <a:pt x="327" y="21"/>
                    </a:lnTo>
                    <a:lnTo>
                      <a:pt x="338" y="35"/>
                    </a:lnTo>
                    <a:lnTo>
                      <a:pt x="345" y="51"/>
                    </a:lnTo>
                    <a:lnTo>
                      <a:pt x="347" y="70"/>
                    </a:lnTo>
                    <a:lnTo>
                      <a:pt x="345" y="88"/>
                    </a:lnTo>
                    <a:lnTo>
                      <a:pt x="338" y="104"/>
                    </a:lnTo>
                    <a:lnTo>
                      <a:pt x="327" y="119"/>
                    </a:lnTo>
                    <a:lnTo>
                      <a:pt x="313" y="129"/>
                    </a:lnTo>
                    <a:lnTo>
                      <a:pt x="296" y="137"/>
                    </a:lnTo>
                    <a:lnTo>
                      <a:pt x="278" y="139"/>
                    </a:lnTo>
                    <a:lnTo>
                      <a:pt x="69" y="139"/>
                    </a:lnTo>
                    <a:lnTo>
                      <a:pt x="51" y="137"/>
                    </a:lnTo>
                    <a:lnTo>
                      <a:pt x="35" y="129"/>
                    </a:lnTo>
                    <a:lnTo>
                      <a:pt x="20" y="119"/>
                    </a:lnTo>
                    <a:lnTo>
                      <a:pt x="10" y="104"/>
                    </a:lnTo>
                    <a:lnTo>
                      <a:pt x="2" y="88"/>
                    </a:lnTo>
                    <a:lnTo>
                      <a:pt x="0" y="70"/>
                    </a:lnTo>
                    <a:lnTo>
                      <a:pt x="2" y="51"/>
                    </a:lnTo>
                    <a:lnTo>
                      <a:pt x="10" y="35"/>
                    </a:lnTo>
                    <a:lnTo>
                      <a:pt x="20" y="21"/>
                    </a:lnTo>
                    <a:lnTo>
                      <a:pt x="35" y="10"/>
                    </a:lnTo>
                    <a:lnTo>
                      <a:pt x="51" y="4"/>
                    </a:lnTo>
                    <a:lnTo>
                      <a:pt x="69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43" name="Freeform 38"/>
              <p:cNvSpPr>
                <a:spLocks/>
              </p:cNvSpPr>
              <p:nvPr/>
            </p:nvSpPr>
            <p:spPr bwMode="auto">
              <a:xfrm>
                <a:off x="5960141" y="1687803"/>
                <a:ext cx="32085" cy="24954"/>
              </a:xfrm>
              <a:custGeom>
                <a:avLst/>
                <a:gdLst>
                  <a:gd name="T0" fmla="*/ 249 w 319"/>
                  <a:gd name="T1" fmla="*/ 0 h 242"/>
                  <a:gd name="T2" fmla="*/ 268 w 319"/>
                  <a:gd name="T3" fmla="*/ 3 h 242"/>
                  <a:gd name="T4" fmla="*/ 283 w 319"/>
                  <a:gd name="T5" fmla="*/ 9 h 242"/>
                  <a:gd name="T6" fmla="*/ 298 w 319"/>
                  <a:gd name="T7" fmla="*/ 20 h 242"/>
                  <a:gd name="T8" fmla="*/ 310 w 319"/>
                  <a:gd name="T9" fmla="*/ 35 h 242"/>
                  <a:gd name="T10" fmla="*/ 316 w 319"/>
                  <a:gd name="T11" fmla="*/ 52 h 242"/>
                  <a:gd name="T12" fmla="*/ 319 w 319"/>
                  <a:gd name="T13" fmla="*/ 70 h 242"/>
                  <a:gd name="T14" fmla="*/ 316 w 319"/>
                  <a:gd name="T15" fmla="*/ 86 h 242"/>
                  <a:gd name="T16" fmla="*/ 310 w 319"/>
                  <a:gd name="T17" fmla="*/ 103 h 242"/>
                  <a:gd name="T18" fmla="*/ 298 w 319"/>
                  <a:gd name="T19" fmla="*/ 118 h 242"/>
                  <a:gd name="T20" fmla="*/ 285 w 319"/>
                  <a:gd name="T21" fmla="*/ 129 h 242"/>
                  <a:gd name="T22" fmla="*/ 104 w 319"/>
                  <a:gd name="T23" fmla="*/ 232 h 242"/>
                  <a:gd name="T24" fmla="*/ 87 w 319"/>
                  <a:gd name="T25" fmla="*/ 239 h 242"/>
                  <a:gd name="T26" fmla="*/ 69 w 319"/>
                  <a:gd name="T27" fmla="*/ 242 h 242"/>
                  <a:gd name="T28" fmla="*/ 51 w 319"/>
                  <a:gd name="T29" fmla="*/ 239 h 242"/>
                  <a:gd name="T30" fmla="*/ 35 w 319"/>
                  <a:gd name="T31" fmla="*/ 233 h 242"/>
                  <a:gd name="T32" fmla="*/ 20 w 319"/>
                  <a:gd name="T33" fmla="*/ 222 h 242"/>
                  <a:gd name="T34" fmla="*/ 9 w 319"/>
                  <a:gd name="T35" fmla="*/ 207 h 242"/>
                  <a:gd name="T36" fmla="*/ 2 w 319"/>
                  <a:gd name="T37" fmla="*/ 190 h 242"/>
                  <a:gd name="T38" fmla="*/ 0 w 319"/>
                  <a:gd name="T39" fmla="*/ 172 h 242"/>
                  <a:gd name="T40" fmla="*/ 2 w 319"/>
                  <a:gd name="T41" fmla="*/ 155 h 242"/>
                  <a:gd name="T42" fmla="*/ 9 w 319"/>
                  <a:gd name="T43" fmla="*/ 138 h 242"/>
                  <a:gd name="T44" fmla="*/ 19 w 319"/>
                  <a:gd name="T45" fmla="*/ 125 h 242"/>
                  <a:gd name="T46" fmla="*/ 34 w 319"/>
                  <a:gd name="T47" fmla="*/ 114 h 242"/>
                  <a:gd name="T48" fmla="*/ 214 w 319"/>
                  <a:gd name="T49" fmla="*/ 10 h 242"/>
                  <a:gd name="T50" fmla="*/ 232 w 319"/>
                  <a:gd name="T51" fmla="*/ 2 h 242"/>
                  <a:gd name="T52" fmla="*/ 249 w 319"/>
                  <a:gd name="T53" fmla="*/ 0 h 2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319" h="242">
                    <a:moveTo>
                      <a:pt x="249" y="0"/>
                    </a:moveTo>
                    <a:lnTo>
                      <a:pt x="268" y="3"/>
                    </a:lnTo>
                    <a:lnTo>
                      <a:pt x="283" y="9"/>
                    </a:lnTo>
                    <a:lnTo>
                      <a:pt x="298" y="20"/>
                    </a:lnTo>
                    <a:lnTo>
                      <a:pt x="310" y="35"/>
                    </a:lnTo>
                    <a:lnTo>
                      <a:pt x="316" y="52"/>
                    </a:lnTo>
                    <a:lnTo>
                      <a:pt x="319" y="70"/>
                    </a:lnTo>
                    <a:lnTo>
                      <a:pt x="316" y="86"/>
                    </a:lnTo>
                    <a:lnTo>
                      <a:pt x="310" y="103"/>
                    </a:lnTo>
                    <a:lnTo>
                      <a:pt x="298" y="118"/>
                    </a:lnTo>
                    <a:lnTo>
                      <a:pt x="285" y="129"/>
                    </a:lnTo>
                    <a:lnTo>
                      <a:pt x="104" y="232"/>
                    </a:lnTo>
                    <a:lnTo>
                      <a:pt x="87" y="239"/>
                    </a:lnTo>
                    <a:lnTo>
                      <a:pt x="69" y="242"/>
                    </a:lnTo>
                    <a:lnTo>
                      <a:pt x="51" y="239"/>
                    </a:lnTo>
                    <a:lnTo>
                      <a:pt x="35" y="233"/>
                    </a:lnTo>
                    <a:lnTo>
                      <a:pt x="20" y="222"/>
                    </a:lnTo>
                    <a:lnTo>
                      <a:pt x="9" y="207"/>
                    </a:lnTo>
                    <a:lnTo>
                      <a:pt x="2" y="190"/>
                    </a:lnTo>
                    <a:lnTo>
                      <a:pt x="0" y="172"/>
                    </a:lnTo>
                    <a:lnTo>
                      <a:pt x="2" y="155"/>
                    </a:lnTo>
                    <a:lnTo>
                      <a:pt x="9" y="138"/>
                    </a:lnTo>
                    <a:lnTo>
                      <a:pt x="19" y="125"/>
                    </a:lnTo>
                    <a:lnTo>
                      <a:pt x="34" y="114"/>
                    </a:lnTo>
                    <a:lnTo>
                      <a:pt x="214" y="10"/>
                    </a:lnTo>
                    <a:lnTo>
                      <a:pt x="232" y="2"/>
                    </a:lnTo>
                    <a:lnTo>
                      <a:pt x="249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44" name="Freeform 39"/>
              <p:cNvSpPr>
                <a:spLocks/>
              </p:cNvSpPr>
              <p:nvPr/>
            </p:nvSpPr>
            <p:spPr bwMode="auto">
              <a:xfrm>
                <a:off x="6217529" y="1687803"/>
                <a:ext cx="32085" cy="24954"/>
              </a:xfrm>
              <a:custGeom>
                <a:avLst/>
                <a:gdLst>
                  <a:gd name="T0" fmla="*/ 69 w 319"/>
                  <a:gd name="T1" fmla="*/ 0 h 242"/>
                  <a:gd name="T2" fmla="*/ 87 w 319"/>
                  <a:gd name="T3" fmla="*/ 2 h 242"/>
                  <a:gd name="T4" fmla="*/ 104 w 319"/>
                  <a:gd name="T5" fmla="*/ 10 h 242"/>
                  <a:gd name="T6" fmla="*/ 285 w 319"/>
                  <a:gd name="T7" fmla="*/ 114 h 242"/>
                  <a:gd name="T8" fmla="*/ 299 w 319"/>
                  <a:gd name="T9" fmla="*/ 125 h 242"/>
                  <a:gd name="T10" fmla="*/ 310 w 319"/>
                  <a:gd name="T11" fmla="*/ 138 h 242"/>
                  <a:gd name="T12" fmla="*/ 316 w 319"/>
                  <a:gd name="T13" fmla="*/ 155 h 242"/>
                  <a:gd name="T14" fmla="*/ 319 w 319"/>
                  <a:gd name="T15" fmla="*/ 172 h 242"/>
                  <a:gd name="T16" fmla="*/ 316 w 319"/>
                  <a:gd name="T17" fmla="*/ 190 h 242"/>
                  <a:gd name="T18" fmla="*/ 310 w 319"/>
                  <a:gd name="T19" fmla="*/ 207 h 242"/>
                  <a:gd name="T20" fmla="*/ 298 w 319"/>
                  <a:gd name="T21" fmla="*/ 222 h 242"/>
                  <a:gd name="T22" fmla="*/ 284 w 319"/>
                  <a:gd name="T23" fmla="*/ 233 h 242"/>
                  <a:gd name="T24" fmla="*/ 268 w 319"/>
                  <a:gd name="T25" fmla="*/ 239 h 242"/>
                  <a:gd name="T26" fmla="*/ 250 w 319"/>
                  <a:gd name="T27" fmla="*/ 242 h 242"/>
                  <a:gd name="T28" fmla="*/ 231 w 319"/>
                  <a:gd name="T29" fmla="*/ 239 h 242"/>
                  <a:gd name="T30" fmla="*/ 214 w 319"/>
                  <a:gd name="T31" fmla="*/ 232 h 242"/>
                  <a:gd name="T32" fmla="*/ 34 w 319"/>
                  <a:gd name="T33" fmla="*/ 129 h 242"/>
                  <a:gd name="T34" fmla="*/ 20 w 319"/>
                  <a:gd name="T35" fmla="*/ 118 h 242"/>
                  <a:gd name="T36" fmla="*/ 9 w 319"/>
                  <a:gd name="T37" fmla="*/ 103 h 242"/>
                  <a:gd name="T38" fmla="*/ 2 w 319"/>
                  <a:gd name="T39" fmla="*/ 86 h 242"/>
                  <a:gd name="T40" fmla="*/ 0 w 319"/>
                  <a:gd name="T41" fmla="*/ 70 h 242"/>
                  <a:gd name="T42" fmla="*/ 2 w 319"/>
                  <a:gd name="T43" fmla="*/ 52 h 242"/>
                  <a:gd name="T44" fmla="*/ 9 w 319"/>
                  <a:gd name="T45" fmla="*/ 35 h 242"/>
                  <a:gd name="T46" fmla="*/ 20 w 319"/>
                  <a:gd name="T47" fmla="*/ 20 h 242"/>
                  <a:gd name="T48" fmla="*/ 35 w 319"/>
                  <a:gd name="T49" fmla="*/ 9 h 242"/>
                  <a:gd name="T50" fmla="*/ 51 w 319"/>
                  <a:gd name="T51" fmla="*/ 3 h 242"/>
                  <a:gd name="T52" fmla="*/ 69 w 319"/>
                  <a:gd name="T53" fmla="*/ 0 h 2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319" h="242">
                    <a:moveTo>
                      <a:pt x="69" y="0"/>
                    </a:moveTo>
                    <a:lnTo>
                      <a:pt x="87" y="2"/>
                    </a:lnTo>
                    <a:lnTo>
                      <a:pt x="104" y="10"/>
                    </a:lnTo>
                    <a:lnTo>
                      <a:pt x="285" y="114"/>
                    </a:lnTo>
                    <a:lnTo>
                      <a:pt x="299" y="125"/>
                    </a:lnTo>
                    <a:lnTo>
                      <a:pt x="310" y="138"/>
                    </a:lnTo>
                    <a:lnTo>
                      <a:pt x="316" y="155"/>
                    </a:lnTo>
                    <a:lnTo>
                      <a:pt x="319" y="172"/>
                    </a:lnTo>
                    <a:lnTo>
                      <a:pt x="316" y="190"/>
                    </a:lnTo>
                    <a:lnTo>
                      <a:pt x="310" y="207"/>
                    </a:lnTo>
                    <a:lnTo>
                      <a:pt x="298" y="222"/>
                    </a:lnTo>
                    <a:lnTo>
                      <a:pt x="284" y="233"/>
                    </a:lnTo>
                    <a:lnTo>
                      <a:pt x="268" y="239"/>
                    </a:lnTo>
                    <a:lnTo>
                      <a:pt x="250" y="242"/>
                    </a:lnTo>
                    <a:lnTo>
                      <a:pt x="231" y="239"/>
                    </a:lnTo>
                    <a:lnTo>
                      <a:pt x="214" y="232"/>
                    </a:lnTo>
                    <a:lnTo>
                      <a:pt x="34" y="129"/>
                    </a:lnTo>
                    <a:lnTo>
                      <a:pt x="20" y="118"/>
                    </a:lnTo>
                    <a:lnTo>
                      <a:pt x="9" y="103"/>
                    </a:lnTo>
                    <a:lnTo>
                      <a:pt x="2" y="86"/>
                    </a:lnTo>
                    <a:lnTo>
                      <a:pt x="0" y="70"/>
                    </a:lnTo>
                    <a:lnTo>
                      <a:pt x="2" y="52"/>
                    </a:lnTo>
                    <a:lnTo>
                      <a:pt x="9" y="35"/>
                    </a:lnTo>
                    <a:lnTo>
                      <a:pt x="20" y="20"/>
                    </a:lnTo>
                    <a:lnTo>
                      <a:pt x="35" y="9"/>
                    </a:lnTo>
                    <a:lnTo>
                      <a:pt x="51" y="3"/>
                    </a:lnTo>
                    <a:lnTo>
                      <a:pt x="69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45" name="Freeform 40"/>
              <p:cNvSpPr>
                <a:spLocks/>
              </p:cNvSpPr>
              <p:nvPr/>
            </p:nvSpPr>
            <p:spPr bwMode="auto">
              <a:xfrm>
                <a:off x="6236066" y="1619356"/>
                <a:ext cx="34937" cy="14260"/>
              </a:xfrm>
              <a:custGeom>
                <a:avLst/>
                <a:gdLst>
                  <a:gd name="T0" fmla="*/ 70 w 348"/>
                  <a:gd name="T1" fmla="*/ 0 h 139"/>
                  <a:gd name="T2" fmla="*/ 278 w 348"/>
                  <a:gd name="T3" fmla="*/ 0 h 139"/>
                  <a:gd name="T4" fmla="*/ 297 w 348"/>
                  <a:gd name="T5" fmla="*/ 4 h 139"/>
                  <a:gd name="T6" fmla="*/ 314 w 348"/>
                  <a:gd name="T7" fmla="*/ 10 h 139"/>
                  <a:gd name="T8" fmla="*/ 327 w 348"/>
                  <a:gd name="T9" fmla="*/ 21 h 139"/>
                  <a:gd name="T10" fmla="*/ 337 w 348"/>
                  <a:gd name="T11" fmla="*/ 35 h 139"/>
                  <a:gd name="T12" fmla="*/ 345 w 348"/>
                  <a:gd name="T13" fmla="*/ 51 h 139"/>
                  <a:gd name="T14" fmla="*/ 348 w 348"/>
                  <a:gd name="T15" fmla="*/ 70 h 139"/>
                  <a:gd name="T16" fmla="*/ 345 w 348"/>
                  <a:gd name="T17" fmla="*/ 88 h 139"/>
                  <a:gd name="T18" fmla="*/ 337 w 348"/>
                  <a:gd name="T19" fmla="*/ 104 h 139"/>
                  <a:gd name="T20" fmla="*/ 327 w 348"/>
                  <a:gd name="T21" fmla="*/ 119 h 139"/>
                  <a:gd name="T22" fmla="*/ 314 w 348"/>
                  <a:gd name="T23" fmla="*/ 129 h 139"/>
                  <a:gd name="T24" fmla="*/ 297 w 348"/>
                  <a:gd name="T25" fmla="*/ 137 h 139"/>
                  <a:gd name="T26" fmla="*/ 278 w 348"/>
                  <a:gd name="T27" fmla="*/ 139 h 139"/>
                  <a:gd name="T28" fmla="*/ 70 w 348"/>
                  <a:gd name="T29" fmla="*/ 139 h 139"/>
                  <a:gd name="T30" fmla="*/ 52 w 348"/>
                  <a:gd name="T31" fmla="*/ 137 h 139"/>
                  <a:gd name="T32" fmla="*/ 34 w 348"/>
                  <a:gd name="T33" fmla="*/ 129 h 139"/>
                  <a:gd name="T34" fmla="*/ 21 w 348"/>
                  <a:gd name="T35" fmla="*/ 119 h 139"/>
                  <a:gd name="T36" fmla="*/ 10 w 348"/>
                  <a:gd name="T37" fmla="*/ 104 h 139"/>
                  <a:gd name="T38" fmla="*/ 3 w 348"/>
                  <a:gd name="T39" fmla="*/ 88 h 139"/>
                  <a:gd name="T40" fmla="*/ 0 w 348"/>
                  <a:gd name="T41" fmla="*/ 70 h 139"/>
                  <a:gd name="T42" fmla="*/ 3 w 348"/>
                  <a:gd name="T43" fmla="*/ 51 h 139"/>
                  <a:gd name="T44" fmla="*/ 10 w 348"/>
                  <a:gd name="T45" fmla="*/ 35 h 139"/>
                  <a:gd name="T46" fmla="*/ 21 w 348"/>
                  <a:gd name="T47" fmla="*/ 21 h 139"/>
                  <a:gd name="T48" fmla="*/ 34 w 348"/>
                  <a:gd name="T49" fmla="*/ 10 h 139"/>
                  <a:gd name="T50" fmla="*/ 52 w 348"/>
                  <a:gd name="T51" fmla="*/ 4 h 139"/>
                  <a:gd name="T52" fmla="*/ 70 w 348"/>
                  <a:gd name="T53" fmla="*/ 0 h 1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348" h="139">
                    <a:moveTo>
                      <a:pt x="70" y="0"/>
                    </a:moveTo>
                    <a:lnTo>
                      <a:pt x="278" y="0"/>
                    </a:lnTo>
                    <a:lnTo>
                      <a:pt x="297" y="4"/>
                    </a:lnTo>
                    <a:lnTo>
                      <a:pt x="314" y="10"/>
                    </a:lnTo>
                    <a:lnTo>
                      <a:pt x="327" y="21"/>
                    </a:lnTo>
                    <a:lnTo>
                      <a:pt x="337" y="35"/>
                    </a:lnTo>
                    <a:lnTo>
                      <a:pt x="345" y="51"/>
                    </a:lnTo>
                    <a:lnTo>
                      <a:pt x="348" y="70"/>
                    </a:lnTo>
                    <a:lnTo>
                      <a:pt x="345" y="88"/>
                    </a:lnTo>
                    <a:lnTo>
                      <a:pt x="337" y="104"/>
                    </a:lnTo>
                    <a:lnTo>
                      <a:pt x="327" y="119"/>
                    </a:lnTo>
                    <a:lnTo>
                      <a:pt x="314" y="129"/>
                    </a:lnTo>
                    <a:lnTo>
                      <a:pt x="297" y="137"/>
                    </a:lnTo>
                    <a:lnTo>
                      <a:pt x="278" y="139"/>
                    </a:lnTo>
                    <a:lnTo>
                      <a:pt x="70" y="139"/>
                    </a:lnTo>
                    <a:lnTo>
                      <a:pt x="52" y="137"/>
                    </a:lnTo>
                    <a:lnTo>
                      <a:pt x="34" y="129"/>
                    </a:lnTo>
                    <a:lnTo>
                      <a:pt x="21" y="119"/>
                    </a:lnTo>
                    <a:lnTo>
                      <a:pt x="10" y="104"/>
                    </a:lnTo>
                    <a:lnTo>
                      <a:pt x="3" y="88"/>
                    </a:lnTo>
                    <a:lnTo>
                      <a:pt x="0" y="70"/>
                    </a:lnTo>
                    <a:lnTo>
                      <a:pt x="3" y="51"/>
                    </a:lnTo>
                    <a:lnTo>
                      <a:pt x="10" y="35"/>
                    </a:lnTo>
                    <a:lnTo>
                      <a:pt x="21" y="21"/>
                    </a:lnTo>
                    <a:lnTo>
                      <a:pt x="34" y="10"/>
                    </a:lnTo>
                    <a:lnTo>
                      <a:pt x="52" y="4"/>
                    </a:lnTo>
                    <a:lnTo>
                      <a:pt x="70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46" name="Freeform 41"/>
              <p:cNvSpPr>
                <a:spLocks/>
              </p:cNvSpPr>
              <p:nvPr/>
            </p:nvSpPr>
            <p:spPr bwMode="auto">
              <a:xfrm>
                <a:off x="6217529" y="1540215"/>
                <a:ext cx="32085" cy="24954"/>
              </a:xfrm>
              <a:custGeom>
                <a:avLst/>
                <a:gdLst>
                  <a:gd name="T0" fmla="*/ 250 w 319"/>
                  <a:gd name="T1" fmla="*/ 0 h 241"/>
                  <a:gd name="T2" fmla="*/ 268 w 319"/>
                  <a:gd name="T3" fmla="*/ 3 h 241"/>
                  <a:gd name="T4" fmla="*/ 284 w 319"/>
                  <a:gd name="T5" fmla="*/ 9 h 241"/>
                  <a:gd name="T6" fmla="*/ 298 w 319"/>
                  <a:gd name="T7" fmla="*/ 20 h 241"/>
                  <a:gd name="T8" fmla="*/ 310 w 319"/>
                  <a:gd name="T9" fmla="*/ 34 h 241"/>
                  <a:gd name="T10" fmla="*/ 316 w 319"/>
                  <a:gd name="T11" fmla="*/ 51 h 241"/>
                  <a:gd name="T12" fmla="*/ 319 w 319"/>
                  <a:gd name="T13" fmla="*/ 69 h 241"/>
                  <a:gd name="T14" fmla="*/ 316 w 319"/>
                  <a:gd name="T15" fmla="*/ 87 h 241"/>
                  <a:gd name="T16" fmla="*/ 310 w 319"/>
                  <a:gd name="T17" fmla="*/ 103 h 241"/>
                  <a:gd name="T18" fmla="*/ 299 w 319"/>
                  <a:gd name="T19" fmla="*/ 118 h 241"/>
                  <a:gd name="T20" fmla="*/ 285 w 319"/>
                  <a:gd name="T21" fmla="*/ 129 h 241"/>
                  <a:gd name="T22" fmla="*/ 104 w 319"/>
                  <a:gd name="T23" fmla="*/ 231 h 241"/>
                  <a:gd name="T24" fmla="*/ 87 w 319"/>
                  <a:gd name="T25" fmla="*/ 239 h 241"/>
                  <a:gd name="T26" fmla="*/ 69 w 319"/>
                  <a:gd name="T27" fmla="*/ 241 h 241"/>
                  <a:gd name="T28" fmla="*/ 52 w 319"/>
                  <a:gd name="T29" fmla="*/ 239 h 241"/>
                  <a:gd name="T30" fmla="*/ 35 w 319"/>
                  <a:gd name="T31" fmla="*/ 232 h 241"/>
                  <a:gd name="T32" fmla="*/ 20 w 319"/>
                  <a:gd name="T33" fmla="*/ 221 h 241"/>
                  <a:gd name="T34" fmla="*/ 9 w 319"/>
                  <a:gd name="T35" fmla="*/ 206 h 241"/>
                  <a:gd name="T36" fmla="*/ 2 w 319"/>
                  <a:gd name="T37" fmla="*/ 190 h 241"/>
                  <a:gd name="T38" fmla="*/ 0 w 319"/>
                  <a:gd name="T39" fmla="*/ 172 h 241"/>
                  <a:gd name="T40" fmla="*/ 2 w 319"/>
                  <a:gd name="T41" fmla="*/ 155 h 241"/>
                  <a:gd name="T42" fmla="*/ 9 w 319"/>
                  <a:gd name="T43" fmla="*/ 138 h 241"/>
                  <a:gd name="T44" fmla="*/ 20 w 319"/>
                  <a:gd name="T45" fmla="*/ 124 h 241"/>
                  <a:gd name="T46" fmla="*/ 34 w 319"/>
                  <a:gd name="T47" fmla="*/ 112 h 241"/>
                  <a:gd name="T48" fmla="*/ 214 w 319"/>
                  <a:gd name="T49" fmla="*/ 9 h 241"/>
                  <a:gd name="T50" fmla="*/ 233 w 319"/>
                  <a:gd name="T51" fmla="*/ 3 h 241"/>
                  <a:gd name="T52" fmla="*/ 250 w 319"/>
                  <a:gd name="T53" fmla="*/ 0 h 24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319" h="241">
                    <a:moveTo>
                      <a:pt x="250" y="0"/>
                    </a:moveTo>
                    <a:lnTo>
                      <a:pt x="268" y="3"/>
                    </a:lnTo>
                    <a:lnTo>
                      <a:pt x="284" y="9"/>
                    </a:lnTo>
                    <a:lnTo>
                      <a:pt x="298" y="20"/>
                    </a:lnTo>
                    <a:lnTo>
                      <a:pt x="310" y="34"/>
                    </a:lnTo>
                    <a:lnTo>
                      <a:pt x="316" y="51"/>
                    </a:lnTo>
                    <a:lnTo>
                      <a:pt x="319" y="69"/>
                    </a:lnTo>
                    <a:lnTo>
                      <a:pt x="316" y="87"/>
                    </a:lnTo>
                    <a:lnTo>
                      <a:pt x="310" y="103"/>
                    </a:lnTo>
                    <a:lnTo>
                      <a:pt x="299" y="118"/>
                    </a:lnTo>
                    <a:lnTo>
                      <a:pt x="285" y="129"/>
                    </a:lnTo>
                    <a:lnTo>
                      <a:pt x="104" y="231"/>
                    </a:lnTo>
                    <a:lnTo>
                      <a:pt x="87" y="239"/>
                    </a:lnTo>
                    <a:lnTo>
                      <a:pt x="69" y="241"/>
                    </a:lnTo>
                    <a:lnTo>
                      <a:pt x="52" y="239"/>
                    </a:lnTo>
                    <a:lnTo>
                      <a:pt x="35" y="232"/>
                    </a:lnTo>
                    <a:lnTo>
                      <a:pt x="20" y="221"/>
                    </a:lnTo>
                    <a:lnTo>
                      <a:pt x="9" y="206"/>
                    </a:lnTo>
                    <a:lnTo>
                      <a:pt x="2" y="190"/>
                    </a:lnTo>
                    <a:lnTo>
                      <a:pt x="0" y="172"/>
                    </a:lnTo>
                    <a:lnTo>
                      <a:pt x="2" y="155"/>
                    </a:lnTo>
                    <a:lnTo>
                      <a:pt x="9" y="138"/>
                    </a:lnTo>
                    <a:lnTo>
                      <a:pt x="20" y="124"/>
                    </a:lnTo>
                    <a:lnTo>
                      <a:pt x="34" y="112"/>
                    </a:lnTo>
                    <a:lnTo>
                      <a:pt x="214" y="9"/>
                    </a:lnTo>
                    <a:lnTo>
                      <a:pt x="233" y="3"/>
                    </a:lnTo>
                    <a:lnTo>
                      <a:pt x="250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47" name="Freeform 42"/>
              <p:cNvSpPr>
                <a:spLocks/>
              </p:cNvSpPr>
              <p:nvPr/>
            </p:nvSpPr>
            <p:spPr bwMode="auto">
              <a:xfrm>
                <a:off x="6166907" y="1482463"/>
                <a:ext cx="24955" cy="32084"/>
              </a:xfrm>
              <a:custGeom>
                <a:avLst/>
                <a:gdLst>
                  <a:gd name="T0" fmla="*/ 172 w 243"/>
                  <a:gd name="T1" fmla="*/ 0 h 316"/>
                  <a:gd name="T2" fmla="*/ 191 w 243"/>
                  <a:gd name="T3" fmla="*/ 2 h 316"/>
                  <a:gd name="T4" fmla="*/ 208 w 243"/>
                  <a:gd name="T5" fmla="*/ 10 h 316"/>
                  <a:gd name="T6" fmla="*/ 222 w 243"/>
                  <a:gd name="T7" fmla="*/ 21 h 316"/>
                  <a:gd name="T8" fmla="*/ 234 w 243"/>
                  <a:gd name="T9" fmla="*/ 34 h 316"/>
                  <a:gd name="T10" fmla="*/ 241 w 243"/>
                  <a:gd name="T11" fmla="*/ 51 h 316"/>
                  <a:gd name="T12" fmla="*/ 243 w 243"/>
                  <a:gd name="T13" fmla="*/ 68 h 316"/>
                  <a:gd name="T14" fmla="*/ 241 w 243"/>
                  <a:gd name="T15" fmla="*/ 86 h 316"/>
                  <a:gd name="T16" fmla="*/ 234 w 243"/>
                  <a:gd name="T17" fmla="*/ 103 h 316"/>
                  <a:gd name="T18" fmla="*/ 129 w 243"/>
                  <a:gd name="T19" fmla="*/ 282 h 316"/>
                  <a:gd name="T20" fmla="*/ 118 w 243"/>
                  <a:gd name="T21" fmla="*/ 297 h 316"/>
                  <a:gd name="T22" fmla="*/ 103 w 243"/>
                  <a:gd name="T23" fmla="*/ 308 h 316"/>
                  <a:gd name="T24" fmla="*/ 87 w 243"/>
                  <a:gd name="T25" fmla="*/ 314 h 316"/>
                  <a:gd name="T26" fmla="*/ 69 w 243"/>
                  <a:gd name="T27" fmla="*/ 316 h 316"/>
                  <a:gd name="T28" fmla="*/ 52 w 243"/>
                  <a:gd name="T29" fmla="*/ 314 h 316"/>
                  <a:gd name="T30" fmla="*/ 35 w 243"/>
                  <a:gd name="T31" fmla="*/ 307 h 316"/>
                  <a:gd name="T32" fmla="*/ 19 w 243"/>
                  <a:gd name="T33" fmla="*/ 296 h 316"/>
                  <a:gd name="T34" fmla="*/ 9 w 243"/>
                  <a:gd name="T35" fmla="*/ 282 h 316"/>
                  <a:gd name="T36" fmla="*/ 2 w 243"/>
                  <a:gd name="T37" fmla="*/ 265 h 316"/>
                  <a:gd name="T38" fmla="*/ 0 w 243"/>
                  <a:gd name="T39" fmla="*/ 248 h 316"/>
                  <a:gd name="T40" fmla="*/ 2 w 243"/>
                  <a:gd name="T41" fmla="*/ 230 h 316"/>
                  <a:gd name="T42" fmla="*/ 9 w 243"/>
                  <a:gd name="T43" fmla="*/ 214 h 316"/>
                  <a:gd name="T44" fmla="*/ 113 w 243"/>
                  <a:gd name="T45" fmla="*/ 34 h 316"/>
                  <a:gd name="T46" fmla="*/ 125 w 243"/>
                  <a:gd name="T47" fmla="*/ 20 h 316"/>
                  <a:gd name="T48" fmla="*/ 140 w 243"/>
                  <a:gd name="T49" fmla="*/ 9 h 316"/>
                  <a:gd name="T50" fmla="*/ 155 w 243"/>
                  <a:gd name="T51" fmla="*/ 2 h 316"/>
                  <a:gd name="T52" fmla="*/ 172 w 243"/>
                  <a:gd name="T53" fmla="*/ 0 h 3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243" h="316">
                    <a:moveTo>
                      <a:pt x="172" y="0"/>
                    </a:moveTo>
                    <a:lnTo>
                      <a:pt x="191" y="2"/>
                    </a:lnTo>
                    <a:lnTo>
                      <a:pt x="208" y="10"/>
                    </a:lnTo>
                    <a:lnTo>
                      <a:pt x="222" y="21"/>
                    </a:lnTo>
                    <a:lnTo>
                      <a:pt x="234" y="34"/>
                    </a:lnTo>
                    <a:lnTo>
                      <a:pt x="241" y="51"/>
                    </a:lnTo>
                    <a:lnTo>
                      <a:pt x="243" y="68"/>
                    </a:lnTo>
                    <a:lnTo>
                      <a:pt x="241" y="86"/>
                    </a:lnTo>
                    <a:lnTo>
                      <a:pt x="234" y="103"/>
                    </a:lnTo>
                    <a:lnTo>
                      <a:pt x="129" y="282"/>
                    </a:lnTo>
                    <a:lnTo>
                      <a:pt x="118" y="297"/>
                    </a:lnTo>
                    <a:lnTo>
                      <a:pt x="103" y="308"/>
                    </a:lnTo>
                    <a:lnTo>
                      <a:pt x="87" y="314"/>
                    </a:lnTo>
                    <a:lnTo>
                      <a:pt x="69" y="316"/>
                    </a:lnTo>
                    <a:lnTo>
                      <a:pt x="52" y="314"/>
                    </a:lnTo>
                    <a:lnTo>
                      <a:pt x="35" y="307"/>
                    </a:lnTo>
                    <a:lnTo>
                      <a:pt x="19" y="296"/>
                    </a:lnTo>
                    <a:lnTo>
                      <a:pt x="9" y="282"/>
                    </a:lnTo>
                    <a:lnTo>
                      <a:pt x="2" y="265"/>
                    </a:lnTo>
                    <a:lnTo>
                      <a:pt x="0" y="248"/>
                    </a:lnTo>
                    <a:lnTo>
                      <a:pt x="2" y="230"/>
                    </a:lnTo>
                    <a:lnTo>
                      <a:pt x="9" y="214"/>
                    </a:lnTo>
                    <a:lnTo>
                      <a:pt x="113" y="34"/>
                    </a:lnTo>
                    <a:lnTo>
                      <a:pt x="125" y="20"/>
                    </a:lnTo>
                    <a:lnTo>
                      <a:pt x="140" y="9"/>
                    </a:lnTo>
                    <a:lnTo>
                      <a:pt x="155" y="2"/>
                    </a:lnTo>
                    <a:lnTo>
                      <a:pt x="172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48" name="Freeform 43"/>
              <p:cNvSpPr>
                <a:spLocks/>
              </p:cNvSpPr>
              <p:nvPr/>
            </p:nvSpPr>
            <p:spPr bwMode="auto">
              <a:xfrm>
                <a:off x="6087765" y="1567308"/>
                <a:ext cx="34223" cy="109087"/>
              </a:xfrm>
              <a:custGeom>
                <a:avLst/>
                <a:gdLst>
                  <a:gd name="T0" fmla="*/ 167 w 334"/>
                  <a:gd name="T1" fmla="*/ 0 h 1073"/>
                  <a:gd name="T2" fmla="*/ 201 w 334"/>
                  <a:gd name="T3" fmla="*/ 2 h 1073"/>
                  <a:gd name="T4" fmla="*/ 230 w 334"/>
                  <a:gd name="T5" fmla="*/ 8 h 1073"/>
                  <a:gd name="T6" fmla="*/ 258 w 334"/>
                  <a:gd name="T7" fmla="*/ 18 h 1073"/>
                  <a:gd name="T8" fmla="*/ 280 w 334"/>
                  <a:gd name="T9" fmla="*/ 33 h 1073"/>
                  <a:gd name="T10" fmla="*/ 300 w 334"/>
                  <a:gd name="T11" fmla="*/ 51 h 1073"/>
                  <a:gd name="T12" fmla="*/ 314 w 334"/>
                  <a:gd name="T13" fmla="*/ 72 h 1073"/>
                  <a:gd name="T14" fmla="*/ 326 w 334"/>
                  <a:gd name="T15" fmla="*/ 98 h 1073"/>
                  <a:gd name="T16" fmla="*/ 331 w 334"/>
                  <a:gd name="T17" fmla="*/ 128 h 1073"/>
                  <a:gd name="T18" fmla="*/ 334 w 334"/>
                  <a:gd name="T19" fmla="*/ 162 h 1073"/>
                  <a:gd name="T20" fmla="*/ 334 w 334"/>
                  <a:gd name="T21" fmla="*/ 406 h 1073"/>
                  <a:gd name="T22" fmla="*/ 332 w 334"/>
                  <a:gd name="T23" fmla="*/ 438 h 1073"/>
                  <a:gd name="T24" fmla="*/ 329 w 334"/>
                  <a:gd name="T25" fmla="*/ 471 h 1073"/>
                  <a:gd name="T26" fmla="*/ 326 w 334"/>
                  <a:gd name="T27" fmla="*/ 505 h 1073"/>
                  <a:gd name="T28" fmla="*/ 260 w 334"/>
                  <a:gd name="T29" fmla="*/ 996 h 1073"/>
                  <a:gd name="T30" fmla="*/ 255 w 334"/>
                  <a:gd name="T31" fmla="*/ 1019 h 1073"/>
                  <a:gd name="T32" fmla="*/ 247 w 334"/>
                  <a:gd name="T33" fmla="*/ 1039 h 1073"/>
                  <a:gd name="T34" fmla="*/ 237 w 334"/>
                  <a:gd name="T35" fmla="*/ 1052 h 1073"/>
                  <a:gd name="T36" fmla="*/ 224 w 334"/>
                  <a:gd name="T37" fmla="*/ 1062 h 1073"/>
                  <a:gd name="T38" fmla="*/ 208 w 334"/>
                  <a:gd name="T39" fmla="*/ 1069 h 1073"/>
                  <a:gd name="T40" fmla="*/ 188 w 334"/>
                  <a:gd name="T41" fmla="*/ 1072 h 1073"/>
                  <a:gd name="T42" fmla="*/ 167 w 334"/>
                  <a:gd name="T43" fmla="*/ 1073 h 1073"/>
                  <a:gd name="T44" fmla="*/ 145 w 334"/>
                  <a:gd name="T45" fmla="*/ 1072 h 1073"/>
                  <a:gd name="T46" fmla="*/ 126 w 334"/>
                  <a:gd name="T47" fmla="*/ 1069 h 1073"/>
                  <a:gd name="T48" fmla="*/ 110 w 334"/>
                  <a:gd name="T49" fmla="*/ 1062 h 1073"/>
                  <a:gd name="T50" fmla="*/ 96 w 334"/>
                  <a:gd name="T51" fmla="*/ 1052 h 1073"/>
                  <a:gd name="T52" fmla="*/ 86 w 334"/>
                  <a:gd name="T53" fmla="*/ 1039 h 1073"/>
                  <a:gd name="T54" fmla="*/ 78 w 334"/>
                  <a:gd name="T55" fmla="*/ 1019 h 1073"/>
                  <a:gd name="T56" fmla="*/ 74 w 334"/>
                  <a:gd name="T57" fmla="*/ 996 h 1073"/>
                  <a:gd name="T58" fmla="*/ 8 w 334"/>
                  <a:gd name="T59" fmla="*/ 505 h 1073"/>
                  <a:gd name="T60" fmla="*/ 5 w 334"/>
                  <a:gd name="T61" fmla="*/ 471 h 1073"/>
                  <a:gd name="T62" fmla="*/ 1 w 334"/>
                  <a:gd name="T63" fmla="*/ 438 h 1073"/>
                  <a:gd name="T64" fmla="*/ 0 w 334"/>
                  <a:gd name="T65" fmla="*/ 406 h 1073"/>
                  <a:gd name="T66" fmla="*/ 0 w 334"/>
                  <a:gd name="T67" fmla="*/ 162 h 1073"/>
                  <a:gd name="T68" fmla="*/ 2 w 334"/>
                  <a:gd name="T69" fmla="*/ 128 h 1073"/>
                  <a:gd name="T70" fmla="*/ 8 w 334"/>
                  <a:gd name="T71" fmla="*/ 98 h 1073"/>
                  <a:gd name="T72" fmla="*/ 19 w 334"/>
                  <a:gd name="T73" fmla="*/ 72 h 1073"/>
                  <a:gd name="T74" fmla="*/ 34 w 334"/>
                  <a:gd name="T75" fmla="*/ 51 h 1073"/>
                  <a:gd name="T76" fmla="*/ 53 w 334"/>
                  <a:gd name="T77" fmla="*/ 33 h 1073"/>
                  <a:gd name="T78" fmla="*/ 76 w 334"/>
                  <a:gd name="T79" fmla="*/ 18 h 1073"/>
                  <a:gd name="T80" fmla="*/ 103 w 334"/>
                  <a:gd name="T81" fmla="*/ 8 h 1073"/>
                  <a:gd name="T82" fmla="*/ 133 w 334"/>
                  <a:gd name="T83" fmla="*/ 2 h 1073"/>
                  <a:gd name="T84" fmla="*/ 167 w 334"/>
                  <a:gd name="T85" fmla="*/ 0 h 107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</a:cxnLst>
                <a:rect l="0" t="0" r="r" b="b"/>
                <a:pathLst>
                  <a:path w="334" h="1073">
                    <a:moveTo>
                      <a:pt x="167" y="0"/>
                    </a:moveTo>
                    <a:lnTo>
                      <a:pt x="201" y="2"/>
                    </a:lnTo>
                    <a:lnTo>
                      <a:pt x="230" y="8"/>
                    </a:lnTo>
                    <a:lnTo>
                      <a:pt x="258" y="18"/>
                    </a:lnTo>
                    <a:lnTo>
                      <a:pt x="280" y="33"/>
                    </a:lnTo>
                    <a:lnTo>
                      <a:pt x="300" y="51"/>
                    </a:lnTo>
                    <a:lnTo>
                      <a:pt x="314" y="72"/>
                    </a:lnTo>
                    <a:lnTo>
                      <a:pt x="326" y="98"/>
                    </a:lnTo>
                    <a:lnTo>
                      <a:pt x="331" y="128"/>
                    </a:lnTo>
                    <a:lnTo>
                      <a:pt x="334" y="162"/>
                    </a:lnTo>
                    <a:lnTo>
                      <a:pt x="334" y="406"/>
                    </a:lnTo>
                    <a:lnTo>
                      <a:pt x="332" y="438"/>
                    </a:lnTo>
                    <a:lnTo>
                      <a:pt x="329" y="471"/>
                    </a:lnTo>
                    <a:lnTo>
                      <a:pt x="326" y="505"/>
                    </a:lnTo>
                    <a:lnTo>
                      <a:pt x="260" y="996"/>
                    </a:lnTo>
                    <a:lnTo>
                      <a:pt x="255" y="1019"/>
                    </a:lnTo>
                    <a:lnTo>
                      <a:pt x="247" y="1039"/>
                    </a:lnTo>
                    <a:lnTo>
                      <a:pt x="237" y="1052"/>
                    </a:lnTo>
                    <a:lnTo>
                      <a:pt x="224" y="1062"/>
                    </a:lnTo>
                    <a:lnTo>
                      <a:pt x="208" y="1069"/>
                    </a:lnTo>
                    <a:lnTo>
                      <a:pt x="188" y="1072"/>
                    </a:lnTo>
                    <a:lnTo>
                      <a:pt x="167" y="1073"/>
                    </a:lnTo>
                    <a:lnTo>
                      <a:pt x="145" y="1072"/>
                    </a:lnTo>
                    <a:lnTo>
                      <a:pt x="126" y="1069"/>
                    </a:lnTo>
                    <a:lnTo>
                      <a:pt x="110" y="1062"/>
                    </a:lnTo>
                    <a:lnTo>
                      <a:pt x="96" y="1052"/>
                    </a:lnTo>
                    <a:lnTo>
                      <a:pt x="86" y="1039"/>
                    </a:lnTo>
                    <a:lnTo>
                      <a:pt x="78" y="1019"/>
                    </a:lnTo>
                    <a:lnTo>
                      <a:pt x="74" y="996"/>
                    </a:lnTo>
                    <a:lnTo>
                      <a:pt x="8" y="505"/>
                    </a:lnTo>
                    <a:lnTo>
                      <a:pt x="5" y="471"/>
                    </a:lnTo>
                    <a:lnTo>
                      <a:pt x="1" y="438"/>
                    </a:lnTo>
                    <a:lnTo>
                      <a:pt x="0" y="406"/>
                    </a:lnTo>
                    <a:lnTo>
                      <a:pt x="0" y="162"/>
                    </a:lnTo>
                    <a:lnTo>
                      <a:pt x="2" y="128"/>
                    </a:lnTo>
                    <a:lnTo>
                      <a:pt x="8" y="98"/>
                    </a:lnTo>
                    <a:lnTo>
                      <a:pt x="19" y="72"/>
                    </a:lnTo>
                    <a:lnTo>
                      <a:pt x="34" y="51"/>
                    </a:lnTo>
                    <a:lnTo>
                      <a:pt x="53" y="33"/>
                    </a:lnTo>
                    <a:lnTo>
                      <a:pt x="76" y="18"/>
                    </a:lnTo>
                    <a:lnTo>
                      <a:pt x="103" y="8"/>
                    </a:lnTo>
                    <a:lnTo>
                      <a:pt x="133" y="2"/>
                    </a:lnTo>
                    <a:lnTo>
                      <a:pt x="167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49" name="Freeform 44"/>
              <p:cNvSpPr>
                <a:spLocks/>
              </p:cNvSpPr>
              <p:nvPr/>
            </p:nvSpPr>
            <p:spPr bwMode="auto">
              <a:xfrm>
                <a:off x="6087052" y="1690655"/>
                <a:ext cx="35649" cy="34936"/>
              </a:xfrm>
              <a:custGeom>
                <a:avLst/>
                <a:gdLst>
                  <a:gd name="T0" fmla="*/ 174 w 347"/>
                  <a:gd name="T1" fmla="*/ 0 h 344"/>
                  <a:gd name="T2" fmla="*/ 209 w 347"/>
                  <a:gd name="T3" fmla="*/ 4 h 344"/>
                  <a:gd name="T4" fmla="*/ 241 w 347"/>
                  <a:gd name="T5" fmla="*/ 14 h 344"/>
                  <a:gd name="T6" fmla="*/ 270 w 347"/>
                  <a:gd name="T7" fmla="*/ 30 h 344"/>
                  <a:gd name="T8" fmla="*/ 296 w 347"/>
                  <a:gd name="T9" fmla="*/ 50 h 344"/>
                  <a:gd name="T10" fmla="*/ 318 w 347"/>
                  <a:gd name="T11" fmla="*/ 76 h 344"/>
                  <a:gd name="T12" fmla="*/ 334 w 347"/>
                  <a:gd name="T13" fmla="*/ 106 h 344"/>
                  <a:gd name="T14" fmla="*/ 344 w 347"/>
                  <a:gd name="T15" fmla="*/ 138 h 344"/>
                  <a:gd name="T16" fmla="*/ 347 w 347"/>
                  <a:gd name="T17" fmla="*/ 172 h 344"/>
                  <a:gd name="T18" fmla="*/ 344 w 347"/>
                  <a:gd name="T19" fmla="*/ 207 h 344"/>
                  <a:gd name="T20" fmla="*/ 334 w 347"/>
                  <a:gd name="T21" fmla="*/ 240 h 344"/>
                  <a:gd name="T22" fmla="*/ 318 w 347"/>
                  <a:gd name="T23" fmla="*/ 269 h 344"/>
                  <a:gd name="T24" fmla="*/ 296 w 347"/>
                  <a:gd name="T25" fmla="*/ 294 h 344"/>
                  <a:gd name="T26" fmla="*/ 270 w 347"/>
                  <a:gd name="T27" fmla="*/ 315 h 344"/>
                  <a:gd name="T28" fmla="*/ 241 w 347"/>
                  <a:gd name="T29" fmla="*/ 331 h 344"/>
                  <a:gd name="T30" fmla="*/ 209 w 347"/>
                  <a:gd name="T31" fmla="*/ 341 h 344"/>
                  <a:gd name="T32" fmla="*/ 174 w 347"/>
                  <a:gd name="T33" fmla="*/ 344 h 344"/>
                  <a:gd name="T34" fmla="*/ 139 w 347"/>
                  <a:gd name="T35" fmla="*/ 341 h 344"/>
                  <a:gd name="T36" fmla="*/ 107 w 347"/>
                  <a:gd name="T37" fmla="*/ 331 h 344"/>
                  <a:gd name="T38" fmla="*/ 77 w 347"/>
                  <a:gd name="T39" fmla="*/ 315 h 344"/>
                  <a:gd name="T40" fmla="*/ 51 w 347"/>
                  <a:gd name="T41" fmla="*/ 294 h 344"/>
                  <a:gd name="T42" fmla="*/ 30 w 347"/>
                  <a:gd name="T43" fmla="*/ 269 h 344"/>
                  <a:gd name="T44" fmla="*/ 14 w 347"/>
                  <a:gd name="T45" fmla="*/ 240 h 344"/>
                  <a:gd name="T46" fmla="*/ 4 w 347"/>
                  <a:gd name="T47" fmla="*/ 207 h 344"/>
                  <a:gd name="T48" fmla="*/ 0 w 347"/>
                  <a:gd name="T49" fmla="*/ 172 h 344"/>
                  <a:gd name="T50" fmla="*/ 4 w 347"/>
                  <a:gd name="T51" fmla="*/ 138 h 344"/>
                  <a:gd name="T52" fmla="*/ 14 w 347"/>
                  <a:gd name="T53" fmla="*/ 106 h 344"/>
                  <a:gd name="T54" fmla="*/ 30 w 347"/>
                  <a:gd name="T55" fmla="*/ 76 h 344"/>
                  <a:gd name="T56" fmla="*/ 51 w 347"/>
                  <a:gd name="T57" fmla="*/ 50 h 344"/>
                  <a:gd name="T58" fmla="*/ 77 w 347"/>
                  <a:gd name="T59" fmla="*/ 30 h 344"/>
                  <a:gd name="T60" fmla="*/ 107 w 347"/>
                  <a:gd name="T61" fmla="*/ 14 h 344"/>
                  <a:gd name="T62" fmla="*/ 139 w 347"/>
                  <a:gd name="T63" fmla="*/ 4 h 344"/>
                  <a:gd name="T64" fmla="*/ 174 w 347"/>
                  <a:gd name="T65" fmla="*/ 0 h 34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</a:cxnLst>
                <a:rect l="0" t="0" r="r" b="b"/>
                <a:pathLst>
                  <a:path w="347" h="344">
                    <a:moveTo>
                      <a:pt x="174" y="0"/>
                    </a:moveTo>
                    <a:lnTo>
                      <a:pt x="209" y="4"/>
                    </a:lnTo>
                    <a:lnTo>
                      <a:pt x="241" y="14"/>
                    </a:lnTo>
                    <a:lnTo>
                      <a:pt x="270" y="30"/>
                    </a:lnTo>
                    <a:lnTo>
                      <a:pt x="296" y="50"/>
                    </a:lnTo>
                    <a:lnTo>
                      <a:pt x="318" y="76"/>
                    </a:lnTo>
                    <a:lnTo>
                      <a:pt x="334" y="106"/>
                    </a:lnTo>
                    <a:lnTo>
                      <a:pt x="344" y="138"/>
                    </a:lnTo>
                    <a:lnTo>
                      <a:pt x="347" y="172"/>
                    </a:lnTo>
                    <a:lnTo>
                      <a:pt x="344" y="207"/>
                    </a:lnTo>
                    <a:lnTo>
                      <a:pt x="334" y="240"/>
                    </a:lnTo>
                    <a:lnTo>
                      <a:pt x="318" y="269"/>
                    </a:lnTo>
                    <a:lnTo>
                      <a:pt x="296" y="294"/>
                    </a:lnTo>
                    <a:lnTo>
                      <a:pt x="270" y="315"/>
                    </a:lnTo>
                    <a:lnTo>
                      <a:pt x="241" y="331"/>
                    </a:lnTo>
                    <a:lnTo>
                      <a:pt x="209" y="341"/>
                    </a:lnTo>
                    <a:lnTo>
                      <a:pt x="174" y="344"/>
                    </a:lnTo>
                    <a:lnTo>
                      <a:pt x="139" y="341"/>
                    </a:lnTo>
                    <a:lnTo>
                      <a:pt x="107" y="331"/>
                    </a:lnTo>
                    <a:lnTo>
                      <a:pt x="77" y="315"/>
                    </a:lnTo>
                    <a:lnTo>
                      <a:pt x="51" y="294"/>
                    </a:lnTo>
                    <a:lnTo>
                      <a:pt x="30" y="269"/>
                    </a:lnTo>
                    <a:lnTo>
                      <a:pt x="14" y="240"/>
                    </a:lnTo>
                    <a:lnTo>
                      <a:pt x="4" y="207"/>
                    </a:lnTo>
                    <a:lnTo>
                      <a:pt x="0" y="172"/>
                    </a:lnTo>
                    <a:lnTo>
                      <a:pt x="4" y="138"/>
                    </a:lnTo>
                    <a:lnTo>
                      <a:pt x="14" y="106"/>
                    </a:lnTo>
                    <a:lnTo>
                      <a:pt x="30" y="76"/>
                    </a:lnTo>
                    <a:lnTo>
                      <a:pt x="51" y="50"/>
                    </a:lnTo>
                    <a:lnTo>
                      <a:pt x="77" y="30"/>
                    </a:lnTo>
                    <a:lnTo>
                      <a:pt x="107" y="14"/>
                    </a:lnTo>
                    <a:lnTo>
                      <a:pt x="139" y="4"/>
                    </a:lnTo>
                    <a:lnTo>
                      <a:pt x="174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</p:grpSp>
      <p:grpSp>
        <p:nvGrpSpPr>
          <p:cNvPr id="70" name="그룹 69"/>
          <p:cNvGrpSpPr/>
          <p:nvPr/>
        </p:nvGrpSpPr>
        <p:grpSpPr>
          <a:xfrm>
            <a:off x="6201374" y="1549877"/>
            <a:ext cx="963851" cy="784914"/>
            <a:chOff x="6172537" y="1760372"/>
            <a:chExt cx="963851" cy="759960"/>
          </a:xfrm>
        </p:grpSpPr>
        <p:sp>
          <p:nvSpPr>
            <p:cNvPr id="34" name="Freeform 25"/>
            <p:cNvSpPr>
              <a:spLocks noEditPoints="1"/>
            </p:cNvSpPr>
            <p:nvPr/>
          </p:nvSpPr>
          <p:spPr bwMode="auto">
            <a:xfrm>
              <a:off x="6172537" y="1760372"/>
              <a:ext cx="963851" cy="759960"/>
            </a:xfrm>
            <a:custGeom>
              <a:avLst/>
              <a:gdLst>
                <a:gd name="T0" fmla="*/ 1139 w 2079"/>
                <a:gd name="T1" fmla="*/ 134 h 1640"/>
                <a:gd name="T2" fmla="*/ 941 w 2079"/>
                <a:gd name="T3" fmla="*/ 210 h 1640"/>
                <a:gd name="T4" fmla="*/ 779 w 2079"/>
                <a:gd name="T5" fmla="*/ 336 h 1640"/>
                <a:gd name="T6" fmla="*/ 663 w 2079"/>
                <a:gd name="T7" fmla="*/ 500 h 1640"/>
                <a:gd name="T8" fmla="*/ 598 w 2079"/>
                <a:gd name="T9" fmla="*/ 691 h 1640"/>
                <a:gd name="T10" fmla="*/ 591 w 2079"/>
                <a:gd name="T11" fmla="*/ 896 h 1640"/>
                <a:gd name="T12" fmla="*/ 647 w 2079"/>
                <a:gd name="T13" fmla="*/ 1101 h 1640"/>
                <a:gd name="T14" fmla="*/ 757 w 2079"/>
                <a:gd name="T15" fmla="*/ 1275 h 1640"/>
                <a:gd name="T16" fmla="*/ 911 w 2079"/>
                <a:gd name="T17" fmla="*/ 1407 h 1640"/>
                <a:gd name="T18" fmla="*/ 1093 w 2079"/>
                <a:gd name="T19" fmla="*/ 1489 h 1640"/>
                <a:gd name="T20" fmla="*/ 1294 w 2079"/>
                <a:gd name="T21" fmla="*/ 1516 h 1640"/>
                <a:gd name="T22" fmla="*/ 1502 w 2079"/>
                <a:gd name="T23" fmla="*/ 1482 h 1640"/>
                <a:gd name="T24" fmla="*/ 1689 w 2079"/>
                <a:gd name="T25" fmla="*/ 1388 h 1640"/>
                <a:gd name="T26" fmla="*/ 1836 w 2079"/>
                <a:gd name="T27" fmla="*/ 1248 h 1640"/>
                <a:gd name="T28" fmla="*/ 1936 w 2079"/>
                <a:gd name="T29" fmla="*/ 1074 h 1640"/>
                <a:gd name="T30" fmla="*/ 1982 w 2079"/>
                <a:gd name="T31" fmla="*/ 877 h 1640"/>
                <a:gd name="T32" fmla="*/ 1970 w 2079"/>
                <a:gd name="T33" fmla="*/ 670 h 1640"/>
                <a:gd name="T34" fmla="*/ 1893 w 2079"/>
                <a:gd name="T35" fmla="*/ 472 h 1640"/>
                <a:gd name="T36" fmla="*/ 1768 w 2079"/>
                <a:gd name="T37" fmla="*/ 310 h 1640"/>
                <a:gd name="T38" fmla="*/ 1603 w 2079"/>
                <a:gd name="T39" fmla="*/ 194 h 1640"/>
                <a:gd name="T40" fmla="*/ 1413 w 2079"/>
                <a:gd name="T41" fmla="*/ 130 h 1640"/>
                <a:gd name="T42" fmla="*/ 1286 w 2079"/>
                <a:gd name="T43" fmla="*/ 0 h 1640"/>
                <a:gd name="T44" fmla="*/ 1496 w 2079"/>
                <a:gd name="T45" fmla="*/ 36 h 1640"/>
                <a:gd name="T46" fmla="*/ 1689 w 2079"/>
                <a:gd name="T47" fmla="*/ 125 h 1640"/>
                <a:gd name="T48" fmla="*/ 1854 w 2079"/>
                <a:gd name="T49" fmla="*/ 259 h 1640"/>
                <a:gd name="T50" fmla="*/ 1981 w 2079"/>
                <a:gd name="T51" fmla="*/ 436 h 1640"/>
                <a:gd name="T52" fmla="*/ 2059 w 2079"/>
                <a:gd name="T53" fmla="*/ 645 h 1640"/>
                <a:gd name="T54" fmla="*/ 2079 w 2079"/>
                <a:gd name="T55" fmla="*/ 863 h 1640"/>
                <a:gd name="T56" fmla="*/ 2043 w 2079"/>
                <a:gd name="T57" fmla="*/ 1074 h 1640"/>
                <a:gd name="T58" fmla="*/ 1955 w 2079"/>
                <a:gd name="T59" fmla="*/ 1267 h 1640"/>
                <a:gd name="T60" fmla="*/ 1820 w 2079"/>
                <a:gd name="T61" fmla="*/ 1431 h 1640"/>
                <a:gd name="T62" fmla="*/ 1645 w 2079"/>
                <a:gd name="T63" fmla="*/ 1558 h 1640"/>
                <a:gd name="T64" fmla="*/ 1461 w 2079"/>
                <a:gd name="T65" fmla="*/ 1629 h 1640"/>
                <a:gd name="T66" fmla="*/ 1304 w 2079"/>
                <a:gd name="T67" fmla="*/ 1640 h 1640"/>
                <a:gd name="T68" fmla="*/ 1120 w 2079"/>
                <a:gd name="T69" fmla="*/ 1623 h 1640"/>
                <a:gd name="T70" fmla="*/ 923 w 2079"/>
                <a:gd name="T71" fmla="*/ 1581 h 1640"/>
                <a:gd name="T72" fmla="*/ 722 w 2079"/>
                <a:gd name="T73" fmla="*/ 1523 h 1640"/>
                <a:gd name="T74" fmla="*/ 526 w 2079"/>
                <a:gd name="T75" fmla="*/ 1455 h 1640"/>
                <a:gd name="T76" fmla="*/ 348 w 2079"/>
                <a:gd name="T77" fmla="*/ 1388 h 1640"/>
                <a:gd name="T78" fmla="*/ 197 w 2079"/>
                <a:gd name="T79" fmla="*/ 1324 h 1640"/>
                <a:gd name="T80" fmla="*/ 83 w 2079"/>
                <a:gd name="T81" fmla="*/ 1273 h 1640"/>
                <a:gd name="T82" fmla="*/ 15 w 2079"/>
                <a:gd name="T83" fmla="*/ 1241 h 1640"/>
                <a:gd name="T84" fmla="*/ 3 w 2079"/>
                <a:gd name="T85" fmla="*/ 1231 h 1640"/>
                <a:gd name="T86" fmla="*/ 29 w 2079"/>
                <a:gd name="T87" fmla="*/ 1183 h 1640"/>
                <a:gd name="T88" fmla="*/ 84 w 2079"/>
                <a:gd name="T89" fmla="*/ 1088 h 1640"/>
                <a:gd name="T90" fmla="*/ 162 w 2079"/>
                <a:gd name="T91" fmla="*/ 956 h 1640"/>
                <a:gd name="T92" fmla="*/ 261 w 2079"/>
                <a:gd name="T93" fmla="*/ 801 h 1640"/>
                <a:gd name="T94" fmla="*/ 374 w 2079"/>
                <a:gd name="T95" fmla="*/ 634 h 1640"/>
                <a:gd name="T96" fmla="*/ 500 w 2079"/>
                <a:gd name="T97" fmla="*/ 467 h 1640"/>
                <a:gd name="T98" fmla="*/ 633 w 2079"/>
                <a:gd name="T99" fmla="*/ 310 h 1640"/>
                <a:gd name="T100" fmla="*/ 771 w 2079"/>
                <a:gd name="T101" fmla="*/ 178 h 1640"/>
                <a:gd name="T102" fmla="*/ 907 w 2079"/>
                <a:gd name="T103" fmla="*/ 81 h 1640"/>
                <a:gd name="T104" fmla="*/ 1067 w 2079"/>
                <a:gd name="T105" fmla="*/ 20 h 1640"/>
                <a:gd name="T106" fmla="*/ 1286 w 2079"/>
                <a:gd name="T107" fmla="*/ 0 h 16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2079" h="1640">
                  <a:moveTo>
                    <a:pt x="1278" y="119"/>
                  </a:moveTo>
                  <a:lnTo>
                    <a:pt x="1208" y="123"/>
                  </a:lnTo>
                  <a:lnTo>
                    <a:pt x="1139" y="134"/>
                  </a:lnTo>
                  <a:lnTo>
                    <a:pt x="1070" y="152"/>
                  </a:lnTo>
                  <a:lnTo>
                    <a:pt x="1003" y="178"/>
                  </a:lnTo>
                  <a:lnTo>
                    <a:pt x="941" y="210"/>
                  </a:lnTo>
                  <a:lnTo>
                    <a:pt x="883" y="247"/>
                  </a:lnTo>
                  <a:lnTo>
                    <a:pt x="829" y="289"/>
                  </a:lnTo>
                  <a:lnTo>
                    <a:pt x="779" y="336"/>
                  </a:lnTo>
                  <a:lnTo>
                    <a:pt x="736" y="387"/>
                  </a:lnTo>
                  <a:lnTo>
                    <a:pt x="696" y="442"/>
                  </a:lnTo>
                  <a:lnTo>
                    <a:pt x="663" y="500"/>
                  </a:lnTo>
                  <a:lnTo>
                    <a:pt x="636" y="561"/>
                  </a:lnTo>
                  <a:lnTo>
                    <a:pt x="614" y="625"/>
                  </a:lnTo>
                  <a:lnTo>
                    <a:pt x="598" y="691"/>
                  </a:lnTo>
                  <a:lnTo>
                    <a:pt x="590" y="758"/>
                  </a:lnTo>
                  <a:lnTo>
                    <a:pt x="587" y="825"/>
                  </a:lnTo>
                  <a:lnTo>
                    <a:pt x="591" y="896"/>
                  </a:lnTo>
                  <a:lnTo>
                    <a:pt x="602" y="964"/>
                  </a:lnTo>
                  <a:lnTo>
                    <a:pt x="621" y="1033"/>
                  </a:lnTo>
                  <a:lnTo>
                    <a:pt x="647" y="1101"/>
                  </a:lnTo>
                  <a:lnTo>
                    <a:pt x="679" y="1163"/>
                  </a:lnTo>
                  <a:lnTo>
                    <a:pt x="715" y="1221"/>
                  </a:lnTo>
                  <a:lnTo>
                    <a:pt x="757" y="1275"/>
                  </a:lnTo>
                  <a:lnTo>
                    <a:pt x="804" y="1324"/>
                  </a:lnTo>
                  <a:lnTo>
                    <a:pt x="856" y="1368"/>
                  </a:lnTo>
                  <a:lnTo>
                    <a:pt x="911" y="1407"/>
                  </a:lnTo>
                  <a:lnTo>
                    <a:pt x="969" y="1440"/>
                  </a:lnTo>
                  <a:lnTo>
                    <a:pt x="1030" y="1467"/>
                  </a:lnTo>
                  <a:lnTo>
                    <a:pt x="1093" y="1489"/>
                  </a:lnTo>
                  <a:lnTo>
                    <a:pt x="1159" y="1505"/>
                  </a:lnTo>
                  <a:lnTo>
                    <a:pt x="1227" y="1513"/>
                  </a:lnTo>
                  <a:lnTo>
                    <a:pt x="1294" y="1516"/>
                  </a:lnTo>
                  <a:lnTo>
                    <a:pt x="1364" y="1512"/>
                  </a:lnTo>
                  <a:lnTo>
                    <a:pt x="1433" y="1501"/>
                  </a:lnTo>
                  <a:lnTo>
                    <a:pt x="1502" y="1482"/>
                  </a:lnTo>
                  <a:lnTo>
                    <a:pt x="1569" y="1457"/>
                  </a:lnTo>
                  <a:lnTo>
                    <a:pt x="1631" y="1424"/>
                  </a:lnTo>
                  <a:lnTo>
                    <a:pt x="1689" y="1388"/>
                  </a:lnTo>
                  <a:lnTo>
                    <a:pt x="1743" y="1346"/>
                  </a:lnTo>
                  <a:lnTo>
                    <a:pt x="1793" y="1299"/>
                  </a:lnTo>
                  <a:lnTo>
                    <a:pt x="1836" y="1248"/>
                  </a:lnTo>
                  <a:lnTo>
                    <a:pt x="1876" y="1192"/>
                  </a:lnTo>
                  <a:lnTo>
                    <a:pt x="1909" y="1134"/>
                  </a:lnTo>
                  <a:lnTo>
                    <a:pt x="1936" y="1074"/>
                  </a:lnTo>
                  <a:lnTo>
                    <a:pt x="1958" y="1010"/>
                  </a:lnTo>
                  <a:lnTo>
                    <a:pt x="1974" y="944"/>
                  </a:lnTo>
                  <a:lnTo>
                    <a:pt x="1982" y="877"/>
                  </a:lnTo>
                  <a:lnTo>
                    <a:pt x="1985" y="809"/>
                  </a:lnTo>
                  <a:lnTo>
                    <a:pt x="1981" y="739"/>
                  </a:lnTo>
                  <a:lnTo>
                    <a:pt x="1970" y="670"/>
                  </a:lnTo>
                  <a:lnTo>
                    <a:pt x="1951" y="602"/>
                  </a:lnTo>
                  <a:lnTo>
                    <a:pt x="1926" y="534"/>
                  </a:lnTo>
                  <a:lnTo>
                    <a:pt x="1893" y="472"/>
                  </a:lnTo>
                  <a:lnTo>
                    <a:pt x="1857" y="414"/>
                  </a:lnTo>
                  <a:lnTo>
                    <a:pt x="1815" y="360"/>
                  </a:lnTo>
                  <a:lnTo>
                    <a:pt x="1768" y="310"/>
                  </a:lnTo>
                  <a:lnTo>
                    <a:pt x="1716" y="267"/>
                  </a:lnTo>
                  <a:lnTo>
                    <a:pt x="1661" y="228"/>
                  </a:lnTo>
                  <a:lnTo>
                    <a:pt x="1603" y="194"/>
                  </a:lnTo>
                  <a:lnTo>
                    <a:pt x="1542" y="167"/>
                  </a:lnTo>
                  <a:lnTo>
                    <a:pt x="1479" y="146"/>
                  </a:lnTo>
                  <a:lnTo>
                    <a:pt x="1413" y="130"/>
                  </a:lnTo>
                  <a:lnTo>
                    <a:pt x="1345" y="121"/>
                  </a:lnTo>
                  <a:lnTo>
                    <a:pt x="1278" y="119"/>
                  </a:lnTo>
                  <a:close/>
                  <a:moveTo>
                    <a:pt x="1286" y="0"/>
                  </a:moveTo>
                  <a:lnTo>
                    <a:pt x="1358" y="7"/>
                  </a:lnTo>
                  <a:lnTo>
                    <a:pt x="1428" y="19"/>
                  </a:lnTo>
                  <a:lnTo>
                    <a:pt x="1496" y="36"/>
                  </a:lnTo>
                  <a:lnTo>
                    <a:pt x="1563" y="61"/>
                  </a:lnTo>
                  <a:lnTo>
                    <a:pt x="1627" y="90"/>
                  </a:lnTo>
                  <a:lnTo>
                    <a:pt x="1689" y="125"/>
                  </a:lnTo>
                  <a:lnTo>
                    <a:pt x="1747" y="165"/>
                  </a:lnTo>
                  <a:lnTo>
                    <a:pt x="1803" y="210"/>
                  </a:lnTo>
                  <a:lnTo>
                    <a:pt x="1854" y="259"/>
                  </a:lnTo>
                  <a:lnTo>
                    <a:pt x="1901" y="313"/>
                  </a:lnTo>
                  <a:lnTo>
                    <a:pt x="1943" y="372"/>
                  </a:lnTo>
                  <a:lnTo>
                    <a:pt x="1981" y="436"/>
                  </a:lnTo>
                  <a:lnTo>
                    <a:pt x="2013" y="502"/>
                  </a:lnTo>
                  <a:lnTo>
                    <a:pt x="2040" y="572"/>
                  </a:lnTo>
                  <a:lnTo>
                    <a:pt x="2059" y="645"/>
                  </a:lnTo>
                  <a:lnTo>
                    <a:pt x="2073" y="719"/>
                  </a:lnTo>
                  <a:lnTo>
                    <a:pt x="2079" y="792"/>
                  </a:lnTo>
                  <a:lnTo>
                    <a:pt x="2079" y="863"/>
                  </a:lnTo>
                  <a:lnTo>
                    <a:pt x="2074" y="935"/>
                  </a:lnTo>
                  <a:lnTo>
                    <a:pt x="2062" y="1005"/>
                  </a:lnTo>
                  <a:lnTo>
                    <a:pt x="2043" y="1074"/>
                  </a:lnTo>
                  <a:lnTo>
                    <a:pt x="2019" y="1141"/>
                  </a:lnTo>
                  <a:lnTo>
                    <a:pt x="1990" y="1204"/>
                  </a:lnTo>
                  <a:lnTo>
                    <a:pt x="1955" y="1267"/>
                  </a:lnTo>
                  <a:lnTo>
                    <a:pt x="1915" y="1324"/>
                  </a:lnTo>
                  <a:lnTo>
                    <a:pt x="1870" y="1380"/>
                  </a:lnTo>
                  <a:lnTo>
                    <a:pt x="1820" y="1431"/>
                  </a:lnTo>
                  <a:lnTo>
                    <a:pt x="1766" y="1478"/>
                  </a:lnTo>
                  <a:lnTo>
                    <a:pt x="1708" y="1520"/>
                  </a:lnTo>
                  <a:lnTo>
                    <a:pt x="1645" y="1558"/>
                  </a:lnTo>
                  <a:lnTo>
                    <a:pt x="1579" y="1590"/>
                  </a:lnTo>
                  <a:lnTo>
                    <a:pt x="1507" y="1617"/>
                  </a:lnTo>
                  <a:lnTo>
                    <a:pt x="1461" y="1629"/>
                  </a:lnTo>
                  <a:lnTo>
                    <a:pt x="1413" y="1636"/>
                  </a:lnTo>
                  <a:lnTo>
                    <a:pt x="1359" y="1640"/>
                  </a:lnTo>
                  <a:lnTo>
                    <a:pt x="1304" y="1640"/>
                  </a:lnTo>
                  <a:lnTo>
                    <a:pt x="1244" y="1637"/>
                  </a:lnTo>
                  <a:lnTo>
                    <a:pt x="1184" y="1631"/>
                  </a:lnTo>
                  <a:lnTo>
                    <a:pt x="1120" y="1623"/>
                  </a:lnTo>
                  <a:lnTo>
                    <a:pt x="1055" y="1610"/>
                  </a:lnTo>
                  <a:lnTo>
                    <a:pt x="991" y="1597"/>
                  </a:lnTo>
                  <a:lnTo>
                    <a:pt x="923" y="1581"/>
                  </a:lnTo>
                  <a:lnTo>
                    <a:pt x="856" y="1563"/>
                  </a:lnTo>
                  <a:lnTo>
                    <a:pt x="790" y="1543"/>
                  </a:lnTo>
                  <a:lnTo>
                    <a:pt x="722" y="1523"/>
                  </a:lnTo>
                  <a:lnTo>
                    <a:pt x="656" y="1501"/>
                  </a:lnTo>
                  <a:lnTo>
                    <a:pt x="591" y="1478"/>
                  </a:lnTo>
                  <a:lnTo>
                    <a:pt x="526" y="1455"/>
                  </a:lnTo>
                  <a:lnTo>
                    <a:pt x="466" y="1432"/>
                  </a:lnTo>
                  <a:lnTo>
                    <a:pt x="405" y="1409"/>
                  </a:lnTo>
                  <a:lnTo>
                    <a:pt x="348" y="1388"/>
                  </a:lnTo>
                  <a:lnTo>
                    <a:pt x="294" y="1365"/>
                  </a:lnTo>
                  <a:lnTo>
                    <a:pt x="245" y="1343"/>
                  </a:lnTo>
                  <a:lnTo>
                    <a:pt x="197" y="1324"/>
                  </a:lnTo>
                  <a:lnTo>
                    <a:pt x="154" y="1306"/>
                  </a:lnTo>
                  <a:lnTo>
                    <a:pt x="115" y="1288"/>
                  </a:lnTo>
                  <a:lnTo>
                    <a:pt x="83" y="1273"/>
                  </a:lnTo>
                  <a:lnTo>
                    <a:pt x="54" y="1260"/>
                  </a:lnTo>
                  <a:lnTo>
                    <a:pt x="31" y="1249"/>
                  </a:lnTo>
                  <a:lnTo>
                    <a:pt x="15" y="1241"/>
                  </a:lnTo>
                  <a:lnTo>
                    <a:pt x="4" y="1237"/>
                  </a:lnTo>
                  <a:lnTo>
                    <a:pt x="0" y="1235"/>
                  </a:lnTo>
                  <a:lnTo>
                    <a:pt x="3" y="1231"/>
                  </a:lnTo>
                  <a:lnTo>
                    <a:pt x="8" y="1222"/>
                  </a:lnTo>
                  <a:lnTo>
                    <a:pt x="17" y="1206"/>
                  </a:lnTo>
                  <a:lnTo>
                    <a:pt x="29" y="1183"/>
                  </a:lnTo>
                  <a:lnTo>
                    <a:pt x="45" y="1156"/>
                  </a:lnTo>
                  <a:lnTo>
                    <a:pt x="62" y="1124"/>
                  </a:lnTo>
                  <a:lnTo>
                    <a:pt x="84" y="1088"/>
                  </a:lnTo>
                  <a:lnTo>
                    <a:pt x="107" y="1048"/>
                  </a:lnTo>
                  <a:lnTo>
                    <a:pt x="134" y="1003"/>
                  </a:lnTo>
                  <a:lnTo>
                    <a:pt x="162" y="956"/>
                  </a:lnTo>
                  <a:lnTo>
                    <a:pt x="192" y="906"/>
                  </a:lnTo>
                  <a:lnTo>
                    <a:pt x="226" y="855"/>
                  </a:lnTo>
                  <a:lnTo>
                    <a:pt x="261" y="801"/>
                  </a:lnTo>
                  <a:lnTo>
                    <a:pt x="297" y="747"/>
                  </a:lnTo>
                  <a:lnTo>
                    <a:pt x="335" y="691"/>
                  </a:lnTo>
                  <a:lnTo>
                    <a:pt x="374" y="634"/>
                  </a:lnTo>
                  <a:lnTo>
                    <a:pt x="415" y="579"/>
                  </a:lnTo>
                  <a:lnTo>
                    <a:pt x="458" y="522"/>
                  </a:lnTo>
                  <a:lnTo>
                    <a:pt x="500" y="467"/>
                  </a:lnTo>
                  <a:lnTo>
                    <a:pt x="544" y="413"/>
                  </a:lnTo>
                  <a:lnTo>
                    <a:pt x="589" y="362"/>
                  </a:lnTo>
                  <a:lnTo>
                    <a:pt x="633" y="310"/>
                  </a:lnTo>
                  <a:lnTo>
                    <a:pt x="679" y="263"/>
                  </a:lnTo>
                  <a:lnTo>
                    <a:pt x="725" y="219"/>
                  </a:lnTo>
                  <a:lnTo>
                    <a:pt x="771" y="178"/>
                  </a:lnTo>
                  <a:lnTo>
                    <a:pt x="817" y="142"/>
                  </a:lnTo>
                  <a:lnTo>
                    <a:pt x="861" y="108"/>
                  </a:lnTo>
                  <a:lnTo>
                    <a:pt x="907" y="81"/>
                  </a:lnTo>
                  <a:lnTo>
                    <a:pt x="951" y="58"/>
                  </a:lnTo>
                  <a:lnTo>
                    <a:pt x="995" y="41"/>
                  </a:lnTo>
                  <a:lnTo>
                    <a:pt x="1067" y="20"/>
                  </a:lnTo>
                  <a:lnTo>
                    <a:pt x="1140" y="7"/>
                  </a:lnTo>
                  <a:lnTo>
                    <a:pt x="1213" y="0"/>
                  </a:lnTo>
                  <a:lnTo>
                    <a:pt x="1286" y="0"/>
                  </a:lnTo>
                  <a:close/>
                </a:path>
              </a:pathLst>
            </a:custGeom>
            <a:solidFill>
              <a:schemeClr val="accent3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5" name="Freeform 49"/>
            <p:cNvSpPr>
              <a:spLocks noEditPoints="1"/>
            </p:cNvSpPr>
            <p:nvPr/>
          </p:nvSpPr>
          <p:spPr bwMode="auto">
            <a:xfrm>
              <a:off x="6635037" y="1992596"/>
              <a:ext cx="314482" cy="314483"/>
            </a:xfrm>
            <a:custGeom>
              <a:avLst/>
              <a:gdLst>
                <a:gd name="T0" fmla="*/ 2959 w 3962"/>
                <a:gd name="T1" fmla="*/ 2546 h 3963"/>
                <a:gd name="T2" fmla="*/ 3397 w 3962"/>
                <a:gd name="T3" fmla="*/ 2984 h 3963"/>
                <a:gd name="T4" fmla="*/ 3464 w 3962"/>
                <a:gd name="T5" fmla="*/ 3124 h 3963"/>
                <a:gd name="T6" fmla="*/ 3343 w 3962"/>
                <a:gd name="T7" fmla="*/ 3219 h 3963"/>
                <a:gd name="T8" fmla="*/ 2736 w 3962"/>
                <a:gd name="T9" fmla="*/ 3150 h 3963"/>
                <a:gd name="T10" fmla="*/ 2752 w 3962"/>
                <a:gd name="T11" fmla="*/ 2523 h 3963"/>
                <a:gd name="T12" fmla="*/ 2896 w 3962"/>
                <a:gd name="T13" fmla="*/ 2232 h 3963"/>
                <a:gd name="T14" fmla="*/ 2500 w 3962"/>
                <a:gd name="T15" fmla="*/ 2399 h 3963"/>
                <a:gd name="T16" fmla="*/ 2262 w 3962"/>
                <a:gd name="T17" fmla="*/ 2752 h 3963"/>
                <a:gd name="T18" fmla="*/ 2262 w 3962"/>
                <a:gd name="T19" fmla="*/ 3193 h 3963"/>
                <a:gd name="T20" fmla="*/ 2500 w 3962"/>
                <a:gd name="T21" fmla="*/ 3544 h 3963"/>
                <a:gd name="T22" fmla="*/ 2896 w 3962"/>
                <a:gd name="T23" fmla="*/ 3711 h 3963"/>
                <a:gd name="T24" fmla="*/ 3325 w 3962"/>
                <a:gd name="T25" fmla="*/ 3625 h 3963"/>
                <a:gd name="T26" fmla="*/ 3625 w 3962"/>
                <a:gd name="T27" fmla="*/ 3325 h 3963"/>
                <a:gd name="T28" fmla="*/ 3711 w 3962"/>
                <a:gd name="T29" fmla="*/ 2896 h 3963"/>
                <a:gd name="T30" fmla="*/ 3544 w 3962"/>
                <a:gd name="T31" fmla="*/ 2500 h 3963"/>
                <a:gd name="T32" fmla="*/ 3193 w 3962"/>
                <a:gd name="T33" fmla="*/ 2262 h 3963"/>
                <a:gd name="T34" fmla="*/ 1734 w 3962"/>
                <a:gd name="T35" fmla="*/ 2724 h 3963"/>
                <a:gd name="T36" fmla="*/ 495 w 3962"/>
                <a:gd name="T37" fmla="*/ 2724 h 3963"/>
                <a:gd name="T38" fmla="*/ 3300 w 3962"/>
                <a:gd name="T39" fmla="*/ 2037 h 3963"/>
                <a:gd name="T40" fmla="*/ 3700 w 3962"/>
                <a:gd name="T41" fmla="*/ 2300 h 3963"/>
                <a:gd name="T42" fmla="*/ 3930 w 3962"/>
                <a:gd name="T43" fmla="*/ 2722 h 3963"/>
                <a:gd name="T44" fmla="*/ 3930 w 3962"/>
                <a:gd name="T45" fmla="*/ 3222 h 3963"/>
                <a:gd name="T46" fmla="*/ 3700 w 3962"/>
                <a:gd name="T47" fmla="*/ 3643 h 3963"/>
                <a:gd name="T48" fmla="*/ 3300 w 3962"/>
                <a:gd name="T49" fmla="*/ 3907 h 3963"/>
                <a:gd name="T50" fmla="*/ 2802 w 3962"/>
                <a:gd name="T51" fmla="*/ 3948 h 3963"/>
                <a:gd name="T52" fmla="*/ 2361 w 3962"/>
                <a:gd name="T53" fmla="*/ 3752 h 3963"/>
                <a:gd name="T54" fmla="*/ 2067 w 3962"/>
                <a:gd name="T55" fmla="*/ 3376 h 3963"/>
                <a:gd name="T56" fmla="*/ 1984 w 3962"/>
                <a:gd name="T57" fmla="*/ 2887 h 3963"/>
                <a:gd name="T58" fmla="*/ 2144 w 3962"/>
                <a:gd name="T59" fmla="*/ 2426 h 3963"/>
                <a:gd name="T60" fmla="*/ 2495 w 3962"/>
                <a:gd name="T61" fmla="*/ 2103 h 3963"/>
                <a:gd name="T62" fmla="*/ 2972 w 3962"/>
                <a:gd name="T63" fmla="*/ 1982 h 3963"/>
                <a:gd name="T64" fmla="*/ 1238 w 3962"/>
                <a:gd name="T65" fmla="*/ 1486 h 3963"/>
                <a:gd name="T66" fmla="*/ 990 w 3962"/>
                <a:gd name="T67" fmla="*/ 1486 h 3963"/>
                <a:gd name="T68" fmla="*/ 371 w 3962"/>
                <a:gd name="T69" fmla="*/ 619 h 3963"/>
                <a:gd name="T70" fmla="*/ 473 w 3962"/>
                <a:gd name="T71" fmla="*/ 819 h 3963"/>
                <a:gd name="T72" fmla="*/ 697 w 3962"/>
                <a:gd name="T73" fmla="*/ 854 h 3963"/>
                <a:gd name="T74" fmla="*/ 854 w 3962"/>
                <a:gd name="T75" fmla="*/ 697 h 3963"/>
                <a:gd name="T76" fmla="*/ 2355 w 3962"/>
                <a:gd name="T77" fmla="*/ 659 h 3963"/>
                <a:gd name="T78" fmla="*/ 2487 w 3962"/>
                <a:gd name="T79" fmla="*/ 839 h 3963"/>
                <a:gd name="T80" fmla="*/ 2714 w 3962"/>
                <a:gd name="T81" fmla="*/ 839 h 3963"/>
                <a:gd name="T82" fmla="*/ 2844 w 3962"/>
                <a:gd name="T83" fmla="*/ 659 h 3963"/>
                <a:gd name="T84" fmla="*/ 3074 w 3962"/>
                <a:gd name="T85" fmla="*/ 526 h 3963"/>
                <a:gd name="T86" fmla="*/ 3215 w 3962"/>
                <a:gd name="T87" fmla="*/ 724 h 3963"/>
                <a:gd name="T88" fmla="*/ 248 w 3962"/>
                <a:gd name="T89" fmla="*/ 2947 h 3963"/>
                <a:gd name="T90" fmla="*/ 268 w 3962"/>
                <a:gd name="T91" fmla="*/ 3219 h 3963"/>
                <a:gd name="T92" fmla="*/ 52 w 3962"/>
                <a:gd name="T93" fmla="*/ 3108 h 3963"/>
                <a:gd name="T94" fmla="*/ 3 w 3962"/>
                <a:gd name="T95" fmla="*/ 724 h 3963"/>
                <a:gd name="T96" fmla="*/ 144 w 3962"/>
                <a:gd name="T97" fmla="*/ 526 h 3963"/>
                <a:gd name="T98" fmla="*/ 2654 w 3962"/>
                <a:gd name="T99" fmla="*/ 13 h 3963"/>
                <a:gd name="T100" fmla="*/ 2724 w 3962"/>
                <a:gd name="T101" fmla="*/ 619 h 3963"/>
                <a:gd name="T102" fmla="*/ 2629 w 3962"/>
                <a:gd name="T103" fmla="*/ 739 h 3963"/>
                <a:gd name="T104" fmla="*/ 2489 w 3962"/>
                <a:gd name="T105" fmla="*/ 673 h 3963"/>
                <a:gd name="T106" fmla="*/ 2503 w 3962"/>
                <a:gd name="T107" fmla="*/ 47 h 3963"/>
                <a:gd name="T108" fmla="*/ 647 w 3962"/>
                <a:gd name="T109" fmla="*/ 3 h 3963"/>
                <a:gd name="T110" fmla="*/ 743 w 3962"/>
                <a:gd name="T111" fmla="*/ 124 h 3963"/>
                <a:gd name="T112" fmla="*/ 673 w 3962"/>
                <a:gd name="T113" fmla="*/ 730 h 3963"/>
                <a:gd name="T114" fmla="*/ 523 w 3962"/>
                <a:gd name="T115" fmla="*/ 696 h 3963"/>
                <a:gd name="T116" fmla="*/ 508 w 3962"/>
                <a:gd name="T117" fmla="*/ 69 h 39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3962" h="3963">
                  <a:moveTo>
                    <a:pt x="2848" y="2477"/>
                  </a:moveTo>
                  <a:lnTo>
                    <a:pt x="2876" y="2479"/>
                  </a:lnTo>
                  <a:lnTo>
                    <a:pt x="2902" y="2489"/>
                  </a:lnTo>
                  <a:lnTo>
                    <a:pt x="2925" y="2503"/>
                  </a:lnTo>
                  <a:lnTo>
                    <a:pt x="2944" y="2523"/>
                  </a:lnTo>
                  <a:lnTo>
                    <a:pt x="2959" y="2546"/>
                  </a:lnTo>
                  <a:lnTo>
                    <a:pt x="2968" y="2572"/>
                  </a:lnTo>
                  <a:lnTo>
                    <a:pt x="2972" y="2600"/>
                  </a:lnTo>
                  <a:lnTo>
                    <a:pt x="2972" y="2972"/>
                  </a:lnTo>
                  <a:lnTo>
                    <a:pt x="3343" y="2972"/>
                  </a:lnTo>
                  <a:lnTo>
                    <a:pt x="3371" y="2975"/>
                  </a:lnTo>
                  <a:lnTo>
                    <a:pt x="3397" y="2984"/>
                  </a:lnTo>
                  <a:lnTo>
                    <a:pt x="3420" y="2999"/>
                  </a:lnTo>
                  <a:lnTo>
                    <a:pt x="3440" y="3018"/>
                  </a:lnTo>
                  <a:lnTo>
                    <a:pt x="3454" y="3041"/>
                  </a:lnTo>
                  <a:lnTo>
                    <a:pt x="3464" y="3067"/>
                  </a:lnTo>
                  <a:lnTo>
                    <a:pt x="3467" y="3096"/>
                  </a:lnTo>
                  <a:lnTo>
                    <a:pt x="3464" y="3124"/>
                  </a:lnTo>
                  <a:lnTo>
                    <a:pt x="3454" y="3150"/>
                  </a:lnTo>
                  <a:lnTo>
                    <a:pt x="3440" y="3173"/>
                  </a:lnTo>
                  <a:lnTo>
                    <a:pt x="3420" y="3193"/>
                  </a:lnTo>
                  <a:lnTo>
                    <a:pt x="3397" y="3207"/>
                  </a:lnTo>
                  <a:lnTo>
                    <a:pt x="3371" y="3217"/>
                  </a:lnTo>
                  <a:lnTo>
                    <a:pt x="3343" y="3219"/>
                  </a:lnTo>
                  <a:lnTo>
                    <a:pt x="2848" y="3219"/>
                  </a:lnTo>
                  <a:lnTo>
                    <a:pt x="2819" y="3217"/>
                  </a:lnTo>
                  <a:lnTo>
                    <a:pt x="2794" y="3207"/>
                  </a:lnTo>
                  <a:lnTo>
                    <a:pt x="2771" y="3193"/>
                  </a:lnTo>
                  <a:lnTo>
                    <a:pt x="2752" y="3173"/>
                  </a:lnTo>
                  <a:lnTo>
                    <a:pt x="2736" y="3150"/>
                  </a:lnTo>
                  <a:lnTo>
                    <a:pt x="2727" y="3124"/>
                  </a:lnTo>
                  <a:lnTo>
                    <a:pt x="2724" y="3096"/>
                  </a:lnTo>
                  <a:lnTo>
                    <a:pt x="2724" y="2600"/>
                  </a:lnTo>
                  <a:lnTo>
                    <a:pt x="2727" y="2572"/>
                  </a:lnTo>
                  <a:lnTo>
                    <a:pt x="2736" y="2546"/>
                  </a:lnTo>
                  <a:lnTo>
                    <a:pt x="2752" y="2523"/>
                  </a:lnTo>
                  <a:lnTo>
                    <a:pt x="2771" y="2503"/>
                  </a:lnTo>
                  <a:lnTo>
                    <a:pt x="2794" y="2489"/>
                  </a:lnTo>
                  <a:lnTo>
                    <a:pt x="2819" y="2479"/>
                  </a:lnTo>
                  <a:lnTo>
                    <a:pt x="2848" y="2477"/>
                  </a:lnTo>
                  <a:close/>
                  <a:moveTo>
                    <a:pt x="2972" y="2229"/>
                  </a:moveTo>
                  <a:lnTo>
                    <a:pt x="2896" y="2232"/>
                  </a:lnTo>
                  <a:lnTo>
                    <a:pt x="2821" y="2244"/>
                  </a:lnTo>
                  <a:lnTo>
                    <a:pt x="2750" y="2262"/>
                  </a:lnTo>
                  <a:lnTo>
                    <a:pt x="2683" y="2288"/>
                  </a:lnTo>
                  <a:lnTo>
                    <a:pt x="2618" y="2319"/>
                  </a:lnTo>
                  <a:lnTo>
                    <a:pt x="2556" y="2356"/>
                  </a:lnTo>
                  <a:lnTo>
                    <a:pt x="2500" y="2399"/>
                  </a:lnTo>
                  <a:lnTo>
                    <a:pt x="2447" y="2447"/>
                  </a:lnTo>
                  <a:lnTo>
                    <a:pt x="2399" y="2500"/>
                  </a:lnTo>
                  <a:lnTo>
                    <a:pt x="2355" y="2556"/>
                  </a:lnTo>
                  <a:lnTo>
                    <a:pt x="2318" y="2618"/>
                  </a:lnTo>
                  <a:lnTo>
                    <a:pt x="2287" y="2683"/>
                  </a:lnTo>
                  <a:lnTo>
                    <a:pt x="2262" y="2752"/>
                  </a:lnTo>
                  <a:lnTo>
                    <a:pt x="2243" y="2823"/>
                  </a:lnTo>
                  <a:lnTo>
                    <a:pt x="2232" y="2896"/>
                  </a:lnTo>
                  <a:lnTo>
                    <a:pt x="2229" y="2972"/>
                  </a:lnTo>
                  <a:lnTo>
                    <a:pt x="2232" y="3048"/>
                  </a:lnTo>
                  <a:lnTo>
                    <a:pt x="2243" y="3122"/>
                  </a:lnTo>
                  <a:lnTo>
                    <a:pt x="2262" y="3193"/>
                  </a:lnTo>
                  <a:lnTo>
                    <a:pt x="2287" y="3261"/>
                  </a:lnTo>
                  <a:lnTo>
                    <a:pt x="2318" y="3325"/>
                  </a:lnTo>
                  <a:lnTo>
                    <a:pt x="2355" y="3387"/>
                  </a:lnTo>
                  <a:lnTo>
                    <a:pt x="2399" y="3444"/>
                  </a:lnTo>
                  <a:lnTo>
                    <a:pt x="2447" y="3497"/>
                  </a:lnTo>
                  <a:lnTo>
                    <a:pt x="2500" y="3544"/>
                  </a:lnTo>
                  <a:lnTo>
                    <a:pt x="2556" y="3588"/>
                  </a:lnTo>
                  <a:lnTo>
                    <a:pt x="2618" y="3625"/>
                  </a:lnTo>
                  <a:lnTo>
                    <a:pt x="2683" y="3657"/>
                  </a:lnTo>
                  <a:lnTo>
                    <a:pt x="2750" y="3682"/>
                  </a:lnTo>
                  <a:lnTo>
                    <a:pt x="2821" y="3700"/>
                  </a:lnTo>
                  <a:lnTo>
                    <a:pt x="2896" y="3711"/>
                  </a:lnTo>
                  <a:lnTo>
                    <a:pt x="2972" y="3714"/>
                  </a:lnTo>
                  <a:lnTo>
                    <a:pt x="3048" y="3711"/>
                  </a:lnTo>
                  <a:lnTo>
                    <a:pt x="3121" y="3700"/>
                  </a:lnTo>
                  <a:lnTo>
                    <a:pt x="3193" y="3682"/>
                  </a:lnTo>
                  <a:lnTo>
                    <a:pt x="3260" y="3657"/>
                  </a:lnTo>
                  <a:lnTo>
                    <a:pt x="3325" y="3625"/>
                  </a:lnTo>
                  <a:lnTo>
                    <a:pt x="3386" y="3588"/>
                  </a:lnTo>
                  <a:lnTo>
                    <a:pt x="3444" y="3544"/>
                  </a:lnTo>
                  <a:lnTo>
                    <a:pt x="3496" y="3497"/>
                  </a:lnTo>
                  <a:lnTo>
                    <a:pt x="3544" y="3444"/>
                  </a:lnTo>
                  <a:lnTo>
                    <a:pt x="3588" y="3387"/>
                  </a:lnTo>
                  <a:lnTo>
                    <a:pt x="3625" y="3325"/>
                  </a:lnTo>
                  <a:lnTo>
                    <a:pt x="3656" y="3261"/>
                  </a:lnTo>
                  <a:lnTo>
                    <a:pt x="3680" y="3193"/>
                  </a:lnTo>
                  <a:lnTo>
                    <a:pt x="3700" y="3122"/>
                  </a:lnTo>
                  <a:lnTo>
                    <a:pt x="3711" y="3048"/>
                  </a:lnTo>
                  <a:lnTo>
                    <a:pt x="3714" y="2972"/>
                  </a:lnTo>
                  <a:lnTo>
                    <a:pt x="3711" y="2896"/>
                  </a:lnTo>
                  <a:lnTo>
                    <a:pt x="3700" y="2823"/>
                  </a:lnTo>
                  <a:lnTo>
                    <a:pt x="3680" y="2752"/>
                  </a:lnTo>
                  <a:lnTo>
                    <a:pt x="3656" y="2683"/>
                  </a:lnTo>
                  <a:lnTo>
                    <a:pt x="3625" y="2618"/>
                  </a:lnTo>
                  <a:lnTo>
                    <a:pt x="3588" y="2556"/>
                  </a:lnTo>
                  <a:lnTo>
                    <a:pt x="3544" y="2500"/>
                  </a:lnTo>
                  <a:lnTo>
                    <a:pt x="3496" y="2447"/>
                  </a:lnTo>
                  <a:lnTo>
                    <a:pt x="3444" y="2399"/>
                  </a:lnTo>
                  <a:lnTo>
                    <a:pt x="3386" y="2356"/>
                  </a:lnTo>
                  <a:lnTo>
                    <a:pt x="3325" y="2319"/>
                  </a:lnTo>
                  <a:lnTo>
                    <a:pt x="3260" y="2288"/>
                  </a:lnTo>
                  <a:lnTo>
                    <a:pt x="3193" y="2262"/>
                  </a:lnTo>
                  <a:lnTo>
                    <a:pt x="3121" y="2244"/>
                  </a:lnTo>
                  <a:lnTo>
                    <a:pt x="3048" y="2232"/>
                  </a:lnTo>
                  <a:lnTo>
                    <a:pt x="2972" y="2229"/>
                  </a:lnTo>
                  <a:close/>
                  <a:moveTo>
                    <a:pt x="1238" y="2229"/>
                  </a:moveTo>
                  <a:lnTo>
                    <a:pt x="1734" y="2229"/>
                  </a:lnTo>
                  <a:lnTo>
                    <a:pt x="1734" y="2724"/>
                  </a:lnTo>
                  <a:lnTo>
                    <a:pt x="1238" y="2724"/>
                  </a:lnTo>
                  <a:lnTo>
                    <a:pt x="1238" y="2229"/>
                  </a:lnTo>
                  <a:close/>
                  <a:moveTo>
                    <a:pt x="495" y="2229"/>
                  </a:moveTo>
                  <a:lnTo>
                    <a:pt x="990" y="2229"/>
                  </a:lnTo>
                  <a:lnTo>
                    <a:pt x="990" y="2724"/>
                  </a:lnTo>
                  <a:lnTo>
                    <a:pt x="495" y="2724"/>
                  </a:lnTo>
                  <a:lnTo>
                    <a:pt x="495" y="2229"/>
                  </a:lnTo>
                  <a:close/>
                  <a:moveTo>
                    <a:pt x="2972" y="1982"/>
                  </a:moveTo>
                  <a:lnTo>
                    <a:pt x="3058" y="1985"/>
                  </a:lnTo>
                  <a:lnTo>
                    <a:pt x="3141" y="1996"/>
                  </a:lnTo>
                  <a:lnTo>
                    <a:pt x="3221" y="2013"/>
                  </a:lnTo>
                  <a:lnTo>
                    <a:pt x="3300" y="2037"/>
                  </a:lnTo>
                  <a:lnTo>
                    <a:pt x="3376" y="2067"/>
                  </a:lnTo>
                  <a:lnTo>
                    <a:pt x="3448" y="2103"/>
                  </a:lnTo>
                  <a:lnTo>
                    <a:pt x="3517" y="2144"/>
                  </a:lnTo>
                  <a:lnTo>
                    <a:pt x="3582" y="2191"/>
                  </a:lnTo>
                  <a:lnTo>
                    <a:pt x="3643" y="2243"/>
                  </a:lnTo>
                  <a:lnTo>
                    <a:pt x="3700" y="2300"/>
                  </a:lnTo>
                  <a:lnTo>
                    <a:pt x="3752" y="2361"/>
                  </a:lnTo>
                  <a:lnTo>
                    <a:pt x="3799" y="2426"/>
                  </a:lnTo>
                  <a:lnTo>
                    <a:pt x="3841" y="2495"/>
                  </a:lnTo>
                  <a:lnTo>
                    <a:pt x="3876" y="2567"/>
                  </a:lnTo>
                  <a:lnTo>
                    <a:pt x="3906" y="2643"/>
                  </a:lnTo>
                  <a:lnTo>
                    <a:pt x="3930" y="2722"/>
                  </a:lnTo>
                  <a:lnTo>
                    <a:pt x="3948" y="2803"/>
                  </a:lnTo>
                  <a:lnTo>
                    <a:pt x="3959" y="2887"/>
                  </a:lnTo>
                  <a:lnTo>
                    <a:pt x="3962" y="2972"/>
                  </a:lnTo>
                  <a:lnTo>
                    <a:pt x="3959" y="3058"/>
                  </a:lnTo>
                  <a:lnTo>
                    <a:pt x="3948" y="3141"/>
                  </a:lnTo>
                  <a:lnTo>
                    <a:pt x="3930" y="3222"/>
                  </a:lnTo>
                  <a:lnTo>
                    <a:pt x="3906" y="3300"/>
                  </a:lnTo>
                  <a:lnTo>
                    <a:pt x="3876" y="3376"/>
                  </a:lnTo>
                  <a:lnTo>
                    <a:pt x="3841" y="3448"/>
                  </a:lnTo>
                  <a:lnTo>
                    <a:pt x="3799" y="3518"/>
                  </a:lnTo>
                  <a:lnTo>
                    <a:pt x="3752" y="3583"/>
                  </a:lnTo>
                  <a:lnTo>
                    <a:pt x="3700" y="3643"/>
                  </a:lnTo>
                  <a:lnTo>
                    <a:pt x="3643" y="3700"/>
                  </a:lnTo>
                  <a:lnTo>
                    <a:pt x="3582" y="3752"/>
                  </a:lnTo>
                  <a:lnTo>
                    <a:pt x="3517" y="3799"/>
                  </a:lnTo>
                  <a:lnTo>
                    <a:pt x="3448" y="3841"/>
                  </a:lnTo>
                  <a:lnTo>
                    <a:pt x="3376" y="3877"/>
                  </a:lnTo>
                  <a:lnTo>
                    <a:pt x="3300" y="3907"/>
                  </a:lnTo>
                  <a:lnTo>
                    <a:pt x="3221" y="3931"/>
                  </a:lnTo>
                  <a:lnTo>
                    <a:pt x="3141" y="3948"/>
                  </a:lnTo>
                  <a:lnTo>
                    <a:pt x="3058" y="3959"/>
                  </a:lnTo>
                  <a:lnTo>
                    <a:pt x="2972" y="3963"/>
                  </a:lnTo>
                  <a:lnTo>
                    <a:pt x="2886" y="3959"/>
                  </a:lnTo>
                  <a:lnTo>
                    <a:pt x="2802" y="3948"/>
                  </a:lnTo>
                  <a:lnTo>
                    <a:pt x="2721" y="3931"/>
                  </a:lnTo>
                  <a:lnTo>
                    <a:pt x="2643" y="3907"/>
                  </a:lnTo>
                  <a:lnTo>
                    <a:pt x="2567" y="3877"/>
                  </a:lnTo>
                  <a:lnTo>
                    <a:pt x="2495" y="3841"/>
                  </a:lnTo>
                  <a:lnTo>
                    <a:pt x="2426" y="3799"/>
                  </a:lnTo>
                  <a:lnTo>
                    <a:pt x="2361" y="3752"/>
                  </a:lnTo>
                  <a:lnTo>
                    <a:pt x="2300" y="3700"/>
                  </a:lnTo>
                  <a:lnTo>
                    <a:pt x="2243" y="3643"/>
                  </a:lnTo>
                  <a:lnTo>
                    <a:pt x="2191" y="3583"/>
                  </a:lnTo>
                  <a:lnTo>
                    <a:pt x="2144" y="3518"/>
                  </a:lnTo>
                  <a:lnTo>
                    <a:pt x="2103" y="3448"/>
                  </a:lnTo>
                  <a:lnTo>
                    <a:pt x="2067" y="3376"/>
                  </a:lnTo>
                  <a:lnTo>
                    <a:pt x="2037" y="3300"/>
                  </a:lnTo>
                  <a:lnTo>
                    <a:pt x="2013" y="3222"/>
                  </a:lnTo>
                  <a:lnTo>
                    <a:pt x="1995" y="3141"/>
                  </a:lnTo>
                  <a:lnTo>
                    <a:pt x="1984" y="3058"/>
                  </a:lnTo>
                  <a:lnTo>
                    <a:pt x="1980" y="2972"/>
                  </a:lnTo>
                  <a:lnTo>
                    <a:pt x="1984" y="2887"/>
                  </a:lnTo>
                  <a:lnTo>
                    <a:pt x="1995" y="2803"/>
                  </a:lnTo>
                  <a:lnTo>
                    <a:pt x="2013" y="2722"/>
                  </a:lnTo>
                  <a:lnTo>
                    <a:pt x="2037" y="2643"/>
                  </a:lnTo>
                  <a:lnTo>
                    <a:pt x="2067" y="2567"/>
                  </a:lnTo>
                  <a:lnTo>
                    <a:pt x="2103" y="2495"/>
                  </a:lnTo>
                  <a:lnTo>
                    <a:pt x="2144" y="2426"/>
                  </a:lnTo>
                  <a:lnTo>
                    <a:pt x="2191" y="2361"/>
                  </a:lnTo>
                  <a:lnTo>
                    <a:pt x="2243" y="2300"/>
                  </a:lnTo>
                  <a:lnTo>
                    <a:pt x="2300" y="2243"/>
                  </a:lnTo>
                  <a:lnTo>
                    <a:pt x="2361" y="2191"/>
                  </a:lnTo>
                  <a:lnTo>
                    <a:pt x="2426" y="2144"/>
                  </a:lnTo>
                  <a:lnTo>
                    <a:pt x="2495" y="2103"/>
                  </a:lnTo>
                  <a:lnTo>
                    <a:pt x="2567" y="2067"/>
                  </a:lnTo>
                  <a:lnTo>
                    <a:pt x="2643" y="2037"/>
                  </a:lnTo>
                  <a:lnTo>
                    <a:pt x="2721" y="2013"/>
                  </a:lnTo>
                  <a:lnTo>
                    <a:pt x="2802" y="1996"/>
                  </a:lnTo>
                  <a:lnTo>
                    <a:pt x="2886" y="1985"/>
                  </a:lnTo>
                  <a:lnTo>
                    <a:pt x="2972" y="1982"/>
                  </a:lnTo>
                  <a:close/>
                  <a:moveTo>
                    <a:pt x="1980" y="1486"/>
                  </a:moveTo>
                  <a:lnTo>
                    <a:pt x="2476" y="1486"/>
                  </a:lnTo>
                  <a:lnTo>
                    <a:pt x="2476" y="1982"/>
                  </a:lnTo>
                  <a:lnTo>
                    <a:pt x="1980" y="1982"/>
                  </a:lnTo>
                  <a:lnTo>
                    <a:pt x="1980" y="1486"/>
                  </a:lnTo>
                  <a:close/>
                  <a:moveTo>
                    <a:pt x="1238" y="1486"/>
                  </a:moveTo>
                  <a:lnTo>
                    <a:pt x="1734" y="1486"/>
                  </a:lnTo>
                  <a:lnTo>
                    <a:pt x="1734" y="1982"/>
                  </a:lnTo>
                  <a:lnTo>
                    <a:pt x="1238" y="1982"/>
                  </a:lnTo>
                  <a:lnTo>
                    <a:pt x="1238" y="1486"/>
                  </a:lnTo>
                  <a:close/>
                  <a:moveTo>
                    <a:pt x="495" y="1486"/>
                  </a:moveTo>
                  <a:lnTo>
                    <a:pt x="990" y="1486"/>
                  </a:lnTo>
                  <a:lnTo>
                    <a:pt x="990" y="1982"/>
                  </a:lnTo>
                  <a:lnTo>
                    <a:pt x="495" y="1982"/>
                  </a:lnTo>
                  <a:lnTo>
                    <a:pt x="495" y="1486"/>
                  </a:lnTo>
                  <a:close/>
                  <a:moveTo>
                    <a:pt x="268" y="495"/>
                  </a:moveTo>
                  <a:lnTo>
                    <a:pt x="371" y="495"/>
                  </a:lnTo>
                  <a:lnTo>
                    <a:pt x="371" y="619"/>
                  </a:lnTo>
                  <a:lnTo>
                    <a:pt x="374" y="659"/>
                  </a:lnTo>
                  <a:lnTo>
                    <a:pt x="384" y="697"/>
                  </a:lnTo>
                  <a:lnTo>
                    <a:pt x="399" y="732"/>
                  </a:lnTo>
                  <a:lnTo>
                    <a:pt x="419" y="765"/>
                  </a:lnTo>
                  <a:lnTo>
                    <a:pt x="444" y="794"/>
                  </a:lnTo>
                  <a:lnTo>
                    <a:pt x="473" y="819"/>
                  </a:lnTo>
                  <a:lnTo>
                    <a:pt x="505" y="839"/>
                  </a:lnTo>
                  <a:lnTo>
                    <a:pt x="541" y="854"/>
                  </a:lnTo>
                  <a:lnTo>
                    <a:pt x="579" y="864"/>
                  </a:lnTo>
                  <a:lnTo>
                    <a:pt x="619" y="867"/>
                  </a:lnTo>
                  <a:lnTo>
                    <a:pt x="659" y="864"/>
                  </a:lnTo>
                  <a:lnTo>
                    <a:pt x="697" y="854"/>
                  </a:lnTo>
                  <a:lnTo>
                    <a:pt x="732" y="839"/>
                  </a:lnTo>
                  <a:lnTo>
                    <a:pt x="765" y="819"/>
                  </a:lnTo>
                  <a:lnTo>
                    <a:pt x="794" y="794"/>
                  </a:lnTo>
                  <a:lnTo>
                    <a:pt x="819" y="765"/>
                  </a:lnTo>
                  <a:lnTo>
                    <a:pt x="838" y="732"/>
                  </a:lnTo>
                  <a:lnTo>
                    <a:pt x="854" y="697"/>
                  </a:lnTo>
                  <a:lnTo>
                    <a:pt x="864" y="659"/>
                  </a:lnTo>
                  <a:lnTo>
                    <a:pt x="866" y="619"/>
                  </a:lnTo>
                  <a:lnTo>
                    <a:pt x="866" y="495"/>
                  </a:lnTo>
                  <a:lnTo>
                    <a:pt x="2353" y="495"/>
                  </a:lnTo>
                  <a:lnTo>
                    <a:pt x="2353" y="619"/>
                  </a:lnTo>
                  <a:lnTo>
                    <a:pt x="2355" y="659"/>
                  </a:lnTo>
                  <a:lnTo>
                    <a:pt x="2365" y="697"/>
                  </a:lnTo>
                  <a:lnTo>
                    <a:pt x="2380" y="732"/>
                  </a:lnTo>
                  <a:lnTo>
                    <a:pt x="2400" y="765"/>
                  </a:lnTo>
                  <a:lnTo>
                    <a:pt x="2425" y="794"/>
                  </a:lnTo>
                  <a:lnTo>
                    <a:pt x="2454" y="819"/>
                  </a:lnTo>
                  <a:lnTo>
                    <a:pt x="2487" y="839"/>
                  </a:lnTo>
                  <a:lnTo>
                    <a:pt x="2521" y="854"/>
                  </a:lnTo>
                  <a:lnTo>
                    <a:pt x="2560" y="864"/>
                  </a:lnTo>
                  <a:lnTo>
                    <a:pt x="2600" y="867"/>
                  </a:lnTo>
                  <a:lnTo>
                    <a:pt x="2641" y="864"/>
                  </a:lnTo>
                  <a:lnTo>
                    <a:pt x="2678" y="854"/>
                  </a:lnTo>
                  <a:lnTo>
                    <a:pt x="2714" y="839"/>
                  </a:lnTo>
                  <a:lnTo>
                    <a:pt x="2747" y="819"/>
                  </a:lnTo>
                  <a:lnTo>
                    <a:pt x="2776" y="794"/>
                  </a:lnTo>
                  <a:lnTo>
                    <a:pt x="2800" y="765"/>
                  </a:lnTo>
                  <a:lnTo>
                    <a:pt x="2820" y="732"/>
                  </a:lnTo>
                  <a:lnTo>
                    <a:pt x="2835" y="697"/>
                  </a:lnTo>
                  <a:lnTo>
                    <a:pt x="2844" y="659"/>
                  </a:lnTo>
                  <a:lnTo>
                    <a:pt x="2848" y="619"/>
                  </a:lnTo>
                  <a:lnTo>
                    <a:pt x="2848" y="495"/>
                  </a:lnTo>
                  <a:lnTo>
                    <a:pt x="2952" y="495"/>
                  </a:lnTo>
                  <a:lnTo>
                    <a:pt x="2995" y="498"/>
                  </a:lnTo>
                  <a:lnTo>
                    <a:pt x="3036" y="509"/>
                  </a:lnTo>
                  <a:lnTo>
                    <a:pt x="3074" y="526"/>
                  </a:lnTo>
                  <a:lnTo>
                    <a:pt x="3109" y="548"/>
                  </a:lnTo>
                  <a:lnTo>
                    <a:pt x="3141" y="574"/>
                  </a:lnTo>
                  <a:lnTo>
                    <a:pt x="3167" y="607"/>
                  </a:lnTo>
                  <a:lnTo>
                    <a:pt x="3189" y="642"/>
                  </a:lnTo>
                  <a:lnTo>
                    <a:pt x="3206" y="682"/>
                  </a:lnTo>
                  <a:lnTo>
                    <a:pt x="3215" y="724"/>
                  </a:lnTo>
                  <a:lnTo>
                    <a:pt x="3219" y="767"/>
                  </a:lnTo>
                  <a:lnTo>
                    <a:pt x="3219" y="1733"/>
                  </a:lnTo>
                  <a:lnTo>
                    <a:pt x="2972" y="1733"/>
                  </a:lnTo>
                  <a:lnTo>
                    <a:pt x="2972" y="1238"/>
                  </a:lnTo>
                  <a:lnTo>
                    <a:pt x="248" y="1238"/>
                  </a:lnTo>
                  <a:lnTo>
                    <a:pt x="248" y="2947"/>
                  </a:lnTo>
                  <a:lnTo>
                    <a:pt x="250" y="2959"/>
                  </a:lnTo>
                  <a:lnTo>
                    <a:pt x="258" y="2969"/>
                  </a:lnTo>
                  <a:lnTo>
                    <a:pt x="268" y="2972"/>
                  </a:lnTo>
                  <a:lnTo>
                    <a:pt x="1734" y="2972"/>
                  </a:lnTo>
                  <a:lnTo>
                    <a:pt x="1734" y="3219"/>
                  </a:lnTo>
                  <a:lnTo>
                    <a:pt x="268" y="3219"/>
                  </a:lnTo>
                  <a:lnTo>
                    <a:pt x="225" y="3216"/>
                  </a:lnTo>
                  <a:lnTo>
                    <a:pt x="183" y="3206"/>
                  </a:lnTo>
                  <a:lnTo>
                    <a:pt x="144" y="3189"/>
                  </a:lnTo>
                  <a:lnTo>
                    <a:pt x="109" y="3167"/>
                  </a:lnTo>
                  <a:lnTo>
                    <a:pt x="78" y="3140"/>
                  </a:lnTo>
                  <a:lnTo>
                    <a:pt x="52" y="3108"/>
                  </a:lnTo>
                  <a:lnTo>
                    <a:pt x="30" y="3072"/>
                  </a:lnTo>
                  <a:lnTo>
                    <a:pt x="13" y="3034"/>
                  </a:lnTo>
                  <a:lnTo>
                    <a:pt x="3" y="2991"/>
                  </a:lnTo>
                  <a:lnTo>
                    <a:pt x="0" y="2947"/>
                  </a:lnTo>
                  <a:lnTo>
                    <a:pt x="0" y="767"/>
                  </a:lnTo>
                  <a:lnTo>
                    <a:pt x="3" y="724"/>
                  </a:lnTo>
                  <a:lnTo>
                    <a:pt x="13" y="682"/>
                  </a:lnTo>
                  <a:lnTo>
                    <a:pt x="30" y="642"/>
                  </a:lnTo>
                  <a:lnTo>
                    <a:pt x="52" y="607"/>
                  </a:lnTo>
                  <a:lnTo>
                    <a:pt x="78" y="574"/>
                  </a:lnTo>
                  <a:lnTo>
                    <a:pt x="109" y="548"/>
                  </a:lnTo>
                  <a:lnTo>
                    <a:pt x="144" y="526"/>
                  </a:lnTo>
                  <a:lnTo>
                    <a:pt x="183" y="509"/>
                  </a:lnTo>
                  <a:lnTo>
                    <a:pt x="225" y="498"/>
                  </a:lnTo>
                  <a:lnTo>
                    <a:pt x="268" y="495"/>
                  </a:lnTo>
                  <a:close/>
                  <a:moveTo>
                    <a:pt x="2600" y="0"/>
                  </a:moveTo>
                  <a:lnTo>
                    <a:pt x="2629" y="3"/>
                  </a:lnTo>
                  <a:lnTo>
                    <a:pt x="2654" y="13"/>
                  </a:lnTo>
                  <a:lnTo>
                    <a:pt x="2678" y="27"/>
                  </a:lnTo>
                  <a:lnTo>
                    <a:pt x="2696" y="47"/>
                  </a:lnTo>
                  <a:lnTo>
                    <a:pt x="2712" y="69"/>
                  </a:lnTo>
                  <a:lnTo>
                    <a:pt x="2720" y="95"/>
                  </a:lnTo>
                  <a:lnTo>
                    <a:pt x="2724" y="124"/>
                  </a:lnTo>
                  <a:lnTo>
                    <a:pt x="2724" y="619"/>
                  </a:lnTo>
                  <a:lnTo>
                    <a:pt x="2720" y="648"/>
                  </a:lnTo>
                  <a:lnTo>
                    <a:pt x="2712" y="673"/>
                  </a:lnTo>
                  <a:lnTo>
                    <a:pt x="2696" y="696"/>
                  </a:lnTo>
                  <a:lnTo>
                    <a:pt x="2678" y="715"/>
                  </a:lnTo>
                  <a:lnTo>
                    <a:pt x="2654" y="730"/>
                  </a:lnTo>
                  <a:lnTo>
                    <a:pt x="2629" y="739"/>
                  </a:lnTo>
                  <a:lnTo>
                    <a:pt x="2600" y="743"/>
                  </a:lnTo>
                  <a:lnTo>
                    <a:pt x="2572" y="739"/>
                  </a:lnTo>
                  <a:lnTo>
                    <a:pt x="2546" y="730"/>
                  </a:lnTo>
                  <a:lnTo>
                    <a:pt x="2523" y="715"/>
                  </a:lnTo>
                  <a:lnTo>
                    <a:pt x="2503" y="696"/>
                  </a:lnTo>
                  <a:lnTo>
                    <a:pt x="2489" y="673"/>
                  </a:lnTo>
                  <a:lnTo>
                    <a:pt x="2479" y="648"/>
                  </a:lnTo>
                  <a:lnTo>
                    <a:pt x="2476" y="619"/>
                  </a:lnTo>
                  <a:lnTo>
                    <a:pt x="2476" y="124"/>
                  </a:lnTo>
                  <a:lnTo>
                    <a:pt x="2479" y="95"/>
                  </a:lnTo>
                  <a:lnTo>
                    <a:pt x="2489" y="69"/>
                  </a:lnTo>
                  <a:lnTo>
                    <a:pt x="2503" y="47"/>
                  </a:lnTo>
                  <a:lnTo>
                    <a:pt x="2523" y="27"/>
                  </a:lnTo>
                  <a:lnTo>
                    <a:pt x="2546" y="13"/>
                  </a:lnTo>
                  <a:lnTo>
                    <a:pt x="2572" y="3"/>
                  </a:lnTo>
                  <a:lnTo>
                    <a:pt x="2600" y="0"/>
                  </a:lnTo>
                  <a:close/>
                  <a:moveTo>
                    <a:pt x="619" y="0"/>
                  </a:moveTo>
                  <a:lnTo>
                    <a:pt x="647" y="3"/>
                  </a:lnTo>
                  <a:lnTo>
                    <a:pt x="673" y="13"/>
                  </a:lnTo>
                  <a:lnTo>
                    <a:pt x="696" y="27"/>
                  </a:lnTo>
                  <a:lnTo>
                    <a:pt x="715" y="47"/>
                  </a:lnTo>
                  <a:lnTo>
                    <a:pt x="730" y="69"/>
                  </a:lnTo>
                  <a:lnTo>
                    <a:pt x="740" y="95"/>
                  </a:lnTo>
                  <a:lnTo>
                    <a:pt x="743" y="124"/>
                  </a:lnTo>
                  <a:lnTo>
                    <a:pt x="743" y="619"/>
                  </a:lnTo>
                  <a:lnTo>
                    <a:pt x="740" y="648"/>
                  </a:lnTo>
                  <a:lnTo>
                    <a:pt x="730" y="673"/>
                  </a:lnTo>
                  <a:lnTo>
                    <a:pt x="715" y="696"/>
                  </a:lnTo>
                  <a:lnTo>
                    <a:pt x="696" y="715"/>
                  </a:lnTo>
                  <a:lnTo>
                    <a:pt x="673" y="730"/>
                  </a:lnTo>
                  <a:lnTo>
                    <a:pt x="647" y="739"/>
                  </a:lnTo>
                  <a:lnTo>
                    <a:pt x="619" y="743"/>
                  </a:lnTo>
                  <a:lnTo>
                    <a:pt x="590" y="739"/>
                  </a:lnTo>
                  <a:lnTo>
                    <a:pt x="565" y="730"/>
                  </a:lnTo>
                  <a:lnTo>
                    <a:pt x="542" y="715"/>
                  </a:lnTo>
                  <a:lnTo>
                    <a:pt x="523" y="696"/>
                  </a:lnTo>
                  <a:lnTo>
                    <a:pt x="508" y="673"/>
                  </a:lnTo>
                  <a:lnTo>
                    <a:pt x="499" y="648"/>
                  </a:lnTo>
                  <a:lnTo>
                    <a:pt x="495" y="619"/>
                  </a:lnTo>
                  <a:lnTo>
                    <a:pt x="495" y="124"/>
                  </a:lnTo>
                  <a:lnTo>
                    <a:pt x="499" y="95"/>
                  </a:lnTo>
                  <a:lnTo>
                    <a:pt x="508" y="69"/>
                  </a:lnTo>
                  <a:lnTo>
                    <a:pt x="523" y="47"/>
                  </a:lnTo>
                  <a:lnTo>
                    <a:pt x="542" y="27"/>
                  </a:lnTo>
                  <a:lnTo>
                    <a:pt x="565" y="13"/>
                  </a:lnTo>
                  <a:lnTo>
                    <a:pt x="590" y="3"/>
                  </a:lnTo>
                  <a:lnTo>
                    <a:pt x="619" y="0"/>
                  </a:lnTo>
                  <a:close/>
                </a:path>
              </a:pathLst>
            </a:custGeom>
            <a:solidFill>
              <a:schemeClr val="accent3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72" name="그룹 71"/>
          <p:cNvGrpSpPr/>
          <p:nvPr/>
        </p:nvGrpSpPr>
        <p:grpSpPr>
          <a:xfrm>
            <a:off x="5104067" y="1540609"/>
            <a:ext cx="961997" cy="784914"/>
            <a:chOff x="5075230" y="1751104"/>
            <a:chExt cx="961997" cy="759960"/>
          </a:xfrm>
        </p:grpSpPr>
        <p:sp>
          <p:nvSpPr>
            <p:cNvPr id="26" name="Freeform 26"/>
            <p:cNvSpPr>
              <a:spLocks noEditPoints="1"/>
            </p:cNvSpPr>
            <p:nvPr/>
          </p:nvSpPr>
          <p:spPr bwMode="auto">
            <a:xfrm>
              <a:off x="5075230" y="1751104"/>
              <a:ext cx="961997" cy="759960"/>
            </a:xfrm>
            <a:custGeom>
              <a:avLst/>
              <a:gdLst>
                <a:gd name="T0" fmla="*/ 667 w 2078"/>
                <a:gd name="T1" fmla="*/ 130 h 1640"/>
                <a:gd name="T2" fmla="*/ 477 w 2078"/>
                <a:gd name="T3" fmla="*/ 194 h 1640"/>
                <a:gd name="T4" fmla="*/ 312 w 2078"/>
                <a:gd name="T5" fmla="*/ 310 h 1640"/>
                <a:gd name="T6" fmla="*/ 185 w 2078"/>
                <a:gd name="T7" fmla="*/ 472 h 1640"/>
                <a:gd name="T8" fmla="*/ 110 w 2078"/>
                <a:gd name="T9" fmla="*/ 670 h 1640"/>
                <a:gd name="T10" fmla="*/ 96 w 2078"/>
                <a:gd name="T11" fmla="*/ 877 h 1640"/>
                <a:gd name="T12" fmla="*/ 143 w 2078"/>
                <a:gd name="T13" fmla="*/ 1074 h 1640"/>
                <a:gd name="T14" fmla="*/ 242 w 2078"/>
                <a:gd name="T15" fmla="*/ 1248 h 1640"/>
                <a:gd name="T16" fmla="*/ 389 w 2078"/>
                <a:gd name="T17" fmla="*/ 1388 h 1640"/>
                <a:gd name="T18" fmla="*/ 578 w 2078"/>
                <a:gd name="T19" fmla="*/ 1482 h 1640"/>
                <a:gd name="T20" fmla="*/ 784 w 2078"/>
                <a:gd name="T21" fmla="*/ 1516 h 1640"/>
                <a:gd name="T22" fmla="*/ 985 w 2078"/>
                <a:gd name="T23" fmla="*/ 1489 h 1640"/>
                <a:gd name="T24" fmla="*/ 1169 w 2078"/>
                <a:gd name="T25" fmla="*/ 1407 h 1640"/>
                <a:gd name="T26" fmla="*/ 1321 w 2078"/>
                <a:gd name="T27" fmla="*/ 1275 h 1640"/>
                <a:gd name="T28" fmla="*/ 1433 w 2078"/>
                <a:gd name="T29" fmla="*/ 1101 h 1640"/>
                <a:gd name="T30" fmla="*/ 1488 w 2078"/>
                <a:gd name="T31" fmla="*/ 894 h 1640"/>
                <a:gd name="T32" fmla="*/ 1480 w 2078"/>
                <a:gd name="T33" fmla="*/ 691 h 1640"/>
                <a:gd name="T34" fmla="*/ 1416 w 2078"/>
                <a:gd name="T35" fmla="*/ 501 h 1640"/>
                <a:gd name="T36" fmla="*/ 1300 w 2078"/>
                <a:gd name="T37" fmla="*/ 336 h 1640"/>
                <a:gd name="T38" fmla="*/ 1139 w 2078"/>
                <a:gd name="T39" fmla="*/ 209 h 1640"/>
                <a:gd name="T40" fmla="*/ 941 w 2078"/>
                <a:gd name="T41" fmla="*/ 134 h 1640"/>
                <a:gd name="T42" fmla="*/ 794 w 2078"/>
                <a:gd name="T43" fmla="*/ 0 h 1640"/>
                <a:gd name="T44" fmla="*/ 1011 w 2078"/>
                <a:gd name="T45" fmla="*/ 20 h 1640"/>
                <a:gd name="T46" fmla="*/ 1173 w 2078"/>
                <a:gd name="T47" fmla="*/ 81 h 1640"/>
                <a:gd name="T48" fmla="*/ 1309 w 2078"/>
                <a:gd name="T49" fmla="*/ 178 h 1640"/>
                <a:gd name="T50" fmla="*/ 1447 w 2078"/>
                <a:gd name="T51" fmla="*/ 310 h 1640"/>
                <a:gd name="T52" fmla="*/ 1579 w 2078"/>
                <a:gd name="T53" fmla="*/ 467 h 1640"/>
                <a:gd name="T54" fmla="*/ 1706 w 2078"/>
                <a:gd name="T55" fmla="*/ 634 h 1640"/>
                <a:gd name="T56" fmla="*/ 1819 w 2078"/>
                <a:gd name="T57" fmla="*/ 801 h 1640"/>
                <a:gd name="T58" fmla="*/ 1917 w 2078"/>
                <a:gd name="T59" fmla="*/ 956 h 1640"/>
                <a:gd name="T60" fmla="*/ 1996 w 2078"/>
                <a:gd name="T61" fmla="*/ 1087 h 1640"/>
                <a:gd name="T62" fmla="*/ 2051 w 2078"/>
                <a:gd name="T63" fmla="*/ 1183 h 1640"/>
                <a:gd name="T64" fmla="*/ 2077 w 2078"/>
                <a:gd name="T65" fmla="*/ 1232 h 1640"/>
                <a:gd name="T66" fmla="*/ 2064 w 2078"/>
                <a:gd name="T67" fmla="*/ 1241 h 1640"/>
                <a:gd name="T68" fmla="*/ 1997 w 2078"/>
                <a:gd name="T69" fmla="*/ 1273 h 1640"/>
                <a:gd name="T70" fmla="*/ 1882 w 2078"/>
                <a:gd name="T71" fmla="*/ 1323 h 1640"/>
                <a:gd name="T72" fmla="*/ 1731 w 2078"/>
                <a:gd name="T73" fmla="*/ 1387 h 1640"/>
                <a:gd name="T74" fmla="*/ 1552 w 2078"/>
                <a:gd name="T75" fmla="*/ 1455 h 1640"/>
                <a:gd name="T76" fmla="*/ 1358 w 2078"/>
                <a:gd name="T77" fmla="*/ 1523 h 1640"/>
                <a:gd name="T78" fmla="*/ 1157 w 2078"/>
                <a:gd name="T79" fmla="*/ 1581 h 1640"/>
                <a:gd name="T80" fmla="*/ 958 w 2078"/>
                <a:gd name="T81" fmla="*/ 1623 h 1640"/>
                <a:gd name="T82" fmla="*/ 776 w 2078"/>
                <a:gd name="T83" fmla="*/ 1640 h 1640"/>
                <a:gd name="T84" fmla="*/ 617 w 2078"/>
                <a:gd name="T85" fmla="*/ 1628 h 1640"/>
                <a:gd name="T86" fmla="*/ 435 w 2078"/>
                <a:gd name="T87" fmla="*/ 1558 h 1640"/>
                <a:gd name="T88" fmla="*/ 258 w 2078"/>
                <a:gd name="T89" fmla="*/ 1431 h 1640"/>
                <a:gd name="T90" fmla="*/ 124 w 2078"/>
                <a:gd name="T91" fmla="*/ 1267 h 1640"/>
                <a:gd name="T92" fmla="*/ 37 w 2078"/>
                <a:gd name="T93" fmla="*/ 1074 h 1640"/>
                <a:gd name="T94" fmla="*/ 0 w 2078"/>
                <a:gd name="T95" fmla="*/ 863 h 1640"/>
                <a:gd name="T96" fmla="*/ 19 w 2078"/>
                <a:gd name="T97" fmla="*/ 645 h 1640"/>
                <a:gd name="T98" fmla="*/ 99 w 2078"/>
                <a:gd name="T99" fmla="*/ 434 h 1640"/>
                <a:gd name="T100" fmla="*/ 226 w 2078"/>
                <a:gd name="T101" fmla="*/ 259 h 1640"/>
                <a:gd name="T102" fmla="*/ 390 w 2078"/>
                <a:gd name="T103" fmla="*/ 126 h 1640"/>
                <a:gd name="T104" fmla="*/ 583 w 2078"/>
                <a:gd name="T105" fmla="*/ 37 h 1640"/>
                <a:gd name="T106" fmla="*/ 794 w 2078"/>
                <a:gd name="T107" fmla="*/ 0 h 16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2078" h="1640">
                  <a:moveTo>
                    <a:pt x="802" y="119"/>
                  </a:moveTo>
                  <a:lnTo>
                    <a:pt x="733" y="122"/>
                  </a:lnTo>
                  <a:lnTo>
                    <a:pt x="667" y="130"/>
                  </a:lnTo>
                  <a:lnTo>
                    <a:pt x="601" y="146"/>
                  </a:lnTo>
                  <a:lnTo>
                    <a:pt x="537" y="167"/>
                  </a:lnTo>
                  <a:lnTo>
                    <a:pt x="477" y="194"/>
                  </a:lnTo>
                  <a:lnTo>
                    <a:pt x="417" y="228"/>
                  </a:lnTo>
                  <a:lnTo>
                    <a:pt x="363" y="267"/>
                  </a:lnTo>
                  <a:lnTo>
                    <a:pt x="312" y="310"/>
                  </a:lnTo>
                  <a:lnTo>
                    <a:pt x="265" y="360"/>
                  </a:lnTo>
                  <a:lnTo>
                    <a:pt x="223" y="413"/>
                  </a:lnTo>
                  <a:lnTo>
                    <a:pt x="185" y="472"/>
                  </a:lnTo>
                  <a:lnTo>
                    <a:pt x="154" y="534"/>
                  </a:lnTo>
                  <a:lnTo>
                    <a:pt x="129" y="602"/>
                  </a:lnTo>
                  <a:lnTo>
                    <a:pt x="110" y="670"/>
                  </a:lnTo>
                  <a:lnTo>
                    <a:pt x="99" y="739"/>
                  </a:lnTo>
                  <a:lnTo>
                    <a:pt x="95" y="808"/>
                  </a:lnTo>
                  <a:lnTo>
                    <a:pt x="96" y="877"/>
                  </a:lnTo>
                  <a:lnTo>
                    <a:pt x="106" y="944"/>
                  </a:lnTo>
                  <a:lnTo>
                    <a:pt x="122" y="1010"/>
                  </a:lnTo>
                  <a:lnTo>
                    <a:pt x="143" y="1074"/>
                  </a:lnTo>
                  <a:lnTo>
                    <a:pt x="170" y="1134"/>
                  </a:lnTo>
                  <a:lnTo>
                    <a:pt x="204" y="1192"/>
                  </a:lnTo>
                  <a:lnTo>
                    <a:pt x="242" y="1248"/>
                  </a:lnTo>
                  <a:lnTo>
                    <a:pt x="286" y="1299"/>
                  </a:lnTo>
                  <a:lnTo>
                    <a:pt x="335" y="1346"/>
                  </a:lnTo>
                  <a:lnTo>
                    <a:pt x="389" y="1388"/>
                  </a:lnTo>
                  <a:lnTo>
                    <a:pt x="448" y="1424"/>
                  </a:lnTo>
                  <a:lnTo>
                    <a:pt x="510" y="1457"/>
                  </a:lnTo>
                  <a:lnTo>
                    <a:pt x="578" y="1482"/>
                  </a:lnTo>
                  <a:lnTo>
                    <a:pt x="647" y="1500"/>
                  </a:lnTo>
                  <a:lnTo>
                    <a:pt x="715" y="1512"/>
                  </a:lnTo>
                  <a:lnTo>
                    <a:pt x="784" y="1516"/>
                  </a:lnTo>
                  <a:lnTo>
                    <a:pt x="853" y="1513"/>
                  </a:lnTo>
                  <a:lnTo>
                    <a:pt x="920" y="1504"/>
                  </a:lnTo>
                  <a:lnTo>
                    <a:pt x="985" y="1489"/>
                  </a:lnTo>
                  <a:lnTo>
                    <a:pt x="1050" y="1468"/>
                  </a:lnTo>
                  <a:lnTo>
                    <a:pt x="1111" y="1439"/>
                  </a:lnTo>
                  <a:lnTo>
                    <a:pt x="1169" y="1407"/>
                  </a:lnTo>
                  <a:lnTo>
                    <a:pt x="1224" y="1368"/>
                  </a:lnTo>
                  <a:lnTo>
                    <a:pt x="1275" y="1325"/>
                  </a:lnTo>
                  <a:lnTo>
                    <a:pt x="1321" y="1275"/>
                  </a:lnTo>
                  <a:lnTo>
                    <a:pt x="1364" y="1221"/>
                  </a:lnTo>
                  <a:lnTo>
                    <a:pt x="1401" y="1163"/>
                  </a:lnTo>
                  <a:lnTo>
                    <a:pt x="1433" y="1101"/>
                  </a:lnTo>
                  <a:lnTo>
                    <a:pt x="1457" y="1033"/>
                  </a:lnTo>
                  <a:lnTo>
                    <a:pt x="1476" y="965"/>
                  </a:lnTo>
                  <a:lnTo>
                    <a:pt x="1488" y="894"/>
                  </a:lnTo>
                  <a:lnTo>
                    <a:pt x="1492" y="826"/>
                  </a:lnTo>
                  <a:lnTo>
                    <a:pt x="1490" y="758"/>
                  </a:lnTo>
                  <a:lnTo>
                    <a:pt x="1480" y="691"/>
                  </a:lnTo>
                  <a:lnTo>
                    <a:pt x="1465" y="625"/>
                  </a:lnTo>
                  <a:lnTo>
                    <a:pt x="1444" y="561"/>
                  </a:lnTo>
                  <a:lnTo>
                    <a:pt x="1416" y="501"/>
                  </a:lnTo>
                  <a:lnTo>
                    <a:pt x="1383" y="441"/>
                  </a:lnTo>
                  <a:lnTo>
                    <a:pt x="1344" y="387"/>
                  </a:lnTo>
                  <a:lnTo>
                    <a:pt x="1300" y="336"/>
                  </a:lnTo>
                  <a:lnTo>
                    <a:pt x="1251" y="289"/>
                  </a:lnTo>
                  <a:lnTo>
                    <a:pt x="1197" y="247"/>
                  </a:lnTo>
                  <a:lnTo>
                    <a:pt x="1139" y="209"/>
                  </a:lnTo>
                  <a:lnTo>
                    <a:pt x="1076" y="178"/>
                  </a:lnTo>
                  <a:lnTo>
                    <a:pt x="1009" y="153"/>
                  </a:lnTo>
                  <a:lnTo>
                    <a:pt x="941" y="134"/>
                  </a:lnTo>
                  <a:lnTo>
                    <a:pt x="871" y="123"/>
                  </a:lnTo>
                  <a:lnTo>
                    <a:pt x="802" y="119"/>
                  </a:lnTo>
                  <a:close/>
                  <a:moveTo>
                    <a:pt x="794" y="0"/>
                  </a:moveTo>
                  <a:lnTo>
                    <a:pt x="865" y="0"/>
                  </a:lnTo>
                  <a:lnTo>
                    <a:pt x="938" y="7"/>
                  </a:lnTo>
                  <a:lnTo>
                    <a:pt x="1011" y="20"/>
                  </a:lnTo>
                  <a:lnTo>
                    <a:pt x="1084" y="41"/>
                  </a:lnTo>
                  <a:lnTo>
                    <a:pt x="1128" y="58"/>
                  </a:lnTo>
                  <a:lnTo>
                    <a:pt x="1173" y="81"/>
                  </a:lnTo>
                  <a:lnTo>
                    <a:pt x="1217" y="108"/>
                  </a:lnTo>
                  <a:lnTo>
                    <a:pt x="1263" y="140"/>
                  </a:lnTo>
                  <a:lnTo>
                    <a:pt x="1309" y="178"/>
                  </a:lnTo>
                  <a:lnTo>
                    <a:pt x="1355" y="219"/>
                  </a:lnTo>
                  <a:lnTo>
                    <a:pt x="1401" y="263"/>
                  </a:lnTo>
                  <a:lnTo>
                    <a:pt x="1447" y="310"/>
                  </a:lnTo>
                  <a:lnTo>
                    <a:pt x="1491" y="360"/>
                  </a:lnTo>
                  <a:lnTo>
                    <a:pt x="1536" y="413"/>
                  </a:lnTo>
                  <a:lnTo>
                    <a:pt x="1579" y="467"/>
                  </a:lnTo>
                  <a:lnTo>
                    <a:pt x="1622" y="522"/>
                  </a:lnTo>
                  <a:lnTo>
                    <a:pt x="1664" y="577"/>
                  </a:lnTo>
                  <a:lnTo>
                    <a:pt x="1706" y="634"/>
                  </a:lnTo>
                  <a:lnTo>
                    <a:pt x="1745" y="691"/>
                  </a:lnTo>
                  <a:lnTo>
                    <a:pt x="1782" y="746"/>
                  </a:lnTo>
                  <a:lnTo>
                    <a:pt x="1819" y="801"/>
                  </a:lnTo>
                  <a:lnTo>
                    <a:pt x="1854" y="855"/>
                  </a:lnTo>
                  <a:lnTo>
                    <a:pt x="1886" y="907"/>
                  </a:lnTo>
                  <a:lnTo>
                    <a:pt x="1917" y="956"/>
                  </a:lnTo>
                  <a:lnTo>
                    <a:pt x="1946" y="1004"/>
                  </a:lnTo>
                  <a:lnTo>
                    <a:pt x="1973" y="1048"/>
                  </a:lnTo>
                  <a:lnTo>
                    <a:pt x="1996" y="1087"/>
                  </a:lnTo>
                  <a:lnTo>
                    <a:pt x="2017" y="1124"/>
                  </a:lnTo>
                  <a:lnTo>
                    <a:pt x="2035" y="1156"/>
                  </a:lnTo>
                  <a:lnTo>
                    <a:pt x="2051" y="1183"/>
                  </a:lnTo>
                  <a:lnTo>
                    <a:pt x="2063" y="1205"/>
                  </a:lnTo>
                  <a:lnTo>
                    <a:pt x="2071" y="1221"/>
                  </a:lnTo>
                  <a:lnTo>
                    <a:pt x="2077" y="1232"/>
                  </a:lnTo>
                  <a:lnTo>
                    <a:pt x="2078" y="1234"/>
                  </a:lnTo>
                  <a:lnTo>
                    <a:pt x="2075" y="1237"/>
                  </a:lnTo>
                  <a:lnTo>
                    <a:pt x="2064" y="1241"/>
                  </a:lnTo>
                  <a:lnTo>
                    <a:pt x="2048" y="1249"/>
                  </a:lnTo>
                  <a:lnTo>
                    <a:pt x="2025" y="1260"/>
                  </a:lnTo>
                  <a:lnTo>
                    <a:pt x="1997" y="1273"/>
                  </a:lnTo>
                  <a:lnTo>
                    <a:pt x="1963" y="1288"/>
                  </a:lnTo>
                  <a:lnTo>
                    <a:pt x="1926" y="1306"/>
                  </a:lnTo>
                  <a:lnTo>
                    <a:pt x="1882" y="1323"/>
                  </a:lnTo>
                  <a:lnTo>
                    <a:pt x="1835" y="1343"/>
                  </a:lnTo>
                  <a:lnTo>
                    <a:pt x="1785" y="1365"/>
                  </a:lnTo>
                  <a:lnTo>
                    <a:pt x="1731" y="1387"/>
                  </a:lnTo>
                  <a:lnTo>
                    <a:pt x="1673" y="1410"/>
                  </a:lnTo>
                  <a:lnTo>
                    <a:pt x="1614" y="1433"/>
                  </a:lnTo>
                  <a:lnTo>
                    <a:pt x="1552" y="1455"/>
                  </a:lnTo>
                  <a:lnTo>
                    <a:pt x="1488" y="1478"/>
                  </a:lnTo>
                  <a:lnTo>
                    <a:pt x="1424" y="1501"/>
                  </a:lnTo>
                  <a:lnTo>
                    <a:pt x="1358" y="1523"/>
                  </a:lnTo>
                  <a:lnTo>
                    <a:pt x="1290" y="1543"/>
                  </a:lnTo>
                  <a:lnTo>
                    <a:pt x="1223" y="1563"/>
                  </a:lnTo>
                  <a:lnTo>
                    <a:pt x="1157" y="1581"/>
                  </a:lnTo>
                  <a:lnTo>
                    <a:pt x="1089" y="1597"/>
                  </a:lnTo>
                  <a:lnTo>
                    <a:pt x="1023" y="1611"/>
                  </a:lnTo>
                  <a:lnTo>
                    <a:pt x="958" y="1623"/>
                  </a:lnTo>
                  <a:lnTo>
                    <a:pt x="896" y="1631"/>
                  </a:lnTo>
                  <a:lnTo>
                    <a:pt x="834" y="1638"/>
                  </a:lnTo>
                  <a:lnTo>
                    <a:pt x="776" y="1640"/>
                  </a:lnTo>
                  <a:lnTo>
                    <a:pt x="719" y="1640"/>
                  </a:lnTo>
                  <a:lnTo>
                    <a:pt x="667" y="1636"/>
                  </a:lnTo>
                  <a:lnTo>
                    <a:pt x="617" y="1628"/>
                  </a:lnTo>
                  <a:lnTo>
                    <a:pt x="572" y="1617"/>
                  </a:lnTo>
                  <a:lnTo>
                    <a:pt x="501" y="1590"/>
                  </a:lnTo>
                  <a:lnTo>
                    <a:pt x="435" y="1558"/>
                  </a:lnTo>
                  <a:lnTo>
                    <a:pt x="371" y="1520"/>
                  </a:lnTo>
                  <a:lnTo>
                    <a:pt x="313" y="1478"/>
                  </a:lnTo>
                  <a:lnTo>
                    <a:pt x="258" y="1431"/>
                  </a:lnTo>
                  <a:lnTo>
                    <a:pt x="209" y="1380"/>
                  </a:lnTo>
                  <a:lnTo>
                    <a:pt x="164" y="1325"/>
                  </a:lnTo>
                  <a:lnTo>
                    <a:pt x="124" y="1267"/>
                  </a:lnTo>
                  <a:lnTo>
                    <a:pt x="89" y="1205"/>
                  </a:lnTo>
                  <a:lnTo>
                    <a:pt x="60" y="1141"/>
                  </a:lnTo>
                  <a:lnTo>
                    <a:pt x="37" y="1074"/>
                  </a:lnTo>
                  <a:lnTo>
                    <a:pt x="18" y="1005"/>
                  </a:lnTo>
                  <a:lnTo>
                    <a:pt x="6" y="935"/>
                  </a:lnTo>
                  <a:lnTo>
                    <a:pt x="0" y="863"/>
                  </a:lnTo>
                  <a:lnTo>
                    <a:pt x="0" y="792"/>
                  </a:lnTo>
                  <a:lnTo>
                    <a:pt x="7" y="718"/>
                  </a:lnTo>
                  <a:lnTo>
                    <a:pt x="19" y="645"/>
                  </a:lnTo>
                  <a:lnTo>
                    <a:pt x="39" y="572"/>
                  </a:lnTo>
                  <a:lnTo>
                    <a:pt x="66" y="502"/>
                  </a:lnTo>
                  <a:lnTo>
                    <a:pt x="99" y="434"/>
                  </a:lnTo>
                  <a:lnTo>
                    <a:pt x="137" y="372"/>
                  </a:lnTo>
                  <a:lnTo>
                    <a:pt x="178" y="313"/>
                  </a:lnTo>
                  <a:lnTo>
                    <a:pt x="226" y="259"/>
                  </a:lnTo>
                  <a:lnTo>
                    <a:pt x="277" y="209"/>
                  </a:lnTo>
                  <a:lnTo>
                    <a:pt x="332" y="165"/>
                  </a:lnTo>
                  <a:lnTo>
                    <a:pt x="390" y="126"/>
                  </a:lnTo>
                  <a:lnTo>
                    <a:pt x="452" y="91"/>
                  </a:lnTo>
                  <a:lnTo>
                    <a:pt x="516" y="61"/>
                  </a:lnTo>
                  <a:lnTo>
                    <a:pt x="583" y="37"/>
                  </a:lnTo>
                  <a:lnTo>
                    <a:pt x="652" y="19"/>
                  </a:lnTo>
                  <a:lnTo>
                    <a:pt x="722" y="7"/>
                  </a:lnTo>
                  <a:lnTo>
                    <a:pt x="794" y="0"/>
                  </a:lnTo>
                  <a:close/>
                </a:path>
              </a:pathLst>
            </a:custGeom>
            <a:solidFill>
              <a:schemeClr val="accent4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grpSp>
          <p:nvGrpSpPr>
            <p:cNvPr id="71" name="그룹 70"/>
            <p:cNvGrpSpPr/>
            <p:nvPr/>
          </p:nvGrpSpPr>
          <p:grpSpPr>
            <a:xfrm>
              <a:off x="5322006" y="2023798"/>
              <a:ext cx="244778" cy="243968"/>
              <a:chOff x="5322006" y="2023798"/>
              <a:chExt cx="244778" cy="243968"/>
            </a:xfrm>
          </p:grpSpPr>
          <p:sp>
            <p:nvSpPr>
              <p:cNvPr id="28" name="Freeform 54"/>
              <p:cNvSpPr>
                <a:spLocks/>
              </p:cNvSpPr>
              <p:nvPr/>
            </p:nvSpPr>
            <p:spPr bwMode="auto">
              <a:xfrm>
                <a:off x="5364153" y="2067566"/>
                <a:ext cx="105368" cy="21884"/>
              </a:xfrm>
              <a:custGeom>
                <a:avLst/>
                <a:gdLst>
                  <a:gd name="T0" fmla="*/ 151 w 1438"/>
                  <a:gd name="T1" fmla="*/ 0 h 302"/>
                  <a:gd name="T2" fmla="*/ 1287 w 1438"/>
                  <a:gd name="T3" fmla="*/ 0 h 302"/>
                  <a:gd name="T4" fmla="*/ 1318 w 1438"/>
                  <a:gd name="T5" fmla="*/ 3 h 302"/>
                  <a:gd name="T6" fmla="*/ 1346 w 1438"/>
                  <a:gd name="T7" fmla="*/ 12 h 302"/>
                  <a:gd name="T8" fmla="*/ 1372 w 1438"/>
                  <a:gd name="T9" fmla="*/ 26 h 302"/>
                  <a:gd name="T10" fmla="*/ 1394 w 1438"/>
                  <a:gd name="T11" fmla="*/ 45 h 302"/>
                  <a:gd name="T12" fmla="*/ 1413 w 1438"/>
                  <a:gd name="T13" fmla="*/ 67 h 302"/>
                  <a:gd name="T14" fmla="*/ 1426 w 1438"/>
                  <a:gd name="T15" fmla="*/ 93 h 302"/>
                  <a:gd name="T16" fmla="*/ 1435 w 1438"/>
                  <a:gd name="T17" fmla="*/ 121 h 302"/>
                  <a:gd name="T18" fmla="*/ 1438 w 1438"/>
                  <a:gd name="T19" fmla="*/ 151 h 302"/>
                  <a:gd name="T20" fmla="*/ 1435 w 1438"/>
                  <a:gd name="T21" fmla="*/ 181 h 302"/>
                  <a:gd name="T22" fmla="*/ 1426 w 1438"/>
                  <a:gd name="T23" fmla="*/ 209 h 302"/>
                  <a:gd name="T24" fmla="*/ 1413 w 1438"/>
                  <a:gd name="T25" fmla="*/ 235 h 302"/>
                  <a:gd name="T26" fmla="*/ 1394 w 1438"/>
                  <a:gd name="T27" fmla="*/ 257 h 302"/>
                  <a:gd name="T28" fmla="*/ 1372 w 1438"/>
                  <a:gd name="T29" fmla="*/ 276 h 302"/>
                  <a:gd name="T30" fmla="*/ 1346 w 1438"/>
                  <a:gd name="T31" fmla="*/ 289 h 302"/>
                  <a:gd name="T32" fmla="*/ 1318 w 1438"/>
                  <a:gd name="T33" fmla="*/ 298 h 302"/>
                  <a:gd name="T34" fmla="*/ 1287 w 1438"/>
                  <a:gd name="T35" fmla="*/ 302 h 302"/>
                  <a:gd name="T36" fmla="*/ 151 w 1438"/>
                  <a:gd name="T37" fmla="*/ 302 h 302"/>
                  <a:gd name="T38" fmla="*/ 121 w 1438"/>
                  <a:gd name="T39" fmla="*/ 298 h 302"/>
                  <a:gd name="T40" fmla="*/ 93 w 1438"/>
                  <a:gd name="T41" fmla="*/ 289 h 302"/>
                  <a:gd name="T42" fmla="*/ 66 w 1438"/>
                  <a:gd name="T43" fmla="*/ 276 h 302"/>
                  <a:gd name="T44" fmla="*/ 44 w 1438"/>
                  <a:gd name="T45" fmla="*/ 257 h 302"/>
                  <a:gd name="T46" fmla="*/ 26 w 1438"/>
                  <a:gd name="T47" fmla="*/ 235 h 302"/>
                  <a:gd name="T48" fmla="*/ 12 w 1438"/>
                  <a:gd name="T49" fmla="*/ 209 h 302"/>
                  <a:gd name="T50" fmla="*/ 4 w 1438"/>
                  <a:gd name="T51" fmla="*/ 181 h 302"/>
                  <a:gd name="T52" fmla="*/ 0 w 1438"/>
                  <a:gd name="T53" fmla="*/ 151 h 302"/>
                  <a:gd name="T54" fmla="*/ 4 w 1438"/>
                  <a:gd name="T55" fmla="*/ 121 h 302"/>
                  <a:gd name="T56" fmla="*/ 12 w 1438"/>
                  <a:gd name="T57" fmla="*/ 93 h 302"/>
                  <a:gd name="T58" fmla="*/ 26 w 1438"/>
                  <a:gd name="T59" fmla="*/ 67 h 302"/>
                  <a:gd name="T60" fmla="*/ 44 w 1438"/>
                  <a:gd name="T61" fmla="*/ 45 h 302"/>
                  <a:gd name="T62" fmla="*/ 66 w 1438"/>
                  <a:gd name="T63" fmla="*/ 26 h 302"/>
                  <a:gd name="T64" fmla="*/ 93 w 1438"/>
                  <a:gd name="T65" fmla="*/ 12 h 302"/>
                  <a:gd name="T66" fmla="*/ 121 w 1438"/>
                  <a:gd name="T67" fmla="*/ 3 h 302"/>
                  <a:gd name="T68" fmla="*/ 151 w 1438"/>
                  <a:gd name="T69" fmla="*/ 0 h 3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</a:cxnLst>
                <a:rect l="0" t="0" r="r" b="b"/>
                <a:pathLst>
                  <a:path w="1438" h="302">
                    <a:moveTo>
                      <a:pt x="151" y="0"/>
                    </a:moveTo>
                    <a:lnTo>
                      <a:pt x="1287" y="0"/>
                    </a:lnTo>
                    <a:lnTo>
                      <a:pt x="1318" y="3"/>
                    </a:lnTo>
                    <a:lnTo>
                      <a:pt x="1346" y="12"/>
                    </a:lnTo>
                    <a:lnTo>
                      <a:pt x="1372" y="26"/>
                    </a:lnTo>
                    <a:lnTo>
                      <a:pt x="1394" y="45"/>
                    </a:lnTo>
                    <a:lnTo>
                      <a:pt x="1413" y="67"/>
                    </a:lnTo>
                    <a:lnTo>
                      <a:pt x="1426" y="93"/>
                    </a:lnTo>
                    <a:lnTo>
                      <a:pt x="1435" y="121"/>
                    </a:lnTo>
                    <a:lnTo>
                      <a:pt x="1438" y="151"/>
                    </a:lnTo>
                    <a:lnTo>
                      <a:pt x="1435" y="181"/>
                    </a:lnTo>
                    <a:lnTo>
                      <a:pt x="1426" y="209"/>
                    </a:lnTo>
                    <a:lnTo>
                      <a:pt x="1413" y="235"/>
                    </a:lnTo>
                    <a:lnTo>
                      <a:pt x="1394" y="257"/>
                    </a:lnTo>
                    <a:lnTo>
                      <a:pt x="1372" y="276"/>
                    </a:lnTo>
                    <a:lnTo>
                      <a:pt x="1346" y="289"/>
                    </a:lnTo>
                    <a:lnTo>
                      <a:pt x="1318" y="298"/>
                    </a:lnTo>
                    <a:lnTo>
                      <a:pt x="1287" y="302"/>
                    </a:lnTo>
                    <a:lnTo>
                      <a:pt x="151" y="302"/>
                    </a:lnTo>
                    <a:lnTo>
                      <a:pt x="121" y="298"/>
                    </a:lnTo>
                    <a:lnTo>
                      <a:pt x="93" y="289"/>
                    </a:lnTo>
                    <a:lnTo>
                      <a:pt x="66" y="276"/>
                    </a:lnTo>
                    <a:lnTo>
                      <a:pt x="44" y="257"/>
                    </a:lnTo>
                    <a:lnTo>
                      <a:pt x="26" y="235"/>
                    </a:lnTo>
                    <a:lnTo>
                      <a:pt x="12" y="209"/>
                    </a:lnTo>
                    <a:lnTo>
                      <a:pt x="4" y="181"/>
                    </a:lnTo>
                    <a:lnTo>
                      <a:pt x="0" y="151"/>
                    </a:lnTo>
                    <a:lnTo>
                      <a:pt x="4" y="121"/>
                    </a:lnTo>
                    <a:lnTo>
                      <a:pt x="12" y="93"/>
                    </a:lnTo>
                    <a:lnTo>
                      <a:pt x="26" y="67"/>
                    </a:lnTo>
                    <a:lnTo>
                      <a:pt x="44" y="45"/>
                    </a:lnTo>
                    <a:lnTo>
                      <a:pt x="66" y="26"/>
                    </a:lnTo>
                    <a:lnTo>
                      <a:pt x="93" y="12"/>
                    </a:lnTo>
                    <a:lnTo>
                      <a:pt x="121" y="3"/>
                    </a:lnTo>
                    <a:lnTo>
                      <a:pt x="151" y="0"/>
                    </a:lnTo>
                    <a:close/>
                  </a:path>
                </a:pathLst>
              </a:custGeom>
              <a:solidFill>
                <a:schemeClr val="accent4"/>
              </a:solidFill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29" name="Freeform 55"/>
              <p:cNvSpPr>
                <a:spLocks/>
              </p:cNvSpPr>
              <p:nvPr/>
            </p:nvSpPr>
            <p:spPr bwMode="auto">
              <a:xfrm>
                <a:off x="5364153" y="2108903"/>
                <a:ext cx="105368" cy="21884"/>
              </a:xfrm>
              <a:custGeom>
                <a:avLst/>
                <a:gdLst>
                  <a:gd name="T0" fmla="*/ 151 w 1438"/>
                  <a:gd name="T1" fmla="*/ 0 h 301"/>
                  <a:gd name="T2" fmla="*/ 1287 w 1438"/>
                  <a:gd name="T3" fmla="*/ 0 h 301"/>
                  <a:gd name="T4" fmla="*/ 1318 w 1438"/>
                  <a:gd name="T5" fmla="*/ 3 h 301"/>
                  <a:gd name="T6" fmla="*/ 1346 w 1438"/>
                  <a:gd name="T7" fmla="*/ 12 h 301"/>
                  <a:gd name="T8" fmla="*/ 1372 w 1438"/>
                  <a:gd name="T9" fmla="*/ 26 h 301"/>
                  <a:gd name="T10" fmla="*/ 1394 w 1438"/>
                  <a:gd name="T11" fmla="*/ 44 h 301"/>
                  <a:gd name="T12" fmla="*/ 1413 w 1438"/>
                  <a:gd name="T13" fmla="*/ 66 h 301"/>
                  <a:gd name="T14" fmla="*/ 1426 w 1438"/>
                  <a:gd name="T15" fmla="*/ 92 h 301"/>
                  <a:gd name="T16" fmla="*/ 1435 w 1438"/>
                  <a:gd name="T17" fmla="*/ 120 h 301"/>
                  <a:gd name="T18" fmla="*/ 1438 w 1438"/>
                  <a:gd name="T19" fmla="*/ 150 h 301"/>
                  <a:gd name="T20" fmla="*/ 1435 w 1438"/>
                  <a:gd name="T21" fmla="*/ 181 h 301"/>
                  <a:gd name="T22" fmla="*/ 1426 w 1438"/>
                  <a:gd name="T23" fmla="*/ 210 h 301"/>
                  <a:gd name="T24" fmla="*/ 1413 w 1438"/>
                  <a:gd name="T25" fmla="*/ 235 h 301"/>
                  <a:gd name="T26" fmla="*/ 1394 w 1438"/>
                  <a:gd name="T27" fmla="*/ 258 h 301"/>
                  <a:gd name="T28" fmla="*/ 1372 w 1438"/>
                  <a:gd name="T29" fmla="*/ 275 h 301"/>
                  <a:gd name="T30" fmla="*/ 1346 w 1438"/>
                  <a:gd name="T31" fmla="*/ 290 h 301"/>
                  <a:gd name="T32" fmla="*/ 1318 w 1438"/>
                  <a:gd name="T33" fmla="*/ 298 h 301"/>
                  <a:gd name="T34" fmla="*/ 1287 w 1438"/>
                  <a:gd name="T35" fmla="*/ 301 h 301"/>
                  <a:gd name="T36" fmla="*/ 151 w 1438"/>
                  <a:gd name="T37" fmla="*/ 301 h 301"/>
                  <a:gd name="T38" fmla="*/ 121 w 1438"/>
                  <a:gd name="T39" fmla="*/ 298 h 301"/>
                  <a:gd name="T40" fmla="*/ 93 w 1438"/>
                  <a:gd name="T41" fmla="*/ 290 h 301"/>
                  <a:gd name="T42" fmla="*/ 66 w 1438"/>
                  <a:gd name="T43" fmla="*/ 275 h 301"/>
                  <a:gd name="T44" fmla="*/ 44 w 1438"/>
                  <a:gd name="T45" fmla="*/ 258 h 301"/>
                  <a:gd name="T46" fmla="*/ 26 w 1438"/>
                  <a:gd name="T47" fmla="*/ 235 h 301"/>
                  <a:gd name="T48" fmla="*/ 12 w 1438"/>
                  <a:gd name="T49" fmla="*/ 210 h 301"/>
                  <a:gd name="T50" fmla="*/ 4 w 1438"/>
                  <a:gd name="T51" fmla="*/ 181 h 301"/>
                  <a:gd name="T52" fmla="*/ 0 w 1438"/>
                  <a:gd name="T53" fmla="*/ 150 h 301"/>
                  <a:gd name="T54" fmla="*/ 4 w 1438"/>
                  <a:gd name="T55" fmla="*/ 120 h 301"/>
                  <a:gd name="T56" fmla="*/ 12 w 1438"/>
                  <a:gd name="T57" fmla="*/ 92 h 301"/>
                  <a:gd name="T58" fmla="*/ 26 w 1438"/>
                  <a:gd name="T59" fmla="*/ 66 h 301"/>
                  <a:gd name="T60" fmla="*/ 44 w 1438"/>
                  <a:gd name="T61" fmla="*/ 44 h 301"/>
                  <a:gd name="T62" fmla="*/ 66 w 1438"/>
                  <a:gd name="T63" fmla="*/ 26 h 301"/>
                  <a:gd name="T64" fmla="*/ 93 w 1438"/>
                  <a:gd name="T65" fmla="*/ 12 h 301"/>
                  <a:gd name="T66" fmla="*/ 121 w 1438"/>
                  <a:gd name="T67" fmla="*/ 3 h 301"/>
                  <a:gd name="T68" fmla="*/ 151 w 1438"/>
                  <a:gd name="T69" fmla="*/ 0 h 3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</a:cxnLst>
                <a:rect l="0" t="0" r="r" b="b"/>
                <a:pathLst>
                  <a:path w="1438" h="301">
                    <a:moveTo>
                      <a:pt x="151" y="0"/>
                    </a:moveTo>
                    <a:lnTo>
                      <a:pt x="1287" y="0"/>
                    </a:lnTo>
                    <a:lnTo>
                      <a:pt x="1318" y="3"/>
                    </a:lnTo>
                    <a:lnTo>
                      <a:pt x="1346" y="12"/>
                    </a:lnTo>
                    <a:lnTo>
                      <a:pt x="1372" y="26"/>
                    </a:lnTo>
                    <a:lnTo>
                      <a:pt x="1394" y="44"/>
                    </a:lnTo>
                    <a:lnTo>
                      <a:pt x="1413" y="66"/>
                    </a:lnTo>
                    <a:lnTo>
                      <a:pt x="1426" y="92"/>
                    </a:lnTo>
                    <a:lnTo>
                      <a:pt x="1435" y="120"/>
                    </a:lnTo>
                    <a:lnTo>
                      <a:pt x="1438" y="150"/>
                    </a:lnTo>
                    <a:lnTo>
                      <a:pt x="1435" y="181"/>
                    </a:lnTo>
                    <a:lnTo>
                      <a:pt x="1426" y="210"/>
                    </a:lnTo>
                    <a:lnTo>
                      <a:pt x="1413" y="235"/>
                    </a:lnTo>
                    <a:lnTo>
                      <a:pt x="1394" y="258"/>
                    </a:lnTo>
                    <a:lnTo>
                      <a:pt x="1372" y="275"/>
                    </a:lnTo>
                    <a:lnTo>
                      <a:pt x="1346" y="290"/>
                    </a:lnTo>
                    <a:lnTo>
                      <a:pt x="1318" y="298"/>
                    </a:lnTo>
                    <a:lnTo>
                      <a:pt x="1287" y="301"/>
                    </a:lnTo>
                    <a:lnTo>
                      <a:pt x="151" y="301"/>
                    </a:lnTo>
                    <a:lnTo>
                      <a:pt x="121" y="298"/>
                    </a:lnTo>
                    <a:lnTo>
                      <a:pt x="93" y="290"/>
                    </a:lnTo>
                    <a:lnTo>
                      <a:pt x="66" y="275"/>
                    </a:lnTo>
                    <a:lnTo>
                      <a:pt x="44" y="258"/>
                    </a:lnTo>
                    <a:lnTo>
                      <a:pt x="26" y="235"/>
                    </a:lnTo>
                    <a:lnTo>
                      <a:pt x="12" y="210"/>
                    </a:lnTo>
                    <a:lnTo>
                      <a:pt x="4" y="181"/>
                    </a:lnTo>
                    <a:lnTo>
                      <a:pt x="0" y="150"/>
                    </a:lnTo>
                    <a:lnTo>
                      <a:pt x="4" y="120"/>
                    </a:lnTo>
                    <a:lnTo>
                      <a:pt x="12" y="92"/>
                    </a:lnTo>
                    <a:lnTo>
                      <a:pt x="26" y="66"/>
                    </a:lnTo>
                    <a:lnTo>
                      <a:pt x="44" y="44"/>
                    </a:lnTo>
                    <a:lnTo>
                      <a:pt x="66" y="26"/>
                    </a:lnTo>
                    <a:lnTo>
                      <a:pt x="93" y="12"/>
                    </a:lnTo>
                    <a:lnTo>
                      <a:pt x="121" y="3"/>
                    </a:lnTo>
                    <a:lnTo>
                      <a:pt x="151" y="0"/>
                    </a:lnTo>
                    <a:close/>
                  </a:path>
                </a:pathLst>
              </a:custGeom>
              <a:solidFill>
                <a:schemeClr val="accent4"/>
              </a:solidFill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30" name="Freeform 56"/>
              <p:cNvSpPr>
                <a:spLocks/>
              </p:cNvSpPr>
              <p:nvPr/>
            </p:nvSpPr>
            <p:spPr bwMode="auto">
              <a:xfrm>
                <a:off x="5364153" y="2150240"/>
                <a:ext cx="64032" cy="22695"/>
              </a:xfrm>
              <a:custGeom>
                <a:avLst/>
                <a:gdLst>
                  <a:gd name="T0" fmla="*/ 151 w 870"/>
                  <a:gd name="T1" fmla="*/ 0 h 301"/>
                  <a:gd name="T2" fmla="*/ 720 w 870"/>
                  <a:gd name="T3" fmla="*/ 0 h 301"/>
                  <a:gd name="T4" fmla="*/ 750 w 870"/>
                  <a:gd name="T5" fmla="*/ 4 h 301"/>
                  <a:gd name="T6" fmla="*/ 778 w 870"/>
                  <a:gd name="T7" fmla="*/ 12 h 301"/>
                  <a:gd name="T8" fmla="*/ 805 w 870"/>
                  <a:gd name="T9" fmla="*/ 26 h 301"/>
                  <a:gd name="T10" fmla="*/ 827 w 870"/>
                  <a:gd name="T11" fmla="*/ 44 h 301"/>
                  <a:gd name="T12" fmla="*/ 845 w 870"/>
                  <a:gd name="T13" fmla="*/ 67 h 301"/>
                  <a:gd name="T14" fmla="*/ 859 w 870"/>
                  <a:gd name="T15" fmla="*/ 92 h 301"/>
                  <a:gd name="T16" fmla="*/ 867 w 870"/>
                  <a:gd name="T17" fmla="*/ 120 h 301"/>
                  <a:gd name="T18" fmla="*/ 870 w 870"/>
                  <a:gd name="T19" fmla="*/ 151 h 301"/>
                  <a:gd name="T20" fmla="*/ 867 w 870"/>
                  <a:gd name="T21" fmla="*/ 181 h 301"/>
                  <a:gd name="T22" fmla="*/ 859 w 870"/>
                  <a:gd name="T23" fmla="*/ 209 h 301"/>
                  <a:gd name="T24" fmla="*/ 845 w 870"/>
                  <a:gd name="T25" fmla="*/ 234 h 301"/>
                  <a:gd name="T26" fmla="*/ 827 w 870"/>
                  <a:gd name="T27" fmla="*/ 257 h 301"/>
                  <a:gd name="T28" fmla="*/ 805 w 870"/>
                  <a:gd name="T29" fmla="*/ 275 h 301"/>
                  <a:gd name="T30" fmla="*/ 778 w 870"/>
                  <a:gd name="T31" fmla="*/ 290 h 301"/>
                  <a:gd name="T32" fmla="*/ 750 w 870"/>
                  <a:gd name="T33" fmla="*/ 298 h 301"/>
                  <a:gd name="T34" fmla="*/ 720 w 870"/>
                  <a:gd name="T35" fmla="*/ 301 h 301"/>
                  <a:gd name="T36" fmla="*/ 151 w 870"/>
                  <a:gd name="T37" fmla="*/ 301 h 301"/>
                  <a:gd name="T38" fmla="*/ 121 w 870"/>
                  <a:gd name="T39" fmla="*/ 298 h 301"/>
                  <a:gd name="T40" fmla="*/ 93 w 870"/>
                  <a:gd name="T41" fmla="*/ 290 h 301"/>
                  <a:gd name="T42" fmla="*/ 66 w 870"/>
                  <a:gd name="T43" fmla="*/ 275 h 301"/>
                  <a:gd name="T44" fmla="*/ 44 w 870"/>
                  <a:gd name="T45" fmla="*/ 257 h 301"/>
                  <a:gd name="T46" fmla="*/ 26 w 870"/>
                  <a:gd name="T47" fmla="*/ 234 h 301"/>
                  <a:gd name="T48" fmla="*/ 12 w 870"/>
                  <a:gd name="T49" fmla="*/ 209 h 301"/>
                  <a:gd name="T50" fmla="*/ 4 w 870"/>
                  <a:gd name="T51" fmla="*/ 181 h 301"/>
                  <a:gd name="T52" fmla="*/ 0 w 870"/>
                  <a:gd name="T53" fmla="*/ 151 h 301"/>
                  <a:gd name="T54" fmla="*/ 4 w 870"/>
                  <a:gd name="T55" fmla="*/ 120 h 301"/>
                  <a:gd name="T56" fmla="*/ 12 w 870"/>
                  <a:gd name="T57" fmla="*/ 92 h 301"/>
                  <a:gd name="T58" fmla="*/ 26 w 870"/>
                  <a:gd name="T59" fmla="*/ 67 h 301"/>
                  <a:gd name="T60" fmla="*/ 44 w 870"/>
                  <a:gd name="T61" fmla="*/ 44 h 301"/>
                  <a:gd name="T62" fmla="*/ 66 w 870"/>
                  <a:gd name="T63" fmla="*/ 26 h 301"/>
                  <a:gd name="T64" fmla="*/ 93 w 870"/>
                  <a:gd name="T65" fmla="*/ 12 h 301"/>
                  <a:gd name="T66" fmla="*/ 121 w 870"/>
                  <a:gd name="T67" fmla="*/ 4 h 301"/>
                  <a:gd name="T68" fmla="*/ 151 w 870"/>
                  <a:gd name="T69" fmla="*/ 0 h 3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</a:cxnLst>
                <a:rect l="0" t="0" r="r" b="b"/>
                <a:pathLst>
                  <a:path w="870" h="301">
                    <a:moveTo>
                      <a:pt x="151" y="0"/>
                    </a:moveTo>
                    <a:lnTo>
                      <a:pt x="720" y="0"/>
                    </a:lnTo>
                    <a:lnTo>
                      <a:pt x="750" y="4"/>
                    </a:lnTo>
                    <a:lnTo>
                      <a:pt x="778" y="12"/>
                    </a:lnTo>
                    <a:lnTo>
                      <a:pt x="805" y="26"/>
                    </a:lnTo>
                    <a:lnTo>
                      <a:pt x="827" y="44"/>
                    </a:lnTo>
                    <a:lnTo>
                      <a:pt x="845" y="67"/>
                    </a:lnTo>
                    <a:lnTo>
                      <a:pt x="859" y="92"/>
                    </a:lnTo>
                    <a:lnTo>
                      <a:pt x="867" y="120"/>
                    </a:lnTo>
                    <a:lnTo>
                      <a:pt x="870" y="151"/>
                    </a:lnTo>
                    <a:lnTo>
                      <a:pt x="867" y="181"/>
                    </a:lnTo>
                    <a:lnTo>
                      <a:pt x="859" y="209"/>
                    </a:lnTo>
                    <a:lnTo>
                      <a:pt x="845" y="234"/>
                    </a:lnTo>
                    <a:lnTo>
                      <a:pt x="827" y="257"/>
                    </a:lnTo>
                    <a:lnTo>
                      <a:pt x="805" y="275"/>
                    </a:lnTo>
                    <a:lnTo>
                      <a:pt x="778" y="290"/>
                    </a:lnTo>
                    <a:lnTo>
                      <a:pt x="750" y="298"/>
                    </a:lnTo>
                    <a:lnTo>
                      <a:pt x="720" y="301"/>
                    </a:lnTo>
                    <a:lnTo>
                      <a:pt x="151" y="301"/>
                    </a:lnTo>
                    <a:lnTo>
                      <a:pt x="121" y="298"/>
                    </a:lnTo>
                    <a:lnTo>
                      <a:pt x="93" y="290"/>
                    </a:lnTo>
                    <a:lnTo>
                      <a:pt x="66" y="275"/>
                    </a:lnTo>
                    <a:lnTo>
                      <a:pt x="44" y="257"/>
                    </a:lnTo>
                    <a:lnTo>
                      <a:pt x="26" y="234"/>
                    </a:lnTo>
                    <a:lnTo>
                      <a:pt x="12" y="209"/>
                    </a:lnTo>
                    <a:lnTo>
                      <a:pt x="4" y="181"/>
                    </a:lnTo>
                    <a:lnTo>
                      <a:pt x="0" y="151"/>
                    </a:lnTo>
                    <a:lnTo>
                      <a:pt x="4" y="120"/>
                    </a:lnTo>
                    <a:lnTo>
                      <a:pt x="12" y="92"/>
                    </a:lnTo>
                    <a:lnTo>
                      <a:pt x="26" y="67"/>
                    </a:lnTo>
                    <a:lnTo>
                      <a:pt x="44" y="44"/>
                    </a:lnTo>
                    <a:lnTo>
                      <a:pt x="66" y="26"/>
                    </a:lnTo>
                    <a:lnTo>
                      <a:pt x="93" y="12"/>
                    </a:lnTo>
                    <a:lnTo>
                      <a:pt x="121" y="4"/>
                    </a:lnTo>
                    <a:lnTo>
                      <a:pt x="151" y="0"/>
                    </a:lnTo>
                    <a:close/>
                  </a:path>
                </a:pathLst>
              </a:custGeom>
              <a:solidFill>
                <a:schemeClr val="accent4"/>
              </a:solidFill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31" name="Freeform 57"/>
              <p:cNvSpPr>
                <a:spLocks/>
              </p:cNvSpPr>
              <p:nvPr/>
            </p:nvSpPr>
            <p:spPr bwMode="auto">
              <a:xfrm>
                <a:off x="5322006" y="2023798"/>
                <a:ext cx="189662" cy="243968"/>
              </a:xfrm>
              <a:custGeom>
                <a:avLst/>
                <a:gdLst>
                  <a:gd name="T0" fmla="*/ 152 w 2574"/>
                  <a:gd name="T1" fmla="*/ 0 h 3310"/>
                  <a:gd name="T2" fmla="*/ 2423 w 2574"/>
                  <a:gd name="T3" fmla="*/ 0 h 3310"/>
                  <a:gd name="T4" fmla="*/ 2453 w 2574"/>
                  <a:gd name="T5" fmla="*/ 3 h 3310"/>
                  <a:gd name="T6" fmla="*/ 2481 w 2574"/>
                  <a:gd name="T7" fmla="*/ 12 h 3310"/>
                  <a:gd name="T8" fmla="*/ 2507 w 2574"/>
                  <a:gd name="T9" fmla="*/ 26 h 3310"/>
                  <a:gd name="T10" fmla="*/ 2529 w 2574"/>
                  <a:gd name="T11" fmla="*/ 44 h 3310"/>
                  <a:gd name="T12" fmla="*/ 2548 w 2574"/>
                  <a:gd name="T13" fmla="*/ 67 h 3310"/>
                  <a:gd name="T14" fmla="*/ 2562 w 2574"/>
                  <a:gd name="T15" fmla="*/ 92 h 3310"/>
                  <a:gd name="T16" fmla="*/ 2571 w 2574"/>
                  <a:gd name="T17" fmla="*/ 120 h 3310"/>
                  <a:gd name="T18" fmla="*/ 2574 w 2574"/>
                  <a:gd name="T19" fmla="*/ 150 h 3310"/>
                  <a:gd name="T20" fmla="*/ 2574 w 2574"/>
                  <a:gd name="T21" fmla="*/ 374 h 3310"/>
                  <a:gd name="T22" fmla="*/ 2272 w 2574"/>
                  <a:gd name="T23" fmla="*/ 896 h 3310"/>
                  <a:gd name="T24" fmla="*/ 2272 w 2574"/>
                  <a:gd name="T25" fmla="*/ 301 h 3310"/>
                  <a:gd name="T26" fmla="*/ 304 w 2574"/>
                  <a:gd name="T27" fmla="*/ 301 h 3310"/>
                  <a:gd name="T28" fmla="*/ 304 w 2574"/>
                  <a:gd name="T29" fmla="*/ 3008 h 3310"/>
                  <a:gd name="T30" fmla="*/ 2272 w 2574"/>
                  <a:gd name="T31" fmla="*/ 3008 h 3310"/>
                  <a:gd name="T32" fmla="*/ 2272 w 2574"/>
                  <a:gd name="T33" fmla="*/ 2634 h 3310"/>
                  <a:gd name="T34" fmla="*/ 2430 w 2574"/>
                  <a:gd name="T35" fmla="*/ 2530 h 3310"/>
                  <a:gd name="T36" fmla="*/ 2458 w 2574"/>
                  <a:gd name="T37" fmla="*/ 2508 h 3310"/>
                  <a:gd name="T38" fmla="*/ 2482 w 2574"/>
                  <a:gd name="T39" fmla="*/ 2483 h 3310"/>
                  <a:gd name="T40" fmla="*/ 2502 w 2574"/>
                  <a:gd name="T41" fmla="*/ 2454 h 3310"/>
                  <a:gd name="T42" fmla="*/ 2574 w 2574"/>
                  <a:gd name="T43" fmla="*/ 2330 h 3310"/>
                  <a:gd name="T44" fmla="*/ 2574 w 2574"/>
                  <a:gd name="T45" fmla="*/ 3159 h 3310"/>
                  <a:gd name="T46" fmla="*/ 2571 w 2574"/>
                  <a:gd name="T47" fmla="*/ 3189 h 3310"/>
                  <a:gd name="T48" fmla="*/ 2562 w 2574"/>
                  <a:gd name="T49" fmla="*/ 3217 h 3310"/>
                  <a:gd name="T50" fmla="*/ 2548 w 2574"/>
                  <a:gd name="T51" fmla="*/ 3243 h 3310"/>
                  <a:gd name="T52" fmla="*/ 2529 w 2574"/>
                  <a:gd name="T53" fmla="*/ 3265 h 3310"/>
                  <a:gd name="T54" fmla="*/ 2507 w 2574"/>
                  <a:gd name="T55" fmla="*/ 3284 h 3310"/>
                  <a:gd name="T56" fmla="*/ 2481 w 2574"/>
                  <a:gd name="T57" fmla="*/ 3297 h 3310"/>
                  <a:gd name="T58" fmla="*/ 2453 w 2574"/>
                  <a:gd name="T59" fmla="*/ 3307 h 3310"/>
                  <a:gd name="T60" fmla="*/ 2423 w 2574"/>
                  <a:gd name="T61" fmla="*/ 3310 h 3310"/>
                  <a:gd name="T62" fmla="*/ 152 w 2574"/>
                  <a:gd name="T63" fmla="*/ 3310 h 3310"/>
                  <a:gd name="T64" fmla="*/ 121 w 2574"/>
                  <a:gd name="T65" fmla="*/ 3307 h 3310"/>
                  <a:gd name="T66" fmla="*/ 93 w 2574"/>
                  <a:gd name="T67" fmla="*/ 3297 h 3310"/>
                  <a:gd name="T68" fmla="*/ 67 w 2574"/>
                  <a:gd name="T69" fmla="*/ 3284 h 3310"/>
                  <a:gd name="T70" fmla="*/ 45 w 2574"/>
                  <a:gd name="T71" fmla="*/ 3265 h 3310"/>
                  <a:gd name="T72" fmla="*/ 26 w 2574"/>
                  <a:gd name="T73" fmla="*/ 3243 h 3310"/>
                  <a:gd name="T74" fmla="*/ 13 w 2574"/>
                  <a:gd name="T75" fmla="*/ 3217 h 3310"/>
                  <a:gd name="T76" fmla="*/ 3 w 2574"/>
                  <a:gd name="T77" fmla="*/ 3189 h 3310"/>
                  <a:gd name="T78" fmla="*/ 0 w 2574"/>
                  <a:gd name="T79" fmla="*/ 3159 h 3310"/>
                  <a:gd name="T80" fmla="*/ 0 w 2574"/>
                  <a:gd name="T81" fmla="*/ 150 h 3310"/>
                  <a:gd name="T82" fmla="*/ 3 w 2574"/>
                  <a:gd name="T83" fmla="*/ 120 h 3310"/>
                  <a:gd name="T84" fmla="*/ 13 w 2574"/>
                  <a:gd name="T85" fmla="*/ 92 h 3310"/>
                  <a:gd name="T86" fmla="*/ 26 w 2574"/>
                  <a:gd name="T87" fmla="*/ 67 h 3310"/>
                  <a:gd name="T88" fmla="*/ 45 w 2574"/>
                  <a:gd name="T89" fmla="*/ 44 h 3310"/>
                  <a:gd name="T90" fmla="*/ 67 w 2574"/>
                  <a:gd name="T91" fmla="*/ 26 h 3310"/>
                  <a:gd name="T92" fmla="*/ 93 w 2574"/>
                  <a:gd name="T93" fmla="*/ 12 h 3310"/>
                  <a:gd name="T94" fmla="*/ 121 w 2574"/>
                  <a:gd name="T95" fmla="*/ 3 h 3310"/>
                  <a:gd name="T96" fmla="*/ 152 w 2574"/>
                  <a:gd name="T97" fmla="*/ 0 h 331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</a:cxnLst>
                <a:rect l="0" t="0" r="r" b="b"/>
                <a:pathLst>
                  <a:path w="2574" h="3310">
                    <a:moveTo>
                      <a:pt x="152" y="0"/>
                    </a:moveTo>
                    <a:lnTo>
                      <a:pt x="2423" y="0"/>
                    </a:lnTo>
                    <a:lnTo>
                      <a:pt x="2453" y="3"/>
                    </a:lnTo>
                    <a:lnTo>
                      <a:pt x="2481" y="12"/>
                    </a:lnTo>
                    <a:lnTo>
                      <a:pt x="2507" y="26"/>
                    </a:lnTo>
                    <a:lnTo>
                      <a:pt x="2529" y="44"/>
                    </a:lnTo>
                    <a:lnTo>
                      <a:pt x="2548" y="67"/>
                    </a:lnTo>
                    <a:lnTo>
                      <a:pt x="2562" y="92"/>
                    </a:lnTo>
                    <a:lnTo>
                      <a:pt x="2571" y="120"/>
                    </a:lnTo>
                    <a:lnTo>
                      <a:pt x="2574" y="150"/>
                    </a:lnTo>
                    <a:lnTo>
                      <a:pt x="2574" y="374"/>
                    </a:lnTo>
                    <a:lnTo>
                      <a:pt x="2272" y="896"/>
                    </a:lnTo>
                    <a:lnTo>
                      <a:pt x="2272" y="301"/>
                    </a:lnTo>
                    <a:lnTo>
                      <a:pt x="304" y="301"/>
                    </a:lnTo>
                    <a:lnTo>
                      <a:pt x="304" y="3008"/>
                    </a:lnTo>
                    <a:lnTo>
                      <a:pt x="2272" y="3008"/>
                    </a:lnTo>
                    <a:lnTo>
                      <a:pt x="2272" y="2634"/>
                    </a:lnTo>
                    <a:lnTo>
                      <a:pt x="2430" y="2530"/>
                    </a:lnTo>
                    <a:lnTo>
                      <a:pt x="2458" y="2508"/>
                    </a:lnTo>
                    <a:lnTo>
                      <a:pt x="2482" y="2483"/>
                    </a:lnTo>
                    <a:lnTo>
                      <a:pt x="2502" y="2454"/>
                    </a:lnTo>
                    <a:lnTo>
                      <a:pt x="2574" y="2330"/>
                    </a:lnTo>
                    <a:lnTo>
                      <a:pt x="2574" y="3159"/>
                    </a:lnTo>
                    <a:lnTo>
                      <a:pt x="2571" y="3189"/>
                    </a:lnTo>
                    <a:lnTo>
                      <a:pt x="2562" y="3217"/>
                    </a:lnTo>
                    <a:lnTo>
                      <a:pt x="2548" y="3243"/>
                    </a:lnTo>
                    <a:lnTo>
                      <a:pt x="2529" y="3265"/>
                    </a:lnTo>
                    <a:lnTo>
                      <a:pt x="2507" y="3284"/>
                    </a:lnTo>
                    <a:lnTo>
                      <a:pt x="2481" y="3297"/>
                    </a:lnTo>
                    <a:lnTo>
                      <a:pt x="2453" y="3307"/>
                    </a:lnTo>
                    <a:lnTo>
                      <a:pt x="2423" y="3310"/>
                    </a:lnTo>
                    <a:lnTo>
                      <a:pt x="152" y="3310"/>
                    </a:lnTo>
                    <a:lnTo>
                      <a:pt x="121" y="3307"/>
                    </a:lnTo>
                    <a:lnTo>
                      <a:pt x="93" y="3297"/>
                    </a:lnTo>
                    <a:lnTo>
                      <a:pt x="67" y="3284"/>
                    </a:lnTo>
                    <a:lnTo>
                      <a:pt x="45" y="3265"/>
                    </a:lnTo>
                    <a:lnTo>
                      <a:pt x="26" y="3243"/>
                    </a:lnTo>
                    <a:lnTo>
                      <a:pt x="13" y="3217"/>
                    </a:lnTo>
                    <a:lnTo>
                      <a:pt x="3" y="3189"/>
                    </a:lnTo>
                    <a:lnTo>
                      <a:pt x="0" y="3159"/>
                    </a:lnTo>
                    <a:lnTo>
                      <a:pt x="0" y="150"/>
                    </a:lnTo>
                    <a:lnTo>
                      <a:pt x="3" y="120"/>
                    </a:lnTo>
                    <a:lnTo>
                      <a:pt x="13" y="92"/>
                    </a:lnTo>
                    <a:lnTo>
                      <a:pt x="26" y="67"/>
                    </a:lnTo>
                    <a:lnTo>
                      <a:pt x="45" y="44"/>
                    </a:lnTo>
                    <a:lnTo>
                      <a:pt x="67" y="26"/>
                    </a:lnTo>
                    <a:lnTo>
                      <a:pt x="93" y="12"/>
                    </a:lnTo>
                    <a:lnTo>
                      <a:pt x="121" y="3"/>
                    </a:lnTo>
                    <a:lnTo>
                      <a:pt x="152" y="0"/>
                    </a:lnTo>
                    <a:close/>
                  </a:path>
                </a:pathLst>
              </a:custGeom>
              <a:solidFill>
                <a:schemeClr val="accent4"/>
              </a:solidFill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32" name="Freeform 58"/>
              <p:cNvSpPr>
                <a:spLocks noEditPoints="1"/>
              </p:cNvSpPr>
              <p:nvPr/>
            </p:nvSpPr>
            <p:spPr bwMode="auto">
              <a:xfrm>
                <a:off x="5450069" y="2051356"/>
                <a:ext cx="116715" cy="174263"/>
              </a:xfrm>
              <a:custGeom>
                <a:avLst/>
                <a:gdLst>
                  <a:gd name="T0" fmla="*/ 131 w 1591"/>
                  <a:gd name="T1" fmla="*/ 1996 h 2370"/>
                  <a:gd name="T2" fmla="*/ 223 w 1591"/>
                  <a:gd name="T3" fmla="*/ 2040 h 2370"/>
                  <a:gd name="T4" fmla="*/ 308 w 1591"/>
                  <a:gd name="T5" fmla="*/ 2097 h 2370"/>
                  <a:gd name="T6" fmla="*/ 439 w 1591"/>
                  <a:gd name="T7" fmla="*/ 1980 h 2370"/>
                  <a:gd name="T8" fmla="*/ 389 w 1591"/>
                  <a:gd name="T9" fmla="*/ 1934 h 2370"/>
                  <a:gd name="T10" fmla="*/ 314 w 1591"/>
                  <a:gd name="T11" fmla="*/ 1883 h 2370"/>
                  <a:gd name="T12" fmla="*/ 245 w 1591"/>
                  <a:gd name="T13" fmla="*/ 1849 h 2370"/>
                  <a:gd name="T14" fmla="*/ 187 w 1591"/>
                  <a:gd name="T15" fmla="*/ 1829 h 2370"/>
                  <a:gd name="T16" fmla="*/ 141 w 1591"/>
                  <a:gd name="T17" fmla="*/ 1820 h 2370"/>
                  <a:gd name="T18" fmla="*/ 1118 w 1591"/>
                  <a:gd name="T19" fmla="*/ 0 h 2370"/>
                  <a:gd name="T20" fmla="*/ 1173 w 1591"/>
                  <a:gd name="T21" fmla="*/ 7 h 2370"/>
                  <a:gd name="T22" fmla="*/ 1240 w 1591"/>
                  <a:gd name="T23" fmla="*/ 25 h 2370"/>
                  <a:gd name="T24" fmla="*/ 1319 w 1591"/>
                  <a:gd name="T25" fmla="*/ 57 h 2370"/>
                  <a:gd name="T26" fmla="*/ 1407 w 1591"/>
                  <a:gd name="T27" fmla="*/ 108 h 2370"/>
                  <a:gd name="T28" fmla="*/ 1478 w 1591"/>
                  <a:gd name="T29" fmla="*/ 163 h 2370"/>
                  <a:gd name="T30" fmla="*/ 1528 w 1591"/>
                  <a:gd name="T31" fmla="*/ 215 h 2370"/>
                  <a:gd name="T32" fmla="*/ 1561 w 1591"/>
                  <a:gd name="T33" fmla="*/ 261 h 2370"/>
                  <a:gd name="T34" fmla="*/ 1580 w 1591"/>
                  <a:gd name="T35" fmla="*/ 297 h 2370"/>
                  <a:gd name="T36" fmla="*/ 1588 w 1591"/>
                  <a:gd name="T37" fmla="*/ 320 h 2370"/>
                  <a:gd name="T38" fmla="*/ 1591 w 1591"/>
                  <a:gd name="T39" fmla="*/ 344 h 2370"/>
                  <a:gd name="T40" fmla="*/ 1581 w 1591"/>
                  <a:gd name="T41" fmla="*/ 379 h 2370"/>
                  <a:gd name="T42" fmla="*/ 625 w 1591"/>
                  <a:gd name="T43" fmla="*/ 2021 h 2370"/>
                  <a:gd name="T44" fmla="*/ 116 w 1591"/>
                  <a:gd name="T45" fmla="*/ 2357 h 2370"/>
                  <a:gd name="T46" fmla="*/ 77 w 1591"/>
                  <a:gd name="T47" fmla="*/ 2370 h 2370"/>
                  <a:gd name="T48" fmla="*/ 36 w 1591"/>
                  <a:gd name="T49" fmla="*/ 2359 h 2370"/>
                  <a:gd name="T50" fmla="*/ 12 w 1591"/>
                  <a:gd name="T51" fmla="*/ 2338 h 2370"/>
                  <a:gd name="T52" fmla="*/ 0 w 1591"/>
                  <a:gd name="T53" fmla="*/ 2306 h 2370"/>
                  <a:gd name="T54" fmla="*/ 34 w 1591"/>
                  <a:gd name="T55" fmla="*/ 1702 h 2370"/>
                  <a:gd name="T56" fmla="*/ 45 w 1591"/>
                  <a:gd name="T57" fmla="*/ 1670 h 2370"/>
                  <a:gd name="T58" fmla="*/ 1002 w 1591"/>
                  <a:gd name="T59" fmla="*/ 27 h 2370"/>
                  <a:gd name="T60" fmla="*/ 1034 w 1591"/>
                  <a:gd name="T61" fmla="*/ 7 h 2370"/>
                  <a:gd name="T62" fmla="*/ 1048 w 1591"/>
                  <a:gd name="T63" fmla="*/ 4 h 2370"/>
                  <a:gd name="T64" fmla="*/ 1076 w 1591"/>
                  <a:gd name="T65" fmla="*/ 0 h 23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</a:cxnLst>
                <a:rect l="0" t="0" r="r" b="b"/>
                <a:pathLst>
                  <a:path w="1591" h="2370">
                    <a:moveTo>
                      <a:pt x="141" y="1820"/>
                    </a:moveTo>
                    <a:lnTo>
                      <a:pt x="131" y="1996"/>
                    </a:lnTo>
                    <a:lnTo>
                      <a:pt x="177" y="2016"/>
                    </a:lnTo>
                    <a:lnTo>
                      <a:pt x="223" y="2040"/>
                    </a:lnTo>
                    <a:lnTo>
                      <a:pt x="267" y="2067"/>
                    </a:lnTo>
                    <a:lnTo>
                      <a:pt x="308" y="2097"/>
                    </a:lnTo>
                    <a:lnTo>
                      <a:pt x="455" y="2000"/>
                    </a:lnTo>
                    <a:lnTo>
                      <a:pt x="439" y="1980"/>
                    </a:lnTo>
                    <a:lnTo>
                      <a:pt x="417" y="1958"/>
                    </a:lnTo>
                    <a:lnTo>
                      <a:pt x="389" y="1934"/>
                    </a:lnTo>
                    <a:lnTo>
                      <a:pt x="355" y="1909"/>
                    </a:lnTo>
                    <a:lnTo>
                      <a:pt x="314" y="1883"/>
                    </a:lnTo>
                    <a:lnTo>
                      <a:pt x="278" y="1864"/>
                    </a:lnTo>
                    <a:lnTo>
                      <a:pt x="245" y="1849"/>
                    </a:lnTo>
                    <a:lnTo>
                      <a:pt x="214" y="1837"/>
                    </a:lnTo>
                    <a:lnTo>
                      <a:pt x="187" y="1829"/>
                    </a:lnTo>
                    <a:lnTo>
                      <a:pt x="163" y="1824"/>
                    </a:lnTo>
                    <a:lnTo>
                      <a:pt x="141" y="1820"/>
                    </a:lnTo>
                    <a:close/>
                    <a:moveTo>
                      <a:pt x="1095" y="0"/>
                    </a:moveTo>
                    <a:lnTo>
                      <a:pt x="1118" y="0"/>
                    </a:lnTo>
                    <a:lnTo>
                      <a:pt x="1144" y="2"/>
                    </a:lnTo>
                    <a:lnTo>
                      <a:pt x="1173" y="7"/>
                    </a:lnTo>
                    <a:lnTo>
                      <a:pt x="1205" y="14"/>
                    </a:lnTo>
                    <a:lnTo>
                      <a:pt x="1240" y="25"/>
                    </a:lnTo>
                    <a:lnTo>
                      <a:pt x="1278" y="39"/>
                    </a:lnTo>
                    <a:lnTo>
                      <a:pt x="1319" y="57"/>
                    </a:lnTo>
                    <a:lnTo>
                      <a:pt x="1362" y="81"/>
                    </a:lnTo>
                    <a:lnTo>
                      <a:pt x="1407" y="108"/>
                    </a:lnTo>
                    <a:lnTo>
                      <a:pt x="1446" y="136"/>
                    </a:lnTo>
                    <a:lnTo>
                      <a:pt x="1478" y="163"/>
                    </a:lnTo>
                    <a:lnTo>
                      <a:pt x="1505" y="190"/>
                    </a:lnTo>
                    <a:lnTo>
                      <a:pt x="1528" y="215"/>
                    </a:lnTo>
                    <a:lnTo>
                      <a:pt x="1546" y="239"/>
                    </a:lnTo>
                    <a:lnTo>
                      <a:pt x="1561" y="261"/>
                    </a:lnTo>
                    <a:lnTo>
                      <a:pt x="1571" y="280"/>
                    </a:lnTo>
                    <a:lnTo>
                      <a:pt x="1580" y="297"/>
                    </a:lnTo>
                    <a:lnTo>
                      <a:pt x="1585" y="311"/>
                    </a:lnTo>
                    <a:lnTo>
                      <a:pt x="1588" y="320"/>
                    </a:lnTo>
                    <a:lnTo>
                      <a:pt x="1589" y="325"/>
                    </a:lnTo>
                    <a:lnTo>
                      <a:pt x="1591" y="344"/>
                    </a:lnTo>
                    <a:lnTo>
                      <a:pt x="1588" y="363"/>
                    </a:lnTo>
                    <a:lnTo>
                      <a:pt x="1581" y="379"/>
                    </a:lnTo>
                    <a:lnTo>
                      <a:pt x="634" y="2008"/>
                    </a:lnTo>
                    <a:lnTo>
                      <a:pt x="625" y="2021"/>
                    </a:lnTo>
                    <a:lnTo>
                      <a:pt x="611" y="2033"/>
                    </a:lnTo>
                    <a:lnTo>
                      <a:pt x="116" y="2357"/>
                    </a:lnTo>
                    <a:lnTo>
                      <a:pt x="97" y="2367"/>
                    </a:lnTo>
                    <a:lnTo>
                      <a:pt x="77" y="2370"/>
                    </a:lnTo>
                    <a:lnTo>
                      <a:pt x="56" y="2368"/>
                    </a:lnTo>
                    <a:lnTo>
                      <a:pt x="36" y="2359"/>
                    </a:lnTo>
                    <a:lnTo>
                      <a:pt x="23" y="2350"/>
                    </a:lnTo>
                    <a:lnTo>
                      <a:pt x="12" y="2338"/>
                    </a:lnTo>
                    <a:lnTo>
                      <a:pt x="5" y="2323"/>
                    </a:lnTo>
                    <a:lnTo>
                      <a:pt x="0" y="2306"/>
                    </a:lnTo>
                    <a:lnTo>
                      <a:pt x="0" y="2290"/>
                    </a:lnTo>
                    <a:lnTo>
                      <a:pt x="34" y="1702"/>
                    </a:lnTo>
                    <a:lnTo>
                      <a:pt x="38" y="1685"/>
                    </a:lnTo>
                    <a:lnTo>
                      <a:pt x="45" y="1670"/>
                    </a:lnTo>
                    <a:lnTo>
                      <a:pt x="991" y="41"/>
                    </a:lnTo>
                    <a:lnTo>
                      <a:pt x="1002" y="27"/>
                    </a:lnTo>
                    <a:lnTo>
                      <a:pt x="1016" y="15"/>
                    </a:lnTo>
                    <a:lnTo>
                      <a:pt x="1034" y="7"/>
                    </a:lnTo>
                    <a:lnTo>
                      <a:pt x="1038" y="6"/>
                    </a:lnTo>
                    <a:lnTo>
                      <a:pt x="1048" y="4"/>
                    </a:lnTo>
                    <a:lnTo>
                      <a:pt x="1060" y="2"/>
                    </a:lnTo>
                    <a:lnTo>
                      <a:pt x="1076" y="0"/>
                    </a:lnTo>
                    <a:lnTo>
                      <a:pt x="1095" y="0"/>
                    </a:lnTo>
                    <a:close/>
                  </a:path>
                </a:pathLst>
              </a:custGeom>
              <a:solidFill>
                <a:schemeClr val="accent4"/>
              </a:solidFill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33" name="Freeform 59"/>
              <p:cNvSpPr>
                <a:spLocks/>
              </p:cNvSpPr>
              <p:nvPr/>
            </p:nvSpPr>
            <p:spPr bwMode="auto">
              <a:xfrm>
                <a:off x="5357669" y="2191576"/>
                <a:ext cx="85105" cy="42958"/>
              </a:xfrm>
              <a:custGeom>
                <a:avLst/>
                <a:gdLst>
                  <a:gd name="T0" fmla="*/ 557 w 1155"/>
                  <a:gd name="T1" fmla="*/ 5 h 591"/>
                  <a:gd name="T2" fmla="*/ 583 w 1155"/>
                  <a:gd name="T3" fmla="*/ 28 h 591"/>
                  <a:gd name="T4" fmla="*/ 591 w 1155"/>
                  <a:gd name="T5" fmla="*/ 111 h 591"/>
                  <a:gd name="T6" fmla="*/ 560 w 1155"/>
                  <a:gd name="T7" fmla="*/ 199 h 591"/>
                  <a:gd name="T8" fmla="*/ 569 w 1155"/>
                  <a:gd name="T9" fmla="*/ 242 h 591"/>
                  <a:gd name="T10" fmla="*/ 587 w 1155"/>
                  <a:gd name="T11" fmla="*/ 270 h 591"/>
                  <a:gd name="T12" fmla="*/ 637 w 1155"/>
                  <a:gd name="T13" fmla="*/ 278 h 591"/>
                  <a:gd name="T14" fmla="*/ 681 w 1155"/>
                  <a:gd name="T15" fmla="*/ 323 h 591"/>
                  <a:gd name="T16" fmla="*/ 693 w 1155"/>
                  <a:gd name="T17" fmla="*/ 357 h 591"/>
                  <a:gd name="T18" fmla="*/ 847 w 1155"/>
                  <a:gd name="T19" fmla="*/ 351 h 591"/>
                  <a:gd name="T20" fmla="*/ 996 w 1155"/>
                  <a:gd name="T21" fmla="*/ 366 h 591"/>
                  <a:gd name="T22" fmla="*/ 1118 w 1155"/>
                  <a:gd name="T23" fmla="*/ 373 h 591"/>
                  <a:gd name="T24" fmla="*/ 1149 w 1155"/>
                  <a:gd name="T25" fmla="*/ 400 h 591"/>
                  <a:gd name="T26" fmla="*/ 1154 w 1155"/>
                  <a:gd name="T27" fmla="*/ 441 h 591"/>
                  <a:gd name="T28" fmla="*/ 1131 w 1155"/>
                  <a:gd name="T29" fmla="*/ 475 h 591"/>
                  <a:gd name="T30" fmla="*/ 1066 w 1155"/>
                  <a:gd name="T31" fmla="*/ 482 h 591"/>
                  <a:gd name="T32" fmla="*/ 957 w 1155"/>
                  <a:gd name="T33" fmla="*/ 467 h 591"/>
                  <a:gd name="T34" fmla="*/ 843 w 1155"/>
                  <a:gd name="T35" fmla="*/ 452 h 591"/>
                  <a:gd name="T36" fmla="*/ 738 w 1155"/>
                  <a:gd name="T37" fmla="*/ 461 h 591"/>
                  <a:gd name="T38" fmla="*/ 679 w 1155"/>
                  <a:gd name="T39" fmla="*/ 486 h 591"/>
                  <a:gd name="T40" fmla="*/ 636 w 1155"/>
                  <a:gd name="T41" fmla="*/ 492 h 591"/>
                  <a:gd name="T42" fmla="*/ 603 w 1155"/>
                  <a:gd name="T43" fmla="*/ 477 h 591"/>
                  <a:gd name="T44" fmla="*/ 576 w 1155"/>
                  <a:gd name="T45" fmla="*/ 454 h 591"/>
                  <a:gd name="T46" fmla="*/ 571 w 1155"/>
                  <a:gd name="T47" fmla="*/ 407 h 591"/>
                  <a:gd name="T48" fmla="*/ 537 w 1155"/>
                  <a:gd name="T49" fmla="*/ 457 h 591"/>
                  <a:gd name="T50" fmla="*/ 495 w 1155"/>
                  <a:gd name="T51" fmla="*/ 471 h 591"/>
                  <a:gd name="T52" fmla="*/ 455 w 1155"/>
                  <a:gd name="T53" fmla="*/ 456 h 591"/>
                  <a:gd name="T54" fmla="*/ 439 w 1155"/>
                  <a:gd name="T55" fmla="*/ 419 h 591"/>
                  <a:gd name="T56" fmla="*/ 450 w 1155"/>
                  <a:gd name="T57" fmla="*/ 390 h 591"/>
                  <a:gd name="T58" fmla="*/ 458 w 1155"/>
                  <a:gd name="T59" fmla="*/ 369 h 591"/>
                  <a:gd name="T60" fmla="*/ 422 w 1155"/>
                  <a:gd name="T61" fmla="*/ 404 h 591"/>
                  <a:gd name="T62" fmla="*/ 379 w 1155"/>
                  <a:gd name="T63" fmla="*/ 428 h 591"/>
                  <a:gd name="T64" fmla="*/ 335 w 1155"/>
                  <a:gd name="T65" fmla="*/ 417 h 591"/>
                  <a:gd name="T66" fmla="*/ 314 w 1155"/>
                  <a:gd name="T67" fmla="*/ 379 h 591"/>
                  <a:gd name="T68" fmla="*/ 364 w 1155"/>
                  <a:gd name="T69" fmla="*/ 288 h 591"/>
                  <a:gd name="T70" fmla="*/ 252 w 1155"/>
                  <a:gd name="T71" fmla="*/ 393 h 591"/>
                  <a:gd name="T72" fmla="*/ 96 w 1155"/>
                  <a:gd name="T73" fmla="*/ 581 h 591"/>
                  <a:gd name="T74" fmla="*/ 49 w 1155"/>
                  <a:gd name="T75" fmla="*/ 590 h 591"/>
                  <a:gd name="T76" fmla="*/ 9 w 1155"/>
                  <a:gd name="T77" fmla="*/ 569 h 591"/>
                  <a:gd name="T78" fmla="*/ 2 w 1155"/>
                  <a:gd name="T79" fmla="*/ 527 h 591"/>
                  <a:gd name="T80" fmla="*/ 138 w 1155"/>
                  <a:gd name="T81" fmla="*/ 351 h 591"/>
                  <a:gd name="T82" fmla="*/ 344 w 1155"/>
                  <a:gd name="T83" fmla="*/ 123 h 591"/>
                  <a:gd name="T84" fmla="*/ 398 w 1155"/>
                  <a:gd name="T85" fmla="*/ 70 h 591"/>
                  <a:gd name="T86" fmla="*/ 462 w 1155"/>
                  <a:gd name="T87" fmla="*/ 20 h 591"/>
                  <a:gd name="T88" fmla="*/ 534 w 1155"/>
                  <a:gd name="T89" fmla="*/ 0 h 59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</a:cxnLst>
                <a:rect l="0" t="0" r="r" b="b"/>
                <a:pathLst>
                  <a:path w="1155" h="591">
                    <a:moveTo>
                      <a:pt x="534" y="0"/>
                    </a:moveTo>
                    <a:lnTo>
                      <a:pt x="545" y="2"/>
                    </a:lnTo>
                    <a:lnTo>
                      <a:pt x="557" y="5"/>
                    </a:lnTo>
                    <a:lnTo>
                      <a:pt x="567" y="10"/>
                    </a:lnTo>
                    <a:lnTo>
                      <a:pt x="576" y="18"/>
                    </a:lnTo>
                    <a:lnTo>
                      <a:pt x="583" y="28"/>
                    </a:lnTo>
                    <a:lnTo>
                      <a:pt x="591" y="54"/>
                    </a:lnTo>
                    <a:lnTo>
                      <a:pt x="593" y="82"/>
                    </a:lnTo>
                    <a:lnTo>
                      <a:pt x="591" y="111"/>
                    </a:lnTo>
                    <a:lnTo>
                      <a:pt x="584" y="140"/>
                    </a:lnTo>
                    <a:lnTo>
                      <a:pt x="573" y="170"/>
                    </a:lnTo>
                    <a:lnTo>
                      <a:pt x="560" y="199"/>
                    </a:lnTo>
                    <a:lnTo>
                      <a:pt x="543" y="230"/>
                    </a:lnTo>
                    <a:lnTo>
                      <a:pt x="557" y="235"/>
                    </a:lnTo>
                    <a:lnTo>
                      <a:pt x="569" y="242"/>
                    </a:lnTo>
                    <a:lnTo>
                      <a:pt x="579" y="254"/>
                    </a:lnTo>
                    <a:lnTo>
                      <a:pt x="583" y="263"/>
                    </a:lnTo>
                    <a:lnTo>
                      <a:pt x="587" y="270"/>
                    </a:lnTo>
                    <a:lnTo>
                      <a:pt x="604" y="269"/>
                    </a:lnTo>
                    <a:lnTo>
                      <a:pt x="620" y="272"/>
                    </a:lnTo>
                    <a:lnTo>
                      <a:pt x="637" y="278"/>
                    </a:lnTo>
                    <a:lnTo>
                      <a:pt x="653" y="289"/>
                    </a:lnTo>
                    <a:lnTo>
                      <a:pt x="668" y="303"/>
                    </a:lnTo>
                    <a:lnTo>
                      <a:pt x="681" y="323"/>
                    </a:lnTo>
                    <a:lnTo>
                      <a:pt x="689" y="338"/>
                    </a:lnTo>
                    <a:lnTo>
                      <a:pt x="692" y="349"/>
                    </a:lnTo>
                    <a:lnTo>
                      <a:pt x="693" y="357"/>
                    </a:lnTo>
                    <a:lnTo>
                      <a:pt x="746" y="351"/>
                    </a:lnTo>
                    <a:lnTo>
                      <a:pt x="797" y="350"/>
                    </a:lnTo>
                    <a:lnTo>
                      <a:pt x="847" y="351"/>
                    </a:lnTo>
                    <a:lnTo>
                      <a:pt x="897" y="355"/>
                    </a:lnTo>
                    <a:lnTo>
                      <a:pt x="946" y="361"/>
                    </a:lnTo>
                    <a:lnTo>
                      <a:pt x="996" y="366"/>
                    </a:lnTo>
                    <a:lnTo>
                      <a:pt x="1048" y="369"/>
                    </a:lnTo>
                    <a:lnTo>
                      <a:pt x="1101" y="371"/>
                    </a:lnTo>
                    <a:lnTo>
                      <a:pt x="1118" y="373"/>
                    </a:lnTo>
                    <a:lnTo>
                      <a:pt x="1131" y="379"/>
                    </a:lnTo>
                    <a:lnTo>
                      <a:pt x="1142" y="389"/>
                    </a:lnTo>
                    <a:lnTo>
                      <a:pt x="1149" y="400"/>
                    </a:lnTo>
                    <a:lnTo>
                      <a:pt x="1154" y="413"/>
                    </a:lnTo>
                    <a:lnTo>
                      <a:pt x="1155" y="427"/>
                    </a:lnTo>
                    <a:lnTo>
                      <a:pt x="1154" y="441"/>
                    </a:lnTo>
                    <a:lnTo>
                      <a:pt x="1149" y="454"/>
                    </a:lnTo>
                    <a:lnTo>
                      <a:pt x="1142" y="466"/>
                    </a:lnTo>
                    <a:lnTo>
                      <a:pt x="1131" y="475"/>
                    </a:lnTo>
                    <a:lnTo>
                      <a:pt x="1118" y="481"/>
                    </a:lnTo>
                    <a:lnTo>
                      <a:pt x="1101" y="483"/>
                    </a:lnTo>
                    <a:lnTo>
                      <a:pt x="1066" y="482"/>
                    </a:lnTo>
                    <a:lnTo>
                      <a:pt x="1031" y="478"/>
                    </a:lnTo>
                    <a:lnTo>
                      <a:pt x="993" y="473"/>
                    </a:lnTo>
                    <a:lnTo>
                      <a:pt x="957" y="467"/>
                    </a:lnTo>
                    <a:lnTo>
                      <a:pt x="919" y="460"/>
                    </a:lnTo>
                    <a:lnTo>
                      <a:pt x="881" y="455"/>
                    </a:lnTo>
                    <a:lnTo>
                      <a:pt x="843" y="452"/>
                    </a:lnTo>
                    <a:lnTo>
                      <a:pt x="807" y="451"/>
                    </a:lnTo>
                    <a:lnTo>
                      <a:pt x="771" y="454"/>
                    </a:lnTo>
                    <a:lnTo>
                      <a:pt x="738" y="461"/>
                    </a:lnTo>
                    <a:lnTo>
                      <a:pt x="705" y="474"/>
                    </a:lnTo>
                    <a:lnTo>
                      <a:pt x="693" y="480"/>
                    </a:lnTo>
                    <a:lnTo>
                      <a:pt x="679" y="486"/>
                    </a:lnTo>
                    <a:lnTo>
                      <a:pt x="664" y="492"/>
                    </a:lnTo>
                    <a:lnTo>
                      <a:pt x="651" y="494"/>
                    </a:lnTo>
                    <a:lnTo>
                      <a:pt x="636" y="492"/>
                    </a:lnTo>
                    <a:lnTo>
                      <a:pt x="626" y="487"/>
                    </a:lnTo>
                    <a:lnTo>
                      <a:pt x="614" y="482"/>
                    </a:lnTo>
                    <a:lnTo>
                      <a:pt x="603" y="477"/>
                    </a:lnTo>
                    <a:lnTo>
                      <a:pt x="592" y="471"/>
                    </a:lnTo>
                    <a:lnTo>
                      <a:pt x="584" y="464"/>
                    </a:lnTo>
                    <a:lnTo>
                      <a:pt x="576" y="454"/>
                    </a:lnTo>
                    <a:lnTo>
                      <a:pt x="572" y="442"/>
                    </a:lnTo>
                    <a:lnTo>
                      <a:pt x="571" y="423"/>
                    </a:lnTo>
                    <a:lnTo>
                      <a:pt x="571" y="407"/>
                    </a:lnTo>
                    <a:lnTo>
                      <a:pt x="560" y="427"/>
                    </a:lnTo>
                    <a:lnTo>
                      <a:pt x="547" y="446"/>
                    </a:lnTo>
                    <a:lnTo>
                      <a:pt x="537" y="457"/>
                    </a:lnTo>
                    <a:lnTo>
                      <a:pt x="524" y="466"/>
                    </a:lnTo>
                    <a:lnTo>
                      <a:pt x="509" y="470"/>
                    </a:lnTo>
                    <a:lnTo>
                      <a:pt x="495" y="471"/>
                    </a:lnTo>
                    <a:lnTo>
                      <a:pt x="480" y="469"/>
                    </a:lnTo>
                    <a:lnTo>
                      <a:pt x="467" y="464"/>
                    </a:lnTo>
                    <a:lnTo>
                      <a:pt x="455" y="456"/>
                    </a:lnTo>
                    <a:lnTo>
                      <a:pt x="446" y="446"/>
                    </a:lnTo>
                    <a:lnTo>
                      <a:pt x="440" y="433"/>
                    </a:lnTo>
                    <a:lnTo>
                      <a:pt x="439" y="419"/>
                    </a:lnTo>
                    <a:lnTo>
                      <a:pt x="444" y="402"/>
                    </a:lnTo>
                    <a:lnTo>
                      <a:pt x="447" y="396"/>
                    </a:lnTo>
                    <a:lnTo>
                      <a:pt x="450" y="390"/>
                    </a:lnTo>
                    <a:lnTo>
                      <a:pt x="450" y="390"/>
                    </a:lnTo>
                    <a:lnTo>
                      <a:pt x="449" y="390"/>
                    </a:lnTo>
                    <a:lnTo>
                      <a:pt x="458" y="369"/>
                    </a:lnTo>
                    <a:lnTo>
                      <a:pt x="445" y="378"/>
                    </a:lnTo>
                    <a:lnTo>
                      <a:pt x="432" y="390"/>
                    </a:lnTo>
                    <a:lnTo>
                      <a:pt x="422" y="404"/>
                    </a:lnTo>
                    <a:lnTo>
                      <a:pt x="409" y="417"/>
                    </a:lnTo>
                    <a:lnTo>
                      <a:pt x="394" y="425"/>
                    </a:lnTo>
                    <a:lnTo>
                      <a:pt x="379" y="428"/>
                    </a:lnTo>
                    <a:lnTo>
                      <a:pt x="363" y="428"/>
                    </a:lnTo>
                    <a:lnTo>
                      <a:pt x="348" y="424"/>
                    </a:lnTo>
                    <a:lnTo>
                      <a:pt x="335" y="417"/>
                    </a:lnTo>
                    <a:lnTo>
                      <a:pt x="324" y="406"/>
                    </a:lnTo>
                    <a:lnTo>
                      <a:pt x="317" y="394"/>
                    </a:lnTo>
                    <a:lnTo>
                      <a:pt x="314" y="379"/>
                    </a:lnTo>
                    <a:lnTo>
                      <a:pt x="316" y="364"/>
                    </a:lnTo>
                    <a:lnTo>
                      <a:pt x="323" y="347"/>
                    </a:lnTo>
                    <a:lnTo>
                      <a:pt x="364" y="288"/>
                    </a:lnTo>
                    <a:lnTo>
                      <a:pt x="404" y="226"/>
                    </a:lnTo>
                    <a:lnTo>
                      <a:pt x="326" y="309"/>
                    </a:lnTo>
                    <a:lnTo>
                      <a:pt x="252" y="393"/>
                    </a:lnTo>
                    <a:lnTo>
                      <a:pt x="179" y="480"/>
                    </a:lnTo>
                    <a:lnTo>
                      <a:pt x="108" y="569"/>
                    </a:lnTo>
                    <a:lnTo>
                      <a:pt x="96" y="581"/>
                    </a:lnTo>
                    <a:lnTo>
                      <a:pt x="80" y="588"/>
                    </a:lnTo>
                    <a:lnTo>
                      <a:pt x="65" y="591"/>
                    </a:lnTo>
                    <a:lnTo>
                      <a:pt x="49" y="590"/>
                    </a:lnTo>
                    <a:lnTo>
                      <a:pt x="33" y="586"/>
                    </a:lnTo>
                    <a:lnTo>
                      <a:pt x="21" y="579"/>
                    </a:lnTo>
                    <a:lnTo>
                      <a:pt x="9" y="569"/>
                    </a:lnTo>
                    <a:lnTo>
                      <a:pt x="2" y="556"/>
                    </a:lnTo>
                    <a:lnTo>
                      <a:pt x="0" y="542"/>
                    </a:lnTo>
                    <a:lnTo>
                      <a:pt x="2" y="527"/>
                    </a:lnTo>
                    <a:lnTo>
                      <a:pt x="11" y="511"/>
                    </a:lnTo>
                    <a:lnTo>
                      <a:pt x="74" y="431"/>
                    </a:lnTo>
                    <a:lnTo>
                      <a:pt x="138" y="351"/>
                    </a:lnTo>
                    <a:lnTo>
                      <a:pt x="204" y="273"/>
                    </a:lnTo>
                    <a:lnTo>
                      <a:pt x="273" y="196"/>
                    </a:lnTo>
                    <a:lnTo>
                      <a:pt x="344" y="123"/>
                    </a:lnTo>
                    <a:lnTo>
                      <a:pt x="361" y="107"/>
                    </a:lnTo>
                    <a:lnTo>
                      <a:pt x="380" y="89"/>
                    </a:lnTo>
                    <a:lnTo>
                      <a:pt x="398" y="70"/>
                    </a:lnTo>
                    <a:lnTo>
                      <a:pt x="418" y="52"/>
                    </a:lnTo>
                    <a:lnTo>
                      <a:pt x="439" y="35"/>
                    </a:lnTo>
                    <a:lnTo>
                      <a:pt x="462" y="20"/>
                    </a:lnTo>
                    <a:lnTo>
                      <a:pt x="485" y="9"/>
                    </a:lnTo>
                    <a:lnTo>
                      <a:pt x="509" y="2"/>
                    </a:lnTo>
                    <a:lnTo>
                      <a:pt x="534" y="0"/>
                    </a:lnTo>
                    <a:close/>
                  </a:path>
                </a:pathLst>
              </a:custGeom>
              <a:solidFill>
                <a:schemeClr val="accent4"/>
              </a:solidFill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</p:grpSp>
      <p:grpSp>
        <p:nvGrpSpPr>
          <p:cNvPr id="74" name="그룹 73"/>
          <p:cNvGrpSpPr/>
          <p:nvPr/>
        </p:nvGrpSpPr>
        <p:grpSpPr>
          <a:xfrm>
            <a:off x="5345030" y="2192072"/>
            <a:ext cx="765520" cy="905524"/>
            <a:chOff x="5316193" y="2404484"/>
            <a:chExt cx="765520" cy="876735"/>
          </a:xfrm>
        </p:grpSpPr>
        <p:sp>
          <p:nvSpPr>
            <p:cNvPr id="17" name="Freeform 27"/>
            <p:cNvSpPr>
              <a:spLocks noEditPoints="1"/>
            </p:cNvSpPr>
            <p:nvPr/>
          </p:nvSpPr>
          <p:spPr bwMode="auto">
            <a:xfrm>
              <a:off x="5316193" y="2404484"/>
              <a:ext cx="765520" cy="876735"/>
            </a:xfrm>
            <a:custGeom>
              <a:avLst/>
              <a:gdLst>
                <a:gd name="T0" fmla="*/ 699 w 1653"/>
                <a:gd name="T1" fmla="*/ 403 h 1892"/>
                <a:gd name="T2" fmla="*/ 506 w 1653"/>
                <a:gd name="T3" fmla="*/ 462 h 1892"/>
                <a:gd name="T4" fmla="*/ 336 w 1653"/>
                <a:gd name="T5" fmla="*/ 577 h 1892"/>
                <a:gd name="T6" fmla="*/ 202 w 1653"/>
                <a:gd name="T7" fmla="*/ 741 h 1892"/>
                <a:gd name="T8" fmla="*/ 127 w 1653"/>
                <a:gd name="T9" fmla="*/ 934 h 1892"/>
                <a:gd name="T10" fmla="*/ 109 w 1653"/>
                <a:gd name="T11" fmla="*/ 1135 h 1892"/>
                <a:gd name="T12" fmla="*/ 151 w 1653"/>
                <a:gd name="T13" fmla="*/ 1332 h 1892"/>
                <a:gd name="T14" fmla="*/ 247 w 1653"/>
                <a:gd name="T15" fmla="*/ 1510 h 1892"/>
                <a:gd name="T16" fmla="*/ 397 w 1653"/>
                <a:gd name="T17" fmla="*/ 1659 h 1892"/>
                <a:gd name="T18" fmla="*/ 583 w 1653"/>
                <a:gd name="T19" fmla="*/ 1754 h 1892"/>
                <a:gd name="T20" fmla="*/ 783 w 1653"/>
                <a:gd name="T21" fmla="*/ 1791 h 1892"/>
                <a:gd name="T22" fmla="*/ 982 w 1653"/>
                <a:gd name="T23" fmla="*/ 1769 h 1892"/>
                <a:gd name="T24" fmla="*/ 1168 w 1653"/>
                <a:gd name="T25" fmla="*/ 1691 h 1892"/>
                <a:gd name="T26" fmla="*/ 1328 w 1653"/>
                <a:gd name="T27" fmla="*/ 1559 h 1892"/>
                <a:gd name="T28" fmla="*/ 1445 w 1653"/>
                <a:gd name="T29" fmla="*/ 1381 h 1892"/>
                <a:gd name="T30" fmla="*/ 1500 w 1653"/>
                <a:gd name="T31" fmla="*/ 1184 h 1892"/>
                <a:gd name="T32" fmla="*/ 1498 w 1653"/>
                <a:gd name="T33" fmla="*/ 983 h 1892"/>
                <a:gd name="T34" fmla="*/ 1438 w 1653"/>
                <a:gd name="T35" fmla="*/ 791 h 1892"/>
                <a:gd name="T36" fmla="*/ 1324 w 1653"/>
                <a:gd name="T37" fmla="*/ 621 h 1892"/>
                <a:gd name="T38" fmla="*/ 1159 w 1653"/>
                <a:gd name="T39" fmla="*/ 488 h 1892"/>
                <a:gd name="T40" fmla="*/ 966 w 1653"/>
                <a:gd name="T41" fmla="*/ 412 h 1892"/>
                <a:gd name="T42" fmla="*/ 1601 w 1653"/>
                <a:gd name="T43" fmla="*/ 0 h 1892"/>
                <a:gd name="T44" fmla="*/ 1607 w 1653"/>
                <a:gd name="T45" fmla="*/ 37 h 1892"/>
                <a:gd name="T46" fmla="*/ 1619 w 1653"/>
                <a:gd name="T47" fmla="*/ 143 h 1892"/>
                <a:gd name="T48" fmla="*/ 1634 w 1653"/>
                <a:gd name="T49" fmla="*/ 299 h 1892"/>
                <a:gd name="T50" fmla="*/ 1646 w 1653"/>
                <a:gd name="T51" fmla="*/ 493 h 1892"/>
                <a:gd name="T52" fmla="*/ 1653 w 1653"/>
                <a:gd name="T53" fmla="*/ 710 h 1892"/>
                <a:gd name="T54" fmla="*/ 1649 w 1653"/>
                <a:gd name="T55" fmla="*/ 934 h 1892"/>
                <a:gd name="T56" fmla="*/ 1630 w 1653"/>
                <a:gd name="T57" fmla="*/ 1151 h 1892"/>
                <a:gd name="T58" fmla="*/ 1591 w 1653"/>
                <a:gd name="T59" fmla="*/ 1348 h 1892"/>
                <a:gd name="T60" fmla="*/ 1527 w 1653"/>
                <a:gd name="T61" fmla="*/ 1507 h 1892"/>
                <a:gd name="T62" fmla="*/ 1402 w 1653"/>
                <a:gd name="T63" fmla="*/ 1663 h 1892"/>
                <a:gd name="T64" fmla="*/ 1226 w 1653"/>
                <a:gd name="T65" fmla="*/ 1791 h 1892"/>
                <a:gd name="T66" fmla="*/ 1028 w 1653"/>
                <a:gd name="T67" fmla="*/ 1868 h 1892"/>
                <a:gd name="T68" fmla="*/ 818 w 1653"/>
                <a:gd name="T69" fmla="*/ 1892 h 1892"/>
                <a:gd name="T70" fmla="*/ 606 w 1653"/>
                <a:gd name="T71" fmla="*/ 1861 h 1892"/>
                <a:gd name="T72" fmla="*/ 405 w 1653"/>
                <a:gd name="T73" fmla="*/ 1775 h 1892"/>
                <a:gd name="T74" fmla="*/ 229 w 1653"/>
                <a:gd name="T75" fmla="*/ 1636 h 1892"/>
                <a:gd name="T76" fmla="*/ 101 w 1653"/>
                <a:gd name="T77" fmla="*/ 1460 h 1892"/>
                <a:gd name="T78" fmla="*/ 24 w 1653"/>
                <a:gd name="T79" fmla="*/ 1262 h 1892"/>
                <a:gd name="T80" fmla="*/ 0 w 1653"/>
                <a:gd name="T81" fmla="*/ 1052 h 1892"/>
                <a:gd name="T82" fmla="*/ 31 w 1653"/>
                <a:gd name="T83" fmla="*/ 840 h 1892"/>
                <a:gd name="T84" fmla="*/ 117 w 1653"/>
                <a:gd name="T85" fmla="*/ 639 h 1892"/>
                <a:gd name="T86" fmla="*/ 229 w 1653"/>
                <a:gd name="T87" fmla="*/ 499 h 1892"/>
                <a:gd name="T88" fmla="*/ 378 w 1653"/>
                <a:gd name="T89" fmla="*/ 393 h 1892"/>
                <a:gd name="T90" fmla="*/ 563 w 1653"/>
                <a:gd name="T91" fmla="*/ 300 h 1892"/>
                <a:gd name="T92" fmla="*/ 769 w 1653"/>
                <a:gd name="T93" fmla="*/ 218 h 1892"/>
                <a:gd name="T94" fmla="*/ 981 w 1653"/>
                <a:gd name="T95" fmla="*/ 149 h 1892"/>
                <a:gd name="T96" fmla="*/ 1185 w 1653"/>
                <a:gd name="T97" fmla="*/ 93 h 1892"/>
                <a:gd name="T98" fmla="*/ 1363 w 1653"/>
                <a:gd name="T99" fmla="*/ 49 h 1892"/>
                <a:gd name="T100" fmla="*/ 1502 w 1653"/>
                <a:gd name="T101" fmla="*/ 18 h 1892"/>
                <a:gd name="T102" fmla="*/ 1585 w 1653"/>
                <a:gd name="T103" fmla="*/ 2 h 18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1653" h="1892">
                  <a:moveTo>
                    <a:pt x="832" y="395"/>
                  </a:moveTo>
                  <a:lnTo>
                    <a:pt x="765" y="395"/>
                  </a:lnTo>
                  <a:lnTo>
                    <a:pt x="699" y="403"/>
                  </a:lnTo>
                  <a:lnTo>
                    <a:pt x="633" y="416"/>
                  </a:lnTo>
                  <a:lnTo>
                    <a:pt x="568" y="437"/>
                  </a:lnTo>
                  <a:lnTo>
                    <a:pt x="506" y="462"/>
                  </a:lnTo>
                  <a:lnTo>
                    <a:pt x="447" y="495"/>
                  </a:lnTo>
                  <a:lnTo>
                    <a:pt x="390" y="532"/>
                  </a:lnTo>
                  <a:lnTo>
                    <a:pt x="336" y="577"/>
                  </a:lnTo>
                  <a:lnTo>
                    <a:pt x="287" y="627"/>
                  </a:lnTo>
                  <a:lnTo>
                    <a:pt x="242" y="682"/>
                  </a:lnTo>
                  <a:lnTo>
                    <a:pt x="202" y="741"/>
                  </a:lnTo>
                  <a:lnTo>
                    <a:pt x="171" y="805"/>
                  </a:lnTo>
                  <a:lnTo>
                    <a:pt x="146" y="868"/>
                  </a:lnTo>
                  <a:lnTo>
                    <a:pt x="127" y="934"/>
                  </a:lnTo>
                  <a:lnTo>
                    <a:pt x="115" y="1000"/>
                  </a:lnTo>
                  <a:lnTo>
                    <a:pt x="109" y="1068"/>
                  </a:lnTo>
                  <a:lnTo>
                    <a:pt x="109" y="1135"/>
                  </a:lnTo>
                  <a:lnTo>
                    <a:pt x="117" y="1201"/>
                  </a:lnTo>
                  <a:lnTo>
                    <a:pt x="131" y="1267"/>
                  </a:lnTo>
                  <a:lnTo>
                    <a:pt x="151" y="1332"/>
                  </a:lnTo>
                  <a:lnTo>
                    <a:pt x="177" y="1394"/>
                  </a:lnTo>
                  <a:lnTo>
                    <a:pt x="209" y="1454"/>
                  </a:lnTo>
                  <a:lnTo>
                    <a:pt x="247" y="1510"/>
                  </a:lnTo>
                  <a:lnTo>
                    <a:pt x="292" y="1564"/>
                  </a:lnTo>
                  <a:lnTo>
                    <a:pt x="341" y="1613"/>
                  </a:lnTo>
                  <a:lnTo>
                    <a:pt x="397" y="1659"/>
                  </a:lnTo>
                  <a:lnTo>
                    <a:pt x="456" y="1698"/>
                  </a:lnTo>
                  <a:lnTo>
                    <a:pt x="519" y="1729"/>
                  </a:lnTo>
                  <a:lnTo>
                    <a:pt x="583" y="1754"/>
                  </a:lnTo>
                  <a:lnTo>
                    <a:pt x="649" y="1773"/>
                  </a:lnTo>
                  <a:lnTo>
                    <a:pt x="716" y="1785"/>
                  </a:lnTo>
                  <a:lnTo>
                    <a:pt x="783" y="1791"/>
                  </a:lnTo>
                  <a:lnTo>
                    <a:pt x="850" y="1791"/>
                  </a:lnTo>
                  <a:lnTo>
                    <a:pt x="917" y="1783"/>
                  </a:lnTo>
                  <a:lnTo>
                    <a:pt x="982" y="1769"/>
                  </a:lnTo>
                  <a:lnTo>
                    <a:pt x="1047" y="1749"/>
                  </a:lnTo>
                  <a:lnTo>
                    <a:pt x="1109" y="1723"/>
                  </a:lnTo>
                  <a:lnTo>
                    <a:pt x="1168" y="1691"/>
                  </a:lnTo>
                  <a:lnTo>
                    <a:pt x="1225" y="1653"/>
                  </a:lnTo>
                  <a:lnTo>
                    <a:pt x="1279" y="1609"/>
                  </a:lnTo>
                  <a:lnTo>
                    <a:pt x="1328" y="1559"/>
                  </a:lnTo>
                  <a:lnTo>
                    <a:pt x="1373" y="1503"/>
                  </a:lnTo>
                  <a:lnTo>
                    <a:pt x="1413" y="1444"/>
                  </a:lnTo>
                  <a:lnTo>
                    <a:pt x="1445" y="1381"/>
                  </a:lnTo>
                  <a:lnTo>
                    <a:pt x="1469" y="1317"/>
                  </a:lnTo>
                  <a:lnTo>
                    <a:pt x="1488" y="1251"/>
                  </a:lnTo>
                  <a:lnTo>
                    <a:pt x="1500" y="1184"/>
                  </a:lnTo>
                  <a:lnTo>
                    <a:pt x="1506" y="1118"/>
                  </a:lnTo>
                  <a:lnTo>
                    <a:pt x="1506" y="1050"/>
                  </a:lnTo>
                  <a:lnTo>
                    <a:pt x="1498" y="983"/>
                  </a:lnTo>
                  <a:lnTo>
                    <a:pt x="1484" y="918"/>
                  </a:lnTo>
                  <a:lnTo>
                    <a:pt x="1464" y="853"/>
                  </a:lnTo>
                  <a:lnTo>
                    <a:pt x="1438" y="791"/>
                  </a:lnTo>
                  <a:lnTo>
                    <a:pt x="1406" y="732"/>
                  </a:lnTo>
                  <a:lnTo>
                    <a:pt x="1368" y="675"/>
                  </a:lnTo>
                  <a:lnTo>
                    <a:pt x="1324" y="621"/>
                  </a:lnTo>
                  <a:lnTo>
                    <a:pt x="1274" y="573"/>
                  </a:lnTo>
                  <a:lnTo>
                    <a:pt x="1218" y="527"/>
                  </a:lnTo>
                  <a:lnTo>
                    <a:pt x="1159" y="488"/>
                  </a:lnTo>
                  <a:lnTo>
                    <a:pt x="1096" y="455"/>
                  </a:lnTo>
                  <a:lnTo>
                    <a:pt x="1032" y="431"/>
                  </a:lnTo>
                  <a:lnTo>
                    <a:pt x="966" y="412"/>
                  </a:lnTo>
                  <a:lnTo>
                    <a:pt x="900" y="400"/>
                  </a:lnTo>
                  <a:lnTo>
                    <a:pt x="832" y="395"/>
                  </a:lnTo>
                  <a:close/>
                  <a:moveTo>
                    <a:pt x="1601" y="0"/>
                  </a:moveTo>
                  <a:lnTo>
                    <a:pt x="1603" y="4"/>
                  </a:lnTo>
                  <a:lnTo>
                    <a:pt x="1604" y="17"/>
                  </a:lnTo>
                  <a:lnTo>
                    <a:pt x="1607" y="37"/>
                  </a:lnTo>
                  <a:lnTo>
                    <a:pt x="1611" y="66"/>
                  </a:lnTo>
                  <a:lnTo>
                    <a:pt x="1615" y="101"/>
                  </a:lnTo>
                  <a:lnTo>
                    <a:pt x="1619" y="143"/>
                  </a:lnTo>
                  <a:lnTo>
                    <a:pt x="1624" y="190"/>
                  </a:lnTo>
                  <a:lnTo>
                    <a:pt x="1628" y="242"/>
                  </a:lnTo>
                  <a:lnTo>
                    <a:pt x="1634" y="299"/>
                  </a:lnTo>
                  <a:lnTo>
                    <a:pt x="1638" y="361"/>
                  </a:lnTo>
                  <a:lnTo>
                    <a:pt x="1643" y="426"/>
                  </a:lnTo>
                  <a:lnTo>
                    <a:pt x="1646" y="493"/>
                  </a:lnTo>
                  <a:lnTo>
                    <a:pt x="1650" y="563"/>
                  </a:lnTo>
                  <a:lnTo>
                    <a:pt x="1651" y="636"/>
                  </a:lnTo>
                  <a:lnTo>
                    <a:pt x="1653" y="710"/>
                  </a:lnTo>
                  <a:lnTo>
                    <a:pt x="1653" y="785"/>
                  </a:lnTo>
                  <a:lnTo>
                    <a:pt x="1651" y="859"/>
                  </a:lnTo>
                  <a:lnTo>
                    <a:pt x="1649" y="934"/>
                  </a:lnTo>
                  <a:lnTo>
                    <a:pt x="1645" y="1008"/>
                  </a:lnTo>
                  <a:lnTo>
                    <a:pt x="1638" y="1081"/>
                  </a:lnTo>
                  <a:lnTo>
                    <a:pt x="1630" y="1151"/>
                  </a:lnTo>
                  <a:lnTo>
                    <a:pt x="1619" y="1220"/>
                  </a:lnTo>
                  <a:lnTo>
                    <a:pt x="1606" y="1286"/>
                  </a:lnTo>
                  <a:lnTo>
                    <a:pt x="1591" y="1348"/>
                  </a:lnTo>
                  <a:lnTo>
                    <a:pt x="1572" y="1406"/>
                  </a:lnTo>
                  <a:lnTo>
                    <a:pt x="1552" y="1459"/>
                  </a:lnTo>
                  <a:lnTo>
                    <a:pt x="1527" y="1507"/>
                  </a:lnTo>
                  <a:lnTo>
                    <a:pt x="1500" y="1551"/>
                  </a:lnTo>
                  <a:lnTo>
                    <a:pt x="1453" y="1609"/>
                  </a:lnTo>
                  <a:lnTo>
                    <a:pt x="1402" y="1663"/>
                  </a:lnTo>
                  <a:lnTo>
                    <a:pt x="1346" y="1711"/>
                  </a:lnTo>
                  <a:lnTo>
                    <a:pt x="1287" y="1753"/>
                  </a:lnTo>
                  <a:lnTo>
                    <a:pt x="1226" y="1791"/>
                  </a:lnTo>
                  <a:lnTo>
                    <a:pt x="1162" y="1822"/>
                  </a:lnTo>
                  <a:lnTo>
                    <a:pt x="1096" y="1847"/>
                  </a:lnTo>
                  <a:lnTo>
                    <a:pt x="1028" y="1868"/>
                  </a:lnTo>
                  <a:lnTo>
                    <a:pt x="959" y="1881"/>
                  </a:lnTo>
                  <a:lnTo>
                    <a:pt x="889" y="1889"/>
                  </a:lnTo>
                  <a:lnTo>
                    <a:pt x="818" y="1892"/>
                  </a:lnTo>
                  <a:lnTo>
                    <a:pt x="747" y="1888"/>
                  </a:lnTo>
                  <a:lnTo>
                    <a:pt x="676" y="1877"/>
                  </a:lnTo>
                  <a:lnTo>
                    <a:pt x="606" y="1861"/>
                  </a:lnTo>
                  <a:lnTo>
                    <a:pt x="537" y="1839"/>
                  </a:lnTo>
                  <a:lnTo>
                    <a:pt x="471" y="1810"/>
                  </a:lnTo>
                  <a:lnTo>
                    <a:pt x="405" y="1775"/>
                  </a:lnTo>
                  <a:lnTo>
                    <a:pt x="341" y="1734"/>
                  </a:lnTo>
                  <a:lnTo>
                    <a:pt x="283" y="1687"/>
                  </a:lnTo>
                  <a:lnTo>
                    <a:pt x="229" y="1636"/>
                  </a:lnTo>
                  <a:lnTo>
                    <a:pt x="181" y="1580"/>
                  </a:lnTo>
                  <a:lnTo>
                    <a:pt x="139" y="1521"/>
                  </a:lnTo>
                  <a:lnTo>
                    <a:pt x="101" y="1460"/>
                  </a:lnTo>
                  <a:lnTo>
                    <a:pt x="70" y="1396"/>
                  </a:lnTo>
                  <a:lnTo>
                    <a:pt x="45" y="1329"/>
                  </a:lnTo>
                  <a:lnTo>
                    <a:pt x="24" y="1262"/>
                  </a:lnTo>
                  <a:lnTo>
                    <a:pt x="11" y="1193"/>
                  </a:lnTo>
                  <a:lnTo>
                    <a:pt x="3" y="1123"/>
                  </a:lnTo>
                  <a:lnTo>
                    <a:pt x="0" y="1052"/>
                  </a:lnTo>
                  <a:lnTo>
                    <a:pt x="4" y="981"/>
                  </a:lnTo>
                  <a:lnTo>
                    <a:pt x="15" y="910"/>
                  </a:lnTo>
                  <a:lnTo>
                    <a:pt x="31" y="840"/>
                  </a:lnTo>
                  <a:lnTo>
                    <a:pt x="53" y="771"/>
                  </a:lnTo>
                  <a:lnTo>
                    <a:pt x="82" y="705"/>
                  </a:lnTo>
                  <a:lnTo>
                    <a:pt x="117" y="639"/>
                  </a:lnTo>
                  <a:lnTo>
                    <a:pt x="159" y="575"/>
                  </a:lnTo>
                  <a:lnTo>
                    <a:pt x="190" y="536"/>
                  </a:lnTo>
                  <a:lnTo>
                    <a:pt x="229" y="499"/>
                  </a:lnTo>
                  <a:lnTo>
                    <a:pt x="274" y="462"/>
                  </a:lnTo>
                  <a:lnTo>
                    <a:pt x="324" y="427"/>
                  </a:lnTo>
                  <a:lnTo>
                    <a:pt x="378" y="393"/>
                  </a:lnTo>
                  <a:lnTo>
                    <a:pt x="436" y="361"/>
                  </a:lnTo>
                  <a:lnTo>
                    <a:pt x="498" y="330"/>
                  </a:lnTo>
                  <a:lnTo>
                    <a:pt x="563" y="300"/>
                  </a:lnTo>
                  <a:lnTo>
                    <a:pt x="630" y="271"/>
                  </a:lnTo>
                  <a:lnTo>
                    <a:pt x="699" y="244"/>
                  </a:lnTo>
                  <a:lnTo>
                    <a:pt x="769" y="218"/>
                  </a:lnTo>
                  <a:lnTo>
                    <a:pt x="839" y="194"/>
                  </a:lnTo>
                  <a:lnTo>
                    <a:pt x="911" y="171"/>
                  </a:lnTo>
                  <a:lnTo>
                    <a:pt x="981" y="149"/>
                  </a:lnTo>
                  <a:lnTo>
                    <a:pt x="1051" y="129"/>
                  </a:lnTo>
                  <a:lnTo>
                    <a:pt x="1118" y="110"/>
                  </a:lnTo>
                  <a:lnTo>
                    <a:pt x="1185" y="93"/>
                  </a:lnTo>
                  <a:lnTo>
                    <a:pt x="1248" y="76"/>
                  </a:lnTo>
                  <a:lnTo>
                    <a:pt x="1307" y="62"/>
                  </a:lnTo>
                  <a:lnTo>
                    <a:pt x="1363" y="49"/>
                  </a:lnTo>
                  <a:lnTo>
                    <a:pt x="1414" y="37"/>
                  </a:lnTo>
                  <a:lnTo>
                    <a:pt x="1461" y="28"/>
                  </a:lnTo>
                  <a:lnTo>
                    <a:pt x="1502" y="18"/>
                  </a:lnTo>
                  <a:lnTo>
                    <a:pt x="1537" y="12"/>
                  </a:lnTo>
                  <a:lnTo>
                    <a:pt x="1564" y="6"/>
                  </a:lnTo>
                  <a:lnTo>
                    <a:pt x="1585" y="2"/>
                  </a:lnTo>
                  <a:lnTo>
                    <a:pt x="1597" y="1"/>
                  </a:lnTo>
                  <a:lnTo>
                    <a:pt x="1601" y="0"/>
                  </a:lnTo>
                  <a:close/>
                </a:path>
              </a:pathLst>
            </a:custGeom>
            <a:solidFill>
              <a:schemeClr val="accent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grpSp>
          <p:nvGrpSpPr>
            <p:cNvPr id="73" name="그룹 72"/>
            <p:cNvGrpSpPr/>
            <p:nvPr/>
          </p:nvGrpSpPr>
          <p:grpSpPr>
            <a:xfrm>
              <a:off x="5530338" y="2752781"/>
              <a:ext cx="332194" cy="319346"/>
              <a:chOff x="5530338" y="2752781"/>
              <a:chExt cx="332194" cy="319346"/>
            </a:xfrm>
          </p:grpSpPr>
          <p:sp>
            <p:nvSpPr>
              <p:cNvPr id="19" name="Freeform 64"/>
              <p:cNvSpPr>
                <a:spLocks/>
              </p:cNvSpPr>
              <p:nvPr/>
            </p:nvSpPr>
            <p:spPr bwMode="auto">
              <a:xfrm>
                <a:off x="5578056" y="2795911"/>
                <a:ext cx="76166" cy="74331"/>
              </a:xfrm>
              <a:custGeom>
                <a:avLst/>
                <a:gdLst>
                  <a:gd name="T0" fmla="*/ 327 w 833"/>
                  <a:gd name="T1" fmla="*/ 0 h 811"/>
                  <a:gd name="T2" fmla="*/ 372 w 833"/>
                  <a:gd name="T3" fmla="*/ 3 h 811"/>
                  <a:gd name="T4" fmla="*/ 414 w 833"/>
                  <a:gd name="T5" fmla="*/ 12 h 811"/>
                  <a:gd name="T6" fmla="*/ 454 w 833"/>
                  <a:gd name="T7" fmla="*/ 25 h 811"/>
                  <a:gd name="T8" fmla="*/ 492 w 833"/>
                  <a:gd name="T9" fmla="*/ 44 h 811"/>
                  <a:gd name="T10" fmla="*/ 527 w 833"/>
                  <a:gd name="T11" fmla="*/ 68 h 811"/>
                  <a:gd name="T12" fmla="*/ 558 w 833"/>
                  <a:gd name="T13" fmla="*/ 95 h 811"/>
                  <a:gd name="T14" fmla="*/ 586 w 833"/>
                  <a:gd name="T15" fmla="*/ 127 h 811"/>
                  <a:gd name="T16" fmla="*/ 609 w 833"/>
                  <a:gd name="T17" fmla="*/ 162 h 811"/>
                  <a:gd name="T18" fmla="*/ 628 w 833"/>
                  <a:gd name="T19" fmla="*/ 200 h 811"/>
                  <a:gd name="T20" fmla="*/ 642 w 833"/>
                  <a:gd name="T21" fmla="*/ 239 h 811"/>
                  <a:gd name="T22" fmla="*/ 651 w 833"/>
                  <a:gd name="T23" fmla="*/ 283 h 811"/>
                  <a:gd name="T24" fmla="*/ 654 w 833"/>
                  <a:gd name="T25" fmla="*/ 327 h 811"/>
                  <a:gd name="T26" fmla="*/ 651 w 833"/>
                  <a:gd name="T27" fmla="*/ 369 h 811"/>
                  <a:gd name="T28" fmla="*/ 642 w 833"/>
                  <a:gd name="T29" fmla="*/ 409 h 811"/>
                  <a:gd name="T30" fmla="*/ 629 w 833"/>
                  <a:gd name="T31" fmla="*/ 447 h 811"/>
                  <a:gd name="T32" fmla="*/ 612 w 833"/>
                  <a:gd name="T33" fmla="*/ 483 h 811"/>
                  <a:gd name="T34" fmla="*/ 833 w 833"/>
                  <a:gd name="T35" fmla="*/ 692 h 811"/>
                  <a:gd name="T36" fmla="*/ 792 w 833"/>
                  <a:gd name="T37" fmla="*/ 729 h 811"/>
                  <a:gd name="T38" fmla="*/ 754 w 833"/>
                  <a:gd name="T39" fmla="*/ 768 h 811"/>
                  <a:gd name="T40" fmla="*/ 720 w 833"/>
                  <a:gd name="T41" fmla="*/ 811 h 811"/>
                  <a:gd name="T42" fmla="*/ 499 w 833"/>
                  <a:gd name="T43" fmla="*/ 603 h 811"/>
                  <a:gd name="T44" fmla="*/ 461 w 833"/>
                  <a:gd name="T45" fmla="*/ 624 h 811"/>
                  <a:gd name="T46" fmla="*/ 418 w 833"/>
                  <a:gd name="T47" fmla="*/ 640 h 811"/>
                  <a:gd name="T48" fmla="*/ 374 w 833"/>
                  <a:gd name="T49" fmla="*/ 650 h 811"/>
                  <a:gd name="T50" fmla="*/ 327 w 833"/>
                  <a:gd name="T51" fmla="*/ 653 h 811"/>
                  <a:gd name="T52" fmla="*/ 283 w 833"/>
                  <a:gd name="T53" fmla="*/ 651 h 811"/>
                  <a:gd name="T54" fmla="*/ 240 w 833"/>
                  <a:gd name="T55" fmla="*/ 642 h 811"/>
                  <a:gd name="T56" fmla="*/ 200 w 833"/>
                  <a:gd name="T57" fmla="*/ 628 h 811"/>
                  <a:gd name="T58" fmla="*/ 162 w 833"/>
                  <a:gd name="T59" fmla="*/ 609 h 811"/>
                  <a:gd name="T60" fmla="*/ 127 w 833"/>
                  <a:gd name="T61" fmla="*/ 585 h 811"/>
                  <a:gd name="T62" fmla="*/ 96 w 833"/>
                  <a:gd name="T63" fmla="*/ 558 h 811"/>
                  <a:gd name="T64" fmla="*/ 68 w 833"/>
                  <a:gd name="T65" fmla="*/ 527 h 811"/>
                  <a:gd name="T66" fmla="*/ 45 w 833"/>
                  <a:gd name="T67" fmla="*/ 491 h 811"/>
                  <a:gd name="T68" fmla="*/ 26 w 833"/>
                  <a:gd name="T69" fmla="*/ 454 h 811"/>
                  <a:gd name="T70" fmla="*/ 11 w 833"/>
                  <a:gd name="T71" fmla="*/ 414 h 811"/>
                  <a:gd name="T72" fmla="*/ 4 w 833"/>
                  <a:gd name="T73" fmla="*/ 371 h 811"/>
                  <a:gd name="T74" fmla="*/ 0 w 833"/>
                  <a:gd name="T75" fmla="*/ 327 h 811"/>
                  <a:gd name="T76" fmla="*/ 4 w 833"/>
                  <a:gd name="T77" fmla="*/ 283 h 811"/>
                  <a:gd name="T78" fmla="*/ 11 w 833"/>
                  <a:gd name="T79" fmla="*/ 239 h 811"/>
                  <a:gd name="T80" fmla="*/ 26 w 833"/>
                  <a:gd name="T81" fmla="*/ 200 h 811"/>
                  <a:gd name="T82" fmla="*/ 45 w 833"/>
                  <a:gd name="T83" fmla="*/ 162 h 811"/>
                  <a:gd name="T84" fmla="*/ 68 w 833"/>
                  <a:gd name="T85" fmla="*/ 127 h 811"/>
                  <a:gd name="T86" fmla="*/ 96 w 833"/>
                  <a:gd name="T87" fmla="*/ 95 h 811"/>
                  <a:gd name="T88" fmla="*/ 127 w 833"/>
                  <a:gd name="T89" fmla="*/ 68 h 811"/>
                  <a:gd name="T90" fmla="*/ 162 w 833"/>
                  <a:gd name="T91" fmla="*/ 44 h 811"/>
                  <a:gd name="T92" fmla="*/ 200 w 833"/>
                  <a:gd name="T93" fmla="*/ 25 h 811"/>
                  <a:gd name="T94" fmla="*/ 240 w 833"/>
                  <a:gd name="T95" fmla="*/ 12 h 811"/>
                  <a:gd name="T96" fmla="*/ 283 w 833"/>
                  <a:gd name="T97" fmla="*/ 3 h 811"/>
                  <a:gd name="T98" fmla="*/ 327 w 833"/>
                  <a:gd name="T99" fmla="*/ 0 h 81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</a:cxnLst>
                <a:rect l="0" t="0" r="r" b="b"/>
                <a:pathLst>
                  <a:path w="833" h="811">
                    <a:moveTo>
                      <a:pt x="327" y="0"/>
                    </a:moveTo>
                    <a:lnTo>
                      <a:pt x="372" y="3"/>
                    </a:lnTo>
                    <a:lnTo>
                      <a:pt x="414" y="12"/>
                    </a:lnTo>
                    <a:lnTo>
                      <a:pt x="454" y="25"/>
                    </a:lnTo>
                    <a:lnTo>
                      <a:pt x="492" y="44"/>
                    </a:lnTo>
                    <a:lnTo>
                      <a:pt x="527" y="68"/>
                    </a:lnTo>
                    <a:lnTo>
                      <a:pt x="558" y="95"/>
                    </a:lnTo>
                    <a:lnTo>
                      <a:pt x="586" y="127"/>
                    </a:lnTo>
                    <a:lnTo>
                      <a:pt x="609" y="162"/>
                    </a:lnTo>
                    <a:lnTo>
                      <a:pt x="628" y="200"/>
                    </a:lnTo>
                    <a:lnTo>
                      <a:pt x="642" y="239"/>
                    </a:lnTo>
                    <a:lnTo>
                      <a:pt x="651" y="283"/>
                    </a:lnTo>
                    <a:lnTo>
                      <a:pt x="654" y="327"/>
                    </a:lnTo>
                    <a:lnTo>
                      <a:pt x="651" y="369"/>
                    </a:lnTo>
                    <a:lnTo>
                      <a:pt x="642" y="409"/>
                    </a:lnTo>
                    <a:lnTo>
                      <a:pt x="629" y="447"/>
                    </a:lnTo>
                    <a:lnTo>
                      <a:pt x="612" y="483"/>
                    </a:lnTo>
                    <a:lnTo>
                      <a:pt x="833" y="692"/>
                    </a:lnTo>
                    <a:lnTo>
                      <a:pt x="792" y="729"/>
                    </a:lnTo>
                    <a:lnTo>
                      <a:pt x="754" y="768"/>
                    </a:lnTo>
                    <a:lnTo>
                      <a:pt x="720" y="811"/>
                    </a:lnTo>
                    <a:lnTo>
                      <a:pt x="499" y="603"/>
                    </a:lnTo>
                    <a:lnTo>
                      <a:pt x="461" y="624"/>
                    </a:lnTo>
                    <a:lnTo>
                      <a:pt x="418" y="640"/>
                    </a:lnTo>
                    <a:lnTo>
                      <a:pt x="374" y="650"/>
                    </a:lnTo>
                    <a:lnTo>
                      <a:pt x="327" y="653"/>
                    </a:lnTo>
                    <a:lnTo>
                      <a:pt x="283" y="651"/>
                    </a:lnTo>
                    <a:lnTo>
                      <a:pt x="240" y="642"/>
                    </a:lnTo>
                    <a:lnTo>
                      <a:pt x="200" y="628"/>
                    </a:lnTo>
                    <a:lnTo>
                      <a:pt x="162" y="609"/>
                    </a:lnTo>
                    <a:lnTo>
                      <a:pt x="127" y="585"/>
                    </a:lnTo>
                    <a:lnTo>
                      <a:pt x="96" y="558"/>
                    </a:lnTo>
                    <a:lnTo>
                      <a:pt x="68" y="527"/>
                    </a:lnTo>
                    <a:lnTo>
                      <a:pt x="45" y="491"/>
                    </a:lnTo>
                    <a:lnTo>
                      <a:pt x="26" y="454"/>
                    </a:lnTo>
                    <a:lnTo>
                      <a:pt x="11" y="414"/>
                    </a:lnTo>
                    <a:lnTo>
                      <a:pt x="4" y="371"/>
                    </a:lnTo>
                    <a:lnTo>
                      <a:pt x="0" y="327"/>
                    </a:lnTo>
                    <a:lnTo>
                      <a:pt x="4" y="283"/>
                    </a:lnTo>
                    <a:lnTo>
                      <a:pt x="11" y="239"/>
                    </a:lnTo>
                    <a:lnTo>
                      <a:pt x="26" y="200"/>
                    </a:lnTo>
                    <a:lnTo>
                      <a:pt x="45" y="162"/>
                    </a:lnTo>
                    <a:lnTo>
                      <a:pt x="68" y="127"/>
                    </a:lnTo>
                    <a:lnTo>
                      <a:pt x="96" y="95"/>
                    </a:lnTo>
                    <a:lnTo>
                      <a:pt x="127" y="68"/>
                    </a:lnTo>
                    <a:lnTo>
                      <a:pt x="162" y="44"/>
                    </a:lnTo>
                    <a:lnTo>
                      <a:pt x="200" y="25"/>
                    </a:lnTo>
                    <a:lnTo>
                      <a:pt x="240" y="12"/>
                    </a:lnTo>
                    <a:lnTo>
                      <a:pt x="283" y="3"/>
                    </a:lnTo>
                    <a:lnTo>
                      <a:pt x="327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20" name="Freeform 65"/>
              <p:cNvSpPr>
                <a:spLocks/>
              </p:cNvSpPr>
              <p:nvPr/>
            </p:nvSpPr>
            <p:spPr bwMode="auto">
              <a:xfrm>
                <a:off x="5726718" y="2752781"/>
                <a:ext cx="78919" cy="103696"/>
              </a:xfrm>
              <a:custGeom>
                <a:avLst/>
                <a:gdLst>
                  <a:gd name="T0" fmla="*/ 524 w 852"/>
                  <a:gd name="T1" fmla="*/ 0 h 1132"/>
                  <a:gd name="T2" fmla="*/ 524 w 852"/>
                  <a:gd name="T3" fmla="*/ 0 h 1132"/>
                  <a:gd name="T4" fmla="*/ 569 w 852"/>
                  <a:gd name="T5" fmla="*/ 3 h 1132"/>
                  <a:gd name="T6" fmla="*/ 611 w 852"/>
                  <a:gd name="T7" fmla="*/ 12 h 1132"/>
                  <a:gd name="T8" fmla="*/ 652 w 852"/>
                  <a:gd name="T9" fmla="*/ 27 h 1132"/>
                  <a:gd name="T10" fmla="*/ 690 w 852"/>
                  <a:gd name="T11" fmla="*/ 45 h 1132"/>
                  <a:gd name="T12" fmla="*/ 724 w 852"/>
                  <a:gd name="T13" fmla="*/ 69 h 1132"/>
                  <a:gd name="T14" fmla="*/ 755 w 852"/>
                  <a:gd name="T15" fmla="*/ 96 h 1132"/>
                  <a:gd name="T16" fmla="*/ 783 w 852"/>
                  <a:gd name="T17" fmla="*/ 128 h 1132"/>
                  <a:gd name="T18" fmla="*/ 806 w 852"/>
                  <a:gd name="T19" fmla="*/ 162 h 1132"/>
                  <a:gd name="T20" fmla="*/ 825 w 852"/>
                  <a:gd name="T21" fmla="*/ 200 h 1132"/>
                  <a:gd name="T22" fmla="*/ 839 w 852"/>
                  <a:gd name="T23" fmla="*/ 241 h 1132"/>
                  <a:gd name="T24" fmla="*/ 848 w 852"/>
                  <a:gd name="T25" fmla="*/ 283 h 1132"/>
                  <a:gd name="T26" fmla="*/ 852 w 852"/>
                  <a:gd name="T27" fmla="*/ 327 h 1132"/>
                  <a:gd name="T28" fmla="*/ 848 w 852"/>
                  <a:gd name="T29" fmla="*/ 372 h 1132"/>
                  <a:gd name="T30" fmla="*/ 839 w 852"/>
                  <a:gd name="T31" fmla="*/ 414 h 1132"/>
                  <a:gd name="T32" fmla="*/ 825 w 852"/>
                  <a:gd name="T33" fmla="*/ 455 h 1132"/>
                  <a:gd name="T34" fmla="*/ 806 w 852"/>
                  <a:gd name="T35" fmla="*/ 492 h 1132"/>
                  <a:gd name="T36" fmla="*/ 783 w 852"/>
                  <a:gd name="T37" fmla="*/ 527 h 1132"/>
                  <a:gd name="T38" fmla="*/ 755 w 852"/>
                  <a:gd name="T39" fmla="*/ 558 h 1132"/>
                  <a:gd name="T40" fmla="*/ 724 w 852"/>
                  <a:gd name="T41" fmla="*/ 586 h 1132"/>
                  <a:gd name="T42" fmla="*/ 690 w 852"/>
                  <a:gd name="T43" fmla="*/ 609 h 1132"/>
                  <a:gd name="T44" fmla="*/ 652 w 852"/>
                  <a:gd name="T45" fmla="*/ 628 h 1132"/>
                  <a:gd name="T46" fmla="*/ 611 w 852"/>
                  <a:gd name="T47" fmla="*/ 642 h 1132"/>
                  <a:gd name="T48" fmla="*/ 569 w 852"/>
                  <a:gd name="T49" fmla="*/ 651 h 1132"/>
                  <a:gd name="T50" fmla="*/ 524 w 852"/>
                  <a:gd name="T51" fmla="*/ 654 h 1132"/>
                  <a:gd name="T52" fmla="*/ 493 w 852"/>
                  <a:gd name="T53" fmla="*/ 652 h 1132"/>
                  <a:gd name="T54" fmla="*/ 463 w 852"/>
                  <a:gd name="T55" fmla="*/ 647 h 1132"/>
                  <a:gd name="T56" fmla="*/ 434 w 852"/>
                  <a:gd name="T57" fmla="*/ 640 h 1132"/>
                  <a:gd name="T58" fmla="*/ 142 w 852"/>
                  <a:gd name="T59" fmla="*/ 1132 h 1132"/>
                  <a:gd name="T60" fmla="*/ 96 w 852"/>
                  <a:gd name="T61" fmla="*/ 1100 h 1132"/>
                  <a:gd name="T62" fmla="*/ 50 w 852"/>
                  <a:gd name="T63" fmla="*/ 1072 h 1132"/>
                  <a:gd name="T64" fmla="*/ 0 w 852"/>
                  <a:gd name="T65" fmla="*/ 1048 h 1132"/>
                  <a:gd name="T66" fmla="*/ 292 w 852"/>
                  <a:gd name="T67" fmla="*/ 557 h 1132"/>
                  <a:gd name="T68" fmla="*/ 265 w 852"/>
                  <a:gd name="T69" fmla="*/ 526 h 1132"/>
                  <a:gd name="T70" fmla="*/ 242 w 852"/>
                  <a:gd name="T71" fmla="*/ 491 h 1132"/>
                  <a:gd name="T72" fmla="*/ 223 w 852"/>
                  <a:gd name="T73" fmla="*/ 454 h 1132"/>
                  <a:gd name="T74" fmla="*/ 209 w 852"/>
                  <a:gd name="T75" fmla="*/ 414 h 1132"/>
                  <a:gd name="T76" fmla="*/ 201 w 852"/>
                  <a:gd name="T77" fmla="*/ 372 h 1132"/>
                  <a:gd name="T78" fmla="*/ 197 w 852"/>
                  <a:gd name="T79" fmla="*/ 327 h 1132"/>
                  <a:gd name="T80" fmla="*/ 201 w 852"/>
                  <a:gd name="T81" fmla="*/ 283 h 1132"/>
                  <a:gd name="T82" fmla="*/ 209 w 852"/>
                  <a:gd name="T83" fmla="*/ 240 h 1132"/>
                  <a:gd name="T84" fmla="*/ 223 w 852"/>
                  <a:gd name="T85" fmla="*/ 200 h 1132"/>
                  <a:gd name="T86" fmla="*/ 242 w 852"/>
                  <a:gd name="T87" fmla="*/ 162 h 1132"/>
                  <a:gd name="T88" fmla="*/ 266 w 852"/>
                  <a:gd name="T89" fmla="*/ 128 h 1132"/>
                  <a:gd name="T90" fmla="*/ 293 w 852"/>
                  <a:gd name="T91" fmla="*/ 96 h 1132"/>
                  <a:gd name="T92" fmla="*/ 325 w 852"/>
                  <a:gd name="T93" fmla="*/ 69 h 1132"/>
                  <a:gd name="T94" fmla="*/ 359 w 852"/>
                  <a:gd name="T95" fmla="*/ 45 h 1132"/>
                  <a:gd name="T96" fmla="*/ 397 w 852"/>
                  <a:gd name="T97" fmla="*/ 27 h 1132"/>
                  <a:gd name="T98" fmla="*/ 437 w 852"/>
                  <a:gd name="T99" fmla="*/ 12 h 1132"/>
                  <a:gd name="T100" fmla="*/ 480 w 852"/>
                  <a:gd name="T101" fmla="*/ 3 h 1132"/>
                  <a:gd name="T102" fmla="*/ 524 w 852"/>
                  <a:gd name="T103" fmla="*/ 0 h 11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</a:cxnLst>
                <a:rect l="0" t="0" r="r" b="b"/>
                <a:pathLst>
                  <a:path w="852" h="1132">
                    <a:moveTo>
                      <a:pt x="524" y="0"/>
                    </a:moveTo>
                    <a:lnTo>
                      <a:pt x="524" y="0"/>
                    </a:lnTo>
                    <a:lnTo>
                      <a:pt x="569" y="3"/>
                    </a:lnTo>
                    <a:lnTo>
                      <a:pt x="611" y="12"/>
                    </a:lnTo>
                    <a:lnTo>
                      <a:pt x="652" y="27"/>
                    </a:lnTo>
                    <a:lnTo>
                      <a:pt x="690" y="45"/>
                    </a:lnTo>
                    <a:lnTo>
                      <a:pt x="724" y="69"/>
                    </a:lnTo>
                    <a:lnTo>
                      <a:pt x="755" y="96"/>
                    </a:lnTo>
                    <a:lnTo>
                      <a:pt x="783" y="128"/>
                    </a:lnTo>
                    <a:lnTo>
                      <a:pt x="806" y="162"/>
                    </a:lnTo>
                    <a:lnTo>
                      <a:pt x="825" y="200"/>
                    </a:lnTo>
                    <a:lnTo>
                      <a:pt x="839" y="241"/>
                    </a:lnTo>
                    <a:lnTo>
                      <a:pt x="848" y="283"/>
                    </a:lnTo>
                    <a:lnTo>
                      <a:pt x="852" y="327"/>
                    </a:lnTo>
                    <a:lnTo>
                      <a:pt x="848" y="372"/>
                    </a:lnTo>
                    <a:lnTo>
                      <a:pt x="839" y="414"/>
                    </a:lnTo>
                    <a:lnTo>
                      <a:pt x="825" y="455"/>
                    </a:lnTo>
                    <a:lnTo>
                      <a:pt x="806" y="492"/>
                    </a:lnTo>
                    <a:lnTo>
                      <a:pt x="783" y="527"/>
                    </a:lnTo>
                    <a:lnTo>
                      <a:pt x="755" y="558"/>
                    </a:lnTo>
                    <a:lnTo>
                      <a:pt x="724" y="586"/>
                    </a:lnTo>
                    <a:lnTo>
                      <a:pt x="690" y="609"/>
                    </a:lnTo>
                    <a:lnTo>
                      <a:pt x="652" y="628"/>
                    </a:lnTo>
                    <a:lnTo>
                      <a:pt x="611" y="642"/>
                    </a:lnTo>
                    <a:lnTo>
                      <a:pt x="569" y="651"/>
                    </a:lnTo>
                    <a:lnTo>
                      <a:pt x="524" y="654"/>
                    </a:lnTo>
                    <a:lnTo>
                      <a:pt x="493" y="652"/>
                    </a:lnTo>
                    <a:lnTo>
                      <a:pt x="463" y="647"/>
                    </a:lnTo>
                    <a:lnTo>
                      <a:pt x="434" y="640"/>
                    </a:lnTo>
                    <a:lnTo>
                      <a:pt x="142" y="1132"/>
                    </a:lnTo>
                    <a:lnTo>
                      <a:pt x="96" y="1100"/>
                    </a:lnTo>
                    <a:lnTo>
                      <a:pt x="50" y="1072"/>
                    </a:lnTo>
                    <a:lnTo>
                      <a:pt x="0" y="1048"/>
                    </a:lnTo>
                    <a:lnTo>
                      <a:pt x="292" y="557"/>
                    </a:lnTo>
                    <a:lnTo>
                      <a:pt x="265" y="526"/>
                    </a:lnTo>
                    <a:lnTo>
                      <a:pt x="242" y="491"/>
                    </a:lnTo>
                    <a:lnTo>
                      <a:pt x="223" y="454"/>
                    </a:lnTo>
                    <a:lnTo>
                      <a:pt x="209" y="414"/>
                    </a:lnTo>
                    <a:lnTo>
                      <a:pt x="201" y="372"/>
                    </a:lnTo>
                    <a:lnTo>
                      <a:pt x="197" y="327"/>
                    </a:lnTo>
                    <a:lnTo>
                      <a:pt x="201" y="283"/>
                    </a:lnTo>
                    <a:lnTo>
                      <a:pt x="209" y="240"/>
                    </a:lnTo>
                    <a:lnTo>
                      <a:pt x="223" y="200"/>
                    </a:lnTo>
                    <a:lnTo>
                      <a:pt x="242" y="162"/>
                    </a:lnTo>
                    <a:lnTo>
                      <a:pt x="266" y="128"/>
                    </a:lnTo>
                    <a:lnTo>
                      <a:pt x="293" y="96"/>
                    </a:lnTo>
                    <a:lnTo>
                      <a:pt x="325" y="69"/>
                    </a:lnTo>
                    <a:lnTo>
                      <a:pt x="359" y="45"/>
                    </a:lnTo>
                    <a:lnTo>
                      <a:pt x="397" y="27"/>
                    </a:lnTo>
                    <a:lnTo>
                      <a:pt x="437" y="12"/>
                    </a:lnTo>
                    <a:lnTo>
                      <a:pt x="480" y="3"/>
                    </a:lnTo>
                    <a:lnTo>
                      <a:pt x="524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22" name="Freeform 66"/>
              <p:cNvSpPr>
                <a:spLocks/>
              </p:cNvSpPr>
              <p:nvPr/>
            </p:nvSpPr>
            <p:spPr bwMode="auto">
              <a:xfrm>
                <a:off x="5766177" y="2895018"/>
                <a:ext cx="96355" cy="59648"/>
              </a:xfrm>
              <a:custGeom>
                <a:avLst/>
                <a:gdLst>
                  <a:gd name="T0" fmla="*/ 729 w 1055"/>
                  <a:gd name="T1" fmla="*/ 0 h 653"/>
                  <a:gd name="T2" fmla="*/ 773 w 1055"/>
                  <a:gd name="T3" fmla="*/ 2 h 653"/>
                  <a:gd name="T4" fmla="*/ 816 w 1055"/>
                  <a:gd name="T5" fmla="*/ 11 h 653"/>
                  <a:gd name="T6" fmla="*/ 856 w 1055"/>
                  <a:gd name="T7" fmla="*/ 25 h 653"/>
                  <a:gd name="T8" fmla="*/ 893 w 1055"/>
                  <a:gd name="T9" fmla="*/ 44 h 653"/>
                  <a:gd name="T10" fmla="*/ 929 w 1055"/>
                  <a:gd name="T11" fmla="*/ 68 h 653"/>
                  <a:gd name="T12" fmla="*/ 960 w 1055"/>
                  <a:gd name="T13" fmla="*/ 95 h 653"/>
                  <a:gd name="T14" fmla="*/ 988 w 1055"/>
                  <a:gd name="T15" fmla="*/ 126 h 653"/>
                  <a:gd name="T16" fmla="*/ 1011 w 1055"/>
                  <a:gd name="T17" fmla="*/ 162 h 653"/>
                  <a:gd name="T18" fmla="*/ 1030 w 1055"/>
                  <a:gd name="T19" fmla="*/ 200 h 653"/>
                  <a:gd name="T20" fmla="*/ 1044 w 1055"/>
                  <a:gd name="T21" fmla="*/ 239 h 653"/>
                  <a:gd name="T22" fmla="*/ 1053 w 1055"/>
                  <a:gd name="T23" fmla="*/ 282 h 653"/>
                  <a:gd name="T24" fmla="*/ 1055 w 1055"/>
                  <a:gd name="T25" fmla="*/ 326 h 653"/>
                  <a:gd name="T26" fmla="*/ 1053 w 1055"/>
                  <a:gd name="T27" fmla="*/ 370 h 653"/>
                  <a:gd name="T28" fmla="*/ 1044 w 1055"/>
                  <a:gd name="T29" fmla="*/ 414 h 653"/>
                  <a:gd name="T30" fmla="*/ 1030 w 1055"/>
                  <a:gd name="T31" fmla="*/ 454 h 653"/>
                  <a:gd name="T32" fmla="*/ 1011 w 1055"/>
                  <a:gd name="T33" fmla="*/ 491 h 653"/>
                  <a:gd name="T34" fmla="*/ 988 w 1055"/>
                  <a:gd name="T35" fmla="*/ 526 h 653"/>
                  <a:gd name="T36" fmla="*/ 960 w 1055"/>
                  <a:gd name="T37" fmla="*/ 558 h 653"/>
                  <a:gd name="T38" fmla="*/ 929 w 1055"/>
                  <a:gd name="T39" fmla="*/ 584 h 653"/>
                  <a:gd name="T40" fmla="*/ 893 w 1055"/>
                  <a:gd name="T41" fmla="*/ 609 h 653"/>
                  <a:gd name="T42" fmla="*/ 856 w 1055"/>
                  <a:gd name="T43" fmla="*/ 628 h 653"/>
                  <a:gd name="T44" fmla="*/ 816 w 1055"/>
                  <a:gd name="T45" fmla="*/ 641 h 653"/>
                  <a:gd name="T46" fmla="*/ 773 w 1055"/>
                  <a:gd name="T47" fmla="*/ 650 h 653"/>
                  <a:gd name="T48" fmla="*/ 729 w 1055"/>
                  <a:gd name="T49" fmla="*/ 653 h 653"/>
                  <a:gd name="T50" fmla="*/ 685 w 1055"/>
                  <a:gd name="T51" fmla="*/ 650 h 653"/>
                  <a:gd name="T52" fmla="*/ 644 w 1055"/>
                  <a:gd name="T53" fmla="*/ 642 h 653"/>
                  <a:gd name="T54" fmla="*/ 604 w 1055"/>
                  <a:gd name="T55" fmla="*/ 628 h 653"/>
                  <a:gd name="T56" fmla="*/ 566 w 1055"/>
                  <a:gd name="T57" fmla="*/ 610 h 653"/>
                  <a:gd name="T58" fmla="*/ 532 w 1055"/>
                  <a:gd name="T59" fmla="*/ 587 h 653"/>
                  <a:gd name="T60" fmla="*/ 501 w 1055"/>
                  <a:gd name="T61" fmla="*/ 560 h 653"/>
                  <a:gd name="T62" fmla="*/ 474 w 1055"/>
                  <a:gd name="T63" fmla="*/ 529 h 653"/>
                  <a:gd name="T64" fmla="*/ 450 w 1055"/>
                  <a:gd name="T65" fmla="*/ 495 h 653"/>
                  <a:gd name="T66" fmla="*/ 431 w 1055"/>
                  <a:gd name="T67" fmla="*/ 458 h 653"/>
                  <a:gd name="T68" fmla="*/ 416 w 1055"/>
                  <a:gd name="T69" fmla="*/ 419 h 653"/>
                  <a:gd name="T70" fmla="*/ 407 w 1055"/>
                  <a:gd name="T71" fmla="*/ 377 h 653"/>
                  <a:gd name="T72" fmla="*/ 0 w 1055"/>
                  <a:gd name="T73" fmla="*/ 337 h 653"/>
                  <a:gd name="T74" fmla="*/ 9 w 1055"/>
                  <a:gd name="T75" fmla="*/ 287 h 653"/>
                  <a:gd name="T76" fmla="*/ 15 w 1055"/>
                  <a:gd name="T77" fmla="*/ 235 h 653"/>
                  <a:gd name="T78" fmla="*/ 17 w 1055"/>
                  <a:gd name="T79" fmla="*/ 182 h 653"/>
                  <a:gd name="T80" fmla="*/ 16 w 1055"/>
                  <a:gd name="T81" fmla="*/ 173 h 653"/>
                  <a:gd name="T82" fmla="*/ 423 w 1055"/>
                  <a:gd name="T83" fmla="*/ 214 h 653"/>
                  <a:gd name="T84" fmla="*/ 441 w 1055"/>
                  <a:gd name="T85" fmla="*/ 173 h 653"/>
                  <a:gd name="T86" fmla="*/ 464 w 1055"/>
                  <a:gd name="T87" fmla="*/ 136 h 653"/>
                  <a:gd name="T88" fmla="*/ 492 w 1055"/>
                  <a:gd name="T89" fmla="*/ 103 h 653"/>
                  <a:gd name="T90" fmla="*/ 524 w 1055"/>
                  <a:gd name="T91" fmla="*/ 73 h 653"/>
                  <a:gd name="T92" fmla="*/ 558 w 1055"/>
                  <a:gd name="T93" fmla="*/ 48 h 653"/>
                  <a:gd name="T94" fmla="*/ 597 w 1055"/>
                  <a:gd name="T95" fmla="*/ 28 h 653"/>
                  <a:gd name="T96" fmla="*/ 639 w 1055"/>
                  <a:gd name="T97" fmla="*/ 12 h 653"/>
                  <a:gd name="T98" fmla="*/ 683 w 1055"/>
                  <a:gd name="T99" fmla="*/ 3 h 653"/>
                  <a:gd name="T100" fmla="*/ 729 w 1055"/>
                  <a:gd name="T101" fmla="*/ 0 h 65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</a:cxnLst>
                <a:rect l="0" t="0" r="r" b="b"/>
                <a:pathLst>
                  <a:path w="1055" h="653">
                    <a:moveTo>
                      <a:pt x="729" y="0"/>
                    </a:moveTo>
                    <a:lnTo>
                      <a:pt x="773" y="2"/>
                    </a:lnTo>
                    <a:lnTo>
                      <a:pt x="816" y="11"/>
                    </a:lnTo>
                    <a:lnTo>
                      <a:pt x="856" y="25"/>
                    </a:lnTo>
                    <a:lnTo>
                      <a:pt x="893" y="44"/>
                    </a:lnTo>
                    <a:lnTo>
                      <a:pt x="929" y="68"/>
                    </a:lnTo>
                    <a:lnTo>
                      <a:pt x="960" y="95"/>
                    </a:lnTo>
                    <a:lnTo>
                      <a:pt x="988" y="126"/>
                    </a:lnTo>
                    <a:lnTo>
                      <a:pt x="1011" y="162"/>
                    </a:lnTo>
                    <a:lnTo>
                      <a:pt x="1030" y="200"/>
                    </a:lnTo>
                    <a:lnTo>
                      <a:pt x="1044" y="239"/>
                    </a:lnTo>
                    <a:lnTo>
                      <a:pt x="1053" y="282"/>
                    </a:lnTo>
                    <a:lnTo>
                      <a:pt x="1055" y="326"/>
                    </a:lnTo>
                    <a:lnTo>
                      <a:pt x="1053" y="370"/>
                    </a:lnTo>
                    <a:lnTo>
                      <a:pt x="1044" y="414"/>
                    </a:lnTo>
                    <a:lnTo>
                      <a:pt x="1030" y="454"/>
                    </a:lnTo>
                    <a:lnTo>
                      <a:pt x="1011" y="491"/>
                    </a:lnTo>
                    <a:lnTo>
                      <a:pt x="988" y="526"/>
                    </a:lnTo>
                    <a:lnTo>
                      <a:pt x="960" y="558"/>
                    </a:lnTo>
                    <a:lnTo>
                      <a:pt x="929" y="584"/>
                    </a:lnTo>
                    <a:lnTo>
                      <a:pt x="893" y="609"/>
                    </a:lnTo>
                    <a:lnTo>
                      <a:pt x="856" y="628"/>
                    </a:lnTo>
                    <a:lnTo>
                      <a:pt x="816" y="641"/>
                    </a:lnTo>
                    <a:lnTo>
                      <a:pt x="773" y="650"/>
                    </a:lnTo>
                    <a:lnTo>
                      <a:pt x="729" y="653"/>
                    </a:lnTo>
                    <a:lnTo>
                      <a:pt x="685" y="650"/>
                    </a:lnTo>
                    <a:lnTo>
                      <a:pt x="644" y="642"/>
                    </a:lnTo>
                    <a:lnTo>
                      <a:pt x="604" y="628"/>
                    </a:lnTo>
                    <a:lnTo>
                      <a:pt x="566" y="610"/>
                    </a:lnTo>
                    <a:lnTo>
                      <a:pt x="532" y="587"/>
                    </a:lnTo>
                    <a:lnTo>
                      <a:pt x="501" y="560"/>
                    </a:lnTo>
                    <a:lnTo>
                      <a:pt x="474" y="529"/>
                    </a:lnTo>
                    <a:lnTo>
                      <a:pt x="450" y="495"/>
                    </a:lnTo>
                    <a:lnTo>
                      <a:pt x="431" y="458"/>
                    </a:lnTo>
                    <a:lnTo>
                      <a:pt x="416" y="419"/>
                    </a:lnTo>
                    <a:lnTo>
                      <a:pt x="407" y="377"/>
                    </a:lnTo>
                    <a:lnTo>
                      <a:pt x="0" y="337"/>
                    </a:lnTo>
                    <a:lnTo>
                      <a:pt x="9" y="287"/>
                    </a:lnTo>
                    <a:lnTo>
                      <a:pt x="15" y="235"/>
                    </a:lnTo>
                    <a:lnTo>
                      <a:pt x="17" y="182"/>
                    </a:lnTo>
                    <a:lnTo>
                      <a:pt x="16" y="173"/>
                    </a:lnTo>
                    <a:lnTo>
                      <a:pt x="423" y="214"/>
                    </a:lnTo>
                    <a:lnTo>
                      <a:pt x="441" y="173"/>
                    </a:lnTo>
                    <a:lnTo>
                      <a:pt x="464" y="136"/>
                    </a:lnTo>
                    <a:lnTo>
                      <a:pt x="492" y="103"/>
                    </a:lnTo>
                    <a:lnTo>
                      <a:pt x="524" y="73"/>
                    </a:lnTo>
                    <a:lnTo>
                      <a:pt x="558" y="48"/>
                    </a:lnTo>
                    <a:lnTo>
                      <a:pt x="597" y="28"/>
                    </a:lnTo>
                    <a:lnTo>
                      <a:pt x="639" y="12"/>
                    </a:lnTo>
                    <a:lnTo>
                      <a:pt x="683" y="3"/>
                    </a:lnTo>
                    <a:lnTo>
                      <a:pt x="729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23" name="Freeform 67"/>
              <p:cNvSpPr>
                <a:spLocks/>
              </p:cNvSpPr>
              <p:nvPr/>
            </p:nvSpPr>
            <p:spPr bwMode="auto">
              <a:xfrm>
                <a:off x="5699188" y="2975772"/>
                <a:ext cx="59648" cy="96355"/>
              </a:xfrm>
              <a:custGeom>
                <a:avLst/>
                <a:gdLst>
                  <a:gd name="T0" fmla="*/ 246 w 654"/>
                  <a:gd name="T1" fmla="*/ 0 h 1049"/>
                  <a:gd name="T2" fmla="*/ 337 w 654"/>
                  <a:gd name="T3" fmla="*/ 397 h 1049"/>
                  <a:gd name="T4" fmla="*/ 383 w 654"/>
                  <a:gd name="T5" fmla="*/ 402 h 1049"/>
                  <a:gd name="T6" fmla="*/ 429 w 654"/>
                  <a:gd name="T7" fmla="*/ 413 h 1049"/>
                  <a:gd name="T8" fmla="*/ 471 w 654"/>
                  <a:gd name="T9" fmla="*/ 431 h 1049"/>
                  <a:gd name="T10" fmla="*/ 510 w 654"/>
                  <a:gd name="T11" fmla="*/ 453 h 1049"/>
                  <a:gd name="T12" fmla="*/ 545 w 654"/>
                  <a:gd name="T13" fmla="*/ 480 h 1049"/>
                  <a:gd name="T14" fmla="*/ 576 w 654"/>
                  <a:gd name="T15" fmla="*/ 513 h 1049"/>
                  <a:gd name="T16" fmla="*/ 603 w 654"/>
                  <a:gd name="T17" fmla="*/ 548 h 1049"/>
                  <a:gd name="T18" fmla="*/ 624 w 654"/>
                  <a:gd name="T19" fmla="*/ 588 h 1049"/>
                  <a:gd name="T20" fmla="*/ 641 w 654"/>
                  <a:gd name="T21" fmla="*/ 630 h 1049"/>
                  <a:gd name="T22" fmla="*/ 651 w 654"/>
                  <a:gd name="T23" fmla="*/ 676 h 1049"/>
                  <a:gd name="T24" fmla="*/ 654 w 654"/>
                  <a:gd name="T25" fmla="*/ 723 h 1049"/>
                  <a:gd name="T26" fmla="*/ 651 w 654"/>
                  <a:gd name="T27" fmla="*/ 768 h 1049"/>
                  <a:gd name="T28" fmla="*/ 642 w 654"/>
                  <a:gd name="T29" fmla="*/ 810 h 1049"/>
                  <a:gd name="T30" fmla="*/ 628 w 654"/>
                  <a:gd name="T31" fmla="*/ 850 h 1049"/>
                  <a:gd name="T32" fmla="*/ 608 w 654"/>
                  <a:gd name="T33" fmla="*/ 887 h 1049"/>
                  <a:gd name="T34" fmla="*/ 585 w 654"/>
                  <a:gd name="T35" fmla="*/ 923 h 1049"/>
                  <a:gd name="T36" fmla="*/ 557 w 654"/>
                  <a:gd name="T37" fmla="*/ 954 h 1049"/>
                  <a:gd name="T38" fmla="*/ 526 w 654"/>
                  <a:gd name="T39" fmla="*/ 982 h 1049"/>
                  <a:gd name="T40" fmla="*/ 492 w 654"/>
                  <a:gd name="T41" fmla="*/ 1005 h 1049"/>
                  <a:gd name="T42" fmla="*/ 454 w 654"/>
                  <a:gd name="T43" fmla="*/ 1024 h 1049"/>
                  <a:gd name="T44" fmla="*/ 413 w 654"/>
                  <a:gd name="T45" fmla="*/ 1038 h 1049"/>
                  <a:gd name="T46" fmla="*/ 371 w 654"/>
                  <a:gd name="T47" fmla="*/ 1047 h 1049"/>
                  <a:gd name="T48" fmla="*/ 327 w 654"/>
                  <a:gd name="T49" fmla="*/ 1049 h 1049"/>
                  <a:gd name="T50" fmla="*/ 282 w 654"/>
                  <a:gd name="T51" fmla="*/ 1047 h 1049"/>
                  <a:gd name="T52" fmla="*/ 240 w 654"/>
                  <a:gd name="T53" fmla="*/ 1038 h 1049"/>
                  <a:gd name="T54" fmla="*/ 199 w 654"/>
                  <a:gd name="T55" fmla="*/ 1024 h 1049"/>
                  <a:gd name="T56" fmla="*/ 161 w 654"/>
                  <a:gd name="T57" fmla="*/ 1005 h 1049"/>
                  <a:gd name="T58" fmla="*/ 127 w 654"/>
                  <a:gd name="T59" fmla="*/ 982 h 1049"/>
                  <a:gd name="T60" fmla="*/ 96 w 654"/>
                  <a:gd name="T61" fmla="*/ 954 h 1049"/>
                  <a:gd name="T62" fmla="*/ 68 w 654"/>
                  <a:gd name="T63" fmla="*/ 923 h 1049"/>
                  <a:gd name="T64" fmla="*/ 45 w 654"/>
                  <a:gd name="T65" fmla="*/ 887 h 1049"/>
                  <a:gd name="T66" fmla="*/ 26 w 654"/>
                  <a:gd name="T67" fmla="*/ 850 h 1049"/>
                  <a:gd name="T68" fmla="*/ 12 w 654"/>
                  <a:gd name="T69" fmla="*/ 810 h 1049"/>
                  <a:gd name="T70" fmla="*/ 3 w 654"/>
                  <a:gd name="T71" fmla="*/ 768 h 1049"/>
                  <a:gd name="T72" fmla="*/ 0 w 654"/>
                  <a:gd name="T73" fmla="*/ 723 h 1049"/>
                  <a:gd name="T74" fmla="*/ 3 w 654"/>
                  <a:gd name="T75" fmla="*/ 677 h 1049"/>
                  <a:gd name="T76" fmla="*/ 13 w 654"/>
                  <a:gd name="T77" fmla="*/ 632 h 1049"/>
                  <a:gd name="T78" fmla="*/ 28 w 654"/>
                  <a:gd name="T79" fmla="*/ 591 h 1049"/>
                  <a:gd name="T80" fmla="*/ 49 w 654"/>
                  <a:gd name="T81" fmla="*/ 553 h 1049"/>
                  <a:gd name="T82" fmla="*/ 75 w 654"/>
                  <a:gd name="T83" fmla="*/ 517 h 1049"/>
                  <a:gd name="T84" fmla="*/ 105 w 654"/>
                  <a:gd name="T85" fmla="*/ 485 h 1049"/>
                  <a:gd name="T86" fmla="*/ 139 w 654"/>
                  <a:gd name="T87" fmla="*/ 457 h 1049"/>
                  <a:gd name="T88" fmla="*/ 177 w 654"/>
                  <a:gd name="T89" fmla="*/ 435 h 1049"/>
                  <a:gd name="T90" fmla="*/ 85 w 654"/>
                  <a:gd name="T91" fmla="*/ 37 h 1049"/>
                  <a:gd name="T92" fmla="*/ 140 w 654"/>
                  <a:gd name="T93" fmla="*/ 28 h 1049"/>
                  <a:gd name="T94" fmla="*/ 194 w 654"/>
                  <a:gd name="T95" fmla="*/ 16 h 1049"/>
                  <a:gd name="T96" fmla="*/ 246 w 654"/>
                  <a:gd name="T97" fmla="*/ 0 h 104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</a:cxnLst>
                <a:rect l="0" t="0" r="r" b="b"/>
                <a:pathLst>
                  <a:path w="654" h="1049">
                    <a:moveTo>
                      <a:pt x="246" y="0"/>
                    </a:moveTo>
                    <a:lnTo>
                      <a:pt x="337" y="397"/>
                    </a:lnTo>
                    <a:lnTo>
                      <a:pt x="383" y="402"/>
                    </a:lnTo>
                    <a:lnTo>
                      <a:pt x="429" y="413"/>
                    </a:lnTo>
                    <a:lnTo>
                      <a:pt x="471" y="431"/>
                    </a:lnTo>
                    <a:lnTo>
                      <a:pt x="510" y="453"/>
                    </a:lnTo>
                    <a:lnTo>
                      <a:pt x="545" y="480"/>
                    </a:lnTo>
                    <a:lnTo>
                      <a:pt x="576" y="513"/>
                    </a:lnTo>
                    <a:lnTo>
                      <a:pt x="603" y="548"/>
                    </a:lnTo>
                    <a:lnTo>
                      <a:pt x="624" y="588"/>
                    </a:lnTo>
                    <a:lnTo>
                      <a:pt x="641" y="630"/>
                    </a:lnTo>
                    <a:lnTo>
                      <a:pt x="651" y="676"/>
                    </a:lnTo>
                    <a:lnTo>
                      <a:pt x="654" y="723"/>
                    </a:lnTo>
                    <a:lnTo>
                      <a:pt x="651" y="768"/>
                    </a:lnTo>
                    <a:lnTo>
                      <a:pt x="642" y="810"/>
                    </a:lnTo>
                    <a:lnTo>
                      <a:pt x="628" y="850"/>
                    </a:lnTo>
                    <a:lnTo>
                      <a:pt x="608" y="887"/>
                    </a:lnTo>
                    <a:lnTo>
                      <a:pt x="585" y="923"/>
                    </a:lnTo>
                    <a:lnTo>
                      <a:pt x="557" y="954"/>
                    </a:lnTo>
                    <a:lnTo>
                      <a:pt x="526" y="982"/>
                    </a:lnTo>
                    <a:lnTo>
                      <a:pt x="492" y="1005"/>
                    </a:lnTo>
                    <a:lnTo>
                      <a:pt x="454" y="1024"/>
                    </a:lnTo>
                    <a:lnTo>
                      <a:pt x="413" y="1038"/>
                    </a:lnTo>
                    <a:lnTo>
                      <a:pt x="371" y="1047"/>
                    </a:lnTo>
                    <a:lnTo>
                      <a:pt x="327" y="1049"/>
                    </a:lnTo>
                    <a:lnTo>
                      <a:pt x="282" y="1047"/>
                    </a:lnTo>
                    <a:lnTo>
                      <a:pt x="240" y="1038"/>
                    </a:lnTo>
                    <a:lnTo>
                      <a:pt x="199" y="1024"/>
                    </a:lnTo>
                    <a:lnTo>
                      <a:pt x="161" y="1005"/>
                    </a:lnTo>
                    <a:lnTo>
                      <a:pt x="127" y="982"/>
                    </a:lnTo>
                    <a:lnTo>
                      <a:pt x="96" y="954"/>
                    </a:lnTo>
                    <a:lnTo>
                      <a:pt x="68" y="923"/>
                    </a:lnTo>
                    <a:lnTo>
                      <a:pt x="45" y="887"/>
                    </a:lnTo>
                    <a:lnTo>
                      <a:pt x="26" y="850"/>
                    </a:lnTo>
                    <a:lnTo>
                      <a:pt x="12" y="810"/>
                    </a:lnTo>
                    <a:lnTo>
                      <a:pt x="3" y="768"/>
                    </a:lnTo>
                    <a:lnTo>
                      <a:pt x="0" y="723"/>
                    </a:lnTo>
                    <a:lnTo>
                      <a:pt x="3" y="677"/>
                    </a:lnTo>
                    <a:lnTo>
                      <a:pt x="13" y="632"/>
                    </a:lnTo>
                    <a:lnTo>
                      <a:pt x="28" y="591"/>
                    </a:lnTo>
                    <a:lnTo>
                      <a:pt x="49" y="553"/>
                    </a:lnTo>
                    <a:lnTo>
                      <a:pt x="75" y="517"/>
                    </a:lnTo>
                    <a:lnTo>
                      <a:pt x="105" y="485"/>
                    </a:lnTo>
                    <a:lnTo>
                      <a:pt x="139" y="457"/>
                    </a:lnTo>
                    <a:lnTo>
                      <a:pt x="177" y="435"/>
                    </a:lnTo>
                    <a:lnTo>
                      <a:pt x="85" y="37"/>
                    </a:lnTo>
                    <a:lnTo>
                      <a:pt x="140" y="28"/>
                    </a:lnTo>
                    <a:lnTo>
                      <a:pt x="194" y="16"/>
                    </a:lnTo>
                    <a:lnTo>
                      <a:pt x="246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24" name="Freeform 68"/>
              <p:cNvSpPr>
                <a:spLocks/>
              </p:cNvSpPr>
              <p:nvPr/>
            </p:nvSpPr>
            <p:spPr bwMode="auto">
              <a:xfrm>
                <a:off x="5530338" y="2926219"/>
                <a:ext cx="106449" cy="61483"/>
              </a:xfrm>
              <a:custGeom>
                <a:avLst/>
                <a:gdLst>
                  <a:gd name="T0" fmla="*/ 1106 w 1159"/>
                  <a:gd name="T1" fmla="*/ 0 h 675"/>
                  <a:gd name="T2" fmla="*/ 1120 w 1159"/>
                  <a:gd name="T3" fmla="*/ 54 h 675"/>
                  <a:gd name="T4" fmla="*/ 1138 w 1159"/>
                  <a:gd name="T5" fmla="*/ 106 h 675"/>
                  <a:gd name="T6" fmla="*/ 1159 w 1159"/>
                  <a:gd name="T7" fmla="*/ 156 h 675"/>
                  <a:gd name="T8" fmla="*/ 651 w 1159"/>
                  <a:gd name="T9" fmla="*/ 326 h 675"/>
                  <a:gd name="T10" fmla="*/ 652 w 1159"/>
                  <a:gd name="T11" fmla="*/ 336 h 675"/>
                  <a:gd name="T12" fmla="*/ 653 w 1159"/>
                  <a:gd name="T13" fmla="*/ 348 h 675"/>
                  <a:gd name="T14" fmla="*/ 651 w 1159"/>
                  <a:gd name="T15" fmla="*/ 392 h 675"/>
                  <a:gd name="T16" fmla="*/ 642 w 1159"/>
                  <a:gd name="T17" fmla="*/ 435 h 675"/>
                  <a:gd name="T18" fmla="*/ 628 w 1159"/>
                  <a:gd name="T19" fmla="*/ 475 h 675"/>
                  <a:gd name="T20" fmla="*/ 609 w 1159"/>
                  <a:gd name="T21" fmla="*/ 513 h 675"/>
                  <a:gd name="T22" fmla="*/ 586 w 1159"/>
                  <a:gd name="T23" fmla="*/ 547 h 675"/>
                  <a:gd name="T24" fmla="*/ 558 w 1159"/>
                  <a:gd name="T25" fmla="*/ 579 h 675"/>
                  <a:gd name="T26" fmla="*/ 527 w 1159"/>
                  <a:gd name="T27" fmla="*/ 607 h 675"/>
                  <a:gd name="T28" fmla="*/ 491 w 1159"/>
                  <a:gd name="T29" fmla="*/ 630 h 675"/>
                  <a:gd name="T30" fmla="*/ 454 w 1159"/>
                  <a:gd name="T31" fmla="*/ 649 h 675"/>
                  <a:gd name="T32" fmla="*/ 414 w 1159"/>
                  <a:gd name="T33" fmla="*/ 664 h 675"/>
                  <a:gd name="T34" fmla="*/ 370 w 1159"/>
                  <a:gd name="T35" fmla="*/ 671 h 675"/>
                  <a:gd name="T36" fmla="*/ 326 w 1159"/>
                  <a:gd name="T37" fmla="*/ 675 h 675"/>
                  <a:gd name="T38" fmla="*/ 282 w 1159"/>
                  <a:gd name="T39" fmla="*/ 671 h 675"/>
                  <a:gd name="T40" fmla="*/ 240 w 1159"/>
                  <a:gd name="T41" fmla="*/ 664 h 675"/>
                  <a:gd name="T42" fmla="*/ 200 w 1159"/>
                  <a:gd name="T43" fmla="*/ 649 h 675"/>
                  <a:gd name="T44" fmla="*/ 162 w 1159"/>
                  <a:gd name="T45" fmla="*/ 630 h 675"/>
                  <a:gd name="T46" fmla="*/ 126 w 1159"/>
                  <a:gd name="T47" fmla="*/ 607 h 675"/>
                  <a:gd name="T48" fmla="*/ 95 w 1159"/>
                  <a:gd name="T49" fmla="*/ 579 h 675"/>
                  <a:gd name="T50" fmla="*/ 68 w 1159"/>
                  <a:gd name="T51" fmla="*/ 547 h 675"/>
                  <a:gd name="T52" fmla="*/ 44 w 1159"/>
                  <a:gd name="T53" fmla="*/ 513 h 675"/>
                  <a:gd name="T54" fmla="*/ 26 w 1159"/>
                  <a:gd name="T55" fmla="*/ 475 h 675"/>
                  <a:gd name="T56" fmla="*/ 12 w 1159"/>
                  <a:gd name="T57" fmla="*/ 435 h 675"/>
                  <a:gd name="T58" fmla="*/ 3 w 1159"/>
                  <a:gd name="T59" fmla="*/ 392 h 675"/>
                  <a:gd name="T60" fmla="*/ 0 w 1159"/>
                  <a:gd name="T61" fmla="*/ 348 h 675"/>
                  <a:gd name="T62" fmla="*/ 3 w 1159"/>
                  <a:gd name="T63" fmla="*/ 303 h 675"/>
                  <a:gd name="T64" fmla="*/ 12 w 1159"/>
                  <a:gd name="T65" fmla="*/ 261 h 675"/>
                  <a:gd name="T66" fmla="*/ 26 w 1159"/>
                  <a:gd name="T67" fmla="*/ 221 h 675"/>
                  <a:gd name="T68" fmla="*/ 44 w 1159"/>
                  <a:gd name="T69" fmla="*/ 183 h 675"/>
                  <a:gd name="T70" fmla="*/ 68 w 1159"/>
                  <a:gd name="T71" fmla="*/ 148 h 675"/>
                  <a:gd name="T72" fmla="*/ 95 w 1159"/>
                  <a:gd name="T73" fmla="*/ 117 h 675"/>
                  <a:gd name="T74" fmla="*/ 126 w 1159"/>
                  <a:gd name="T75" fmla="*/ 89 h 675"/>
                  <a:gd name="T76" fmla="*/ 162 w 1159"/>
                  <a:gd name="T77" fmla="*/ 66 h 675"/>
                  <a:gd name="T78" fmla="*/ 200 w 1159"/>
                  <a:gd name="T79" fmla="*/ 47 h 675"/>
                  <a:gd name="T80" fmla="*/ 240 w 1159"/>
                  <a:gd name="T81" fmla="*/ 33 h 675"/>
                  <a:gd name="T82" fmla="*/ 282 w 1159"/>
                  <a:gd name="T83" fmla="*/ 25 h 675"/>
                  <a:gd name="T84" fmla="*/ 326 w 1159"/>
                  <a:gd name="T85" fmla="*/ 21 h 675"/>
                  <a:gd name="T86" fmla="*/ 369 w 1159"/>
                  <a:gd name="T87" fmla="*/ 24 h 675"/>
                  <a:gd name="T88" fmla="*/ 409 w 1159"/>
                  <a:gd name="T89" fmla="*/ 33 h 675"/>
                  <a:gd name="T90" fmla="*/ 448 w 1159"/>
                  <a:gd name="T91" fmla="*/ 45 h 675"/>
                  <a:gd name="T92" fmla="*/ 485 w 1159"/>
                  <a:gd name="T93" fmla="*/ 63 h 675"/>
                  <a:gd name="T94" fmla="*/ 518 w 1159"/>
                  <a:gd name="T95" fmla="*/ 84 h 675"/>
                  <a:gd name="T96" fmla="*/ 549 w 1159"/>
                  <a:gd name="T97" fmla="*/ 109 h 675"/>
                  <a:gd name="T98" fmla="*/ 577 w 1159"/>
                  <a:gd name="T99" fmla="*/ 138 h 675"/>
                  <a:gd name="T100" fmla="*/ 600 w 1159"/>
                  <a:gd name="T101" fmla="*/ 170 h 675"/>
                  <a:gd name="T102" fmla="*/ 1106 w 1159"/>
                  <a:gd name="T103" fmla="*/ 0 h 67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</a:cxnLst>
                <a:rect l="0" t="0" r="r" b="b"/>
                <a:pathLst>
                  <a:path w="1159" h="675">
                    <a:moveTo>
                      <a:pt x="1106" y="0"/>
                    </a:moveTo>
                    <a:lnTo>
                      <a:pt x="1120" y="54"/>
                    </a:lnTo>
                    <a:lnTo>
                      <a:pt x="1138" y="106"/>
                    </a:lnTo>
                    <a:lnTo>
                      <a:pt x="1159" y="156"/>
                    </a:lnTo>
                    <a:lnTo>
                      <a:pt x="651" y="326"/>
                    </a:lnTo>
                    <a:lnTo>
                      <a:pt x="652" y="336"/>
                    </a:lnTo>
                    <a:lnTo>
                      <a:pt x="653" y="348"/>
                    </a:lnTo>
                    <a:lnTo>
                      <a:pt x="651" y="392"/>
                    </a:lnTo>
                    <a:lnTo>
                      <a:pt x="642" y="435"/>
                    </a:lnTo>
                    <a:lnTo>
                      <a:pt x="628" y="475"/>
                    </a:lnTo>
                    <a:lnTo>
                      <a:pt x="609" y="513"/>
                    </a:lnTo>
                    <a:lnTo>
                      <a:pt x="586" y="547"/>
                    </a:lnTo>
                    <a:lnTo>
                      <a:pt x="558" y="579"/>
                    </a:lnTo>
                    <a:lnTo>
                      <a:pt x="527" y="607"/>
                    </a:lnTo>
                    <a:lnTo>
                      <a:pt x="491" y="630"/>
                    </a:lnTo>
                    <a:lnTo>
                      <a:pt x="454" y="649"/>
                    </a:lnTo>
                    <a:lnTo>
                      <a:pt x="414" y="664"/>
                    </a:lnTo>
                    <a:lnTo>
                      <a:pt x="370" y="671"/>
                    </a:lnTo>
                    <a:lnTo>
                      <a:pt x="326" y="675"/>
                    </a:lnTo>
                    <a:lnTo>
                      <a:pt x="282" y="671"/>
                    </a:lnTo>
                    <a:lnTo>
                      <a:pt x="240" y="664"/>
                    </a:lnTo>
                    <a:lnTo>
                      <a:pt x="200" y="649"/>
                    </a:lnTo>
                    <a:lnTo>
                      <a:pt x="162" y="630"/>
                    </a:lnTo>
                    <a:lnTo>
                      <a:pt x="126" y="607"/>
                    </a:lnTo>
                    <a:lnTo>
                      <a:pt x="95" y="579"/>
                    </a:lnTo>
                    <a:lnTo>
                      <a:pt x="68" y="547"/>
                    </a:lnTo>
                    <a:lnTo>
                      <a:pt x="44" y="513"/>
                    </a:lnTo>
                    <a:lnTo>
                      <a:pt x="26" y="475"/>
                    </a:lnTo>
                    <a:lnTo>
                      <a:pt x="12" y="435"/>
                    </a:lnTo>
                    <a:lnTo>
                      <a:pt x="3" y="392"/>
                    </a:lnTo>
                    <a:lnTo>
                      <a:pt x="0" y="348"/>
                    </a:lnTo>
                    <a:lnTo>
                      <a:pt x="3" y="303"/>
                    </a:lnTo>
                    <a:lnTo>
                      <a:pt x="12" y="261"/>
                    </a:lnTo>
                    <a:lnTo>
                      <a:pt x="26" y="221"/>
                    </a:lnTo>
                    <a:lnTo>
                      <a:pt x="44" y="183"/>
                    </a:lnTo>
                    <a:lnTo>
                      <a:pt x="68" y="148"/>
                    </a:lnTo>
                    <a:lnTo>
                      <a:pt x="95" y="117"/>
                    </a:lnTo>
                    <a:lnTo>
                      <a:pt x="126" y="89"/>
                    </a:lnTo>
                    <a:lnTo>
                      <a:pt x="162" y="66"/>
                    </a:lnTo>
                    <a:lnTo>
                      <a:pt x="200" y="47"/>
                    </a:lnTo>
                    <a:lnTo>
                      <a:pt x="240" y="33"/>
                    </a:lnTo>
                    <a:lnTo>
                      <a:pt x="282" y="25"/>
                    </a:lnTo>
                    <a:lnTo>
                      <a:pt x="326" y="21"/>
                    </a:lnTo>
                    <a:lnTo>
                      <a:pt x="369" y="24"/>
                    </a:lnTo>
                    <a:lnTo>
                      <a:pt x="409" y="33"/>
                    </a:lnTo>
                    <a:lnTo>
                      <a:pt x="448" y="45"/>
                    </a:lnTo>
                    <a:lnTo>
                      <a:pt x="485" y="63"/>
                    </a:lnTo>
                    <a:lnTo>
                      <a:pt x="518" y="84"/>
                    </a:lnTo>
                    <a:lnTo>
                      <a:pt x="549" y="109"/>
                    </a:lnTo>
                    <a:lnTo>
                      <a:pt x="577" y="138"/>
                    </a:lnTo>
                    <a:lnTo>
                      <a:pt x="600" y="170"/>
                    </a:lnTo>
                    <a:lnTo>
                      <a:pt x="1106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25" name="Freeform 69"/>
              <p:cNvSpPr>
                <a:spLocks/>
              </p:cNvSpPr>
              <p:nvPr/>
            </p:nvSpPr>
            <p:spPr bwMode="auto">
              <a:xfrm>
                <a:off x="5647799" y="2860147"/>
                <a:ext cx="102778" cy="102778"/>
              </a:xfrm>
              <a:custGeom>
                <a:avLst/>
                <a:gdLst>
                  <a:gd name="T0" fmla="*/ 561 w 1122"/>
                  <a:gd name="T1" fmla="*/ 0 h 1121"/>
                  <a:gd name="T2" fmla="*/ 622 w 1122"/>
                  <a:gd name="T3" fmla="*/ 3 h 1121"/>
                  <a:gd name="T4" fmla="*/ 681 w 1122"/>
                  <a:gd name="T5" fmla="*/ 13 h 1121"/>
                  <a:gd name="T6" fmla="*/ 738 w 1122"/>
                  <a:gd name="T7" fmla="*/ 29 h 1121"/>
                  <a:gd name="T8" fmla="*/ 792 w 1122"/>
                  <a:gd name="T9" fmla="*/ 50 h 1121"/>
                  <a:gd name="T10" fmla="*/ 843 w 1122"/>
                  <a:gd name="T11" fmla="*/ 76 h 1121"/>
                  <a:gd name="T12" fmla="*/ 892 w 1122"/>
                  <a:gd name="T13" fmla="*/ 108 h 1121"/>
                  <a:gd name="T14" fmla="*/ 937 w 1122"/>
                  <a:gd name="T15" fmla="*/ 145 h 1121"/>
                  <a:gd name="T16" fmla="*/ 976 w 1122"/>
                  <a:gd name="T17" fmla="*/ 185 h 1121"/>
                  <a:gd name="T18" fmla="*/ 1013 w 1122"/>
                  <a:gd name="T19" fmla="*/ 229 h 1121"/>
                  <a:gd name="T20" fmla="*/ 1045 w 1122"/>
                  <a:gd name="T21" fmla="*/ 278 h 1121"/>
                  <a:gd name="T22" fmla="*/ 1072 w 1122"/>
                  <a:gd name="T23" fmla="*/ 329 h 1121"/>
                  <a:gd name="T24" fmla="*/ 1093 w 1122"/>
                  <a:gd name="T25" fmla="*/ 383 h 1121"/>
                  <a:gd name="T26" fmla="*/ 1108 w 1122"/>
                  <a:gd name="T27" fmla="*/ 440 h 1121"/>
                  <a:gd name="T28" fmla="*/ 1118 w 1122"/>
                  <a:gd name="T29" fmla="*/ 499 h 1121"/>
                  <a:gd name="T30" fmla="*/ 1122 w 1122"/>
                  <a:gd name="T31" fmla="*/ 560 h 1121"/>
                  <a:gd name="T32" fmla="*/ 1118 w 1122"/>
                  <a:gd name="T33" fmla="*/ 621 h 1121"/>
                  <a:gd name="T34" fmla="*/ 1108 w 1122"/>
                  <a:gd name="T35" fmla="*/ 681 h 1121"/>
                  <a:gd name="T36" fmla="*/ 1093 w 1122"/>
                  <a:gd name="T37" fmla="*/ 737 h 1121"/>
                  <a:gd name="T38" fmla="*/ 1072 w 1122"/>
                  <a:gd name="T39" fmla="*/ 792 h 1121"/>
                  <a:gd name="T40" fmla="*/ 1045 w 1122"/>
                  <a:gd name="T41" fmla="*/ 843 h 1121"/>
                  <a:gd name="T42" fmla="*/ 1013 w 1122"/>
                  <a:gd name="T43" fmla="*/ 891 h 1121"/>
                  <a:gd name="T44" fmla="*/ 976 w 1122"/>
                  <a:gd name="T45" fmla="*/ 936 h 1121"/>
                  <a:gd name="T46" fmla="*/ 937 w 1122"/>
                  <a:gd name="T47" fmla="*/ 977 h 1121"/>
                  <a:gd name="T48" fmla="*/ 892 w 1122"/>
                  <a:gd name="T49" fmla="*/ 1012 h 1121"/>
                  <a:gd name="T50" fmla="*/ 843 w 1122"/>
                  <a:gd name="T51" fmla="*/ 1044 h 1121"/>
                  <a:gd name="T52" fmla="*/ 792 w 1122"/>
                  <a:gd name="T53" fmla="*/ 1071 h 1121"/>
                  <a:gd name="T54" fmla="*/ 738 w 1122"/>
                  <a:gd name="T55" fmla="*/ 1092 h 1121"/>
                  <a:gd name="T56" fmla="*/ 681 w 1122"/>
                  <a:gd name="T57" fmla="*/ 1108 h 1121"/>
                  <a:gd name="T58" fmla="*/ 622 w 1122"/>
                  <a:gd name="T59" fmla="*/ 1118 h 1121"/>
                  <a:gd name="T60" fmla="*/ 561 w 1122"/>
                  <a:gd name="T61" fmla="*/ 1121 h 1121"/>
                  <a:gd name="T62" fmla="*/ 500 w 1122"/>
                  <a:gd name="T63" fmla="*/ 1118 h 1121"/>
                  <a:gd name="T64" fmla="*/ 441 w 1122"/>
                  <a:gd name="T65" fmla="*/ 1108 h 1121"/>
                  <a:gd name="T66" fmla="*/ 384 w 1122"/>
                  <a:gd name="T67" fmla="*/ 1092 h 1121"/>
                  <a:gd name="T68" fmla="*/ 330 w 1122"/>
                  <a:gd name="T69" fmla="*/ 1071 h 1121"/>
                  <a:gd name="T70" fmla="*/ 279 w 1122"/>
                  <a:gd name="T71" fmla="*/ 1044 h 1121"/>
                  <a:gd name="T72" fmla="*/ 230 w 1122"/>
                  <a:gd name="T73" fmla="*/ 1012 h 1121"/>
                  <a:gd name="T74" fmla="*/ 186 w 1122"/>
                  <a:gd name="T75" fmla="*/ 977 h 1121"/>
                  <a:gd name="T76" fmla="*/ 145 w 1122"/>
                  <a:gd name="T77" fmla="*/ 936 h 1121"/>
                  <a:gd name="T78" fmla="*/ 109 w 1122"/>
                  <a:gd name="T79" fmla="*/ 891 h 1121"/>
                  <a:gd name="T80" fmla="*/ 77 w 1122"/>
                  <a:gd name="T81" fmla="*/ 843 h 1121"/>
                  <a:gd name="T82" fmla="*/ 50 w 1122"/>
                  <a:gd name="T83" fmla="*/ 792 h 1121"/>
                  <a:gd name="T84" fmla="*/ 29 w 1122"/>
                  <a:gd name="T85" fmla="*/ 737 h 1121"/>
                  <a:gd name="T86" fmla="*/ 14 w 1122"/>
                  <a:gd name="T87" fmla="*/ 681 h 1121"/>
                  <a:gd name="T88" fmla="*/ 4 w 1122"/>
                  <a:gd name="T89" fmla="*/ 621 h 1121"/>
                  <a:gd name="T90" fmla="*/ 0 w 1122"/>
                  <a:gd name="T91" fmla="*/ 560 h 1121"/>
                  <a:gd name="T92" fmla="*/ 4 w 1122"/>
                  <a:gd name="T93" fmla="*/ 499 h 1121"/>
                  <a:gd name="T94" fmla="*/ 14 w 1122"/>
                  <a:gd name="T95" fmla="*/ 440 h 1121"/>
                  <a:gd name="T96" fmla="*/ 29 w 1122"/>
                  <a:gd name="T97" fmla="*/ 383 h 1121"/>
                  <a:gd name="T98" fmla="*/ 50 w 1122"/>
                  <a:gd name="T99" fmla="*/ 329 h 1121"/>
                  <a:gd name="T100" fmla="*/ 77 w 1122"/>
                  <a:gd name="T101" fmla="*/ 278 h 1121"/>
                  <a:gd name="T102" fmla="*/ 109 w 1122"/>
                  <a:gd name="T103" fmla="*/ 229 h 1121"/>
                  <a:gd name="T104" fmla="*/ 145 w 1122"/>
                  <a:gd name="T105" fmla="*/ 185 h 1121"/>
                  <a:gd name="T106" fmla="*/ 186 w 1122"/>
                  <a:gd name="T107" fmla="*/ 145 h 1121"/>
                  <a:gd name="T108" fmla="*/ 230 w 1122"/>
                  <a:gd name="T109" fmla="*/ 108 h 1121"/>
                  <a:gd name="T110" fmla="*/ 279 w 1122"/>
                  <a:gd name="T111" fmla="*/ 76 h 1121"/>
                  <a:gd name="T112" fmla="*/ 330 w 1122"/>
                  <a:gd name="T113" fmla="*/ 50 h 1121"/>
                  <a:gd name="T114" fmla="*/ 384 w 1122"/>
                  <a:gd name="T115" fmla="*/ 29 h 1121"/>
                  <a:gd name="T116" fmla="*/ 441 w 1122"/>
                  <a:gd name="T117" fmla="*/ 13 h 1121"/>
                  <a:gd name="T118" fmla="*/ 500 w 1122"/>
                  <a:gd name="T119" fmla="*/ 3 h 1121"/>
                  <a:gd name="T120" fmla="*/ 561 w 1122"/>
                  <a:gd name="T121" fmla="*/ 0 h 112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</a:cxnLst>
                <a:rect l="0" t="0" r="r" b="b"/>
                <a:pathLst>
                  <a:path w="1122" h="1121">
                    <a:moveTo>
                      <a:pt x="561" y="0"/>
                    </a:moveTo>
                    <a:lnTo>
                      <a:pt x="622" y="3"/>
                    </a:lnTo>
                    <a:lnTo>
                      <a:pt x="681" y="13"/>
                    </a:lnTo>
                    <a:lnTo>
                      <a:pt x="738" y="29"/>
                    </a:lnTo>
                    <a:lnTo>
                      <a:pt x="792" y="50"/>
                    </a:lnTo>
                    <a:lnTo>
                      <a:pt x="843" y="76"/>
                    </a:lnTo>
                    <a:lnTo>
                      <a:pt x="892" y="108"/>
                    </a:lnTo>
                    <a:lnTo>
                      <a:pt x="937" y="145"/>
                    </a:lnTo>
                    <a:lnTo>
                      <a:pt x="976" y="185"/>
                    </a:lnTo>
                    <a:lnTo>
                      <a:pt x="1013" y="229"/>
                    </a:lnTo>
                    <a:lnTo>
                      <a:pt x="1045" y="278"/>
                    </a:lnTo>
                    <a:lnTo>
                      <a:pt x="1072" y="329"/>
                    </a:lnTo>
                    <a:lnTo>
                      <a:pt x="1093" y="383"/>
                    </a:lnTo>
                    <a:lnTo>
                      <a:pt x="1108" y="440"/>
                    </a:lnTo>
                    <a:lnTo>
                      <a:pt x="1118" y="499"/>
                    </a:lnTo>
                    <a:lnTo>
                      <a:pt x="1122" y="560"/>
                    </a:lnTo>
                    <a:lnTo>
                      <a:pt x="1118" y="621"/>
                    </a:lnTo>
                    <a:lnTo>
                      <a:pt x="1108" y="681"/>
                    </a:lnTo>
                    <a:lnTo>
                      <a:pt x="1093" y="737"/>
                    </a:lnTo>
                    <a:lnTo>
                      <a:pt x="1072" y="792"/>
                    </a:lnTo>
                    <a:lnTo>
                      <a:pt x="1045" y="843"/>
                    </a:lnTo>
                    <a:lnTo>
                      <a:pt x="1013" y="891"/>
                    </a:lnTo>
                    <a:lnTo>
                      <a:pt x="976" y="936"/>
                    </a:lnTo>
                    <a:lnTo>
                      <a:pt x="937" y="977"/>
                    </a:lnTo>
                    <a:lnTo>
                      <a:pt x="892" y="1012"/>
                    </a:lnTo>
                    <a:lnTo>
                      <a:pt x="843" y="1044"/>
                    </a:lnTo>
                    <a:lnTo>
                      <a:pt x="792" y="1071"/>
                    </a:lnTo>
                    <a:lnTo>
                      <a:pt x="738" y="1092"/>
                    </a:lnTo>
                    <a:lnTo>
                      <a:pt x="681" y="1108"/>
                    </a:lnTo>
                    <a:lnTo>
                      <a:pt x="622" y="1118"/>
                    </a:lnTo>
                    <a:lnTo>
                      <a:pt x="561" y="1121"/>
                    </a:lnTo>
                    <a:lnTo>
                      <a:pt x="500" y="1118"/>
                    </a:lnTo>
                    <a:lnTo>
                      <a:pt x="441" y="1108"/>
                    </a:lnTo>
                    <a:lnTo>
                      <a:pt x="384" y="1092"/>
                    </a:lnTo>
                    <a:lnTo>
                      <a:pt x="330" y="1071"/>
                    </a:lnTo>
                    <a:lnTo>
                      <a:pt x="279" y="1044"/>
                    </a:lnTo>
                    <a:lnTo>
                      <a:pt x="230" y="1012"/>
                    </a:lnTo>
                    <a:lnTo>
                      <a:pt x="186" y="977"/>
                    </a:lnTo>
                    <a:lnTo>
                      <a:pt x="145" y="936"/>
                    </a:lnTo>
                    <a:lnTo>
                      <a:pt x="109" y="891"/>
                    </a:lnTo>
                    <a:lnTo>
                      <a:pt x="77" y="843"/>
                    </a:lnTo>
                    <a:lnTo>
                      <a:pt x="50" y="792"/>
                    </a:lnTo>
                    <a:lnTo>
                      <a:pt x="29" y="737"/>
                    </a:lnTo>
                    <a:lnTo>
                      <a:pt x="14" y="681"/>
                    </a:lnTo>
                    <a:lnTo>
                      <a:pt x="4" y="621"/>
                    </a:lnTo>
                    <a:lnTo>
                      <a:pt x="0" y="560"/>
                    </a:lnTo>
                    <a:lnTo>
                      <a:pt x="4" y="499"/>
                    </a:lnTo>
                    <a:lnTo>
                      <a:pt x="14" y="440"/>
                    </a:lnTo>
                    <a:lnTo>
                      <a:pt x="29" y="383"/>
                    </a:lnTo>
                    <a:lnTo>
                      <a:pt x="50" y="329"/>
                    </a:lnTo>
                    <a:lnTo>
                      <a:pt x="77" y="278"/>
                    </a:lnTo>
                    <a:lnTo>
                      <a:pt x="109" y="229"/>
                    </a:lnTo>
                    <a:lnTo>
                      <a:pt x="145" y="185"/>
                    </a:lnTo>
                    <a:lnTo>
                      <a:pt x="186" y="145"/>
                    </a:lnTo>
                    <a:lnTo>
                      <a:pt x="230" y="108"/>
                    </a:lnTo>
                    <a:lnTo>
                      <a:pt x="279" y="76"/>
                    </a:lnTo>
                    <a:lnTo>
                      <a:pt x="330" y="50"/>
                    </a:lnTo>
                    <a:lnTo>
                      <a:pt x="384" y="29"/>
                    </a:lnTo>
                    <a:lnTo>
                      <a:pt x="441" y="13"/>
                    </a:lnTo>
                    <a:lnTo>
                      <a:pt x="500" y="3"/>
                    </a:lnTo>
                    <a:lnTo>
                      <a:pt x="561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</p:grpSp>
      <p:grpSp>
        <p:nvGrpSpPr>
          <p:cNvPr id="75" name="그룹 74"/>
          <p:cNvGrpSpPr/>
          <p:nvPr/>
        </p:nvGrpSpPr>
        <p:grpSpPr>
          <a:xfrm>
            <a:off x="6146694" y="2197633"/>
            <a:ext cx="766447" cy="905524"/>
            <a:chOff x="6117857" y="2410045"/>
            <a:chExt cx="766447" cy="876735"/>
          </a:xfrm>
        </p:grpSpPr>
        <p:sp>
          <p:nvSpPr>
            <p:cNvPr id="15" name="Freeform 28"/>
            <p:cNvSpPr>
              <a:spLocks noEditPoints="1"/>
            </p:cNvSpPr>
            <p:nvPr/>
          </p:nvSpPr>
          <p:spPr bwMode="auto">
            <a:xfrm>
              <a:off x="6117857" y="2410045"/>
              <a:ext cx="766447" cy="876735"/>
            </a:xfrm>
            <a:custGeom>
              <a:avLst/>
              <a:gdLst>
                <a:gd name="T0" fmla="*/ 687 w 1653"/>
                <a:gd name="T1" fmla="*/ 411 h 1892"/>
                <a:gd name="T2" fmla="*/ 495 w 1653"/>
                <a:gd name="T3" fmla="*/ 488 h 1892"/>
                <a:gd name="T4" fmla="*/ 329 w 1653"/>
                <a:gd name="T5" fmla="*/ 621 h 1892"/>
                <a:gd name="T6" fmla="*/ 214 w 1653"/>
                <a:gd name="T7" fmla="*/ 791 h 1892"/>
                <a:gd name="T8" fmla="*/ 155 w 1653"/>
                <a:gd name="T9" fmla="*/ 983 h 1892"/>
                <a:gd name="T10" fmla="*/ 152 w 1653"/>
                <a:gd name="T11" fmla="*/ 1184 h 1892"/>
                <a:gd name="T12" fmla="*/ 209 w 1653"/>
                <a:gd name="T13" fmla="*/ 1381 h 1892"/>
                <a:gd name="T14" fmla="*/ 325 w 1653"/>
                <a:gd name="T15" fmla="*/ 1559 h 1892"/>
                <a:gd name="T16" fmla="*/ 484 w 1653"/>
                <a:gd name="T17" fmla="*/ 1691 h 1892"/>
                <a:gd name="T18" fmla="*/ 670 w 1653"/>
                <a:gd name="T19" fmla="*/ 1769 h 1892"/>
                <a:gd name="T20" fmla="*/ 870 w 1653"/>
                <a:gd name="T21" fmla="*/ 1791 h 1892"/>
                <a:gd name="T22" fmla="*/ 1070 w 1653"/>
                <a:gd name="T23" fmla="*/ 1754 h 1892"/>
                <a:gd name="T24" fmla="*/ 1256 w 1653"/>
                <a:gd name="T25" fmla="*/ 1657 h 1892"/>
                <a:gd name="T26" fmla="*/ 1406 w 1653"/>
                <a:gd name="T27" fmla="*/ 1510 h 1892"/>
                <a:gd name="T28" fmla="*/ 1502 w 1653"/>
                <a:gd name="T29" fmla="*/ 1331 h 1892"/>
                <a:gd name="T30" fmla="*/ 1543 w 1653"/>
                <a:gd name="T31" fmla="*/ 1135 h 1892"/>
                <a:gd name="T32" fmla="*/ 1526 w 1653"/>
                <a:gd name="T33" fmla="*/ 934 h 1892"/>
                <a:gd name="T34" fmla="*/ 1450 w 1653"/>
                <a:gd name="T35" fmla="*/ 742 h 1892"/>
                <a:gd name="T36" fmla="*/ 1317 w 1653"/>
                <a:gd name="T37" fmla="*/ 576 h 1892"/>
                <a:gd name="T38" fmla="*/ 1147 w 1653"/>
                <a:gd name="T39" fmla="*/ 462 h 1892"/>
                <a:gd name="T40" fmla="*/ 955 w 1653"/>
                <a:gd name="T41" fmla="*/ 402 h 1892"/>
                <a:gd name="T42" fmla="*/ 51 w 1653"/>
                <a:gd name="T43" fmla="*/ 0 h 1892"/>
                <a:gd name="T44" fmla="*/ 89 w 1653"/>
                <a:gd name="T45" fmla="*/ 6 h 1892"/>
                <a:gd name="T46" fmla="*/ 193 w 1653"/>
                <a:gd name="T47" fmla="*/ 27 h 1892"/>
                <a:gd name="T48" fmla="*/ 345 w 1653"/>
                <a:gd name="T49" fmla="*/ 62 h 1892"/>
                <a:gd name="T50" fmla="*/ 534 w 1653"/>
                <a:gd name="T51" fmla="*/ 109 h 1892"/>
                <a:gd name="T52" fmla="*/ 742 w 1653"/>
                <a:gd name="T53" fmla="*/ 171 h 1892"/>
                <a:gd name="T54" fmla="*/ 954 w 1653"/>
                <a:gd name="T55" fmla="*/ 244 h 1892"/>
                <a:gd name="T56" fmla="*/ 1155 w 1653"/>
                <a:gd name="T57" fmla="*/ 329 h 1892"/>
                <a:gd name="T58" fmla="*/ 1330 w 1653"/>
                <a:gd name="T59" fmla="*/ 427 h 1892"/>
                <a:gd name="T60" fmla="*/ 1462 w 1653"/>
                <a:gd name="T61" fmla="*/ 537 h 1892"/>
                <a:gd name="T62" fmla="*/ 1572 w 1653"/>
                <a:gd name="T63" fmla="*/ 704 h 1892"/>
                <a:gd name="T64" fmla="*/ 1639 w 1653"/>
                <a:gd name="T65" fmla="*/ 910 h 1892"/>
                <a:gd name="T66" fmla="*/ 1650 w 1653"/>
                <a:gd name="T67" fmla="*/ 1122 h 1892"/>
                <a:gd name="T68" fmla="*/ 1608 w 1653"/>
                <a:gd name="T69" fmla="*/ 1330 h 1892"/>
                <a:gd name="T70" fmla="*/ 1515 w 1653"/>
                <a:gd name="T71" fmla="*/ 1521 h 1892"/>
                <a:gd name="T72" fmla="*/ 1371 w 1653"/>
                <a:gd name="T73" fmla="*/ 1686 h 1892"/>
                <a:gd name="T74" fmla="*/ 1183 w 1653"/>
                <a:gd name="T75" fmla="*/ 1810 h 1892"/>
                <a:gd name="T76" fmla="*/ 977 w 1653"/>
                <a:gd name="T77" fmla="*/ 1877 h 1892"/>
                <a:gd name="T78" fmla="*/ 765 w 1653"/>
                <a:gd name="T79" fmla="*/ 1889 h 1892"/>
                <a:gd name="T80" fmla="*/ 557 w 1653"/>
                <a:gd name="T81" fmla="*/ 1847 h 1892"/>
                <a:gd name="T82" fmla="*/ 366 w 1653"/>
                <a:gd name="T83" fmla="*/ 1753 h 1892"/>
                <a:gd name="T84" fmla="*/ 201 w 1653"/>
                <a:gd name="T85" fmla="*/ 1609 h 1892"/>
                <a:gd name="T86" fmla="*/ 103 w 1653"/>
                <a:gd name="T87" fmla="*/ 1459 h 1892"/>
                <a:gd name="T88" fmla="*/ 47 w 1653"/>
                <a:gd name="T89" fmla="*/ 1285 h 1892"/>
                <a:gd name="T90" fmla="*/ 15 w 1653"/>
                <a:gd name="T91" fmla="*/ 1080 h 1892"/>
                <a:gd name="T92" fmla="*/ 1 w 1653"/>
                <a:gd name="T93" fmla="*/ 859 h 1892"/>
                <a:gd name="T94" fmla="*/ 1 w 1653"/>
                <a:gd name="T95" fmla="*/ 636 h 1892"/>
                <a:gd name="T96" fmla="*/ 11 w 1653"/>
                <a:gd name="T97" fmla="*/ 425 h 1892"/>
                <a:gd name="T98" fmla="*/ 24 w 1653"/>
                <a:gd name="T99" fmla="*/ 242 h 1892"/>
                <a:gd name="T100" fmla="*/ 39 w 1653"/>
                <a:gd name="T101" fmla="*/ 101 h 1892"/>
                <a:gd name="T102" fmla="*/ 49 w 1653"/>
                <a:gd name="T103" fmla="*/ 17 h 18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1653" h="1892">
                  <a:moveTo>
                    <a:pt x="820" y="394"/>
                  </a:moveTo>
                  <a:lnTo>
                    <a:pt x="754" y="399"/>
                  </a:lnTo>
                  <a:lnTo>
                    <a:pt x="687" y="411"/>
                  </a:lnTo>
                  <a:lnTo>
                    <a:pt x="621" y="430"/>
                  </a:lnTo>
                  <a:lnTo>
                    <a:pt x="557" y="456"/>
                  </a:lnTo>
                  <a:lnTo>
                    <a:pt x="495" y="488"/>
                  </a:lnTo>
                  <a:lnTo>
                    <a:pt x="434" y="527"/>
                  </a:lnTo>
                  <a:lnTo>
                    <a:pt x="379" y="572"/>
                  </a:lnTo>
                  <a:lnTo>
                    <a:pt x="329" y="621"/>
                  </a:lnTo>
                  <a:lnTo>
                    <a:pt x="285" y="674"/>
                  </a:lnTo>
                  <a:lnTo>
                    <a:pt x="247" y="731"/>
                  </a:lnTo>
                  <a:lnTo>
                    <a:pt x="214" y="791"/>
                  </a:lnTo>
                  <a:lnTo>
                    <a:pt x="189" y="853"/>
                  </a:lnTo>
                  <a:lnTo>
                    <a:pt x="169" y="917"/>
                  </a:lnTo>
                  <a:lnTo>
                    <a:pt x="155" y="983"/>
                  </a:lnTo>
                  <a:lnTo>
                    <a:pt x="147" y="1050"/>
                  </a:lnTo>
                  <a:lnTo>
                    <a:pt x="147" y="1116"/>
                  </a:lnTo>
                  <a:lnTo>
                    <a:pt x="152" y="1184"/>
                  </a:lnTo>
                  <a:lnTo>
                    <a:pt x="165" y="1251"/>
                  </a:lnTo>
                  <a:lnTo>
                    <a:pt x="183" y="1316"/>
                  </a:lnTo>
                  <a:lnTo>
                    <a:pt x="209" y="1381"/>
                  </a:lnTo>
                  <a:lnTo>
                    <a:pt x="241" y="1443"/>
                  </a:lnTo>
                  <a:lnTo>
                    <a:pt x="279" y="1504"/>
                  </a:lnTo>
                  <a:lnTo>
                    <a:pt x="325" y="1559"/>
                  </a:lnTo>
                  <a:lnTo>
                    <a:pt x="374" y="1609"/>
                  </a:lnTo>
                  <a:lnTo>
                    <a:pt x="428" y="1653"/>
                  </a:lnTo>
                  <a:lnTo>
                    <a:pt x="484" y="1691"/>
                  </a:lnTo>
                  <a:lnTo>
                    <a:pt x="544" y="1723"/>
                  </a:lnTo>
                  <a:lnTo>
                    <a:pt x="606" y="1749"/>
                  </a:lnTo>
                  <a:lnTo>
                    <a:pt x="670" y="1769"/>
                  </a:lnTo>
                  <a:lnTo>
                    <a:pt x="737" y="1783"/>
                  </a:lnTo>
                  <a:lnTo>
                    <a:pt x="803" y="1789"/>
                  </a:lnTo>
                  <a:lnTo>
                    <a:pt x="870" y="1791"/>
                  </a:lnTo>
                  <a:lnTo>
                    <a:pt x="938" y="1785"/>
                  </a:lnTo>
                  <a:lnTo>
                    <a:pt x="1004" y="1773"/>
                  </a:lnTo>
                  <a:lnTo>
                    <a:pt x="1070" y="1754"/>
                  </a:lnTo>
                  <a:lnTo>
                    <a:pt x="1133" y="1729"/>
                  </a:lnTo>
                  <a:lnTo>
                    <a:pt x="1197" y="1696"/>
                  </a:lnTo>
                  <a:lnTo>
                    <a:pt x="1256" y="1657"/>
                  </a:lnTo>
                  <a:lnTo>
                    <a:pt x="1311" y="1613"/>
                  </a:lnTo>
                  <a:lnTo>
                    <a:pt x="1361" y="1563"/>
                  </a:lnTo>
                  <a:lnTo>
                    <a:pt x="1406" y="1510"/>
                  </a:lnTo>
                  <a:lnTo>
                    <a:pt x="1444" y="1454"/>
                  </a:lnTo>
                  <a:lnTo>
                    <a:pt x="1476" y="1394"/>
                  </a:lnTo>
                  <a:lnTo>
                    <a:pt x="1502" y="1331"/>
                  </a:lnTo>
                  <a:lnTo>
                    <a:pt x="1522" y="1268"/>
                  </a:lnTo>
                  <a:lnTo>
                    <a:pt x="1535" y="1201"/>
                  </a:lnTo>
                  <a:lnTo>
                    <a:pt x="1543" y="1135"/>
                  </a:lnTo>
                  <a:lnTo>
                    <a:pt x="1543" y="1068"/>
                  </a:lnTo>
                  <a:lnTo>
                    <a:pt x="1538" y="1000"/>
                  </a:lnTo>
                  <a:lnTo>
                    <a:pt x="1526" y="934"/>
                  </a:lnTo>
                  <a:lnTo>
                    <a:pt x="1507" y="868"/>
                  </a:lnTo>
                  <a:lnTo>
                    <a:pt x="1483" y="804"/>
                  </a:lnTo>
                  <a:lnTo>
                    <a:pt x="1450" y="742"/>
                  </a:lnTo>
                  <a:lnTo>
                    <a:pt x="1411" y="682"/>
                  </a:lnTo>
                  <a:lnTo>
                    <a:pt x="1365" y="626"/>
                  </a:lnTo>
                  <a:lnTo>
                    <a:pt x="1317" y="576"/>
                  </a:lnTo>
                  <a:lnTo>
                    <a:pt x="1263" y="532"/>
                  </a:lnTo>
                  <a:lnTo>
                    <a:pt x="1206" y="493"/>
                  </a:lnTo>
                  <a:lnTo>
                    <a:pt x="1147" y="462"/>
                  </a:lnTo>
                  <a:lnTo>
                    <a:pt x="1085" y="435"/>
                  </a:lnTo>
                  <a:lnTo>
                    <a:pt x="1020" y="416"/>
                  </a:lnTo>
                  <a:lnTo>
                    <a:pt x="955" y="402"/>
                  </a:lnTo>
                  <a:lnTo>
                    <a:pt x="888" y="395"/>
                  </a:lnTo>
                  <a:lnTo>
                    <a:pt x="820" y="394"/>
                  </a:lnTo>
                  <a:close/>
                  <a:moveTo>
                    <a:pt x="51" y="0"/>
                  </a:moveTo>
                  <a:lnTo>
                    <a:pt x="55" y="0"/>
                  </a:lnTo>
                  <a:lnTo>
                    <a:pt x="69" y="2"/>
                  </a:lnTo>
                  <a:lnTo>
                    <a:pt x="89" y="6"/>
                  </a:lnTo>
                  <a:lnTo>
                    <a:pt x="117" y="12"/>
                  </a:lnTo>
                  <a:lnTo>
                    <a:pt x="151" y="19"/>
                  </a:lnTo>
                  <a:lnTo>
                    <a:pt x="193" y="27"/>
                  </a:lnTo>
                  <a:lnTo>
                    <a:pt x="239" y="37"/>
                  </a:lnTo>
                  <a:lnTo>
                    <a:pt x="290" y="48"/>
                  </a:lnTo>
                  <a:lnTo>
                    <a:pt x="345" y="62"/>
                  </a:lnTo>
                  <a:lnTo>
                    <a:pt x="406" y="77"/>
                  </a:lnTo>
                  <a:lnTo>
                    <a:pt x="468" y="93"/>
                  </a:lnTo>
                  <a:lnTo>
                    <a:pt x="534" y="109"/>
                  </a:lnTo>
                  <a:lnTo>
                    <a:pt x="602" y="128"/>
                  </a:lnTo>
                  <a:lnTo>
                    <a:pt x="672" y="148"/>
                  </a:lnTo>
                  <a:lnTo>
                    <a:pt x="742" y="171"/>
                  </a:lnTo>
                  <a:lnTo>
                    <a:pt x="813" y="194"/>
                  </a:lnTo>
                  <a:lnTo>
                    <a:pt x="884" y="218"/>
                  </a:lnTo>
                  <a:lnTo>
                    <a:pt x="954" y="244"/>
                  </a:lnTo>
                  <a:lnTo>
                    <a:pt x="1024" y="271"/>
                  </a:lnTo>
                  <a:lnTo>
                    <a:pt x="1090" y="299"/>
                  </a:lnTo>
                  <a:lnTo>
                    <a:pt x="1155" y="329"/>
                  </a:lnTo>
                  <a:lnTo>
                    <a:pt x="1217" y="361"/>
                  </a:lnTo>
                  <a:lnTo>
                    <a:pt x="1275" y="394"/>
                  </a:lnTo>
                  <a:lnTo>
                    <a:pt x="1330" y="427"/>
                  </a:lnTo>
                  <a:lnTo>
                    <a:pt x="1379" y="462"/>
                  </a:lnTo>
                  <a:lnTo>
                    <a:pt x="1423" y="499"/>
                  </a:lnTo>
                  <a:lnTo>
                    <a:pt x="1462" y="537"/>
                  </a:lnTo>
                  <a:lnTo>
                    <a:pt x="1495" y="576"/>
                  </a:lnTo>
                  <a:lnTo>
                    <a:pt x="1537" y="639"/>
                  </a:lnTo>
                  <a:lnTo>
                    <a:pt x="1572" y="704"/>
                  </a:lnTo>
                  <a:lnTo>
                    <a:pt x="1600" y="771"/>
                  </a:lnTo>
                  <a:lnTo>
                    <a:pt x="1623" y="840"/>
                  </a:lnTo>
                  <a:lnTo>
                    <a:pt x="1639" y="910"/>
                  </a:lnTo>
                  <a:lnTo>
                    <a:pt x="1649" y="980"/>
                  </a:lnTo>
                  <a:lnTo>
                    <a:pt x="1653" y="1052"/>
                  </a:lnTo>
                  <a:lnTo>
                    <a:pt x="1650" y="1122"/>
                  </a:lnTo>
                  <a:lnTo>
                    <a:pt x="1642" y="1192"/>
                  </a:lnTo>
                  <a:lnTo>
                    <a:pt x="1628" y="1262"/>
                  </a:lnTo>
                  <a:lnTo>
                    <a:pt x="1608" y="1330"/>
                  </a:lnTo>
                  <a:lnTo>
                    <a:pt x="1582" y="1396"/>
                  </a:lnTo>
                  <a:lnTo>
                    <a:pt x="1551" y="1460"/>
                  </a:lnTo>
                  <a:lnTo>
                    <a:pt x="1515" y="1521"/>
                  </a:lnTo>
                  <a:lnTo>
                    <a:pt x="1472" y="1579"/>
                  </a:lnTo>
                  <a:lnTo>
                    <a:pt x="1423" y="1634"/>
                  </a:lnTo>
                  <a:lnTo>
                    <a:pt x="1371" y="1686"/>
                  </a:lnTo>
                  <a:lnTo>
                    <a:pt x="1311" y="1733"/>
                  </a:lnTo>
                  <a:lnTo>
                    <a:pt x="1248" y="1775"/>
                  </a:lnTo>
                  <a:lnTo>
                    <a:pt x="1183" y="1810"/>
                  </a:lnTo>
                  <a:lnTo>
                    <a:pt x="1116" y="1838"/>
                  </a:lnTo>
                  <a:lnTo>
                    <a:pt x="1047" y="1861"/>
                  </a:lnTo>
                  <a:lnTo>
                    <a:pt x="977" y="1877"/>
                  </a:lnTo>
                  <a:lnTo>
                    <a:pt x="907" y="1888"/>
                  </a:lnTo>
                  <a:lnTo>
                    <a:pt x="835" y="1892"/>
                  </a:lnTo>
                  <a:lnTo>
                    <a:pt x="765" y="1889"/>
                  </a:lnTo>
                  <a:lnTo>
                    <a:pt x="695" y="1881"/>
                  </a:lnTo>
                  <a:lnTo>
                    <a:pt x="625" y="1868"/>
                  </a:lnTo>
                  <a:lnTo>
                    <a:pt x="557" y="1847"/>
                  </a:lnTo>
                  <a:lnTo>
                    <a:pt x="491" y="1822"/>
                  </a:lnTo>
                  <a:lnTo>
                    <a:pt x="426" y="1791"/>
                  </a:lnTo>
                  <a:lnTo>
                    <a:pt x="366" y="1753"/>
                  </a:lnTo>
                  <a:lnTo>
                    <a:pt x="306" y="1711"/>
                  </a:lnTo>
                  <a:lnTo>
                    <a:pt x="252" y="1663"/>
                  </a:lnTo>
                  <a:lnTo>
                    <a:pt x="201" y="1609"/>
                  </a:lnTo>
                  <a:lnTo>
                    <a:pt x="154" y="1549"/>
                  </a:lnTo>
                  <a:lnTo>
                    <a:pt x="125" y="1508"/>
                  </a:lnTo>
                  <a:lnTo>
                    <a:pt x="103" y="1459"/>
                  </a:lnTo>
                  <a:lnTo>
                    <a:pt x="81" y="1405"/>
                  </a:lnTo>
                  <a:lnTo>
                    <a:pt x="63" y="1347"/>
                  </a:lnTo>
                  <a:lnTo>
                    <a:pt x="47" y="1285"/>
                  </a:lnTo>
                  <a:lnTo>
                    <a:pt x="35" y="1220"/>
                  </a:lnTo>
                  <a:lnTo>
                    <a:pt x="24" y="1152"/>
                  </a:lnTo>
                  <a:lnTo>
                    <a:pt x="15" y="1080"/>
                  </a:lnTo>
                  <a:lnTo>
                    <a:pt x="9" y="1007"/>
                  </a:lnTo>
                  <a:lnTo>
                    <a:pt x="4" y="934"/>
                  </a:lnTo>
                  <a:lnTo>
                    <a:pt x="1" y="859"/>
                  </a:lnTo>
                  <a:lnTo>
                    <a:pt x="0" y="785"/>
                  </a:lnTo>
                  <a:lnTo>
                    <a:pt x="0" y="709"/>
                  </a:lnTo>
                  <a:lnTo>
                    <a:pt x="1" y="636"/>
                  </a:lnTo>
                  <a:lnTo>
                    <a:pt x="4" y="563"/>
                  </a:lnTo>
                  <a:lnTo>
                    <a:pt x="7" y="493"/>
                  </a:lnTo>
                  <a:lnTo>
                    <a:pt x="11" y="425"/>
                  </a:lnTo>
                  <a:lnTo>
                    <a:pt x="15" y="360"/>
                  </a:lnTo>
                  <a:lnTo>
                    <a:pt x="19" y="299"/>
                  </a:lnTo>
                  <a:lnTo>
                    <a:pt x="24" y="242"/>
                  </a:lnTo>
                  <a:lnTo>
                    <a:pt x="30" y="190"/>
                  </a:lnTo>
                  <a:lnTo>
                    <a:pt x="34" y="143"/>
                  </a:lnTo>
                  <a:lnTo>
                    <a:pt x="39" y="101"/>
                  </a:lnTo>
                  <a:lnTo>
                    <a:pt x="43" y="66"/>
                  </a:lnTo>
                  <a:lnTo>
                    <a:pt x="46" y="37"/>
                  </a:lnTo>
                  <a:lnTo>
                    <a:pt x="49" y="17"/>
                  </a:lnTo>
                  <a:lnTo>
                    <a:pt x="50" y="4"/>
                  </a:lnTo>
                  <a:lnTo>
                    <a:pt x="51" y="0"/>
                  </a:lnTo>
                  <a:close/>
                </a:path>
              </a:pathLst>
            </a:custGeom>
            <a:solidFill>
              <a:schemeClr val="accent6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6" name="Freeform 74"/>
            <p:cNvSpPr>
              <a:spLocks noEditPoints="1"/>
            </p:cNvSpPr>
            <p:nvPr/>
          </p:nvSpPr>
          <p:spPr bwMode="auto">
            <a:xfrm>
              <a:off x="6389492" y="2749545"/>
              <a:ext cx="264230" cy="324210"/>
            </a:xfrm>
            <a:custGeom>
              <a:avLst/>
              <a:gdLst>
                <a:gd name="T0" fmla="*/ 2003 w 2939"/>
                <a:gd name="T1" fmla="*/ 2890 h 3600"/>
                <a:gd name="T2" fmla="*/ 1859 w 2939"/>
                <a:gd name="T3" fmla="*/ 2961 h 3600"/>
                <a:gd name="T4" fmla="*/ 2195 w 2939"/>
                <a:gd name="T5" fmla="*/ 3289 h 3600"/>
                <a:gd name="T6" fmla="*/ 2729 w 2939"/>
                <a:gd name="T7" fmla="*/ 2753 h 3600"/>
                <a:gd name="T8" fmla="*/ 2634 w 2939"/>
                <a:gd name="T9" fmla="*/ 2623 h 3600"/>
                <a:gd name="T10" fmla="*/ 1495 w 2939"/>
                <a:gd name="T11" fmla="*/ 2623 h 3600"/>
                <a:gd name="T12" fmla="*/ 949 w 2939"/>
                <a:gd name="T13" fmla="*/ 2664 h 3600"/>
                <a:gd name="T14" fmla="*/ 963 w 2939"/>
                <a:gd name="T15" fmla="*/ 2522 h 3600"/>
                <a:gd name="T16" fmla="*/ 838 w 2939"/>
                <a:gd name="T17" fmla="*/ 2470 h 3600"/>
                <a:gd name="T18" fmla="*/ 456 w 2939"/>
                <a:gd name="T19" fmla="*/ 2606 h 3600"/>
                <a:gd name="T20" fmla="*/ 488 w 2939"/>
                <a:gd name="T21" fmla="*/ 2522 h 3600"/>
                <a:gd name="T22" fmla="*/ 2269 w 2939"/>
                <a:gd name="T23" fmla="*/ 2263 h 3600"/>
                <a:gd name="T24" fmla="*/ 2743 w 2939"/>
                <a:gd name="T25" fmla="*/ 2459 h 3600"/>
                <a:gd name="T26" fmla="*/ 2939 w 2939"/>
                <a:gd name="T27" fmla="*/ 2931 h 3600"/>
                <a:gd name="T28" fmla="*/ 2743 w 2939"/>
                <a:gd name="T29" fmla="*/ 3404 h 3600"/>
                <a:gd name="T30" fmla="*/ 2269 w 2939"/>
                <a:gd name="T31" fmla="*/ 3600 h 3600"/>
                <a:gd name="T32" fmla="*/ 1795 w 2939"/>
                <a:gd name="T33" fmla="*/ 3404 h 3600"/>
                <a:gd name="T34" fmla="*/ 1599 w 2939"/>
                <a:gd name="T35" fmla="*/ 2931 h 3600"/>
                <a:gd name="T36" fmla="*/ 1795 w 2939"/>
                <a:gd name="T37" fmla="*/ 2459 h 3600"/>
                <a:gd name="T38" fmla="*/ 2269 w 2939"/>
                <a:gd name="T39" fmla="*/ 2263 h 3600"/>
                <a:gd name="T40" fmla="*/ 1599 w 2939"/>
                <a:gd name="T41" fmla="*/ 2160 h 3600"/>
                <a:gd name="T42" fmla="*/ 949 w 2939"/>
                <a:gd name="T43" fmla="*/ 2201 h 3600"/>
                <a:gd name="T44" fmla="*/ 963 w 2939"/>
                <a:gd name="T45" fmla="*/ 2060 h 3600"/>
                <a:gd name="T46" fmla="*/ 838 w 2939"/>
                <a:gd name="T47" fmla="*/ 2029 h 3600"/>
                <a:gd name="T48" fmla="*/ 456 w 2939"/>
                <a:gd name="T49" fmla="*/ 2165 h 3600"/>
                <a:gd name="T50" fmla="*/ 488 w 2939"/>
                <a:gd name="T51" fmla="*/ 2081 h 3600"/>
                <a:gd name="T52" fmla="*/ 980 w 2939"/>
                <a:gd name="T53" fmla="*/ 1646 h 3600"/>
                <a:gd name="T54" fmla="*/ 1854 w 2939"/>
                <a:gd name="T55" fmla="*/ 1765 h 3600"/>
                <a:gd name="T56" fmla="*/ 938 w 2939"/>
                <a:gd name="T57" fmla="*/ 1779 h 3600"/>
                <a:gd name="T58" fmla="*/ 980 w 2939"/>
                <a:gd name="T59" fmla="*/ 1646 h 3600"/>
                <a:gd name="T60" fmla="*/ 830 w 2939"/>
                <a:gd name="T61" fmla="*/ 1605 h 3600"/>
                <a:gd name="T62" fmla="*/ 446 w 2939"/>
                <a:gd name="T63" fmla="*/ 1717 h 3600"/>
                <a:gd name="T64" fmla="*/ 502 w 2939"/>
                <a:gd name="T65" fmla="*/ 1647 h 3600"/>
                <a:gd name="T66" fmla="*/ 1804 w 2939"/>
                <a:gd name="T67" fmla="*/ 1183 h 3600"/>
                <a:gd name="T68" fmla="*/ 1846 w 2939"/>
                <a:gd name="T69" fmla="*/ 1316 h 3600"/>
                <a:gd name="T70" fmla="*/ 931 w 2939"/>
                <a:gd name="T71" fmla="*/ 1301 h 3600"/>
                <a:gd name="T72" fmla="*/ 798 w 2939"/>
                <a:gd name="T73" fmla="*/ 1068 h 3600"/>
                <a:gd name="T74" fmla="*/ 640 w 2939"/>
                <a:gd name="T75" fmla="*/ 1360 h 3600"/>
                <a:gd name="T76" fmla="*/ 440 w 2939"/>
                <a:gd name="T77" fmla="*/ 1246 h 3600"/>
                <a:gd name="T78" fmla="*/ 515 w 2939"/>
                <a:gd name="T79" fmla="*/ 1197 h 3600"/>
                <a:gd name="T80" fmla="*/ 569 w 2939"/>
                <a:gd name="T81" fmla="*/ 386 h 3600"/>
                <a:gd name="T82" fmla="*/ 706 w 2939"/>
                <a:gd name="T83" fmla="*/ 640 h 3600"/>
                <a:gd name="T84" fmla="*/ 1648 w 2939"/>
                <a:gd name="T85" fmla="*/ 619 h 3600"/>
                <a:gd name="T86" fmla="*/ 1748 w 2939"/>
                <a:gd name="T87" fmla="*/ 360 h 3600"/>
                <a:gd name="T88" fmla="*/ 2285 w 2939"/>
                <a:gd name="T89" fmla="*/ 454 h 3600"/>
                <a:gd name="T90" fmla="*/ 2198 w 2939"/>
                <a:gd name="T91" fmla="*/ 2112 h 3600"/>
                <a:gd name="T92" fmla="*/ 1465 w 2939"/>
                <a:gd name="T93" fmla="*/ 3116 h 3600"/>
                <a:gd name="T94" fmla="*/ 49 w 2939"/>
                <a:gd name="T95" fmla="*/ 3167 h 3600"/>
                <a:gd name="T96" fmla="*/ 22 w 2939"/>
                <a:gd name="T97" fmla="*/ 471 h 3600"/>
                <a:gd name="T98" fmla="*/ 1160 w 2939"/>
                <a:gd name="T99" fmla="*/ 103 h 3600"/>
                <a:gd name="T100" fmla="*/ 1094 w 2939"/>
                <a:gd name="T101" fmla="*/ 219 h 3600"/>
                <a:gd name="T102" fmla="*/ 1227 w 2939"/>
                <a:gd name="T103" fmla="*/ 219 h 3600"/>
                <a:gd name="T104" fmla="*/ 1160 w 2939"/>
                <a:gd name="T105" fmla="*/ 103 h 3600"/>
                <a:gd name="T106" fmla="*/ 1317 w 2939"/>
                <a:gd name="T107" fmla="*/ 88 h 3600"/>
                <a:gd name="T108" fmla="*/ 1379 w 2939"/>
                <a:gd name="T109" fmla="*/ 247 h 3600"/>
                <a:gd name="T110" fmla="*/ 1624 w 2939"/>
                <a:gd name="T111" fmla="*/ 324 h 3600"/>
                <a:gd name="T112" fmla="*/ 1605 w 2939"/>
                <a:gd name="T113" fmla="*/ 521 h 3600"/>
                <a:gd name="T114" fmla="*/ 738 w 2939"/>
                <a:gd name="T115" fmla="*/ 540 h 3600"/>
                <a:gd name="T116" fmla="*/ 682 w 2939"/>
                <a:gd name="T117" fmla="*/ 350 h 3600"/>
                <a:gd name="T118" fmla="*/ 923 w 2939"/>
                <a:gd name="T119" fmla="*/ 254 h 3600"/>
                <a:gd name="T120" fmla="*/ 991 w 2939"/>
                <a:gd name="T121" fmla="*/ 116 h 3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2939" h="3600">
                  <a:moveTo>
                    <a:pt x="2634" y="2623"/>
                  </a:moveTo>
                  <a:lnTo>
                    <a:pt x="2613" y="2625"/>
                  </a:lnTo>
                  <a:lnTo>
                    <a:pt x="2591" y="2630"/>
                  </a:lnTo>
                  <a:lnTo>
                    <a:pt x="2570" y="2641"/>
                  </a:lnTo>
                  <a:lnTo>
                    <a:pt x="2552" y="2657"/>
                  </a:lnTo>
                  <a:lnTo>
                    <a:pt x="2205" y="3047"/>
                  </a:lnTo>
                  <a:lnTo>
                    <a:pt x="2024" y="2903"/>
                  </a:lnTo>
                  <a:lnTo>
                    <a:pt x="2003" y="2890"/>
                  </a:lnTo>
                  <a:lnTo>
                    <a:pt x="1982" y="2882"/>
                  </a:lnTo>
                  <a:lnTo>
                    <a:pt x="1960" y="2880"/>
                  </a:lnTo>
                  <a:lnTo>
                    <a:pt x="1937" y="2882"/>
                  </a:lnTo>
                  <a:lnTo>
                    <a:pt x="1915" y="2890"/>
                  </a:lnTo>
                  <a:lnTo>
                    <a:pt x="1895" y="2902"/>
                  </a:lnTo>
                  <a:lnTo>
                    <a:pt x="1879" y="2918"/>
                  </a:lnTo>
                  <a:lnTo>
                    <a:pt x="1866" y="2939"/>
                  </a:lnTo>
                  <a:lnTo>
                    <a:pt x="1859" y="2961"/>
                  </a:lnTo>
                  <a:lnTo>
                    <a:pt x="1856" y="2983"/>
                  </a:lnTo>
                  <a:lnTo>
                    <a:pt x="1859" y="3005"/>
                  </a:lnTo>
                  <a:lnTo>
                    <a:pt x="1866" y="3027"/>
                  </a:lnTo>
                  <a:lnTo>
                    <a:pt x="1878" y="3046"/>
                  </a:lnTo>
                  <a:lnTo>
                    <a:pt x="1895" y="3063"/>
                  </a:lnTo>
                  <a:lnTo>
                    <a:pt x="2152" y="3268"/>
                  </a:lnTo>
                  <a:lnTo>
                    <a:pt x="2173" y="3281"/>
                  </a:lnTo>
                  <a:lnTo>
                    <a:pt x="2195" y="3289"/>
                  </a:lnTo>
                  <a:lnTo>
                    <a:pt x="2217" y="3291"/>
                  </a:lnTo>
                  <a:lnTo>
                    <a:pt x="2239" y="3289"/>
                  </a:lnTo>
                  <a:lnTo>
                    <a:pt x="2258" y="3283"/>
                  </a:lnTo>
                  <a:lnTo>
                    <a:pt x="2278" y="3272"/>
                  </a:lnTo>
                  <a:lnTo>
                    <a:pt x="2294" y="3257"/>
                  </a:lnTo>
                  <a:lnTo>
                    <a:pt x="2707" y="2794"/>
                  </a:lnTo>
                  <a:lnTo>
                    <a:pt x="2720" y="2774"/>
                  </a:lnTo>
                  <a:lnTo>
                    <a:pt x="2729" y="2753"/>
                  </a:lnTo>
                  <a:lnTo>
                    <a:pt x="2733" y="2731"/>
                  </a:lnTo>
                  <a:lnTo>
                    <a:pt x="2731" y="2709"/>
                  </a:lnTo>
                  <a:lnTo>
                    <a:pt x="2725" y="2687"/>
                  </a:lnTo>
                  <a:lnTo>
                    <a:pt x="2714" y="2666"/>
                  </a:lnTo>
                  <a:lnTo>
                    <a:pt x="2698" y="2649"/>
                  </a:lnTo>
                  <a:lnTo>
                    <a:pt x="2678" y="2636"/>
                  </a:lnTo>
                  <a:lnTo>
                    <a:pt x="2657" y="2627"/>
                  </a:lnTo>
                  <a:lnTo>
                    <a:pt x="2634" y="2623"/>
                  </a:lnTo>
                  <a:close/>
                  <a:moveTo>
                    <a:pt x="980" y="2520"/>
                  </a:moveTo>
                  <a:lnTo>
                    <a:pt x="1444" y="2520"/>
                  </a:lnTo>
                  <a:lnTo>
                    <a:pt x="1460" y="2522"/>
                  </a:lnTo>
                  <a:lnTo>
                    <a:pt x="1474" y="2530"/>
                  </a:lnTo>
                  <a:lnTo>
                    <a:pt x="1485" y="2541"/>
                  </a:lnTo>
                  <a:lnTo>
                    <a:pt x="1493" y="2555"/>
                  </a:lnTo>
                  <a:lnTo>
                    <a:pt x="1495" y="2571"/>
                  </a:lnTo>
                  <a:lnTo>
                    <a:pt x="1495" y="2623"/>
                  </a:lnTo>
                  <a:lnTo>
                    <a:pt x="1493" y="2639"/>
                  </a:lnTo>
                  <a:lnTo>
                    <a:pt x="1485" y="2653"/>
                  </a:lnTo>
                  <a:lnTo>
                    <a:pt x="1474" y="2664"/>
                  </a:lnTo>
                  <a:lnTo>
                    <a:pt x="1460" y="2672"/>
                  </a:lnTo>
                  <a:lnTo>
                    <a:pt x="1444" y="2674"/>
                  </a:lnTo>
                  <a:lnTo>
                    <a:pt x="980" y="2674"/>
                  </a:lnTo>
                  <a:lnTo>
                    <a:pt x="963" y="2672"/>
                  </a:lnTo>
                  <a:lnTo>
                    <a:pt x="949" y="2664"/>
                  </a:lnTo>
                  <a:lnTo>
                    <a:pt x="938" y="2653"/>
                  </a:lnTo>
                  <a:lnTo>
                    <a:pt x="931" y="2639"/>
                  </a:lnTo>
                  <a:lnTo>
                    <a:pt x="928" y="2623"/>
                  </a:lnTo>
                  <a:lnTo>
                    <a:pt x="928" y="2571"/>
                  </a:lnTo>
                  <a:lnTo>
                    <a:pt x="931" y="2555"/>
                  </a:lnTo>
                  <a:lnTo>
                    <a:pt x="938" y="2541"/>
                  </a:lnTo>
                  <a:lnTo>
                    <a:pt x="949" y="2530"/>
                  </a:lnTo>
                  <a:lnTo>
                    <a:pt x="963" y="2522"/>
                  </a:lnTo>
                  <a:lnTo>
                    <a:pt x="980" y="2520"/>
                  </a:lnTo>
                  <a:close/>
                  <a:moveTo>
                    <a:pt x="798" y="2404"/>
                  </a:moveTo>
                  <a:lnTo>
                    <a:pt x="812" y="2408"/>
                  </a:lnTo>
                  <a:lnTo>
                    <a:pt x="826" y="2416"/>
                  </a:lnTo>
                  <a:lnTo>
                    <a:pt x="835" y="2427"/>
                  </a:lnTo>
                  <a:lnTo>
                    <a:pt x="841" y="2441"/>
                  </a:lnTo>
                  <a:lnTo>
                    <a:pt x="841" y="2456"/>
                  </a:lnTo>
                  <a:lnTo>
                    <a:pt x="838" y="2470"/>
                  </a:lnTo>
                  <a:lnTo>
                    <a:pt x="830" y="2483"/>
                  </a:lnTo>
                  <a:lnTo>
                    <a:pt x="640" y="2696"/>
                  </a:lnTo>
                  <a:lnTo>
                    <a:pt x="629" y="2704"/>
                  </a:lnTo>
                  <a:lnTo>
                    <a:pt x="617" y="2710"/>
                  </a:lnTo>
                  <a:lnTo>
                    <a:pt x="604" y="2712"/>
                  </a:lnTo>
                  <a:lnTo>
                    <a:pt x="588" y="2709"/>
                  </a:lnTo>
                  <a:lnTo>
                    <a:pt x="574" y="2701"/>
                  </a:lnTo>
                  <a:lnTo>
                    <a:pt x="456" y="2606"/>
                  </a:lnTo>
                  <a:lnTo>
                    <a:pt x="446" y="2595"/>
                  </a:lnTo>
                  <a:lnTo>
                    <a:pt x="440" y="2582"/>
                  </a:lnTo>
                  <a:lnTo>
                    <a:pt x="438" y="2568"/>
                  </a:lnTo>
                  <a:lnTo>
                    <a:pt x="441" y="2554"/>
                  </a:lnTo>
                  <a:lnTo>
                    <a:pt x="448" y="2540"/>
                  </a:lnTo>
                  <a:lnTo>
                    <a:pt x="459" y="2530"/>
                  </a:lnTo>
                  <a:lnTo>
                    <a:pt x="473" y="2524"/>
                  </a:lnTo>
                  <a:lnTo>
                    <a:pt x="488" y="2522"/>
                  </a:lnTo>
                  <a:lnTo>
                    <a:pt x="502" y="2525"/>
                  </a:lnTo>
                  <a:lnTo>
                    <a:pt x="515" y="2533"/>
                  </a:lnTo>
                  <a:lnTo>
                    <a:pt x="598" y="2600"/>
                  </a:lnTo>
                  <a:lnTo>
                    <a:pt x="759" y="2420"/>
                  </a:lnTo>
                  <a:lnTo>
                    <a:pt x="770" y="2410"/>
                  </a:lnTo>
                  <a:lnTo>
                    <a:pt x="784" y="2405"/>
                  </a:lnTo>
                  <a:lnTo>
                    <a:pt x="798" y="2404"/>
                  </a:lnTo>
                  <a:close/>
                  <a:moveTo>
                    <a:pt x="2269" y="2263"/>
                  </a:moveTo>
                  <a:lnTo>
                    <a:pt x="2337" y="2266"/>
                  </a:lnTo>
                  <a:lnTo>
                    <a:pt x="2404" y="2277"/>
                  </a:lnTo>
                  <a:lnTo>
                    <a:pt x="2468" y="2293"/>
                  </a:lnTo>
                  <a:lnTo>
                    <a:pt x="2530" y="2315"/>
                  </a:lnTo>
                  <a:lnTo>
                    <a:pt x="2589" y="2343"/>
                  </a:lnTo>
                  <a:lnTo>
                    <a:pt x="2643" y="2377"/>
                  </a:lnTo>
                  <a:lnTo>
                    <a:pt x="2695" y="2415"/>
                  </a:lnTo>
                  <a:lnTo>
                    <a:pt x="2743" y="2459"/>
                  </a:lnTo>
                  <a:lnTo>
                    <a:pt x="2785" y="2506"/>
                  </a:lnTo>
                  <a:lnTo>
                    <a:pt x="2825" y="2557"/>
                  </a:lnTo>
                  <a:lnTo>
                    <a:pt x="2858" y="2613"/>
                  </a:lnTo>
                  <a:lnTo>
                    <a:pt x="2886" y="2672"/>
                  </a:lnTo>
                  <a:lnTo>
                    <a:pt x="2909" y="2733"/>
                  </a:lnTo>
                  <a:lnTo>
                    <a:pt x="2925" y="2797"/>
                  </a:lnTo>
                  <a:lnTo>
                    <a:pt x="2935" y="2863"/>
                  </a:lnTo>
                  <a:lnTo>
                    <a:pt x="2939" y="2931"/>
                  </a:lnTo>
                  <a:lnTo>
                    <a:pt x="2935" y="3000"/>
                  </a:lnTo>
                  <a:lnTo>
                    <a:pt x="2925" y="3067"/>
                  </a:lnTo>
                  <a:lnTo>
                    <a:pt x="2909" y="3130"/>
                  </a:lnTo>
                  <a:lnTo>
                    <a:pt x="2886" y="3192"/>
                  </a:lnTo>
                  <a:lnTo>
                    <a:pt x="2858" y="3250"/>
                  </a:lnTo>
                  <a:lnTo>
                    <a:pt x="2825" y="3305"/>
                  </a:lnTo>
                  <a:lnTo>
                    <a:pt x="2785" y="3357"/>
                  </a:lnTo>
                  <a:lnTo>
                    <a:pt x="2743" y="3404"/>
                  </a:lnTo>
                  <a:lnTo>
                    <a:pt x="2695" y="3447"/>
                  </a:lnTo>
                  <a:lnTo>
                    <a:pt x="2643" y="3485"/>
                  </a:lnTo>
                  <a:lnTo>
                    <a:pt x="2589" y="3519"/>
                  </a:lnTo>
                  <a:lnTo>
                    <a:pt x="2530" y="3548"/>
                  </a:lnTo>
                  <a:lnTo>
                    <a:pt x="2468" y="3569"/>
                  </a:lnTo>
                  <a:lnTo>
                    <a:pt x="2404" y="3587"/>
                  </a:lnTo>
                  <a:lnTo>
                    <a:pt x="2337" y="3597"/>
                  </a:lnTo>
                  <a:lnTo>
                    <a:pt x="2269" y="3600"/>
                  </a:lnTo>
                  <a:lnTo>
                    <a:pt x="2200" y="3597"/>
                  </a:lnTo>
                  <a:lnTo>
                    <a:pt x="2134" y="3587"/>
                  </a:lnTo>
                  <a:lnTo>
                    <a:pt x="2069" y="3569"/>
                  </a:lnTo>
                  <a:lnTo>
                    <a:pt x="2008" y="3548"/>
                  </a:lnTo>
                  <a:lnTo>
                    <a:pt x="1949" y="3519"/>
                  </a:lnTo>
                  <a:lnTo>
                    <a:pt x="1894" y="3485"/>
                  </a:lnTo>
                  <a:lnTo>
                    <a:pt x="1843" y="3447"/>
                  </a:lnTo>
                  <a:lnTo>
                    <a:pt x="1795" y="3404"/>
                  </a:lnTo>
                  <a:lnTo>
                    <a:pt x="1752" y="3357"/>
                  </a:lnTo>
                  <a:lnTo>
                    <a:pt x="1713" y="3305"/>
                  </a:lnTo>
                  <a:lnTo>
                    <a:pt x="1680" y="3250"/>
                  </a:lnTo>
                  <a:lnTo>
                    <a:pt x="1651" y="3192"/>
                  </a:lnTo>
                  <a:lnTo>
                    <a:pt x="1628" y="3130"/>
                  </a:lnTo>
                  <a:lnTo>
                    <a:pt x="1612" y="3067"/>
                  </a:lnTo>
                  <a:lnTo>
                    <a:pt x="1602" y="3000"/>
                  </a:lnTo>
                  <a:lnTo>
                    <a:pt x="1599" y="2931"/>
                  </a:lnTo>
                  <a:lnTo>
                    <a:pt x="1602" y="2863"/>
                  </a:lnTo>
                  <a:lnTo>
                    <a:pt x="1612" y="2797"/>
                  </a:lnTo>
                  <a:lnTo>
                    <a:pt x="1628" y="2733"/>
                  </a:lnTo>
                  <a:lnTo>
                    <a:pt x="1651" y="2672"/>
                  </a:lnTo>
                  <a:lnTo>
                    <a:pt x="1680" y="2613"/>
                  </a:lnTo>
                  <a:lnTo>
                    <a:pt x="1713" y="2557"/>
                  </a:lnTo>
                  <a:lnTo>
                    <a:pt x="1752" y="2506"/>
                  </a:lnTo>
                  <a:lnTo>
                    <a:pt x="1795" y="2459"/>
                  </a:lnTo>
                  <a:lnTo>
                    <a:pt x="1843" y="2415"/>
                  </a:lnTo>
                  <a:lnTo>
                    <a:pt x="1894" y="2377"/>
                  </a:lnTo>
                  <a:lnTo>
                    <a:pt x="1949" y="2343"/>
                  </a:lnTo>
                  <a:lnTo>
                    <a:pt x="2008" y="2315"/>
                  </a:lnTo>
                  <a:lnTo>
                    <a:pt x="2069" y="2293"/>
                  </a:lnTo>
                  <a:lnTo>
                    <a:pt x="2134" y="2277"/>
                  </a:lnTo>
                  <a:lnTo>
                    <a:pt x="2200" y="2266"/>
                  </a:lnTo>
                  <a:lnTo>
                    <a:pt x="2269" y="2263"/>
                  </a:lnTo>
                  <a:close/>
                  <a:moveTo>
                    <a:pt x="980" y="2057"/>
                  </a:moveTo>
                  <a:lnTo>
                    <a:pt x="1547" y="2057"/>
                  </a:lnTo>
                  <a:lnTo>
                    <a:pt x="1563" y="2060"/>
                  </a:lnTo>
                  <a:lnTo>
                    <a:pt x="1577" y="2067"/>
                  </a:lnTo>
                  <a:lnTo>
                    <a:pt x="1589" y="2078"/>
                  </a:lnTo>
                  <a:lnTo>
                    <a:pt x="1596" y="2092"/>
                  </a:lnTo>
                  <a:lnTo>
                    <a:pt x="1599" y="2109"/>
                  </a:lnTo>
                  <a:lnTo>
                    <a:pt x="1599" y="2160"/>
                  </a:lnTo>
                  <a:lnTo>
                    <a:pt x="1596" y="2176"/>
                  </a:lnTo>
                  <a:lnTo>
                    <a:pt x="1589" y="2191"/>
                  </a:lnTo>
                  <a:lnTo>
                    <a:pt x="1577" y="2201"/>
                  </a:lnTo>
                  <a:lnTo>
                    <a:pt x="1563" y="2209"/>
                  </a:lnTo>
                  <a:lnTo>
                    <a:pt x="1547" y="2211"/>
                  </a:lnTo>
                  <a:lnTo>
                    <a:pt x="980" y="2211"/>
                  </a:lnTo>
                  <a:lnTo>
                    <a:pt x="963" y="2209"/>
                  </a:lnTo>
                  <a:lnTo>
                    <a:pt x="949" y="2201"/>
                  </a:lnTo>
                  <a:lnTo>
                    <a:pt x="938" y="2191"/>
                  </a:lnTo>
                  <a:lnTo>
                    <a:pt x="931" y="2176"/>
                  </a:lnTo>
                  <a:lnTo>
                    <a:pt x="928" y="2160"/>
                  </a:lnTo>
                  <a:lnTo>
                    <a:pt x="928" y="2109"/>
                  </a:lnTo>
                  <a:lnTo>
                    <a:pt x="931" y="2092"/>
                  </a:lnTo>
                  <a:lnTo>
                    <a:pt x="938" y="2078"/>
                  </a:lnTo>
                  <a:lnTo>
                    <a:pt x="949" y="2067"/>
                  </a:lnTo>
                  <a:lnTo>
                    <a:pt x="963" y="2060"/>
                  </a:lnTo>
                  <a:lnTo>
                    <a:pt x="980" y="2057"/>
                  </a:lnTo>
                  <a:close/>
                  <a:moveTo>
                    <a:pt x="798" y="1964"/>
                  </a:moveTo>
                  <a:lnTo>
                    <a:pt x="812" y="1967"/>
                  </a:lnTo>
                  <a:lnTo>
                    <a:pt x="826" y="1976"/>
                  </a:lnTo>
                  <a:lnTo>
                    <a:pt x="835" y="1987"/>
                  </a:lnTo>
                  <a:lnTo>
                    <a:pt x="841" y="2001"/>
                  </a:lnTo>
                  <a:lnTo>
                    <a:pt x="841" y="2015"/>
                  </a:lnTo>
                  <a:lnTo>
                    <a:pt x="838" y="2029"/>
                  </a:lnTo>
                  <a:lnTo>
                    <a:pt x="830" y="2042"/>
                  </a:lnTo>
                  <a:lnTo>
                    <a:pt x="640" y="2255"/>
                  </a:lnTo>
                  <a:lnTo>
                    <a:pt x="629" y="2264"/>
                  </a:lnTo>
                  <a:lnTo>
                    <a:pt x="617" y="2269"/>
                  </a:lnTo>
                  <a:lnTo>
                    <a:pt x="604" y="2271"/>
                  </a:lnTo>
                  <a:lnTo>
                    <a:pt x="588" y="2268"/>
                  </a:lnTo>
                  <a:lnTo>
                    <a:pt x="574" y="2260"/>
                  </a:lnTo>
                  <a:lnTo>
                    <a:pt x="456" y="2165"/>
                  </a:lnTo>
                  <a:lnTo>
                    <a:pt x="446" y="2155"/>
                  </a:lnTo>
                  <a:lnTo>
                    <a:pt x="440" y="2141"/>
                  </a:lnTo>
                  <a:lnTo>
                    <a:pt x="438" y="2127"/>
                  </a:lnTo>
                  <a:lnTo>
                    <a:pt x="441" y="2113"/>
                  </a:lnTo>
                  <a:lnTo>
                    <a:pt x="448" y="2099"/>
                  </a:lnTo>
                  <a:lnTo>
                    <a:pt x="459" y="2089"/>
                  </a:lnTo>
                  <a:lnTo>
                    <a:pt x="473" y="2084"/>
                  </a:lnTo>
                  <a:lnTo>
                    <a:pt x="488" y="2081"/>
                  </a:lnTo>
                  <a:lnTo>
                    <a:pt x="502" y="2085"/>
                  </a:lnTo>
                  <a:lnTo>
                    <a:pt x="515" y="2092"/>
                  </a:lnTo>
                  <a:lnTo>
                    <a:pt x="598" y="2159"/>
                  </a:lnTo>
                  <a:lnTo>
                    <a:pt x="759" y="1979"/>
                  </a:lnTo>
                  <a:lnTo>
                    <a:pt x="770" y="1969"/>
                  </a:lnTo>
                  <a:lnTo>
                    <a:pt x="784" y="1965"/>
                  </a:lnTo>
                  <a:lnTo>
                    <a:pt x="798" y="1964"/>
                  </a:lnTo>
                  <a:close/>
                  <a:moveTo>
                    <a:pt x="980" y="1646"/>
                  </a:moveTo>
                  <a:lnTo>
                    <a:pt x="1804" y="1646"/>
                  </a:lnTo>
                  <a:lnTo>
                    <a:pt x="1821" y="1648"/>
                  </a:lnTo>
                  <a:lnTo>
                    <a:pt x="1835" y="1656"/>
                  </a:lnTo>
                  <a:lnTo>
                    <a:pt x="1846" y="1667"/>
                  </a:lnTo>
                  <a:lnTo>
                    <a:pt x="1854" y="1681"/>
                  </a:lnTo>
                  <a:lnTo>
                    <a:pt x="1856" y="1697"/>
                  </a:lnTo>
                  <a:lnTo>
                    <a:pt x="1856" y="1749"/>
                  </a:lnTo>
                  <a:lnTo>
                    <a:pt x="1854" y="1765"/>
                  </a:lnTo>
                  <a:lnTo>
                    <a:pt x="1846" y="1779"/>
                  </a:lnTo>
                  <a:lnTo>
                    <a:pt x="1835" y="1790"/>
                  </a:lnTo>
                  <a:lnTo>
                    <a:pt x="1821" y="1798"/>
                  </a:lnTo>
                  <a:lnTo>
                    <a:pt x="1804" y="1800"/>
                  </a:lnTo>
                  <a:lnTo>
                    <a:pt x="980" y="1800"/>
                  </a:lnTo>
                  <a:lnTo>
                    <a:pt x="963" y="1798"/>
                  </a:lnTo>
                  <a:lnTo>
                    <a:pt x="949" y="1790"/>
                  </a:lnTo>
                  <a:lnTo>
                    <a:pt x="938" y="1779"/>
                  </a:lnTo>
                  <a:lnTo>
                    <a:pt x="931" y="1765"/>
                  </a:lnTo>
                  <a:lnTo>
                    <a:pt x="928" y="1749"/>
                  </a:lnTo>
                  <a:lnTo>
                    <a:pt x="928" y="1697"/>
                  </a:lnTo>
                  <a:lnTo>
                    <a:pt x="931" y="1681"/>
                  </a:lnTo>
                  <a:lnTo>
                    <a:pt x="938" y="1667"/>
                  </a:lnTo>
                  <a:lnTo>
                    <a:pt x="949" y="1656"/>
                  </a:lnTo>
                  <a:lnTo>
                    <a:pt x="963" y="1648"/>
                  </a:lnTo>
                  <a:lnTo>
                    <a:pt x="980" y="1646"/>
                  </a:lnTo>
                  <a:close/>
                  <a:moveTo>
                    <a:pt x="798" y="1526"/>
                  </a:moveTo>
                  <a:lnTo>
                    <a:pt x="812" y="1529"/>
                  </a:lnTo>
                  <a:lnTo>
                    <a:pt x="826" y="1538"/>
                  </a:lnTo>
                  <a:lnTo>
                    <a:pt x="835" y="1549"/>
                  </a:lnTo>
                  <a:lnTo>
                    <a:pt x="841" y="1563"/>
                  </a:lnTo>
                  <a:lnTo>
                    <a:pt x="841" y="1577"/>
                  </a:lnTo>
                  <a:lnTo>
                    <a:pt x="838" y="1592"/>
                  </a:lnTo>
                  <a:lnTo>
                    <a:pt x="830" y="1605"/>
                  </a:lnTo>
                  <a:lnTo>
                    <a:pt x="640" y="1817"/>
                  </a:lnTo>
                  <a:lnTo>
                    <a:pt x="629" y="1826"/>
                  </a:lnTo>
                  <a:lnTo>
                    <a:pt x="617" y="1832"/>
                  </a:lnTo>
                  <a:lnTo>
                    <a:pt x="604" y="1834"/>
                  </a:lnTo>
                  <a:lnTo>
                    <a:pt x="588" y="1831"/>
                  </a:lnTo>
                  <a:lnTo>
                    <a:pt x="574" y="1823"/>
                  </a:lnTo>
                  <a:lnTo>
                    <a:pt x="456" y="1728"/>
                  </a:lnTo>
                  <a:lnTo>
                    <a:pt x="446" y="1717"/>
                  </a:lnTo>
                  <a:lnTo>
                    <a:pt x="440" y="1704"/>
                  </a:lnTo>
                  <a:lnTo>
                    <a:pt x="438" y="1690"/>
                  </a:lnTo>
                  <a:lnTo>
                    <a:pt x="441" y="1675"/>
                  </a:lnTo>
                  <a:lnTo>
                    <a:pt x="448" y="1661"/>
                  </a:lnTo>
                  <a:lnTo>
                    <a:pt x="459" y="1652"/>
                  </a:lnTo>
                  <a:lnTo>
                    <a:pt x="473" y="1646"/>
                  </a:lnTo>
                  <a:lnTo>
                    <a:pt x="488" y="1644"/>
                  </a:lnTo>
                  <a:lnTo>
                    <a:pt x="502" y="1647"/>
                  </a:lnTo>
                  <a:lnTo>
                    <a:pt x="515" y="1655"/>
                  </a:lnTo>
                  <a:lnTo>
                    <a:pt x="598" y="1721"/>
                  </a:lnTo>
                  <a:lnTo>
                    <a:pt x="759" y="1541"/>
                  </a:lnTo>
                  <a:lnTo>
                    <a:pt x="770" y="1532"/>
                  </a:lnTo>
                  <a:lnTo>
                    <a:pt x="784" y="1527"/>
                  </a:lnTo>
                  <a:lnTo>
                    <a:pt x="798" y="1526"/>
                  </a:lnTo>
                  <a:close/>
                  <a:moveTo>
                    <a:pt x="980" y="1183"/>
                  </a:moveTo>
                  <a:lnTo>
                    <a:pt x="1804" y="1183"/>
                  </a:lnTo>
                  <a:lnTo>
                    <a:pt x="1821" y="1186"/>
                  </a:lnTo>
                  <a:lnTo>
                    <a:pt x="1835" y="1192"/>
                  </a:lnTo>
                  <a:lnTo>
                    <a:pt x="1846" y="1204"/>
                  </a:lnTo>
                  <a:lnTo>
                    <a:pt x="1854" y="1219"/>
                  </a:lnTo>
                  <a:lnTo>
                    <a:pt x="1856" y="1234"/>
                  </a:lnTo>
                  <a:lnTo>
                    <a:pt x="1856" y="1286"/>
                  </a:lnTo>
                  <a:lnTo>
                    <a:pt x="1854" y="1301"/>
                  </a:lnTo>
                  <a:lnTo>
                    <a:pt x="1846" y="1316"/>
                  </a:lnTo>
                  <a:lnTo>
                    <a:pt x="1835" y="1328"/>
                  </a:lnTo>
                  <a:lnTo>
                    <a:pt x="1821" y="1334"/>
                  </a:lnTo>
                  <a:lnTo>
                    <a:pt x="1804" y="1337"/>
                  </a:lnTo>
                  <a:lnTo>
                    <a:pt x="980" y="1337"/>
                  </a:lnTo>
                  <a:lnTo>
                    <a:pt x="963" y="1334"/>
                  </a:lnTo>
                  <a:lnTo>
                    <a:pt x="949" y="1328"/>
                  </a:lnTo>
                  <a:lnTo>
                    <a:pt x="938" y="1316"/>
                  </a:lnTo>
                  <a:lnTo>
                    <a:pt x="931" y="1301"/>
                  </a:lnTo>
                  <a:lnTo>
                    <a:pt x="928" y="1286"/>
                  </a:lnTo>
                  <a:lnTo>
                    <a:pt x="928" y="1234"/>
                  </a:lnTo>
                  <a:lnTo>
                    <a:pt x="931" y="1219"/>
                  </a:lnTo>
                  <a:lnTo>
                    <a:pt x="938" y="1204"/>
                  </a:lnTo>
                  <a:lnTo>
                    <a:pt x="949" y="1192"/>
                  </a:lnTo>
                  <a:lnTo>
                    <a:pt x="963" y="1186"/>
                  </a:lnTo>
                  <a:lnTo>
                    <a:pt x="980" y="1183"/>
                  </a:lnTo>
                  <a:close/>
                  <a:moveTo>
                    <a:pt x="798" y="1068"/>
                  </a:moveTo>
                  <a:lnTo>
                    <a:pt x="812" y="1072"/>
                  </a:lnTo>
                  <a:lnTo>
                    <a:pt x="826" y="1080"/>
                  </a:lnTo>
                  <a:lnTo>
                    <a:pt x="835" y="1092"/>
                  </a:lnTo>
                  <a:lnTo>
                    <a:pt x="841" y="1105"/>
                  </a:lnTo>
                  <a:lnTo>
                    <a:pt x="841" y="1120"/>
                  </a:lnTo>
                  <a:lnTo>
                    <a:pt x="838" y="1135"/>
                  </a:lnTo>
                  <a:lnTo>
                    <a:pt x="830" y="1147"/>
                  </a:lnTo>
                  <a:lnTo>
                    <a:pt x="640" y="1360"/>
                  </a:lnTo>
                  <a:lnTo>
                    <a:pt x="629" y="1369"/>
                  </a:lnTo>
                  <a:lnTo>
                    <a:pt x="617" y="1375"/>
                  </a:lnTo>
                  <a:lnTo>
                    <a:pt x="604" y="1376"/>
                  </a:lnTo>
                  <a:lnTo>
                    <a:pt x="588" y="1373"/>
                  </a:lnTo>
                  <a:lnTo>
                    <a:pt x="574" y="1366"/>
                  </a:lnTo>
                  <a:lnTo>
                    <a:pt x="456" y="1271"/>
                  </a:lnTo>
                  <a:lnTo>
                    <a:pt x="446" y="1260"/>
                  </a:lnTo>
                  <a:lnTo>
                    <a:pt x="440" y="1246"/>
                  </a:lnTo>
                  <a:lnTo>
                    <a:pt x="438" y="1232"/>
                  </a:lnTo>
                  <a:lnTo>
                    <a:pt x="441" y="1217"/>
                  </a:lnTo>
                  <a:lnTo>
                    <a:pt x="448" y="1204"/>
                  </a:lnTo>
                  <a:lnTo>
                    <a:pt x="459" y="1195"/>
                  </a:lnTo>
                  <a:lnTo>
                    <a:pt x="473" y="1188"/>
                  </a:lnTo>
                  <a:lnTo>
                    <a:pt x="488" y="1187"/>
                  </a:lnTo>
                  <a:lnTo>
                    <a:pt x="502" y="1189"/>
                  </a:lnTo>
                  <a:lnTo>
                    <a:pt x="515" y="1197"/>
                  </a:lnTo>
                  <a:lnTo>
                    <a:pt x="598" y="1263"/>
                  </a:lnTo>
                  <a:lnTo>
                    <a:pt x="759" y="1084"/>
                  </a:lnTo>
                  <a:lnTo>
                    <a:pt x="770" y="1075"/>
                  </a:lnTo>
                  <a:lnTo>
                    <a:pt x="784" y="1069"/>
                  </a:lnTo>
                  <a:lnTo>
                    <a:pt x="798" y="1068"/>
                  </a:lnTo>
                  <a:close/>
                  <a:moveTo>
                    <a:pt x="155" y="360"/>
                  </a:moveTo>
                  <a:lnTo>
                    <a:pt x="573" y="360"/>
                  </a:lnTo>
                  <a:lnTo>
                    <a:pt x="569" y="386"/>
                  </a:lnTo>
                  <a:lnTo>
                    <a:pt x="568" y="413"/>
                  </a:lnTo>
                  <a:lnTo>
                    <a:pt x="571" y="455"/>
                  </a:lnTo>
                  <a:lnTo>
                    <a:pt x="581" y="494"/>
                  </a:lnTo>
                  <a:lnTo>
                    <a:pt x="596" y="530"/>
                  </a:lnTo>
                  <a:lnTo>
                    <a:pt x="617" y="564"/>
                  </a:lnTo>
                  <a:lnTo>
                    <a:pt x="642" y="593"/>
                  </a:lnTo>
                  <a:lnTo>
                    <a:pt x="672" y="620"/>
                  </a:lnTo>
                  <a:lnTo>
                    <a:pt x="706" y="640"/>
                  </a:lnTo>
                  <a:lnTo>
                    <a:pt x="742" y="656"/>
                  </a:lnTo>
                  <a:lnTo>
                    <a:pt x="782" y="665"/>
                  </a:lnTo>
                  <a:lnTo>
                    <a:pt x="823" y="669"/>
                  </a:lnTo>
                  <a:lnTo>
                    <a:pt x="1497" y="669"/>
                  </a:lnTo>
                  <a:lnTo>
                    <a:pt x="1539" y="665"/>
                  </a:lnTo>
                  <a:lnTo>
                    <a:pt x="1578" y="656"/>
                  </a:lnTo>
                  <a:lnTo>
                    <a:pt x="1614" y="640"/>
                  </a:lnTo>
                  <a:lnTo>
                    <a:pt x="1648" y="619"/>
                  </a:lnTo>
                  <a:lnTo>
                    <a:pt x="1678" y="593"/>
                  </a:lnTo>
                  <a:lnTo>
                    <a:pt x="1704" y="563"/>
                  </a:lnTo>
                  <a:lnTo>
                    <a:pt x="1725" y="529"/>
                  </a:lnTo>
                  <a:lnTo>
                    <a:pt x="1740" y="492"/>
                  </a:lnTo>
                  <a:lnTo>
                    <a:pt x="1750" y="452"/>
                  </a:lnTo>
                  <a:lnTo>
                    <a:pt x="1753" y="410"/>
                  </a:lnTo>
                  <a:lnTo>
                    <a:pt x="1752" y="385"/>
                  </a:lnTo>
                  <a:lnTo>
                    <a:pt x="1748" y="360"/>
                  </a:lnTo>
                  <a:lnTo>
                    <a:pt x="2063" y="360"/>
                  </a:lnTo>
                  <a:lnTo>
                    <a:pt x="2106" y="362"/>
                  </a:lnTo>
                  <a:lnTo>
                    <a:pt x="2146" y="369"/>
                  </a:lnTo>
                  <a:lnTo>
                    <a:pt x="2181" y="380"/>
                  </a:lnTo>
                  <a:lnTo>
                    <a:pt x="2213" y="393"/>
                  </a:lnTo>
                  <a:lnTo>
                    <a:pt x="2241" y="410"/>
                  </a:lnTo>
                  <a:lnTo>
                    <a:pt x="2265" y="431"/>
                  </a:lnTo>
                  <a:lnTo>
                    <a:pt x="2285" y="454"/>
                  </a:lnTo>
                  <a:lnTo>
                    <a:pt x="2300" y="479"/>
                  </a:lnTo>
                  <a:lnTo>
                    <a:pt x="2311" y="506"/>
                  </a:lnTo>
                  <a:lnTo>
                    <a:pt x="2318" y="536"/>
                  </a:lnTo>
                  <a:lnTo>
                    <a:pt x="2321" y="566"/>
                  </a:lnTo>
                  <a:lnTo>
                    <a:pt x="2321" y="2111"/>
                  </a:lnTo>
                  <a:lnTo>
                    <a:pt x="2294" y="2110"/>
                  </a:lnTo>
                  <a:lnTo>
                    <a:pt x="2269" y="2109"/>
                  </a:lnTo>
                  <a:lnTo>
                    <a:pt x="2198" y="2112"/>
                  </a:lnTo>
                  <a:lnTo>
                    <a:pt x="2129" y="2121"/>
                  </a:lnTo>
                  <a:lnTo>
                    <a:pt x="2063" y="2136"/>
                  </a:lnTo>
                  <a:lnTo>
                    <a:pt x="2063" y="926"/>
                  </a:lnTo>
                  <a:lnTo>
                    <a:pt x="258" y="926"/>
                  </a:lnTo>
                  <a:lnTo>
                    <a:pt x="258" y="2983"/>
                  </a:lnTo>
                  <a:lnTo>
                    <a:pt x="1447" y="2983"/>
                  </a:lnTo>
                  <a:lnTo>
                    <a:pt x="1453" y="3050"/>
                  </a:lnTo>
                  <a:lnTo>
                    <a:pt x="1465" y="3116"/>
                  </a:lnTo>
                  <a:lnTo>
                    <a:pt x="1483" y="3179"/>
                  </a:lnTo>
                  <a:lnTo>
                    <a:pt x="1505" y="3240"/>
                  </a:lnTo>
                  <a:lnTo>
                    <a:pt x="207" y="3240"/>
                  </a:lnTo>
                  <a:lnTo>
                    <a:pt x="169" y="3237"/>
                  </a:lnTo>
                  <a:lnTo>
                    <a:pt x="134" y="3227"/>
                  </a:lnTo>
                  <a:lnTo>
                    <a:pt x="103" y="3212"/>
                  </a:lnTo>
                  <a:lnTo>
                    <a:pt x="73" y="3192"/>
                  </a:lnTo>
                  <a:lnTo>
                    <a:pt x="49" y="3167"/>
                  </a:lnTo>
                  <a:lnTo>
                    <a:pt x="28" y="3139"/>
                  </a:lnTo>
                  <a:lnTo>
                    <a:pt x="13" y="3106"/>
                  </a:lnTo>
                  <a:lnTo>
                    <a:pt x="3" y="3071"/>
                  </a:lnTo>
                  <a:lnTo>
                    <a:pt x="0" y="3034"/>
                  </a:lnTo>
                  <a:lnTo>
                    <a:pt x="0" y="566"/>
                  </a:lnTo>
                  <a:lnTo>
                    <a:pt x="3" y="532"/>
                  </a:lnTo>
                  <a:lnTo>
                    <a:pt x="10" y="501"/>
                  </a:lnTo>
                  <a:lnTo>
                    <a:pt x="22" y="471"/>
                  </a:lnTo>
                  <a:lnTo>
                    <a:pt x="37" y="444"/>
                  </a:lnTo>
                  <a:lnTo>
                    <a:pt x="55" y="420"/>
                  </a:lnTo>
                  <a:lnTo>
                    <a:pt x="73" y="399"/>
                  </a:lnTo>
                  <a:lnTo>
                    <a:pt x="94" y="383"/>
                  </a:lnTo>
                  <a:lnTo>
                    <a:pt x="115" y="371"/>
                  </a:lnTo>
                  <a:lnTo>
                    <a:pt x="136" y="362"/>
                  </a:lnTo>
                  <a:lnTo>
                    <a:pt x="155" y="360"/>
                  </a:lnTo>
                  <a:close/>
                  <a:moveTo>
                    <a:pt x="1160" y="103"/>
                  </a:moveTo>
                  <a:lnTo>
                    <a:pt x="1139" y="106"/>
                  </a:lnTo>
                  <a:lnTo>
                    <a:pt x="1121" y="113"/>
                  </a:lnTo>
                  <a:lnTo>
                    <a:pt x="1106" y="125"/>
                  </a:lnTo>
                  <a:lnTo>
                    <a:pt x="1094" y="141"/>
                  </a:lnTo>
                  <a:lnTo>
                    <a:pt x="1086" y="159"/>
                  </a:lnTo>
                  <a:lnTo>
                    <a:pt x="1083" y="180"/>
                  </a:lnTo>
                  <a:lnTo>
                    <a:pt x="1086" y="201"/>
                  </a:lnTo>
                  <a:lnTo>
                    <a:pt x="1094" y="219"/>
                  </a:lnTo>
                  <a:lnTo>
                    <a:pt x="1106" y="235"/>
                  </a:lnTo>
                  <a:lnTo>
                    <a:pt x="1121" y="247"/>
                  </a:lnTo>
                  <a:lnTo>
                    <a:pt x="1139" y="254"/>
                  </a:lnTo>
                  <a:lnTo>
                    <a:pt x="1160" y="257"/>
                  </a:lnTo>
                  <a:lnTo>
                    <a:pt x="1181" y="254"/>
                  </a:lnTo>
                  <a:lnTo>
                    <a:pt x="1200" y="247"/>
                  </a:lnTo>
                  <a:lnTo>
                    <a:pt x="1215" y="235"/>
                  </a:lnTo>
                  <a:lnTo>
                    <a:pt x="1227" y="219"/>
                  </a:lnTo>
                  <a:lnTo>
                    <a:pt x="1235" y="201"/>
                  </a:lnTo>
                  <a:lnTo>
                    <a:pt x="1238" y="180"/>
                  </a:lnTo>
                  <a:lnTo>
                    <a:pt x="1235" y="159"/>
                  </a:lnTo>
                  <a:lnTo>
                    <a:pt x="1227" y="141"/>
                  </a:lnTo>
                  <a:lnTo>
                    <a:pt x="1215" y="125"/>
                  </a:lnTo>
                  <a:lnTo>
                    <a:pt x="1200" y="113"/>
                  </a:lnTo>
                  <a:lnTo>
                    <a:pt x="1181" y="106"/>
                  </a:lnTo>
                  <a:lnTo>
                    <a:pt x="1160" y="103"/>
                  </a:lnTo>
                  <a:close/>
                  <a:moveTo>
                    <a:pt x="1158" y="0"/>
                  </a:moveTo>
                  <a:lnTo>
                    <a:pt x="1162" y="0"/>
                  </a:lnTo>
                  <a:lnTo>
                    <a:pt x="1194" y="3"/>
                  </a:lnTo>
                  <a:lnTo>
                    <a:pt x="1225" y="11"/>
                  </a:lnTo>
                  <a:lnTo>
                    <a:pt x="1252" y="24"/>
                  </a:lnTo>
                  <a:lnTo>
                    <a:pt x="1277" y="41"/>
                  </a:lnTo>
                  <a:lnTo>
                    <a:pt x="1299" y="63"/>
                  </a:lnTo>
                  <a:lnTo>
                    <a:pt x="1317" y="88"/>
                  </a:lnTo>
                  <a:lnTo>
                    <a:pt x="1330" y="116"/>
                  </a:lnTo>
                  <a:lnTo>
                    <a:pt x="1337" y="146"/>
                  </a:lnTo>
                  <a:lnTo>
                    <a:pt x="1341" y="178"/>
                  </a:lnTo>
                  <a:lnTo>
                    <a:pt x="1341" y="180"/>
                  </a:lnTo>
                  <a:lnTo>
                    <a:pt x="1343" y="201"/>
                  </a:lnTo>
                  <a:lnTo>
                    <a:pt x="1352" y="219"/>
                  </a:lnTo>
                  <a:lnTo>
                    <a:pt x="1364" y="235"/>
                  </a:lnTo>
                  <a:lnTo>
                    <a:pt x="1379" y="247"/>
                  </a:lnTo>
                  <a:lnTo>
                    <a:pt x="1396" y="254"/>
                  </a:lnTo>
                  <a:lnTo>
                    <a:pt x="1417" y="257"/>
                  </a:lnTo>
                  <a:lnTo>
                    <a:pt x="1497" y="257"/>
                  </a:lnTo>
                  <a:lnTo>
                    <a:pt x="1528" y="261"/>
                  </a:lnTo>
                  <a:lnTo>
                    <a:pt x="1556" y="269"/>
                  </a:lnTo>
                  <a:lnTo>
                    <a:pt x="1582" y="284"/>
                  </a:lnTo>
                  <a:lnTo>
                    <a:pt x="1605" y="302"/>
                  </a:lnTo>
                  <a:lnTo>
                    <a:pt x="1624" y="324"/>
                  </a:lnTo>
                  <a:lnTo>
                    <a:pt x="1638" y="350"/>
                  </a:lnTo>
                  <a:lnTo>
                    <a:pt x="1647" y="380"/>
                  </a:lnTo>
                  <a:lnTo>
                    <a:pt x="1650" y="410"/>
                  </a:lnTo>
                  <a:lnTo>
                    <a:pt x="1650" y="413"/>
                  </a:lnTo>
                  <a:lnTo>
                    <a:pt x="1647" y="444"/>
                  </a:lnTo>
                  <a:lnTo>
                    <a:pt x="1638" y="472"/>
                  </a:lnTo>
                  <a:lnTo>
                    <a:pt x="1624" y="499"/>
                  </a:lnTo>
                  <a:lnTo>
                    <a:pt x="1605" y="521"/>
                  </a:lnTo>
                  <a:lnTo>
                    <a:pt x="1582" y="540"/>
                  </a:lnTo>
                  <a:lnTo>
                    <a:pt x="1556" y="554"/>
                  </a:lnTo>
                  <a:lnTo>
                    <a:pt x="1528" y="563"/>
                  </a:lnTo>
                  <a:lnTo>
                    <a:pt x="1497" y="566"/>
                  </a:lnTo>
                  <a:lnTo>
                    <a:pt x="823" y="566"/>
                  </a:lnTo>
                  <a:lnTo>
                    <a:pt x="793" y="563"/>
                  </a:lnTo>
                  <a:lnTo>
                    <a:pt x="764" y="554"/>
                  </a:lnTo>
                  <a:lnTo>
                    <a:pt x="738" y="540"/>
                  </a:lnTo>
                  <a:lnTo>
                    <a:pt x="715" y="521"/>
                  </a:lnTo>
                  <a:lnTo>
                    <a:pt x="697" y="499"/>
                  </a:lnTo>
                  <a:lnTo>
                    <a:pt x="682" y="472"/>
                  </a:lnTo>
                  <a:lnTo>
                    <a:pt x="674" y="444"/>
                  </a:lnTo>
                  <a:lnTo>
                    <a:pt x="670" y="413"/>
                  </a:lnTo>
                  <a:lnTo>
                    <a:pt x="670" y="410"/>
                  </a:lnTo>
                  <a:lnTo>
                    <a:pt x="674" y="380"/>
                  </a:lnTo>
                  <a:lnTo>
                    <a:pt x="682" y="350"/>
                  </a:lnTo>
                  <a:lnTo>
                    <a:pt x="697" y="324"/>
                  </a:lnTo>
                  <a:lnTo>
                    <a:pt x="715" y="302"/>
                  </a:lnTo>
                  <a:lnTo>
                    <a:pt x="738" y="284"/>
                  </a:lnTo>
                  <a:lnTo>
                    <a:pt x="764" y="269"/>
                  </a:lnTo>
                  <a:lnTo>
                    <a:pt x="793" y="261"/>
                  </a:lnTo>
                  <a:lnTo>
                    <a:pt x="823" y="257"/>
                  </a:lnTo>
                  <a:lnTo>
                    <a:pt x="903" y="257"/>
                  </a:lnTo>
                  <a:lnTo>
                    <a:pt x="923" y="254"/>
                  </a:lnTo>
                  <a:lnTo>
                    <a:pt x="942" y="247"/>
                  </a:lnTo>
                  <a:lnTo>
                    <a:pt x="957" y="235"/>
                  </a:lnTo>
                  <a:lnTo>
                    <a:pt x="969" y="219"/>
                  </a:lnTo>
                  <a:lnTo>
                    <a:pt x="977" y="201"/>
                  </a:lnTo>
                  <a:lnTo>
                    <a:pt x="980" y="180"/>
                  </a:lnTo>
                  <a:lnTo>
                    <a:pt x="980" y="178"/>
                  </a:lnTo>
                  <a:lnTo>
                    <a:pt x="983" y="146"/>
                  </a:lnTo>
                  <a:lnTo>
                    <a:pt x="991" y="116"/>
                  </a:lnTo>
                  <a:lnTo>
                    <a:pt x="1004" y="88"/>
                  </a:lnTo>
                  <a:lnTo>
                    <a:pt x="1021" y="63"/>
                  </a:lnTo>
                  <a:lnTo>
                    <a:pt x="1043" y="41"/>
                  </a:lnTo>
                  <a:lnTo>
                    <a:pt x="1068" y="24"/>
                  </a:lnTo>
                  <a:lnTo>
                    <a:pt x="1096" y="11"/>
                  </a:lnTo>
                  <a:lnTo>
                    <a:pt x="1126" y="3"/>
                  </a:lnTo>
                  <a:lnTo>
                    <a:pt x="1158" y="0"/>
                  </a:lnTo>
                  <a:close/>
                </a:path>
              </a:pathLst>
            </a:custGeom>
            <a:solidFill>
              <a:schemeClr val="accent6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51" name="Title 3"/>
          <p:cNvSpPr>
            <a:spLocks noGrp="1"/>
          </p:cNvSpPr>
          <p:nvPr>
            <p:ph type="title"/>
          </p:nvPr>
        </p:nvSpPr>
        <p:spPr>
          <a:xfrm>
            <a:off x="3980109" y="4424818"/>
            <a:ext cx="4286280" cy="734430"/>
          </a:xfrm>
        </p:spPr>
        <p:txBody>
          <a:bodyPr/>
          <a:lstStyle/>
          <a:p>
            <a:r>
              <a:rPr lang="en-US" sz="4800" b="1" dirty="0" smtClean="0">
                <a:solidFill>
                  <a:schemeClr val="accent1">
                    <a:lumMod val="50000"/>
                  </a:schemeClr>
                </a:solidFill>
              </a:rPr>
              <a:t>J</a:t>
            </a:r>
            <a:r>
              <a:rPr lang="en-US" dirty="0" smtClean="0">
                <a:solidFill>
                  <a:schemeClr val="bg1">
                    <a:lumMod val="50000"/>
                  </a:schemeClr>
                </a:solidFill>
              </a:rPr>
              <a:t>AVA </a:t>
            </a:r>
            <a:r>
              <a:rPr lang="en-US" sz="4800" b="1" dirty="0" smtClean="0">
                <a:solidFill>
                  <a:schemeClr val="accent1">
                    <a:lumMod val="50000"/>
                  </a:schemeClr>
                </a:solidFill>
              </a:rPr>
              <a:t>P</a:t>
            </a:r>
            <a:r>
              <a:rPr lang="en-US" dirty="0" smtClean="0">
                <a:solidFill>
                  <a:schemeClr val="bg1">
                    <a:lumMod val="50000"/>
                  </a:schemeClr>
                </a:solidFill>
              </a:rPr>
              <a:t>ROGRAMMING</a:t>
            </a:r>
            <a:endParaRPr lang="en-US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52" name="Title 3"/>
          <p:cNvSpPr txBox="1">
            <a:spLocks/>
          </p:cNvSpPr>
          <p:nvPr/>
        </p:nvSpPr>
        <p:spPr>
          <a:xfrm>
            <a:off x="5318381" y="3008293"/>
            <a:ext cx="1643074" cy="734430"/>
          </a:xfrm>
          <a:prstGeom prst="rect">
            <a:avLst/>
          </a:prstGeom>
        </p:spPr>
        <p:txBody>
          <a:bodyPr vert="horz" lIns="0" tIns="60949" rIns="0" bIns="60949" rtlCol="0" anchor="ctr">
            <a:noAutofit/>
          </a:bodyPr>
          <a:lstStyle/>
          <a:p>
            <a:pPr marL="0" marR="0" lvl="0" indent="0" algn="l" defTabSz="1218987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2000" dirty="0" smtClean="0">
                <a:solidFill>
                  <a:schemeClr val="bg1">
                    <a:lumMod val="50000"/>
                  </a:schemeClr>
                </a:solidFill>
                <a:latin typeface="+mj-lt"/>
                <a:ea typeface="+mj-ea"/>
                <a:cs typeface="Arial" panose="020B0604020202020204" pitchFamily="34" charset="0"/>
              </a:rPr>
              <a:t>㈜</a:t>
            </a:r>
            <a:r>
              <a:rPr kumimoji="0" lang="en-US" sz="3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+mj-lt"/>
                <a:ea typeface="+mj-ea"/>
                <a:cs typeface="Arial" panose="020B0604020202020204" pitchFamily="34" charset="0"/>
              </a:rPr>
              <a:t>J.P</a:t>
            </a:r>
            <a:r>
              <a:rPr kumimoji="0" lang="en-US" b="0" i="0" u="none" strike="noStrike" kern="1200" cap="none" spc="0" normalizeH="0" baseline="0" noProof="0" dirty="0" smtClean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+mj-lt"/>
                <a:ea typeface="+mj-ea"/>
                <a:cs typeface="Arial" panose="020B0604020202020204" pitchFamily="34" charset="0"/>
              </a:rPr>
              <a:t> System</a:t>
            </a:r>
            <a:endParaRPr kumimoji="0" lang="en-US" b="0" i="0" u="none" strike="noStrike" kern="1200" cap="none" spc="0" normalizeH="0" baseline="0" noProof="0" dirty="0">
              <a:ln>
                <a:noFill/>
              </a:ln>
              <a:solidFill>
                <a:schemeClr val="bg1">
                  <a:lumMod val="50000"/>
                </a:schemeClr>
              </a:solidFill>
              <a:effectLst/>
              <a:uLnTx/>
              <a:uFillTx/>
              <a:latin typeface="+mj-lt"/>
              <a:ea typeface="+mj-ea"/>
              <a:cs typeface="Arial" panose="020B0604020202020204" pitchFamily="34" charset="0"/>
            </a:endParaRPr>
          </a:p>
        </p:txBody>
      </p:sp>
      <p:sp>
        <p:nvSpPr>
          <p:cNvPr id="53" name="Title 3"/>
          <p:cNvSpPr txBox="1">
            <a:spLocks/>
          </p:cNvSpPr>
          <p:nvPr/>
        </p:nvSpPr>
        <p:spPr>
          <a:xfrm>
            <a:off x="4908803" y="5073570"/>
            <a:ext cx="3214710" cy="368918"/>
          </a:xfrm>
          <a:prstGeom prst="rect">
            <a:avLst/>
          </a:prstGeom>
        </p:spPr>
        <p:txBody>
          <a:bodyPr vert="horz" lIns="0" tIns="60949" rIns="0" bIns="60949" rtlCol="0" anchor="ctr">
            <a:noAutofit/>
          </a:bodyPr>
          <a:lstStyle/>
          <a:p>
            <a:pPr marL="0" marR="0" lvl="0" indent="0" algn="r" defTabSz="1218987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6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Arial" panose="020B0604020202020204" pitchFamily="34" charset="0"/>
              </a:rPr>
              <a:t>(</a:t>
            </a:r>
            <a:r>
              <a:rPr lang="ko-KR" altLang="en-US" sz="16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Arial" panose="020B0604020202020204" pitchFamily="34" charset="0"/>
              </a:rPr>
              <a:t>학생 수강 신청 프로그램</a:t>
            </a:r>
            <a:r>
              <a:rPr lang="en-US" altLang="ko-KR" sz="16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Arial" panose="020B0604020202020204" pitchFamily="34" charset="0"/>
              </a:rPr>
              <a:t>)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75000"/>
                  <a:lumOff val="25000"/>
                </a:schemeClr>
              </a:solidFill>
              <a:effectLst/>
              <a:uLnTx/>
              <a:uFillTx/>
              <a:latin typeface="+mj-lt"/>
              <a:ea typeface="+mj-ea"/>
              <a:cs typeface="Arial" panose="020B0604020202020204" pitchFamily="34" charset="0"/>
            </a:endParaRPr>
          </a:p>
        </p:txBody>
      </p:sp>
      <p:pic>
        <p:nvPicPr>
          <p:cNvPr id="1031" name="Picture 7"/>
          <p:cNvPicPr>
            <a:picLocks noChangeAspect="1" noChangeArrowheads="1"/>
          </p:cNvPicPr>
          <p:nvPr/>
        </p:nvPicPr>
        <p:blipFill>
          <a:blip r:embed="rId2"/>
          <a:srcRect l="26780" t="32465" r="46360" b="28189"/>
          <a:stretch>
            <a:fillRect/>
          </a:stretch>
        </p:blipFill>
        <p:spPr bwMode="auto">
          <a:xfrm>
            <a:off x="1" y="0"/>
            <a:ext cx="12188824" cy="688662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54" name="Title 3"/>
          <p:cNvSpPr txBox="1">
            <a:spLocks/>
          </p:cNvSpPr>
          <p:nvPr/>
        </p:nvSpPr>
        <p:spPr>
          <a:xfrm>
            <a:off x="4522775" y="285728"/>
            <a:ext cx="3214712" cy="711081"/>
          </a:xfrm>
          <a:prstGeom prst="rect">
            <a:avLst/>
          </a:prstGeom>
        </p:spPr>
        <p:txBody>
          <a:bodyPr vert="horz" lIns="0" tIns="60949" rIns="0" bIns="60949" rtlCol="0" anchor="ctr">
            <a:noAutofit/>
          </a:bodyPr>
          <a:lstStyle/>
          <a:p>
            <a:pPr marL="0" marR="0" lvl="0" indent="0" algn="ctr" defTabSz="1218987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3600" b="1" dirty="0" smtClean="0">
                <a:solidFill>
                  <a:schemeClr val="accent5"/>
                </a:solidFill>
                <a:latin typeface="+mj-lt"/>
                <a:ea typeface="+mj-ea"/>
                <a:cs typeface="Arial" panose="020B0604020202020204" pitchFamily="34" charset="0"/>
              </a:rPr>
              <a:t>-</a:t>
            </a:r>
            <a:r>
              <a:rPr lang="ko-KR" altLang="en-US" sz="3600" b="1" dirty="0" smtClean="0">
                <a:solidFill>
                  <a:schemeClr val="accent5"/>
                </a:solidFill>
                <a:latin typeface="+mj-lt"/>
                <a:ea typeface="+mj-ea"/>
                <a:cs typeface="Arial" panose="020B0604020202020204" pitchFamily="34" charset="0"/>
              </a:rPr>
              <a:t>감사합니다</a:t>
            </a:r>
            <a:r>
              <a:rPr lang="en-US" altLang="ko-KR" sz="3600" b="1" dirty="0" smtClean="0">
                <a:solidFill>
                  <a:schemeClr val="accent5"/>
                </a:solidFill>
                <a:latin typeface="+mj-lt"/>
                <a:ea typeface="+mj-ea"/>
                <a:cs typeface="Arial" panose="020B0604020202020204" pitchFamily="34" charset="0"/>
              </a:rPr>
              <a:t>-</a:t>
            </a: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chemeClr val="accent5"/>
              </a:solidFill>
              <a:effectLst/>
              <a:uLnTx/>
              <a:uFillTx/>
              <a:latin typeface="+mj-lt"/>
              <a:ea typeface="+mj-ea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1935223717"/>
      </p:ext>
    </p:extLst>
  </p:cSld>
  <p:clrMapOvr>
    <a:masterClrMapping/>
  </p:clrMapOvr>
  <p:transition spd="slow">
    <p:wheel spokes="8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5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4" grpId="0"/>
    </p:bldLst>
  </p:timing>
</p:sld>
</file>

<file path=ppt/theme/theme1.xml><?xml version="1.0" encoding="utf-8"?>
<a:theme xmlns:a="http://schemas.openxmlformats.org/drawingml/2006/main" name="Office Theme">
  <a:themeElements>
    <a:clrScheme name="Custom 1">
      <a:dk1>
        <a:sysClr val="windowText" lastClr="000000"/>
      </a:dk1>
      <a:lt1>
        <a:sysClr val="window" lastClr="FFFFFF"/>
      </a:lt1>
      <a:dk2>
        <a:srgbClr val="445A7F"/>
      </a:dk2>
      <a:lt2>
        <a:srgbClr val="F8E400"/>
      </a:lt2>
      <a:accent1>
        <a:srgbClr val="EF4231"/>
      </a:accent1>
      <a:accent2>
        <a:srgbClr val="56BCD7"/>
      </a:accent2>
      <a:accent3>
        <a:srgbClr val="FA8D2C"/>
      </a:accent3>
      <a:accent4>
        <a:srgbClr val="A54C95"/>
      </a:accent4>
      <a:accent5>
        <a:srgbClr val="2D3E50"/>
      </a:accent5>
      <a:accent6>
        <a:srgbClr val="99A44A"/>
      </a:accent6>
      <a:hlink>
        <a:srgbClr val="5B6871"/>
      </a:hlink>
      <a:folHlink>
        <a:srgbClr val="37373E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7880</TotalTime>
  <Words>1187</Words>
  <Application>Microsoft Macintosh PowerPoint</Application>
  <PresentationFormat>사용자 지정</PresentationFormat>
  <Paragraphs>322</Paragraphs>
  <Slides>18</Slides>
  <Notes>15</Notes>
  <HiddenSlides>1</HiddenSlides>
  <MMClips>0</MMClips>
  <ScaleCrop>false</ScaleCrop>
  <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18</vt:i4>
      </vt:variant>
    </vt:vector>
  </HeadingPairs>
  <TitlesOfParts>
    <vt:vector size="19" baseType="lpstr">
      <vt:lpstr>Office Theme</vt:lpstr>
      <vt:lpstr>1.프로젝트제목  하단=&gt;팀원들이름  발표자 소개 2.프로젝트를 선택한 이유  자바의 문법 정리, JDBC Programming 습득  이 프로젝트로 얻을 수 있는 이점(효과) 3.프로젝트 일정계획이 나와라  화살표로 표시하라  (일정 작성시: 2일+1,2일) 4.역할분담  표형태로 출력? 5.DB설계  네모칸, 화살표 등으로 강조 및 표시 6.FlowChart  설계흐름도 7.현재 진행 상황  남은 상황에 대한 언급 8,프로젝트를 통한 향상 및 이점  9.아쉬운점  시간이 더 있었더라면!  보강 사항 10.질문을 하라  </vt:lpstr>
      <vt:lpstr>-JAVA PROGRAMMING</vt:lpstr>
      <vt:lpstr>-JAVA PROGRAMMING</vt:lpstr>
      <vt:lpstr>-JAVA PROGRAMMING</vt:lpstr>
      <vt:lpstr>-JAVA PROGRAMMING</vt:lpstr>
      <vt:lpstr>슬라이드 6</vt:lpstr>
      <vt:lpstr>-JAVA PROGRAMMING</vt:lpstr>
      <vt:lpstr>슬라이드 8</vt:lpstr>
      <vt:lpstr>슬라이드 9</vt:lpstr>
      <vt:lpstr>슬라이드 10</vt:lpstr>
      <vt:lpstr>슬라이드 11</vt:lpstr>
      <vt:lpstr>슬라이드 12</vt:lpstr>
      <vt:lpstr>슬라이드 13</vt:lpstr>
      <vt:lpstr>슬라이드 14</vt:lpstr>
      <vt:lpstr>슬라이드 15</vt:lpstr>
      <vt:lpstr>-JAVA PROGRAMMING</vt:lpstr>
      <vt:lpstr>슬라이드 17</vt:lpstr>
      <vt:lpstr>JAVA PROGRAMMING</vt:lpstr>
    </vt:vector>
  </TitlesOfParts>
  <Company>Microsoft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SlideModel PowerPoint Wide</dc:title>
  <dc:creator>Julian</dc:creator>
  <cp:lastModifiedBy>kitcoop</cp:lastModifiedBy>
  <cp:revision>517</cp:revision>
  <dcterms:created xsi:type="dcterms:W3CDTF">2013-09-12T13:05:01Z</dcterms:created>
  <dcterms:modified xsi:type="dcterms:W3CDTF">2017-01-06T05:42:20Z</dcterms:modified>
</cp:coreProperties>
</file>