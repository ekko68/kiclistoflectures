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54319-5745-4495-99D8-BFA45E0266E8}" type="datetimeFigureOut">
              <a:rPr lang="ko-KR" altLang="en-US" smtClean="0"/>
              <a:t>2015-02-02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4CE29-CD24-4543-8B7C-AB846B030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235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54319-5745-4495-99D8-BFA45E0266E8}" type="datetimeFigureOut">
              <a:rPr lang="ko-KR" altLang="en-US" smtClean="0"/>
              <a:t>2015-02-02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4CE29-CD24-4543-8B7C-AB846B030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915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54319-5745-4495-99D8-BFA45E0266E8}" type="datetimeFigureOut">
              <a:rPr lang="ko-KR" altLang="en-US" smtClean="0"/>
              <a:t>2015-02-02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4CE29-CD24-4543-8B7C-AB846B030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81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54319-5745-4495-99D8-BFA45E0266E8}" type="datetimeFigureOut">
              <a:rPr lang="ko-KR" altLang="en-US" smtClean="0"/>
              <a:t>2015-02-02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4CE29-CD24-4543-8B7C-AB846B030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1743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54319-5745-4495-99D8-BFA45E0266E8}" type="datetimeFigureOut">
              <a:rPr lang="ko-KR" altLang="en-US" smtClean="0"/>
              <a:t>2015-02-02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4CE29-CD24-4543-8B7C-AB846B030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43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54319-5745-4495-99D8-BFA45E0266E8}" type="datetimeFigureOut">
              <a:rPr lang="ko-KR" altLang="en-US" smtClean="0"/>
              <a:t>2015-02-02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4CE29-CD24-4543-8B7C-AB846B030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730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54319-5745-4495-99D8-BFA45E0266E8}" type="datetimeFigureOut">
              <a:rPr lang="ko-KR" altLang="en-US" smtClean="0"/>
              <a:t>2015-02-02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4CE29-CD24-4543-8B7C-AB846B030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927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54319-5745-4495-99D8-BFA45E0266E8}" type="datetimeFigureOut">
              <a:rPr lang="ko-KR" altLang="en-US" smtClean="0"/>
              <a:t>2015-02-02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4CE29-CD24-4543-8B7C-AB846B030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600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54319-5745-4495-99D8-BFA45E0266E8}" type="datetimeFigureOut">
              <a:rPr lang="ko-KR" altLang="en-US" smtClean="0"/>
              <a:t>2015-02-02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4CE29-CD24-4543-8B7C-AB846B030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789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54319-5745-4495-99D8-BFA45E0266E8}" type="datetimeFigureOut">
              <a:rPr lang="ko-KR" altLang="en-US" smtClean="0"/>
              <a:t>2015-02-02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4CE29-CD24-4543-8B7C-AB846B030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604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54319-5745-4495-99D8-BFA45E0266E8}" type="datetimeFigureOut">
              <a:rPr lang="ko-KR" altLang="en-US" smtClean="0"/>
              <a:t>2015-02-02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4CE29-CD24-4543-8B7C-AB846B030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052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54319-5745-4495-99D8-BFA45E0266E8}" type="datetimeFigureOut">
              <a:rPr lang="ko-KR" altLang="en-US" smtClean="0"/>
              <a:t>2015-02-02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4CE29-CD24-4543-8B7C-AB846B030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941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smtClean="0"/>
              <a:t>정수 </a:t>
            </a:r>
            <a:r>
              <a:rPr lang="ko-KR" altLang="en-US" dirty="0" err="1" smtClean="0"/>
              <a:t>오버플로우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(Integer Overflow)</a:t>
            </a:r>
            <a:r>
              <a:rPr lang="ko-KR" altLang="en-US" dirty="0" smtClean="0"/>
              <a:t>배열의 첨자문제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2132857"/>
            <a:ext cx="8507288" cy="3600400"/>
          </a:xfrm>
        </p:spPr>
        <p:txBody>
          <a:bodyPr>
            <a:normAutofit fontScale="85000" lnSpcReduction="10000"/>
          </a:bodyPr>
          <a:lstStyle/>
          <a:p>
            <a:r>
              <a:rPr lang="en-US" altLang="ko-KR" dirty="0" smtClean="0"/>
              <a:t>1.</a:t>
            </a:r>
            <a:r>
              <a:rPr lang="ko-KR" altLang="en-US" dirty="0" smtClean="0"/>
              <a:t>정수형 변수의 </a:t>
            </a:r>
            <a:r>
              <a:rPr lang="ko-KR" altLang="en-US" dirty="0" err="1" smtClean="0"/>
              <a:t>오버플로우는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정수값이</a:t>
            </a:r>
            <a:r>
              <a:rPr lang="ko-KR" altLang="en-US" dirty="0" smtClean="0"/>
              <a:t> 증가하면  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기존의 값보다 더 커져서</a:t>
            </a:r>
            <a:r>
              <a:rPr lang="en-US" altLang="ko-KR" dirty="0"/>
              <a:t> </a:t>
            </a:r>
            <a:r>
              <a:rPr lang="ko-KR" altLang="en-US" dirty="0" smtClean="0"/>
              <a:t>실제 저장되는 값은 의도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하지 않게 아주 작은 수이거나 음수가 될 </a:t>
            </a:r>
            <a:r>
              <a:rPr lang="ko-KR" altLang="en-US" dirty="0" err="1" smtClean="0"/>
              <a:t>수있다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2.</a:t>
            </a:r>
            <a:r>
              <a:rPr lang="ko-KR" altLang="en-US" dirty="0" smtClean="0"/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동적 메모리 할당을 위해서 사용되는 변수가 이전 처리과정에서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오버플로우에</a:t>
            </a:r>
            <a:r>
              <a:rPr lang="ko-KR" altLang="en-US" b="1" dirty="0" smtClean="0">
                <a:solidFill>
                  <a:srgbClr val="FF0000"/>
                </a:solidFill>
              </a:rPr>
              <a:t> 의해서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음수값으로</a:t>
            </a:r>
            <a:r>
              <a:rPr lang="ko-KR" altLang="en-US" b="1" dirty="0" smtClean="0">
                <a:solidFill>
                  <a:srgbClr val="FF0000"/>
                </a:solidFill>
              </a:rPr>
              <a:t> 변환될 수 있으므로 미리 변수의 값 범위를 검사한다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799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실습적용 예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484784"/>
            <a:ext cx="7272808" cy="488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7205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음수를 체크하는 코드추가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556792"/>
            <a:ext cx="7416824" cy="4744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3860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55</Words>
  <Application>Microsoft Office PowerPoint</Application>
  <PresentationFormat>화면 슬라이드 쇼(4:3)</PresentationFormat>
  <Paragraphs>8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정수 오버플로우 (Integer Overflow)배열의 첨자문제</vt:lpstr>
      <vt:lpstr>실습적용 예</vt:lpstr>
      <vt:lpstr>음수를 체크하는 코드추가</vt:lpstr>
    </vt:vector>
  </TitlesOfParts>
  <Company>XP R2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정수 오버플로우 (Integer Overflow)배열의 첨자문제</dc:title>
  <dc:creator>User</dc:creator>
  <cp:lastModifiedBy>User</cp:lastModifiedBy>
  <cp:revision>3</cp:revision>
  <dcterms:created xsi:type="dcterms:W3CDTF">2015-02-02T06:20:22Z</dcterms:created>
  <dcterms:modified xsi:type="dcterms:W3CDTF">2015-02-02T06:46:56Z</dcterms:modified>
</cp:coreProperties>
</file>