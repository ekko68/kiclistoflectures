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-1500" y="-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E7AD9-30C5-4C7F-896B-EA5302F1F54E}" type="datetimeFigureOut">
              <a:rPr lang="ko-KR" altLang="en-US" smtClean="0"/>
              <a:pPr/>
              <a:t>2017-10-09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1996C-62A2-497F-901B-F4E9803E049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18473837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E7AD9-30C5-4C7F-896B-EA5302F1F54E}" type="datetimeFigureOut">
              <a:rPr lang="ko-KR" altLang="en-US" smtClean="0"/>
              <a:pPr/>
              <a:t>2017-10-09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1996C-62A2-497F-901B-F4E9803E049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38919833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E7AD9-30C5-4C7F-896B-EA5302F1F54E}" type="datetimeFigureOut">
              <a:rPr lang="ko-KR" altLang="en-US" smtClean="0"/>
              <a:pPr/>
              <a:t>2017-10-09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1996C-62A2-497F-901B-F4E9803E049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1920325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E7AD9-30C5-4C7F-896B-EA5302F1F54E}" type="datetimeFigureOut">
              <a:rPr lang="ko-KR" altLang="en-US" smtClean="0"/>
              <a:pPr/>
              <a:t>2017-10-09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1996C-62A2-497F-901B-F4E9803E049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36037110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E7AD9-30C5-4C7F-896B-EA5302F1F54E}" type="datetimeFigureOut">
              <a:rPr lang="ko-KR" altLang="en-US" smtClean="0"/>
              <a:pPr/>
              <a:t>2017-10-09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1996C-62A2-497F-901B-F4E9803E049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850899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E7AD9-30C5-4C7F-896B-EA5302F1F54E}" type="datetimeFigureOut">
              <a:rPr lang="ko-KR" altLang="en-US" smtClean="0"/>
              <a:pPr/>
              <a:t>2017-10-09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1996C-62A2-497F-901B-F4E9803E049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41548250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E7AD9-30C5-4C7F-896B-EA5302F1F54E}" type="datetimeFigureOut">
              <a:rPr lang="ko-KR" altLang="en-US" smtClean="0"/>
              <a:pPr/>
              <a:t>2017-10-09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1996C-62A2-497F-901B-F4E9803E049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570154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E7AD9-30C5-4C7F-896B-EA5302F1F54E}" type="datetimeFigureOut">
              <a:rPr lang="ko-KR" altLang="en-US" smtClean="0"/>
              <a:pPr/>
              <a:t>2017-10-09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1996C-62A2-497F-901B-F4E9803E049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3352794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E7AD9-30C5-4C7F-896B-EA5302F1F54E}" type="datetimeFigureOut">
              <a:rPr lang="ko-KR" altLang="en-US" smtClean="0"/>
              <a:pPr/>
              <a:t>2017-10-09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1996C-62A2-497F-901B-F4E9803E049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4247731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E7AD9-30C5-4C7F-896B-EA5302F1F54E}" type="datetimeFigureOut">
              <a:rPr lang="ko-KR" altLang="en-US" smtClean="0"/>
              <a:pPr/>
              <a:t>2017-10-09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1996C-62A2-497F-901B-F4E9803E049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22358851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E7AD9-30C5-4C7F-896B-EA5302F1F54E}" type="datetimeFigureOut">
              <a:rPr lang="ko-KR" altLang="en-US" smtClean="0"/>
              <a:pPr/>
              <a:t>2017-10-09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1996C-62A2-497F-901B-F4E9803E049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2368682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FE7AD9-30C5-4C7F-896B-EA5302F1F54E}" type="datetimeFigureOut">
              <a:rPr lang="ko-KR" altLang="en-US" smtClean="0"/>
              <a:pPr/>
              <a:t>2017-10-09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61996C-62A2-497F-901B-F4E9803E049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3951344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39552" y="620688"/>
            <a:ext cx="7772400" cy="1470025"/>
          </a:xfrm>
        </p:spPr>
        <p:txBody>
          <a:bodyPr>
            <a:normAutofit/>
          </a:bodyPr>
          <a:lstStyle/>
          <a:p>
            <a:r>
              <a:rPr lang="ko-KR" altLang="en-US" sz="3200" dirty="0" smtClean="0"/>
              <a:t>외부의 </a:t>
            </a:r>
            <a:r>
              <a:rPr lang="en-US" altLang="ko-KR" sz="3200" dirty="0" smtClean="0"/>
              <a:t>DB</a:t>
            </a:r>
            <a:r>
              <a:rPr lang="ko-KR" altLang="en-US" sz="3200" dirty="0" smtClean="0"/>
              <a:t>설정파일 불러오기</a:t>
            </a:r>
            <a:endParaRPr lang="ko-KR" altLang="en-US" sz="3200" dirty="0"/>
          </a:p>
        </p:txBody>
      </p:sp>
      <p:sp>
        <p:nvSpPr>
          <p:cNvPr id="4" name="TextBox 3"/>
          <p:cNvSpPr txBox="1"/>
          <p:nvPr/>
        </p:nvSpPr>
        <p:spPr>
          <a:xfrm>
            <a:off x="613674" y="3212976"/>
            <a:ext cx="770485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 </a:t>
            </a:r>
            <a:r>
              <a:rPr lang="ko-KR" altLang="en-US" sz="2800" b="1" dirty="0" smtClean="0">
                <a:solidFill>
                  <a:srgbClr val="FF0000"/>
                </a:solidFill>
              </a:rPr>
              <a:t>설정파일에 패스워드</a:t>
            </a:r>
            <a:r>
              <a:rPr lang="en-US" altLang="ko-KR" sz="2800" b="1" dirty="0" smtClean="0">
                <a:solidFill>
                  <a:srgbClr val="FF0000"/>
                </a:solidFill>
              </a:rPr>
              <a:t>(Password in Configuration File) </a:t>
            </a:r>
            <a:r>
              <a:rPr lang="ko-KR" altLang="en-US" sz="2800" b="1" dirty="0" smtClean="0">
                <a:solidFill>
                  <a:srgbClr val="FF0000"/>
                </a:solidFill>
              </a:rPr>
              <a:t>패스워드는 </a:t>
            </a:r>
            <a:r>
              <a:rPr lang="ko-KR" altLang="en-US" sz="2800" b="1" dirty="0" smtClean="0">
                <a:solidFill>
                  <a:srgbClr val="0070C0"/>
                </a:solidFill>
              </a:rPr>
              <a:t>쉽게 접근할 수 없는 저장소에 저장</a:t>
            </a:r>
            <a:r>
              <a:rPr lang="ko-KR" altLang="en-US" sz="2800" b="1" dirty="0" smtClean="0">
                <a:solidFill>
                  <a:srgbClr val="FF0000"/>
                </a:solidFill>
              </a:rPr>
              <a:t>하든지 아니면 </a:t>
            </a:r>
            <a:r>
              <a:rPr lang="ko-KR" altLang="en-US" sz="2800" b="1" dirty="0" smtClean="0">
                <a:solidFill>
                  <a:srgbClr val="0070C0"/>
                </a:solidFill>
              </a:rPr>
              <a:t>암호화한 상태로 저장</a:t>
            </a:r>
            <a:r>
              <a:rPr lang="ko-KR" altLang="en-US" sz="2800" b="1" dirty="0" smtClean="0">
                <a:solidFill>
                  <a:srgbClr val="FF0000"/>
                </a:solidFill>
              </a:rPr>
              <a:t>하여야 한다</a:t>
            </a:r>
            <a:r>
              <a:rPr lang="en-US" altLang="ko-KR" sz="2800" b="1" dirty="0" smtClean="0">
                <a:solidFill>
                  <a:srgbClr val="FF0000"/>
                </a:solidFill>
              </a:rPr>
              <a:t>.</a:t>
            </a:r>
            <a:endParaRPr lang="ko-KR" altLang="en-US" sz="2800" b="1" dirty="0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79512" y="2204864"/>
            <a:ext cx="87158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ko-KR" altLang="en-US" sz="2400" b="1" dirty="0" smtClean="0">
                <a:solidFill>
                  <a:srgbClr val="002060"/>
                </a:solidFill>
              </a:rPr>
              <a:t>보안특성</a:t>
            </a:r>
            <a:r>
              <a:rPr lang="en-US" altLang="ko-KR" sz="2400" b="1" dirty="0" smtClean="0">
                <a:solidFill>
                  <a:srgbClr val="002060"/>
                </a:solidFill>
              </a:rPr>
              <a:t>=&gt;</a:t>
            </a:r>
            <a:r>
              <a:rPr lang="ko-KR" altLang="en-US" sz="2400" b="1" dirty="0" smtClean="0">
                <a:solidFill>
                  <a:srgbClr val="002060"/>
                </a:solidFill>
              </a:rPr>
              <a:t>인증</a:t>
            </a:r>
            <a:r>
              <a:rPr lang="en-US" altLang="ko-KR" sz="2400" b="1" dirty="0" smtClean="0">
                <a:solidFill>
                  <a:srgbClr val="002060"/>
                </a:solidFill>
              </a:rPr>
              <a:t>,</a:t>
            </a:r>
            <a:r>
              <a:rPr lang="ko-KR" altLang="en-US" sz="2400" b="1" dirty="0" smtClean="0">
                <a:solidFill>
                  <a:srgbClr val="002060"/>
                </a:solidFill>
              </a:rPr>
              <a:t>접근제어</a:t>
            </a:r>
            <a:r>
              <a:rPr lang="en-US" altLang="ko-KR" sz="2400" b="1" dirty="0" smtClean="0">
                <a:solidFill>
                  <a:srgbClr val="002060"/>
                </a:solidFill>
              </a:rPr>
              <a:t>,</a:t>
            </a:r>
            <a:r>
              <a:rPr lang="ko-KR" altLang="en-US" sz="2400" b="1" dirty="0" smtClean="0">
                <a:solidFill>
                  <a:srgbClr val="002060"/>
                </a:solidFill>
              </a:rPr>
              <a:t>기밀성</a:t>
            </a:r>
            <a:r>
              <a:rPr lang="en-US" altLang="ko-KR" sz="2400" b="1" dirty="0" smtClean="0">
                <a:solidFill>
                  <a:srgbClr val="002060"/>
                </a:solidFill>
              </a:rPr>
              <a:t>,</a:t>
            </a:r>
            <a:r>
              <a:rPr lang="ko-KR" altLang="en-US" sz="2400" b="1" dirty="0" smtClean="0">
                <a:solidFill>
                  <a:srgbClr val="002060"/>
                </a:solidFill>
              </a:rPr>
              <a:t>암호화</a:t>
            </a:r>
            <a:r>
              <a:rPr lang="en-US" altLang="ko-KR" sz="2400" b="1" dirty="0" smtClean="0">
                <a:solidFill>
                  <a:srgbClr val="002060"/>
                </a:solidFill>
              </a:rPr>
              <a:t>,</a:t>
            </a:r>
            <a:r>
              <a:rPr lang="ko-KR" altLang="en-US" sz="2400" b="1" dirty="0" smtClean="0">
                <a:solidFill>
                  <a:srgbClr val="002060"/>
                </a:solidFill>
              </a:rPr>
              <a:t>권한 </a:t>
            </a:r>
            <a:r>
              <a:rPr lang="ko-KR" altLang="en-US" sz="2400" b="1" dirty="0" err="1" smtClean="0">
                <a:solidFill>
                  <a:srgbClr val="002060"/>
                </a:solidFill>
              </a:rPr>
              <a:t>관리등이</a:t>
            </a:r>
            <a:r>
              <a:rPr lang="ko-KR" altLang="en-US" sz="2400" b="1" dirty="0" smtClean="0">
                <a:solidFill>
                  <a:srgbClr val="002060"/>
                </a:solidFill>
              </a:rPr>
              <a:t> 포함</a:t>
            </a:r>
            <a:endParaRPr lang="ko-KR" altLang="en-US" sz="24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0256761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 smtClean="0"/>
              <a:t>외부의 </a:t>
            </a:r>
            <a:r>
              <a:rPr lang="en-US" altLang="ko-KR" sz="3200" dirty="0" smtClean="0"/>
              <a:t>DB</a:t>
            </a:r>
            <a:r>
              <a:rPr lang="ko-KR" altLang="en-US" sz="3200" dirty="0" smtClean="0"/>
              <a:t>설정파일 불러오기</a:t>
            </a:r>
            <a:r>
              <a:rPr lang="en-US" altLang="ko-KR" sz="3200" dirty="0" smtClean="0"/>
              <a:t>(1)</a:t>
            </a:r>
            <a:endParaRPr lang="ko-KR" altLang="en-US" sz="32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70740" y="2746603"/>
            <a:ext cx="8174843" cy="35283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아래쪽 화살표 3"/>
          <p:cNvSpPr/>
          <p:nvPr/>
        </p:nvSpPr>
        <p:spPr>
          <a:xfrm rot="1029667">
            <a:off x="5646461" y="2524396"/>
            <a:ext cx="360040" cy="50405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2445450" y="1836169"/>
            <a:ext cx="590437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 smtClean="0">
                <a:solidFill>
                  <a:srgbClr val="FF0000"/>
                </a:solidFill>
              </a:rPr>
              <a:t>외부의 </a:t>
            </a:r>
            <a:r>
              <a:rPr lang="en-US" altLang="ko-KR" sz="2000" b="1" dirty="0" smtClean="0">
                <a:solidFill>
                  <a:srgbClr val="FF0000"/>
                </a:solidFill>
              </a:rPr>
              <a:t>properties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파일에서 불러올 내용을 저장할</a:t>
            </a:r>
            <a:endParaRPr lang="en-US" altLang="ko-KR" sz="2000" b="1" dirty="0" smtClean="0">
              <a:solidFill>
                <a:srgbClr val="FF0000"/>
              </a:solidFill>
            </a:endParaRPr>
          </a:p>
          <a:p>
            <a:r>
              <a:rPr lang="ko-KR" altLang="en-US" sz="2000" b="1" dirty="0" smtClean="0">
                <a:solidFill>
                  <a:srgbClr val="FF0000"/>
                </a:solidFill>
              </a:rPr>
              <a:t>멤버변수를 선언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0721038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 smtClean="0"/>
              <a:t>외부의 </a:t>
            </a:r>
            <a:r>
              <a:rPr lang="en-US" altLang="ko-KR" sz="3200" dirty="0" smtClean="0"/>
              <a:t>DB</a:t>
            </a:r>
            <a:r>
              <a:rPr lang="ko-KR" altLang="en-US" sz="3200" dirty="0" smtClean="0"/>
              <a:t>설정파일 불러오기</a:t>
            </a:r>
            <a:r>
              <a:rPr lang="en-US" altLang="ko-KR" sz="3200" dirty="0" smtClean="0"/>
              <a:t>(2)</a:t>
            </a:r>
            <a:endParaRPr lang="ko-KR" altLang="en-US" sz="32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79512" y="1772816"/>
            <a:ext cx="8820472" cy="44165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오른쪽 화살표 3"/>
          <p:cNvSpPr/>
          <p:nvPr/>
        </p:nvSpPr>
        <p:spPr>
          <a:xfrm>
            <a:off x="3419872" y="3717032"/>
            <a:ext cx="576064" cy="26404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3975597" y="3649257"/>
            <a:ext cx="51684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 smtClean="0">
                <a:solidFill>
                  <a:srgbClr val="FF0000"/>
                </a:solidFill>
              </a:rPr>
              <a:t>DB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설정에 </a:t>
            </a:r>
            <a:r>
              <a:rPr lang="ko-KR" altLang="en-US" sz="2000" b="1" dirty="0" err="1" smtClean="0">
                <a:solidFill>
                  <a:srgbClr val="FF0000"/>
                </a:solidFill>
              </a:rPr>
              <a:t>관련키값을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 멤버변수에 저장시킴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4803192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 smtClean="0"/>
              <a:t>외부의 </a:t>
            </a:r>
            <a:r>
              <a:rPr lang="en-US" altLang="ko-KR" sz="3200" dirty="0" smtClean="0"/>
              <a:t>DB</a:t>
            </a:r>
            <a:r>
              <a:rPr lang="ko-KR" altLang="en-US" sz="3200" dirty="0" smtClean="0"/>
              <a:t>설정파일 불러오기</a:t>
            </a:r>
            <a:r>
              <a:rPr lang="en-US" altLang="ko-KR" sz="3200" dirty="0" smtClean="0"/>
              <a:t>(3)</a:t>
            </a:r>
            <a:endParaRPr lang="ko-KR" altLang="en-US" sz="32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65020" y="2204864"/>
            <a:ext cx="8059241" cy="4385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오른쪽 화살표 3"/>
          <p:cNvSpPr/>
          <p:nvPr/>
        </p:nvSpPr>
        <p:spPr>
          <a:xfrm rot="19601922">
            <a:off x="2915816" y="1772816"/>
            <a:ext cx="576064" cy="4320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3563190" y="1650146"/>
            <a:ext cx="40959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 smtClean="0">
                <a:solidFill>
                  <a:srgbClr val="FF0000"/>
                </a:solidFill>
              </a:rPr>
              <a:t>연결객체는 동기화 처리해야 된다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xmlns="" val="17169937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 smtClean="0"/>
              <a:t>외부의 </a:t>
            </a:r>
            <a:r>
              <a:rPr lang="en-US" altLang="ko-KR" sz="3200" dirty="0" smtClean="0"/>
              <a:t>DB</a:t>
            </a:r>
            <a:r>
              <a:rPr lang="ko-KR" altLang="en-US" sz="3200" dirty="0" smtClean="0"/>
              <a:t>설정 불러와서 실행</a:t>
            </a:r>
            <a:endParaRPr lang="ko-KR" altLang="en-US" sz="32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75306" y="1340768"/>
            <a:ext cx="8420100" cy="38838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956331" y="5373216"/>
            <a:ext cx="7839075" cy="1057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오른쪽 화살표 3"/>
          <p:cNvSpPr/>
          <p:nvPr/>
        </p:nvSpPr>
        <p:spPr>
          <a:xfrm>
            <a:off x="375306" y="5733256"/>
            <a:ext cx="452278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28183435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84</Words>
  <Application>Microsoft Office PowerPoint</Application>
  <PresentationFormat>화면 슬라이드 쇼(4:3)</PresentationFormat>
  <Paragraphs>11</Paragraphs>
  <Slides>5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6" baseType="lpstr">
      <vt:lpstr>Office 테마</vt:lpstr>
      <vt:lpstr>외부의 DB설정파일 불러오기</vt:lpstr>
      <vt:lpstr>외부의 DB설정파일 불러오기(1)</vt:lpstr>
      <vt:lpstr>외부의 DB설정파일 불러오기(2)</vt:lpstr>
      <vt:lpstr>외부의 DB설정파일 불러오기(3)</vt:lpstr>
      <vt:lpstr>외부의 DB설정 불러와서 실행</vt:lpstr>
    </vt:vector>
  </TitlesOfParts>
  <Company>XP R2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이연수님</cp:lastModifiedBy>
  <cp:revision>8</cp:revision>
  <dcterms:created xsi:type="dcterms:W3CDTF">2015-06-23T03:33:16Z</dcterms:created>
  <dcterms:modified xsi:type="dcterms:W3CDTF">2017-10-09T14:59:17Z</dcterms:modified>
</cp:coreProperties>
</file>