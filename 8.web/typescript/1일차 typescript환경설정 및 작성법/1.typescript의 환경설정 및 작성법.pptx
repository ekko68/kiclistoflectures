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1" r:id="rId25"/>
    <p:sldId id="282" r:id="rId26"/>
    <p:sldId id="280" r:id="rId27"/>
    <p:sldId id="283" r:id="rId28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8970E-07AD-44F5-9445-B36A03E0833B}" type="datetimeFigureOut">
              <a:rPr lang="ko-KR" altLang="en-US" smtClean="0"/>
              <a:pPr/>
              <a:t>2017-09-09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7746E-731D-4481-A13A-DF2754CFBD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8970E-07AD-44F5-9445-B36A03E0833B}" type="datetimeFigureOut">
              <a:rPr lang="ko-KR" altLang="en-US" smtClean="0"/>
              <a:pPr/>
              <a:t>2017-09-09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7746E-731D-4481-A13A-DF2754CFBD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8970E-07AD-44F5-9445-B36A03E0833B}" type="datetimeFigureOut">
              <a:rPr lang="ko-KR" altLang="en-US" smtClean="0"/>
              <a:pPr/>
              <a:t>2017-09-09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7746E-731D-4481-A13A-DF2754CFBD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8970E-07AD-44F5-9445-B36A03E0833B}" type="datetimeFigureOut">
              <a:rPr lang="ko-KR" altLang="en-US" smtClean="0"/>
              <a:pPr/>
              <a:t>2017-09-09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7746E-731D-4481-A13A-DF2754CFBD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8970E-07AD-44F5-9445-B36A03E0833B}" type="datetimeFigureOut">
              <a:rPr lang="ko-KR" altLang="en-US" smtClean="0"/>
              <a:pPr/>
              <a:t>2017-09-09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7746E-731D-4481-A13A-DF2754CFBD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8970E-07AD-44F5-9445-B36A03E0833B}" type="datetimeFigureOut">
              <a:rPr lang="ko-KR" altLang="en-US" smtClean="0"/>
              <a:pPr/>
              <a:t>2017-09-09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7746E-731D-4481-A13A-DF2754CFBD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8970E-07AD-44F5-9445-B36A03E0833B}" type="datetimeFigureOut">
              <a:rPr lang="ko-KR" altLang="en-US" smtClean="0"/>
              <a:pPr/>
              <a:t>2017-09-09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7746E-731D-4481-A13A-DF2754CFBD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8970E-07AD-44F5-9445-B36A03E0833B}" type="datetimeFigureOut">
              <a:rPr lang="ko-KR" altLang="en-US" smtClean="0"/>
              <a:pPr/>
              <a:t>2017-09-09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7746E-731D-4481-A13A-DF2754CFBD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8970E-07AD-44F5-9445-B36A03E0833B}" type="datetimeFigureOut">
              <a:rPr lang="ko-KR" altLang="en-US" smtClean="0"/>
              <a:pPr/>
              <a:t>2017-09-09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7746E-731D-4481-A13A-DF2754CFBD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8970E-07AD-44F5-9445-B36A03E0833B}" type="datetimeFigureOut">
              <a:rPr lang="ko-KR" altLang="en-US" smtClean="0"/>
              <a:pPr/>
              <a:t>2017-09-09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7746E-731D-4481-A13A-DF2754CFBD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8970E-07AD-44F5-9445-B36A03E0833B}" type="datetimeFigureOut">
              <a:rPr lang="ko-KR" altLang="en-US" smtClean="0"/>
              <a:pPr/>
              <a:t>2017-09-09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7746E-731D-4481-A13A-DF2754CFBD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E8970E-07AD-44F5-9445-B36A03E0833B}" type="datetimeFigureOut">
              <a:rPr lang="ko-KR" altLang="en-US" smtClean="0"/>
              <a:pPr/>
              <a:t>2017-09-09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D7746E-731D-4481-A13A-DF2754CFBD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www.typescriptlang.org/index.html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err="1" smtClean="0"/>
              <a:t>TypeScript</a:t>
            </a:r>
            <a:r>
              <a:rPr lang="en-US" altLang="ko-KR" dirty="0" smtClean="0"/>
              <a:t> </a:t>
            </a:r>
            <a:r>
              <a:rPr lang="ko-KR" altLang="en-US" dirty="0" smtClean="0"/>
              <a:t>소개 및 환경설정</a:t>
            </a:r>
            <a:endParaRPr lang="ko-KR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938" y="952500"/>
            <a:ext cx="7858125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https://nodejs.org/en/</a:t>
            </a:r>
            <a:endParaRPr lang="ko-KR" altLang="en-US" sz="2400" dirty="0"/>
          </a:p>
        </p:txBody>
      </p:sp>
      <p:sp>
        <p:nvSpPr>
          <p:cNvPr id="5" name="아래쪽 화살표 4"/>
          <p:cNvSpPr/>
          <p:nvPr/>
        </p:nvSpPr>
        <p:spPr>
          <a:xfrm rot="3747042">
            <a:off x="7459212" y="3771768"/>
            <a:ext cx="357190" cy="42862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6392926" y="3082283"/>
            <a:ext cx="27510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Typescript</a:t>
            </a:r>
            <a:r>
              <a:rPr lang="ko-KR" altLang="en-US" b="1" dirty="0" smtClean="0">
                <a:solidFill>
                  <a:srgbClr val="FF0000"/>
                </a:solidFill>
              </a:rPr>
              <a:t>를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하기위한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en-US" altLang="ko-KR" b="1" dirty="0" smtClean="0">
                <a:solidFill>
                  <a:srgbClr val="FF0000"/>
                </a:solidFill>
              </a:rPr>
              <a:t>node.js</a:t>
            </a:r>
            <a:r>
              <a:rPr lang="ko-KR" altLang="en-US" b="1" dirty="0" smtClean="0">
                <a:solidFill>
                  <a:srgbClr val="FF0000"/>
                </a:solidFill>
              </a:rPr>
              <a:t>를 먼저 설치한다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340767"/>
            <a:ext cx="6384466" cy="1698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/>
              <a:t>n</a:t>
            </a:r>
            <a:r>
              <a:rPr lang="en-US" altLang="ko-KR" sz="2400" dirty="0" smtClean="0"/>
              <a:t>ode.js </a:t>
            </a:r>
            <a:r>
              <a:rPr lang="ko-KR" altLang="en-US" sz="2400" dirty="0" smtClean="0"/>
              <a:t>설치</a:t>
            </a:r>
            <a:r>
              <a:rPr lang="en-US" altLang="ko-KR" sz="2400" dirty="0" smtClean="0"/>
              <a:t>(1)</a:t>
            </a:r>
            <a:endParaRPr lang="ko-KR" altLang="en-US" sz="2400" dirty="0"/>
          </a:p>
        </p:txBody>
      </p:sp>
      <p:sp>
        <p:nvSpPr>
          <p:cNvPr id="5" name="아래쪽 화살표 4"/>
          <p:cNvSpPr/>
          <p:nvPr/>
        </p:nvSpPr>
        <p:spPr>
          <a:xfrm rot="914632">
            <a:off x="2661778" y="2979926"/>
            <a:ext cx="505910" cy="43077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99992" y="3316445"/>
            <a:ext cx="4214842" cy="3270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3573016"/>
            <a:ext cx="4094287" cy="2619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오른쪽 화살표 3"/>
          <p:cNvSpPr/>
          <p:nvPr/>
        </p:nvSpPr>
        <p:spPr>
          <a:xfrm>
            <a:off x="3959525" y="4675516"/>
            <a:ext cx="684484" cy="39024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node.js </a:t>
            </a:r>
            <a:r>
              <a:rPr lang="ko-KR" altLang="en-US" sz="2400" dirty="0" smtClean="0"/>
              <a:t>설치</a:t>
            </a:r>
            <a:r>
              <a:rPr lang="en-US" altLang="ko-KR" sz="2400" dirty="0" smtClean="0"/>
              <a:t>(2) - </a:t>
            </a:r>
            <a:r>
              <a:rPr lang="ko-KR" altLang="en-US" sz="2400" dirty="0" smtClean="0"/>
              <a:t>동의</a:t>
            </a:r>
            <a:endParaRPr lang="ko-KR" altLang="en-US" sz="24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71670" y="1785926"/>
            <a:ext cx="4857750" cy="379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node.js </a:t>
            </a:r>
            <a:r>
              <a:rPr lang="ko-KR" altLang="en-US" sz="2400" dirty="0" smtClean="0"/>
              <a:t>설치</a:t>
            </a:r>
            <a:r>
              <a:rPr lang="en-US" altLang="ko-KR" sz="2400" dirty="0" smtClean="0"/>
              <a:t>(3)-</a:t>
            </a:r>
            <a:r>
              <a:rPr lang="ko-KR" altLang="en-US" sz="2400" dirty="0" smtClean="0"/>
              <a:t>설치경로 지정</a:t>
            </a:r>
            <a:endParaRPr lang="ko-KR" altLang="en-US" sz="24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71670" y="1928802"/>
            <a:ext cx="4800600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node.js </a:t>
            </a:r>
            <a:r>
              <a:rPr lang="ko-KR" altLang="en-US" sz="2400" dirty="0" smtClean="0"/>
              <a:t>설치</a:t>
            </a:r>
            <a:r>
              <a:rPr lang="en-US" altLang="ko-KR" sz="2400" dirty="0" smtClean="0"/>
              <a:t>(4)-</a:t>
            </a:r>
            <a:r>
              <a:rPr lang="en-US" altLang="ko-KR" sz="2400" b="1" dirty="0" err="1" smtClean="0">
                <a:solidFill>
                  <a:srgbClr val="FF0000"/>
                </a:solidFill>
              </a:rPr>
              <a:t>npm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도 같이 설치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57356" y="1785926"/>
            <a:ext cx="4857750" cy="3781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node.js </a:t>
            </a:r>
            <a:r>
              <a:rPr lang="ko-KR" altLang="en-US" sz="2400" dirty="0" smtClean="0"/>
              <a:t>설치</a:t>
            </a:r>
            <a:r>
              <a:rPr lang="en-US" altLang="ko-KR" sz="2400" dirty="0" smtClean="0"/>
              <a:t>(5)-</a:t>
            </a:r>
            <a:r>
              <a:rPr lang="ko-KR" altLang="en-US" sz="2400" dirty="0" smtClean="0"/>
              <a:t>설치시작</a:t>
            </a:r>
            <a:endParaRPr lang="ko-KR" altLang="en-US" sz="24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28794" y="2000240"/>
            <a:ext cx="4810125" cy="380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node.js </a:t>
            </a:r>
            <a:r>
              <a:rPr lang="ko-KR" altLang="en-US" sz="2400" dirty="0" smtClean="0"/>
              <a:t>설치</a:t>
            </a:r>
            <a:r>
              <a:rPr lang="en-US" altLang="ko-KR" sz="2400" dirty="0" smtClean="0"/>
              <a:t>(6)-</a:t>
            </a:r>
            <a:r>
              <a:rPr lang="ko-KR" altLang="en-US" sz="2400" dirty="0" smtClean="0"/>
              <a:t>설치진행</a:t>
            </a:r>
            <a:endParaRPr lang="ko-KR" altLang="en-US" sz="2400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28794" y="1928802"/>
            <a:ext cx="4848225" cy="379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node.js </a:t>
            </a:r>
            <a:r>
              <a:rPr lang="ko-KR" altLang="en-US" sz="2400" dirty="0" smtClean="0"/>
              <a:t>설치</a:t>
            </a:r>
            <a:r>
              <a:rPr lang="en-US" altLang="ko-KR" sz="2400" dirty="0" smtClean="0"/>
              <a:t>(7)-</a:t>
            </a:r>
            <a:r>
              <a:rPr lang="ko-KR" altLang="en-US" sz="2400" dirty="0" smtClean="0"/>
              <a:t>설치진행</a:t>
            </a:r>
            <a:endParaRPr lang="ko-KR" altLang="en-US" sz="2400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71670" y="1857364"/>
            <a:ext cx="4819650" cy="380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node.js </a:t>
            </a:r>
            <a:r>
              <a:rPr lang="ko-KR" altLang="en-US" sz="2400" dirty="0" smtClean="0"/>
              <a:t>설치 버전 </a:t>
            </a:r>
            <a:r>
              <a:rPr lang="ko-KR" altLang="en-US" sz="2400" dirty="0" err="1" smtClean="0"/>
              <a:t>확인및</a:t>
            </a:r>
            <a:r>
              <a:rPr lang="ko-KR" altLang="en-US" sz="2400" dirty="0" smtClean="0"/>
              <a:t> </a:t>
            </a:r>
            <a:r>
              <a:rPr lang="en-US" altLang="ko-KR" sz="2400" dirty="0" smtClean="0"/>
              <a:t>typescript </a:t>
            </a:r>
            <a:r>
              <a:rPr lang="ko-KR" altLang="en-US" sz="2400" dirty="0" smtClean="0"/>
              <a:t>설치</a:t>
            </a:r>
            <a:r>
              <a:rPr lang="en-US" altLang="ko-KR" sz="2400" dirty="0" smtClean="0"/>
              <a:t/>
            </a:r>
            <a:br>
              <a:rPr lang="en-US" altLang="ko-KR" sz="2400" dirty="0" smtClean="0"/>
            </a:br>
            <a:r>
              <a:rPr lang="en-US" altLang="ko-KR" sz="2400" b="1" dirty="0" err="1" smtClean="0">
                <a:solidFill>
                  <a:srgbClr val="FF0000"/>
                </a:solidFill>
              </a:rPr>
              <a:t>npm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 install –g typescript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245" y="1916832"/>
            <a:ext cx="8640960" cy="40931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8131" y="4429132"/>
            <a:ext cx="5865550" cy="18760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396819"/>
            <a:ext cx="4608512" cy="26837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Typescript</a:t>
            </a:r>
            <a:r>
              <a:rPr lang="ko-KR" altLang="en-US" sz="2400" dirty="0" smtClean="0"/>
              <a:t>의 설치 경로 확인</a:t>
            </a:r>
            <a:r>
              <a:rPr lang="en-US" altLang="ko-KR" sz="2400" dirty="0" smtClean="0"/>
              <a:t>(</a:t>
            </a:r>
            <a:r>
              <a:rPr lang="en-US" altLang="ko-KR" sz="2400" dirty="0" err="1" smtClean="0"/>
              <a:t>npm</a:t>
            </a:r>
            <a:r>
              <a:rPr lang="en-US" altLang="ko-KR" sz="2400" dirty="0" smtClean="0"/>
              <a:t>\</a:t>
            </a:r>
            <a:r>
              <a:rPr lang="en-US" altLang="ko-KR" sz="2400" dirty="0" err="1" smtClean="0"/>
              <a:t>node_modules</a:t>
            </a:r>
            <a:r>
              <a:rPr lang="en-US" altLang="ko-KR" sz="2400" dirty="0" smtClean="0"/>
              <a:t>)</a:t>
            </a:r>
            <a:endParaRPr lang="ko-KR" altLang="en-US" sz="2400" dirty="0"/>
          </a:p>
        </p:txBody>
      </p:sp>
      <p:sp>
        <p:nvSpPr>
          <p:cNvPr id="5" name="아래쪽 화살표 4"/>
          <p:cNvSpPr/>
          <p:nvPr/>
        </p:nvSpPr>
        <p:spPr>
          <a:xfrm rot="3079084">
            <a:off x="3636330" y="3501443"/>
            <a:ext cx="357190" cy="35719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오른쪽 화살표 6"/>
          <p:cNvSpPr/>
          <p:nvPr/>
        </p:nvSpPr>
        <p:spPr>
          <a:xfrm rot="1369517">
            <a:off x="3851649" y="4959773"/>
            <a:ext cx="428628" cy="3571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938" y="1438275"/>
            <a:ext cx="8620125" cy="3981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Typescript</a:t>
            </a:r>
            <a:r>
              <a:rPr lang="ko-KR" altLang="en-US" sz="2400" dirty="0" smtClean="0"/>
              <a:t>의 실행파일 확인</a:t>
            </a:r>
            <a:endParaRPr lang="ko-KR" altLang="en-US" sz="2400" dirty="0"/>
          </a:p>
        </p:txBody>
      </p:sp>
      <p:sp>
        <p:nvSpPr>
          <p:cNvPr id="6" name="오른쪽 화살표 5"/>
          <p:cNvSpPr/>
          <p:nvPr/>
        </p:nvSpPr>
        <p:spPr>
          <a:xfrm rot="2086991">
            <a:off x="3428992" y="2857496"/>
            <a:ext cx="357190" cy="2857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3206662"/>
            <a:ext cx="5421538" cy="14859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2400" dirty="0" smtClean="0">
                <a:hlinkClick r:id="rId2"/>
              </a:rPr>
              <a:t>Visual Studio Code </a:t>
            </a:r>
            <a:r>
              <a:rPr lang="ko-KR" altLang="en-US" sz="2400" dirty="0" smtClean="0">
                <a:hlinkClick r:id="rId2"/>
              </a:rPr>
              <a:t>다운로드</a:t>
            </a:r>
            <a:r>
              <a:rPr lang="en-US" altLang="ko-KR" sz="2400" dirty="0" smtClean="0">
                <a:hlinkClick r:id="rId2"/>
              </a:rPr>
              <a:t/>
            </a:r>
            <a:br>
              <a:rPr lang="en-US" altLang="ko-KR" sz="2400" dirty="0" smtClean="0">
                <a:hlinkClick r:id="rId2"/>
              </a:rPr>
            </a:br>
            <a:r>
              <a:rPr lang="en-US" altLang="ko-KR" sz="2400" dirty="0" smtClean="0">
                <a:hlinkClick r:id="rId2"/>
              </a:rPr>
              <a:t>https://www.typescriptlang.org/index.html#download-links</a:t>
            </a:r>
            <a:r>
              <a:rPr lang="en-US" altLang="ko-KR" sz="2400" dirty="0" smtClean="0"/>
              <a:t/>
            </a:r>
            <a:br>
              <a:rPr lang="en-US" altLang="ko-KR" sz="2400" dirty="0" smtClean="0"/>
            </a:br>
            <a:endParaRPr lang="ko-KR" altLang="en-US" sz="24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2910" y="1714488"/>
            <a:ext cx="8072462" cy="447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아래쪽 화살표 4"/>
          <p:cNvSpPr/>
          <p:nvPr/>
        </p:nvSpPr>
        <p:spPr>
          <a:xfrm rot="1892431">
            <a:off x="6782180" y="4924800"/>
            <a:ext cx="357190" cy="35719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3492641"/>
            <a:ext cx="5151140" cy="18927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Visual Studio code </a:t>
            </a:r>
            <a:r>
              <a:rPr lang="ko-KR" altLang="en-US" sz="2400" dirty="0" smtClean="0"/>
              <a:t>프로그램 다운로드</a:t>
            </a:r>
            <a:endParaRPr lang="ko-KR" altLang="en-US" sz="24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3981" y="1644367"/>
            <a:ext cx="2571768" cy="27946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오른쪽 화살표 5"/>
          <p:cNvSpPr/>
          <p:nvPr/>
        </p:nvSpPr>
        <p:spPr>
          <a:xfrm rot="2421928">
            <a:off x="4089843" y="4188986"/>
            <a:ext cx="571504" cy="50006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Visual Studio Code </a:t>
            </a:r>
            <a:r>
              <a:rPr lang="ko-KR" altLang="en-US" sz="2400" dirty="0" smtClean="0"/>
              <a:t>설치</a:t>
            </a:r>
            <a:r>
              <a:rPr lang="en-US" altLang="ko-KR" sz="2400" dirty="0" smtClean="0"/>
              <a:t>(1)</a:t>
            </a:r>
            <a:endParaRPr lang="ko-KR" altLang="en-US" sz="2400" dirty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43108" y="1643050"/>
            <a:ext cx="4867275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Visual Studio Code </a:t>
            </a:r>
            <a:r>
              <a:rPr lang="ko-KR" altLang="en-US" sz="2400" dirty="0" smtClean="0"/>
              <a:t>설치</a:t>
            </a:r>
            <a:r>
              <a:rPr lang="en-US" altLang="ko-KR" sz="2400" dirty="0" smtClean="0"/>
              <a:t>(2)-</a:t>
            </a:r>
            <a:r>
              <a:rPr lang="ko-KR" altLang="en-US" sz="2400" dirty="0" smtClean="0"/>
              <a:t>동의</a:t>
            </a:r>
            <a:endParaRPr lang="ko-KR" altLang="en-US" sz="24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71670" y="1571612"/>
            <a:ext cx="4867275" cy="3781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Visual Studio Code </a:t>
            </a:r>
            <a:r>
              <a:rPr lang="ko-KR" altLang="en-US" sz="2400" dirty="0" smtClean="0"/>
              <a:t>설치</a:t>
            </a:r>
            <a:r>
              <a:rPr lang="en-US" altLang="ko-KR" sz="2400" dirty="0" smtClean="0"/>
              <a:t>(3)-</a:t>
            </a:r>
            <a:r>
              <a:rPr lang="ko-KR" altLang="en-US" sz="2400" dirty="0" smtClean="0"/>
              <a:t>설치 경로 지정</a:t>
            </a:r>
            <a:endParaRPr lang="ko-KR" altLang="en-US" sz="2400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14546" y="2143116"/>
            <a:ext cx="4848225" cy="3771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Visual Studio Code </a:t>
            </a:r>
            <a:r>
              <a:rPr lang="ko-KR" altLang="en-US" sz="2400" dirty="0" smtClean="0"/>
              <a:t>설치</a:t>
            </a:r>
            <a:r>
              <a:rPr lang="en-US" altLang="ko-KR" sz="2400" dirty="0" smtClean="0"/>
              <a:t>(4)-</a:t>
            </a:r>
            <a:r>
              <a:rPr lang="ko-KR" altLang="en-US" sz="2400" dirty="0" smtClean="0"/>
              <a:t>시작 메뉴 폴더 선택</a:t>
            </a:r>
            <a:endParaRPr lang="ko-KR" altLang="en-US" sz="2400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00232" y="1857364"/>
            <a:ext cx="4895850" cy="380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Visual Studio Code </a:t>
            </a:r>
            <a:r>
              <a:rPr lang="ko-KR" altLang="en-US" sz="2400" dirty="0" smtClean="0"/>
              <a:t>설치</a:t>
            </a:r>
            <a:r>
              <a:rPr lang="en-US" altLang="ko-KR" sz="2400" dirty="0" smtClean="0"/>
              <a:t>(5)-</a:t>
            </a:r>
            <a:r>
              <a:rPr lang="ko-KR" altLang="en-US" sz="2400" dirty="0" smtClean="0"/>
              <a:t>추가 작업 선택</a:t>
            </a:r>
            <a:endParaRPr lang="ko-KR" altLang="en-US" sz="2400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28794" y="2000240"/>
            <a:ext cx="4886325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Visual Studio Code </a:t>
            </a:r>
            <a:r>
              <a:rPr lang="ko-KR" altLang="en-US" sz="2400" dirty="0" smtClean="0"/>
              <a:t>설치</a:t>
            </a:r>
            <a:r>
              <a:rPr lang="en-US" altLang="ko-KR" sz="2400" dirty="0" smtClean="0"/>
              <a:t>(6)-</a:t>
            </a:r>
            <a:r>
              <a:rPr lang="ko-KR" altLang="en-US" sz="2400" dirty="0" smtClean="0"/>
              <a:t>설치시작</a:t>
            </a:r>
            <a:endParaRPr lang="ko-KR" altLang="en-US" sz="2400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28794" y="2071678"/>
            <a:ext cx="4895850" cy="3771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Visual Studio Code </a:t>
            </a:r>
            <a:r>
              <a:rPr lang="ko-KR" altLang="en-US" sz="2400" dirty="0" smtClean="0"/>
              <a:t>설치</a:t>
            </a:r>
            <a:r>
              <a:rPr lang="en-US" altLang="ko-KR" sz="2400" dirty="0" smtClean="0"/>
              <a:t>(7)-</a:t>
            </a:r>
            <a:r>
              <a:rPr lang="ko-KR" altLang="en-US" sz="2400" dirty="0" smtClean="0"/>
              <a:t>설치 마무리</a:t>
            </a:r>
            <a:endParaRPr lang="ko-KR" altLang="en-US" sz="2400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472" y="1643050"/>
            <a:ext cx="3775265" cy="2928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43438" y="3214686"/>
            <a:ext cx="4081457" cy="31868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아래쪽 화살표 5"/>
          <p:cNvSpPr/>
          <p:nvPr/>
        </p:nvSpPr>
        <p:spPr>
          <a:xfrm rot="18298587">
            <a:off x="4238400" y="3428774"/>
            <a:ext cx="377413" cy="42862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Visual Studio Code </a:t>
            </a:r>
            <a:r>
              <a:rPr lang="ko-KR" altLang="en-US" sz="2400" dirty="0" smtClean="0"/>
              <a:t>실행화면</a:t>
            </a:r>
            <a:endParaRPr lang="ko-KR" altLang="en-US" sz="2400" dirty="0"/>
          </a:p>
        </p:txBody>
      </p:sp>
      <p:pic>
        <p:nvPicPr>
          <p:cNvPr id="1331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57290" y="1714488"/>
            <a:ext cx="6282416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 smtClean="0"/>
              <a:t>저장위치 지정</a:t>
            </a:r>
            <a:r>
              <a:rPr lang="en-US" altLang="ko-KR" sz="2400" dirty="0" smtClean="0"/>
              <a:t>(</a:t>
            </a:r>
            <a:r>
              <a:rPr lang="en-US" altLang="ko-KR" sz="2400" dirty="0" smtClean="0"/>
              <a:t>typescript\</a:t>
            </a:r>
            <a:r>
              <a:rPr lang="en-US" altLang="ko-KR" sz="2400" dirty="0" err="1" smtClean="0"/>
              <a:t>s</a:t>
            </a:r>
            <a:r>
              <a:rPr lang="en-US" altLang="ko-KR" sz="2400" dirty="0" err="1" smtClean="0"/>
              <a:t>rc</a:t>
            </a:r>
            <a:r>
              <a:rPr lang="en-US" altLang="ko-KR" sz="2400" dirty="0" smtClean="0"/>
              <a:t>)</a:t>
            </a:r>
            <a:endParaRPr lang="ko-KR" altLang="en-US" sz="2400" dirty="0"/>
          </a:p>
        </p:txBody>
      </p:sp>
      <p:sp>
        <p:nvSpPr>
          <p:cNvPr id="5" name="아래쪽 화살표 4"/>
          <p:cNvSpPr/>
          <p:nvPr/>
        </p:nvSpPr>
        <p:spPr>
          <a:xfrm>
            <a:off x="6000760" y="5286388"/>
            <a:ext cx="428628" cy="28575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484785"/>
            <a:ext cx="2342228" cy="259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1545" y="2924944"/>
            <a:ext cx="5368851" cy="30112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오른쪽 화살표 2"/>
          <p:cNvSpPr/>
          <p:nvPr/>
        </p:nvSpPr>
        <p:spPr>
          <a:xfrm rot="979778">
            <a:off x="2699792" y="3501008"/>
            <a:ext cx="360040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 smtClean="0"/>
              <a:t>간단한 기본 </a:t>
            </a:r>
            <a:r>
              <a:rPr lang="ko-KR" altLang="en-US" sz="2400" dirty="0" smtClean="0"/>
              <a:t>설정</a:t>
            </a:r>
            <a:r>
              <a:rPr lang="en-US" altLang="ko-KR" sz="2400" dirty="0" smtClean="0"/>
              <a:t>(</a:t>
            </a:r>
            <a:r>
              <a:rPr lang="ko-KR" altLang="en-US" sz="2400" dirty="0" smtClean="0"/>
              <a:t>기본설정</a:t>
            </a:r>
            <a:r>
              <a:rPr lang="en-US" altLang="ko-KR" sz="2400" dirty="0" smtClean="0"/>
              <a:t>-&gt;</a:t>
            </a:r>
            <a:r>
              <a:rPr lang="ko-KR" altLang="en-US" sz="2400" dirty="0" smtClean="0"/>
              <a:t>설정</a:t>
            </a:r>
            <a:r>
              <a:rPr lang="en-US" altLang="ko-KR" sz="2400" dirty="0" smtClean="0"/>
              <a:t>)</a:t>
            </a:r>
            <a:endParaRPr lang="ko-KR" alt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57884" y="2500306"/>
            <a:ext cx="2857520" cy="2714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8596" y="1714488"/>
            <a:ext cx="2307479" cy="3000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714612" y="3571876"/>
            <a:ext cx="2619375" cy="176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오른쪽 화살표 6"/>
          <p:cNvSpPr/>
          <p:nvPr/>
        </p:nvSpPr>
        <p:spPr>
          <a:xfrm>
            <a:off x="5143504" y="3429000"/>
            <a:ext cx="500066" cy="3571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 smtClean="0"/>
              <a:t>설정을 복사해서 편집</a:t>
            </a:r>
            <a:endParaRPr lang="ko-KR" altLang="en-US" sz="24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596" y="2071678"/>
            <a:ext cx="3759895" cy="3571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오른쪽 화살표 4"/>
          <p:cNvSpPr/>
          <p:nvPr/>
        </p:nvSpPr>
        <p:spPr>
          <a:xfrm>
            <a:off x="4357686" y="3714752"/>
            <a:ext cx="571504" cy="42862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86313" y="2214554"/>
            <a:ext cx="3614777" cy="12961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아래쪽 화살표 2"/>
          <p:cNvSpPr/>
          <p:nvPr/>
        </p:nvSpPr>
        <p:spPr>
          <a:xfrm rot="8804179">
            <a:off x="539553" y="5724320"/>
            <a:ext cx="360040" cy="5040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024705" y="5976348"/>
            <a:ext cx="78357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 smtClean="0">
                <a:solidFill>
                  <a:srgbClr val="FF0000"/>
                </a:solidFill>
              </a:rPr>
              <a:t>클릭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-&gt;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편집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(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복사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) 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가능하다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.(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오른쪽에 복사해서 편집을 하면 된다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.)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 smtClean="0"/>
              <a:t>예제 작성 및 </a:t>
            </a:r>
            <a:r>
              <a:rPr lang="ko-KR" altLang="en-US" sz="2400" dirty="0" smtClean="0"/>
              <a:t>실행방법</a:t>
            </a:r>
            <a:r>
              <a:rPr lang="en-US" altLang="ko-KR" sz="2400" dirty="0" smtClean="0"/>
              <a:t>(test1.ts)</a:t>
            </a:r>
            <a:endParaRPr lang="ko-KR" altLang="en-US" sz="2400" dirty="0"/>
          </a:p>
        </p:txBody>
      </p:sp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19872" y="1340768"/>
            <a:ext cx="3492058" cy="1285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아래쪽 화살표 6"/>
          <p:cNvSpPr/>
          <p:nvPr/>
        </p:nvSpPr>
        <p:spPr>
          <a:xfrm rot="2193265">
            <a:off x="3201958" y="2904857"/>
            <a:ext cx="357190" cy="42862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오른쪽 화살표 7"/>
          <p:cNvSpPr/>
          <p:nvPr/>
        </p:nvSpPr>
        <p:spPr>
          <a:xfrm rot="21424409">
            <a:off x="2691279" y="1852934"/>
            <a:ext cx="500066" cy="42862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4738783" y="2840645"/>
            <a:ext cx="3385863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컴파일 형식</a:t>
            </a:r>
            <a:r>
              <a:rPr lang="en-US" altLang="ko-KR" b="1" dirty="0" smtClean="0">
                <a:solidFill>
                  <a:srgbClr val="FF0000"/>
                </a:solidFill>
              </a:rPr>
              <a:t>) </a:t>
            </a:r>
            <a:r>
              <a:rPr lang="en-US" altLang="ko-KR" b="1" dirty="0" err="1" smtClean="0">
                <a:solidFill>
                  <a:srgbClr val="FF0000"/>
                </a:solidFill>
              </a:rPr>
              <a:t>tsc</a:t>
            </a:r>
            <a:r>
              <a:rPr lang="en-US" altLang="ko-KR" b="1" dirty="0" smtClean="0">
                <a:solidFill>
                  <a:srgbClr val="FF0000"/>
                </a:solidFill>
              </a:rPr>
              <a:t> </a:t>
            </a:r>
            <a:r>
              <a:rPr lang="ko-KR" altLang="en-US" b="1" dirty="0" smtClean="0">
                <a:solidFill>
                  <a:srgbClr val="FF0000"/>
                </a:solidFill>
              </a:rPr>
              <a:t>예제파일명</a:t>
            </a:r>
            <a:r>
              <a:rPr lang="en-US" altLang="ko-KR" b="1" dirty="0" smtClean="0">
                <a:solidFill>
                  <a:srgbClr val="FF0000"/>
                </a:solidFill>
              </a:rPr>
              <a:t>.</a:t>
            </a:r>
            <a:r>
              <a:rPr lang="en-US" altLang="ko-KR" b="1" dirty="0" err="1" smtClean="0">
                <a:solidFill>
                  <a:srgbClr val="FF0000"/>
                </a:solidFill>
              </a:rPr>
              <a:t>ts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실행 형식</a:t>
            </a:r>
            <a:r>
              <a:rPr lang="en-US" altLang="ko-KR" b="1" dirty="0" smtClean="0">
                <a:solidFill>
                  <a:srgbClr val="FF0000"/>
                </a:solidFill>
              </a:rPr>
              <a:t>) node </a:t>
            </a:r>
            <a:r>
              <a:rPr lang="ko-KR" altLang="en-US" b="1" dirty="0" smtClean="0">
                <a:solidFill>
                  <a:srgbClr val="FF0000"/>
                </a:solidFill>
              </a:rPr>
              <a:t>예제파일명</a:t>
            </a:r>
            <a:r>
              <a:rPr lang="en-US" altLang="ko-KR" b="1" dirty="0" smtClean="0">
                <a:solidFill>
                  <a:srgbClr val="FF0000"/>
                </a:solidFill>
              </a:rPr>
              <a:t>.</a:t>
            </a:r>
            <a:r>
              <a:rPr lang="en-US" altLang="ko-KR" b="1" dirty="0" err="1" smtClean="0">
                <a:solidFill>
                  <a:srgbClr val="FF0000"/>
                </a:solidFill>
              </a:rPr>
              <a:t>js</a:t>
            </a:r>
            <a:endParaRPr lang="en-US" altLang="ko-KR" b="1" dirty="0" smtClean="0">
              <a:solidFill>
                <a:srgbClr val="FF0000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315" y="1276529"/>
            <a:ext cx="1966984" cy="2080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955" y="3742514"/>
            <a:ext cx="3735569" cy="2488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976" y="4077072"/>
            <a:ext cx="4680520" cy="2028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오른쪽 화살표 2"/>
          <p:cNvSpPr/>
          <p:nvPr/>
        </p:nvSpPr>
        <p:spPr>
          <a:xfrm>
            <a:off x="4002524" y="4869160"/>
            <a:ext cx="353452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 smtClean="0"/>
              <a:t>단축키</a:t>
            </a:r>
            <a:endParaRPr lang="ko-KR" alt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725" y="1268760"/>
            <a:ext cx="8210550" cy="54511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67099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</TotalTime>
  <Words>207</Words>
  <Application>Microsoft Office PowerPoint</Application>
  <PresentationFormat>화면 슬라이드 쇼(4:3)</PresentationFormat>
  <Paragraphs>32</Paragraphs>
  <Slides>27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28" baseType="lpstr">
      <vt:lpstr>Office 테마</vt:lpstr>
      <vt:lpstr>TypeScript 소개 및 환경설정</vt:lpstr>
      <vt:lpstr>https://nodejs.org/en/</vt:lpstr>
      <vt:lpstr>node.js 설치(1)</vt:lpstr>
      <vt:lpstr>node.js 설치(2) - 동의</vt:lpstr>
      <vt:lpstr>node.js 설치(3)-설치경로 지정</vt:lpstr>
      <vt:lpstr>node.js 설치(4)-npm도 같이 설치</vt:lpstr>
      <vt:lpstr>node.js 설치(5)-설치시작</vt:lpstr>
      <vt:lpstr>node.js 설치(6)-설치진행</vt:lpstr>
      <vt:lpstr>node.js 설치(7)-설치진행</vt:lpstr>
      <vt:lpstr>node.js 설치 버전 확인및 typescript 설치 npm install –g typescript</vt:lpstr>
      <vt:lpstr>Typescript의 설치 경로 확인(npm\node_modules)</vt:lpstr>
      <vt:lpstr>Typescript의 실행파일 확인</vt:lpstr>
      <vt:lpstr>Visual Studio Code 다운로드 https://www.typescriptlang.org/index.html#download-links </vt:lpstr>
      <vt:lpstr>Visual Studio code 프로그램 다운로드</vt:lpstr>
      <vt:lpstr>Visual Studio Code 설치(1)</vt:lpstr>
      <vt:lpstr>Visual Studio Code 설치(2)-동의</vt:lpstr>
      <vt:lpstr>Visual Studio Code 설치(3)-설치 경로 지정</vt:lpstr>
      <vt:lpstr>Visual Studio Code 설치(4)-시작 메뉴 폴더 선택</vt:lpstr>
      <vt:lpstr>Visual Studio Code 설치(5)-추가 작업 선택</vt:lpstr>
      <vt:lpstr>Visual Studio Code 설치(6)-설치시작</vt:lpstr>
      <vt:lpstr>Visual Studio Code 설치(7)-설치 마무리</vt:lpstr>
      <vt:lpstr>Visual Studio Code 실행화면</vt:lpstr>
      <vt:lpstr>저장위치 지정(typescript\src)</vt:lpstr>
      <vt:lpstr>간단한 기본 설정(기본설정-&gt;설정)</vt:lpstr>
      <vt:lpstr>설정을 복사해서 편집</vt:lpstr>
      <vt:lpstr>예제 작성 및 실행방법(test1.ts)</vt:lpstr>
      <vt:lpstr>단축키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kitcoop</dc:creator>
  <cp:lastModifiedBy>User</cp:lastModifiedBy>
  <cp:revision>50</cp:revision>
  <dcterms:created xsi:type="dcterms:W3CDTF">2017-04-04T08:44:42Z</dcterms:created>
  <dcterms:modified xsi:type="dcterms:W3CDTF">2017-09-09T10:02:44Z</dcterms:modified>
</cp:coreProperties>
</file>