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25"/>
            <a:ext cx="8640960" cy="1470025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Angular 2 </a:t>
            </a:r>
            <a:r>
              <a:rPr lang="ko-KR" altLang="en-US" sz="3600" dirty="0" smtClean="0"/>
              <a:t>프로그래밍을 위한 환경 설정</a:t>
            </a:r>
            <a:endParaRPr lang="ko-KR" alt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1080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1.npm </a:t>
            </a:r>
            <a:r>
              <a:rPr lang="ko-KR" altLang="en-US" sz="2400" dirty="0" smtClean="0"/>
              <a:t>먼저 설치 후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init --yes)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package.json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자동생성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1714488"/>
            <a:ext cx="6829425" cy="4805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2.npm install –g typescript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525" y="2047875"/>
            <a:ext cx="83629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5214950"/>
            <a:ext cx="371475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3.package.js</a:t>
            </a:r>
            <a:r>
              <a:rPr lang="ko-KR" altLang="en-US" sz="2400" dirty="0" smtClean="0"/>
              <a:t>파일을 생성 한 후</a:t>
            </a:r>
            <a:r>
              <a:rPr lang="en-US" altLang="ko-KR" sz="2400" dirty="0" smtClean="0"/>
              <a:t>=&gt;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 install (</a:t>
            </a:r>
            <a:r>
              <a:rPr lang="ko-KR" altLang="en-US" sz="2400" dirty="0" smtClean="0"/>
              <a:t>모듈 설치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643050"/>
            <a:ext cx="8648700" cy="4962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4.npm start (</a:t>
            </a:r>
            <a:r>
              <a:rPr lang="ko-KR" altLang="en-US" sz="2400" dirty="0" smtClean="0"/>
              <a:t>개발서버 가동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428736"/>
            <a:ext cx="8524903" cy="403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 rot="7483979">
            <a:off x="4470959" y="2783170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643438" y="3571876"/>
            <a:ext cx="3549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FF0000"/>
                </a:solidFill>
              </a:rPr>
              <a:t>기본적으로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index.html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파일을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찾게되는데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ko-KR" altLang="en-US" sz="1400" b="1" dirty="0" err="1" smtClean="0">
                <a:solidFill>
                  <a:srgbClr val="FF0000"/>
                </a:solidFill>
              </a:rPr>
              <a:t>못찾으면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404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에러가 발생이 된다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</a:t>
            </a:r>
            <a:r>
              <a:rPr lang="ko-KR" altLang="en-US" sz="2400" dirty="0" smtClean="0"/>
              <a:t>에러가 발생되면 </a:t>
            </a:r>
            <a:r>
              <a:rPr lang="en-US" altLang="ko-KR" sz="2400" dirty="0" err="1" smtClean="0"/>
              <a:t>npm</a:t>
            </a:r>
            <a:r>
              <a:rPr lang="en-US" altLang="ko-KR" sz="2400" dirty="0" smtClean="0"/>
              <a:t>-debug</a:t>
            </a:r>
            <a:r>
              <a:rPr lang="ko-KR" altLang="en-US" sz="2400" dirty="0" smtClean="0"/>
              <a:t>파일 생성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2214554"/>
            <a:ext cx="671512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3357554" y="3714752"/>
            <a:ext cx="214314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928926" y="4071942"/>
            <a:ext cx="2151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FF0000"/>
                </a:solidFill>
              </a:rPr>
              <a:t>내용을 확인이 가능하다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6.index.html</a:t>
            </a:r>
            <a:r>
              <a:rPr lang="ko-KR" altLang="en-US" sz="2400" dirty="0" smtClean="0"/>
              <a:t>파일을 생성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9" y="1428737"/>
            <a:ext cx="717446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58" y="4857760"/>
            <a:ext cx="34956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18502585">
            <a:off x="5286380" y="4357694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7.npm start (angular2 </a:t>
            </a:r>
            <a:r>
              <a:rPr lang="ko-KR" altLang="en-US" sz="2400" dirty="0" smtClean="0"/>
              <a:t>개발서버 </a:t>
            </a:r>
            <a:r>
              <a:rPr lang="ko-KR" altLang="en-US" sz="2400" dirty="0" err="1" smtClean="0"/>
              <a:t>재가동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785926"/>
            <a:ext cx="8286808" cy="412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8.Angular CLI </a:t>
            </a:r>
            <a:r>
              <a:rPr lang="ko-KR" altLang="en-US" sz="2400" dirty="0" smtClean="0"/>
              <a:t>프로젝트</a:t>
            </a:r>
            <a:endParaRPr lang="ko-KR" altLang="en-US" sz="2400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714488"/>
            <a:ext cx="77724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4143372" y="3357562"/>
            <a:ext cx="500066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9.npm install –g angular-</a:t>
            </a:r>
            <a:r>
              <a:rPr lang="en-US" altLang="ko-KR" sz="2400" dirty="0" err="1" smtClean="0"/>
              <a:t>cli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설치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714488"/>
            <a:ext cx="7786742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4429132"/>
            <a:ext cx="7962923" cy="2226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4071934" y="4214818"/>
            <a:ext cx="42862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Angular CLI </a:t>
            </a:r>
            <a:r>
              <a:rPr lang="ko-KR" altLang="en-US" sz="2400" dirty="0" smtClean="0"/>
              <a:t>소개</a:t>
            </a:r>
            <a:endParaRPr lang="ko-KR" altLang="en-US" sz="2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1472" y="2071678"/>
            <a:ext cx="8229600" cy="337354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1800" dirty="0" err="1" smtClean="0"/>
              <a:t>Angualr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프로젝트 생성</a:t>
            </a:r>
            <a:endParaRPr lang="en-US" altLang="ko-KR" sz="1800" dirty="0" smtClean="0"/>
          </a:p>
          <a:p>
            <a:pPr>
              <a:buNone/>
            </a:pPr>
            <a:endParaRPr lang="en-US" altLang="ko-KR" sz="1800" dirty="0" smtClean="0"/>
          </a:p>
          <a:p>
            <a:r>
              <a:rPr lang="en-US" altLang="ko-KR" sz="1800" dirty="0" smtClean="0"/>
              <a:t>Angular</a:t>
            </a:r>
            <a:r>
              <a:rPr lang="ko-KR" altLang="en-US" sz="1800" dirty="0" smtClean="0"/>
              <a:t>의 중요 구성요소 추가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컴포넌트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지시자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파이프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서비스</a:t>
            </a:r>
            <a:r>
              <a:rPr lang="en-US" altLang="ko-KR" sz="1800" dirty="0" smtClean="0"/>
              <a:t>)</a:t>
            </a:r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코드 </a:t>
            </a:r>
            <a:r>
              <a:rPr lang="ko-KR" altLang="en-US" sz="1800" dirty="0" err="1" smtClean="0"/>
              <a:t>변경시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빌드를</a:t>
            </a:r>
            <a:r>
              <a:rPr lang="ko-KR" altLang="en-US" sz="1800" dirty="0" smtClean="0"/>
              <a:t> 수행하고 애플리케이션을 </a:t>
            </a:r>
            <a:r>
              <a:rPr lang="ko-KR" altLang="en-US" sz="1800" dirty="0" err="1" smtClean="0"/>
              <a:t>재시작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브라우저 동기화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단위 테스트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종단 테스트와 같은 테스트환경제공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프로젝트 배포를 위한 </a:t>
            </a:r>
            <a:r>
              <a:rPr lang="ko-KR" altLang="en-US" sz="1800" dirty="0" err="1" smtClean="0"/>
              <a:t>패키징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10.Angular CLI </a:t>
            </a:r>
            <a:r>
              <a:rPr lang="ko-KR" altLang="en-US" sz="2400" dirty="0" smtClean="0"/>
              <a:t>프로젝트 생성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500174"/>
            <a:ext cx="7915275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 smtClean="0"/>
              <a:t>11.Angular CLI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500174"/>
            <a:ext cx="4000528" cy="195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3786190"/>
            <a:ext cx="4039398" cy="278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29256" y="4214818"/>
            <a:ext cx="3433017" cy="2038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아래쪽 화살표 7"/>
          <p:cNvSpPr/>
          <p:nvPr/>
        </p:nvSpPr>
        <p:spPr>
          <a:xfrm>
            <a:off x="2714612" y="3429000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4643438" y="4857760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 rot="17063977">
            <a:off x="6896819" y="3682117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00694" y="1928802"/>
            <a:ext cx="3309934" cy="170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</a:t>
            </a:r>
            <a:r>
              <a:rPr lang="ko-KR" altLang="en-US" sz="2400" dirty="0" smtClean="0"/>
              <a:t>생성된 </a:t>
            </a:r>
            <a:r>
              <a:rPr lang="en-US" altLang="ko-KR" sz="2400" dirty="0" smtClean="0"/>
              <a:t>hello-ng2 </a:t>
            </a:r>
            <a:r>
              <a:rPr lang="ko-KR" altLang="en-US" sz="2400" dirty="0" smtClean="0"/>
              <a:t>확인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0562" y="2786058"/>
            <a:ext cx="363855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1500174"/>
            <a:ext cx="290512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 rot="1495349">
            <a:off x="3710333" y="3371529"/>
            <a:ext cx="50006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 </a:t>
            </a:r>
            <a:r>
              <a:rPr lang="en-US" altLang="ko-KR" sz="2400" dirty="0" err="1" smtClean="0"/>
              <a:t>ng</a:t>
            </a:r>
            <a:r>
              <a:rPr lang="en-US" altLang="ko-KR" sz="2400" dirty="0" smtClean="0"/>
              <a:t> serve </a:t>
            </a:r>
            <a:r>
              <a:rPr lang="ko-KR" altLang="en-US" sz="2400" dirty="0" smtClean="0"/>
              <a:t>실행 결과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1357298"/>
            <a:ext cx="7786710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4429132"/>
            <a:ext cx="764386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4286248" y="4000504"/>
            <a:ext cx="42862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14. </a:t>
            </a:r>
            <a:r>
              <a:rPr lang="en-US" altLang="ko-KR" sz="2400" dirty="0" err="1" smtClean="0"/>
              <a:t>ng</a:t>
            </a:r>
            <a:r>
              <a:rPr lang="en-US" altLang="ko-KR" sz="2400" dirty="0" smtClean="0"/>
              <a:t> serve </a:t>
            </a:r>
            <a:r>
              <a:rPr lang="ko-KR" altLang="en-US" sz="2400" dirty="0" smtClean="0"/>
              <a:t>실행 결과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1928802"/>
            <a:ext cx="64293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ng</a:t>
            </a:r>
            <a:r>
              <a:rPr lang="en-US" altLang="ko-KR" dirty="0" smtClean="0"/>
              <a:t> </a:t>
            </a:r>
            <a:r>
              <a:rPr lang="ko-KR" altLang="en-US" dirty="0" smtClean="0"/>
              <a:t>명령어 활용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500034" y="2143116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명령어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역할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 smtClean="0"/>
                        <a:t>ng</a:t>
                      </a:r>
                      <a:r>
                        <a:rPr lang="en-US" altLang="ko-KR" dirty="0" smtClean="0"/>
                        <a:t> g component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err="1" smtClean="0"/>
                        <a:t>컴포넌트명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컴포넌트 추가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ng</a:t>
                      </a:r>
                      <a:r>
                        <a:rPr lang="en-US" altLang="ko-KR" dirty="0" smtClean="0"/>
                        <a:t> g directive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지시자명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지시자 추가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ng</a:t>
                      </a:r>
                      <a:r>
                        <a:rPr lang="en-US" altLang="ko-KR" dirty="0" smtClean="0"/>
                        <a:t> g pipe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err="1" smtClean="0"/>
                        <a:t>파이프명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파이프 추가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ng</a:t>
                      </a:r>
                      <a:r>
                        <a:rPr lang="en-US" altLang="ko-KR" dirty="0" smtClean="0"/>
                        <a:t> g service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err="1" smtClean="0"/>
                        <a:t>서비스명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서비스 추가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1.ng g component hello-comment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컴포넌트 추가하기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1428736"/>
            <a:ext cx="5715040" cy="231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3643314"/>
            <a:ext cx="5686434" cy="2753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오른쪽 화살표 5"/>
          <p:cNvSpPr/>
          <p:nvPr/>
        </p:nvSpPr>
        <p:spPr>
          <a:xfrm>
            <a:off x="5500694" y="5000636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72198" y="4929198"/>
            <a:ext cx="24920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 smtClean="0">
                <a:solidFill>
                  <a:srgbClr val="FF0000"/>
                </a:solidFill>
              </a:rPr>
              <a:t>src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/app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폴더에 관련된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4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개의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ko-KR" altLang="en-US" sz="1400" b="1" dirty="0" smtClean="0">
                <a:solidFill>
                  <a:srgbClr val="FF0000"/>
                </a:solidFill>
              </a:rPr>
              <a:t>파일을 생성시켜준다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컴포넌트 추가 위치 주의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)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2.ng g service hello-service 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서비스 추가하기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357298"/>
            <a:ext cx="6919932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4071934" y="3429000"/>
            <a:ext cx="357190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1538" y="3929066"/>
            <a:ext cx="6929486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71868" y="4857760"/>
            <a:ext cx="5214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solidFill>
                  <a:srgbClr val="FF0000"/>
                </a:solidFill>
              </a:rPr>
              <a:t>컴포넌트에서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사용될때는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provide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라는 속성에 추가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해야 한다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3.ng g pipe hello-pipe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파이프 추가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357298"/>
            <a:ext cx="7143768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아래쪽 화살표 4"/>
          <p:cNvSpPr/>
          <p:nvPr/>
        </p:nvSpPr>
        <p:spPr>
          <a:xfrm>
            <a:off x="4143372" y="3929066"/>
            <a:ext cx="428628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5" y="3929066"/>
            <a:ext cx="7358114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아래쪽 화살표 6"/>
          <p:cNvSpPr/>
          <p:nvPr/>
        </p:nvSpPr>
        <p:spPr>
          <a:xfrm>
            <a:off x="4143372" y="3429000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4.ng g directive hello-directive</a:t>
            </a:r>
            <a:r>
              <a:rPr lang="en-US" altLang="ko-KR" sz="2400" dirty="0" smtClean="0"/>
              <a:t>(</a:t>
            </a:r>
            <a:r>
              <a:rPr lang="ko-KR" altLang="en-US" sz="2400" dirty="0" err="1" smtClean="0"/>
              <a:t>디렉티브</a:t>
            </a:r>
            <a:r>
              <a:rPr lang="ko-KR" altLang="en-US" sz="2400" dirty="0" smtClean="0"/>
              <a:t> 추가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14422"/>
            <a:ext cx="7429552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3" y="3857628"/>
            <a:ext cx="7643866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>
            <a:off x="4000496" y="3357562"/>
            <a:ext cx="357190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5.Angular CLI</a:t>
            </a:r>
            <a:r>
              <a:rPr lang="ko-KR" altLang="en-US" sz="2400" dirty="0" smtClean="0"/>
              <a:t>를 이용한 </a:t>
            </a:r>
            <a:r>
              <a:rPr lang="en-US" altLang="ko-KR" sz="2400" dirty="0" smtClean="0"/>
              <a:t>Angular </a:t>
            </a:r>
            <a:r>
              <a:rPr lang="ko-KR" altLang="en-US" sz="2400" dirty="0" err="1" smtClean="0"/>
              <a:t>빌드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b="1" dirty="0" err="1" smtClean="0">
                <a:solidFill>
                  <a:srgbClr val="FF0000"/>
                </a:solidFill>
              </a:rPr>
              <a:t>ng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 build -prod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6858048" cy="2465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4000504"/>
            <a:ext cx="3000396" cy="2603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아래쪽 화살표 5"/>
          <p:cNvSpPr/>
          <p:nvPr/>
        </p:nvSpPr>
        <p:spPr>
          <a:xfrm rot="2430784">
            <a:off x="3714744" y="3929066"/>
            <a:ext cx="428628" cy="35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25666" y="4000504"/>
            <a:ext cx="491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dist</a:t>
            </a:r>
            <a:r>
              <a:rPr lang="ko-KR" altLang="en-US" b="1" dirty="0" smtClean="0">
                <a:solidFill>
                  <a:srgbClr val="FF0000"/>
                </a:solidFill>
              </a:rPr>
              <a:t>폴더가 생성이 되면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빌드된</a:t>
            </a:r>
            <a:r>
              <a:rPr lang="ko-KR" altLang="en-US" b="1" dirty="0" smtClean="0">
                <a:solidFill>
                  <a:srgbClr val="FF0000"/>
                </a:solidFill>
              </a:rPr>
              <a:t> 파일이 생성됨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4429132"/>
            <a:ext cx="3524250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오른쪽 화살표 8"/>
          <p:cNvSpPr/>
          <p:nvPr/>
        </p:nvSpPr>
        <p:spPr>
          <a:xfrm>
            <a:off x="3643306" y="5000636"/>
            <a:ext cx="357190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 smtClean="0"/>
              <a:t>Angualar</a:t>
            </a:r>
            <a:r>
              <a:rPr lang="en-US" altLang="ko-KR" sz="2400" dirty="0" smtClean="0"/>
              <a:t> v4 </a:t>
            </a:r>
            <a:r>
              <a:rPr lang="en-US" altLang="ko-KR" sz="2400" dirty="0" err="1" smtClean="0"/>
              <a:t>TypeScript</a:t>
            </a:r>
            <a:r>
              <a:rPr lang="en-US" altLang="ko-KR" sz="2400" dirty="0" smtClean="0"/>
              <a:t> Snippets </a:t>
            </a:r>
            <a:r>
              <a:rPr lang="ko-KR" altLang="en-US" sz="2400" dirty="0" smtClean="0"/>
              <a:t>설치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확장 기능을 이용</a:t>
            </a:r>
            <a:r>
              <a:rPr lang="en-US" altLang="ko-KR" sz="240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844824"/>
            <a:ext cx="5426882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18408341">
            <a:off x="827584" y="3501008"/>
            <a:ext cx="648072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265</Words>
  <Application>Microsoft Office PowerPoint</Application>
  <PresentationFormat>화면 슬라이드 쇼(4:3)</PresentationFormat>
  <Paragraphs>52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Office 테마</vt:lpstr>
      <vt:lpstr>Angular 2 프로그래밍을 위한 환경 설정</vt:lpstr>
      <vt:lpstr>1.npm 먼저 설치 후(npm init --yes) package.json자동생성</vt:lpstr>
      <vt:lpstr>2.npm install –g typescript</vt:lpstr>
      <vt:lpstr>3.package.js파일을 생성 한 후=&gt;npm install (모듈 설치)</vt:lpstr>
      <vt:lpstr>4.npm start (개발서버 가동)</vt:lpstr>
      <vt:lpstr>5.에러가 발생되면 npm-debug파일 생성</vt:lpstr>
      <vt:lpstr>6.index.html파일을 생성</vt:lpstr>
      <vt:lpstr>7.npm start (angular2 개발서버 재가동)</vt:lpstr>
      <vt:lpstr>8.Angular CLI 프로젝트</vt:lpstr>
      <vt:lpstr>9.npm install –g angular-cli 설치</vt:lpstr>
      <vt:lpstr>Angular CLI 소개</vt:lpstr>
      <vt:lpstr>10.Angular CLI 프로젝트 생성</vt:lpstr>
      <vt:lpstr>11.Angular CLI 프로젝트 생성(2)</vt:lpstr>
      <vt:lpstr>12.생성된 hello-ng2 확인</vt:lpstr>
      <vt:lpstr>13. ng serve 실행 결과(1)</vt:lpstr>
      <vt:lpstr>14. ng serve 실행 결과(2)</vt:lpstr>
      <vt:lpstr>ng 명령어 활용</vt:lpstr>
      <vt:lpstr>1.ng g component hello-comment (컴포넌트 추가하기)</vt:lpstr>
      <vt:lpstr>2.ng g service hello-service (서비스 추가하기)</vt:lpstr>
      <vt:lpstr>3.ng g pipe hello-pipe(파이프 추가)</vt:lpstr>
      <vt:lpstr>4.ng g directive hello-directive(디렉티브 추가)</vt:lpstr>
      <vt:lpstr>5.Angular CLI를 이용한 Angular 빌드 ng build -prod</vt:lpstr>
      <vt:lpstr>Angualar v4 TypeScript Snippets 설치(확장 기능을 이용)</vt:lpstr>
    </vt:vector>
  </TitlesOfParts>
  <Company>R&amp;D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2 프로그래밍을 위한 환경 설정</dc:title>
  <dc:creator>Microsoft Corporation</dc:creator>
  <cp:lastModifiedBy>이연수님</cp:lastModifiedBy>
  <cp:revision>46</cp:revision>
  <dcterms:created xsi:type="dcterms:W3CDTF">2006-10-05T04:04:58Z</dcterms:created>
  <dcterms:modified xsi:type="dcterms:W3CDTF">2017-09-10T16:59:09Z</dcterms:modified>
</cp:coreProperties>
</file>