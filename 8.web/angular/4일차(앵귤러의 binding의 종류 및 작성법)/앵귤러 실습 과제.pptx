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2" r:id="rId4"/>
    <p:sldId id="260" r:id="rId5"/>
    <p:sldId id="261" r:id="rId6"/>
    <p:sldId id="263" r:id="rId7"/>
    <p:sldId id="266" r:id="rId8"/>
    <p:sldId id="265" r:id="rId9"/>
    <p:sldId id="267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t>2017-09-14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t>2017-09-14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t>2017-09-14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t>2017-09-14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t>2017-09-14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t>2017-09-14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t>2017-09-14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t>2017-09-14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t>2017-09-14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t>2017-09-14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t>2017-09-14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43F03-E961-4A5D-AF52-A72FFE6F3CB7}" type="datetimeFigureOut">
              <a:rPr lang="ko-KR" altLang="en-US" smtClean="0"/>
              <a:t>2017-09-14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CB09D-3A4A-4AAE-9A98-473331E86C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실습 과제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그림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692696"/>
            <a:ext cx="6906357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6" name="TextBox 2"/>
          <p:cNvSpPr txBox="1">
            <a:spLocks noChangeArrowheads="1"/>
          </p:cNvSpPr>
          <p:nvPr/>
        </p:nvSpPr>
        <p:spPr bwMode="auto">
          <a:xfrm>
            <a:off x="463062" y="4578350"/>
            <a:ext cx="23118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/>
              <a:t>* Angular2 </a:t>
            </a:r>
            <a:r>
              <a:rPr lang="ko-KR" altLang="en-US"/>
              <a:t>구성요소</a:t>
            </a:r>
          </a:p>
        </p:txBody>
      </p:sp>
      <p:sp>
        <p:nvSpPr>
          <p:cNvPr id="13317" name="TextBox 3"/>
          <p:cNvSpPr txBox="1">
            <a:spLocks noChangeArrowheads="1"/>
          </p:cNvSpPr>
          <p:nvPr/>
        </p:nvSpPr>
        <p:spPr bwMode="auto">
          <a:xfrm>
            <a:off x="762001" y="4946651"/>
            <a:ext cx="7158113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dirty="0"/>
              <a:t>-</a:t>
            </a:r>
            <a:r>
              <a:rPr lang="en-US" altLang="ko-KR" b="1" dirty="0">
                <a:solidFill>
                  <a:srgbClr val="FF0000"/>
                </a:solidFill>
              </a:rPr>
              <a:t>component: @Component  + component </a:t>
            </a:r>
            <a:r>
              <a:rPr lang="ko-KR" altLang="en-US" b="1" dirty="0">
                <a:solidFill>
                  <a:srgbClr val="FF0000"/>
                </a:solidFill>
              </a:rPr>
              <a:t>클래스</a:t>
            </a: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-template:  </a:t>
            </a:r>
            <a:r>
              <a:rPr lang="ko-KR" altLang="en-US" b="1" dirty="0">
                <a:solidFill>
                  <a:srgbClr val="FF0000"/>
                </a:solidFill>
              </a:rPr>
              <a:t>화면구성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역할 담당으로서 </a:t>
            </a:r>
            <a:r>
              <a:rPr lang="en-US" altLang="ko-KR" b="1" dirty="0">
                <a:solidFill>
                  <a:srgbClr val="FF0000"/>
                </a:solidFill>
              </a:rPr>
              <a:t>html</a:t>
            </a:r>
            <a:r>
              <a:rPr lang="ko-KR" altLang="en-US" b="1" dirty="0">
                <a:solidFill>
                  <a:srgbClr val="FF0000"/>
                </a:solidFill>
              </a:rPr>
              <a:t>로 작성</a:t>
            </a: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dirty="0"/>
              <a:t>-directive: template</a:t>
            </a:r>
            <a:r>
              <a:rPr lang="ko-KR" altLang="en-US" dirty="0"/>
              <a:t>의 </a:t>
            </a:r>
            <a:r>
              <a:rPr lang="en-US" altLang="ko-KR" dirty="0"/>
              <a:t>html</a:t>
            </a:r>
            <a:r>
              <a:rPr lang="ko-KR" altLang="en-US" dirty="0"/>
              <a:t>태그내의 속성 핸들링</a:t>
            </a:r>
            <a:endParaRPr lang="en-US" altLang="ko-KR" dirty="0"/>
          </a:p>
          <a:p>
            <a:r>
              <a:rPr lang="en-US" altLang="ko-KR" dirty="0"/>
              <a:t>-service: </a:t>
            </a:r>
            <a:r>
              <a:rPr lang="ko-KR" altLang="en-US" dirty="0"/>
              <a:t>컴포넌트가 공통적으로 사용되는 비즈니스 </a:t>
            </a:r>
            <a:r>
              <a:rPr lang="ko-KR" altLang="en-US" dirty="0" err="1"/>
              <a:t>로직</a:t>
            </a:r>
            <a:r>
              <a:rPr lang="ko-KR" altLang="en-US" dirty="0"/>
              <a:t> 처리 담당</a:t>
            </a:r>
            <a:endParaRPr lang="en-US" altLang="ko-KR" dirty="0"/>
          </a:p>
          <a:p>
            <a:pPr>
              <a:buFont typeface="Wingdings" pitchFamily="2" charset="2"/>
              <a:buNone/>
            </a:pPr>
            <a:r>
              <a:rPr lang="en-US" altLang="ko-KR" dirty="0"/>
              <a:t>-module: </a:t>
            </a:r>
            <a:r>
              <a:rPr lang="ko-KR" altLang="en-US" dirty="0"/>
              <a:t>각</a:t>
            </a:r>
            <a:r>
              <a:rPr lang="en-US" altLang="ko-KR" dirty="0"/>
              <a:t> </a:t>
            </a:r>
            <a:r>
              <a:rPr lang="ko-KR" altLang="en-US" dirty="0"/>
              <a:t>구성요소 관리</a:t>
            </a:r>
            <a:r>
              <a:rPr lang="en-US" altLang="ko-KR" dirty="0"/>
              <a:t> ( </a:t>
            </a:r>
            <a:r>
              <a:rPr lang="ko-KR" altLang="en-US" dirty="0"/>
              <a:t>컴포넌트</a:t>
            </a:r>
            <a:r>
              <a:rPr lang="en-US" altLang="ko-KR" dirty="0"/>
              <a:t>, </a:t>
            </a:r>
            <a:r>
              <a:rPr lang="ko-KR" altLang="en-US" dirty="0"/>
              <a:t>서비스</a:t>
            </a:r>
            <a:r>
              <a:rPr lang="en-US" altLang="ko-KR" dirty="0"/>
              <a:t>, </a:t>
            </a:r>
            <a:r>
              <a:rPr lang="ko-KR" altLang="en-US" dirty="0" err="1"/>
              <a:t>디렉티브</a:t>
            </a:r>
            <a:r>
              <a:rPr lang="ko-KR" altLang="en-US" dirty="0"/>
              <a:t> 등 </a:t>
            </a:r>
            <a:r>
              <a:rPr lang="en-US" altLang="ko-KR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TextBox 3"/>
          <p:cNvSpPr txBox="1">
            <a:spLocks noChangeArrowheads="1"/>
          </p:cNvSpPr>
          <p:nvPr/>
        </p:nvSpPr>
        <p:spPr bwMode="auto">
          <a:xfrm>
            <a:off x="363415" y="1563688"/>
            <a:ext cx="850700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컴포넌트는 화면구현을 담당하는 </a:t>
            </a:r>
            <a:r>
              <a:rPr lang="en-US" altLang="ko-KR" b="1" dirty="0">
                <a:solidFill>
                  <a:srgbClr val="FF0000"/>
                </a:solidFill>
              </a:rPr>
              <a:t>template</a:t>
            </a:r>
            <a:r>
              <a:rPr lang="ko-KR" altLang="en-US" b="1" dirty="0">
                <a:solidFill>
                  <a:srgbClr val="FF0000"/>
                </a:solidFill>
              </a:rPr>
              <a:t>과 로직을 담당하는 컴포넌트 클래스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간의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상호 </a:t>
            </a:r>
            <a:r>
              <a:rPr lang="ko-KR" altLang="en-US" b="1" dirty="0">
                <a:solidFill>
                  <a:srgbClr val="FF0000"/>
                </a:solidFill>
              </a:rPr>
              <a:t>작용을 위한 방법으로 바인딩</a:t>
            </a:r>
            <a:r>
              <a:rPr lang="en-US" altLang="ko-KR" b="1" dirty="0">
                <a:solidFill>
                  <a:srgbClr val="FF0000"/>
                </a:solidFill>
              </a:rPr>
              <a:t>(binding)</a:t>
            </a:r>
            <a:r>
              <a:rPr lang="ko-KR" altLang="en-US" b="1" dirty="0">
                <a:solidFill>
                  <a:srgbClr val="FF0000"/>
                </a:solidFill>
              </a:rPr>
              <a:t>을 이용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7894" name="TextBox 3"/>
          <p:cNvSpPr txBox="1">
            <a:spLocks noChangeArrowheads="1"/>
          </p:cNvSpPr>
          <p:nvPr/>
        </p:nvSpPr>
        <p:spPr bwMode="auto">
          <a:xfrm>
            <a:off x="383931" y="890588"/>
            <a:ext cx="207300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ko-KR" sz="2400"/>
              <a:t>* </a:t>
            </a:r>
            <a:r>
              <a:rPr lang="ko-KR" altLang="en-US" sz="2400"/>
              <a:t>바인딩 개요</a:t>
            </a:r>
            <a:endParaRPr lang="en-US" altLang="ko-KR" sz="2400"/>
          </a:p>
        </p:txBody>
      </p:sp>
      <p:pic>
        <p:nvPicPr>
          <p:cNvPr id="37895" name="그림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082" y="2309812"/>
            <a:ext cx="6213914" cy="4071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9" name="그림 3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3931" y="2403475"/>
            <a:ext cx="3103685" cy="3257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45060" name="그림 4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70585" y="2393950"/>
            <a:ext cx="3165231" cy="312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45061" name="TextBox 5"/>
          <p:cNvSpPr txBox="1">
            <a:spLocks noChangeArrowheads="1"/>
          </p:cNvSpPr>
          <p:nvPr/>
        </p:nvSpPr>
        <p:spPr bwMode="auto">
          <a:xfrm>
            <a:off x="179512" y="1052736"/>
            <a:ext cx="883485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dirty="0"/>
              <a:t>다음과 같은 초기 화면에서 </a:t>
            </a:r>
            <a:r>
              <a:rPr lang="en-US" altLang="ko-KR" dirty="0"/>
              <a:t>input </a:t>
            </a:r>
            <a:r>
              <a:rPr lang="ko-KR" altLang="en-US" dirty="0"/>
              <a:t>태그에 </a:t>
            </a:r>
            <a:r>
              <a:rPr lang="en-US" altLang="ko-KR" dirty="0"/>
              <a:t>focus</a:t>
            </a:r>
            <a:r>
              <a:rPr lang="ko-KR" altLang="en-US" dirty="0"/>
              <a:t>를 받았을 때 배경색을 </a:t>
            </a:r>
            <a:r>
              <a:rPr lang="en-US" altLang="ko-KR" dirty="0"/>
              <a:t>yellow</a:t>
            </a:r>
            <a:r>
              <a:rPr lang="ko-KR" altLang="en-US" dirty="0"/>
              <a:t>로 </a:t>
            </a:r>
            <a:r>
              <a:rPr lang="ko-KR" altLang="en-US" dirty="0" smtClean="0"/>
              <a:t>설정</a:t>
            </a:r>
            <a:endParaRPr lang="en-US" altLang="ko-KR" dirty="0" smtClean="0"/>
          </a:p>
          <a:p>
            <a:r>
              <a:rPr lang="ko-KR" altLang="en-US" dirty="0" smtClean="0"/>
              <a:t>하고</a:t>
            </a:r>
            <a:r>
              <a:rPr lang="en-US" altLang="ko-KR" dirty="0" smtClean="0"/>
              <a:t>, Focus</a:t>
            </a:r>
            <a:r>
              <a:rPr lang="ko-KR" altLang="en-US" dirty="0"/>
              <a:t>를 잃었을 때</a:t>
            </a:r>
            <a:r>
              <a:rPr lang="en-US" altLang="ko-KR" dirty="0"/>
              <a:t>(blur) </a:t>
            </a:r>
            <a:r>
              <a:rPr lang="ko-KR" altLang="en-US" dirty="0"/>
              <a:t>배경색을 제거하는 어플리케이션을 구축하시오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45062" name="직선 화살표 연결선 7"/>
          <p:cNvCxnSpPr>
            <a:cxnSpLocks noChangeShapeType="1"/>
          </p:cNvCxnSpPr>
          <p:nvPr/>
        </p:nvCxnSpPr>
        <p:spPr bwMode="auto">
          <a:xfrm>
            <a:off x="3575539" y="3789363"/>
            <a:ext cx="1129812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5063" name="직선 화살표 연결선 9"/>
          <p:cNvCxnSpPr>
            <a:cxnSpLocks noChangeShapeType="1"/>
          </p:cNvCxnSpPr>
          <p:nvPr/>
        </p:nvCxnSpPr>
        <p:spPr bwMode="auto">
          <a:xfrm flipH="1">
            <a:off x="3641481" y="4581525"/>
            <a:ext cx="1141534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9" name="TextBox 8"/>
          <p:cNvSpPr txBox="1"/>
          <p:nvPr/>
        </p:nvSpPr>
        <p:spPr>
          <a:xfrm>
            <a:off x="3059832" y="476672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002060"/>
                </a:solidFill>
              </a:rPr>
              <a:t>실습 과제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1 (myapp3-event)</a:t>
            </a:r>
            <a:endParaRPr lang="ko-KR" altLang="en-US" sz="24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TextBox 5"/>
          <p:cNvSpPr txBox="1">
            <a:spLocks noChangeArrowheads="1"/>
          </p:cNvSpPr>
          <p:nvPr/>
        </p:nvSpPr>
        <p:spPr bwMode="auto">
          <a:xfrm>
            <a:off x="457200" y="942976"/>
            <a:ext cx="875271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/>
              <a:t>다음과 같이 검색란에  값을 입력시</a:t>
            </a:r>
            <a:r>
              <a:rPr lang="en-US" altLang="ko-KR"/>
              <a:t>, </a:t>
            </a:r>
            <a:r>
              <a:rPr lang="ko-KR" altLang="en-US"/>
              <a:t>한 글자라도 일치하는 경우에 목록을 반환하는</a:t>
            </a:r>
            <a:endParaRPr lang="en-US" altLang="ko-KR"/>
          </a:p>
          <a:p>
            <a:r>
              <a:rPr lang="ko-KR" altLang="en-US"/>
              <a:t>어플리케이션을 구현하시오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46084" name="그림 3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916832"/>
            <a:ext cx="2230315" cy="409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46085" name="그림 4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3935" y="1889126"/>
            <a:ext cx="2526323" cy="4176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46086" name="오른쪽 화살표 7"/>
          <p:cNvSpPr>
            <a:spLocks noChangeArrowheads="1"/>
          </p:cNvSpPr>
          <p:nvPr/>
        </p:nvSpPr>
        <p:spPr bwMode="auto">
          <a:xfrm>
            <a:off x="3779912" y="3429000"/>
            <a:ext cx="531935" cy="863600"/>
          </a:xfrm>
          <a:prstGeom prst="rightArrow">
            <a:avLst>
              <a:gd name="adj1" fmla="val 50000"/>
              <a:gd name="adj2" fmla="val 50000"/>
            </a:avLst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latinLnBrk="1" hangingPunct="1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275856" y="332656"/>
            <a:ext cx="4248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002060"/>
                </a:solidFill>
              </a:rPr>
              <a:t>실습 과제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2 (myapp3-search)</a:t>
            </a:r>
            <a:endParaRPr lang="ko-KR" altLang="en-US" sz="24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TextBox 5"/>
          <p:cNvSpPr txBox="1">
            <a:spLocks noChangeArrowheads="1"/>
          </p:cNvSpPr>
          <p:nvPr/>
        </p:nvSpPr>
        <p:spPr bwMode="auto">
          <a:xfrm>
            <a:off x="317990" y="869951"/>
            <a:ext cx="833914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dirty="0"/>
              <a:t>다음과 같이 </a:t>
            </a:r>
            <a:r>
              <a:rPr lang="en-US" altLang="ko-KR" dirty="0"/>
              <a:t>select </a:t>
            </a:r>
            <a:r>
              <a:rPr lang="ko-KR" altLang="en-US" dirty="0"/>
              <a:t>태그를 선택할 때</a:t>
            </a:r>
            <a:r>
              <a:rPr lang="en-US" altLang="ko-KR" dirty="0"/>
              <a:t>, </a:t>
            </a:r>
            <a:r>
              <a:rPr lang="ko-KR" altLang="en-US" dirty="0"/>
              <a:t>선택된 값이 출력되도록 어플리케이션을 </a:t>
            </a:r>
            <a:endParaRPr lang="en-US" altLang="ko-KR" dirty="0" smtClean="0"/>
          </a:p>
          <a:p>
            <a:r>
              <a:rPr lang="ko-KR" altLang="en-US" dirty="0" smtClean="0"/>
              <a:t>구현하시오</a:t>
            </a:r>
            <a:r>
              <a:rPr lang="en-US" altLang="ko-KR" dirty="0" smtClean="0"/>
              <a:t>. (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초기 </a:t>
            </a:r>
            <a:r>
              <a:rPr lang="ko-KR" altLang="en-US" dirty="0" err="1"/>
              <a:t>선택값은</a:t>
            </a:r>
            <a:r>
              <a:rPr lang="ko-KR" altLang="en-US" dirty="0"/>
              <a:t> </a:t>
            </a:r>
            <a:r>
              <a:rPr lang="en-US" altLang="ko-KR" dirty="0"/>
              <a:t>‘</a:t>
            </a:r>
            <a:r>
              <a:rPr lang="ko-KR" altLang="en-US" dirty="0"/>
              <a:t>딸기</a:t>
            </a:r>
            <a:r>
              <a:rPr lang="en-US" altLang="ko-KR" dirty="0"/>
              <a:t>’ )</a:t>
            </a:r>
            <a:endParaRPr lang="ko-KR" altLang="en-US" dirty="0"/>
          </a:p>
        </p:txBody>
      </p:sp>
      <p:pic>
        <p:nvPicPr>
          <p:cNvPr id="48132" name="그림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7989" y="1825626"/>
            <a:ext cx="3698631" cy="208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3" name="그림 6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37285" y="1636713"/>
            <a:ext cx="3124200" cy="227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8134" name="직선 화살표 연결선 10"/>
          <p:cNvCxnSpPr>
            <a:cxnSpLocks noChangeShapeType="1"/>
          </p:cNvCxnSpPr>
          <p:nvPr/>
        </p:nvCxnSpPr>
        <p:spPr bwMode="auto">
          <a:xfrm>
            <a:off x="4273062" y="2565400"/>
            <a:ext cx="597877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8135" name="직선 화살표 연결선 12"/>
          <p:cNvCxnSpPr>
            <a:cxnSpLocks noChangeShapeType="1"/>
          </p:cNvCxnSpPr>
          <p:nvPr/>
        </p:nvCxnSpPr>
        <p:spPr bwMode="auto">
          <a:xfrm>
            <a:off x="6799385" y="4005263"/>
            <a:ext cx="0" cy="43180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pic>
        <p:nvPicPr>
          <p:cNvPr id="48136" name="그림 13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16770" y="4532313"/>
            <a:ext cx="3486150" cy="177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2699792" y="188640"/>
            <a:ext cx="4248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002060"/>
                </a:solidFill>
              </a:rPr>
              <a:t>실습 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과제</a:t>
            </a:r>
            <a:r>
              <a:rPr lang="en-US" altLang="ko-KR" sz="2400" b="1" dirty="0">
                <a:solidFill>
                  <a:srgbClr val="002060"/>
                </a:solidFill>
              </a:rPr>
              <a:t>3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 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(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myapp3-bind)</a:t>
            </a:r>
            <a:endParaRPr lang="ko-KR" altLang="en-US" sz="24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제목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417512"/>
          </a:xfrm>
        </p:spPr>
        <p:txBody>
          <a:bodyPr>
            <a:noAutofit/>
          </a:bodyPr>
          <a:lstStyle/>
          <a:p>
            <a:r>
              <a:rPr lang="ko-KR" altLang="en-US" sz="2400" dirty="0" smtClean="0"/>
              <a:t>중첩컴포넌트간의 통신</a:t>
            </a:r>
            <a:endParaRPr lang="ko-KR" altLang="en-US" sz="2400" dirty="0" smtClean="0"/>
          </a:p>
        </p:txBody>
      </p:sp>
      <p:pic>
        <p:nvPicPr>
          <p:cNvPr id="51203" name="그림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973" y="908051"/>
            <a:ext cx="3116873" cy="541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4" name="직사각형 16"/>
          <p:cNvSpPr>
            <a:spLocks noChangeArrowheads="1"/>
          </p:cNvSpPr>
          <p:nvPr/>
        </p:nvSpPr>
        <p:spPr bwMode="auto">
          <a:xfrm>
            <a:off x="583223" y="1700214"/>
            <a:ext cx="2725615" cy="4465637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pPr eaLnBrk="1" latinLnBrk="1" hangingPunct="1"/>
            <a:endParaRPr lang="ko-KR" altLang="en-US"/>
          </a:p>
        </p:txBody>
      </p:sp>
      <p:sp>
        <p:nvSpPr>
          <p:cNvPr id="51205" name="직사각형 16"/>
          <p:cNvSpPr>
            <a:spLocks noChangeArrowheads="1"/>
          </p:cNvSpPr>
          <p:nvPr/>
        </p:nvSpPr>
        <p:spPr bwMode="auto">
          <a:xfrm>
            <a:off x="716574" y="1989139"/>
            <a:ext cx="1330569" cy="4103687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pPr eaLnBrk="1" latinLnBrk="1" hangingPunct="1"/>
            <a:endParaRPr lang="ko-KR" altLang="en-US"/>
          </a:p>
        </p:txBody>
      </p:sp>
      <p:sp>
        <p:nvSpPr>
          <p:cNvPr id="51206" name="직사각형 16"/>
          <p:cNvSpPr>
            <a:spLocks noChangeArrowheads="1"/>
          </p:cNvSpPr>
          <p:nvPr/>
        </p:nvSpPr>
        <p:spPr bwMode="auto">
          <a:xfrm>
            <a:off x="813289" y="2060575"/>
            <a:ext cx="1166446" cy="647700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pPr eaLnBrk="1" latinLnBrk="1" hangingPunct="1"/>
            <a:endParaRPr lang="ko-KR" altLang="en-US"/>
          </a:p>
        </p:txBody>
      </p:sp>
      <p:cxnSp>
        <p:nvCxnSpPr>
          <p:cNvPr id="51207" name="직선 화살표 연결선 6"/>
          <p:cNvCxnSpPr>
            <a:cxnSpLocks noChangeShapeType="1"/>
          </p:cNvCxnSpPr>
          <p:nvPr/>
        </p:nvCxnSpPr>
        <p:spPr bwMode="auto">
          <a:xfrm flipH="1">
            <a:off x="3308838" y="1700214"/>
            <a:ext cx="1197220" cy="288925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1208" name="TextBox 7"/>
          <p:cNvSpPr txBox="1">
            <a:spLocks noChangeArrowheads="1"/>
          </p:cNvSpPr>
          <p:nvPr/>
        </p:nvSpPr>
        <p:spPr bwMode="auto">
          <a:xfrm>
            <a:off x="4558812" y="1474789"/>
            <a:ext cx="18277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/>
              <a:t>app.component</a:t>
            </a:r>
            <a:endParaRPr lang="ko-KR" altLang="en-US"/>
          </a:p>
        </p:txBody>
      </p:sp>
      <p:cxnSp>
        <p:nvCxnSpPr>
          <p:cNvPr id="51209" name="직선 화살표 연결선 9"/>
          <p:cNvCxnSpPr>
            <a:cxnSpLocks noChangeShapeType="1"/>
          </p:cNvCxnSpPr>
          <p:nvPr/>
        </p:nvCxnSpPr>
        <p:spPr bwMode="auto">
          <a:xfrm flipH="1">
            <a:off x="2042746" y="3324226"/>
            <a:ext cx="2463312" cy="57626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1210" name="TextBox 11"/>
          <p:cNvSpPr txBox="1">
            <a:spLocks noChangeArrowheads="1"/>
          </p:cNvSpPr>
          <p:nvPr/>
        </p:nvSpPr>
        <p:spPr bwMode="auto">
          <a:xfrm>
            <a:off x="4545624" y="3068639"/>
            <a:ext cx="19723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/>
              <a:t>book.component</a:t>
            </a:r>
            <a:endParaRPr lang="ko-KR" altLang="en-US"/>
          </a:p>
        </p:txBody>
      </p:sp>
      <p:cxnSp>
        <p:nvCxnSpPr>
          <p:cNvPr id="51211" name="직선 화살표 연결선 12"/>
          <p:cNvCxnSpPr>
            <a:cxnSpLocks noChangeShapeType="1"/>
          </p:cNvCxnSpPr>
          <p:nvPr/>
        </p:nvCxnSpPr>
        <p:spPr bwMode="auto">
          <a:xfrm flipH="1" flipV="1">
            <a:off x="1946031" y="2492376"/>
            <a:ext cx="2612781" cy="9525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1212" name="TextBox 14"/>
          <p:cNvSpPr txBox="1">
            <a:spLocks noChangeArrowheads="1"/>
          </p:cNvSpPr>
          <p:nvPr/>
        </p:nvSpPr>
        <p:spPr bwMode="auto">
          <a:xfrm>
            <a:off x="4558812" y="2317750"/>
            <a:ext cx="26116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/>
              <a:t>bookImage.component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TextBox 3"/>
          <p:cNvSpPr txBox="1">
            <a:spLocks noChangeArrowheads="1"/>
          </p:cNvSpPr>
          <p:nvPr/>
        </p:nvSpPr>
        <p:spPr bwMode="auto">
          <a:xfrm>
            <a:off x="383931" y="908050"/>
            <a:ext cx="74815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부모 컴포넌트</a:t>
            </a:r>
            <a:r>
              <a:rPr lang="en-US" altLang="ko-KR" b="1" dirty="0">
                <a:solidFill>
                  <a:srgbClr val="FF0000"/>
                </a:solidFill>
              </a:rPr>
              <a:t>---------</a:t>
            </a:r>
            <a:r>
              <a:rPr lang="en-US" altLang="ko-KR" b="1" dirty="0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ko-KR" altLang="en-US" b="1" dirty="0">
                <a:solidFill>
                  <a:srgbClr val="FF0000"/>
                </a:solidFill>
                <a:sym typeface="Wingdings" pitchFamily="2" charset="2"/>
              </a:rPr>
              <a:t>자식 컴포넌트로 데이터 전송</a:t>
            </a:r>
            <a:r>
              <a:rPr lang="en-US" altLang="ko-KR" b="1" dirty="0">
                <a:solidFill>
                  <a:srgbClr val="FF0000"/>
                </a:solidFill>
                <a:sym typeface="Wingdings" pitchFamily="2" charset="2"/>
              </a:rPr>
              <a:t>: @Input() </a:t>
            </a:r>
            <a:r>
              <a:rPr lang="ko-KR" altLang="en-US" b="1" dirty="0">
                <a:solidFill>
                  <a:srgbClr val="FF0000"/>
                </a:solidFill>
                <a:sym typeface="Wingdings" pitchFamily="2" charset="2"/>
              </a:rPr>
              <a:t>속성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49156" name="그림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2276872"/>
            <a:ext cx="4132385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7" name="TextBox 3"/>
          <p:cNvSpPr txBox="1">
            <a:spLocks noChangeArrowheads="1"/>
          </p:cNvSpPr>
          <p:nvPr/>
        </p:nvSpPr>
        <p:spPr bwMode="auto">
          <a:xfrm>
            <a:off x="397120" y="1273175"/>
            <a:ext cx="786618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자식 컴포넌트</a:t>
            </a:r>
            <a:r>
              <a:rPr lang="en-US" altLang="ko-KR" b="1" dirty="0">
                <a:solidFill>
                  <a:srgbClr val="FF0000"/>
                </a:solidFill>
              </a:rPr>
              <a:t>---------</a:t>
            </a:r>
            <a:r>
              <a:rPr lang="en-US" altLang="ko-KR" b="1" dirty="0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ko-KR" altLang="en-US" b="1" dirty="0">
                <a:solidFill>
                  <a:srgbClr val="FF0000"/>
                </a:solidFill>
                <a:sym typeface="Wingdings" pitchFamily="2" charset="2"/>
              </a:rPr>
              <a:t>부모 컴포넌트로 데이터 전송</a:t>
            </a:r>
            <a:r>
              <a:rPr lang="en-US" altLang="ko-KR" b="1" dirty="0">
                <a:solidFill>
                  <a:srgbClr val="FF0000"/>
                </a:solidFill>
                <a:sym typeface="Wingdings" pitchFamily="2" charset="2"/>
              </a:rPr>
              <a:t>: @Output() </a:t>
            </a:r>
            <a:r>
              <a:rPr lang="ko-KR" altLang="en-US" b="1" dirty="0">
                <a:solidFill>
                  <a:srgbClr val="FF0000"/>
                </a:solidFill>
                <a:sym typeface="Wingdings" pitchFamily="2" charset="2"/>
              </a:rPr>
              <a:t>이벤트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9158" name="왼쪽으로 구부러진 화살표 1"/>
          <p:cNvSpPr>
            <a:spLocks noChangeArrowheads="1"/>
          </p:cNvSpPr>
          <p:nvPr/>
        </p:nvSpPr>
        <p:spPr bwMode="auto">
          <a:xfrm>
            <a:off x="5024804" y="2784476"/>
            <a:ext cx="332642" cy="792163"/>
          </a:xfrm>
          <a:prstGeom prst="curvedLeftArrow">
            <a:avLst>
              <a:gd name="adj1" fmla="val 24985"/>
              <a:gd name="adj2" fmla="val 49959"/>
              <a:gd name="adj3" fmla="val 25000"/>
            </a:avLst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latinLnBrk="1" hangingPunct="1"/>
            <a:endParaRPr lang="ko-KR" altLang="en-US"/>
          </a:p>
        </p:txBody>
      </p:sp>
      <p:sp>
        <p:nvSpPr>
          <p:cNvPr id="49159" name="왼쪽으로 구부러진 화살표 6"/>
          <p:cNvSpPr>
            <a:spLocks noChangeArrowheads="1"/>
          </p:cNvSpPr>
          <p:nvPr/>
        </p:nvSpPr>
        <p:spPr bwMode="auto">
          <a:xfrm rot="10800000">
            <a:off x="2697773" y="2768601"/>
            <a:ext cx="332642" cy="792163"/>
          </a:xfrm>
          <a:prstGeom prst="curvedLeftArrow">
            <a:avLst>
              <a:gd name="adj1" fmla="val 24985"/>
              <a:gd name="adj2" fmla="val 49959"/>
              <a:gd name="adj3" fmla="val 25000"/>
            </a:avLst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latinLnBrk="1" hangingPunct="1"/>
            <a:endParaRPr lang="ko-KR" altLang="en-US"/>
          </a:p>
        </p:txBody>
      </p:sp>
      <p:sp>
        <p:nvSpPr>
          <p:cNvPr id="49160" name="TextBox 5"/>
          <p:cNvSpPr txBox="1">
            <a:spLocks noChangeArrowheads="1"/>
          </p:cNvSpPr>
          <p:nvPr/>
        </p:nvSpPr>
        <p:spPr bwMode="auto">
          <a:xfrm>
            <a:off x="6167804" y="2616200"/>
            <a:ext cx="182774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800" b="1" dirty="0"/>
              <a:t>@Input() </a:t>
            </a:r>
          </a:p>
          <a:p>
            <a:r>
              <a:rPr lang="en-US" altLang="ko-KR" sz="2800" b="1" dirty="0"/>
              <a:t>      +</a:t>
            </a:r>
          </a:p>
          <a:p>
            <a:r>
              <a:rPr lang="en-US" altLang="ko-KR" sz="2800" b="1" dirty="0"/>
              <a:t>    </a:t>
            </a:r>
            <a:r>
              <a:rPr lang="ko-KR" altLang="en-US" sz="2800" b="1" dirty="0"/>
              <a:t>속성</a:t>
            </a:r>
          </a:p>
        </p:txBody>
      </p:sp>
      <p:sp>
        <p:nvSpPr>
          <p:cNvPr id="49161" name="TextBox 8"/>
          <p:cNvSpPr txBox="1">
            <a:spLocks noChangeArrowheads="1"/>
          </p:cNvSpPr>
          <p:nvPr/>
        </p:nvSpPr>
        <p:spPr bwMode="auto">
          <a:xfrm>
            <a:off x="666751" y="2616200"/>
            <a:ext cx="2007281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800" b="1"/>
              <a:t>@Output()</a:t>
            </a:r>
          </a:p>
          <a:p>
            <a:r>
              <a:rPr lang="en-US" altLang="ko-KR" sz="2800" b="1"/>
              <a:t>       +</a:t>
            </a:r>
          </a:p>
          <a:p>
            <a:r>
              <a:rPr lang="en-US" altLang="ko-KR" sz="2800" b="1"/>
              <a:t>   </a:t>
            </a:r>
            <a:r>
              <a:rPr lang="ko-KR" altLang="en-US" sz="2800" b="1"/>
              <a:t>이벤트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4168" y="1988840"/>
            <a:ext cx="2895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React-&gt;</a:t>
            </a:r>
            <a:r>
              <a:rPr lang="en-US" altLang="ko-KR" b="1" dirty="0" err="1" smtClean="0">
                <a:solidFill>
                  <a:srgbClr val="FF0000"/>
                </a:solidFill>
              </a:rPr>
              <a:t>this.props</a:t>
            </a:r>
            <a:r>
              <a:rPr lang="ko-KR" altLang="en-US" b="1" dirty="0" smtClean="0">
                <a:solidFill>
                  <a:srgbClr val="FF0000"/>
                </a:solidFill>
              </a:rPr>
              <a:t>를 이용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그림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7989" y="784225"/>
            <a:ext cx="4624754" cy="361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28" name="그림 2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574" y="4002089"/>
            <a:ext cx="8071338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29" name="그림 3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7989" y="4941889"/>
            <a:ext cx="7444154" cy="160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212</Words>
  <Application>Microsoft Office PowerPoint</Application>
  <PresentationFormat>화면 슬라이드 쇼(4:3)</PresentationFormat>
  <Paragraphs>32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실습 과제</vt:lpstr>
      <vt:lpstr>슬라이드 2</vt:lpstr>
      <vt:lpstr>슬라이드 3</vt:lpstr>
      <vt:lpstr>슬라이드 4</vt:lpstr>
      <vt:lpstr>슬라이드 5</vt:lpstr>
      <vt:lpstr>슬라이드 6</vt:lpstr>
      <vt:lpstr>중첩컴포넌트간의 통신</vt:lpstr>
      <vt:lpstr>슬라이드 8</vt:lpstr>
      <vt:lpstr>슬라이드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실습 과제</dc:title>
  <dc:creator>이연수님</dc:creator>
  <cp:lastModifiedBy>이연수님</cp:lastModifiedBy>
  <cp:revision>8</cp:revision>
  <dcterms:created xsi:type="dcterms:W3CDTF">2017-09-13T15:44:27Z</dcterms:created>
  <dcterms:modified xsi:type="dcterms:W3CDTF">2017-09-13T16:04:39Z</dcterms:modified>
</cp:coreProperties>
</file>