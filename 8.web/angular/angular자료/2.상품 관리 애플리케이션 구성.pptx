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  <p:sldId id="264" r:id="rId8"/>
    <p:sldId id="262" r:id="rId9"/>
    <p:sldId id="263" r:id="rId10"/>
    <p:sldId id="266" r:id="rId11"/>
    <p:sldId id="265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상품 관리 애플리케이션 구성</a:t>
            </a:r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en-US" altLang="ko-KR" sz="3200" dirty="0" smtClean="0"/>
              <a:t>(</a:t>
            </a:r>
            <a:r>
              <a:rPr lang="ko-KR" altLang="en-US" sz="3200" dirty="0" smtClean="0"/>
              <a:t>기본 레이아웃 구성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</a:t>
            </a:r>
            <a:r>
              <a:rPr lang="ko-KR" altLang="en-US" sz="2400" dirty="0" smtClean="0"/>
              <a:t>상품 관리 애플리케이션 디자인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scm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프로젝트 생성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780928"/>
            <a:ext cx="6840760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1484784"/>
            <a:ext cx="8105775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4139952" y="4221088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4149080"/>
            <a:ext cx="7920880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</a:t>
            </a:r>
            <a:r>
              <a:rPr lang="ko-KR" altLang="en-US" sz="2400" dirty="0" smtClean="0"/>
              <a:t>주요 컴포넌트 생성</a:t>
            </a:r>
            <a:r>
              <a:rPr lang="en-US" altLang="ko-KR" sz="2400" dirty="0" smtClean="0"/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navbar,sidebar,footer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84784"/>
            <a:ext cx="862965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3.Navbar </a:t>
            </a:r>
            <a:r>
              <a:rPr lang="ko-KR" altLang="en-US" sz="2400" dirty="0" smtClean="0"/>
              <a:t>컴포넌트</a:t>
            </a:r>
            <a:endParaRPr lang="ko-KR" alt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2348880"/>
            <a:ext cx="3816474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436096" y="1844824"/>
            <a:ext cx="261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n</a:t>
            </a:r>
            <a:r>
              <a:rPr lang="en-US" altLang="ko-KR" b="1" dirty="0" err="1" smtClean="0">
                <a:solidFill>
                  <a:srgbClr val="FF0000"/>
                </a:solidFill>
              </a:rPr>
              <a:t>avbar.component.css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509120"/>
            <a:ext cx="7488832" cy="2051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1772816"/>
            <a:ext cx="3464926" cy="2666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4716016" y="4005064"/>
            <a:ext cx="279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navbar.component.html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9592" y="1268760"/>
            <a:ext cx="2481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navbar.component.ts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4.app.component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132856"/>
            <a:ext cx="304800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83568" y="1556792"/>
            <a:ext cx="284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app.component.css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파일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4365104"/>
            <a:ext cx="5095875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83568" y="3789040"/>
            <a:ext cx="302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app.component.html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파일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3968" y="2204864"/>
            <a:ext cx="4623082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220072" y="1628800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app.component.ts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파일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중간 점검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556792"/>
            <a:ext cx="6768752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9" y="4293096"/>
            <a:ext cx="6840759" cy="23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sidebar.component.html</a:t>
            </a:r>
            <a:endParaRPr lang="ko-KR" alt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060848"/>
            <a:ext cx="5688632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4208" y="1412776"/>
            <a:ext cx="2363312" cy="398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sidebar.component.css</a:t>
            </a:r>
            <a:r>
              <a:rPr lang="en-US" altLang="ko-KR" sz="2400" dirty="0"/>
              <a:t> </a:t>
            </a:r>
            <a:r>
              <a:rPr lang="ko-KR" altLang="en-US" sz="2400" dirty="0" smtClean="0"/>
              <a:t>파일</a:t>
            </a:r>
            <a:endParaRPr lang="ko-KR" altLang="en-US" sz="24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72816"/>
            <a:ext cx="3648075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1700808"/>
            <a:ext cx="407670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err="1" smtClean="0"/>
              <a:t>Navbar,SideBar</a:t>
            </a:r>
            <a:r>
              <a:rPr lang="ko-KR" altLang="en-US" sz="2400" b="1" dirty="0" smtClean="0"/>
              <a:t>가 적용이 된 경우</a:t>
            </a:r>
            <a:endParaRPr lang="ko-KR" altLang="en-US" sz="2400" b="1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844824"/>
            <a:ext cx="8388424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Footer </a:t>
            </a:r>
            <a:r>
              <a:rPr lang="ko-KR" altLang="en-US" sz="2400" dirty="0" smtClean="0"/>
              <a:t>컴포넌트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420888"/>
            <a:ext cx="5314950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9552" y="1772816"/>
            <a:ext cx="3182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footer.component.html</a:t>
            </a:r>
            <a:r>
              <a:rPr lang="ko-KR" altLang="en-US" b="1" dirty="0" smtClean="0">
                <a:solidFill>
                  <a:srgbClr val="FF0000"/>
                </a:solidFill>
              </a:rPr>
              <a:t>파일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437112"/>
            <a:ext cx="3816424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51520" y="3861048"/>
            <a:ext cx="3085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footer.component.css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파일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55976" y="3429000"/>
            <a:ext cx="4420524" cy="2569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148064" y="2852936"/>
            <a:ext cx="295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footer.component.ts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파일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5.Footer </a:t>
            </a:r>
            <a:r>
              <a:rPr lang="ko-KR" altLang="en-US" sz="2400" dirty="0" smtClean="0"/>
              <a:t>컴포넌트 까지 적용시킨 후의 </a:t>
            </a:r>
            <a:r>
              <a:rPr lang="ko-KR" altLang="en-US" sz="2400" dirty="0" err="1" smtClean="0"/>
              <a:t>실행결고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340768"/>
            <a:ext cx="8647881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라운드 없이 </a:t>
            </a:r>
            <a:r>
              <a:rPr lang="ko-KR" altLang="en-US" sz="2400" dirty="0" err="1" smtClean="0"/>
              <a:t>사이드바</a:t>
            </a:r>
            <a:r>
              <a:rPr lang="ko-KR" altLang="en-US" sz="2400" dirty="0" smtClean="0"/>
              <a:t> 기능 구현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002060"/>
                </a:solidFill>
              </a:rPr>
              <a:t>1.sidebar.component.html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수정코드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56792"/>
            <a:ext cx="8277225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4716016" y="4725144"/>
            <a:ext cx="360040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95736" y="5445224"/>
            <a:ext cx="57935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002060"/>
                </a:solidFill>
              </a:rPr>
              <a:t>SiderbarComponent</a:t>
            </a:r>
            <a:r>
              <a:rPr lang="ko-KR" altLang="en-US" b="1" dirty="0" smtClean="0">
                <a:solidFill>
                  <a:srgbClr val="002060"/>
                </a:solidFill>
              </a:rPr>
              <a:t>에서 각 메뉴를 클릭하였을때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 smtClean="0">
                <a:solidFill>
                  <a:srgbClr val="002060"/>
                </a:solidFill>
              </a:rPr>
              <a:t>이벤트를 발생시켜 </a:t>
            </a:r>
            <a:r>
              <a:rPr lang="en-US" altLang="ko-KR" b="1" dirty="0" err="1" smtClean="0">
                <a:solidFill>
                  <a:srgbClr val="002060"/>
                </a:solidFill>
              </a:rPr>
              <a:t>AppComponent</a:t>
            </a:r>
            <a:r>
              <a:rPr lang="ko-KR" altLang="en-US" b="1" dirty="0" smtClean="0">
                <a:solidFill>
                  <a:srgbClr val="002060"/>
                </a:solidFill>
              </a:rPr>
              <a:t>로 클릭한 메뉴를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전달하도록 코드를 추가하여야 한다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0152" y="4365104"/>
            <a:ext cx="29690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002060"/>
                </a:solidFill>
              </a:rPr>
              <a:t>ngClass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지시자를</a:t>
            </a:r>
            <a:r>
              <a:rPr lang="ko-KR" altLang="en-US" b="1" dirty="0" smtClean="0">
                <a:solidFill>
                  <a:srgbClr val="002060"/>
                </a:solidFill>
              </a:rPr>
              <a:t> 이용해서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현재 선택된 메뉴에 스타일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속성을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주기위하여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/>
              <a:t>2.sidebar.component.ts </a:t>
            </a:r>
            <a:r>
              <a:rPr lang="ko-KR" altLang="en-US" sz="2400" b="1" dirty="0" smtClean="0"/>
              <a:t>수정</a:t>
            </a:r>
            <a:endParaRPr lang="ko-KR" altLang="en-US" sz="2400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84784"/>
            <a:ext cx="7934325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573016"/>
            <a:ext cx="7972425" cy="3027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3.app.component.html </a:t>
            </a:r>
            <a:r>
              <a:rPr lang="ko-KR" altLang="en-US" sz="2400" dirty="0" smtClean="0"/>
              <a:t>수정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00808"/>
            <a:ext cx="8191500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5292080" y="4293096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211960" y="4941168"/>
            <a:ext cx="4893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SidebarComponent</a:t>
            </a:r>
            <a:r>
              <a:rPr lang="ko-KR" altLang="en-US" b="1" dirty="0" smtClean="0">
                <a:solidFill>
                  <a:srgbClr val="FF0000"/>
                </a:solidFill>
              </a:rPr>
              <a:t>가 전달하는 이벤트를 받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아서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AppComponent</a:t>
            </a:r>
            <a:r>
              <a:rPr lang="ko-KR" altLang="en-US" b="1" dirty="0" smtClean="0">
                <a:solidFill>
                  <a:srgbClr val="FF0000"/>
                </a:solidFill>
              </a:rPr>
              <a:t>의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currentMenu</a:t>
            </a:r>
            <a:r>
              <a:rPr lang="ko-KR" altLang="en-US" b="1" dirty="0" smtClean="0">
                <a:solidFill>
                  <a:srgbClr val="FF0000"/>
                </a:solidFill>
              </a:rPr>
              <a:t>변수에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바로 할당하도록 코드를 추가하였다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99992" y="1556792"/>
            <a:ext cx="4435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ngSwitchCase</a:t>
            </a:r>
            <a:r>
              <a:rPr lang="ko-KR" altLang="en-US" b="1" dirty="0" smtClean="0">
                <a:solidFill>
                  <a:srgbClr val="FF0000"/>
                </a:solidFill>
              </a:rPr>
              <a:t>를 사용하여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currentMenu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값에 따라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뷰를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전환하는코드가</a:t>
            </a:r>
            <a:r>
              <a:rPr lang="ko-KR" altLang="en-US" b="1" dirty="0" smtClean="0">
                <a:solidFill>
                  <a:srgbClr val="FF0000"/>
                </a:solidFill>
              </a:rPr>
              <a:t> 추가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4.app.component.ts </a:t>
            </a:r>
            <a:r>
              <a:rPr lang="ko-KR" altLang="en-US" sz="2400" dirty="0" smtClean="0"/>
              <a:t>수정코드</a:t>
            </a:r>
            <a:endParaRPr lang="ko-KR" alt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556792"/>
            <a:ext cx="6858000" cy="3793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16.</a:t>
            </a:r>
            <a:r>
              <a:rPr lang="ko-KR" altLang="en-US" sz="2400" dirty="0" smtClean="0"/>
              <a:t>최종 실행 결과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7923038" cy="4007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9792" y="2636912"/>
            <a:ext cx="2638425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 rot="1555213">
            <a:off x="2105057" y="3017000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080" y="3645024"/>
            <a:ext cx="285750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오른쪽 화살표 7"/>
          <p:cNvSpPr/>
          <p:nvPr/>
        </p:nvSpPr>
        <p:spPr>
          <a:xfrm>
            <a:off x="4644008" y="3933056"/>
            <a:ext cx="504056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125</Words>
  <Application>Microsoft Office PowerPoint</Application>
  <PresentationFormat>화면 슬라이드 쇼(4:3)</PresentationFormat>
  <Paragraphs>36</Paragraphs>
  <Slides>16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Office 테마</vt:lpstr>
      <vt:lpstr>상품 관리 애플리케이션 구성 (기본 레이아웃 구성)</vt:lpstr>
      <vt:lpstr>1.상품 관리 애플리케이션 디자인(scm)프로젝트 생성</vt:lpstr>
      <vt:lpstr>2.주요 컴포넌트 생성(navbar,sidebar,footer)</vt:lpstr>
      <vt:lpstr>3.Navbar 컴포넌트</vt:lpstr>
      <vt:lpstr>4.app.component</vt:lpstr>
      <vt:lpstr>중간 점검</vt:lpstr>
      <vt:lpstr>sidebar.component.html</vt:lpstr>
      <vt:lpstr>sidebar.component.css 파일</vt:lpstr>
      <vt:lpstr>Navbar,SideBar가 적용이 된 경우</vt:lpstr>
      <vt:lpstr>Footer 컴포넌트</vt:lpstr>
      <vt:lpstr>5.Footer 컴포넌트 까지 적용시킨 후의 실행결고</vt:lpstr>
      <vt:lpstr>라운드 없이 사이드바 기능 구현 1.sidebar.component.html 수정코드</vt:lpstr>
      <vt:lpstr>2.sidebar.component.ts 수정</vt:lpstr>
      <vt:lpstr>3.app.component.html 수정</vt:lpstr>
      <vt:lpstr>4.app.component.ts 수정코드</vt:lpstr>
      <vt:lpstr>16.최종 실행 결과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상품 관리 애플리케이션 구성</dc:title>
  <dc:creator>이연수님</dc:creator>
  <cp:lastModifiedBy>이연수님</cp:lastModifiedBy>
  <cp:revision>28</cp:revision>
  <dcterms:created xsi:type="dcterms:W3CDTF">2017-07-28T12:52:52Z</dcterms:created>
  <dcterms:modified xsi:type="dcterms:W3CDTF">2017-09-17T09:00:08Z</dcterms:modified>
</cp:coreProperties>
</file>