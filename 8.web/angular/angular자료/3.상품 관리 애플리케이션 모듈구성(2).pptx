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273" r:id="rId4"/>
    <p:sldId id="274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286" r:id="rId17"/>
    <p:sldId id="287" r:id="rId18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500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4F7D3-D95C-443E-A702-A2E74464DFE0}" type="datetimeFigureOut">
              <a:rPr lang="ko-KR" altLang="en-US" smtClean="0"/>
              <a:pPr/>
              <a:t>2017-09-17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3EE73-DB24-442E-A021-0A7ACF243BB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4F7D3-D95C-443E-A702-A2E74464DFE0}" type="datetimeFigureOut">
              <a:rPr lang="ko-KR" altLang="en-US" smtClean="0"/>
              <a:pPr/>
              <a:t>2017-09-17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3EE73-DB24-442E-A021-0A7ACF243BB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4F7D3-D95C-443E-A702-A2E74464DFE0}" type="datetimeFigureOut">
              <a:rPr lang="ko-KR" altLang="en-US" smtClean="0"/>
              <a:pPr/>
              <a:t>2017-09-17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3EE73-DB24-442E-A021-0A7ACF243BB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4F7D3-D95C-443E-A702-A2E74464DFE0}" type="datetimeFigureOut">
              <a:rPr lang="ko-KR" altLang="en-US" smtClean="0"/>
              <a:pPr/>
              <a:t>2017-09-17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3EE73-DB24-442E-A021-0A7ACF243BB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4F7D3-D95C-443E-A702-A2E74464DFE0}" type="datetimeFigureOut">
              <a:rPr lang="ko-KR" altLang="en-US" smtClean="0"/>
              <a:pPr/>
              <a:t>2017-09-17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3EE73-DB24-442E-A021-0A7ACF243BB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4F7D3-D95C-443E-A702-A2E74464DFE0}" type="datetimeFigureOut">
              <a:rPr lang="ko-KR" altLang="en-US" smtClean="0"/>
              <a:pPr/>
              <a:t>2017-09-17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3EE73-DB24-442E-A021-0A7ACF243BB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4F7D3-D95C-443E-A702-A2E74464DFE0}" type="datetimeFigureOut">
              <a:rPr lang="ko-KR" altLang="en-US" smtClean="0"/>
              <a:pPr/>
              <a:t>2017-09-17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3EE73-DB24-442E-A021-0A7ACF243BB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4F7D3-D95C-443E-A702-A2E74464DFE0}" type="datetimeFigureOut">
              <a:rPr lang="ko-KR" altLang="en-US" smtClean="0"/>
              <a:pPr/>
              <a:t>2017-09-17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3EE73-DB24-442E-A021-0A7ACF243BB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4F7D3-D95C-443E-A702-A2E74464DFE0}" type="datetimeFigureOut">
              <a:rPr lang="ko-KR" altLang="en-US" smtClean="0"/>
              <a:pPr/>
              <a:t>2017-09-17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3EE73-DB24-442E-A021-0A7ACF243BB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4F7D3-D95C-443E-A702-A2E74464DFE0}" type="datetimeFigureOut">
              <a:rPr lang="ko-KR" altLang="en-US" smtClean="0"/>
              <a:pPr/>
              <a:t>2017-09-17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3EE73-DB24-442E-A021-0A7ACF243BB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4F7D3-D95C-443E-A702-A2E74464DFE0}" type="datetimeFigureOut">
              <a:rPr lang="ko-KR" altLang="en-US" smtClean="0"/>
              <a:pPr/>
              <a:t>2017-09-17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3EE73-DB24-442E-A021-0A7ACF243BB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14F7D3-D95C-443E-A702-A2E74464DFE0}" type="datetimeFigureOut">
              <a:rPr lang="ko-KR" altLang="en-US" smtClean="0"/>
              <a:pPr/>
              <a:t>2017-09-17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A3EE73-DB24-442E-A021-0A7ACF243BB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 smtClean="0"/>
              <a:t>상품 관리 애플리케이션 </a:t>
            </a:r>
            <a:r>
              <a:rPr lang="ko-KR" altLang="en-US" sz="3200" dirty="0" smtClean="0"/>
              <a:t>모듈구성</a:t>
            </a:r>
            <a:endParaRPr lang="ko-KR" alt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 smtClean="0"/>
              <a:t>모듈의 분리 기준</a:t>
            </a:r>
            <a:endParaRPr lang="ko-KR" altLang="en-US" sz="24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1520" y="2492896"/>
            <a:ext cx="8496944" cy="2980927"/>
          </a:xfrm>
        </p:spPr>
        <p:txBody>
          <a:bodyPr>
            <a:normAutofit/>
          </a:bodyPr>
          <a:lstStyle/>
          <a:p>
            <a:r>
              <a:rPr lang="en-US" altLang="ko-KR" sz="2200" dirty="0" err="1" smtClean="0"/>
              <a:t>AppModule</a:t>
            </a:r>
            <a:r>
              <a:rPr lang="ko-KR" altLang="en-US" sz="2200" dirty="0" smtClean="0"/>
              <a:t>의 크기</a:t>
            </a:r>
            <a:r>
              <a:rPr lang="en-US" altLang="ko-KR" sz="2200" dirty="0" smtClean="0"/>
              <a:t>-</a:t>
            </a:r>
            <a:r>
              <a:rPr lang="ko-KR" altLang="en-US" sz="2200" dirty="0" smtClean="0"/>
              <a:t>모듈 등록하면 크기 커짐</a:t>
            </a:r>
            <a:endParaRPr lang="en-US" altLang="ko-KR" sz="2200" dirty="0" smtClean="0"/>
          </a:p>
          <a:p>
            <a:endParaRPr lang="en-US" altLang="ko-KR" sz="2200" dirty="0" smtClean="0"/>
          </a:p>
          <a:p>
            <a:r>
              <a:rPr lang="ko-KR" altLang="en-US" sz="2200" dirty="0" smtClean="0"/>
              <a:t>네임스페이스 문제</a:t>
            </a:r>
            <a:r>
              <a:rPr lang="en-US" altLang="ko-KR" sz="2200" dirty="0" smtClean="0"/>
              <a:t>- </a:t>
            </a:r>
            <a:r>
              <a:rPr lang="ko-KR" altLang="en-US" sz="2200" dirty="0" smtClean="0"/>
              <a:t>외부 모듈이름과의 충돌</a:t>
            </a:r>
            <a:endParaRPr lang="en-US" altLang="ko-KR" sz="2200" dirty="0" smtClean="0"/>
          </a:p>
          <a:p>
            <a:endParaRPr lang="en-US" altLang="ko-KR" sz="2200" dirty="0" smtClean="0"/>
          </a:p>
          <a:p>
            <a:r>
              <a:rPr lang="ko-KR" altLang="en-US" sz="2200" dirty="0" smtClean="0"/>
              <a:t>모듈 단위 지연 로딩</a:t>
            </a:r>
            <a:r>
              <a:rPr lang="en-US" altLang="ko-KR" sz="2200" dirty="0" smtClean="0"/>
              <a:t>-</a:t>
            </a:r>
            <a:r>
              <a:rPr lang="ko-KR" altLang="en-US" sz="2200" dirty="0" err="1" smtClean="0"/>
              <a:t>필요로하는</a:t>
            </a:r>
            <a:r>
              <a:rPr lang="ko-KR" altLang="en-US" sz="2200" dirty="0" smtClean="0"/>
              <a:t> 모듈만</a:t>
            </a:r>
            <a:r>
              <a:rPr lang="en-US" altLang="ko-KR" sz="2200" dirty="0" smtClean="0"/>
              <a:t/>
            </a:r>
            <a:br>
              <a:rPr lang="en-US" altLang="ko-KR" sz="2200" dirty="0" smtClean="0"/>
            </a:br>
            <a:r>
              <a:rPr lang="en-US" altLang="ko-KR" sz="2200" dirty="0" smtClean="0"/>
              <a:t>                           </a:t>
            </a:r>
            <a:r>
              <a:rPr lang="ko-KR" altLang="en-US" sz="2200" dirty="0" smtClean="0"/>
              <a:t>로딩 가능하게 설정</a:t>
            </a:r>
            <a:endParaRPr lang="en-US" altLang="ko-KR" sz="2200" dirty="0" smtClean="0"/>
          </a:p>
          <a:p>
            <a:pPr>
              <a:buNone/>
            </a:pPr>
            <a:endParaRPr lang="en-US" altLang="ko-KR" dirty="0" smtClean="0"/>
          </a:p>
          <a:p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 smtClean="0"/>
              <a:t>모듈의 종류</a:t>
            </a:r>
            <a:endParaRPr lang="ko-KR" altLang="en-US" sz="2400" dirty="0"/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</p:nvPr>
        </p:nvGraphicFramePr>
        <p:xfrm>
          <a:off x="611560" y="2276872"/>
          <a:ext cx="8229600" cy="2659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168"/>
                <a:gridCol w="6717432"/>
              </a:tblGrid>
              <a:tr h="4368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분류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설명</a:t>
                      </a:r>
                      <a:endParaRPr lang="ko-KR" altLang="en-US" dirty="0"/>
                    </a:p>
                  </a:txBody>
                  <a:tcPr/>
                </a:tc>
              </a:tr>
              <a:tr h="71525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기능모듈</a:t>
                      </a:r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관련된 기능 및 목적 혹은 특정페이지를 기준으로 요소를</a:t>
                      </a:r>
                      <a:endParaRPr lang="en-US" altLang="ko-KR" dirty="0" smtClean="0"/>
                    </a:p>
                    <a:p>
                      <a:pPr algn="ctr" latinLnBrk="1"/>
                      <a:r>
                        <a:rPr lang="ko-KR" altLang="en-US" dirty="0" smtClean="0"/>
                        <a:t>구성한 모듈</a:t>
                      </a:r>
                      <a:r>
                        <a:rPr lang="en-US" altLang="ko-KR" dirty="0" smtClean="0"/>
                        <a:t>(</a:t>
                      </a:r>
                      <a:r>
                        <a:rPr lang="ko-KR" altLang="en-US" b="1" dirty="0" smtClean="0">
                          <a:solidFill>
                            <a:srgbClr val="FF0000"/>
                          </a:solidFill>
                        </a:rPr>
                        <a:t>화면</a:t>
                      </a:r>
                      <a:r>
                        <a:rPr lang="en-US" altLang="ko-KR" dirty="0" smtClean="0"/>
                        <a:t>,</a:t>
                      </a:r>
                      <a:r>
                        <a:rPr lang="ko-KR" altLang="en-US" b="1" dirty="0" smtClean="0">
                          <a:solidFill>
                            <a:srgbClr val="FF0000"/>
                          </a:solidFill>
                        </a:rPr>
                        <a:t>페이지 기준</a:t>
                      </a:r>
                      <a:r>
                        <a:rPr lang="en-US" altLang="ko-KR" b="1" dirty="0" smtClean="0">
                          <a:solidFill>
                            <a:srgbClr val="FF0000"/>
                          </a:solidFill>
                        </a:rPr>
                        <a:t>)</a:t>
                      </a:r>
                      <a:endParaRPr lang="ko-KR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 anchorCtr="1"/>
                </a:tc>
              </a:tr>
              <a:tr h="75327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공유모듈</a:t>
                      </a:r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여러 모듈에서 공통으로 사용되는 요소로 구성한 모듈</a:t>
                      </a:r>
                      <a:endParaRPr lang="ko-KR" altLang="en-US" dirty="0"/>
                    </a:p>
                  </a:txBody>
                  <a:tcPr anchor="ctr" anchorCtr="1"/>
                </a:tc>
              </a:tr>
              <a:tr h="75406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핵심모듈</a:t>
                      </a:r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최초 </a:t>
                      </a:r>
                      <a:r>
                        <a:rPr lang="ko-KR" altLang="en-US" dirty="0" err="1" smtClean="0"/>
                        <a:t>부트스트래핑에서</a:t>
                      </a:r>
                      <a:r>
                        <a:rPr lang="ko-KR" altLang="en-US" dirty="0" smtClean="0"/>
                        <a:t> 사용할 요소를 </a:t>
                      </a:r>
                      <a:r>
                        <a:rPr lang="en-US" altLang="ko-KR" dirty="0" err="1" smtClean="0"/>
                        <a:t>AppModule</a:t>
                      </a:r>
                      <a:r>
                        <a:rPr lang="ko-KR" altLang="en-US" dirty="0" smtClean="0"/>
                        <a:t>에서 분리</a:t>
                      </a:r>
                      <a:endParaRPr lang="en-US" altLang="ko-KR" dirty="0" smtClean="0"/>
                    </a:p>
                    <a:p>
                      <a:pPr algn="ctr" latinLnBrk="1"/>
                      <a:r>
                        <a:rPr lang="ko-KR" altLang="en-US" dirty="0" smtClean="0"/>
                        <a:t>하여 관리할 용도로 만든 모듈</a:t>
                      </a:r>
                      <a:endParaRPr lang="ko-KR" altLang="en-US" dirty="0"/>
                    </a:p>
                  </a:txBody>
                  <a:tcPr anchor="ctr" anchorCtr="1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err="1" smtClean="0"/>
              <a:t>Product,category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모듈 생성</a:t>
            </a:r>
            <a:r>
              <a:rPr lang="en-US" altLang="ko-KR" sz="2400" dirty="0" smtClean="0"/>
              <a:t>(</a:t>
            </a:r>
            <a:r>
              <a:rPr lang="en-US" altLang="ko-KR" sz="2400" b="1" dirty="0" err="1" smtClean="0">
                <a:solidFill>
                  <a:srgbClr val="FF0000"/>
                </a:solidFill>
              </a:rPr>
              <a:t>src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/app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폴더 밑에 각 폴더생성</a:t>
            </a:r>
            <a:r>
              <a:rPr lang="en-US" altLang="ko-KR" sz="2400" dirty="0" smtClean="0"/>
              <a:t>)</a:t>
            </a:r>
            <a:endParaRPr lang="ko-KR" alt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340769"/>
            <a:ext cx="8424936" cy="2880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528" y="4221088"/>
            <a:ext cx="5086350" cy="2392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660232" y="3933056"/>
            <a:ext cx="1724025" cy="116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오른쪽 화살표 6"/>
          <p:cNvSpPr/>
          <p:nvPr/>
        </p:nvSpPr>
        <p:spPr>
          <a:xfrm>
            <a:off x="5796136" y="4293096"/>
            <a:ext cx="432048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876256" y="5229200"/>
            <a:ext cx="1581150" cy="1381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오른쪽 화살표 8"/>
          <p:cNvSpPr/>
          <p:nvPr/>
        </p:nvSpPr>
        <p:spPr>
          <a:xfrm>
            <a:off x="5940152" y="5661248"/>
            <a:ext cx="432048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5580112" y="4869160"/>
            <a:ext cx="16514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각각 모듈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클래스 생성됨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3861048"/>
            <a:ext cx="3528392" cy="22048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err="1" smtClean="0"/>
              <a:t>product,category</a:t>
            </a:r>
            <a:r>
              <a:rPr lang="ko-KR" altLang="en-US" sz="2400" dirty="0" smtClean="0"/>
              <a:t>모듈과 </a:t>
            </a:r>
            <a:r>
              <a:rPr lang="en-US" altLang="ko-KR" sz="2400" dirty="0" smtClean="0"/>
              <a:t> </a:t>
            </a:r>
            <a:r>
              <a:rPr lang="en-US" altLang="ko-KR" sz="2400" dirty="0" err="1" smtClean="0"/>
              <a:t>app.moudle.ts</a:t>
            </a:r>
            <a:r>
              <a:rPr lang="ko-KR" altLang="en-US" sz="2400" dirty="0" smtClean="0"/>
              <a:t>의 모듈 관계</a:t>
            </a:r>
            <a:endParaRPr lang="ko-KR" altLang="en-US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3569" y="1556792"/>
            <a:ext cx="4104456" cy="21314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707904" y="3140968"/>
            <a:ext cx="5126521" cy="30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타원 5"/>
          <p:cNvSpPr/>
          <p:nvPr/>
        </p:nvSpPr>
        <p:spPr>
          <a:xfrm>
            <a:off x="5796136" y="4509120"/>
            <a:ext cx="2376264" cy="20162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ㅠ</a:t>
            </a:r>
            <a:endParaRPr lang="ko-KR" altLang="en-US" dirty="0"/>
          </a:p>
        </p:txBody>
      </p:sp>
      <p:sp>
        <p:nvSpPr>
          <p:cNvPr id="7" name="타원 6"/>
          <p:cNvSpPr/>
          <p:nvPr/>
        </p:nvSpPr>
        <p:spPr>
          <a:xfrm>
            <a:off x="6228184" y="5013176"/>
            <a:ext cx="1656184" cy="1224136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 smtClean="0">
                <a:solidFill>
                  <a:srgbClr val="FF0000"/>
                </a:solidFill>
              </a:rPr>
              <a:t>commonModule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12160" y="4653136"/>
            <a:ext cx="1916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srgbClr val="FF0000"/>
                </a:solidFill>
              </a:rPr>
              <a:t>BrowserModule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405873" y="2132856"/>
            <a:ext cx="6819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srgbClr val="FF0000"/>
                </a:solidFill>
              </a:rPr>
              <a:t>ngIf,ngFor</a:t>
            </a:r>
            <a:r>
              <a:rPr lang="ko-KR" altLang="en-US" b="1" dirty="0" smtClean="0">
                <a:solidFill>
                  <a:srgbClr val="FF0000"/>
                </a:solidFill>
              </a:rPr>
              <a:t>와 같은 기본 지시자와 내장 파이프를 담고 있는 모듈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99592" y="6165304"/>
            <a:ext cx="43793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srgbClr val="FF0000"/>
                </a:solidFill>
              </a:rPr>
              <a:t>Category.module.ts</a:t>
            </a:r>
            <a:r>
              <a:rPr lang="ko-KR" altLang="en-US" b="1" dirty="0" smtClean="0">
                <a:solidFill>
                  <a:srgbClr val="FF0000"/>
                </a:solidFill>
              </a:rPr>
              <a:t>의 경우도 동일하다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12" name="아래쪽 화살표 11"/>
          <p:cNvSpPr/>
          <p:nvPr/>
        </p:nvSpPr>
        <p:spPr>
          <a:xfrm>
            <a:off x="4860032" y="2564904"/>
            <a:ext cx="432048" cy="5040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5338150" y="2636912"/>
            <a:ext cx="3805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srgbClr val="FF0000"/>
                </a:solidFill>
              </a:rPr>
              <a:t>CommonMoudle</a:t>
            </a:r>
            <a:r>
              <a:rPr lang="ko-KR" altLang="en-US" b="1" dirty="0" smtClean="0">
                <a:solidFill>
                  <a:srgbClr val="FF0000"/>
                </a:solidFill>
              </a:rPr>
              <a:t>을 포함하고 있다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err="1" smtClean="0"/>
              <a:t>app.module.ts</a:t>
            </a:r>
            <a:r>
              <a:rPr lang="en-US" altLang="ko-KR" sz="2400" dirty="0" smtClean="0"/>
              <a:t>(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기능 모듈 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import)(1)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1700808"/>
            <a:ext cx="7296150" cy="3667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아래쪽 화살표 4"/>
          <p:cNvSpPr/>
          <p:nvPr/>
        </p:nvSpPr>
        <p:spPr>
          <a:xfrm rot="3538417">
            <a:off x="6452639" y="2213295"/>
            <a:ext cx="432048" cy="4320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아래쪽 화살표 5"/>
          <p:cNvSpPr/>
          <p:nvPr/>
        </p:nvSpPr>
        <p:spPr>
          <a:xfrm rot="3538417">
            <a:off x="7964807" y="4229519"/>
            <a:ext cx="432048" cy="4320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err="1" smtClean="0"/>
              <a:t>app.moudle.ts</a:t>
            </a:r>
            <a:r>
              <a:rPr lang="en-US" altLang="ko-KR" sz="2400" dirty="0" smtClean="0"/>
              <a:t>(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기능 모듈 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import)(2)</a:t>
            </a:r>
            <a:endParaRPr lang="ko-KR" altLang="en-US" sz="24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1700808"/>
            <a:ext cx="7448550" cy="4320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아래쪽 화살표 4"/>
          <p:cNvSpPr/>
          <p:nvPr/>
        </p:nvSpPr>
        <p:spPr>
          <a:xfrm rot="3657280">
            <a:off x="6171292" y="3883627"/>
            <a:ext cx="432048" cy="45358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 smtClean="0"/>
              <a:t>핵심모듈로 분리할 대상자 확인</a:t>
            </a:r>
            <a:endParaRPr lang="ko-KR" altLang="en-US" sz="24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979712" y="1700808"/>
            <a:ext cx="5077072" cy="676671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altLang="ko-KR" sz="2000" b="1" dirty="0" err="1" smtClean="0">
                <a:solidFill>
                  <a:srgbClr val="002060"/>
                </a:solidFill>
              </a:rPr>
              <a:t>AppComponent</a:t>
            </a:r>
            <a:r>
              <a:rPr lang="ko-KR" altLang="en-US" sz="2000" b="1" dirty="0" smtClean="0">
                <a:solidFill>
                  <a:srgbClr val="002060"/>
                </a:solidFill>
              </a:rPr>
              <a:t>를 제외하고 </a:t>
            </a:r>
            <a:endParaRPr lang="en-US" altLang="ko-KR" sz="2000" b="1" dirty="0" smtClean="0">
              <a:solidFill>
                <a:srgbClr val="002060"/>
              </a:solidFill>
            </a:endParaRPr>
          </a:p>
          <a:p>
            <a:pPr>
              <a:buNone/>
            </a:pPr>
            <a:r>
              <a:rPr lang="ko-KR" altLang="en-US" sz="2000" b="1" dirty="0" err="1" smtClean="0">
                <a:solidFill>
                  <a:srgbClr val="FF0000"/>
                </a:solidFill>
              </a:rPr>
              <a:t>전역적으로사용되는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 모든 컴포넌트와 서비스</a:t>
            </a:r>
            <a:endParaRPr lang="en-US" altLang="ko-KR" sz="2000" b="1" dirty="0" smtClean="0">
              <a:solidFill>
                <a:srgbClr val="FF0000"/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2636912"/>
            <a:ext cx="7258050" cy="380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아래쪽 화살표 4"/>
          <p:cNvSpPr/>
          <p:nvPr/>
        </p:nvSpPr>
        <p:spPr>
          <a:xfrm rot="2959944">
            <a:off x="3121130" y="3026091"/>
            <a:ext cx="432048" cy="3600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 smtClean="0"/>
              <a:t>핵심모듈 생성</a:t>
            </a:r>
            <a:endParaRPr lang="ko-KR" altLang="en-US" sz="24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340768"/>
            <a:ext cx="8316416" cy="163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아래쪽 화살표 4"/>
          <p:cNvSpPr/>
          <p:nvPr/>
        </p:nvSpPr>
        <p:spPr>
          <a:xfrm>
            <a:off x="4211960" y="3212976"/>
            <a:ext cx="432048" cy="4320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3573016"/>
            <a:ext cx="2990850" cy="296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오른쪽 화살표 6"/>
          <p:cNvSpPr/>
          <p:nvPr/>
        </p:nvSpPr>
        <p:spPr>
          <a:xfrm>
            <a:off x="3851920" y="4509120"/>
            <a:ext cx="504056" cy="57606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44008" y="3861048"/>
            <a:ext cx="4176464" cy="2028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3464807" y="5877272"/>
            <a:ext cx="5679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 smtClean="0">
                <a:solidFill>
                  <a:srgbClr val="FF0000"/>
                </a:solidFill>
              </a:rPr>
              <a:t>scm</a:t>
            </a:r>
            <a:r>
              <a:rPr lang="en-US" altLang="ko-KR" b="1" dirty="0" smtClean="0">
                <a:solidFill>
                  <a:srgbClr val="FF0000"/>
                </a:solidFill>
              </a:rPr>
              <a:t>-main</a:t>
            </a:r>
            <a:r>
              <a:rPr lang="ko-KR" altLang="en-US" b="1" dirty="0" smtClean="0">
                <a:solidFill>
                  <a:srgbClr val="FF0000"/>
                </a:solidFill>
              </a:rPr>
              <a:t>폴더에 </a:t>
            </a:r>
            <a:r>
              <a:rPr lang="en-US" altLang="ko-KR" b="1" dirty="0" err="1" smtClean="0">
                <a:solidFill>
                  <a:srgbClr val="FF0000"/>
                </a:solidFill>
              </a:rPr>
              <a:t>navbar,sidebar,footer</a:t>
            </a:r>
            <a:r>
              <a:rPr lang="ko-KR" altLang="en-US" b="1" dirty="0" smtClean="0">
                <a:solidFill>
                  <a:srgbClr val="FF0000"/>
                </a:solidFill>
              </a:rPr>
              <a:t>폴더를</a:t>
            </a:r>
            <a:r>
              <a:rPr lang="en-US" altLang="ko-KR" b="1" dirty="0" smtClean="0">
                <a:solidFill>
                  <a:srgbClr val="FF0000"/>
                </a:solidFill>
              </a:rPr>
              <a:t> </a:t>
            </a:r>
            <a:r>
              <a:rPr lang="ko-KR" altLang="en-US" b="1" dirty="0" smtClean="0">
                <a:solidFill>
                  <a:srgbClr val="FF0000"/>
                </a:solidFill>
              </a:rPr>
              <a:t>이동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err="1" smtClean="0"/>
              <a:t>ScmMainModule.ts</a:t>
            </a:r>
            <a:r>
              <a:rPr lang="ko-KR" altLang="en-US" sz="2400" dirty="0" smtClean="0"/>
              <a:t>파일에 추가</a:t>
            </a:r>
            <a:endParaRPr lang="ko-KR" altLang="en-US" sz="2400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060848"/>
            <a:ext cx="316230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47864" y="1700808"/>
            <a:ext cx="5382369" cy="38694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아래쪽 화살표 6"/>
          <p:cNvSpPr/>
          <p:nvPr/>
        </p:nvSpPr>
        <p:spPr>
          <a:xfrm>
            <a:off x="5868144" y="3429000"/>
            <a:ext cx="360040" cy="2880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5436096" y="3861048"/>
            <a:ext cx="37071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3</a:t>
            </a:r>
            <a:r>
              <a:rPr lang="ko-KR" altLang="en-US" b="1" dirty="0" smtClean="0">
                <a:solidFill>
                  <a:srgbClr val="FF0000"/>
                </a:solidFill>
              </a:rPr>
              <a:t>개의 컴포넌트 등록</a:t>
            </a:r>
            <a:r>
              <a:rPr lang="en-US" altLang="ko-KR" b="1" dirty="0" smtClean="0">
                <a:solidFill>
                  <a:srgbClr val="FF0000"/>
                </a:solidFill>
              </a:rPr>
              <a:t>(import</a:t>
            </a:r>
            <a:r>
              <a:rPr lang="ko-KR" altLang="en-US" b="1" dirty="0" smtClean="0">
                <a:solidFill>
                  <a:srgbClr val="FF0000"/>
                </a:solidFill>
              </a:rPr>
              <a:t>하고</a:t>
            </a:r>
            <a:r>
              <a:rPr lang="en-US" altLang="ko-KR" b="1" dirty="0" smtClean="0">
                <a:solidFill>
                  <a:srgbClr val="FF0000"/>
                </a:solidFill>
              </a:rPr>
              <a:t>)</a:t>
            </a:r>
          </a:p>
          <a:p>
            <a:r>
              <a:rPr lang="en-US" altLang="ko-KR" b="1" dirty="0" smtClean="0">
                <a:solidFill>
                  <a:srgbClr val="FF0000"/>
                </a:solidFill>
              </a:rPr>
              <a:t>Declarations</a:t>
            </a:r>
            <a:r>
              <a:rPr lang="ko-KR" altLang="en-US" b="1" dirty="0" smtClean="0">
                <a:solidFill>
                  <a:srgbClr val="FF0000"/>
                </a:solidFill>
              </a:rPr>
              <a:t>에  포함시킨다</a:t>
            </a:r>
            <a:r>
              <a:rPr lang="en-US" altLang="ko-KR" b="1" dirty="0" smtClean="0">
                <a:solidFill>
                  <a:srgbClr val="FF0000"/>
                </a:solidFill>
              </a:rPr>
              <a:t>.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err="1" smtClean="0"/>
              <a:t>AppModule</a:t>
            </a:r>
            <a:r>
              <a:rPr lang="ko-KR" altLang="en-US" sz="2400" dirty="0" smtClean="0"/>
              <a:t>에 핵심모듈 적용</a:t>
            </a:r>
            <a:r>
              <a:rPr lang="en-US" altLang="ko-KR" sz="2400" dirty="0" smtClean="0"/>
              <a:t>(1)</a:t>
            </a:r>
            <a:endParaRPr lang="ko-KR" altLang="en-US" sz="24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1556792"/>
            <a:ext cx="7667625" cy="3384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err="1" smtClean="0"/>
              <a:t>AppModule</a:t>
            </a:r>
            <a:r>
              <a:rPr lang="ko-KR" altLang="en-US" sz="2400" dirty="0" smtClean="0"/>
              <a:t>에 핵심모듈 적용</a:t>
            </a:r>
            <a:r>
              <a:rPr lang="en-US" altLang="ko-KR" sz="2400" dirty="0" smtClean="0"/>
              <a:t>(2)</a:t>
            </a:r>
            <a:endParaRPr lang="ko-KR" altLang="en-US" sz="24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772816"/>
            <a:ext cx="8208912" cy="3667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 smtClean="0"/>
              <a:t>최종 실행 결과 에러발생</a:t>
            </a:r>
            <a:endParaRPr lang="ko-KR" altLang="en-US" sz="24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340768"/>
            <a:ext cx="8208912" cy="402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아래쪽 화살표 4"/>
          <p:cNvSpPr/>
          <p:nvPr/>
        </p:nvSpPr>
        <p:spPr>
          <a:xfrm>
            <a:off x="4283968" y="5085184"/>
            <a:ext cx="432048" cy="5040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539552" y="5733256"/>
            <a:ext cx="81211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srgbClr val="002060"/>
                </a:solidFill>
              </a:rPr>
              <a:t>AppModule</a:t>
            </a:r>
            <a:r>
              <a:rPr lang="ko-KR" altLang="en-US" b="1" dirty="0" smtClean="0">
                <a:solidFill>
                  <a:srgbClr val="002060"/>
                </a:solidFill>
              </a:rPr>
              <a:t>에서</a:t>
            </a:r>
            <a:r>
              <a:rPr lang="en-US" altLang="ko-KR" b="1" dirty="0" smtClean="0">
                <a:solidFill>
                  <a:srgbClr val="002060"/>
                </a:solidFill>
              </a:rPr>
              <a:t> </a:t>
            </a:r>
            <a:r>
              <a:rPr lang="ko-KR" altLang="en-US" b="1" dirty="0" smtClean="0">
                <a:solidFill>
                  <a:srgbClr val="002060"/>
                </a:solidFill>
              </a:rPr>
              <a:t>핵심모듈인 </a:t>
            </a:r>
            <a:r>
              <a:rPr lang="en-US" altLang="ko-KR" b="1" dirty="0" err="1" smtClean="0">
                <a:solidFill>
                  <a:srgbClr val="002060"/>
                </a:solidFill>
              </a:rPr>
              <a:t>ScmMainModule</a:t>
            </a:r>
            <a:r>
              <a:rPr lang="ko-KR" altLang="en-US" b="1" dirty="0" smtClean="0">
                <a:solidFill>
                  <a:srgbClr val="002060"/>
                </a:solidFill>
              </a:rPr>
              <a:t>로 컴포넌트의 선언을 </a:t>
            </a:r>
            <a:r>
              <a:rPr lang="ko-KR" altLang="en-US" b="1" dirty="0" err="1" smtClean="0">
                <a:solidFill>
                  <a:srgbClr val="002060"/>
                </a:solidFill>
              </a:rPr>
              <a:t>분리하</a:t>
            </a:r>
            <a:endParaRPr lang="en-US" altLang="ko-KR" b="1" dirty="0" smtClean="0">
              <a:solidFill>
                <a:srgbClr val="002060"/>
              </a:solidFill>
            </a:endParaRPr>
          </a:p>
          <a:p>
            <a:r>
              <a:rPr lang="ko-KR" altLang="en-US" b="1" dirty="0" err="1" smtClean="0">
                <a:solidFill>
                  <a:srgbClr val="002060"/>
                </a:solidFill>
              </a:rPr>
              <a:t>였기때문에</a:t>
            </a:r>
            <a:r>
              <a:rPr lang="ko-KR" altLang="en-US" b="1" dirty="0" smtClean="0">
                <a:solidFill>
                  <a:srgbClr val="002060"/>
                </a:solidFill>
              </a:rPr>
              <a:t> 발생</a:t>
            </a:r>
            <a:r>
              <a:rPr lang="en-US" altLang="ko-KR" b="1" dirty="0" smtClean="0">
                <a:solidFill>
                  <a:srgbClr val="002060"/>
                </a:solidFill>
              </a:rPr>
              <a:t>-&gt;</a:t>
            </a:r>
            <a:r>
              <a:rPr lang="en-US" altLang="ko-KR" b="1" dirty="0" err="1" smtClean="0">
                <a:solidFill>
                  <a:srgbClr val="002060"/>
                </a:solidFill>
              </a:rPr>
              <a:t>AppModule</a:t>
            </a:r>
            <a:r>
              <a:rPr lang="ko-KR" altLang="en-US" b="1" dirty="0" smtClean="0">
                <a:solidFill>
                  <a:srgbClr val="002060"/>
                </a:solidFill>
              </a:rPr>
              <a:t>에서 </a:t>
            </a:r>
            <a:r>
              <a:rPr lang="en-US" altLang="ko-KR" b="1" dirty="0" err="1" smtClean="0">
                <a:solidFill>
                  <a:srgbClr val="002060"/>
                </a:solidFill>
              </a:rPr>
              <a:t>ScmMainModule</a:t>
            </a:r>
            <a:r>
              <a:rPr lang="ko-KR" altLang="en-US" b="1" dirty="0" smtClean="0">
                <a:solidFill>
                  <a:srgbClr val="002060"/>
                </a:solidFill>
              </a:rPr>
              <a:t>에 선언된 컴포넌트를</a:t>
            </a:r>
            <a:endParaRPr lang="en-US" altLang="ko-KR" b="1" dirty="0" smtClean="0">
              <a:solidFill>
                <a:srgbClr val="002060"/>
              </a:solidFill>
            </a:endParaRPr>
          </a:p>
          <a:p>
            <a:r>
              <a:rPr lang="ko-KR" altLang="en-US" b="1" dirty="0" smtClean="0">
                <a:solidFill>
                  <a:srgbClr val="002060"/>
                </a:solidFill>
              </a:rPr>
              <a:t>참조할 수 </a:t>
            </a:r>
            <a:r>
              <a:rPr lang="ko-KR" altLang="en-US" b="1" dirty="0" err="1" smtClean="0">
                <a:solidFill>
                  <a:srgbClr val="002060"/>
                </a:solidFill>
              </a:rPr>
              <a:t>없기때문에</a:t>
            </a:r>
            <a:r>
              <a:rPr lang="ko-KR" altLang="en-US" b="1" dirty="0" smtClean="0">
                <a:solidFill>
                  <a:srgbClr val="002060"/>
                </a:solidFill>
              </a:rPr>
              <a:t> 발생하는 </a:t>
            </a:r>
            <a:r>
              <a:rPr lang="ko-KR" altLang="en-US" b="1" dirty="0" err="1" smtClean="0">
                <a:solidFill>
                  <a:srgbClr val="002060"/>
                </a:solidFill>
              </a:rPr>
              <a:t>에러메세지</a:t>
            </a:r>
            <a:r>
              <a:rPr lang="ko-KR" altLang="en-US" b="1" dirty="0" smtClean="0">
                <a:solidFill>
                  <a:srgbClr val="002060"/>
                </a:solidFill>
              </a:rPr>
              <a:t> 임</a:t>
            </a:r>
            <a:endParaRPr lang="ko-KR" altLang="en-US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 smtClean="0"/>
              <a:t>최종 실행 결과 에러발생 해결</a:t>
            </a:r>
            <a:r>
              <a:rPr lang="en-US" altLang="ko-KR" sz="2400" dirty="0" smtClean="0"/>
              <a:t>(</a:t>
            </a:r>
            <a:r>
              <a:rPr lang="en-US" altLang="ko-KR" sz="2400" b="1" dirty="0" err="1" smtClean="0">
                <a:solidFill>
                  <a:srgbClr val="FF0000"/>
                </a:solidFill>
              </a:rPr>
              <a:t>imports,exports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를 이용</a:t>
            </a:r>
            <a:r>
              <a:rPr lang="en-US" altLang="ko-KR" sz="2400" dirty="0" smtClean="0"/>
              <a:t>)</a:t>
            </a:r>
            <a:br>
              <a:rPr lang="en-US" altLang="ko-KR" sz="2400" dirty="0" smtClean="0"/>
            </a:br>
            <a:r>
              <a:rPr lang="en-US" altLang="ko-KR" sz="2400" b="1" dirty="0" err="1" smtClean="0">
                <a:solidFill>
                  <a:srgbClr val="0070C0"/>
                </a:solidFill>
              </a:rPr>
              <a:t>Scm-main.module.ts</a:t>
            </a:r>
            <a:r>
              <a:rPr lang="ko-KR" altLang="en-US" sz="2400" b="1" dirty="0" smtClean="0">
                <a:solidFill>
                  <a:srgbClr val="0070C0"/>
                </a:solidFill>
              </a:rPr>
              <a:t>파일에 다음과 같이 수정</a:t>
            </a:r>
            <a:endParaRPr lang="ko-KR" altLang="en-US" sz="2400" b="1" dirty="0">
              <a:solidFill>
                <a:srgbClr val="0070C0"/>
              </a:solidFill>
            </a:endParaRP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5775" y="1340768"/>
            <a:ext cx="8658225" cy="496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 smtClean="0"/>
              <a:t>최종 실습 결과 </a:t>
            </a:r>
            <a:r>
              <a:rPr lang="ko-KR" altLang="en-US" sz="2400" dirty="0" err="1" smtClean="0"/>
              <a:t>에러계속</a:t>
            </a:r>
            <a:r>
              <a:rPr lang="ko-KR" altLang="en-US" sz="2400" dirty="0" smtClean="0"/>
              <a:t> 발생</a:t>
            </a:r>
            <a:endParaRPr lang="ko-KR" altLang="en-US" sz="2400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1844824"/>
            <a:ext cx="7308304" cy="461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err="1" smtClean="0"/>
              <a:t>app.component.ts</a:t>
            </a:r>
            <a:r>
              <a:rPr lang="ko-KR" altLang="en-US" sz="2400" dirty="0" smtClean="0"/>
              <a:t>파일 수정</a:t>
            </a:r>
            <a:endParaRPr lang="ko-KR" altLang="en-US" sz="2400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2060848"/>
            <a:ext cx="7477125" cy="348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 smtClean="0"/>
              <a:t>최종 실습 결과</a:t>
            </a:r>
            <a:endParaRPr lang="ko-KR" altLang="en-US" sz="2400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484784"/>
            <a:ext cx="8015385" cy="4248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707</TotalTime>
  <Words>223</Words>
  <Application>Microsoft Office PowerPoint</Application>
  <PresentationFormat>화면 슬라이드 쇼(4:3)</PresentationFormat>
  <Paragraphs>48</Paragraphs>
  <Slides>17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18" baseType="lpstr">
      <vt:lpstr>Office 테마</vt:lpstr>
      <vt:lpstr>상품 관리 애플리케이션 모듈구성</vt:lpstr>
      <vt:lpstr>모듈의 분리 기준</vt:lpstr>
      <vt:lpstr>모듈의 종류</vt:lpstr>
      <vt:lpstr>Product,category 모듈 생성(src/app폴더 밑에 각 폴더생성)</vt:lpstr>
      <vt:lpstr>product,category모듈과  app.moudle.ts의 모듈 관계</vt:lpstr>
      <vt:lpstr>app.module.ts(기능 모듈 import)(1)</vt:lpstr>
      <vt:lpstr>app.moudle.ts(기능 모듈 import)(2)</vt:lpstr>
      <vt:lpstr>핵심모듈로 분리할 대상자 확인</vt:lpstr>
      <vt:lpstr>핵심모듈 생성</vt:lpstr>
      <vt:lpstr>ScmMainModule.ts파일에 추가</vt:lpstr>
      <vt:lpstr>AppModule에 핵심모듈 적용(1)</vt:lpstr>
      <vt:lpstr>AppModule에 핵심모듈 적용(2)</vt:lpstr>
      <vt:lpstr>최종 실행 결과 에러발생</vt:lpstr>
      <vt:lpstr>최종 실행 결과 에러발생 해결(imports,exports를 이용) Scm-main.module.ts파일에 다음과 같이 수정</vt:lpstr>
      <vt:lpstr>최종 실습 결과 에러계속 발생</vt:lpstr>
      <vt:lpstr>app.component.ts파일 수정</vt:lpstr>
      <vt:lpstr>최종 실습 결과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상품 관리 애플리케이션 구성</dc:title>
  <dc:creator>이연수님</dc:creator>
  <cp:lastModifiedBy>이연수님</cp:lastModifiedBy>
  <cp:revision>50</cp:revision>
  <dcterms:created xsi:type="dcterms:W3CDTF">2017-07-28T12:52:52Z</dcterms:created>
  <dcterms:modified xsi:type="dcterms:W3CDTF">2017-09-17T08:58:24Z</dcterms:modified>
</cp:coreProperties>
</file>