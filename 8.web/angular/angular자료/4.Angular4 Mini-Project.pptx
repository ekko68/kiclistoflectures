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9" r:id="rId18"/>
    <p:sldId id="277" r:id="rId19"/>
    <p:sldId id="278" r:id="rId20"/>
    <p:sldId id="288" r:id="rId21"/>
    <p:sldId id="271" r:id="rId22"/>
    <p:sldId id="287" r:id="rId23"/>
    <p:sldId id="286" r:id="rId24"/>
    <p:sldId id="285" r:id="rId25"/>
    <p:sldId id="284" r:id="rId26"/>
    <p:sldId id="283" r:id="rId27"/>
    <p:sldId id="282" r:id="rId28"/>
    <p:sldId id="281" r:id="rId29"/>
    <p:sldId id="280" r:id="rId30"/>
    <p:sldId id="289" r:id="rId31"/>
    <p:sldId id="291" r:id="rId32"/>
    <p:sldId id="290" r:id="rId33"/>
    <p:sldId id="272" r:id="rId34"/>
    <p:sldId id="273" r:id="rId35"/>
    <p:sldId id="274" r:id="rId36"/>
    <p:sldId id="275" r:id="rId3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7D4E7-D78A-4F06-AC24-3967FA66FCC2}" type="datetimeFigureOut">
              <a:rPr lang="ko-KR" altLang="en-US" smtClean="0"/>
              <a:pPr/>
              <a:t>2017-09-17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C2A55-8911-489D-A140-CAD9113488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localhost:8090/AngularWeb/addPerson.js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://localhost:8090/AngularWeb/updatePerson.js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3568" y="1196752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sz="3200" dirty="0" smtClean="0"/>
              <a:t>Angular4 Mini-Project</a:t>
            </a:r>
            <a:br>
              <a:rPr lang="en-US" altLang="ko-KR" sz="3200" dirty="0" smtClean="0"/>
            </a:br>
            <a:r>
              <a:rPr lang="en-US" altLang="ko-KR" sz="3200" dirty="0" smtClean="0"/>
              <a:t>(Person </a:t>
            </a:r>
            <a:r>
              <a:rPr lang="ko-KR" altLang="en-US" sz="3200" dirty="0" smtClean="0"/>
              <a:t>관리 프로그램</a:t>
            </a:r>
            <a:r>
              <a:rPr lang="en-US" altLang="ko-KR" sz="3200" dirty="0" smtClean="0"/>
              <a:t>)</a:t>
            </a:r>
            <a:endParaRPr lang="ko-KR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1.my-app-person </a:t>
            </a:r>
            <a:r>
              <a:rPr lang="ko-KR" altLang="en-US" sz="2400" dirty="0" smtClean="0"/>
              <a:t>프로젝트생성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772816"/>
            <a:ext cx="6029325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4293096"/>
            <a:ext cx="52482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</a:t>
            </a:r>
            <a:r>
              <a:rPr lang="ko-KR" altLang="en-US" sz="2400" dirty="0" smtClean="0"/>
              <a:t>컴포넌트 생성 </a:t>
            </a:r>
            <a:r>
              <a:rPr lang="en-US" altLang="ko-KR" sz="2400" dirty="0" smtClean="0"/>
              <a:t>(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person, item-edit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7776864" cy="454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3.app.modules.ts</a:t>
            </a:r>
            <a:r>
              <a:rPr lang="ko-KR" altLang="en-US" sz="2400" dirty="0" smtClean="0"/>
              <a:t>파일 확인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783627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1129915">
            <a:off x="6764621" y="2021221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화살표 5"/>
          <p:cNvSpPr/>
          <p:nvPr/>
        </p:nvSpPr>
        <p:spPr>
          <a:xfrm>
            <a:off x="3275856" y="5373216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995936" y="5301208"/>
            <a:ext cx="4765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formsModule</a:t>
            </a:r>
            <a:r>
              <a:rPr lang="ko-KR" altLang="en-US" b="1" dirty="0" smtClean="0">
                <a:solidFill>
                  <a:srgbClr val="FF0000"/>
                </a:solidFill>
              </a:rPr>
              <a:t>이 없으면 양방향 속성을 사용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할 수가 없다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4.app.component.html </a:t>
            </a:r>
            <a:r>
              <a:rPr lang="ko-KR" altLang="en-US" sz="2400" dirty="0" smtClean="0"/>
              <a:t>파일 편집 및 </a:t>
            </a:r>
            <a:r>
              <a:rPr lang="en-US" altLang="ko-KR" sz="2400" dirty="0" smtClean="0"/>
              <a:t>person</a:t>
            </a:r>
            <a:r>
              <a:rPr lang="ko-KR" altLang="en-US" sz="2400" dirty="0" smtClean="0"/>
              <a:t>의 서비스 생성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293096"/>
            <a:ext cx="7488832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2636912"/>
            <a:ext cx="4176464" cy="866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331640" y="1700808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a</a:t>
            </a:r>
            <a:r>
              <a:rPr lang="en-US" altLang="ko-KR" b="1" dirty="0" err="1" smtClean="0">
                <a:solidFill>
                  <a:srgbClr val="FF0000"/>
                </a:solidFill>
              </a:rPr>
              <a:t>pp.component.html</a:t>
            </a:r>
            <a:r>
              <a:rPr lang="ko-KR" altLang="en-US" b="1" dirty="0" smtClean="0">
                <a:solidFill>
                  <a:srgbClr val="FF0000"/>
                </a:solidFill>
              </a:rPr>
              <a:t>파일 편집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2987824" y="2132856"/>
            <a:ext cx="43204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83568" y="3789040"/>
            <a:ext cx="529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Person</a:t>
            </a:r>
            <a:r>
              <a:rPr lang="ko-KR" altLang="en-US" b="1" dirty="0" smtClean="0">
                <a:solidFill>
                  <a:srgbClr val="FF0000"/>
                </a:solidFill>
              </a:rPr>
              <a:t>폴더로 이동 후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ng</a:t>
            </a:r>
            <a:r>
              <a:rPr lang="en-US" altLang="ko-KR" b="1" dirty="0" smtClean="0">
                <a:solidFill>
                  <a:srgbClr val="FF0000"/>
                </a:solidFill>
              </a:rPr>
              <a:t> g service person </a:t>
            </a:r>
            <a:r>
              <a:rPr lang="ko-KR" altLang="en-US" b="1" dirty="0" smtClean="0">
                <a:solidFill>
                  <a:srgbClr val="FF0000"/>
                </a:solidFill>
              </a:rPr>
              <a:t>작성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5. Person</a:t>
            </a:r>
            <a:r>
              <a:rPr lang="ko-KR" altLang="en-US" sz="2400" dirty="0" smtClean="0"/>
              <a:t>폴더에 </a:t>
            </a:r>
            <a:r>
              <a:rPr lang="en-US" altLang="ko-KR" sz="2400" dirty="0" smtClean="0"/>
              <a:t> </a:t>
            </a:r>
            <a:r>
              <a:rPr lang="en-US" altLang="ko-KR" sz="2400" dirty="0" err="1" smtClean="0"/>
              <a:t>rxjs-operators.ts</a:t>
            </a:r>
            <a:r>
              <a:rPr lang="ko-KR" altLang="en-US" sz="2400" dirty="0" smtClean="0"/>
              <a:t>파일 작성</a:t>
            </a:r>
            <a:r>
              <a:rPr lang="en-US" altLang="ko-KR" sz="2400" dirty="0" smtClean="0"/>
              <a:t/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promise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를 위해 작성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0808"/>
            <a:ext cx="6984776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5229200"/>
            <a:ext cx="78009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835696" y="4437112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6.person.ts </a:t>
            </a:r>
            <a:r>
              <a:rPr lang="ko-KR" altLang="en-US" sz="2400" dirty="0" smtClean="0"/>
              <a:t>파일 작성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7.person.service.ts </a:t>
            </a:r>
            <a:r>
              <a:rPr lang="ko-KR" altLang="en-US" sz="2400" dirty="0" smtClean="0"/>
              <a:t>파일 작성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628800"/>
            <a:ext cx="784887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5436096" y="3429000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084168" y="3068960"/>
            <a:ext cx="27270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웹상에서</a:t>
            </a:r>
            <a:r>
              <a:rPr lang="ko-KR" altLang="en-US" b="1" dirty="0" smtClean="0">
                <a:solidFill>
                  <a:srgbClr val="FF0000"/>
                </a:solidFill>
              </a:rPr>
              <a:t> 공통으로 사용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할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메서드를</a:t>
            </a:r>
            <a:r>
              <a:rPr lang="ko-KR" altLang="en-US" b="1" dirty="0" smtClean="0">
                <a:solidFill>
                  <a:srgbClr val="FF0000"/>
                </a:solidFill>
              </a:rPr>
              <a:t> 구현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콜백함수를</a:t>
            </a:r>
            <a:r>
              <a:rPr lang="ko-KR" altLang="en-US" b="1" dirty="0" smtClean="0">
                <a:solidFill>
                  <a:srgbClr val="FF0000"/>
                </a:solidFill>
              </a:rPr>
              <a:t> 통해서 출력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가능하게 설정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7.person.service.ts </a:t>
            </a:r>
            <a:r>
              <a:rPr lang="ko-KR" altLang="en-US" sz="2400" dirty="0" smtClean="0"/>
              <a:t>파일 작성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268760"/>
            <a:ext cx="8229600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7.person.service.ts </a:t>
            </a:r>
            <a:r>
              <a:rPr lang="ko-KR" altLang="en-US" sz="2400" dirty="0" smtClean="0"/>
              <a:t>파일 작성</a:t>
            </a:r>
            <a:r>
              <a:rPr lang="en-US" altLang="ko-KR" sz="2400" dirty="0" smtClean="0"/>
              <a:t>(3)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803910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8.person.component.ts </a:t>
            </a:r>
            <a:r>
              <a:rPr lang="ko-KR" altLang="en-US" sz="2400" dirty="0" smtClean="0"/>
              <a:t>파일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700808"/>
            <a:ext cx="6768752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6012160" y="4365104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588224" y="4293096"/>
            <a:ext cx="2315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Person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PersonService</a:t>
            </a:r>
            <a:r>
              <a:rPr lang="ko-KR" altLang="en-US" b="1" dirty="0" smtClean="0">
                <a:solidFill>
                  <a:srgbClr val="FF0000"/>
                </a:solidFill>
              </a:rPr>
              <a:t>등록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5580112" y="5949280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110797" y="5877272"/>
            <a:ext cx="3033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생성자를</a:t>
            </a:r>
            <a:r>
              <a:rPr lang="ko-KR" altLang="en-US" b="1" dirty="0" smtClean="0">
                <a:solidFill>
                  <a:srgbClr val="FF0000"/>
                </a:solidFill>
              </a:rPr>
              <a:t> 통해서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의존객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체를 얻어온다</a:t>
            </a:r>
            <a:r>
              <a:rPr lang="en-US" altLang="ko-KR" b="1" dirty="0" smtClean="0">
                <a:solidFill>
                  <a:srgbClr val="FF0000"/>
                </a:solidFill>
              </a:rPr>
              <a:t>.(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메서드호출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오른쪽 화살표 7"/>
          <p:cNvSpPr/>
          <p:nvPr/>
        </p:nvSpPr>
        <p:spPr>
          <a:xfrm>
            <a:off x="5580112" y="2996952"/>
            <a:ext cx="43204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156176" y="2996952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실시간으로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요청하기위해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필</a:t>
            </a:r>
            <a:r>
              <a:rPr lang="ko-KR" altLang="en-US" b="1" dirty="0" smtClean="0">
                <a:solidFill>
                  <a:srgbClr val="FF0000"/>
                </a:solidFill>
              </a:rPr>
              <a:t>요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8.person.component.ts </a:t>
            </a:r>
            <a:r>
              <a:rPr lang="ko-KR" altLang="en-US" sz="2400" dirty="0" smtClean="0"/>
              <a:t>파일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172450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2051720" y="1916832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635231" y="1844824"/>
            <a:ext cx="6756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Insert,update,delete,select</a:t>
            </a:r>
            <a:r>
              <a:rPr lang="ko-KR" altLang="en-US" b="1" dirty="0" smtClean="0">
                <a:solidFill>
                  <a:srgbClr val="FF0000"/>
                </a:solidFill>
              </a:rPr>
              <a:t>한 결과를 담을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personList</a:t>
            </a:r>
            <a:r>
              <a:rPr lang="ko-KR" altLang="en-US" b="1" dirty="0" smtClean="0">
                <a:solidFill>
                  <a:srgbClr val="FF0000"/>
                </a:solidFill>
              </a:rPr>
              <a:t>객체선언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3563888" y="2996952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9.person.component.html</a:t>
            </a:r>
            <a:r>
              <a:rPr lang="ko-KR" altLang="en-US" sz="2400" dirty="0" smtClean="0"/>
              <a:t>파일 작성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8424936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아래쪽 화살표 3"/>
          <p:cNvSpPr/>
          <p:nvPr/>
        </p:nvSpPr>
        <p:spPr>
          <a:xfrm>
            <a:off x="1691680" y="5373216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403648" y="5877272"/>
            <a:ext cx="7749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자식의 </a:t>
            </a:r>
            <a:r>
              <a:rPr lang="en-US" altLang="ko-KR" b="1" dirty="0" smtClean="0">
                <a:solidFill>
                  <a:srgbClr val="FF0000"/>
                </a:solidFill>
              </a:rPr>
              <a:t>item-edit</a:t>
            </a:r>
            <a:r>
              <a:rPr lang="ko-KR" altLang="en-US" b="1" dirty="0" smtClean="0">
                <a:solidFill>
                  <a:srgbClr val="FF0000"/>
                </a:solidFill>
              </a:rPr>
              <a:t>컴포넌트에게 위에서 얻어온 하나의 </a:t>
            </a:r>
            <a:r>
              <a:rPr lang="en-US" altLang="ko-KR" b="1" dirty="0" smtClean="0">
                <a:solidFill>
                  <a:srgbClr val="FF0000"/>
                </a:solidFill>
              </a:rPr>
              <a:t>person</a:t>
            </a:r>
            <a:r>
              <a:rPr lang="ko-KR" altLang="en-US" b="1" dirty="0" smtClean="0">
                <a:solidFill>
                  <a:srgbClr val="FF0000"/>
                </a:solidFill>
              </a:rPr>
              <a:t>객체의 값을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@input </a:t>
            </a:r>
            <a:r>
              <a:rPr lang="ko-KR" altLang="en-US" b="1" dirty="0" smtClean="0">
                <a:solidFill>
                  <a:srgbClr val="FF0000"/>
                </a:solidFill>
              </a:rPr>
              <a:t>매개변수형태로 </a:t>
            </a:r>
            <a:r>
              <a:rPr lang="en-US" altLang="ko-KR" b="1" dirty="0" smtClean="0">
                <a:solidFill>
                  <a:srgbClr val="FF0000"/>
                </a:solidFill>
              </a:rPr>
              <a:t>persons</a:t>
            </a:r>
            <a:r>
              <a:rPr lang="ko-KR" altLang="en-US" b="1" dirty="0" smtClean="0">
                <a:solidFill>
                  <a:srgbClr val="FF0000"/>
                </a:solidFill>
              </a:rPr>
              <a:t>로 전달시킨다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10.item-edit.component.ts</a:t>
            </a:r>
            <a:r>
              <a:rPr lang="ko-KR" altLang="en-US" sz="2400" dirty="0" smtClean="0"/>
              <a:t>파일작성 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12776"/>
            <a:ext cx="8424936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아래쪽 화살표 3"/>
          <p:cNvSpPr/>
          <p:nvPr/>
        </p:nvSpPr>
        <p:spPr>
          <a:xfrm rot="4092834">
            <a:off x="6375731" y="1200281"/>
            <a:ext cx="504056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868825" y="1412776"/>
            <a:ext cx="2429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srgbClr val="FF0000"/>
                </a:solidFill>
              </a:rPr>
              <a:t>Person,EventEmitter</a:t>
            </a:r>
            <a:r>
              <a:rPr lang="en-US" altLang="ko-KR" b="1" dirty="0" smtClean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Input,Output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필요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4860032" y="4293096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991901" y="5445224"/>
            <a:ext cx="3943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입력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부모</a:t>
            </a:r>
            <a:r>
              <a:rPr lang="en-US" altLang="ko-KR" b="1" dirty="0" smtClean="0">
                <a:solidFill>
                  <a:srgbClr val="FF0000"/>
                </a:solidFill>
              </a:rPr>
              <a:t>-</a:t>
            </a:r>
            <a:r>
              <a:rPr lang="ko-KR" altLang="en-US" b="1" dirty="0" smtClean="0">
                <a:solidFill>
                  <a:srgbClr val="FF0000"/>
                </a:solidFill>
              </a:rPr>
              <a:t>자식</a:t>
            </a:r>
            <a:r>
              <a:rPr lang="en-US" altLang="ko-KR" b="1" dirty="0" smtClean="0">
                <a:solidFill>
                  <a:srgbClr val="FF0000"/>
                </a:solidFill>
              </a:rPr>
              <a:t>),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수정</a:t>
            </a:r>
            <a:r>
              <a:rPr lang="en-US" altLang="ko-KR" b="1" dirty="0" smtClean="0">
                <a:solidFill>
                  <a:srgbClr val="FF0000"/>
                </a:solidFill>
              </a:rPr>
              <a:t>,</a:t>
            </a:r>
            <a:r>
              <a:rPr lang="ko-KR" altLang="en-US" b="1" dirty="0" smtClean="0">
                <a:solidFill>
                  <a:srgbClr val="FF0000"/>
                </a:solidFill>
              </a:rPr>
              <a:t>삭제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자식</a:t>
            </a:r>
            <a:r>
              <a:rPr lang="en-US" altLang="ko-KR" b="1" dirty="0" smtClean="0">
                <a:solidFill>
                  <a:srgbClr val="FF0000"/>
                </a:solidFill>
              </a:rPr>
              <a:t>-&gt;</a:t>
            </a:r>
            <a:r>
              <a:rPr lang="ko-KR" altLang="en-US" b="1" dirty="0" smtClean="0">
                <a:solidFill>
                  <a:srgbClr val="FF0000"/>
                </a:solidFill>
              </a:rPr>
              <a:t>부모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r>
              <a:rPr lang="ko-KR" altLang="en-US" b="1" dirty="0" smtClean="0">
                <a:solidFill>
                  <a:srgbClr val="FF0000"/>
                </a:solidFill>
              </a:rPr>
              <a:t>해서 전송을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받는다</a:t>
            </a:r>
            <a:r>
              <a:rPr lang="en-US" altLang="ko-KR" b="1" dirty="0" smtClean="0">
                <a:solidFill>
                  <a:srgbClr val="FF0000"/>
                </a:solidFill>
              </a:rPr>
              <a:t>. </a:t>
            </a:r>
            <a:r>
              <a:rPr lang="ko-KR" altLang="en-US" b="1" dirty="0" smtClean="0">
                <a:solidFill>
                  <a:srgbClr val="FF0000"/>
                </a:solidFill>
              </a:rPr>
              <a:t>수정유무도 체크할 변수필요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10.item-edit.component.ts</a:t>
            </a:r>
            <a:r>
              <a:rPr lang="ko-KR" altLang="en-US" sz="2400" dirty="0" smtClean="0"/>
              <a:t>파일작성 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3"/>
            <a:ext cx="6984776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5724128" y="2492896"/>
            <a:ext cx="576064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87504" y="2348880"/>
            <a:ext cx="26564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부모에게 수정할 이름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을 전송하며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doUpdate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메서드를</a:t>
            </a:r>
            <a:r>
              <a:rPr lang="ko-KR" altLang="en-US" b="1" dirty="0" smtClean="0">
                <a:solidFill>
                  <a:srgbClr val="FF0000"/>
                </a:solidFill>
              </a:rPr>
              <a:t> 이용해서 수정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,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isEdit</a:t>
            </a:r>
            <a:r>
              <a:rPr lang="en-US" altLang="ko-KR" b="1" dirty="0" smtClean="0">
                <a:solidFill>
                  <a:srgbClr val="FF0000"/>
                </a:solidFill>
              </a:rPr>
              <a:t>=false</a:t>
            </a:r>
            <a:r>
              <a:rPr lang="ko-KR" altLang="en-US" b="1" dirty="0" smtClean="0">
                <a:solidFill>
                  <a:srgbClr val="FF0000"/>
                </a:solidFill>
              </a:rPr>
              <a:t>로 다시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수정 초기화 시킨다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삭제도 역시 마찬가지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오른쪽 화살표 5"/>
          <p:cNvSpPr/>
          <p:nvPr/>
        </p:nvSpPr>
        <p:spPr>
          <a:xfrm>
            <a:off x="4932040" y="1628800"/>
            <a:ext cx="432048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624639" y="1340768"/>
            <a:ext cx="3565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초기화 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맨처음에</a:t>
            </a:r>
            <a:r>
              <a:rPr lang="ko-KR" altLang="en-US" b="1" dirty="0" smtClean="0">
                <a:solidFill>
                  <a:srgbClr val="FF0000"/>
                </a:solidFill>
              </a:rPr>
              <a:t> 넘겨진 </a:t>
            </a:r>
            <a:r>
              <a:rPr lang="en-US" altLang="ko-KR" b="1" dirty="0" smtClean="0">
                <a:solidFill>
                  <a:srgbClr val="FF0000"/>
                </a:solidFill>
              </a:rPr>
              <a:t>Person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의 이름이 설정이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11.item-edit.component.html</a:t>
            </a:r>
            <a:r>
              <a:rPr lang="ko-KR" altLang="en-US" sz="2400" dirty="0" smtClean="0"/>
              <a:t>파일작성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72817"/>
            <a:ext cx="822960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오른쪽 화살표 3"/>
          <p:cNvSpPr/>
          <p:nvPr/>
        </p:nvSpPr>
        <p:spPr>
          <a:xfrm>
            <a:off x="5508104" y="2996952"/>
            <a:ext cx="360040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974543" y="2708920"/>
            <a:ext cx="3169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취소버튼을 누르면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isEdit</a:t>
            </a:r>
            <a:r>
              <a:rPr lang="ko-KR" altLang="en-US" b="1" dirty="0" smtClean="0">
                <a:solidFill>
                  <a:srgbClr val="FF0000"/>
                </a:solidFill>
              </a:rPr>
              <a:t>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False</a:t>
            </a:r>
            <a:r>
              <a:rPr lang="ko-KR" altLang="en-US" b="1" dirty="0" smtClean="0">
                <a:solidFill>
                  <a:srgbClr val="FF0000"/>
                </a:solidFill>
              </a:rPr>
              <a:t>가 돼서 </a:t>
            </a:r>
            <a:r>
              <a:rPr lang="en-US" altLang="ko-KR" b="1" dirty="0" smtClean="0">
                <a:solidFill>
                  <a:srgbClr val="FF0000"/>
                </a:solidFill>
              </a:rPr>
              <a:t>*</a:t>
            </a:r>
            <a:r>
              <a:rPr lang="en-US" altLang="ko-KR" b="1" dirty="0" err="1" smtClean="0">
                <a:solidFill>
                  <a:srgbClr val="FF0000"/>
                </a:solidFill>
              </a:rPr>
              <a:t>ngIf</a:t>
            </a:r>
            <a:r>
              <a:rPr lang="ko-KR" altLang="en-US" b="1" dirty="0" smtClean="0">
                <a:solidFill>
                  <a:srgbClr val="FF0000"/>
                </a:solidFill>
              </a:rPr>
              <a:t>의 조건에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따라서 화면이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안보이게된다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 rot="1814857">
            <a:off x="5312716" y="3377629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68144" y="3933056"/>
            <a:ext cx="3432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수정</a:t>
            </a:r>
            <a:r>
              <a:rPr lang="en-US" altLang="ko-KR" b="1" dirty="0" smtClean="0">
                <a:solidFill>
                  <a:srgbClr val="FF0000"/>
                </a:solidFill>
              </a:rPr>
              <a:t>,</a:t>
            </a:r>
            <a:r>
              <a:rPr lang="ko-KR" altLang="en-US" b="1" dirty="0" smtClean="0">
                <a:solidFill>
                  <a:srgbClr val="FF0000"/>
                </a:solidFill>
              </a:rPr>
              <a:t>삭제하는 경우</a:t>
            </a:r>
            <a:r>
              <a:rPr lang="en-US" altLang="ko-KR" b="1" dirty="0" smtClean="0">
                <a:solidFill>
                  <a:srgbClr val="FF0000"/>
                </a:solidFill>
              </a:rPr>
              <a:t>,</a:t>
            </a:r>
            <a:r>
              <a:rPr lang="ko-KR" altLang="en-US" b="1" dirty="0" smtClean="0">
                <a:solidFill>
                  <a:srgbClr val="FF0000"/>
                </a:solidFill>
              </a:rPr>
              <a:t>각각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updatePerson</a:t>
            </a:r>
            <a:r>
              <a:rPr lang="ko-KR" altLang="en-US" b="1" dirty="0" smtClean="0">
                <a:solidFill>
                  <a:srgbClr val="FF0000"/>
                </a:solidFill>
              </a:rPr>
              <a:t>과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deletePerson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메서드를</a:t>
            </a:r>
            <a:r>
              <a:rPr lang="ko-KR" altLang="en-US" b="1" dirty="0" smtClean="0">
                <a:solidFill>
                  <a:srgbClr val="FF0000"/>
                </a:solidFill>
              </a:rPr>
              <a:t> 호출한다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3491880" y="4221088"/>
            <a:ext cx="432048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555776" y="4653136"/>
            <a:ext cx="30433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수정버튼을 누르면 위의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*</a:t>
            </a:r>
            <a:r>
              <a:rPr lang="en-US" altLang="ko-KR" b="1" dirty="0" err="1" smtClean="0">
                <a:solidFill>
                  <a:srgbClr val="FF0000"/>
                </a:solidFill>
              </a:rPr>
              <a:t>ngIf</a:t>
            </a:r>
            <a:r>
              <a:rPr lang="ko-KR" altLang="en-US" b="1" dirty="0" smtClean="0">
                <a:solidFill>
                  <a:srgbClr val="FF0000"/>
                </a:solidFill>
              </a:rPr>
              <a:t>의 조건이 </a:t>
            </a:r>
            <a:r>
              <a:rPr lang="en-US" altLang="ko-KR" b="1" dirty="0" smtClean="0">
                <a:solidFill>
                  <a:srgbClr val="FF0000"/>
                </a:solidFill>
              </a:rPr>
              <a:t>true</a:t>
            </a:r>
            <a:r>
              <a:rPr lang="ko-KR" altLang="en-US" b="1" dirty="0" smtClean="0">
                <a:solidFill>
                  <a:srgbClr val="FF0000"/>
                </a:solidFill>
              </a:rPr>
              <a:t>가 돼서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수정할 수 있는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자식폼이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나오게 설정이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(1)(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Person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클래스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DTO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작성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242887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1772816"/>
            <a:ext cx="55340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(2)</a:t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PersonCollection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클래스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DTO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작성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556792"/>
            <a:ext cx="6696744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(3)</a:t>
            </a:r>
            <a:br>
              <a:rPr lang="en-US" altLang="ko-KR" sz="2400" dirty="0" smtClean="0"/>
            </a:br>
            <a:r>
              <a:rPr lang="en-US" altLang="ko-KR" sz="2400" dirty="0" smtClean="0"/>
              <a:t>(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PersonCollection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클래스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DTO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작성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8800"/>
            <a:ext cx="72008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(4)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getPersonList.jsp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(1)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556792"/>
            <a:ext cx="8064896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(4)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getPersonList.jsp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(2)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60848"/>
            <a:ext cx="8229600" cy="3240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10962118">
            <a:off x="4151593" y="5095087"/>
            <a:ext cx="432048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11760" y="5733256"/>
            <a:ext cx="371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실행결과는 콘솔에도 출력이 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(5)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getPersonList.jsp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(3)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실행 결과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060848"/>
            <a:ext cx="822960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오른쪽 화살표 4"/>
          <p:cNvSpPr/>
          <p:nvPr/>
        </p:nvSpPr>
        <p:spPr>
          <a:xfrm>
            <a:off x="5436096" y="2564904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12160" y="2348880"/>
            <a:ext cx="28873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Angular</a:t>
            </a:r>
            <a:r>
              <a:rPr lang="ko-KR" altLang="en-US" b="1" dirty="0" smtClean="0">
                <a:solidFill>
                  <a:srgbClr val="FF0000"/>
                </a:solidFill>
              </a:rPr>
              <a:t>에서 서버를 가동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시키기전에</a:t>
            </a:r>
            <a:r>
              <a:rPr lang="ko-KR" altLang="en-US" b="1" dirty="0" smtClean="0">
                <a:solidFill>
                  <a:srgbClr val="FF0000"/>
                </a:solidFill>
              </a:rPr>
              <a:t> 먼저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톰캣서버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err="1" smtClean="0">
                <a:solidFill>
                  <a:srgbClr val="FF0000"/>
                </a:solidFill>
              </a:rPr>
              <a:t>를</a:t>
            </a:r>
            <a:r>
              <a:rPr lang="ko-KR" altLang="en-US" b="1" dirty="0" smtClean="0">
                <a:solidFill>
                  <a:srgbClr val="FF0000"/>
                </a:solidFill>
              </a:rPr>
              <a:t> 가동시켜 다음과 같은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결과가 나오는지를 확인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한다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(6)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addPerson.jsp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(1)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45709"/>
            <a:ext cx="8229600" cy="4434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(7)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addPerson.jsp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(2)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863274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169835" y="2276872"/>
            <a:ext cx="39741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화면에 추가된 내용을 보여주는 구문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은 앞의 예제인 </a:t>
            </a:r>
            <a:r>
              <a:rPr lang="en-US" altLang="ko-KR" b="1" dirty="0" smtClean="0">
                <a:solidFill>
                  <a:srgbClr val="FF0000"/>
                </a:solidFill>
              </a:rPr>
              <a:t>getPersonList.jsp</a:t>
            </a:r>
            <a:r>
              <a:rPr lang="ko-KR" altLang="en-US" b="1" dirty="0" smtClean="0">
                <a:solidFill>
                  <a:srgbClr val="FF0000"/>
                </a:solidFill>
              </a:rPr>
              <a:t>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거의 같다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>
                <a:hlinkClick r:id="rId2"/>
              </a:rPr>
              <a:t>http://localhost:8090/AngularWeb/addPerson.jsp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실행 결과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1772816"/>
            <a:ext cx="5472608" cy="4184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(8)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getPerson.jsp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(1)</a:t>
            </a:r>
            <a:endParaRPr lang="ko-KR" altLang="en-US" sz="24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556792"/>
            <a:ext cx="6876872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(9)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getPerson.jsp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(2)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72816"/>
            <a:ext cx="6120680" cy="287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4797152"/>
            <a:ext cx="372427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2151514">
            <a:off x="3786680" y="5407899"/>
            <a:ext cx="504056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52950" y="5229200"/>
            <a:ext cx="4411538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699792" y="4365104"/>
            <a:ext cx="6147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http://localhost:8090/AngularWeb/getPerson.jsp?id=1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99992" y="4869160"/>
            <a:ext cx="4176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Id</a:t>
            </a:r>
            <a:r>
              <a:rPr lang="ko-KR" altLang="en-US" b="1" dirty="0" smtClean="0">
                <a:solidFill>
                  <a:srgbClr val="FF0000"/>
                </a:solidFill>
              </a:rPr>
              <a:t>값을 임의로 매개변수로 전달한 경우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(10)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updatePerson.jsp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(1)</a:t>
            </a:r>
            <a:endParaRPr lang="ko-KR" altLang="en-US" sz="24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6395" y="1600200"/>
            <a:ext cx="75712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(11)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updatePerson.jsp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(2)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8"/>
            <a:ext cx="7560840" cy="442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4638"/>
            <a:ext cx="8892480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>
                <a:hlinkClick r:id="rId2"/>
              </a:rPr>
              <a:t>http://localhost:8090/AngularWeb/updatePerson.jsp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실행 결과</a:t>
            </a:r>
            <a:endParaRPr lang="ko-KR" alt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6" y="1772817"/>
            <a:ext cx="8167168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4355976" y="3789040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437112"/>
            <a:ext cx="8363272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(12)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deletePerson.jsp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(1)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7632848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12.AngularWeb </a:t>
            </a:r>
            <a:r>
              <a:rPr lang="ko-KR" altLang="en-US" sz="2400" dirty="0" smtClean="0"/>
              <a:t>프로젝트 생성</a:t>
            </a:r>
            <a:r>
              <a:rPr lang="en-US" altLang="ko-KR" sz="2400" dirty="0" smtClean="0"/>
              <a:t>(13)</a:t>
            </a:r>
            <a:br>
              <a:rPr lang="en-US" altLang="ko-KR" sz="2400" dirty="0" smtClean="0"/>
            </a:br>
            <a:r>
              <a:rPr lang="en-US" altLang="ko-KR" sz="2400" b="1" dirty="0" smtClean="0">
                <a:solidFill>
                  <a:srgbClr val="FF0000"/>
                </a:solidFill>
              </a:rPr>
              <a:t>deletePerson.jsp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파일 작성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(2)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00807"/>
            <a:ext cx="6696744" cy="4339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/>
          </a:bodyPr>
          <a:lstStyle/>
          <a:p>
            <a:r>
              <a:rPr lang="en-US" altLang="ko-KR" sz="2400" dirty="0" smtClean="0"/>
              <a:t>http://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localhost:8090/AngularWeb/deletePerson.jsp?id=1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88840"/>
            <a:ext cx="8229600" cy="1880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509120"/>
            <a:ext cx="8413626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아래쪽 화살표 5"/>
          <p:cNvSpPr/>
          <p:nvPr/>
        </p:nvSpPr>
        <p:spPr>
          <a:xfrm>
            <a:off x="3851920" y="4005064"/>
            <a:ext cx="50405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</a:t>
            </a:r>
            <a:r>
              <a:rPr lang="ko-KR" altLang="en-US" sz="2400" dirty="0" smtClean="0"/>
              <a:t>최종 결과 확인</a:t>
            </a:r>
            <a:r>
              <a:rPr lang="en-US" altLang="ko-KR" sz="2400" dirty="0" smtClean="0"/>
              <a:t>(1)-</a:t>
            </a:r>
            <a:r>
              <a:rPr lang="ko-KR" altLang="en-US" sz="2400" dirty="0" smtClean="0"/>
              <a:t>데이터 화면 출력</a:t>
            </a:r>
            <a:endParaRPr lang="ko-KR" alt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56792"/>
            <a:ext cx="8604448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</a:t>
            </a:r>
            <a:r>
              <a:rPr lang="ko-KR" altLang="en-US" sz="2400" dirty="0" smtClean="0"/>
              <a:t>최종 결과 확인</a:t>
            </a:r>
            <a:r>
              <a:rPr lang="en-US" altLang="ko-KR" sz="2400" dirty="0" smtClean="0"/>
              <a:t>(2)-</a:t>
            </a:r>
            <a:r>
              <a:rPr lang="ko-KR" altLang="en-US" sz="2400" dirty="0" smtClean="0"/>
              <a:t>데이터 입력 확인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72816"/>
            <a:ext cx="3743325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1700808"/>
            <a:ext cx="3672408" cy="4094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139952" y="3789040"/>
            <a:ext cx="648072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</a:t>
            </a:r>
            <a:r>
              <a:rPr lang="ko-KR" altLang="en-US" sz="2400" dirty="0" smtClean="0"/>
              <a:t>최종 결과 확인</a:t>
            </a:r>
            <a:r>
              <a:rPr lang="en-US" altLang="ko-KR" sz="2400" dirty="0" smtClean="0"/>
              <a:t>(3)-</a:t>
            </a:r>
            <a:r>
              <a:rPr lang="ko-KR" altLang="en-US" sz="2400" dirty="0" smtClean="0"/>
              <a:t>데이터 수정 확인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56792"/>
            <a:ext cx="3672408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556792"/>
            <a:ext cx="3816424" cy="403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067944" y="3429000"/>
            <a:ext cx="720080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>
            <a:off x="2699792" y="5301208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339752" y="5877272"/>
            <a:ext cx="6826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수정버튼을 누른 경우</a:t>
            </a:r>
            <a:r>
              <a:rPr lang="en-US" altLang="ko-KR" b="1" dirty="0" smtClean="0">
                <a:solidFill>
                  <a:srgbClr val="FF0000"/>
                </a:solidFill>
              </a:rPr>
              <a:t>-&gt;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isEdit</a:t>
            </a:r>
            <a:r>
              <a:rPr lang="ko-KR" altLang="en-US" b="1" dirty="0" smtClean="0">
                <a:solidFill>
                  <a:srgbClr val="FF0000"/>
                </a:solidFill>
              </a:rPr>
              <a:t>가 </a:t>
            </a:r>
            <a:r>
              <a:rPr lang="en-US" altLang="ko-KR" b="1" dirty="0" smtClean="0">
                <a:solidFill>
                  <a:srgbClr val="FF0000"/>
                </a:solidFill>
              </a:rPr>
              <a:t>true</a:t>
            </a:r>
            <a:r>
              <a:rPr lang="ko-KR" altLang="en-US" b="1" dirty="0" smtClean="0">
                <a:solidFill>
                  <a:srgbClr val="FF0000"/>
                </a:solidFill>
              </a:rPr>
              <a:t>가 돼서 수정하는 자식폼이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나오게 설정이 되어있다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13.</a:t>
            </a:r>
            <a:r>
              <a:rPr lang="ko-KR" altLang="en-US" sz="2400" dirty="0" smtClean="0"/>
              <a:t>최종 결과 확인</a:t>
            </a:r>
            <a:r>
              <a:rPr lang="en-US" altLang="ko-KR" sz="2400" dirty="0" smtClean="0"/>
              <a:t>(3)-</a:t>
            </a:r>
            <a:r>
              <a:rPr lang="ko-KR" altLang="en-US" sz="2400" dirty="0" smtClean="0"/>
              <a:t>데이터 삭제 확인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00808"/>
            <a:ext cx="4032448" cy="3613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43475" y="1700808"/>
            <a:ext cx="4200525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>
            <a:off x="4355976" y="3789040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644008" y="5589240"/>
            <a:ext cx="3534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6</a:t>
            </a:r>
            <a:r>
              <a:rPr lang="ko-KR" altLang="en-US" b="1" dirty="0" smtClean="0">
                <a:solidFill>
                  <a:srgbClr val="FF0000"/>
                </a:solidFill>
              </a:rPr>
              <a:t>번과 </a:t>
            </a:r>
            <a:r>
              <a:rPr lang="en-US" altLang="ko-KR" b="1" dirty="0" smtClean="0">
                <a:solidFill>
                  <a:srgbClr val="FF0000"/>
                </a:solidFill>
              </a:rPr>
              <a:t>2</a:t>
            </a:r>
            <a:r>
              <a:rPr lang="ko-KR" altLang="en-US" b="1" dirty="0" smtClean="0">
                <a:solidFill>
                  <a:srgbClr val="FF0000"/>
                </a:solidFill>
              </a:rPr>
              <a:t>번을 삭제시킨 결과 확인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460</Words>
  <Application>Microsoft Office PowerPoint</Application>
  <PresentationFormat>화면 슬라이드 쇼(4:3)</PresentationFormat>
  <Paragraphs>91</Paragraphs>
  <Slides>36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7" baseType="lpstr">
      <vt:lpstr>Office 테마</vt:lpstr>
      <vt:lpstr>Angular4 Mini-Project (Person 관리 프로그램)</vt:lpstr>
      <vt:lpstr>1.my-app-person 프로젝트생성</vt:lpstr>
      <vt:lpstr>2.컴포넌트 생성 (person, item-edit)</vt:lpstr>
      <vt:lpstr>3.app.modules.ts파일 확인</vt:lpstr>
      <vt:lpstr>4.app.component.html 파일 편집 및 person의 서비스 생성</vt:lpstr>
      <vt:lpstr>5. Person폴더에  rxjs-operators.ts파일 작성 (promise를 위해 작성)</vt:lpstr>
      <vt:lpstr>7.person.service.ts 파일 작성(1)</vt:lpstr>
      <vt:lpstr>7.person.service.ts 파일 작성(2)</vt:lpstr>
      <vt:lpstr>7.person.service.ts 파일 작성(3)</vt:lpstr>
      <vt:lpstr>8.person.component.ts 파일(1)</vt:lpstr>
      <vt:lpstr>8.person.component.ts 파일(2)</vt:lpstr>
      <vt:lpstr>9.person.component.html파일 작성</vt:lpstr>
      <vt:lpstr>10.item-edit.component.ts파일작성 (1)</vt:lpstr>
      <vt:lpstr>10.item-edit.component.ts파일작성 (2)</vt:lpstr>
      <vt:lpstr>11.item-edit.component.html파일작성</vt:lpstr>
      <vt:lpstr>12.AngularWeb 프로젝트 생성(1)(Person클래스 DTO 작성)</vt:lpstr>
      <vt:lpstr>12.AngularWeb 프로젝트 생성(2) (PersonCollection클래스 DTO 작성(1)</vt:lpstr>
      <vt:lpstr>12.AngularWeb 프로젝트 생성(3) (PersonCollection클래스 DTO 작성(2)</vt:lpstr>
      <vt:lpstr>12.AngularWeb 프로젝트 생성(4) getPersonList.jsp파일 작성(1)</vt:lpstr>
      <vt:lpstr>12.AngularWeb 프로젝트 생성(4) getPersonList.jsp파일 작성(2)</vt:lpstr>
      <vt:lpstr>12.AngularWeb 프로젝트 생성(5) getPersonList.jsp파일 작성(3) 실행 결과</vt:lpstr>
      <vt:lpstr>12.AngularWeb 프로젝트 생성(6) addPerson.jsp파일 작성(1)</vt:lpstr>
      <vt:lpstr>12.AngularWeb 프로젝트 생성(7) addPerson.jsp파일 작성(2)</vt:lpstr>
      <vt:lpstr>http://localhost:8090/AngularWeb/addPerson.jsp 실행 결과</vt:lpstr>
      <vt:lpstr>12.AngularWeb 프로젝트 생성(8) getPerson.jsp파일 작성(1)</vt:lpstr>
      <vt:lpstr>12.AngularWeb 프로젝트 생성(9) getPerson.jsp파일 작성(2)</vt:lpstr>
      <vt:lpstr>12.AngularWeb 프로젝트 생성(10) updatePerson.jsp파일 작성(1)</vt:lpstr>
      <vt:lpstr>12.AngularWeb 프로젝트 생성(11) updatePerson.jsp파일 작성(2)</vt:lpstr>
      <vt:lpstr>http://localhost:8090/AngularWeb/updatePerson.jsp 실행 결과</vt:lpstr>
      <vt:lpstr>12.AngularWeb 프로젝트 생성(12) deletePerson.jsp파일 작성(1)</vt:lpstr>
      <vt:lpstr>12.AngularWeb 프로젝트 생성(13) deletePerson.jsp파일 작성(2)</vt:lpstr>
      <vt:lpstr>http://localhost:8090/AngularWeb/deletePerson.jsp?id=1</vt:lpstr>
      <vt:lpstr>13.최종 결과 확인(1)-데이터 화면 출력</vt:lpstr>
      <vt:lpstr>13.최종 결과 확인(2)-데이터 입력 확인</vt:lpstr>
      <vt:lpstr>13.최종 결과 확인(3)-데이터 수정 확인</vt:lpstr>
      <vt:lpstr>13.최종 결과 확인(3)-데이터 삭제 확인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Angular4 Mini-Project (Person)</dc:title>
  <dc:creator>이연수님</dc:creator>
  <cp:lastModifiedBy>이연수님</cp:lastModifiedBy>
  <cp:revision>67</cp:revision>
  <dcterms:created xsi:type="dcterms:W3CDTF">2017-08-24T07:38:35Z</dcterms:created>
  <dcterms:modified xsi:type="dcterms:W3CDTF">2017-09-17T12:18:02Z</dcterms:modified>
</cp:coreProperties>
</file>