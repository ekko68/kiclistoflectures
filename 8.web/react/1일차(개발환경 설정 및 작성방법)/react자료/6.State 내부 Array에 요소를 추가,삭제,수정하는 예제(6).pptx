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AF4C-64CA-415A-A680-3CEABADC456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B7A01-C419-4386-9804-1000212512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acebook.github.io/react/docs/component-api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immutable-js/docs/" TargetMode="External"/><Relationship Id="rId2" Type="http://schemas.openxmlformats.org/officeDocument/2006/relationships/hyperlink" Target="https://facebook.github.io/react/docs/update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acebook.github.io/react/docs/update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ref/jsref_splice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react/docs/component-specs.html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State </a:t>
            </a:r>
            <a:r>
              <a:rPr lang="ko-KR" altLang="en-US" sz="3200" dirty="0" smtClean="0"/>
              <a:t>내부 </a:t>
            </a:r>
            <a:r>
              <a:rPr lang="en-US" altLang="ko-KR" sz="3200" dirty="0" smtClean="0"/>
              <a:t>Array</a:t>
            </a:r>
            <a:r>
              <a:rPr lang="ko-KR" altLang="en-US" sz="3200" dirty="0" smtClean="0"/>
              <a:t>에 요소를 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ko-KR" altLang="en-US" sz="3200" dirty="0" smtClean="0"/>
              <a:t>추가</a:t>
            </a:r>
            <a:r>
              <a:rPr lang="en-US" altLang="ko-KR" sz="3200" dirty="0" smtClean="0"/>
              <a:t>,</a:t>
            </a:r>
            <a:r>
              <a:rPr lang="ko-KR" altLang="en-US" sz="3200" dirty="0" smtClean="0"/>
              <a:t>삭제</a:t>
            </a:r>
            <a:r>
              <a:rPr lang="en-US" altLang="ko-KR" sz="3200" dirty="0" smtClean="0"/>
              <a:t>,</a:t>
            </a:r>
            <a:r>
              <a:rPr lang="ko-KR" altLang="en-US" sz="3200" dirty="0" smtClean="0"/>
              <a:t>수정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이전 실행 결과</a:t>
            </a:r>
            <a:r>
              <a:rPr lang="en-US" altLang="ko-KR" sz="2400" dirty="0" smtClean="0"/>
              <a:t>(add-test </a:t>
            </a:r>
            <a:r>
              <a:rPr lang="ko-KR" altLang="en-US" sz="2400" dirty="0" smtClean="0"/>
              <a:t>어플리케이션에서 </a:t>
            </a:r>
            <a:r>
              <a:rPr lang="ko-KR" altLang="en-US" sz="2400" dirty="0" smtClean="0"/>
              <a:t>서버 실행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3140968"/>
            <a:ext cx="3881848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268760"/>
            <a:ext cx="4696483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1260980">
            <a:off x="4572000" y="2564904"/>
            <a:ext cx="64807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1.state </a:t>
            </a:r>
            <a:r>
              <a:rPr lang="ko-KR" altLang="en-US" sz="2400" b="1" dirty="0" smtClean="0"/>
              <a:t>안의 </a:t>
            </a:r>
            <a:r>
              <a:rPr lang="en-US" altLang="ko-KR" sz="2400" b="1" dirty="0" smtClean="0"/>
              <a:t>array </a:t>
            </a:r>
            <a:r>
              <a:rPr lang="ko-KR" altLang="en-US" sz="2400" b="1" dirty="0" smtClean="0"/>
              <a:t>에 원소 삽입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제거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수정</a:t>
            </a:r>
            <a:endParaRPr lang="ko-KR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844824"/>
            <a:ext cx="856895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/>
              <a:t>this.state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에 포함된 배열에 원소를 삽입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제거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수정을 할 때 그 배열에 직접 접근하면 안됩니다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ko-KR" altLang="en-US" sz="2000" dirty="0" err="1" smtClean="0"/>
              <a:t>예를들어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원소를 추가 할 때 배열객체의 </a:t>
            </a:r>
            <a:r>
              <a:rPr lang="en-US" altLang="ko-KR" sz="2000" dirty="0" smtClean="0"/>
              <a:t>push() </a:t>
            </a:r>
            <a:r>
              <a:rPr lang="ko-KR" altLang="en-US" sz="2000" dirty="0" err="1" smtClean="0"/>
              <a:t>메소드를</a:t>
            </a:r>
            <a:r>
              <a:rPr lang="ko-KR" altLang="en-US" sz="2000" dirty="0" smtClean="0"/>
              <a:t> 사용하면 </a:t>
            </a:r>
            <a:r>
              <a:rPr lang="ko-KR" altLang="en-US" sz="2000" dirty="0" err="1" smtClean="0"/>
              <a:t>원하는대로</a:t>
            </a:r>
            <a:r>
              <a:rPr lang="ko-KR" altLang="en-US" sz="2000" dirty="0" smtClean="0"/>
              <a:t> 되지 않습니다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2000" dirty="0" err="1" smtClean="0"/>
              <a:t>this.state</a:t>
            </a:r>
            <a:r>
              <a:rPr lang="ko-KR" altLang="en-US" sz="2000" dirty="0" smtClean="0"/>
              <a:t>가 변경된다고해서 컴포넌트가 업데이트되지 않기 때문입니다</a:t>
            </a:r>
            <a:r>
              <a:rPr lang="en-US" altLang="ko-KR" sz="2000" dirty="0" smtClean="0"/>
              <a:t>.</a:t>
            </a:r>
            <a:br>
              <a:rPr lang="en-US" altLang="ko-KR" sz="2000" dirty="0" smtClean="0"/>
            </a:br>
            <a:r>
              <a:rPr lang="ko-KR" altLang="en-US" sz="2000" dirty="0" smtClean="0"/>
              <a:t>물론 변경 후 </a:t>
            </a:r>
            <a:r>
              <a:rPr lang="en-US" altLang="ko-KR" sz="2000" b="1" dirty="0" smtClean="0"/>
              <a:t>React </a:t>
            </a:r>
            <a:r>
              <a:rPr lang="ko-KR" altLang="en-US" sz="2000" b="1" dirty="0" smtClean="0"/>
              <a:t>컴포넌트 </a:t>
            </a:r>
            <a:r>
              <a:rPr lang="en-US" altLang="ko-KR" sz="2000" b="1" dirty="0" smtClean="0"/>
              <a:t>API</a:t>
            </a:r>
            <a:r>
              <a:rPr lang="ko-KR" altLang="en-US" sz="2000" dirty="0" smtClean="0"/>
              <a:t> 인 </a:t>
            </a:r>
            <a:r>
              <a:rPr lang="en-US" altLang="ko-KR" sz="2000" dirty="0" err="1" smtClean="0"/>
              <a:t>forceUpdate</a:t>
            </a:r>
            <a:r>
              <a:rPr lang="en-US" altLang="ko-KR" sz="2000" dirty="0" smtClean="0"/>
              <a:t>()</a:t>
            </a:r>
            <a:r>
              <a:rPr lang="ko-KR" altLang="en-US" sz="2000" dirty="0" smtClean="0"/>
              <a:t>를 통하여 컴포넌트가 </a:t>
            </a:r>
            <a:endParaRPr lang="en-US" altLang="ko-KR" sz="2000" dirty="0" smtClean="0"/>
          </a:p>
          <a:p>
            <a:r>
              <a:rPr lang="en-US" altLang="ko-KR" sz="2000" dirty="0" smtClean="0"/>
              <a:t>render()</a:t>
            </a:r>
            <a:r>
              <a:rPr lang="ko-KR" altLang="en-US" sz="2000" dirty="0" smtClean="0"/>
              <a:t>를 다시 실행 하게 끔 하는 방법이 </a:t>
            </a:r>
            <a:r>
              <a:rPr lang="ko-KR" altLang="en-US" sz="2000" dirty="0" err="1" smtClean="0"/>
              <a:t>있긴하지만</a:t>
            </a:r>
            <a:r>
              <a:rPr lang="ko-KR" altLang="en-US" sz="2000" dirty="0" smtClean="0"/>
              <a:t/>
            </a:r>
            <a:br>
              <a:rPr lang="ko-KR" altLang="en-US" sz="2000" dirty="0" smtClean="0"/>
            </a:br>
            <a:r>
              <a:rPr lang="ko-KR" altLang="en-US" sz="2000" dirty="0" smtClean="0"/>
              <a:t>이건 </a:t>
            </a:r>
            <a:r>
              <a:rPr lang="ko-KR" altLang="en-US" sz="2000" b="1" dirty="0" smtClean="0"/>
              <a:t>절대</a:t>
            </a:r>
            <a:r>
              <a:rPr lang="ko-KR" altLang="en-US" sz="2000" dirty="0" smtClean="0"/>
              <a:t> 권장되지 않는 방법입니다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2000" b="1" dirty="0" smtClean="0">
                <a:hlinkClick r:id="rId2"/>
              </a:rPr>
              <a:t>React </a:t>
            </a:r>
            <a:r>
              <a:rPr lang="ko-KR" altLang="en-US" sz="2000" b="1" dirty="0" err="1" smtClean="0">
                <a:hlinkClick r:id="rId2"/>
              </a:rPr>
              <a:t>메뉴얼</a:t>
            </a:r>
            <a:r>
              <a:rPr lang="ko-KR" altLang="en-US" sz="2000" b="1" dirty="0" smtClean="0"/>
              <a:t> </a:t>
            </a:r>
            <a:r>
              <a:rPr lang="ko-KR" altLang="en-US" sz="2000" dirty="0" smtClean="0"/>
              <a:t>에서도  </a:t>
            </a:r>
            <a:r>
              <a:rPr lang="en-US" altLang="ko-KR" sz="2000" dirty="0" err="1" smtClean="0"/>
              <a:t>this.state</a:t>
            </a:r>
            <a:r>
              <a:rPr lang="ko-KR" altLang="en-US" sz="2000" dirty="0" smtClean="0"/>
              <a:t>를 직접 수정하지 말고 </a:t>
            </a:r>
            <a:r>
              <a:rPr lang="en-US" altLang="ko-KR" sz="2000" dirty="0" err="1" smtClean="0"/>
              <a:t>this.setState</a:t>
            </a:r>
            <a:r>
              <a:rPr lang="en-US" altLang="ko-KR" sz="2000" dirty="0" smtClean="0"/>
              <a:t>()</a:t>
            </a:r>
            <a:r>
              <a:rPr lang="ko-KR" altLang="en-US" sz="2000" dirty="0" smtClean="0"/>
              <a:t>를 </a:t>
            </a:r>
            <a:endParaRPr lang="en-US" altLang="ko-KR" sz="2000" dirty="0" smtClean="0"/>
          </a:p>
          <a:p>
            <a:r>
              <a:rPr lang="ko-KR" altLang="en-US" sz="2000" dirty="0" smtClean="0"/>
              <a:t>사용하여 수정 할 것을 강조합니다</a:t>
            </a:r>
            <a:r>
              <a:rPr lang="en-US" altLang="ko-KR" sz="2000" dirty="0" smtClean="0"/>
              <a:t>.</a:t>
            </a:r>
            <a:br>
              <a:rPr lang="en-US" altLang="ko-KR" sz="2000" dirty="0" smtClean="0"/>
            </a:br>
            <a:r>
              <a:rPr lang="en-US" altLang="ko-KR" sz="2000" dirty="0" smtClean="0"/>
              <a:t>(</a:t>
            </a:r>
            <a:r>
              <a:rPr lang="ko-KR" altLang="en-US" sz="2000" i="1" dirty="0" smtClean="0"/>
              <a:t>이 메소드가 실행되면 자동으로</a:t>
            </a:r>
            <a:r>
              <a:rPr lang="ko-KR" altLang="en-US" sz="2000" b="1" i="1" dirty="0" smtClean="0"/>
              <a:t> </a:t>
            </a:r>
            <a:r>
              <a:rPr lang="en-US" altLang="ko-KR" sz="2000" b="1" i="1" dirty="0" smtClean="0"/>
              <a:t>re-rendering</a:t>
            </a:r>
            <a:r>
              <a:rPr lang="ko-KR" altLang="en-US" sz="2000" i="1" dirty="0" smtClean="0"/>
              <a:t> 이 진행됩니다</a:t>
            </a:r>
            <a:r>
              <a:rPr lang="en-US" altLang="ko-KR" sz="2000" i="1" dirty="0" smtClean="0"/>
              <a:t>.</a:t>
            </a:r>
            <a:r>
              <a:rPr lang="en-US" altLang="ko-KR" sz="2000" dirty="0" smtClean="0"/>
              <a:t>)</a:t>
            </a:r>
          </a:p>
          <a:p>
            <a:endParaRPr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원소 삽입하기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ko-KR" altLang="en-US" b="1" dirty="0" smtClean="0"/>
          </a:p>
          <a:p>
            <a:r>
              <a:rPr lang="en-US" altLang="ko-KR" sz="2000" b="1" dirty="0" smtClean="0"/>
              <a:t>state</a:t>
            </a:r>
            <a:r>
              <a:rPr lang="ko-KR" altLang="en-US" sz="2000" dirty="0" smtClean="0"/>
              <a:t> 내부의 배열에 원소를 추가하는 방법은 다음과 같습니다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dirty="0" err="1" smtClean="0"/>
              <a:t>this.setState</a:t>
            </a:r>
            <a:r>
              <a:rPr lang="en-US" altLang="ko-KR" sz="2000" dirty="0" smtClean="0"/>
              <a:t>({ list: </a:t>
            </a:r>
            <a:r>
              <a:rPr lang="en-US" altLang="ko-KR" sz="2000" dirty="0" err="1" smtClean="0"/>
              <a:t>this.state.list.concat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newObj</a:t>
            </a:r>
            <a:r>
              <a:rPr lang="en-US" altLang="ko-KR" sz="2000" dirty="0" smtClean="0"/>
              <a:t>) })</a:t>
            </a:r>
          </a:p>
          <a:p>
            <a:endParaRPr lang="en-US" altLang="ko-KR" sz="2000" dirty="0" smtClean="0"/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배열을 수정 할 땐 원시적인 방법으론 위와 같이 배열 전체를 복사하고 처리 후 기존 값에 덮어씌우는 과정을 거쳐야 합니다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ko-KR" altLang="en-US" sz="2000" dirty="0" smtClean="0"/>
              <a:t>허나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만약에 배열의 크기가 클 땐 성능이 좀 저하되겠죠</a:t>
            </a:r>
            <a:r>
              <a:rPr lang="en-US" altLang="ko-KR" sz="2000" dirty="0" smtClean="0"/>
              <a:t>?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다른 방법으로는</a:t>
            </a:r>
            <a:r>
              <a:rPr lang="ko-KR" altLang="en-US" sz="2000" dirty="0" smtClean="0">
                <a:hlinkClick r:id="rId2"/>
              </a:rPr>
              <a:t> </a:t>
            </a:r>
            <a:r>
              <a:rPr lang="en-US" altLang="ko-KR" sz="2000" b="1" dirty="0" smtClean="0">
                <a:hlinkClick r:id="rId2"/>
              </a:rPr>
              <a:t>Immutability Helpers</a:t>
            </a:r>
            <a:r>
              <a:rPr lang="ko-KR" altLang="en-US" sz="2000" dirty="0" smtClean="0"/>
              <a:t> </a:t>
            </a:r>
            <a:r>
              <a:rPr lang="ko-KR" altLang="en-US" sz="2000" dirty="0" err="1" smtClean="0"/>
              <a:t>를</a:t>
            </a:r>
            <a:r>
              <a:rPr lang="ko-KR" altLang="en-US" sz="2000" dirty="0" smtClean="0"/>
              <a:t> 사용하는 방법이 있습니다</a:t>
            </a:r>
            <a:r>
              <a:rPr lang="en-US" altLang="ko-KR" sz="2000" dirty="0" smtClean="0"/>
              <a:t>.</a:t>
            </a:r>
            <a:br>
              <a:rPr lang="en-US" altLang="ko-KR" sz="2000" dirty="0" smtClean="0"/>
            </a:br>
            <a:r>
              <a:rPr lang="ko-KR" altLang="en-US" sz="2000" dirty="0" smtClean="0"/>
              <a:t>이는 배열을 더 효율적으로 수정 할 수 있게 해주는 페이스북의 </a:t>
            </a:r>
            <a:r>
              <a:rPr lang="en-US" altLang="ko-KR" sz="2000" dirty="0" smtClean="0">
                <a:hlinkClick r:id="rId3"/>
              </a:rPr>
              <a:t>I</a:t>
            </a:r>
            <a:r>
              <a:rPr lang="en-US" altLang="ko-KR" sz="2000" b="1" dirty="0" smtClean="0">
                <a:hlinkClick r:id="rId3"/>
              </a:rPr>
              <a:t>mmutable-</a:t>
            </a:r>
            <a:r>
              <a:rPr lang="en-US" altLang="ko-KR" sz="2000" b="1" dirty="0" err="1" smtClean="0">
                <a:hlinkClick r:id="rId3"/>
              </a:rPr>
              <a:t>js</a:t>
            </a:r>
            <a:r>
              <a:rPr lang="en-US" altLang="ko-KR" sz="2000" b="1" dirty="0" smtClean="0">
                <a:hlinkClick r:id="rId3"/>
              </a:rPr>
              <a:t> </a:t>
            </a:r>
            <a:r>
              <a:rPr lang="ko-KR" altLang="en-US" sz="2000" dirty="0" smtClean="0"/>
              <a:t> </a:t>
            </a:r>
            <a:r>
              <a:rPr lang="ko-KR" altLang="en-US" sz="2000" dirty="0" err="1" smtClean="0"/>
              <a:t>를</a:t>
            </a:r>
            <a:r>
              <a:rPr lang="ko-KR" altLang="en-US" sz="2000" dirty="0" smtClean="0"/>
              <a:t> 사용합니다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이를 사용하려면 라이브러리를 사전 설치해주어야 합니다</a:t>
            </a:r>
            <a:r>
              <a:rPr lang="en-US" altLang="ko-KR" sz="2000" dirty="0" smtClean="0"/>
              <a:t>.</a:t>
            </a:r>
          </a:p>
          <a:p>
            <a:endParaRPr lang="ko-KR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3.</a:t>
            </a:r>
            <a:r>
              <a:rPr lang="en-US" altLang="ko-KR" sz="2400" b="1" dirty="0" smtClean="0">
                <a:hlinkClick r:id="rId2"/>
              </a:rPr>
              <a:t> Immutability Helpers</a:t>
            </a:r>
            <a:r>
              <a:rPr lang="en-US" altLang="ko-KR" sz="2400" dirty="0" smtClean="0"/>
              <a:t> </a:t>
            </a:r>
            <a:r>
              <a:rPr lang="ko-KR" altLang="en-US" sz="2400" dirty="0" smtClean="0"/>
              <a:t>사용법</a:t>
            </a:r>
            <a:r>
              <a:rPr lang="en-US" altLang="ko-KR" sz="2400" dirty="0" smtClean="0"/>
              <a:t>(react-</a:t>
            </a:r>
            <a:r>
              <a:rPr lang="en-US" altLang="ko-KR" sz="2400" dirty="0" err="1" smtClean="0"/>
              <a:t>addons</a:t>
            </a:r>
            <a:r>
              <a:rPr lang="en-US" altLang="ko-KR" sz="2400" dirty="0" smtClean="0"/>
              <a:t>-update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700808"/>
            <a:ext cx="846043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</a:t>
            </a:r>
            <a:r>
              <a:rPr lang="ko-KR" altLang="en-US" sz="2400" dirty="0" smtClean="0"/>
              <a:t>원소 제거 하기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원소를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제거할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때 역시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state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의 배열에 직접 접근하면 안 되고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배열을 복사한 후 원소 제거 후 기존 값에 덮어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씌워져야 합니다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endParaRPr lang="en-US" altLang="ko-KR" sz="2000" dirty="0" smtClean="0"/>
          </a:p>
          <a:p>
            <a:r>
              <a:rPr lang="en-US" altLang="ko-KR" sz="2000" dirty="0" smtClean="0"/>
              <a:t>JavaScript Array</a:t>
            </a:r>
            <a:r>
              <a:rPr lang="ko-KR" altLang="en-US" sz="2000" dirty="0" smtClean="0"/>
              <a:t>의 내장 함수인 </a:t>
            </a:r>
            <a:r>
              <a:rPr lang="en-US" altLang="ko-KR" sz="2000" dirty="0" smtClean="0">
                <a:hlinkClick r:id="rId2"/>
              </a:rPr>
              <a:t>splice()</a:t>
            </a:r>
            <a:r>
              <a:rPr lang="ko-KR" altLang="en-US" sz="2000" dirty="0" smtClean="0"/>
              <a:t>를 사용하면 되지만</a:t>
            </a:r>
            <a:r>
              <a:rPr lang="en-US" altLang="ko-KR" sz="2000" dirty="0" smtClean="0"/>
              <a:t>,</a:t>
            </a:r>
            <a:br>
              <a:rPr lang="en-US" altLang="ko-KR" sz="2000" dirty="0" smtClean="0"/>
            </a:br>
            <a:r>
              <a:rPr lang="ko-KR" altLang="en-US" sz="2000" dirty="0" smtClean="0"/>
              <a:t>이는 생략하고 더 효율적인 </a:t>
            </a:r>
            <a:r>
              <a:rPr lang="en-US" altLang="ko-KR" sz="2000" b="1" dirty="0" smtClean="0"/>
              <a:t>Immutability Helper</a:t>
            </a:r>
            <a:r>
              <a:rPr lang="ko-KR" altLang="en-US" sz="2000" dirty="0" smtClean="0"/>
              <a:t>를 사용하는 예제를 알아보겠습니다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en-US" altLang="ko-KR" sz="2000" dirty="0" err="1" smtClean="0"/>
              <a:t>this.setState</a:t>
            </a:r>
            <a:r>
              <a:rPr lang="en-US" altLang="ko-KR" sz="2000" dirty="0" smtClean="0"/>
              <a:t>(</a:t>
            </a:r>
          </a:p>
          <a:p>
            <a:r>
              <a:rPr lang="en-US" altLang="ko-KR" sz="2000" dirty="0" smtClean="0"/>
              <a:t>       { list: update</a:t>
            </a:r>
          </a:p>
          <a:p>
            <a:r>
              <a:rPr lang="en-US" altLang="ko-KR" sz="2000" dirty="0" smtClean="0"/>
              <a:t>                ( </a:t>
            </a:r>
            <a:r>
              <a:rPr lang="en-US" altLang="ko-KR" sz="2000" dirty="0" err="1" smtClean="0"/>
              <a:t>this.state.list</a:t>
            </a:r>
            <a:r>
              <a:rPr lang="en-US" altLang="ko-KR" sz="2000" dirty="0" smtClean="0"/>
              <a:t>, </a:t>
            </a:r>
          </a:p>
          <a:p>
            <a:r>
              <a:rPr lang="en-US" altLang="ko-KR" sz="2000" dirty="0" smtClean="0"/>
              <a:t>                    { $splice: [[index, 1]] }</a:t>
            </a:r>
          </a:p>
          <a:p>
            <a:r>
              <a:rPr lang="en-US" altLang="ko-KR" sz="2000" dirty="0" smtClean="0"/>
              <a:t>        });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위 코드는 </a:t>
            </a:r>
            <a:r>
              <a:rPr lang="en-US" altLang="ko-KR" sz="2000" b="1" dirty="0" smtClean="0"/>
              <a:t>list</a:t>
            </a:r>
            <a:r>
              <a:rPr lang="ko-KR" altLang="en-US" sz="2000" dirty="0" smtClean="0"/>
              <a:t> 배열의 </a:t>
            </a:r>
            <a:r>
              <a:rPr lang="en-US" altLang="ko-KR" sz="2000" b="1" dirty="0" smtClean="0"/>
              <a:t>index</a:t>
            </a:r>
            <a:r>
              <a:rPr lang="ko-KR" altLang="en-US" sz="2000" dirty="0" smtClean="0"/>
              <a:t>번째 아이템부터 시작해서 </a:t>
            </a:r>
            <a:r>
              <a:rPr lang="en-US" altLang="ko-KR" sz="2000" b="1" dirty="0" smtClean="0"/>
              <a:t>1</a:t>
            </a:r>
            <a:r>
              <a:rPr lang="ko-KR" altLang="en-US" sz="2000" dirty="0" smtClean="0"/>
              <a:t>개의 만큼의 데이터를 제거합니다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b="1" dirty="0" smtClean="0"/>
              <a:t>$splice</a:t>
            </a:r>
            <a:r>
              <a:rPr lang="ko-KR" altLang="en-US" sz="2000" dirty="0" smtClean="0"/>
              <a:t> 에 전달 되는 데이터는 배열로 이루어진 배열입니다</a:t>
            </a:r>
            <a:r>
              <a:rPr lang="en-US" altLang="ko-KR" sz="2000" dirty="0" smtClean="0"/>
              <a:t>.</a:t>
            </a:r>
          </a:p>
          <a:p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원소 수정 하기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000" b="1" dirty="0" smtClean="0"/>
              <a:t>Immutability Helper</a:t>
            </a:r>
            <a:r>
              <a:rPr lang="ko-KR" altLang="en-US" sz="2000" dirty="0" smtClean="0"/>
              <a:t>를 사용하여 특정 원소를 수정하는 예제를 알아보겠습니다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en-US" altLang="ko-KR" sz="2000" dirty="0" err="1" smtClean="0"/>
              <a:t>this.setState</a:t>
            </a:r>
            <a:r>
              <a:rPr lang="en-US" altLang="ko-KR" sz="2000" dirty="0" smtClean="0"/>
              <a:t>(</a:t>
            </a:r>
          </a:p>
          <a:p>
            <a:r>
              <a:rPr lang="en-US" altLang="ko-KR" sz="2000" dirty="0" smtClean="0"/>
              <a:t>    { list: update</a:t>
            </a:r>
          </a:p>
          <a:p>
            <a:r>
              <a:rPr lang="en-US" altLang="ko-KR" sz="2000" dirty="0" smtClean="0"/>
              <a:t>            ( </a:t>
            </a:r>
            <a:r>
              <a:rPr lang="en-US" altLang="ko-KR" sz="2000" dirty="0" err="1" smtClean="0"/>
              <a:t>this.state.list</a:t>
            </a:r>
            <a:r>
              <a:rPr lang="en-US" altLang="ko-KR" sz="2000" dirty="0" smtClean="0"/>
              <a:t>, </a:t>
            </a:r>
          </a:p>
          <a:p>
            <a:r>
              <a:rPr lang="en-US" altLang="ko-KR" sz="2000" dirty="0" smtClean="0"/>
              <a:t>                  { [index]: </a:t>
            </a:r>
          </a:p>
          <a:p>
            <a:r>
              <a:rPr lang="en-US" altLang="ko-KR" sz="2000" dirty="0" smtClean="0"/>
              <a:t>                    { field: { $set: "value" },</a:t>
            </a:r>
          </a:p>
          <a:p>
            <a:r>
              <a:rPr lang="en-US" altLang="ko-KR" sz="2000" dirty="0" smtClean="0"/>
              <a:t>                     field2: { $set: "value2" }</a:t>
            </a:r>
          </a:p>
          <a:p>
            <a:r>
              <a:rPr lang="en-US" altLang="ko-KR" sz="2000" dirty="0" smtClean="0"/>
              <a:t>                  }</a:t>
            </a:r>
          </a:p>
          <a:p>
            <a:r>
              <a:rPr lang="en-US" altLang="ko-KR" sz="2000" dirty="0" smtClean="0"/>
              <a:t>               } });</a:t>
            </a:r>
          </a:p>
          <a:p>
            <a:r>
              <a:rPr lang="ko-KR" altLang="en-US" sz="2000" dirty="0" smtClean="0"/>
              <a:t>위 코드는 </a:t>
            </a:r>
            <a:r>
              <a:rPr lang="en-US" altLang="ko-KR" sz="2000" b="1" dirty="0" smtClean="0"/>
              <a:t>list</a:t>
            </a:r>
            <a:r>
              <a:rPr lang="ko-KR" altLang="en-US" sz="2000" dirty="0" smtClean="0"/>
              <a:t> 배열의 </a:t>
            </a:r>
            <a:r>
              <a:rPr lang="en-US" altLang="ko-KR" sz="2000" b="1" dirty="0" smtClean="0"/>
              <a:t>index</a:t>
            </a:r>
            <a:r>
              <a:rPr lang="ko-KR" altLang="en-US" sz="2000" dirty="0" smtClean="0"/>
              <a:t> 번째 아이템의 </a:t>
            </a:r>
            <a:r>
              <a:rPr lang="en-US" altLang="ko-KR" sz="2000" b="1" dirty="0" smtClean="0"/>
              <a:t>field </a:t>
            </a:r>
            <a:r>
              <a:rPr lang="ko-KR" altLang="en-US" sz="2000" dirty="0" smtClean="0"/>
              <a:t>와 </a:t>
            </a:r>
            <a:r>
              <a:rPr lang="en-US" altLang="ko-KR" sz="2000" b="1" dirty="0" smtClean="0"/>
              <a:t>field2</a:t>
            </a:r>
            <a:r>
              <a:rPr lang="ko-KR" altLang="en-US" sz="2000" dirty="0" smtClean="0"/>
              <a:t> 의 값을 변경합니다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/>
          </a:bodyPr>
          <a:lstStyle/>
          <a:p>
            <a:r>
              <a:rPr lang="en-US" altLang="ko-KR" sz="2400" b="1" dirty="0" smtClean="0"/>
              <a:t>6.ContactCreator </a:t>
            </a:r>
            <a:r>
              <a:rPr lang="ko-KR" altLang="en-US" sz="2400" b="1" dirty="0" smtClean="0"/>
              <a:t>컴포넌트 만들기</a:t>
            </a:r>
            <a:r>
              <a:rPr lang="en-US" altLang="ko-KR" sz="2400" b="1" dirty="0" smtClean="0"/>
              <a:t>(</a:t>
            </a:r>
            <a:r>
              <a:rPr lang="en-US" altLang="ko-KR" sz="2400" b="1" dirty="0" smtClean="0"/>
              <a:t>Contact </a:t>
            </a:r>
            <a:r>
              <a:rPr lang="ko-KR" altLang="en-US" sz="2400" b="1" dirty="0" smtClean="0"/>
              <a:t>클래스 </a:t>
            </a:r>
            <a:r>
              <a:rPr lang="ko-KR" altLang="en-US" sz="2400" b="1" dirty="0" smtClean="0"/>
              <a:t>다음에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84784"/>
            <a:ext cx="7222901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7.b. Contact:</a:t>
            </a:r>
            <a:r>
              <a:rPr lang="ko-KR" altLang="en-US" sz="2400" b="1" dirty="0" smtClean="0"/>
              <a:t> </a:t>
            </a:r>
            <a:r>
              <a:rPr lang="ko-KR" altLang="en-US" sz="2400" b="1" dirty="0" err="1" smtClean="0"/>
              <a:t>렌더링할</a:t>
            </a:r>
            <a:r>
              <a:rPr lang="ko-KR" altLang="en-US" sz="2400" b="1" dirty="0" smtClean="0"/>
              <a:t> </a:t>
            </a:r>
            <a:r>
              <a:rPr lang="ko-KR" altLang="en-US" sz="2400" b="1" dirty="0" smtClean="0"/>
              <a:t>컴포넌트에 추가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7416824" cy="465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4774573">
            <a:off x="4439933" y="4657977"/>
            <a:ext cx="576064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4653136"/>
            <a:ext cx="3347864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오른쪽 화살표 6"/>
          <p:cNvSpPr/>
          <p:nvPr/>
        </p:nvSpPr>
        <p:spPr>
          <a:xfrm>
            <a:off x="5004048" y="6093296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c. </a:t>
            </a:r>
            <a:r>
              <a:rPr lang="en-US" altLang="ko-KR" sz="2400" b="1" dirty="0" err="1" smtClean="0"/>
              <a:t>ContactCreator</a:t>
            </a:r>
            <a:r>
              <a:rPr lang="en-US" altLang="ko-KR" sz="2400" b="1" dirty="0" smtClean="0"/>
              <a:t>: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Input </a:t>
            </a:r>
            <a:r>
              <a:rPr lang="ko-KR" altLang="en-US" sz="2400" b="1" dirty="0" smtClean="0"/>
              <a:t>의 값을 컴포넌트의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state </a:t>
            </a:r>
            <a:r>
              <a:rPr lang="ko-KR" altLang="en-US" sz="2400" b="1" dirty="0" smtClean="0"/>
              <a:t>로 사용하기</a:t>
            </a:r>
            <a:endParaRPr lang="ko-KR" alt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16234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132856"/>
            <a:ext cx="3247281" cy="1688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아래쪽 화살표 6"/>
          <p:cNvSpPr/>
          <p:nvPr/>
        </p:nvSpPr>
        <p:spPr>
          <a:xfrm rot="10409627">
            <a:off x="6660232" y="3861048"/>
            <a:ext cx="64807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9.d. </a:t>
            </a:r>
            <a:r>
              <a:rPr lang="en-US" altLang="ko-KR" sz="2400" b="1" dirty="0" err="1" smtClean="0"/>
              <a:t>ContactCreator</a:t>
            </a:r>
            <a:r>
              <a:rPr lang="en-US" altLang="ko-KR" sz="2400" b="1" dirty="0" smtClean="0"/>
              <a:t>: </a:t>
            </a:r>
            <a:r>
              <a:rPr lang="en-US" altLang="ko-KR" sz="2400" b="1" dirty="0" err="1" smtClean="0"/>
              <a:t>onChange</a:t>
            </a:r>
            <a:r>
              <a:rPr lang="en-US" altLang="ko-KR" sz="2400" b="1" dirty="0" smtClean="0"/>
              <a:t> </a:t>
            </a:r>
            <a:r>
              <a:rPr lang="ko-KR" altLang="en-US" sz="2400" b="1" dirty="0" smtClean="0"/>
              <a:t>이벤트 사용하기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698477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10.</a:t>
            </a:r>
            <a:r>
              <a:rPr lang="ko-KR" altLang="en-US" sz="2400" b="1" dirty="0" smtClean="0"/>
              <a:t>소스 </a:t>
            </a:r>
            <a:r>
              <a:rPr lang="ko-KR" altLang="en-US" sz="2400" b="1" dirty="0" smtClean="0"/>
              <a:t>설명 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onChange</a:t>
            </a:r>
            <a:r>
              <a:rPr lang="en-US" altLang="ko-KR" sz="2400" b="1" dirty="0" smtClean="0"/>
              <a:t>())</a:t>
            </a:r>
            <a:endParaRPr lang="ko-KR" altLang="en-US" sz="24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805404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11.</a:t>
            </a:r>
            <a:r>
              <a:rPr lang="en-US" altLang="ko-KR" sz="2400" b="1" dirty="0" smtClean="0"/>
              <a:t> e. </a:t>
            </a:r>
            <a:r>
              <a:rPr lang="en-US" altLang="ko-KR" sz="2400" b="1" dirty="0" err="1" smtClean="0"/>
              <a:t>ContactCreator</a:t>
            </a:r>
            <a:r>
              <a:rPr lang="en-US" altLang="ko-KR" sz="2400" b="1" dirty="0" smtClean="0"/>
              <a:t>: Insert </a:t>
            </a:r>
            <a:r>
              <a:rPr lang="ko-KR" altLang="en-US" sz="2400" b="1" dirty="0" smtClean="0"/>
              <a:t>버튼 기능 구현하기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95963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</a:t>
            </a:r>
            <a:r>
              <a:rPr lang="en-US" altLang="ko-KR" sz="2400" b="1" dirty="0" smtClean="0"/>
              <a:t> f. Contacts: _</a:t>
            </a:r>
            <a:r>
              <a:rPr lang="en-US" altLang="ko-KR" sz="2400" b="1" dirty="0" err="1" smtClean="0"/>
              <a:t>insertContact</a:t>
            </a:r>
            <a:r>
              <a:rPr lang="en-US" altLang="ko-KR" sz="2400" b="1" dirty="0" smtClean="0"/>
              <a:t>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만들기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5301208"/>
            <a:ext cx="5904656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412776"/>
            <a:ext cx="6624736" cy="3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데이터 입력 중간 점검 실습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12776"/>
            <a:ext cx="4343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933056"/>
            <a:ext cx="45910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932040" y="2924944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24128" y="2924944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텍스트박스에 입력이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2843808" y="3501008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4788024" y="4509120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580112" y="3861048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입력한 값이 바로 반영이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4365104"/>
            <a:ext cx="3185939" cy="187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선택 기능 구현하기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en-US" altLang="ko-KR" sz="2000" b="1" dirty="0" smtClean="0"/>
              <a:t>a. </a:t>
            </a:r>
            <a:r>
              <a:rPr lang="en-US" altLang="ko-KR" sz="2000" b="1" dirty="0" err="1" smtClean="0"/>
              <a:t>ContactInfo</a:t>
            </a:r>
            <a:r>
              <a:rPr lang="en-US" altLang="ko-KR" sz="2000" b="1" dirty="0" smtClean="0"/>
              <a:t>: </a:t>
            </a:r>
            <a:r>
              <a:rPr lang="en-US" altLang="ko-KR" sz="2000" b="1" dirty="0" err="1" smtClean="0"/>
              <a:t>handleClick</a:t>
            </a:r>
            <a:r>
              <a:rPr lang="en-US" altLang="ko-KR" sz="2000" b="1" dirty="0" smtClean="0"/>
              <a:t>() </a:t>
            </a:r>
            <a:r>
              <a:rPr lang="ko-KR" altLang="en-US" sz="2000" b="1" dirty="0" err="1" smtClean="0"/>
              <a:t>메소드</a:t>
            </a:r>
            <a:r>
              <a:rPr lang="ko-KR" altLang="en-US" sz="2000" b="1" dirty="0" smtClean="0"/>
              <a:t> 및 </a:t>
            </a:r>
            <a:r>
              <a:rPr lang="en-US" altLang="ko-KR" sz="2000" b="1" dirty="0" err="1" smtClean="0"/>
              <a:t>onClick</a:t>
            </a:r>
            <a:r>
              <a:rPr lang="en-US" altLang="ko-KR" sz="2000" b="1" dirty="0" smtClean="0"/>
              <a:t> prop </a:t>
            </a:r>
            <a:r>
              <a:rPr lang="ko-KR" altLang="en-US" sz="2000" b="1" dirty="0" smtClean="0"/>
              <a:t>추가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60848"/>
            <a:ext cx="6394559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6084168" y="2564904"/>
            <a:ext cx="36004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616385" y="2276872"/>
            <a:ext cx="25276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메소드</a:t>
            </a:r>
            <a:r>
              <a:rPr lang="ko-KR" altLang="en-US" b="1" dirty="0" smtClean="0">
                <a:solidFill>
                  <a:srgbClr val="FF0000"/>
                </a:solidFill>
              </a:rPr>
              <a:t> 내부에선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 </a:t>
            </a:r>
            <a:r>
              <a:rPr lang="en-US" altLang="ko-KR" b="1" dirty="0" smtClean="0">
                <a:solidFill>
                  <a:srgbClr val="FF0000"/>
                </a:solidFill>
              </a:rPr>
              <a:t>parent</a:t>
            </a:r>
            <a:r>
              <a:rPr lang="ko-KR" altLang="en-US" b="1" dirty="0" smtClean="0">
                <a:solidFill>
                  <a:srgbClr val="FF0000"/>
                </a:solidFill>
              </a:rPr>
              <a:t> 컴포넌트에서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prop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으로</a:t>
            </a:r>
            <a:r>
              <a:rPr lang="ko-KR" altLang="en-US" b="1" dirty="0" smtClean="0">
                <a:solidFill>
                  <a:srgbClr val="FF0000"/>
                </a:solidFill>
              </a:rPr>
              <a:t> 전달받은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 </a:t>
            </a:r>
            <a:r>
              <a:rPr lang="en-US" altLang="ko-KR" b="1" dirty="0" err="1" smtClean="0">
                <a:solidFill>
                  <a:srgbClr val="FF0000"/>
                </a:solidFill>
              </a:rPr>
              <a:t>onSelect</a:t>
            </a:r>
            <a:r>
              <a:rPr lang="en-US" altLang="ko-KR" b="1" dirty="0" smtClean="0">
                <a:solidFill>
                  <a:srgbClr val="FF0000"/>
                </a:solidFill>
              </a:rPr>
              <a:t>()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메소드를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실행합니다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6228184" y="4365104"/>
            <a:ext cx="432048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804248" y="4365104"/>
            <a:ext cx="2133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항목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handleClick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호출된다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4788024" y="3140968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419872" y="3717032"/>
            <a:ext cx="4364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70C0"/>
                </a:solidFill>
              </a:rPr>
              <a:t>contackKey</a:t>
            </a:r>
            <a:r>
              <a:rPr lang="ko-KR" altLang="en-US" b="1" dirty="0" smtClean="0">
                <a:solidFill>
                  <a:srgbClr val="0070C0"/>
                </a:solidFill>
              </a:rPr>
              <a:t>는 해당컴포넌트의 고유번호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15.</a:t>
            </a:r>
            <a:r>
              <a:rPr lang="en-US" altLang="ko-KR" sz="2400" b="1" dirty="0" smtClean="0"/>
              <a:t> b. Contacts: _</a:t>
            </a:r>
            <a:r>
              <a:rPr lang="en-US" altLang="ko-KR" sz="2400" b="1" dirty="0" err="1" smtClean="0"/>
              <a:t>onSelect</a:t>
            </a:r>
            <a:r>
              <a:rPr lang="en-US" altLang="ko-KR" sz="2400" b="1" dirty="0" smtClean="0"/>
              <a:t>(), _</a:t>
            </a:r>
            <a:r>
              <a:rPr lang="en-US" altLang="ko-KR" sz="2400" b="1" dirty="0" err="1" smtClean="0"/>
              <a:t>isSelected</a:t>
            </a:r>
            <a:r>
              <a:rPr lang="en-US" altLang="ko-KR" sz="2400" b="1" dirty="0" smtClean="0"/>
              <a:t>()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추가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484784"/>
            <a:ext cx="6480720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16.</a:t>
            </a:r>
            <a:r>
              <a:rPr lang="en-US" altLang="ko-KR" sz="2400" b="1" dirty="0" smtClean="0"/>
              <a:t> b. Contacts: _</a:t>
            </a:r>
            <a:r>
              <a:rPr lang="en-US" altLang="ko-KR" sz="2400" b="1" dirty="0" err="1" smtClean="0"/>
              <a:t>onSelect</a:t>
            </a:r>
            <a:r>
              <a:rPr lang="en-US" altLang="ko-KR" sz="2400" b="1" dirty="0" smtClean="0"/>
              <a:t>(), _</a:t>
            </a:r>
            <a:r>
              <a:rPr lang="en-US" altLang="ko-KR" sz="2400" b="1" dirty="0" err="1" smtClean="0"/>
              <a:t>isSelected</a:t>
            </a:r>
            <a:r>
              <a:rPr lang="en-US" altLang="ko-KR" sz="2400" b="1" dirty="0" smtClean="0"/>
              <a:t>()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추가</a:t>
            </a:r>
            <a:r>
              <a:rPr lang="en-US" altLang="ko-KR" sz="2400" b="1" dirty="0" smtClean="0"/>
              <a:t>(2)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761592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17.</a:t>
            </a:r>
            <a:r>
              <a:rPr lang="ko-KR" altLang="en-US" sz="2400" dirty="0" smtClean="0"/>
              <a:t>소스 설명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844824"/>
            <a:ext cx="7634178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18.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c.</a:t>
            </a:r>
            <a:r>
              <a:rPr lang="ko-KR" altLang="en-US" sz="2400" b="1" dirty="0" smtClean="0"/>
              <a:t> </a:t>
            </a:r>
            <a:r>
              <a:rPr lang="en-US" altLang="ko-KR" sz="2400" b="1" dirty="0" err="1" smtClean="0"/>
              <a:t>ContactInfo</a:t>
            </a:r>
            <a:r>
              <a:rPr lang="en-US" altLang="ko-KR" sz="2400" b="1" dirty="0" smtClean="0"/>
              <a:t>: </a:t>
            </a:r>
            <a:r>
              <a:rPr lang="ko-KR" altLang="en-US" sz="2400" b="1" dirty="0" err="1" smtClean="0"/>
              <a:t>렌더링</a:t>
            </a:r>
            <a:r>
              <a:rPr lang="ko-KR" altLang="en-US" sz="2400" b="1" dirty="0" smtClean="0"/>
              <a:t> 시 선택된 상태라면 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ko-KR" altLang="en-US" sz="2400" b="1" dirty="0" smtClean="0"/>
              <a:t>특정 스타일 적용</a:t>
            </a:r>
            <a:endParaRPr lang="ko-KR" alt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12776"/>
            <a:ext cx="6624736" cy="4944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2348880"/>
            <a:ext cx="3707904" cy="1909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5004048" y="2924944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7164288" y="4509120"/>
            <a:ext cx="432048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372200" y="5013176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0070C0"/>
                </a:solidFill>
              </a:rPr>
              <a:t>선택된 항목은 </a:t>
            </a:r>
            <a:r>
              <a:rPr lang="ko-KR" altLang="en-US" b="1" dirty="0" err="1" smtClean="0">
                <a:solidFill>
                  <a:srgbClr val="0070C0"/>
                </a:solidFill>
              </a:rPr>
              <a:t>아쿠아색</a:t>
            </a:r>
            <a:endParaRPr lang="en-US" altLang="ko-KR" b="1" dirty="0" smtClean="0">
              <a:solidFill>
                <a:srgbClr val="0070C0"/>
              </a:solidFill>
            </a:endParaRPr>
          </a:p>
          <a:p>
            <a:r>
              <a:rPr lang="ko-KR" altLang="en-US" b="1" dirty="0" err="1" smtClean="0">
                <a:solidFill>
                  <a:srgbClr val="0070C0"/>
                </a:solidFill>
              </a:rPr>
              <a:t>으로</a:t>
            </a:r>
            <a:r>
              <a:rPr lang="ko-KR" altLang="en-US" b="1" dirty="0" smtClean="0">
                <a:solidFill>
                  <a:srgbClr val="0070C0"/>
                </a:solidFill>
              </a:rPr>
              <a:t> 설정이 된다</a:t>
            </a:r>
            <a:r>
              <a:rPr lang="en-US" altLang="ko-KR" b="1" dirty="0" smtClean="0">
                <a:solidFill>
                  <a:srgbClr val="0070C0"/>
                </a:solidFill>
              </a:rPr>
              <a:t>.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19.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a.ContactRemover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컴포넌트 작성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784887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20.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b. Contact: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렌더링</a:t>
            </a:r>
            <a:r>
              <a:rPr lang="ko-KR" altLang="en-US" sz="2400" b="1" dirty="0" smtClean="0"/>
              <a:t> 할 컴포넌트에 추가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6336704" cy="360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4581128"/>
            <a:ext cx="3402335" cy="2093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1616827">
            <a:off x="4355976" y="4869160"/>
            <a:ext cx="64807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763688" y="5517232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여기까지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작성후</a:t>
            </a:r>
            <a:r>
              <a:rPr lang="ko-KR" altLang="en-US" b="1" dirty="0" smtClean="0">
                <a:solidFill>
                  <a:srgbClr val="FF0000"/>
                </a:solidFill>
              </a:rPr>
              <a:t> 화면에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21.</a:t>
            </a:r>
            <a:r>
              <a:rPr lang="en-US" altLang="ko-KR" sz="2400" b="1" dirty="0" smtClean="0"/>
              <a:t> c. Contact: _</a:t>
            </a:r>
            <a:r>
              <a:rPr lang="en-US" altLang="ko-KR" sz="2400" b="1" dirty="0" err="1" smtClean="0"/>
              <a:t>removeContact</a:t>
            </a:r>
            <a:r>
              <a:rPr lang="en-US" altLang="ko-KR" sz="2400" b="1" dirty="0" smtClean="0"/>
              <a:t>()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작성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763496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5508104" y="2132856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84168" y="2132856"/>
            <a:ext cx="32351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선택한 </a:t>
            </a:r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제거메서드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선택된 </a:t>
            </a:r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가 없으면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실행취소</a:t>
            </a:r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39952" y="4869160"/>
            <a:ext cx="38250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this.setState</a:t>
            </a:r>
            <a:r>
              <a:rPr lang="en-US" altLang="ko-KR" b="1" dirty="0" smtClean="0">
                <a:solidFill>
                  <a:srgbClr val="FF0000"/>
                </a:solidFill>
              </a:rPr>
              <a:t>(...) </a:t>
            </a:r>
            <a:r>
              <a:rPr lang="ko-KR" altLang="en-US" b="1" dirty="0" smtClean="0">
                <a:solidFill>
                  <a:srgbClr val="FF0000"/>
                </a:solidFill>
              </a:rPr>
              <a:t>가 실행 되면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state 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contactData</a:t>
            </a:r>
            <a:r>
              <a:rPr lang="en-US" altLang="ko-KR" b="1" dirty="0" smtClean="0">
                <a:solidFill>
                  <a:srgbClr val="FF0000"/>
                </a:solidFill>
              </a:rPr>
              <a:t> </a:t>
            </a:r>
            <a:r>
              <a:rPr lang="ko-KR" altLang="en-US" b="1" dirty="0" smtClean="0">
                <a:solidFill>
                  <a:srgbClr val="FF0000"/>
                </a:solidFill>
              </a:rPr>
              <a:t>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 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selectedKey</a:t>
            </a:r>
            <a:r>
              <a:rPr lang="ko-KR" altLang="en-US" b="1" dirty="0" smtClean="0">
                <a:solidFill>
                  <a:srgbClr val="FF0000"/>
                </a:solidFill>
              </a:rPr>
              <a:t>번째 데이터를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제거하고 아무것도 선택하지 않은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상태로 설정합니다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22.</a:t>
            </a:r>
            <a:r>
              <a:rPr lang="en-US" altLang="ko-KR" sz="2400" b="1" dirty="0" smtClean="0"/>
              <a:t> d. Contact: </a:t>
            </a:r>
            <a:r>
              <a:rPr lang="en-US" altLang="ko-KR" sz="2400" b="1" dirty="0" err="1" smtClean="0"/>
              <a:t>ContactRemover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컴포넌트에 삭제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prop </a:t>
            </a:r>
            <a:r>
              <a:rPr lang="en-US" altLang="ko-KR" sz="2400" b="1" dirty="0" err="1" smtClean="0"/>
              <a:t>onRemove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으로 전달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25332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9" y="3573016"/>
            <a:ext cx="4176464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572000" y="4653136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3717032"/>
            <a:ext cx="3557339" cy="2119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23.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ContactEditor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만들기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 fontScale="55000" lnSpcReduction="20000"/>
          </a:bodyPr>
          <a:lstStyle/>
          <a:p>
            <a:r>
              <a:rPr lang="en-US" altLang="ko-KR" b="1" dirty="0" err="1" smtClean="0"/>
              <a:t>ContactEditor</a:t>
            </a:r>
            <a:r>
              <a:rPr lang="ko-KR" altLang="en-US" dirty="0" smtClean="0"/>
              <a:t> 에서 구현하고자 하는 기능은 다음과 같습니다</a:t>
            </a:r>
            <a:r>
              <a:rPr lang="en-US" altLang="ko-KR" dirty="0" smtClean="0"/>
              <a:t>: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Contact</a:t>
            </a:r>
            <a:r>
              <a:rPr lang="ko-KR" altLang="en-US" dirty="0" smtClean="0"/>
              <a:t>를 선택하면 </a:t>
            </a:r>
            <a:r>
              <a:rPr lang="en-US" altLang="ko-KR" dirty="0" smtClean="0"/>
              <a:t>Contact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name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phone </a:t>
            </a:r>
            <a:r>
              <a:rPr lang="ko-KR" altLang="en-US" dirty="0" smtClean="0"/>
              <a:t>데이터가 인풋박스로 복사됨</a:t>
            </a:r>
            <a:endParaRPr lang="en-US" altLang="ko-KR" dirty="0" smtClean="0"/>
          </a:p>
          <a:p>
            <a:endParaRPr lang="ko-KR" altLang="en-US" dirty="0" smtClean="0"/>
          </a:p>
          <a:p>
            <a:r>
              <a:rPr lang="en-US" altLang="ko-KR" dirty="0" smtClean="0"/>
              <a:t>Edit </a:t>
            </a:r>
            <a:r>
              <a:rPr lang="ko-KR" altLang="en-US" dirty="0" smtClean="0"/>
              <a:t>버튼을 누르면 </a:t>
            </a:r>
            <a:r>
              <a:rPr lang="en-US" altLang="ko-KR" dirty="0" smtClean="0"/>
              <a:t>Contacts </a:t>
            </a:r>
            <a:r>
              <a:rPr lang="ko-KR" altLang="en-US" dirty="0" smtClean="0"/>
              <a:t>의 데이터를 수정함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 컴포넌트에서 사용 할 </a:t>
            </a:r>
            <a:r>
              <a:rPr lang="en-US" altLang="ko-KR" dirty="0" smtClean="0"/>
              <a:t>prop </a:t>
            </a:r>
            <a:r>
              <a:rPr lang="ko-KR" altLang="en-US" dirty="0" smtClean="0"/>
              <a:t>들은 다음과 같습니다</a:t>
            </a:r>
            <a:r>
              <a:rPr lang="en-US" altLang="ko-KR" dirty="0" smtClean="0"/>
              <a:t>:</a:t>
            </a:r>
          </a:p>
          <a:p>
            <a:endParaRPr lang="en-US" altLang="ko-KR" dirty="0" smtClean="0"/>
          </a:p>
          <a:p>
            <a:r>
              <a:rPr lang="en-US" altLang="ko-KR" b="1" dirty="0" err="1" smtClean="0"/>
              <a:t>isSelected</a:t>
            </a:r>
            <a:r>
              <a:rPr lang="en-US" altLang="ko-KR" b="1" dirty="0" smtClean="0"/>
              <a:t>: parent</a:t>
            </a:r>
            <a:r>
              <a:rPr lang="ko-KR" altLang="en-US" dirty="0" smtClean="0"/>
              <a:t> 컴포넌트에서 </a:t>
            </a:r>
            <a:r>
              <a:rPr lang="en-US" altLang="ko-KR" dirty="0" smtClean="0"/>
              <a:t>Contact</a:t>
            </a:r>
            <a:r>
              <a:rPr lang="ko-KR" altLang="en-US" dirty="0" smtClean="0"/>
              <a:t>가 선택 되어있는지 안되어있는지 알려줍니다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b="1" dirty="0" err="1" smtClean="0"/>
              <a:t>onEdit</a:t>
            </a:r>
            <a:r>
              <a:rPr lang="en-US" altLang="ko-KR" b="1" dirty="0" smtClean="0"/>
              <a:t>(): parent</a:t>
            </a:r>
            <a:r>
              <a:rPr lang="ko-KR" altLang="en-US" dirty="0" smtClean="0"/>
              <a:t> 컴포넌트에서 전달 받을 </a:t>
            </a:r>
            <a:r>
              <a:rPr lang="ko-KR" altLang="en-US" dirty="0" err="1" smtClean="0"/>
              <a:t>메소드로서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수정 작업을 처리합니다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contact:</a:t>
            </a:r>
            <a:r>
              <a:rPr lang="ko-KR" altLang="en-US" dirty="0" smtClean="0"/>
              <a:t> </a:t>
            </a:r>
            <a:r>
              <a:rPr lang="en-US" altLang="ko-KR" b="1" dirty="0" smtClean="0"/>
              <a:t>parent</a:t>
            </a:r>
            <a:r>
              <a:rPr lang="ko-KR" altLang="en-US" dirty="0" smtClean="0"/>
              <a:t> 컴포넌트에서 선택된 </a:t>
            </a:r>
            <a:r>
              <a:rPr lang="en-US" altLang="ko-KR" dirty="0" smtClean="0"/>
              <a:t>Contact</a:t>
            </a:r>
            <a:r>
              <a:rPr lang="ko-KR" altLang="en-US" dirty="0" smtClean="0"/>
              <a:t>의 </a:t>
            </a:r>
            <a:r>
              <a:rPr lang="en-US" altLang="ko-KR" b="1" dirty="0" smtClean="0"/>
              <a:t>name</a:t>
            </a:r>
            <a:r>
              <a:rPr lang="ko-KR" altLang="en-US" dirty="0" smtClean="0"/>
              <a:t> 과 </a:t>
            </a:r>
            <a:r>
              <a:rPr lang="en-US" altLang="ko-KR" b="1" dirty="0" smtClean="0"/>
              <a:t>phone </a:t>
            </a:r>
            <a:r>
              <a:rPr lang="ko-KR" altLang="en-US" dirty="0" smtClean="0"/>
              <a:t>정보를 </a:t>
            </a:r>
            <a:r>
              <a:rPr lang="ko-KR" altLang="en-US" dirty="0" err="1" smtClean="0"/>
              <a:t>갖고있는</a:t>
            </a:r>
            <a:r>
              <a:rPr lang="ko-KR" altLang="en-US" dirty="0" smtClean="0"/>
              <a:t> 객체입니다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24.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a.</a:t>
            </a:r>
            <a:r>
              <a:rPr lang="ko-KR" altLang="en-US" sz="2400" b="1" dirty="0" smtClean="0"/>
              <a:t> </a:t>
            </a:r>
            <a:r>
              <a:rPr lang="en-US" altLang="ko-KR" sz="2400" b="1" dirty="0" err="1" smtClean="0"/>
              <a:t>ContactEditor</a:t>
            </a:r>
            <a:r>
              <a:rPr lang="en-US" altLang="ko-KR" sz="2400" b="1" dirty="0" smtClean="0"/>
              <a:t>: </a:t>
            </a:r>
            <a:r>
              <a:rPr lang="ko-KR" altLang="en-US" sz="2400" b="1" dirty="0" smtClean="0"/>
              <a:t>컴포넌트 초기 작성</a:t>
            </a:r>
            <a:r>
              <a:rPr lang="en-US" altLang="ko-KR" sz="2400" b="1" dirty="0" smtClean="0"/>
              <a:t>(1)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363327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24.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a.</a:t>
            </a:r>
            <a:r>
              <a:rPr lang="ko-KR" altLang="en-US" sz="2400" b="1" dirty="0" smtClean="0"/>
              <a:t> </a:t>
            </a:r>
            <a:r>
              <a:rPr lang="en-US" altLang="ko-KR" sz="2400" b="1" dirty="0" err="1" smtClean="0"/>
              <a:t>ContactEditor</a:t>
            </a:r>
            <a:r>
              <a:rPr lang="en-US" altLang="ko-KR" sz="2400" b="1" dirty="0" smtClean="0"/>
              <a:t>: </a:t>
            </a:r>
            <a:r>
              <a:rPr lang="ko-KR" altLang="en-US" sz="2400" b="1" dirty="0" smtClean="0"/>
              <a:t>컴포넌트 초기 작성</a:t>
            </a:r>
            <a:r>
              <a:rPr lang="en-US" altLang="ko-KR" sz="2400" b="1" dirty="0" smtClean="0"/>
              <a:t>(2)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688051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5364088" y="3717032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12160" y="3645024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이름과 수정을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변경시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호출할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onChange</a:t>
            </a:r>
            <a:r>
              <a:rPr lang="en-US" altLang="ko-KR" b="1" dirty="0" smtClean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7" name="아래쪽 화살표 6"/>
          <p:cNvSpPr/>
          <p:nvPr/>
        </p:nvSpPr>
        <p:spPr>
          <a:xfrm>
            <a:off x="5508104" y="5085184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20072" y="5661248"/>
            <a:ext cx="3594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Edit</a:t>
            </a:r>
            <a:r>
              <a:rPr lang="ko-KR" altLang="en-US" b="1" dirty="0" smtClean="0">
                <a:solidFill>
                  <a:srgbClr val="FF0000"/>
                </a:solidFill>
              </a:rPr>
              <a:t>버튼을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호출할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handleClick</a:t>
            </a:r>
            <a:r>
              <a:rPr lang="en-US" altLang="ko-KR" b="1" dirty="0" smtClean="0">
                <a:solidFill>
                  <a:srgbClr val="FF0000"/>
                </a:solidFill>
              </a:rPr>
              <a:t>()</a:t>
            </a:r>
            <a:r>
              <a:rPr lang="ko-KR" altLang="en-US" b="1" dirty="0" smtClean="0">
                <a:solidFill>
                  <a:srgbClr val="FF0000"/>
                </a:solidFill>
              </a:rPr>
              <a:t>작성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25.</a:t>
            </a:r>
            <a:r>
              <a:rPr lang="en-US" altLang="ko-KR" sz="2400" b="1" dirty="0" smtClean="0"/>
              <a:t> b. </a:t>
            </a:r>
            <a:r>
              <a:rPr lang="en-US" altLang="ko-KR" sz="2400" b="1" dirty="0" err="1" smtClean="0"/>
              <a:t>ContactEditor</a:t>
            </a:r>
            <a:r>
              <a:rPr lang="en-US" altLang="ko-KR" sz="2400" b="1" dirty="0" smtClean="0"/>
              <a:t>: </a:t>
            </a:r>
            <a:r>
              <a:rPr lang="en-US" altLang="ko-KR" sz="2400" b="1" dirty="0" err="1" smtClean="0"/>
              <a:t>handleClick</a:t>
            </a:r>
            <a:r>
              <a:rPr lang="en-US" altLang="ko-KR" sz="2400" b="1" dirty="0" smtClean="0"/>
              <a:t>()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작성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7960599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60032" y="3933056"/>
            <a:ext cx="428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선택 된 </a:t>
            </a:r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가 없다면 작업을 취소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onEdit</a:t>
            </a:r>
            <a:r>
              <a:rPr lang="en-US" altLang="ko-KR" b="1" dirty="0" smtClean="0">
                <a:solidFill>
                  <a:srgbClr val="FF0000"/>
                </a:solidFill>
              </a:rPr>
              <a:t>() </a:t>
            </a:r>
            <a:r>
              <a:rPr lang="ko-KR" altLang="en-US" b="1" dirty="0" smtClean="0">
                <a:solidFill>
                  <a:srgbClr val="FF0000"/>
                </a:solidFill>
              </a:rPr>
              <a:t>은 </a:t>
            </a:r>
            <a:r>
              <a:rPr lang="en-US" altLang="ko-KR" b="1" dirty="0" smtClean="0">
                <a:solidFill>
                  <a:srgbClr val="FF0000"/>
                </a:solidFill>
              </a:rPr>
              <a:t>parent 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컴포넌트에서 전달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받을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메소드</a:t>
            </a:r>
            <a:endParaRPr lang="ko-KR" altLang="en-US" b="1" dirty="0" smtClean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26.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c. Contacts: _</a:t>
            </a:r>
            <a:r>
              <a:rPr lang="en-US" altLang="ko-KR" sz="2400" b="1" dirty="0" err="1" smtClean="0"/>
              <a:t>editContact</a:t>
            </a:r>
            <a:r>
              <a:rPr lang="en-US" altLang="ko-KR" sz="2400" b="1" dirty="0" smtClean="0"/>
              <a:t> 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초기작성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ko-KR" altLang="en-US" sz="2400" b="1" dirty="0" smtClean="0"/>
              <a:t> </a:t>
            </a:r>
            <a:r>
              <a:rPr lang="ko-KR" altLang="en-US" sz="2400" b="1" dirty="0" err="1" smtClean="0"/>
              <a:t>렌더링</a:t>
            </a:r>
            <a:r>
              <a:rPr lang="ko-KR" altLang="en-US" sz="2400" b="1" dirty="0" smtClean="0"/>
              <a:t> 할 컴포넌트 추가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7416824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27.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d. </a:t>
            </a:r>
            <a:r>
              <a:rPr lang="ko-KR" altLang="en-US" sz="2400" b="1" dirty="0" smtClean="0"/>
              <a:t>선택된 내용을 </a:t>
            </a:r>
            <a:r>
              <a:rPr lang="en-US" altLang="ko-KR" sz="2400" b="1" dirty="0" err="1" smtClean="0"/>
              <a:t>inputBox</a:t>
            </a:r>
            <a:r>
              <a:rPr lang="ko-KR" altLang="en-US" sz="2400" b="1" dirty="0" smtClean="0"/>
              <a:t>로 복사하는 기능 구현하기</a:t>
            </a:r>
            <a:r>
              <a:rPr lang="en-US" altLang="ko-KR" sz="2400" b="1" dirty="0" smtClean="0"/>
              <a:t>(1)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우선 선택된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정보를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Contacts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 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state selected 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저장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132856"/>
            <a:ext cx="525658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27.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d. </a:t>
            </a:r>
            <a:r>
              <a:rPr lang="ko-KR" altLang="en-US" sz="2400" b="1" dirty="0" smtClean="0"/>
              <a:t>선택된 내용을 </a:t>
            </a:r>
            <a:r>
              <a:rPr lang="en-US" altLang="ko-KR" sz="2400" b="1" dirty="0" err="1" smtClean="0"/>
              <a:t>inputBox</a:t>
            </a:r>
            <a:r>
              <a:rPr lang="ko-KR" altLang="en-US" sz="2400" b="1" dirty="0" smtClean="0"/>
              <a:t>로 복사하는 기능 구현하기</a:t>
            </a:r>
            <a:r>
              <a:rPr lang="en-US" altLang="ko-KR" sz="2400" b="1" dirty="0" smtClean="0"/>
              <a:t>(2)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200800" cy="4770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28.</a:t>
            </a:r>
            <a:r>
              <a:rPr lang="ko-KR" altLang="en-US" sz="2400" b="1" dirty="0" smtClean="0"/>
              <a:t> </a:t>
            </a:r>
            <a:r>
              <a:rPr lang="en-US" altLang="ko-KR" sz="2400" b="1" dirty="0" err="1" smtClean="0"/>
              <a:t>ContactEditor</a:t>
            </a:r>
            <a:r>
              <a:rPr lang="en-US" altLang="ko-KR" sz="2400" b="1" dirty="0" smtClean="0"/>
              <a:t> </a:t>
            </a:r>
            <a:r>
              <a:rPr lang="ko-KR" altLang="en-US" sz="2400" dirty="0" smtClean="0"/>
              <a:t>에서 선택된 </a:t>
            </a:r>
            <a:r>
              <a:rPr lang="en-US" altLang="ko-KR" sz="2400" dirty="0" smtClean="0"/>
              <a:t>Contact</a:t>
            </a:r>
            <a:r>
              <a:rPr lang="ko-KR" altLang="en-US" sz="2400" dirty="0" smtClean="0"/>
              <a:t>의 값을 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ko-KR" altLang="en-US" sz="2400" dirty="0" smtClean="0"/>
              <a:t>받아와서 렌더링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5950537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596006" y="4272677"/>
            <a:ext cx="55479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인풋박스의 </a:t>
            </a:r>
            <a:r>
              <a:rPr lang="en-US" altLang="ko-KR" b="1" dirty="0" smtClean="0">
                <a:solidFill>
                  <a:srgbClr val="002060"/>
                </a:solidFill>
              </a:rPr>
              <a:t>value</a:t>
            </a:r>
            <a:r>
              <a:rPr lang="ko-KR" altLang="en-US" b="1" dirty="0" smtClean="0">
                <a:solidFill>
                  <a:srgbClr val="002060"/>
                </a:solidFill>
              </a:rPr>
              <a:t> 부분은 유동적이기에 그 부분에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 </a:t>
            </a:r>
            <a:r>
              <a:rPr lang="en-US" altLang="ko-KR" b="1" dirty="0" smtClean="0">
                <a:solidFill>
                  <a:srgbClr val="002060"/>
                </a:solidFill>
              </a:rPr>
              <a:t>{ this.props.contact.name } </a:t>
            </a:r>
            <a:r>
              <a:rPr lang="ko-KR" altLang="en-US" b="1" dirty="0" smtClean="0">
                <a:solidFill>
                  <a:srgbClr val="002060"/>
                </a:solidFill>
              </a:rPr>
              <a:t>을 할 수는 없습니다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prop</a:t>
            </a:r>
            <a:r>
              <a:rPr lang="ko-KR" altLang="en-US" b="1" dirty="0" smtClean="0">
                <a:solidFill>
                  <a:srgbClr val="002060"/>
                </a:solidFill>
              </a:rPr>
              <a:t>값이 바뀔 때마다 </a:t>
            </a:r>
            <a:r>
              <a:rPr lang="en-US" altLang="ko-KR" b="1" dirty="0" smtClean="0">
                <a:solidFill>
                  <a:srgbClr val="002060"/>
                </a:solidFill>
              </a:rPr>
              <a:t>state</a:t>
            </a:r>
            <a:r>
              <a:rPr lang="ko-KR" altLang="en-US" b="1" dirty="0" smtClean="0">
                <a:solidFill>
                  <a:srgbClr val="002060"/>
                </a:solidFill>
              </a:rPr>
              <a:t>를 업데이트 해줄 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필요가 있는데요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smtClean="0">
                <a:solidFill>
                  <a:srgbClr val="002060"/>
                </a:solidFill>
              </a:rPr>
              <a:t>이는 </a:t>
            </a:r>
            <a:r>
              <a:rPr lang="en-US" altLang="ko-KR" b="1" dirty="0" smtClean="0">
                <a:solidFill>
                  <a:srgbClr val="002060"/>
                </a:solidFill>
                <a:hlinkClick r:id="rId3"/>
              </a:rPr>
              <a:t>Component Lifecycle API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 중 하나인</a:t>
            </a:r>
            <a:br>
              <a:rPr lang="ko-KR" altLang="en-US" b="1" dirty="0" smtClean="0">
                <a:solidFill>
                  <a:srgbClr val="002060"/>
                </a:solidFill>
              </a:rPr>
            </a:br>
            <a:r>
              <a:rPr lang="en-US" altLang="ko-KR" b="1" dirty="0" err="1" smtClean="0">
                <a:solidFill>
                  <a:srgbClr val="002060"/>
                </a:solidFill>
              </a:rPr>
              <a:t>componentWillReceiveProps</a:t>
            </a:r>
            <a:r>
              <a:rPr lang="en-US" altLang="ko-KR" b="1" dirty="0" smtClean="0">
                <a:solidFill>
                  <a:srgbClr val="002060"/>
                </a:solidFill>
              </a:rPr>
              <a:t>()</a:t>
            </a:r>
            <a:r>
              <a:rPr lang="ko-KR" altLang="en-US" b="1" dirty="0" smtClean="0">
                <a:solidFill>
                  <a:srgbClr val="002060"/>
                </a:solidFill>
              </a:rPr>
              <a:t>를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사용하면됩니다</a:t>
            </a:r>
            <a:r>
              <a:rPr lang="en-US" altLang="ko-KR" b="1" dirty="0" smtClean="0">
                <a:solidFill>
                  <a:srgbClr val="002060"/>
                </a:solidFill>
              </a:rPr>
              <a:t>. </a:t>
            </a: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이 컴포넌트 내장메소드는</a:t>
            </a:r>
            <a:r>
              <a:rPr lang="en-US" altLang="ko-KR" b="1" dirty="0" smtClean="0">
                <a:solidFill>
                  <a:srgbClr val="002060"/>
                </a:solidFill>
              </a:rPr>
              <a:t>, prop</a:t>
            </a:r>
            <a:r>
              <a:rPr lang="ko-KR" altLang="en-US" b="1" dirty="0" smtClean="0">
                <a:solidFill>
                  <a:srgbClr val="002060"/>
                </a:solidFill>
              </a:rPr>
              <a:t> 값을 받게 될 때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 실행되는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메소드입니다</a:t>
            </a:r>
            <a:endParaRPr lang="ko-KR" altLang="en-US" b="1" dirty="0" smtClean="0">
              <a:solidFill>
                <a:srgbClr val="002060"/>
              </a:solidFill>
            </a:endParaRPr>
          </a:p>
          <a:p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 rot="13078600">
            <a:off x="6113879" y="3674735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29.</a:t>
            </a:r>
            <a:r>
              <a:rPr lang="en-US" altLang="ko-KR" sz="2400" b="1" dirty="0" smtClean="0"/>
              <a:t> e. Contacts: _</a:t>
            </a:r>
            <a:r>
              <a:rPr lang="en-US" altLang="ko-KR" sz="2400" b="1" dirty="0" err="1" smtClean="0"/>
              <a:t>editContact</a:t>
            </a:r>
            <a:r>
              <a:rPr lang="en-US" altLang="ko-KR" sz="2400" b="1" dirty="0" smtClean="0"/>
              <a:t> </a:t>
            </a:r>
            <a:r>
              <a:rPr lang="ko-KR" altLang="en-US" sz="2400" b="1" dirty="0" err="1" smtClean="0"/>
              <a:t>메소드</a:t>
            </a:r>
            <a:r>
              <a:rPr lang="ko-KR" altLang="en-US" sz="2400" b="1" dirty="0" smtClean="0"/>
              <a:t> 구현하기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556792"/>
            <a:ext cx="5976664" cy="492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30.</a:t>
            </a:r>
            <a:r>
              <a:rPr lang="ko-KR" altLang="en-US" sz="2400" dirty="0" smtClean="0"/>
              <a:t>최종 실행 결과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410445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293096"/>
            <a:ext cx="432048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2771800" y="4149080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1988840"/>
            <a:ext cx="396619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오른쪽 화살표 7"/>
          <p:cNvSpPr/>
          <p:nvPr/>
        </p:nvSpPr>
        <p:spPr>
          <a:xfrm rot="19456864">
            <a:off x="4644008" y="4221088"/>
            <a:ext cx="648072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31,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CPU </a:t>
            </a:r>
            <a:r>
              <a:rPr lang="ko-KR" altLang="en-US" sz="2400" b="1" dirty="0" smtClean="0"/>
              <a:t>자원낭비 줄이기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745462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32.</a:t>
            </a:r>
            <a:r>
              <a:rPr lang="ko-KR" altLang="en-US" sz="2400" dirty="0" smtClean="0"/>
              <a:t>실제 데이터를 추가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삭제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편집해보니 메모리 사용량 증가됨</a:t>
            </a:r>
            <a:endParaRPr lang="ko-KR" alt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484784"/>
            <a:ext cx="57150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32.</a:t>
            </a:r>
            <a:r>
              <a:rPr lang="ko-KR" altLang="en-US" sz="2400" dirty="0" smtClean="0"/>
              <a:t>해결책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0"/>
            <a:ext cx="7499971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32.</a:t>
            </a:r>
            <a:r>
              <a:rPr lang="ko-KR" altLang="en-US" sz="2400" dirty="0" smtClean="0"/>
              <a:t>해결책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628800"/>
            <a:ext cx="6048672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3275856" y="5661248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067944" y="5589240"/>
            <a:ext cx="433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최소한의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랜더링만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하는것을</a:t>
            </a:r>
            <a:r>
              <a:rPr lang="ko-KR" altLang="en-US" b="1" dirty="0" smtClean="0">
                <a:solidFill>
                  <a:srgbClr val="FF0000"/>
                </a:solidFill>
              </a:rPr>
              <a:t> 알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551</Words>
  <Application>Microsoft Office PowerPoint</Application>
  <PresentationFormat>화면 슬라이드 쇼(4:3)</PresentationFormat>
  <Paragraphs>127</Paragraphs>
  <Slides>38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39" baseType="lpstr">
      <vt:lpstr>Office 테마</vt:lpstr>
      <vt:lpstr>State 내부 Array에 요소를  추가,삭제,수정</vt:lpstr>
      <vt:lpstr>이전 실행 결과(add-test 어플리케이션에서 서버 실행)</vt:lpstr>
      <vt:lpstr>1.state 안의 array 에 원소 삽입/제거/수정</vt:lpstr>
      <vt:lpstr>2.원소 삽입하기</vt:lpstr>
      <vt:lpstr>3. Immutability Helpers 사용법(react-addons-update 설치)</vt:lpstr>
      <vt:lpstr>4.원소 제거 하기</vt:lpstr>
      <vt:lpstr>5.원소 수정 하기</vt:lpstr>
      <vt:lpstr>6.ContactCreator 컴포넌트 만들기(Contact 클래스 다음에)</vt:lpstr>
      <vt:lpstr>7.b. Contact: 렌더링할 컴포넌트에 추가</vt:lpstr>
      <vt:lpstr>8. c. ContactCreator: Input 의 값을 컴포넌트의  state 로 사용하기</vt:lpstr>
      <vt:lpstr>9.d. ContactCreator: onChange 이벤트 사용하기</vt:lpstr>
      <vt:lpstr>10.소스 설명 (onChange())</vt:lpstr>
      <vt:lpstr>11. e. ContactCreator: Insert 버튼 기능 구현하기</vt:lpstr>
      <vt:lpstr>12. f. Contacts: _insertContact 메소드 만들기</vt:lpstr>
      <vt:lpstr>13.데이터 입력 중간 점검 실습</vt:lpstr>
      <vt:lpstr>14. 선택 기능 구현하기 a. ContactInfo: handleClick() 메소드 및 onClick prop 추가</vt:lpstr>
      <vt:lpstr>15. b. Contacts: _onSelect(), _isSelected() 메소드 추가</vt:lpstr>
      <vt:lpstr>16. b. Contacts: _onSelect(), _isSelected() 메소드 추가(2)</vt:lpstr>
      <vt:lpstr>17.소스 설명</vt:lpstr>
      <vt:lpstr>18. c. ContactInfo: 렌더링 시 선택된 상태라면  특정 스타일 적용</vt:lpstr>
      <vt:lpstr>19. a.ContactRemover 컴포넌트 작성</vt:lpstr>
      <vt:lpstr>20. b. Contact: 렌더링 할 컴포넌트에 추가</vt:lpstr>
      <vt:lpstr>21. c. Contact: _removeContact() 메소드 작성</vt:lpstr>
      <vt:lpstr>22. d. Contact: ContactRemover 컴포넌트에 삭제 메소드 prop onRemove 으로 전달</vt:lpstr>
      <vt:lpstr>23. ContactEditor 만들기</vt:lpstr>
      <vt:lpstr>24. a. ContactEditor: 컴포넌트 초기 작성(1)</vt:lpstr>
      <vt:lpstr>24. a. ContactEditor: 컴포넌트 초기 작성(2)</vt:lpstr>
      <vt:lpstr>25. b. ContactEditor: handleClick() 메소드 작성</vt:lpstr>
      <vt:lpstr>26. c. Contacts: _editContact 메소드 초기작성  렌더링 할 컴포넌트 추가</vt:lpstr>
      <vt:lpstr>27. d. 선택된 내용을 inputBox로 복사하는 기능 구현하기(1)</vt:lpstr>
      <vt:lpstr>27. d. 선택된 내용을 inputBox로 복사하는 기능 구현하기(2)</vt:lpstr>
      <vt:lpstr>28. ContactEditor 에서 선택된 Contact의 값을  받아와서 렌더링</vt:lpstr>
      <vt:lpstr>29. e. Contacts: _editContact 메소드 구현하기</vt:lpstr>
      <vt:lpstr>30.최종 실행 결과</vt:lpstr>
      <vt:lpstr>31, CPU 자원낭비 줄이기</vt:lpstr>
      <vt:lpstr>32.실제 데이터를 추가,삭제,편집해보니 메모리 사용량 증가됨</vt:lpstr>
      <vt:lpstr>32.해결책(1)</vt:lpstr>
      <vt:lpstr>32.해결책(2)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이연수님</cp:lastModifiedBy>
  <cp:revision>87</cp:revision>
  <dcterms:created xsi:type="dcterms:W3CDTF">2017-07-09T04:57:24Z</dcterms:created>
  <dcterms:modified xsi:type="dcterms:W3CDTF">2017-08-26T13:44:23Z</dcterms:modified>
</cp:coreProperties>
</file>