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7D91A-0775-4282-82B4-09B40E504360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5F440-6D39-47B6-937A-F9E36D395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React.js</a:t>
            </a:r>
            <a:r>
              <a:rPr lang="ko-KR" altLang="en-US" dirty="0" smtClean="0"/>
              <a:t>의 </a:t>
            </a:r>
            <a:r>
              <a:rPr lang="ko-KR" altLang="en-US" dirty="0" smtClean="0"/>
              <a:t>자동으로 환경설정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create-react-app</a:t>
            </a:r>
            <a:r>
              <a:rPr lang="ko-KR" altLang="en-US" sz="2400" dirty="0" smtClean="0"/>
              <a:t>사용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react-hot-loader</a:t>
            </a:r>
            <a:r>
              <a:rPr lang="ko-KR" altLang="en-US" sz="2400" dirty="0" smtClean="0"/>
              <a:t>적용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8460432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uninstall –g </a:t>
            </a:r>
            <a:r>
              <a:rPr lang="en-US" altLang="ko-KR" sz="2400" dirty="0" err="1" smtClean="0"/>
              <a:t>cretae</a:t>
            </a:r>
            <a:r>
              <a:rPr lang="en-US" altLang="ko-KR" sz="2400" dirty="0" smtClean="0"/>
              <a:t>-react-app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76962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437112"/>
            <a:ext cx="7776864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2.create-react-app add-test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9"/>
            <a:ext cx="689610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356992"/>
            <a:ext cx="7992888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3.npm start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6"/>
            <a:ext cx="8136904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15</Words>
  <Application>Microsoft Office PowerPoint</Application>
  <PresentationFormat>화면 슬라이드 쇼(4:3)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React.js의 자동으로 환경설정</vt:lpstr>
      <vt:lpstr>create-react-app사용 react-hot-loader적용</vt:lpstr>
      <vt:lpstr>npm uninstall –g cretae-react-app</vt:lpstr>
      <vt:lpstr>2.create-react-app add-test</vt:lpstr>
      <vt:lpstr>3.npm start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React.js의 강의 예제</dc:title>
  <dc:creator>이연수님</dc:creator>
  <cp:lastModifiedBy>이연수님</cp:lastModifiedBy>
  <cp:revision>8</cp:revision>
  <dcterms:created xsi:type="dcterms:W3CDTF">2017-07-07T13:32:40Z</dcterms:created>
  <dcterms:modified xsi:type="dcterms:W3CDTF">2017-09-24T07:35:36Z</dcterms:modified>
</cp:coreProperties>
</file>