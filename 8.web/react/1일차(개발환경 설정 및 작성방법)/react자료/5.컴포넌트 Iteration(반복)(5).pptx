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3" r:id="rId6"/>
    <p:sldId id="260" r:id="rId7"/>
    <p:sldId id="261" r:id="rId8"/>
    <p:sldId id="262" r:id="rId9"/>
    <p:sldId id="265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891CB-F767-40FD-BB02-891B3D737B4C}" type="datetimeFigureOut">
              <a:rPr lang="ko-KR" altLang="en-US" smtClean="0"/>
              <a:pPr/>
              <a:t>2017-08-26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AE962-EC9B-4A8D-B00A-B0049C8AB0A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smtClean="0"/>
              <a:t>컴포넌트 </a:t>
            </a:r>
            <a:r>
              <a:rPr lang="en-US" altLang="ko-KR" sz="3600" dirty="0" smtClean="0"/>
              <a:t>Iteration(</a:t>
            </a:r>
            <a:r>
              <a:rPr lang="ko-KR" altLang="en-US" sz="3600" dirty="0" smtClean="0"/>
              <a:t>반복</a:t>
            </a:r>
            <a:r>
              <a:rPr lang="en-US" altLang="ko-KR" sz="3600" dirty="0" smtClean="0"/>
              <a:t>)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dirty="0" smtClean="0"/>
              <a:t>1.(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데이터 배열을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mapping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하여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컴포넌트 배열로 변환하는 과정</a:t>
            </a:r>
            <a:r>
              <a:rPr lang="en-US" altLang="ko-KR" sz="2400" dirty="0" smtClean="0"/>
              <a:t>)</a:t>
            </a:r>
            <a:br>
              <a:rPr lang="en-US" altLang="ko-KR" sz="2400" dirty="0" smtClean="0"/>
            </a:br>
            <a:r>
              <a:rPr lang="en-US" altLang="ko-KR" sz="2400" dirty="0" smtClean="0"/>
              <a:t>App3.js </a:t>
            </a:r>
            <a:r>
              <a:rPr lang="ko-KR" altLang="en-US" sz="2400" dirty="0" smtClean="0"/>
              <a:t>파일 생성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556792"/>
            <a:ext cx="642937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</a:t>
            </a:r>
            <a:r>
              <a:rPr lang="ko-KR" altLang="en-US" sz="2400" b="1" dirty="0" smtClean="0"/>
              <a:t> 따로 독자적인 </a:t>
            </a:r>
            <a:r>
              <a:rPr lang="en-US" altLang="ko-KR" sz="2400" b="1" dirty="0" err="1" smtClean="0"/>
              <a:t>ContactInfo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컴포넌트 만들기</a:t>
            </a:r>
            <a:r>
              <a:rPr lang="en-US" altLang="ko-KR" sz="2400" b="1" dirty="0" smtClean="0"/>
              <a:t>(ContactInfo.js</a:t>
            </a:r>
            <a:r>
              <a:rPr lang="ko-KR" altLang="en-US" sz="2400" b="1" dirty="0" smtClean="0"/>
              <a:t>파일 작성</a:t>
            </a:r>
            <a:r>
              <a:rPr lang="en-US" altLang="ko-KR" sz="2400" b="1" dirty="0" smtClean="0"/>
              <a:t>)</a:t>
            </a:r>
            <a:endParaRPr lang="ko-KR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750" y="1647824"/>
            <a:ext cx="8081714" cy="3725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644008" y="1916832"/>
            <a:ext cx="4263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따로 파일로 작성하면 </a:t>
            </a:r>
            <a:r>
              <a:rPr lang="en-US" altLang="ko-KR" b="1" dirty="0" smtClean="0">
                <a:solidFill>
                  <a:srgbClr val="FF0000"/>
                </a:solidFill>
              </a:rPr>
              <a:t>import</a:t>
            </a:r>
            <a:r>
              <a:rPr lang="ko-KR" altLang="en-US" b="1" dirty="0" smtClean="0">
                <a:solidFill>
                  <a:srgbClr val="FF0000"/>
                </a:solidFill>
              </a:rPr>
              <a:t>구문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/>
              <a:t>3.index.js </a:t>
            </a:r>
            <a:r>
              <a:rPr lang="ko-KR" altLang="en-US" sz="2400" b="1" dirty="0" smtClean="0"/>
              <a:t>파일내부에 </a:t>
            </a:r>
            <a:r>
              <a:rPr lang="en-US" altLang="ko-KR" sz="2400" b="1" dirty="0" smtClean="0"/>
              <a:t>App3.js</a:t>
            </a:r>
            <a:r>
              <a:rPr lang="ko-KR" altLang="en-US" sz="2400" b="1" dirty="0" smtClean="0"/>
              <a:t>에 대한 </a:t>
            </a:r>
            <a:r>
              <a:rPr lang="en-US" altLang="ko-KR" sz="2400" b="1" dirty="0" smtClean="0"/>
              <a:t>import </a:t>
            </a:r>
            <a:r>
              <a:rPr lang="ko-KR" altLang="en-US" sz="2400" b="1" dirty="0" smtClean="0"/>
              <a:t>사용해 </a:t>
            </a:r>
            <a:r>
              <a:rPr lang="ko-KR" altLang="en-US" sz="2400" b="1" dirty="0" smtClean="0"/>
              <a:t>추가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44824"/>
            <a:ext cx="7820025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4.public/index.html</a:t>
            </a:r>
            <a:r>
              <a:rPr lang="ko-KR" altLang="en-US" sz="2400" dirty="0" smtClean="0"/>
              <a:t>에 </a:t>
            </a:r>
            <a:r>
              <a:rPr lang="en-US" altLang="ko-KR" sz="2400" dirty="0" smtClean="0"/>
              <a:t>&lt;div&gt;</a:t>
            </a:r>
            <a:r>
              <a:rPr lang="ko-KR" altLang="en-US" sz="2400" dirty="0" smtClean="0"/>
              <a:t>추가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772815"/>
            <a:ext cx="6192688" cy="4556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5.App3.js </a:t>
            </a:r>
            <a:r>
              <a:rPr lang="ko-KR" altLang="en-US" sz="2400" dirty="0" smtClean="0"/>
              <a:t>내부에 </a:t>
            </a:r>
            <a:r>
              <a:rPr lang="ko-KR" altLang="en-US" sz="2400" dirty="0" smtClean="0"/>
              <a:t>작성한 </a:t>
            </a:r>
            <a:r>
              <a:rPr lang="en-US" altLang="ko-KR" sz="2400" dirty="0" err="1" smtClean="0"/>
              <a:t>Contants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클래스 </a:t>
            </a:r>
            <a:r>
              <a:rPr lang="ko-KR" altLang="en-US" sz="2400" dirty="0" smtClean="0"/>
              <a:t>수정 부분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9"/>
            <a:ext cx="4952998" cy="2664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4221088"/>
            <a:ext cx="567045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 rot="19280749">
            <a:off x="5538306" y="3603217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 mapping(</a:t>
            </a:r>
            <a:r>
              <a:rPr lang="ko-KR" altLang="en-US" sz="2400" dirty="0" smtClean="0"/>
              <a:t>기본 </a:t>
            </a:r>
            <a:r>
              <a:rPr lang="en-US" altLang="ko-KR" sz="2400" dirty="0" smtClean="0"/>
              <a:t>state </a:t>
            </a:r>
            <a:r>
              <a:rPr lang="ko-KR" altLang="en-US" sz="2400" dirty="0" smtClean="0"/>
              <a:t>추가 </a:t>
            </a:r>
            <a:r>
              <a:rPr lang="en-US" altLang="ko-KR" sz="2400" dirty="0" smtClean="0"/>
              <a:t>(Contacts </a:t>
            </a:r>
            <a:r>
              <a:rPr lang="ko-KR" altLang="en-US" sz="2400" dirty="0" smtClean="0"/>
              <a:t>클래스 내부</a:t>
            </a:r>
            <a:r>
              <a:rPr lang="en-US" altLang="ko-KR" sz="2400" dirty="0" smtClean="0"/>
              <a:t>))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484784"/>
            <a:ext cx="757237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211960" y="2708920"/>
            <a:ext cx="439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유동적인 데이터를 다루는 </a:t>
            </a:r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속성이용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렌더링</a:t>
            </a:r>
            <a:r>
              <a:rPr lang="ko-KR" altLang="en-US" sz="2400" b="1" dirty="0" smtClean="0"/>
              <a:t> 부분 배열 </a:t>
            </a:r>
            <a:r>
              <a:rPr lang="en-US" altLang="ko-KR" sz="2400" b="1" dirty="0" smtClean="0"/>
              <a:t>mapping </a:t>
            </a:r>
            <a:r>
              <a:rPr lang="ko-KR" altLang="en-US" sz="2400" b="1" dirty="0" smtClean="0"/>
              <a:t>으로 교체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9"/>
            <a:ext cx="4608512" cy="21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717032"/>
            <a:ext cx="5560849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 rot="19055884">
            <a:off x="5148064" y="2996952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96136" y="3140968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map</a:t>
            </a:r>
            <a:r>
              <a:rPr lang="ko-KR" altLang="en-US" b="1" dirty="0" smtClean="0">
                <a:solidFill>
                  <a:srgbClr val="FF0000"/>
                </a:solidFill>
              </a:rPr>
              <a:t>함수를 이용해서 수정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6444208" y="5517232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436096" y="6093296"/>
            <a:ext cx="325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Key</a:t>
            </a:r>
            <a:r>
              <a:rPr lang="ko-KR" altLang="en-US" b="1" dirty="0" smtClean="0">
                <a:solidFill>
                  <a:srgbClr val="FF0000"/>
                </a:solidFill>
              </a:rPr>
              <a:t>속성을 이용해서 자식구분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최종 실행 결과</a:t>
            </a:r>
            <a:endParaRPr lang="ko-KR" alt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556792"/>
            <a:ext cx="7128792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91</Words>
  <Application>Microsoft Office PowerPoint</Application>
  <PresentationFormat>화면 슬라이드 쇼(4:3)</PresentationFormat>
  <Paragraphs>13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컴포넌트 Iteration(반복)</vt:lpstr>
      <vt:lpstr>1.(데이터 배열을 mapping 하여 컴포넌트 배열로 변환하는 과정) App3.js 파일 생성</vt:lpstr>
      <vt:lpstr>2. 따로 독자적인 ContactInfo 컴포넌트 만들기(ContactInfo.js파일 작성)</vt:lpstr>
      <vt:lpstr>3.index.js 파일내부에 App3.js에 대한 import 사용해 추가</vt:lpstr>
      <vt:lpstr>4.public/index.html에 &lt;div&gt;추가</vt:lpstr>
      <vt:lpstr>5.App3.js 내부에 작성한 Contants 클래스 수정 부분</vt:lpstr>
      <vt:lpstr>6. mapping(기본 state 추가 (Contacts 클래스 내부))</vt:lpstr>
      <vt:lpstr>7. 렌더링 부분 배열 mapping 으로 교체</vt:lpstr>
      <vt:lpstr>최종 실행 결과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컴포넌트 Iteration(반복)</dc:title>
  <dc:creator>이연수님</dc:creator>
  <cp:lastModifiedBy>이연수님</cp:lastModifiedBy>
  <cp:revision>34</cp:revision>
  <dcterms:created xsi:type="dcterms:W3CDTF">2017-07-08T15:13:29Z</dcterms:created>
  <dcterms:modified xsi:type="dcterms:W3CDTF">2017-08-26T13:23:38Z</dcterms:modified>
</cp:coreProperties>
</file>