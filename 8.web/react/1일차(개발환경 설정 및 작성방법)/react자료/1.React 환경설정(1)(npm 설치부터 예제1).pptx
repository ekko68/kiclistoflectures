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0" r:id="rId1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309A-09EA-4744-A0AA-C05523DC275D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4F42-D369-4F40-BC4B-94CB75CECA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309A-09EA-4744-A0AA-C05523DC275D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4F42-D369-4F40-BC4B-94CB75CECA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309A-09EA-4744-A0AA-C05523DC275D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4F42-D369-4F40-BC4B-94CB75CECA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309A-09EA-4744-A0AA-C05523DC275D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4F42-D369-4F40-BC4B-94CB75CECA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309A-09EA-4744-A0AA-C05523DC275D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4F42-D369-4F40-BC4B-94CB75CECA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309A-09EA-4744-A0AA-C05523DC275D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4F42-D369-4F40-BC4B-94CB75CECA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309A-09EA-4744-A0AA-C05523DC275D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4F42-D369-4F40-BC4B-94CB75CECA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309A-09EA-4744-A0AA-C05523DC275D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4F42-D369-4F40-BC4B-94CB75CECA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309A-09EA-4744-A0AA-C05523DC275D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4F42-D369-4F40-BC4B-94CB75CECA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309A-09EA-4744-A0AA-C05523DC275D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4F42-D369-4F40-BC4B-94CB75CECA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309A-09EA-4744-A0AA-C05523DC275D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4F42-D369-4F40-BC4B-94CB75CECA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F309A-09EA-4744-A0AA-C05523DC275D}" type="datetimeFigureOut">
              <a:rPr lang="ko-KR" altLang="en-US" smtClean="0"/>
              <a:pPr/>
              <a:t>2017-09-24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D4F42-D369-4F40-BC4B-94CB75CECA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3600" dirty="0" smtClean="0"/>
              <a:t>React</a:t>
            </a:r>
            <a:r>
              <a:rPr lang="ko-KR" altLang="en-US" sz="3600" dirty="0" smtClean="0"/>
              <a:t>의 </a:t>
            </a:r>
            <a:r>
              <a:rPr lang="ko-KR" altLang="en-US" sz="3600" dirty="0" smtClean="0"/>
              <a:t>소개 및 </a:t>
            </a:r>
            <a:r>
              <a:rPr lang="ko-KR" altLang="en-US" sz="3600" dirty="0" smtClean="0"/>
              <a:t>환경설정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3600" dirty="0" smtClean="0"/>
              <a:t>(https://velopert.com/814)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React </a:t>
            </a:r>
            <a:r>
              <a:rPr lang="ko-KR" altLang="en-US" sz="2400" dirty="0" smtClean="0"/>
              <a:t>소개 및 특징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 err="1" smtClean="0"/>
              <a:t>페이스북에서</a:t>
            </a:r>
            <a:r>
              <a:rPr lang="ko-KR" altLang="en-US" sz="2000" dirty="0" smtClean="0"/>
              <a:t> </a:t>
            </a:r>
            <a:r>
              <a:rPr lang="ko-KR" altLang="en-US" sz="2000" dirty="0" err="1" smtClean="0"/>
              <a:t>리엑트</a:t>
            </a:r>
            <a:r>
              <a:rPr lang="ko-KR" altLang="en-US" sz="2000" dirty="0" smtClean="0"/>
              <a:t> 라이브러리 발표</a:t>
            </a:r>
            <a:endParaRPr lang="en-US" altLang="ko-KR" sz="2000" dirty="0" smtClean="0"/>
          </a:p>
          <a:p>
            <a:endParaRPr lang="en-US" altLang="ko-KR" sz="2000" dirty="0" smtClean="0"/>
          </a:p>
          <a:p>
            <a:r>
              <a:rPr lang="en-US" altLang="ko-KR" sz="2000" b="1" dirty="0" smtClean="0">
                <a:solidFill>
                  <a:srgbClr val="FF0000"/>
                </a:solidFill>
              </a:rPr>
              <a:t>UI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상태 자동 관리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–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화면의 맨 마지막 상태만 관리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endParaRPr lang="en-US" altLang="ko-KR" sz="2000" dirty="0" smtClean="0"/>
          </a:p>
          <a:p>
            <a:r>
              <a:rPr lang="ko-KR" altLang="en-US" sz="2000" b="1" dirty="0" smtClean="0">
                <a:solidFill>
                  <a:srgbClr val="FF0000"/>
                </a:solidFill>
              </a:rPr>
              <a:t>속도 빠른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DOM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조작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가상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DOM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을 사용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)</a:t>
            </a:r>
          </a:p>
          <a:p>
            <a:endParaRPr lang="en-US" altLang="ko-KR" sz="2000" dirty="0" smtClean="0"/>
          </a:p>
          <a:p>
            <a:r>
              <a:rPr lang="ko-KR" altLang="en-US" sz="2000" b="1" dirty="0" smtClean="0">
                <a:solidFill>
                  <a:srgbClr val="FF0000"/>
                </a:solidFill>
              </a:rPr>
              <a:t>결합이 용이한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UI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를 지원하는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API</a:t>
            </a:r>
          </a:p>
          <a:p>
            <a:endParaRPr lang="en-US" altLang="ko-KR" sz="2000" dirty="0" smtClean="0"/>
          </a:p>
          <a:p>
            <a:r>
              <a:rPr lang="ko-KR" altLang="en-US" sz="2000" dirty="0" smtClean="0"/>
              <a:t>자바스크립트로 정의하는 </a:t>
            </a:r>
            <a:r>
              <a:rPr lang="ko-KR" altLang="en-US" sz="2000" dirty="0" err="1" smtClean="0"/>
              <a:t>비주얼</a:t>
            </a:r>
            <a:endParaRPr lang="en-US" altLang="ko-KR" sz="2000" dirty="0" smtClean="0"/>
          </a:p>
          <a:p>
            <a:endParaRPr lang="en-US" altLang="ko-KR" sz="2000" dirty="0" smtClean="0"/>
          </a:p>
          <a:p>
            <a:r>
              <a:rPr lang="en-US" altLang="ko-KR" sz="2000" b="1" dirty="0" smtClean="0">
                <a:solidFill>
                  <a:srgbClr val="FF0000"/>
                </a:solidFill>
              </a:rPr>
              <a:t>MVC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구조에서의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‘V’-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비주얼한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요소와 그 상태를 최신으로 유지하는데 중점을 둔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뷰레이어에서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작동한다</a:t>
            </a:r>
            <a:r>
              <a:rPr lang="en-US" altLang="ko-KR" sz="2000" dirty="0" smtClean="0"/>
              <a:t>.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1.Global Package </a:t>
            </a:r>
            <a:r>
              <a:rPr lang="ko-KR" altLang="en-US" sz="2400" dirty="0" smtClean="0"/>
              <a:t>설치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1.babel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b="1" dirty="0" smtClean="0">
                <a:solidFill>
                  <a:srgbClr val="002060"/>
                </a:solidFill>
              </a:rPr>
              <a:t>            ECMAScript6</a:t>
            </a:r>
            <a:r>
              <a:rPr lang="ko-KR" altLang="en-US" b="1" dirty="0" smtClean="0">
                <a:solidFill>
                  <a:srgbClr val="002060"/>
                </a:solidFill>
              </a:rPr>
              <a:t>를 지원하지 않은</a:t>
            </a:r>
            <a:r>
              <a:rPr lang="en-US" altLang="ko-KR" b="1" dirty="0">
                <a:solidFill>
                  <a:srgbClr val="002060"/>
                </a:solidFill>
              </a:rPr>
              <a:t/>
            </a:r>
            <a:br>
              <a:rPr lang="en-US" altLang="ko-KR" b="1" dirty="0">
                <a:solidFill>
                  <a:srgbClr val="002060"/>
                </a:solidFill>
              </a:rPr>
            </a:br>
            <a:r>
              <a:rPr lang="en-US" altLang="ko-KR" b="1" dirty="0" smtClean="0">
                <a:solidFill>
                  <a:srgbClr val="002060"/>
                </a:solidFill>
              </a:rPr>
              <a:t>            </a:t>
            </a:r>
            <a:r>
              <a:rPr lang="ko-KR" altLang="en-US" b="1" dirty="0" smtClean="0">
                <a:solidFill>
                  <a:srgbClr val="002060"/>
                </a:solidFill>
              </a:rPr>
              <a:t>환경에서 </a:t>
            </a:r>
            <a:r>
              <a:rPr lang="en-US" altLang="ko-KR" b="1" dirty="0" err="1" smtClean="0">
                <a:solidFill>
                  <a:srgbClr val="002060"/>
                </a:solidFill>
              </a:rPr>
              <a:t>ECMAScript</a:t>
            </a:r>
            <a:r>
              <a:rPr lang="en-US" altLang="ko-KR" b="1" dirty="0" smtClean="0">
                <a:solidFill>
                  <a:srgbClr val="002060"/>
                </a:solidFill>
              </a:rPr>
              <a:t> syntax</a:t>
            </a:r>
            <a:r>
              <a:rPr lang="ko-KR" altLang="en-US" b="1" dirty="0" smtClean="0">
                <a:solidFill>
                  <a:srgbClr val="002060"/>
                </a:solidFill>
              </a:rPr>
              <a:t>를</a:t>
            </a:r>
            <a:endParaRPr lang="en-US" altLang="ko-KR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en-US" altLang="ko-KR" b="1" dirty="0" smtClean="0">
                <a:solidFill>
                  <a:srgbClr val="002060"/>
                </a:solidFill>
              </a:rPr>
              <a:t>             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사용가능하게</a:t>
            </a:r>
            <a:r>
              <a:rPr lang="ko-KR" altLang="en-US" b="1" dirty="0" smtClean="0">
                <a:solidFill>
                  <a:srgbClr val="002060"/>
                </a:solidFill>
              </a:rPr>
              <a:t> 설정</a:t>
            </a:r>
            <a:endParaRPr lang="en-US" altLang="ko-KR" b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en-US" altLang="ko-KR" dirty="0" smtClean="0"/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2.webpack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         </a:t>
            </a:r>
            <a:r>
              <a:rPr lang="ko-KR" altLang="en-US" b="1" dirty="0" smtClean="0">
                <a:solidFill>
                  <a:srgbClr val="002060"/>
                </a:solidFill>
              </a:rPr>
              <a:t>모듈 번들러</a:t>
            </a:r>
            <a:r>
              <a:rPr lang="en-US" altLang="ko-KR" b="1" dirty="0" smtClean="0">
                <a:solidFill>
                  <a:srgbClr val="002060"/>
                </a:solidFill>
              </a:rPr>
              <a:t>(import  </a:t>
            </a:r>
            <a:r>
              <a:rPr lang="ko-KR" altLang="en-US" b="1" dirty="0" smtClean="0">
                <a:solidFill>
                  <a:srgbClr val="002060"/>
                </a:solidFill>
              </a:rPr>
              <a:t>가능하게</a:t>
            </a:r>
            <a:r>
              <a:rPr lang="en-US" altLang="ko-KR" b="1" dirty="0" smtClean="0">
                <a:solidFill>
                  <a:srgbClr val="002060"/>
                </a:solidFill>
              </a:rPr>
              <a:t>,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자바스크</a:t>
            </a:r>
            <a:r>
              <a:rPr lang="en-US" altLang="ko-KR" b="1" dirty="0" smtClean="0">
                <a:solidFill>
                  <a:srgbClr val="002060"/>
                </a:solidFill>
              </a:rPr>
              <a:t/>
            </a:r>
            <a:br>
              <a:rPr lang="en-US" altLang="ko-KR" b="1" dirty="0" smtClean="0">
                <a:solidFill>
                  <a:srgbClr val="002060"/>
                </a:solidFill>
              </a:rPr>
            </a:br>
            <a:r>
              <a:rPr lang="en-US" altLang="ko-KR" b="1" dirty="0" smtClean="0">
                <a:solidFill>
                  <a:srgbClr val="002060"/>
                </a:solidFill>
              </a:rPr>
              <a:t>          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립트파일들을</a:t>
            </a:r>
            <a:r>
              <a:rPr lang="ko-KR" altLang="en-US" b="1" dirty="0" smtClean="0">
                <a:solidFill>
                  <a:srgbClr val="002060"/>
                </a:solidFill>
              </a:rPr>
              <a:t> 하나로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합치게한다</a:t>
            </a:r>
            <a:r>
              <a:rPr lang="en-US" altLang="ko-KR" b="1" dirty="0" smtClean="0">
                <a:solidFill>
                  <a:srgbClr val="002060"/>
                </a:solidFill>
              </a:rPr>
              <a:t>.)</a:t>
            </a:r>
          </a:p>
          <a:p>
            <a:endParaRPr lang="en-US" altLang="ko-KR" dirty="0" smtClean="0"/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3.webpack-dev-server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b="1" dirty="0" smtClean="0">
                <a:solidFill>
                  <a:srgbClr val="002060"/>
                </a:solidFill>
              </a:rPr>
              <a:t>           </a:t>
            </a:r>
            <a:r>
              <a:rPr lang="en-US" altLang="ko-KR" b="1" dirty="0" err="1" smtClean="0">
                <a:solidFill>
                  <a:srgbClr val="002060"/>
                </a:solidFill>
              </a:rPr>
              <a:t>webpack</a:t>
            </a:r>
            <a:r>
              <a:rPr lang="ko-KR" altLang="en-US" b="1" dirty="0" smtClean="0">
                <a:solidFill>
                  <a:srgbClr val="002060"/>
                </a:solidFill>
              </a:rPr>
              <a:t>에서 지원하는 간단한 개발서버</a:t>
            </a:r>
            <a:r>
              <a:rPr lang="en-US" altLang="ko-KR" b="1" dirty="0" smtClean="0">
                <a:solidFill>
                  <a:srgbClr val="002060"/>
                </a:solidFill>
              </a:rPr>
              <a:t/>
            </a:r>
            <a:br>
              <a:rPr lang="en-US" altLang="ko-KR" b="1" dirty="0" smtClean="0">
                <a:solidFill>
                  <a:srgbClr val="002060"/>
                </a:solidFill>
              </a:rPr>
            </a:br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en-US" altLang="ko-KR" b="1" dirty="0" smtClean="0">
                <a:solidFill>
                  <a:srgbClr val="002060"/>
                </a:solidFill>
              </a:rPr>
              <a:t>          Hot-loader</a:t>
            </a:r>
            <a:r>
              <a:rPr lang="ko-KR" altLang="en-US" b="1" dirty="0" smtClean="0">
                <a:solidFill>
                  <a:srgbClr val="002060"/>
                </a:solidFill>
              </a:rPr>
              <a:t>를 통해서 코드가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수정될때마다</a:t>
            </a:r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en-US" altLang="ko-KR" b="1" dirty="0" smtClean="0">
                <a:solidFill>
                  <a:srgbClr val="002060"/>
                </a:solidFill>
              </a:rPr>
              <a:t/>
            </a:r>
            <a:br>
              <a:rPr lang="en-US" altLang="ko-KR" b="1" dirty="0" smtClean="0">
                <a:solidFill>
                  <a:srgbClr val="002060"/>
                </a:solidFill>
              </a:rPr>
            </a:br>
            <a:r>
              <a:rPr lang="en-US" altLang="ko-KR" b="1" dirty="0" smtClean="0">
                <a:solidFill>
                  <a:srgbClr val="002060"/>
                </a:solidFill>
              </a:rPr>
              <a:t> </a:t>
            </a:r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en-US" altLang="ko-KR" b="1" dirty="0" smtClean="0">
                <a:solidFill>
                  <a:srgbClr val="002060"/>
                </a:solidFill>
              </a:rPr>
              <a:t>         </a:t>
            </a:r>
            <a:r>
              <a:rPr lang="ko-KR" altLang="en-US" b="1" dirty="0" smtClean="0">
                <a:solidFill>
                  <a:srgbClr val="002060"/>
                </a:solidFill>
              </a:rPr>
              <a:t>자동으로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리로드</a:t>
            </a:r>
            <a:r>
              <a:rPr lang="ko-KR" altLang="en-US" b="1" dirty="0" smtClean="0">
                <a:solidFill>
                  <a:srgbClr val="002060"/>
                </a:solidFill>
              </a:rPr>
              <a:t> 되게 할 수 있다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1.Global Package </a:t>
            </a:r>
            <a:r>
              <a:rPr lang="ko-KR" altLang="en-US" sz="2400" dirty="0" smtClean="0"/>
              <a:t>설치 실습</a:t>
            </a:r>
            <a:endParaRPr lang="ko-KR" alt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84785"/>
            <a:ext cx="8388424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149080"/>
            <a:ext cx="8424936" cy="2230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오른쪽 화살표 4"/>
          <p:cNvSpPr/>
          <p:nvPr/>
        </p:nvSpPr>
        <p:spPr>
          <a:xfrm>
            <a:off x="5940152" y="1772816"/>
            <a:ext cx="43204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516216" y="1628800"/>
            <a:ext cx="23439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로컬에서도 설치해야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2.</a:t>
            </a:r>
            <a:r>
              <a:rPr lang="ko-KR" altLang="en-US" sz="2400" dirty="0" smtClean="0"/>
              <a:t>프로젝트 생성 실습</a:t>
            </a:r>
            <a:r>
              <a:rPr lang="en-US" altLang="ko-KR" sz="2400" dirty="0" smtClean="0"/>
              <a:t>(1</a:t>
            </a:r>
            <a:r>
              <a:rPr lang="en-US" altLang="ko-KR" sz="2400" dirty="0" smtClean="0"/>
              <a:t>)-</a:t>
            </a:r>
            <a:r>
              <a:rPr lang="en-US" altLang="ko-KR" sz="2400" dirty="0" err="1" smtClean="0"/>
              <a:t>npm</a:t>
            </a:r>
            <a:r>
              <a:rPr lang="en-US" altLang="ko-KR" sz="2400" dirty="0" smtClean="0"/>
              <a:t> init (</a:t>
            </a:r>
            <a:r>
              <a:rPr lang="ko-KR" altLang="en-US" sz="2400" dirty="0" smtClean="0"/>
              <a:t>환경설정 파일 생성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72816"/>
            <a:ext cx="73533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2996952"/>
            <a:ext cx="8114481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076056" y="2276872"/>
            <a:ext cx="34496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React-tutorial</a:t>
            </a:r>
            <a:r>
              <a:rPr lang="ko-KR" altLang="en-US" b="1" dirty="0" smtClean="0">
                <a:solidFill>
                  <a:srgbClr val="FF0000"/>
                </a:solidFill>
              </a:rPr>
              <a:t>폴더생성 및 이동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프로젝트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생성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2.</a:t>
            </a:r>
            <a:r>
              <a:rPr lang="ko-KR" altLang="en-US" sz="2400" dirty="0" smtClean="0"/>
              <a:t>프로젝트 생성 실습</a:t>
            </a:r>
            <a:r>
              <a:rPr lang="en-US" altLang="ko-KR" sz="2400" dirty="0" smtClean="0"/>
              <a:t>(2)(</a:t>
            </a:r>
            <a:r>
              <a:rPr lang="en-US" altLang="ko-KR" sz="2400" dirty="0" err="1" smtClean="0"/>
              <a:t>npm</a:t>
            </a:r>
            <a:r>
              <a:rPr lang="en-US" altLang="ko-KR" sz="2400" dirty="0" smtClean="0"/>
              <a:t> init)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412776"/>
            <a:ext cx="7972425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4293096"/>
            <a:ext cx="7920880" cy="2325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3.Dependency </a:t>
            </a:r>
            <a:r>
              <a:rPr lang="ko-KR" altLang="en-US" sz="2400" dirty="0" smtClean="0"/>
              <a:t>및 </a:t>
            </a:r>
            <a:r>
              <a:rPr lang="en-US" altLang="ko-KR" sz="2400" dirty="0" err="1" smtClean="0"/>
              <a:t>Plugin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설치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b="1" dirty="0" err="1" smtClean="0">
                <a:solidFill>
                  <a:srgbClr val="FF0000"/>
                </a:solidFill>
              </a:rPr>
              <a:t>npm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 install –-save react 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react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-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dom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628800"/>
            <a:ext cx="8543925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5517232"/>
            <a:ext cx="589597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>
            <a:off x="6012160" y="2132856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788024" y="2852936"/>
            <a:ext cx="3810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리액트를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사용하기위해서는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리액트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err="1" smtClean="0">
                <a:solidFill>
                  <a:srgbClr val="FF0000"/>
                </a:solidFill>
              </a:rPr>
              <a:t>리엑트돔</a:t>
            </a:r>
            <a:r>
              <a:rPr lang="ko-KR" altLang="en-US" b="1" dirty="0" smtClean="0">
                <a:solidFill>
                  <a:srgbClr val="FF0000"/>
                </a:solidFill>
              </a:rPr>
              <a:t> 라이브러리가 필요하다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1143000"/>
          </a:xfrm>
        </p:spPr>
        <p:txBody>
          <a:bodyPr>
            <a:noAutofit/>
          </a:bodyPr>
          <a:lstStyle/>
          <a:p>
            <a:r>
              <a:rPr lang="en-US" altLang="ko-KR" sz="2400" dirty="0" err="1" smtClean="0"/>
              <a:t>npm</a:t>
            </a:r>
            <a:r>
              <a:rPr lang="en-US" altLang="ko-KR" sz="2400" dirty="0" smtClean="0"/>
              <a:t> install --save-dev </a:t>
            </a:r>
            <a:r>
              <a:rPr lang="en-US" altLang="ko-KR" sz="2400" dirty="0" err="1" smtClean="0"/>
              <a:t>babel</a:t>
            </a:r>
            <a:r>
              <a:rPr lang="en-US" altLang="ko-KR" sz="2400" dirty="0" smtClean="0"/>
              <a:t>-core </a:t>
            </a:r>
            <a:r>
              <a:rPr lang="en-US" altLang="ko-KR" sz="2400" dirty="0" err="1" smtClean="0"/>
              <a:t>babel</a:t>
            </a:r>
            <a:r>
              <a:rPr lang="en-US" altLang="ko-KR" sz="2400" dirty="0" smtClean="0"/>
              <a:t>-loader </a:t>
            </a:r>
            <a:r>
              <a:rPr lang="en-US" altLang="ko-KR" sz="2400" dirty="0" err="1" smtClean="0"/>
              <a:t>babel</a:t>
            </a:r>
            <a:r>
              <a:rPr lang="en-US" altLang="ko-KR" sz="2400" dirty="0" smtClean="0"/>
              <a:t>-preset-react babel-preset-es2015 </a:t>
            </a:r>
            <a:r>
              <a:rPr lang="en-US" altLang="ko-KR" sz="2400" dirty="0" err="1" smtClean="0"/>
              <a:t>webpack</a:t>
            </a:r>
            <a:r>
              <a:rPr lang="en-US" altLang="ko-KR" sz="2400" dirty="0" smtClean="0"/>
              <a:t> </a:t>
            </a:r>
            <a:r>
              <a:rPr lang="en-US" altLang="ko-KR" sz="2400" dirty="0" err="1" smtClean="0"/>
              <a:t>webpack</a:t>
            </a:r>
            <a:r>
              <a:rPr lang="en-US" altLang="ko-KR" sz="2400" dirty="0" smtClean="0"/>
              <a:t>-dev-server</a:t>
            </a:r>
            <a:endParaRPr lang="ko-KR" altLang="en-US" sz="2400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844824"/>
            <a:ext cx="8239224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4653136"/>
            <a:ext cx="8496944" cy="1825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>
            <a:off x="6660232" y="2708920"/>
            <a:ext cx="360040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788024" y="3356992"/>
            <a:ext cx="4118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Babel</a:t>
            </a:r>
            <a:r>
              <a:rPr lang="ko-KR" altLang="en-US" b="1" dirty="0" smtClean="0">
                <a:solidFill>
                  <a:srgbClr val="FF0000"/>
                </a:solidFill>
              </a:rPr>
              <a:t>과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Webpack</a:t>
            </a:r>
            <a:r>
              <a:rPr lang="ko-KR" altLang="en-US" b="1" dirty="0" smtClean="0">
                <a:solidFill>
                  <a:srgbClr val="FF0000"/>
                </a:solidFill>
              </a:rPr>
              <a:t>을 현 프로젝트내에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다시 설치한다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type </a:t>
            </a:r>
            <a:r>
              <a:rPr lang="en-US" altLang="ko-KR" sz="2400" dirty="0" err="1" smtClean="0"/>
              <a:t>package.json</a:t>
            </a:r>
            <a:r>
              <a:rPr lang="en-US" altLang="ko-KR" sz="2400" dirty="0" smtClean="0"/>
              <a:t> (</a:t>
            </a:r>
            <a:r>
              <a:rPr lang="en-US" altLang="ko-KR" sz="2400" dirty="0" err="1" smtClean="0"/>
              <a:t>babel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버전체크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556792"/>
            <a:ext cx="6048672" cy="1924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3573016"/>
            <a:ext cx="642937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1600" y="4149080"/>
            <a:ext cx="4392488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4</a:t>
            </a:r>
            <a:r>
              <a:rPr lang="en-US" altLang="ko-KR" sz="2400" dirty="0" smtClean="0"/>
              <a:t>. </a:t>
            </a:r>
            <a:r>
              <a:rPr lang="ko-KR" altLang="en-US" sz="2400" dirty="0" err="1" smtClean="0"/>
              <a:t>리엑트</a:t>
            </a:r>
            <a:r>
              <a:rPr lang="ko-KR" altLang="en-US" sz="2400" dirty="0" smtClean="0"/>
              <a:t> 기본 </a:t>
            </a:r>
            <a:r>
              <a:rPr lang="ko-KR" altLang="en-US" sz="2400" dirty="0" err="1" smtClean="0"/>
              <a:t>디렉토리</a:t>
            </a:r>
            <a:r>
              <a:rPr lang="ko-KR" altLang="en-US" sz="2400" dirty="0" smtClean="0"/>
              <a:t> </a:t>
            </a:r>
            <a:r>
              <a:rPr lang="ko-KR" altLang="en-US" sz="2400" dirty="0" smtClean="0"/>
              <a:t>구조 이해 및 파일 생성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340769"/>
            <a:ext cx="6264696" cy="260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4168" y="3789040"/>
            <a:ext cx="2736304" cy="2773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5.</a:t>
            </a:r>
            <a:r>
              <a:rPr lang="ko-KR" altLang="en-US" sz="2400" dirty="0" smtClean="0"/>
              <a:t>컴파일러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서버 및 </a:t>
            </a:r>
            <a:r>
              <a:rPr lang="ko-KR" altLang="en-US" sz="2400" dirty="0" err="1" smtClean="0"/>
              <a:t>로더</a:t>
            </a:r>
            <a:r>
              <a:rPr lang="ko-KR" altLang="en-US" sz="2400" dirty="0" smtClean="0"/>
              <a:t> 설정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1) 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webpack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설정하기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[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webpack.config.js</a:t>
            </a:r>
            <a:r>
              <a:rPr lang="en-US" altLang="ko-KR" sz="2400" dirty="0" smtClean="0"/>
              <a:t>]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268760"/>
            <a:ext cx="5472608" cy="5353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796136" y="1628800"/>
            <a:ext cx="34576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ECMAScript6</a:t>
            </a:r>
            <a:r>
              <a:rPr lang="ko-KR" altLang="en-US" b="1" dirty="0" smtClean="0">
                <a:solidFill>
                  <a:srgbClr val="FF0000"/>
                </a:solidFill>
              </a:rPr>
              <a:t>를 컴파일 해주고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개발서버를 열어주는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webpack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의 설정파일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webpack.config.js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을 다음과 같이 수정을 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08104" y="3429000"/>
            <a:ext cx="37257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Webpack</a:t>
            </a:r>
            <a:r>
              <a:rPr lang="ko-KR" altLang="en-US" b="1" dirty="0" smtClean="0">
                <a:solidFill>
                  <a:srgbClr val="FF0000"/>
                </a:solidFill>
              </a:rPr>
              <a:t>의 역할은 </a:t>
            </a:r>
            <a:r>
              <a:rPr lang="en-US" altLang="ko-KR" b="1" dirty="0" smtClean="0">
                <a:solidFill>
                  <a:srgbClr val="FF0000"/>
                </a:solidFill>
              </a:rPr>
              <a:t>entry</a:t>
            </a:r>
            <a:r>
              <a:rPr lang="ko-KR" altLang="en-US" b="1" dirty="0" smtClean="0">
                <a:solidFill>
                  <a:srgbClr val="FF0000"/>
                </a:solidFill>
              </a:rPr>
              <a:t>로부터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시작하여 필요한 모듈을 다 불러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온 후 한파일로 합쳐 </a:t>
            </a:r>
            <a:r>
              <a:rPr lang="en-US" altLang="ko-KR" b="1" dirty="0" smtClean="0">
                <a:solidFill>
                  <a:srgbClr val="FF0000"/>
                </a:solidFill>
              </a:rPr>
              <a:t>bundle.js</a:t>
            </a:r>
            <a:r>
              <a:rPr lang="ko-KR" altLang="en-US" b="1" dirty="0" smtClean="0">
                <a:solidFill>
                  <a:srgbClr val="FF0000"/>
                </a:solidFill>
              </a:rPr>
              <a:t>에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저장한다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7" name="아래쪽 화살표 6"/>
          <p:cNvSpPr/>
          <p:nvPr/>
        </p:nvSpPr>
        <p:spPr>
          <a:xfrm rot="5055605">
            <a:off x="1413186" y="2823165"/>
            <a:ext cx="410267" cy="67975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0" y="3429000"/>
            <a:ext cx="188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개발서버의 포트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는 </a:t>
            </a:r>
            <a:r>
              <a:rPr lang="en-US" altLang="ko-KR" b="1" dirty="0" smtClean="0">
                <a:solidFill>
                  <a:srgbClr val="FF0000"/>
                </a:solidFill>
              </a:rPr>
              <a:t>7777</a:t>
            </a:r>
            <a:r>
              <a:rPr lang="ko-KR" altLang="en-US" b="1" dirty="0" smtClean="0">
                <a:solidFill>
                  <a:srgbClr val="FF0000"/>
                </a:solidFill>
              </a:rPr>
              <a:t>로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설정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5.</a:t>
            </a:r>
            <a:r>
              <a:rPr lang="ko-KR" altLang="en-US" sz="2400" dirty="0" smtClean="0"/>
              <a:t>컴파일러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서버 및 </a:t>
            </a:r>
            <a:r>
              <a:rPr lang="ko-KR" altLang="en-US" sz="2400" dirty="0" err="1" smtClean="0"/>
              <a:t>로더</a:t>
            </a:r>
            <a:r>
              <a:rPr lang="ko-KR" altLang="en-US" sz="2400" dirty="0" smtClean="0"/>
              <a:t> 설정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2) 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package.json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파일 수정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628800"/>
            <a:ext cx="73533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860032" y="1916832"/>
            <a:ext cx="39411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npm</a:t>
            </a:r>
            <a:r>
              <a:rPr lang="en-US" altLang="ko-KR" b="1" dirty="0" smtClean="0">
                <a:solidFill>
                  <a:srgbClr val="FF0000"/>
                </a:solidFill>
              </a:rPr>
              <a:t> start </a:t>
            </a:r>
            <a:r>
              <a:rPr lang="ko-KR" altLang="en-US" b="1" dirty="0" smtClean="0">
                <a:solidFill>
                  <a:srgbClr val="FF0000"/>
                </a:solidFill>
              </a:rPr>
              <a:t>명령어를 콘솔에서 입력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err="1" smtClean="0">
                <a:solidFill>
                  <a:srgbClr val="FF0000"/>
                </a:solidFill>
              </a:rPr>
              <a:t>했을때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webpack</a:t>
            </a:r>
            <a:r>
              <a:rPr lang="en-US" altLang="ko-KR" b="1" dirty="0" smtClean="0">
                <a:solidFill>
                  <a:srgbClr val="FF0000"/>
                </a:solidFill>
              </a:rPr>
              <a:t>-dev-server</a:t>
            </a:r>
            <a:r>
              <a:rPr lang="ko-KR" altLang="en-US" b="1" dirty="0" smtClean="0">
                <a:solidFill>
                  <a:srgbClr val="FF0000"/>
                </a:solidFill>
              </a:rPr>
              <a:t>가 실행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될 수 있게 수정한 경우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6. </a:t>
            </a:r>
            <a:r>
              <a:rPr lang="en-US" altLang="ko-KR" sz="2400" dirty="0" smtClean="0"/>
              <a:t>public/</a:t>
            </a:r>
            <a:r>
              <a:rPr lang="en-US" altLang="ko-KR" sz="2400" dirty="0" smtClean="0"/>
              <a:t>HTML </a:t>
            </a:r>
            <a:r>
              <a:rPr lang="ko-KR" altLang="en-US" sz="2400" dirty="0" err="1" smtClean="0"/>
              <a:t>파일및</a:t>
            </a:r>
            <a:r>
              <a:rPr lang="ko-KR" altLang="en-US" sz="2400" dirty="0" smtClean="0"/>
              <a:t> </a:t>
            </a:r>
            <a:r>
              <a:rPr lang="en-US" altLang="ko-KR" sz="2400" dirty="0" err="1" smtClean="0"/>
              <a:t>js</a:t>
            </a:r>
            <a:r>
              <a:rPr lang="ko-KR" altLang="en-US" sz="2400" dirty="0" smtClean="0"/>
              <a:t>파일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수정</a:t>
            </a:r>
            <a:endParaRPr lang="ko-KR" altLang="en-US" sz="24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988840"/>
            <a:ext cx="6254999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2051720" y="1556792"/>
            <a:ext cx="2446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Index.html </a:t>
            </a:r>
            <a:r>
              <a:rPr lang="ko-KR" altLang="en-US" b="1" dirty="0" smtClean="0">
                <a:solidFill>
                  <a:srgbClr val="FF0000"/>
                </a:solidFill>
              </a:rPr>
              <a:t>파일 작성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" name="아래쪽 화살표 4"/>
          <p:cNvSpPr/>
          <p:nvPr/>
        </p:nvSpPr>
        <p:spPr>
          <a:xfrm>
            <a:off x="5148064" y="5229200"/>
            <a:ext cx="288032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99792" y="5949280"/>
            <a:ext cx="5732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여러 개의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js</a:t>
            </a:r>
            <a:r>
              <a:rPr lang="ko-KR" altLang="en-US" b="1" dirty="0" smtClean="0">
                <a:solidFill>
                  <a:srgbClr val="FF0000"/>
                </a:solidFill>
              </a:rPr>
              <a:t>파일들이 최종적으로 </a:t>
            </a:r>
            <a:r>
              <a:rPr lang="en-US" altLang="ko-KR" b="1" dirty="0" smtClean="0">
                <a:solidFill>
                  <a:srgbClr val="FF0000"/>
                </a:solidFill>
              </a:rPr>
              <a:t>bundle</a:t>
            </a:r>
            <a:r>
              <a:rPr lang="ko-KR" altLang="en-US" b="1" dirty="0" smtClean="0">
                <a:solidFill>
                  <a:srgbClr val="FF0000"/>
                </a:solidFill>
              </a:rPr>
              <a:t>로 묶여진다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7.src/components/App.js </a:t>
            </a:r>
            <a:r>
              <a:rPr lang="ko-KR" altLang="en-US" sz="2400" dirty="0" smtClean="0"/>
              <a:t>작성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844824"/>
            <a:ext cx="6643458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오른쪽 화살표 3"/>
          <p:cNvSpPr/>
          <p:nvPr/>
        </p:nvSpPr>
        <p:spPr>
          <a:xfrm>
            <a:off x="4716016" y="5445224"/>
            <a:ext cx="43204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364088" y="5229200"/>
            <a:ext cx="27382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export default class</a:t>
            </a:r>
            <a:r>
              <a:rPr lang="ko-KR" altLang="en-US" b="1" dirty="0" smtClean="0">
                <a:solidFill>
                  <a:srgbClr val="FF0000"/>
                </a:solidFill>
              </a:rPr>
              <a:t>로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시작하면 아래 이 구문은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err="1" smtClean="0">
                <a:solidFill>
                  <a:srgbClr val="FF0000"/>
                </a:solidFill>
              </a:rPr>
              <a:t>필요없다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700" dirty="0" smtClean="0"/>
              <a:t>8.src/index.js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(</a:t>
            </a:r>
            <a:r>
              <a:rPr lang="ko-KR" altLang="en-US" sz="2400" dirty="0" smtClean="0"/>
              <a:t>앞에서 작성한 </a:t>
            </a:r>
            <a:r>
              <a:rPr lang="en-US" altLang="ko-KR" sz="2400" dirty="0" smtClean="0"/>
              <a:t>App</a:t>
            </a:r>
            <a:r>
              <a:rPr lang="ko-KR" altLang="en-US" sz="2400" dirty="0" smtClean="0"/>
              <a:t>컴포넌트와 </a:t>
            </a:r>
            <a:r>
              <a:rPr lang="en-US" altLang="ko-KR" sz="2400" dirty="0" smtClean="0"/>
              <a:t>root</a:t>
            </a:r>
            <a:r>
              <a:rPr lang="ko-KR" altLang="en-US" sz="2400" dirty="0" err="1" smtClean="0"/>
              <a:t>엘리먼트</a:t>
            </a:r>
            <a:r>
              <a:rPr lang="ko-KR" altLang="en-US" sz="2400" dirty="0" smtClean="0"/>
              <a:t> 결합해서 </a:t>
            </a:r>
            <a:r>
              <a:rPr lang="ko-KR" altLang="en-US" sz="2400" dirty="0" err="1" smtClean="0"/>
              <a:t>랜더링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772816"/>
            <a:ext cx="7724775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아래쪽 화살표 3"/>
          <p:cNvSpPr/>
          <p:nvPr/>
        </p:nvSpPr>
        <p:spPr>
          <a:xfrm>
            <a:off x="4139952" y="4653136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979712" y="5229200"/>
            <a:ext cx="6532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React(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</a:t>
            </a:r>
            <a:r>
              <a:rPr lang="en-US" altLang="ko-KR" b="1" dirty="0" smtClean="0">
                <a:solidFill>
                  <a:srgbClr val="FF0000"/>
                </a:solidFill>
              </a:rPr>
              <a:t>) ,</a:t>
            </a:r>
            <a:r>
              <a:rPr lang="en-US" altLang="ko-KR" b="1" dirty="0" err="1" smtClean="0">
                <a:solidFill>
                  <a:srgbClr val="FF0000"/>
                </a:solidFill>
              </a:rPr>
              <a:t>ReactDOM</a:t>
            </a:r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랜더링</a:t>
            </a:r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화면 출력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때문에 필요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9.webpack-dev-server </a:t>
            </a:r>
            <a:r>
              <a:rPr lang="ko-KR" altLang="en-US" sz="2400" dirty="0" smtClean="0"/>
              <a:t>구동하기</a:t>
            </a:r>
            <a:r>
              <a:rPr lang="en-US" altLang="ko-KR" sz="2400" dirty="0" smtClean="0"/>
              <a:t>(1)</a:t>
            </a:r>
            <a:endParaRPr lang="ko-KR" alt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556792"/>
            <a:ext cx="8208912" cy="395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10.webpack-dev-server </a:t>
            </a:r>
            <a:r>
              <a:rPr lang="ko-KR" altLang="en-US" sz="2400" dirty="0" smtClean="0"/>
              <a:t>구동하기</a:t>
            </a:r>
            <a:r>
              <a:rPr lang="en-US" altLang="ko-KR" sz="2400" dirty="0" smtClean="0"/>
              <a:t>(2)</a:t>
            </a:r>
            <a:br>
              <a:rPr lang="en-US" altLang="ko-KR" sz="2400" dirty="0" smtClean="0"/>
            </a:br>
            <a:r>
              <a:rPr lang="en-US" altLang="ko-KR" sz="2400" b="1" dirty="0" smtClean="0">
                <a:solidFill>
                  <a:srgbClr val="002060"/>
                </a:solidFill>
              </a:rPr>
              <a:t>localhost:7777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로 접속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(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크롬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)</a:t>
            </a:r>
            <a:endParaRPr lang="ko-KR" altLang="en-US" sz="2400" b="1" dirty="0">
              <a:solidFill>
                <a:srgbClr val="00206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72816"/>
            <a:ext cx="8352928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277</Words>
  <Application>Microsoft Office PowerPoint</Application>
  <PresentationFormat>화면 슬라이드 쇼(4:3)</PresentationFormat>
  <Paragraphs>61</Paragraphs>
  <Slides>17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Office 테마</vt:lpstr>
      <vt:lpstr>React의 소개 및 환경설정 (https://velopert.com/814)</vt:lpstr>
      <vt:lpstr>React 소개 및 특징</vt:lpstr>
      <vt:lpstr>1.Global Package 설치</vt:lpstr>
      <vt:lpstr>1.Global Package 설치 실습</vt:lpstr>
      <vt:lpstr>2.프로젝트 생성 실습(1)-npm init (환경설정 파일 생성)</vt:lpstr>
      <vt:lpstr>2.프로젝트 생성 실습(2)(npm init)</vt:lpstr>
      <vt:lpstr>3.Dependency 및 Plugin 설치 npm install –-save react react-dom</vt:lpstr>
      <vt:lpstr>npm install --save-dev babel-core babel-loader babel-preset-react babel-preset-es2015 webpack webpack-dev-server</vt:lpstr>
      <vt:lpstr>type package.json (babel 버전체크)</vt:lpstr>
      <vt:lpstr>4. 리엑트 기본 디렉토리 구조 이해 및 파일 생성</vt:lpstr>
      <vt:lpstr>5.컴파일러,서버 및 로더 설정 1) webpack 설정하기[webpack.config.js]</vt:lpstr>
      <vt:lpstr>5.컴파일러,서버 및 로더 설정 2) package.json 파일 수정</vt:lpstr>
      <vt:lpstr>6. public/HTML 파일및 js파일 수정</vt:lpstr>
      <vt:lpstr>7.src/components/App.js 작성</vt:lpstr>
      <vt:lpstr>8.src/index.js (앞에서 작성한 App컴포넌트와 root엘리먼트 결합해서 랜더링)</vt:lpstr>
      <vt:lpstr>9.webpack-dev-server 구동하기(1)</vt:lpstr>
      <vt:lpstr>10.webpack-dev-server 구동하기(2) localhost:7777로 접속(크롬)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이연수님</dc:creator>
  <cp:lastModifiedBy>이연수님</cp:lastModifiedBy>
  <cp:revision>46</cp:revision>
  <dcterms:created xsi:type="dcterms:W3CDTF">2017-07-06T08:45:49Z</dcterms:created>
  <dcterms:modified xsi:type="dcterms:W3CDTF">2017-09-24T07:51:35Z</dcterms:modified>
</cp:coreProperties>
</file>