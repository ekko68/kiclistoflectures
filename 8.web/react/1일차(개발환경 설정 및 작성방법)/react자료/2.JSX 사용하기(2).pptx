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482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9E028-E465-462E-A61E-7618ADFD44AB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C4783-A73B-4CB5-90D6-6EEC414E7F1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9E028-E465-462E-A61E-7618ADFD44AB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C4783-A73B-4CB5-90D6-6EEC414E7F1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9E028-E465-462E-A61E-7618ADFD44AB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C4783-A73B-4CB5-90D6-6EEC414E7F1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9E028-E465-462E-A61E-7618ADFD44AB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C4783-A73B-4CB5-90D6-6EEC414E7F1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9E028-E465-462E-A61E-7618ADFD44AB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C4783-A73B-4CB5-90D6-6EEC414E7F1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9E028-E465-462E-A61E-7618ADFD44AB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C4783-A73B-4CB5-90D6-6EEC414E7F1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9E028-E465-462E-A61E-7618ADFD44AB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C4783-A73B-4CB5-90D6-6EEC414E7F1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9E028-E465-462E-A61E-7618ADFD44AB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C4783-A73B-4CB5-90D6-6EEC414E7F1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9E028-E465-462E-A61E-7618ADFD44AB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C4783-A73B-4CB5-90D6-6EEC414E7F1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9E028-E465-462E-A61E-7618ADFD44AB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C4783-A73B-4CB5-90D6-6EEC414E7F1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9E028-E465-462E-A61E-7618ADFD44AB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C4783-A73B-4CB5-90D6-6EEC414E7F1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9E028-E465-462E-A61E-7618ADFD44AB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2C4783-A73B-4CB5-90D6-6EEC414E7F1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JSX </a:t>
            </a:r>
            <a:r>
              <a:rPr lang="ko-KR" altLang="en-US" dirty="0" smtClean="0"/>
              <a:t>사용하기</a:t>
            </a:r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1.JSX</a:t>
            </a:r>
            <a:r>
              <a:rPr lang="ko-KR" altLang="en-US" sz="2400" dirty="0" smtClean="0"/>
              <a:t>의 장점</a:t>
            </a:r>
            <a:endParaRPr lang="ko-KR" altLang="en-US" sz="24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95536" y="1988840"/>
            <a:ext cx="8229600" cy="2836912"/>
          </a:xfrm>
        </p:spPr>
        <p:txBody>
          <a:bodyPr>
            <a:normAutofit/>
          </a:bodyPr>
          <a:lstStyle/>
          <a:p>
            <a:r>
              <a:rPr lang="en-US" altLang="ko-KR" sz="2000" dirty="0" smtClean="0"/>
              <a:t>JSX</a:t>
            </a:r>
            <a:r>
              <a:rPr lang="ko-KR" altLang="en-US" sz="2000" dirty="0" smtClean="0"/>
              <a:t>는 컴파일링 되면서 최적화 되므로</a:t>
            </a:r>
            <a:r>
              <a:rPr lang="en-US" altLang="ko-KR" sz="2000" dirty="0" smtClean="0"/>
              <a:t>, </a:t>
            </a:r>
            <a:r>
              <a:rPr lang="ko-KR" altLang="en-US" sz="2000" b="1" dirty="0" smtClean="0"/>
              <a:t>빠르다</a:t>
            </a:r>
            <a:endParaRPr lang="en-US" altLang="ko-KR" sz="2000" b="1" dirty="0" smtClean="0"/>
          </a:p>
          <a:p>
            <a:pPr>
              <a:buNone/>
            </a:pPr>
            <a:endParaRPr lang="ko-KR" altLang="en-US" sz="2000" dirty="0" smtClean="0"/>
          </a:p>
          <a:p>
            <a:r>
              <a:rPr lang="en-US" altLang="ko-KR" sz="2000" b="1" dirty="0" smtClean="0"/>
              <a:t>Type-safe</a:t>
            </a:r>
            <a:r>
              <a:rPr lang="ko-KR" altLang="en-US" sz="2000" dirty="0" smtClean="0"/>
              <a:t> 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어떠한 연산도 정의되지 않은 결과를 내놓지 </a:t>
            </a:r>
            <a:r>
              <a:rPr lang="ko-KR" altLang="en-US" sz="2000" dirty="0" smtClean="0"/>
              <a:t>않는 것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즉 예측 불가능한 결과를 나타내지 않는 것 하며 컴파일링 과정에서 </a:t>
            </a:r>
            <a:r>
              <a:rPr lang="ko-KR" altLang="en-US" sz="2000" b="1" dirty="0" smtClean="0"/>
              <a:t>에러를 감지</a:t>
            </a:r>
            <a:r>
              <a:rPr lang="ko-KR" altLang="en-US" sz="2000" dirty="0" smtClean="0"/>
              <a:t> 할 수 있다</a:t>
            </a:r>
            <a:r>
              <a:rPr lang="en-US" altLang="ko-KR" sz="2000" dirty="0" smtClean="0"/>
              <a:t>.</a:t>
            </a:r>
          </a:p>
          <a:p>
            <a:endParaRPr lang="en-US" altLang="ko-KR" sz="2000" dirty="0" smtClean="0"/>
          </a:p>
          <a:p>
            <a:r>
              <a:rPr lang="en-US" altLang="ko-KR" sz="2000" dirty="0" smtClean="0"/>
              <a:t>HTML</a:t>
            </a:r>
            <a:r>
              <a:rPr lang="ko-KR" altLang="en-US" sz="2000" dirty="0" smtClean="0"/>
              <a:t>에 익숙하다면</a:t>
            </a:r>
            <a:r>
              <a:rPr lang="en-US" altLang="ko-KR" sz="2000" dirty="0" smtClean="0"/>
              <a:t>, JSX</a:t>
            </a:r>
            <a:r>
              <a:rPr lang="ko-KR" altLang="en-US" sz="2000" dirty="0" smtClean="0"/>
              <a:t>를 사용하여 </a:t>
            </a:r>
            <a:r>
              <a:rPr lang="ko-KR" altLang="en-US" sz="2000" b="1" dirty="0" smtClean="0"/>
              <a:t>더 쉽고 빠르게</a:t>
            </a:r>
            <a:r>
              <a:rPr lang="ko-KR" altLang="en-US" sz="2000" dirty="0" smtClean="0"/>
              <a:t> 템플릿을 작성 할 수 있다</a:t>
            </a:r>
            <a:r>
              <a:rPr lang="en-US" altLang="ko-KR" sz="2000" dirty="0" smtClean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2.Nested Elements</a:t>
            </a:r>
            <a:endParaRPr lang="ko-KR" altLang="en-US" sz="2400" dirty="0"/>
          </a:p>
        </p:txBody>
      </p:sp>
      <p:sp>
        <p:nvSpPr>
          <p:cNvPr id="4" name="직사각형 3"/>
          <p:cNvSpPr/>
          <p:nvPr/>
        </p:nvSpPr>
        <p:spPr>
          <a:xfrm>
            <a:off x="755576" y="1772816"/>
            <a:ext cx="7560840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ko-KR" b="1" dirty="0" smtClean="0"/>
          </a:p>
          <a:p>
            <a:r>
              <a:rPr lang="ko-KR" altLang="en-US" sz="2000" dirty="0" smtClean="0"/>
              <a:t>컴포넌트에서 여러 </a:t>
            </a:r>
            <a:r>
              <a:rPr lang="en-US" altLang="ko-KR" sz="2000" dirty="0" smtClean="0"/>
              <a:t>Element </a:t>
            </a:r>
            <a:r>
              <a:rPr lang="ko-KR" altLang="en-US" sz="2000" dirty="0" smtClean="0"/>
              <a:t>를 </a:t>
            </a:r>
            <a:r>
              <a:rPr lang="ko-KR" altLang="en-US" sz="2000" dirty="0" err="1" smtClean="0"/>
              <a:t>렌더링</a:t>
            </a:r>
            <a:r>
              <a:rPr lang="ko-KR" altLang="en-US" sz="2000" dirty="0" smtClean="0"/>
              <a:t> 해야 할 때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그 </a:t>
            </a:r>
            <a:r>
              <a:rPr lang="en-US" altLang="ko-KR" sz="2000" dirty="0" smtClean="0"/>
              <a:t>element</a:t>
            </a:r>
            <a:r>
              <a:rPr lang="ko-KR" altLang="en-US" sz="2000" dirty="0" smtClean="0"/>
              <a:t>들을 필수적으로</a:t>
            </a:r>
            <a:r>
              <a:rPr lang="ko-KR" altLang="en-US" sz="2000" b="1" dirty="0" smtClean="0"/>
              <a:t> </a:t>
            </a:r>
            <a:r>
              <a:rPr lang="en-US" altLang="ko-KR" sz="2000" b="1" dirty="0" smtClean="0"/>
              <a:t>container element</a:t>
            </a:r>
            <a:r>
              <a:rPr lang="ko-KR" altLang="en-US" sz="2000" dirty="0" smtClean="0"/>
              <a:t> 안에 </a:t>
            </a:r>
            <a:r>
              <a:rPr lang="ko-KR" altLang="en-US" sz="2000" dirty="0" smtClean="0"/>
              <a:t>포함 </a:t>
            </a:r>
            <a:r>
              <a:rPr lang="ko-KR" altLang="en-US" sz="2000" dirty="0" err="1" smtClean="0"/>
              <a:t>시켜줘야됩니다</a:t>
            </a:r>
            <a:endParaRPr lang="ko-KR" altLang="en-US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3284984"/>
            <a:ext cx="7903715" cy="2232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3. JavaScript Expression(1)</a:t>
            </a:r>
            <a:endParaRPr lang="ko-KR" alt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1340768"/>
            <a:ext cx="6984776" cy="4968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3. JavaScript Expression(2)</a:t>
            </a:r>
            <a:br>
              <a:rPr lang="en-US" altLang="ko-KR" sz="2400" dirty="0" smtClean="0"/>
            </a:br>
            <a:r>
              <a:rPr lang="ko-KR" altLang="en-US" sz="2400" b="1" dirty="0" smtClean="0"/>
              <a:t>임의 </a:t>
            </a:r>
            <a:r>
              <a:rPr lang="en-US" altLang="ko-KR" sz="2400" b="1" dirty="0" smtClean="0"/>
              <a:t>method </a:t>
            </a:r>
            <a:r>
              <a:rPr lang="ko-KR" altLang="en-US" sz="2400" b="1" dirty="0" smtClean="0"/>
              <a:t>생성 및 사용하기</a:t>
            </a:r>
            <a:endParaRPr lang="ko-KR" altLang="en-US" sz="24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1628800"/>
            <a:ext cx="6863508" cy="460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3. JavaScript Expression(3)</a:t>
            </a:r>
            <a:endParaRPr lang="ko-KR" altLang="en-US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2060848"/>
            <a:ext cx="6887138" cy="1944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4. Inline Style</a:t>
            </a:r>
            <a:endParaRPr lang="ko-KR" altLang="en-US" sz="24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1412775"/>
            <a:ext cx="7272808" cy="4879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908720"/>
            <a:ext cx="7056784" cy="3973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smtClean="0"/>
              <a:t>오류 발생시 처리</a:t>
            </a:r>
            <a:r>
              <a:rPr lang="en-US" altLang="ko-KR" sz="2400" dirty="0" smtClean="0"/>
              <a:t>(1)</a:t>
            </a:r>
            <a:endParaRPr lang="ko-KR" altLang="en-US" sz="24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1844824"/>
            <a:ext cx="6624736" cy="35559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smtClean="0"/>
              <a:t>오류 발생시 해결</a:t>
            </a:r>
            <a:r>
              <a:rPr lang="en-US" altLang="ko-KR" sz="2400" dirty="0" smtClean="0"/>
              <a:t>(parent element)</a:t>
            </a:r>
            <a:endParaRPr lang="ko-KR" altLang="en-US" sz="24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484784"/>
            <a:ext cx="8086725" cy="454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JavaScript Expression </a:t>
            </a:r>
            <a:r>
              <a:rPr lang="ko-KR" altLang="en-US" sz="2400" dirty="0" smtClean="0"/>
              <a:t>실습</a:t>
            </a:r>
            <a:endParaRPr lang="ko-KR" altLang="en-US" sz="24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628800"/>
            <a:ext cx="8160965" cy="450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smtClean="0"/>
              <a:t>이벤트 연결</a:t>
            </a:r>
            <a:r>
              <a:rPr lang="en-US" altLang="ko-KR" sz="2400" dirty="0" smtClean="0"/>
              <a:t>(</a:t>
            </a:r>
            <a:r>
              <a:rPr lang="ko-KR" altLang="en-US" sz="2400" dirty="0" smtClean="0"/>
              <a:t>함수 호출</a:t>
            </a:r>
            <a:r>
              <a:rPr lang="en-US" altLang="ko-KR" sz="2400" dirty="0" smtClean="0"/>
              <a:t>)</a:t>
            </a:r>
            <a:endParaRPr lang="ko-KR" altLang="en-US" sz="24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700808"/>
            <a:ext cx="8424936" cy="4635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b="1" dirty="0" smtClean="0"/>
              <a:t>Inline Style </a:t>
            </a:r>
            <a:r>
              <a:rPr lang="ko-KR" altLang="en-US" sz="2400" b="1" dirty="0" smtClean="0"/>
              <a:t>실습</a:t>
            </a:r>
            <a:endParaRPr lang="ko-KR" altLang="en-US" sz="24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700808"/>
            <a:ext cx="8276406" cy="469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98</Words>
  <Application>Microsoft Office PowerPoint</Application>
  <PresentationFormat>화면 슬라이드 쇼(4:3)</PresentationFormat>
  <Paragraphs>19</Paragraphs>
  <Slides>13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4" baseType="lpstr">
      <vt:lpstr>Office 테마</vt:lpstr>
      <vt:lpstr>JSX 사용하기</vt:lpstr>
      <vt:lpstr>1.JSX의 장점</vt:lpstr>
      <vt:lpstr>2.Nested Elements</vt:lpstr>
      <vt:lpstr>3. JavaScript Expression(1)</vt:lpstr>
      <vt:lpstr>3. JavaScript Expression(2) 임의 method 생성 및 사용하기</vt:lpstr>
      <vt:lpstr>3. JavaScript Expression(3)</vt:lpstr>
      <vt:lpstr>4. Inline Style</vt:lpstr>
      <vt:lpstr>슬라이드 8</vt:lpstr>
      <vt:lpstr>오류 발생시 처리(1)</vt:lpstr>
      <vt:lpstr>오류 발생시 해결(parent element)</vt:lpstr>
      <vt:lpstr>JavaScript Expression 실습</vt:lpstr>
      <vt:lpstr>이벤트 연결(함수 호출)</vt:lpstr>
      <vt:lpstr>Inline Style 실습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JSX 사용하기</dc:title>
  <dc:creator>이연수님</dc:creator>
  <cp:lastModifiedBy>이연수님</cp:lastModifiedBy>
  <cp:revision>18</cp:revision>
  <dcterms:created xsi:type="dcterms:W3CDTF">2017-07-07T15:26:45Z</dcterms:created>
  <dcterms:modified xsi:type="dcterms:W3CDTF">2017-08-26T12:49:30Z</dcterms:modified>
</cp:coreProperties>
</file>