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39F76-65B6-4651-B75E-3DCFAAEAADD2}" type="datetimeFigureOut">
              <a:rPr lang="ko-KR" altLang="en-US" smtClean="0"/>
              <a:pPr/>
              <a:t>2017-08-03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148A6-A5D6-4AEC-96D3-1D6BF1A91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velopert.com/113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>
                <a:solidFill>
                  <a:srgbClr val="FF0000"/>
                </a:solidFill>
                <a:hlinkClick r:id="rId2"/>
              </a:rPr>
              <a:t>Component </a:t>
            </a:r>
            <a:r>
              <a:rPr lang="en-US" altLang="ko-KR" sz="2800" dirty="0" err="1" smtClean="0">
                <a:solidFill>
                  <a:srgbClr val="FF0000"/>
                </a:solidFill>
                <a:hlinkClick r:id="rId2"/>
              </a:rPr>
              <a:t>LifeCycle</a:t>
            </a:r>
            <a:r>
              <a:rPr lang="en-US" altLang="ko-KR" sz="2800" dirty="0" smtClean="0">
                <a:solidFill>
                  <a:srgbClr val="FF0000"/>
                </a:solidFill>
                <a:hlinkClick r:id="rId2"/>
              </a:rPr>
              <a:t> API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1.react-lifecycle</a:t>
            </a:r>
            <a:r>
              <a:rPr lang="ko-KR" altLang="en-US" sz="2400" dirty="0" smtClean="0"/>
              <a:t>프로젝트 생성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412776"/>
            <a:ext cx="6984776" cy="2153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933056"/>
            <a:ext cx="415290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2.src/components/app.js (1)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3" y="1196753"/>
            <a:ext cx="7848872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004048" y="4797152"/>
            <a:ext cx="366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증가버튼을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b="1" dirty="0" smtClean="0">
                <a:solidFill>
                  <a:srgbClr val="FF0000"/>
                </a:solidFill>
              </a:rPr>
              <a:t> 호출하는 함수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4048" y="5661248"/>
            <a:ext cx="366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감</a:t>
            </a:r>
            <a:r>
              <a:rPr lang="ko-KR" altLang="en-US" b="1" dirty="0" smtClean="0">
                <a:solidFill>
                  <a:srgbClr val="FF0000"/>
                </a:solidFill>
              </a:rPr>
              <a:t>소</a:t>
            </a:r>
            <a:r>
              <a:rPr lang="ko-KR" altLang="en-US" b="1" dirty="0" smtClean="0">
                <a:solidFill>
                  <a:srgbClr val="FF0000"/>
                </a:solidFill>
              </a:rPr>
              <a:t>버튼을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b="1" dirty="0" smtClean="0">
                <a:solidFill>
                  <a:srgbClr val="FF0000"/>
                </a:solidFill>
              </a:rPr>
              <a:t> 호출하는 함수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2.src/components/app.js 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268760"/>
            <a:ext cx="7400925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627784" y="1628800"/>
            <a:ext cx="4312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버튼클릭시</a:t>
            </a:r>
            <a:r>
              <a:rPr lang="ko-KR" altLang="en-US" b="1" dirty="0" smtClean="0">
                <a:solidFill>
                  <a:srgbClr val="FF0000"/>
                </a:solidFill>
              </a:rPr>
              <a:t> 호출할 함수연결 </a:t>
            </a:r>
            <a:r>
              <a:rPr lang="en-US" altLang="ko-KR" b="1" dirty="0" smtClean="0">
                <a:solidFill>
                  <a:srgbClr val="FF0000"/>
                </a:solidFill>
              </a:rPr>
              <a:t>this.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함수명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2.src/components/app.js </a:t>
            </a:r>
            <a:r>
              <a:rPr lang="en-US" altLang="ko-KR" sz="2400" dirty="0" smtClean="0"/>
              <a:t>(3)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28800"/>
            <a:ext cx="5632272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2780928"/>
            <a:ext cx="3816424" cy="2256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3.src/index.js </a:t>
            </a:r>
            <a:r>
              <a:rPr lang="ko-KR" altLang="en-US" sz="2400" dirty="0" smtClean="0"/>
              <a:t>생성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6838950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789040"/>
            <a:ext cx="443865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211960" y="3717032"/>
            <a:ext cx="4280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4.public/index.html</a:t>
            </a:r>
            <a:r>
              <a:rPr lang="ko-KR" altLang="en-US" sz="2400" dirty="0" smtClean="0"/>
              <a:t>파일 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생성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</a:t>
            </a:r>
            <a:r>
              <a:rPr lang="ko-KR" altLang="en-US" sz="2400" dirty="0" smtClean="0"/>
              <a:t>최종 </a:t>
            </a:r>
            <a:r>
              <a:rPr lang="ko-KR" altLang="en-US" sz="2400" dirty="0" smtClean="0"/>
              <a:t>실습 결과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44824"/>
            <a:ext cx="837247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</a:t>
            </a:r>
            <a:r>
              <a:rPr lang="ko-KR" altLang="en-US" sz="2400" dirty="0" smtClean="0"/>
              <a:t>최종 </a:t>
            </a:r>
            <a:r>
              <a:rPr lang="ko-KR" altLang="en-US" sz="2400" dirty="0" smtClean="0"/>
              <a:t>실습 결과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9" y="1556792"/>
            <a:ext cx="2598852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3851920" y="2708920"/>
            <a:ext cx="720080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1772816"/>
            <a:ext cx="243840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1800" y="3861048"/>
            <a:ext cx="2705100" cy="2731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아래쪽 화살표 7"/>
          <p:cNvSpPr/>
          <p:nvPr/>
        </p:nvSpPr>
        <p:spPr>
          <a:xfrm rot="2726551">
            <a:off x="5123342" y="3548295"/>
            <a:ext cx="576064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6.Component</a:t>
            </a:r>
            <a:r>
              <a:rPr lang="ko-KR" altLang="en-US" sz="2400" dirty="0" smtClean="0"/>
              <a:t>의 </a:t>
            </a:r>
            <a:r>
              <a:rPr lang="en-US" altLang="ko-KR" sz="2400" dirty="0" err="1" smtClean="0"/>
              <a:t>lifeCycle</a:t>
            </a:r>
            <a:r>
              <a:rPr lang="ko-KR" altLang="en-US" sz="2400" dirty="0" smtClean="0"/>
              <a:t>소개</a:t>
            </a:r>
            <a:r>
              <a:rPr lang="en-US" altLang="ko-KR" sz="2400" dirty="0" smtClean="0"/>
              <a:t>(1)-</a:t>
            </a:r>
            <a:r>
              <a:rPr lang="en-US" altLang="ko-KR" sz="2400" b="1" dirty="0" smtClean="0"/>
              <a:t>Mount</a:t>
            </a:r>
            <a:endParaRPr lang="ko-KR" altLang="en-US" sz="2400" b="1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ko-KR" altLang="en-US" sz="2400" dirty="0" smtClean="0"/>
              <a:t> 다음 순서로 실행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b="1" dirty="0" smtClean="0">
                <a:solidFill>
                  <a:srgbClr val="FF0000"/>
                </a:solidFill>
              </a:rPr>
              <a:t>Mount-&gt;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컴포넌트가 처음 실행이 되는 경우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1.State,context(ex router</a:t>
            </a:r>
            <a:r>
              <a:rPr lang="ko-KR" altLang="en-US" sz="2400" dirty="0" smtClean="0"/>
              <a:t>정보</a:t>
            </a:r>
            <a:r>
              <a:rPr lang="en-US" altLang="ko-KR" sz="2400" dirty="0" smtClean="0"/>
              <a:t>),</a:t>
            </a:r>
            <a:r>
              <a:rPr lang="en-US" altLang="ko-KR" sz="2400" dirty="0" err="1" smtClean="0"/>
              <a:t>defaultProps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저장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컴포넌트가 시작되면 우선적으로 저장한다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.)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</a:p>
          <a:p>
            <a:pPr>
              <a:buNone/>
            </a:pPr>
            <a:r>
              <a:rPr lang="en-US" altLang="ko-KR" sz="2400" dirty="0" smtClean="0"/>
              <a:t>2.componentWillMount </a:t>
            </a:r>
            <a:r>
              <a:rPr lang="ko-KR" altLang="en-US" sz="2400" dirty="0" smtClean="0"/>
              <a:t>호출</a:t>
            </a:r>
            <a:r>
              <a:rPr lang="en-US" altLang="ko-KR" sz="2400" dirty="0" smtClean="0"/>
              <a:t>-&gt;</a:t>
            </a:r>
            <a:r>
              <a:rPr lang="ko-KR" altLang="en-US" sz="2400" dirty="0" smtClean="0"/>
              <a:t>컴포넌트에 </a:t>
            </a:r>
            <a:r>
              <a:rPr lang="en-US" altLang="ko-KR" sz="2400" dirty="0" smtClean="0"/>
              <a:t>DOM</a:t>
            </a:r>
            <a:r>
              <a:rPr lang="ko-KR" altLang="en-US" sz="2400" dirty="0" err="1" smtClean="0"/>
              <a:t>연결전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                        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props,state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의 값을 변경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X)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                 </a:t>
            </a:r>
          </a:p>
          <a:p>
            <a:pPr>
              <a:buNone/>
            </a:pPr>
            <a:r>
              <a:rPr lang="en-US" altLang="ko-KR" sz="2400" dirty="0" smtClean="0"/>
              <a:t>3.r</a:t>
            </a:r>
            <a:r>
              <a:rPr lang="en-US" altLang="ko-KR" sz="2400" dirty="0" smtClean="0"/>
              <a:t>ender-&gt;</a:t>
            </a:r>
            <a:r>
              <a:rPr lang="ko-KR" altLang="en-US" sz="2400" dirty="0" smtClean="0"/>
              <a:t>컴포넌트를 </a:t>
            </a:r>
            <a:r>
              <a:rPr lang="en-US" altLang="ko-KR" sz="2400" dirty="0" smtClean="0"/>
              <a:t>DOM</a:t>
            </a:r>
            <a:r>
              <a:rPr lang="ko-KR" altLang="en-US" sz="2400" dirty="0" smtClean="0"/>
              <a:t>에 부착시킨후 </a:t>
            </a:r>
            <a:r>
              <a:rPr lang="en-US" altLang="ko-KR" sz="2400" dirty="0" smtClean="0"/>
              <a:t>Mou</a:t>
            </a:r>
            <a:r>
              <a:rPr lang="en-US" altLang="ko-KR" sz="2400" dirty="0" smtClean="0"/>
              <a:t>nt</a:t>
            </a:r>
            <a:r>
              <a:rPr lang="ko-KR" altLang="en-US" sz="2400" dirty="0" err="1" smtClean="0"/>
              <a:t>완료후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                   </a:t>
            </a:r>
          </a:p>
          <a:p>
            <a:pPr>
              <a:buNone/>
            </a:pPr>
            <a:r>
              <a:rPr lang="en-US" altLang="ko-KR" sz="2400" dirty="0" smtClean="0"/>
              <a:t>4.componentDidMount </a:t>
            </a:r>
            <a:r>
              <a:rPr lang="ko-KR" altLang="en-US" sz="2400" dirty="0" smtClean="0"/>
              <a:t>호출</a:t>
            </a:r>
            <a:r>
              <a:rPr lang="en-US" altLang="ko-KR" sz="2400" dirty="0" smtClean="0"/>
              <a:t>(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 접근가능하나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state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수정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X</a:t>
            </a:r>
          </a:p>
          <a:p>
            <a:pPr>
              <a:buNone/>
            </a:pPr>
            <a:r>
              <a:rPr lang="en-US" altLang="ko-KR" sz="2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            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setState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이용하면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render()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가 다시 실행이 되기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ko-KR" sz="2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     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      때문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주로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Ajax, </a:t>
            </a:r>
            <a:r>
              <a:rPr lang="en-US" altLang="ko-KR" sz="2400" b="1" dirty="0" err="1" smtClean="0">
                <a:solidFill>
                  <a:srgbClr val="002060"/>
                </a:solidFill>
              </a:rPr>
              <a:t>setTimeout,setInterval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을 사용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아래쪽 화살표 4"/>
          <p:cNvSpPr/>
          <p:nvPr/>
        </p:nvSpPr>
        <p:spPr>
          <a:xfrm>
            <a:off x="3923928" y="5157192"/>
            <a:ext cx="360040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>
            <a:off x="3779912" y="3501008"/>
            <a:ext cx="504056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3923928" y="4365104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6.Component</a:t>
            </a:r>
            <a:r>
              <a:rPr lang="ko-KR" altLang="en-US" sz="2400" dirty="0" smtClean="0"/>
              <a:t>의 </a:t>
            </a:r>
            <a:r>
              <a:rPr lang="en-US" altLang="ko-KR" sz="2400" dirty="0" err="1" smtClean="0"/>
              <a:t>lifeCycle</a:t>
            </a:r>
            <a:r>
              <a:rPr lang="ko-KR" altLang="en-US" sz="2400" dirty="0" smtClean="0"/>
              <a:t>소개</a:t>
            </a:r>
            <a:r>
              <a:rPr lang="en-US" altLang="ko-KR" sz="2400" dirty="0" smtClean="0"/>
              <a:t>(2)-</a:t>
            </a:r>
            <a:r>
              <a:rPr lang="en-US" altLang="ko-KR" sz="2400" b="1" dirty="0" smtClean="0"/>
              <a:t>Props Update</a:t>
            </a:r>
            <a:endParaRPr lang="ko-KR" altLang="en-US" sz="2400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ko-KR" altLang="en-US" sz="2400" dirty="0" smtClean="0"/>
              <a:t> </a:t>
            </a:r>
            <a:r>
              <a:rPr lang="ko-KR" altLang="en-US" sz="3100" dirty="0" smtClean="0"/>
              <a:t>다음 순서로 실행</a:t>
            </a:r>
            <a:endParaRPr lang="en-US" altLang="ko-KR" sz="3100" dirty="0" smtClean="0"/>
          </a:p>
          <a:p>
            <a:pPr>
              <a:buNone/>
            </a:pP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가 업데이트될 때의 </a:t>
            </a:r>
            <a:r>
              <a:rPr lang="ko-KR" altLang="en-US" b="1" dirty="0" smtClean="0">
                <a:solidFill>
                  <a:srgbClr val="FF0000"/>
                </a:solidFill>
              </a:rPr>
              <a:t>과정입니다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ko-KR" sz="3100" dirty="0" smtClean="0"/>
          </a:p>
          <a:p>
            <a:pPr>
              <a:buNone/>
            </a:pPr>
            <a:r>
              <a:rPr lang="en-US" altLang="ko-KR" sz="3100" dirty="0" smtClean="0"/>
              <a:t>1.componentWillRecieveProps(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업데이트되기 전에 업데이트가 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  </a:t>
            </a:r>
            <a:endParaRPr lang="en-US" altLang="ko-KR" sz="31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ko-KR" sz="3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                                       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발생하였음을 감지하고 발생</a:t>
            </a:r>
            <a:r>
              <a:rPr lang="en-US" altLang="ko-KR" sz="3100" dirty="0" smtClean="0"/>
              <a:t>)</a:t>
            </a:r>
          </a:p>
          <a:p>
            <a:pPr>
              <a:buNone/>
            </a:pPr>
            <a:r>
              <a:rPr lang="en-US" altLang="ko-KR" sz="3100" dirty="0" smtClean="0"/>
              <a:t> </a:t>
            </a:r>
            <a:r>
              <a:rPr lang="en-US" altLang="ko-KR" sz="3100" dirty="0" smtClean="0"/>
              <a:t>             </a:t>
            </a:r>
          </a:p>
          <a:p>
            <a:pPr>
              <a:buNone/>
            </a:pPr>
            <a:r>
              <a:rPr lang="en-US" altLang="ko-KR" sz="3100" dirty="0" smtClean="0"/>
              <a:t>2.shouldComponentUpdate(</a:t>
            </a:r>
            <a:r>
              <a:rPr lang="en-US" altLang="ko-KR" sz="3100" b="1" dirty="0" smtClean="0"/>
              <a:t>r</a:t>
            </a:r>
            <a:r>
              <a:rPr lang="en-US" altLang="ko-KR" sz="3100" b="1" dirty="0" smtClean="0">
                <a:solidFill>
                  <a:srgbClr val="002060"/>
                </a:solidFill>
              </a:rPr>
              <a:t>eturn false-&gt;render() </a:t>
            </a:r>
            <a:r>
              <a:rPr lang="ko-KR" altLang="en-US" sz="3100" b="1" dirty="0" smtClean="0">
                <a:solidFill>
                  <a:srgbClr val="002060"/>
                </a:solidFill>
              </a:rPr>
              <a:t>호출이 취소</a:t>
            </a:r>
            <a:r>
              <a:rPr lang="en-US" altLang="ko-KR" sz="3100" dirty="0" smtClean="0"/>
              <a:t>)</a:t>
            </a:r>
          </a:p>
          <a:p>
            <a:pPr>
              <a:buNone/>
            </a:pPr>
            <a:r>
              <a:rPr lang="en-US" altLang="ko-KR" sz="3100" dirty="0" smtClean="0"/>
              <a:t> </a:t>
            </a:r>
            <a:r>
              <a:rPr lang="en-US" altLang="ko-KR" sz="3100" dirty="0" smtClean="0"/>
              <a:t>                                   </a:t>
            </a:r>
            <a:r>
              <a:rPr lang="en-US" altLang="ko-KR" sz="3100" b="1" dirty="0" smtClean="0">
                <a:solidFill>
                  <a:srgbClr val="002060"/>
                </a:solidFill>
              </a:rPr>
              <a:t>(</a:t>
            </a:r>
            <a:r>
              <a:rPr lang="ko-KR" altLang="en-US" sz="3100" b="1" dirty="0" smtClean="0">
                <a:solidFill>
                  <a:srgbClr val="002060"/>
                </a:solidFill>
              </a:rPr>
              <a:t>성능향상</a:t>
            </a:r>
            <a:r>
              <a:rPr lang="en-US" altLang="ko-KR" sz="3100" b="1" dirty="0" smtClean="0">
                <a:solidFill>
                  <a:srgbClr val="002060"/>
                </a:solidFill>
              </a:rPr>
              <a:t>)</a:t>
            </a:r>
            <a:endParaRPr lang="en-US" altLang="ko-KR" sz="31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sz="3100" dirty="0" smtClean="0"/>
              <a:t>3.componentWillUpdate(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state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를 바꿔서는 안 됩니다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. 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아직 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props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도 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업 </a:t>
            </a:r>
            <a:endParaRPr lang="en-US" altLang="ko-KR" sz="31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ko-KR" sz="3100" dirty="0" smtClean="0"/>
              <a:t> </a:t>
            </a:r>
            <a:r>
              <a:rPr lang="en-US" altLang="ko-KR" sz="3100" dirty="0" smtClean="0"/>
              <a:t>                                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데이트하지 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않았으므로 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state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를 바꾸면 또 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 </a:t>
            </a:r>
            <a:endParaRPr lang="en-US" altLang="ko-KR" sz="31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ko-KR" sz="3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                                 </a:t>
            </a:r>
            <a:r>
              <a:rPr lang="en-US" altLang="ko-KR" sz="3100" b="1" dirty="0" err="1" smtClean="0">
                <a:solidFill>
                  <a:srgbClr val="FF0000"/>
                </a:solidFill>
              </a:rPr>
              <a:t>shouldComponentUpdate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가 발생합니다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.</a:t>
            </a:r>
            <a:endParaRPr lang="en-US" altLang="ko-KR" sz="31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ko-KR" sz="3100" dirty="0" smtClean="0"/>
          </a:p>
          <a:p>
            <a:pPr>
              <a:buNone/>
            </a:pPr>
            <a:r>
              <a:rPr lang="en-US" altLang="ko-KR" sz="3100" dirty="0" smtClean="0"/>
              <a:t>4.Render</a:t>
            </a:r>
          </a:p>
          <a:p>
            <a:pPr>
              <a:buNone/>
            </a:pPr>
            <a:endParaRPr lang="en-US" altLang="ko-KR" sz="3100" dirty="0" smtClean="0"/>
          </a:p>
          <a:p>
            <a:pPr>
              <a:buNone/>
            </a:pPr>
            <a:r>
              <a:rPr lang="en-US" altLang="ko-KR" sz="3100" dirty="0" smtClean="0"/>
              <a:t>5.componentDidUpdate(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render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이 완료되었기 때문에 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에 </a:t>
            </a:r>
            <a:r>
              <a:rPr lang="ko-KR" altLang="en-US" sz="3100" b="1" dirty="0" smtClean="0">
                <a:solidFill>
                  <a:srgbClr val="FF0000"/>
                </a:solidFill>
              </a:rPr>
              <a:t>접근가능</a:t>
            </a:r>
            <a:r>
              <a:rPr lang="en-US" altLang="ko-KR" sz="3100" b="1" dirty="0" smtClean="0">
                <a:solidFill>
                  <a:srgbClr val="FF0000"/>
                </a:solidFill>
              </a:rPr>
              <a:t>)</a:t>
            </a:r>
            <a:endParaRPr lang="en-US" altLang="ko-KR" sz="3100" b="1" dirty="0">
              <a:solidFill>
                <a:srgbClr val="FF0000"/>
              </a:solidFill>
            </a:endParaRPr>
          </a:p>
        </p:txBody>
      </p:sp>
      <p:sp>
        <p:nvSpPr>
          <p:cNvPr id="5" name="아래쪽 화살표 4"/>
          <p:cNvSpPr/>
          <p:nvPr/>
        </p:nvSpPr>
        <p:spPr>
          <a:xfrm>
            <a:off x="2483768" y="2924944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>
            <a:off x="2483768" y="3717032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2411760" y="4509120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아래쪽 화살표 7"/>
          <p:cNvSpPr/>
          <p:nvPr/>
        </p:nvSpPr>
        <p:spPr>
          <a:xfrm>
            <a:off x="2411760" y="5517232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6.Component</a:t>
            </a:r>
            <a:r>
              <a:rPr lang="ko-KR" altLang="en-US" sz="2400" dirty="0" smtClean="0"/>
              <a:t>의 </a:t>
            </a:r>
            <a:r>
              <a:rPr lang="en-US" altLang="ko-KR" sz="2400" dirty="0" err="1" smtClean="0"/>
              <a:t>lifeCycle</a:t>
            </a:r>
            <a:r>
              <a:rPr lang="ko-KR" altLang="en-US" sz="2400" dirty="0" smtClean="0"/>
              <a:t>소개</a:t>
            </a:r>
            <a:r>
              <a:rPr lang="en-US" altLang="ko-KR" sz="2400" dirty="0" smtClean="0"/>
              <a:t>(3)-</a:t>
            </a:r>
            <a:r>
              <a:rPr lang="en-US" altLang="ko-KR" sz="2400" b="1" dirty="0" smtClean="0"/>
              <a:t>State Update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2000" b="1" dirty="0" smtClean="0">
                <a:solidFill>
                  <a:srgbClr val="FF0000"/>
                </a:solidFill>
              </a:rPr>
              <a:t> 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setState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호출을 통해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state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가 업데이트될 때의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과정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ko-KR" sz="20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000" b="1" dirty="0" err="1" smtClean="0">
                <a:solidFill>
                  <a:srgbClr val="002060"/>
                </a:solidFill>
              </a:rPr>
              <a:t>componentWillRecieveProps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메소드는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호출되지 않습니다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endParaRPr lang="en-US" altLang="ko-KR" sz="2400" dirty="0" smtClean="0"/>
          </a:p>
          <a:p>
            <a:r>
              <a:rPr lang="en-US" altLang="ko-KR" sz="2400" dirty="0" err="1" smtClean="0"/>
              <a:t>shouldComponentUpdate</a:t>
            </a:r>
            <a:endParaRPr lang="en-US" altLang="ko-KR" sz="2400" dirty="0" smtClean="0"/>
          </a:p>
          <a:p>
            <a:r>
              <a:rPr lang="en-US" altLang="ko-KR" sz="2400" dirty="0" err="1" smtClean="0"/>
              <a:t>componentWillUpdate</a:t>
            </a:r>
            <a:endParaRPr lang="en-US" altLang="ko-KR" sz="2400" dirty="0" smtClean="0"/>
          </a:p>
          <a:p>
            <a:r>
              <a:rPr lang="en-US" altLang="ko-KR" sz="2400" dirty="0" smtClean="0"/>
              <a:t>render</a:t>
            </a:r>
          </a:p>
          <a:p>
            <a:r>
              <a:rPr lang="en-US" altLang="ko-KR" sz="2400" dirty="0" err="1" smtClean="0"/>
              <a:t>componentDidUpdate</a:t>
            </a:r>
            <a:r>
              <a:rPr lang="en-US" altLang="ko-KR" sz="2400" dirty="0" smtClean="0"/>
              <a:t>-&gt; </a:t>
            </a:r>
            <a:r>
              <a:rPr lang="ko-KR" altLang="en-US" sz="2400" b="1" dirty="0" err="1" smtClean="0">
                <a:solidFill>
                  <a:srgbClr val="002060"/>
                </a:solidFill>
              </a:rPr>
              <a:t>두번째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 인자로 바뀌기 이전의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/>
            </a:r>
            <a:br>
              <a:rPr lang="en-US" altLang="ko-KR" sz="2400" b="1" dirty="0" smtClean="0">
                <a:solidFill>
                  <a:srgbClr val="002060"/>
                </a:solidFill>
              </a:rPr>
            </a:br>
            <a:r>
              <a:rPr lang="en-US" altLang="ko-KR" sz="2400" b="1" dirty="0" smtClean="0">
                <a:solidFill>
                  <a:srgbClr val="002060"/>
                </a:solidFill>
              </a:rPr>
              <a:t>                           state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에 대한 정보를 가지고 있다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.</a:t>
            </a:r>
            <a:endParaRPr lang="en-US" altLang="ko-KR" sz="24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ko-KR" altLang="en-US" dirty="0" smtClean="0"/>
              <a:t>  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메소드의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두 번째 인자로는 바뀔 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state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에 대한 정보를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가짐</a:t>
            </a:r>
            <a:endParaRPr lang="ko-KR" altLang="en-US" sz="2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6.Component</a:t>
            </a:r>
            <a:r>
              <a:rPr lang="ko-KR" altLang="en-US" sz="2400" dirty="0" smtClean="0"/>
              <a:t>의 </a:t>
            </a:r>
            <a:r>
              <a:rPr lang="en-US" altLang="ko-KR" sz="2400" dirty="0" err="1" smtClean="0"/>
              <a:t>lifeCycle</a:t>
            </a:r>
            <a:r>
              <a:rPr lang="ko-KR" altLang="en-US" sz="2400" dirty="0" smtClean="0"/>
              <a:t>소개</a:t>
            </a:r>
            <a:r>
              <a:rPr lang="en-US" altLang="ko-KR" sz="2400" dirty="0" smtClean="0"/>
              <a:t>(4)-</a:t>
            </a:r>
            <a:r>
              <a:rPr lang="en-US" altLang="ko-KR" sz="2400" b="1" dirty="0" err="1" smtClean="0"/>
              <a:t>Unmount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Unmount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-&gt;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컴포넌트가 제거되는 경우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ko-KR" sz="2400" dirty="0" smtClean="0"/>
              <a:t>                     </a:t>
            </a:r>
          </a:p>
          <a:p>
            <a:r>
              <a:rPr lang="en-US" altLang="ko-KR" sz="2000" dirty="0" err="1" smtClean="0"/>
              <a:t>componentWillUnmount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호출</a:t>
            </a:r>
            <a:endParaRPr lang="en-US" altLang="ko-KR" sz="20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r>
              <a:rPr lang="en-US" altLang="ko-KR" sz="2400" b="1" dirty="0" smtClean="0"/>
              <a:t>  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componentDidUnmount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는 없습니다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이미 제거된 컴포넌트에서 이벤트를 발생시킬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수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없기때문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아래쪽 화살표 3"/>
          <p:cNvSpPr/>
          <p:nvPr/>
        </p:nvSpPr>
        <p:spPr>
          <a:xfrm>
            <a:off x="2771800" y="2132856"/>
            <a:ext cx="360040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smtClean="0"/>
              <a:t>7.</a:t>
            </a:r>
            <a:r>
              <a:rPr lang="ko-KR" altLang="en-US" sz="2400" smtClean="0"/>
              <a:t>최종 </a:t>
            </a:r>
            <a:r>
              <a:rPr lang="ko-KR" altLang="en-US" sz="2400" dirty="0" smtClean="0"/>
              <a:t>순서도 정리</a:t>
            </a:r>
            <a:endParaRPr lang="ko-KR" alt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484784"/>
            <a:ext cx="6276975" cy="5128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216</Words>
  <Application>Microsoft Office PowerPoint</Application>
  <PresentationFormat>화면 슬라이드 쇼(4:3)</PresentationFormat>
  <Paragraphs>58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Component LifeCycle API</vt:lpstr>
      <vt:lpstr>1.react-lifecycle프로젝트 생성</vt:lpstr>
      <vt:lpstr>2.src/components/app.js (1)</vt:lpstr>
      <vt:lpstr>2.src/components/app.js (2)</vt:lpstr>
      <vt:lpstr>2.src/components/app.js (3)</vt:lpstr>
      <vt:lpstr>3.src/index.js 생성</vt:lpstr>
      <vt:lpstr>5.최종 실습 결과(1)</vt:lpstr>
      <vt:lpstr>5.최종 실습 결과(2)</vt:lpstr>
      <vt:lpstr>6.Component의 lifeCycle소개(1)-Mount</vt:lpstr>
      <vt:lpstr>6.Component의 lifeCycle소개(2)-Props Update</vt:lpstr>
      <vt:lpstr>6.Component의 lifeCycle소개(3)-State Update</vt:lpstr>
      <vt:lpstr>6.Component의 lifeCycle소개(4)-Unmount</vt:lpstr>
      <vt:lpstr>7.최종 순서도 정리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 LifeCycle API</dc:title>
  <dc:creator>이연수님</dc:creator>
  <cp:lastModifiedBy>이연수님</cp:lastModifiedBy>
  <cp:revision>27</cp:revision>
  <dcterms:created xsi:type="dcterms:W3CDTF">2017-07-16T13:33:06Z</dcterms:created>
  <dcterms:modified xsi:type="dcterms:W3CDTF">2017-08-03T09:17:30Z</dcterms:modified>
</cp:coreProperties>
</file>