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3" d="100"/>
          <a:sy n="63" d="100"/>
        </p:scale>
        <p:origin x="-1500" y="-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B76B1-8F61-4A28-AA1E-78168711981A}" type="datetimeFigureOut">
              <a:rPr lang="ko-KR" altLang="en-US" smtClean="0"/>
              <a:t>2017-09-29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BA646-260D-44B8-95DA-DCEE3FA160CC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B76B1-8F61-4A28-AA1E-78168711981A}" type="datetimeFigureOut">
              <a:rPr lang="ko-KR" altLang="en-US" smtClean="0"/>
              <a:t>2017-09-29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BA646-260D-44B8-95DA-DCEE3FA160CC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B76B1-8F61-4A28-AA1E-78168711981A}" type="datetimeFigureOut">
              <a:rPr lang="ko-KR" altLang="en-US" smtClean="0"/>
              <a:t>2017-09-29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BA646-260D-44B8-95DA-DCEE3FA160CC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B76B1-8F61-4A28-AA1E-78168711981A}" type="datetimeFigureOut">
              <a:rPr lang="ko-KR" altLang="en-US" smtClean="0"/>
              <a:t>2017-09-29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BA646-260D-44B8-95DA-DCEE3FA160CC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B76B1-8F61-4A28-AA1E-78168711981A}" type="datetimeFigureOut">
              <a:rPr lang="ko-KR" altLang="en-US" smtClean="0"/>
              <a:t>2017-09-29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BA646-260D-44B8-95DA-DCEE3FA160CC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B76B1-8F61-4A28-AA1E-78168711981A}" type="datetimeFigureOut">
              <a:rPr lang="ko-KR" altLang="en-US" smtClean="0"/>
              <a:t>2017-09-29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BA646-260D-44B8-95DA-DCEE3FA160CC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B76B1-8F61-4A28-AA1E-78168711981A}" type="datetimeFigureOut">
              <a:rPr lang="ko-KR" altLang="en-US" smtClean="0"/>
              <a:t>2017-09-29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BA646-260D-44B8-95DA-DCEE3FA160CC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B76B1-8F61-4A28-AA1E-78168711981A}" type="datetimeFigureOut">
              <a:rPr lang="ko-KR" altLang="en-US" smtClean="0"/>
              <a:t>2017-09-29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BA646-260D-44B8-95DA-DCEE3FA160CC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B76B1-8F61-4A28-AA1E-78168711981A}" type="datetimeFigureOut">
              <a:rPr lang="ko-KR" altLang="en-US" smtClean="0"/>
              <a:t>2017-09-29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BA646-260D-44B8-95DA-DCEE3FA160CC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B76B1-8F61-4A28-AA1E-78168711981A}" type="datetimeFigureOut">
              <a:rPr lang="ko-KR" altLang="en-US" smtClean="0"/>
              <a:t>2017-09-29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BA646-260D-44B8-95DA-DCEE3FA160CC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B76B1-8F61-4A28-AA1E-78168711981A}" type="datetimeFigureOut">
              <a:rPr lang="ko-KR" altLang="en-US" smtClean="0"/>
              <a:t>2017-09-29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BA646-260D-44B8-95DA-DCEE3FA160CC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DB76B1-8F61-4A28-AA1E-78168711981A}" type="datetimeFigureOut">
              <a:rPr lang="ko-KR" altLang="en-US" smtClean="0"/>
              <a:t>2017-09-29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BBA646-260D-44B8-95DA-DCEE3FA160CC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sz="3200" dirty="0" smtClean="0"/>
              <a:t>React Router</a:t>
            </a:r>
            <a:endParaRPr lang="ko-KR" altLang="en-US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 smtClean="0"/>
              <a:t>1.React Router </a:t>
            </a:r>
            <a:r>
              <a:rPr lang="ko-KR" altLang="en-US" sz="2400" dirty="0" smtClean="0"/>
              <a:t>설치</a:t>
            </a:r>
            <a:r>
              <a:rPr lang="en-US" altLang="ko-KR" sz="2400" dirty="0" smtClean="0"/>
              <a:t>(</a:t>
            </a:r>
            <a:r>
              <a:rPr lang="en-US" altLang="ko-KR" sz="2400" dirty="0" err="1" smtClean="0"/>
              <a:t>npm</a:t>
            </a:r>
            <a:r>
              <a:rPr lang="en-US" altLang="ko-KR" sz="2400" dirty="0" smtClean="0"/>
              <a:t> install react-router@3.0.5)</a:t>
            </a:r>
            <a:endParaRPr lang="ko-KR" altLang="en-US" sz="2400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520" y="1844824"/>
            <a:ext cx="8604448" cy="390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 smtClean="0"/>
              <a:t>2.node_modules/react-router </a:t>
            </a:r>
            <a:r>
              <a:rPr lang="ko-KR" altLang="en-US" sz="2400" dirty="0" smtClean="0"/>
              <a:t>설치 확인</a:t>
            </a:r>
            <a:endParaRPr lang="ko-KR" altLang="en-US" sz="24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15616" y="1772816"/>
            <a:ext cx="6984776" cy="44056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/>
              <a:t>3</a:t>
            </a:r>
            <a:r>
              <a:rPr lang="en-US" altLang="ko-KR" sz="2400" dirty="0" smtClean="0"/>
              <a:t>.App.js</a:t>
            </a:r>
            <a:endParaRPr lang="ko-KR" altLang="en-US" sz="2400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59632" y="1340768"/>
            <a:ext cx="6677025" cy="4848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 smtClean="0"/>
              <a:t>4.index.js</a:t>
            </a:r>
            <a:endParaRPr lang="ko-KR" altLang="en-US" sz="2400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7544" y="1196752"/>
            <a:ext cx="8343900" cy="4914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 smtClean="0"/>
              <a:t>5.</a:t>
            </a:r>
            <a:r>
              <a:rPr lang="ko-KR" altLang="en-US" sz="2400" dirty="0" smtClean="0"/>
              <a:t>연결시킬 컴포넌트들</a:t>
            </a:r>
            <a:r>
              <a:rPr lang="en-US" altLang="ko-KR" sz="2400" dirty="0" smtClean="0"/>
              <a:t>(</a:t>
            </a:r>
            <a:r>
              <a:rPr lang="en-US" altLang="ko-KR" sz="2400" dirty="0" err="1" smtClean="0"/>
              <a:t>About,Home,Contact</a:t>
            </a:r>
            <a:r>
              <a:rPr lang="en-US" altLang="ko-KR" sz="2400" dirty="0" smtClean="0"/>
              <a:t>)</a:t>
            </a:r>
            <a:endParaRPr lang="ko-KR" altLang="en-US" sz="2400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5536" y="1484784"/>
            <a:ext cx="4154308" cy="2592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788024" y="1484784"/>
            <a:ext cx="4054665" cy="24296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483768" y="4149080"/>
            <a:ext cx="4676775" cy="24433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 smtClean="0"/>
              <a:t>6.</a:t>
            </a:r>
            <a:r>
              <a:rPr lang="ko-KR" altLang="en-US" sz="2400" dirty="0" smtClean="0"/>
              <a:t>최종 실행 결과</a:t>
            </a:r>
            <a:endParaRPr lang="ko-KR" altLang="en-US" sz="2400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55776" y="1844824"/>
            <a:ext cx="4097238" cy="32414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93</TotalTime>
  <Words>27</Words>
  <Application>Microsoft Office PowerPoint</Application>
  <PresentationFormat>화면 슬라이드 쇼(4:3)</PresentationFormat>
  <Paragraphs>7</Paragraphs>
  <Slides>7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8" baseType="lpstr">
      <vt:lpstr>Office 테마</vt:lpstr>
      <vt:lpstr>React Router</vt:lpstr>
      <vt:lpstr>1.React Router 설치(npm install react-router@3.0.5)</vt:lpstr>
      <vt:lpstr>2.node_modules/react-router 설치 확인</vt:lpstr>
      <vt:lpstr>3.App.js</vt:lpstr>
      <vt:lpstr>4.index.js</vt:lpstr>
      <vt:lpstr>5.연결시킬 컴포넌트들(About,Home,Contact)</vt:lpstr>
      <vt:lpstr>6.최종 실행 결과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React Router</dc:title>
  <dc:creator>이연수님</dc:creator>
  <cp:lastModifiedBy>이연수님</cp:lastModifiedBy>
  <cp:revision>4</cp:revision>
  <dcterms:created xsi:type="dcterms:W3CDTF">2017-09-28T15:16:20Z</dcterms:created>
  <dcterms:modified xsi:type="dcterms:W3CDTF">2017-09-28T16:49:36Z</dcterms:modified>
</cp:coreProperties>
</file>