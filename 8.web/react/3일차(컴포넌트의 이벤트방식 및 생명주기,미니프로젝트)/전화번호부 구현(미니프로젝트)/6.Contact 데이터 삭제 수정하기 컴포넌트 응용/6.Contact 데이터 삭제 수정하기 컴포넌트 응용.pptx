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Contact </a:t>
            </a:r>
            <a:r>
              <a:rPr lang="ko-KR" altLang="en-US" sz="3200" dirty="0" smtClean="0"/>
              <a:t>데이터 </a:t>
            </a:r>
            <a:r>
              <a:rPr lang="ko-KR" altLang="en-US" sz="3200" dirty="0" smtClean="0"/>
              <a:t>삭제</a:t>
            </a:r>
            <a:r>
              <a:rPr lang="en-US" altLang="ko-KR" sz="3200" dirty="0" smtClean="0"/>
              <a:t>,</a:t>
            </a:r>
            <a:r>
              <a:rPr lang="ko-KR" altLang="en-US" sz="3200" dirty="0" smtClean="0"/>
              <a:t>수정하기 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ko-KR" altLang="en-US" sz="3200" dirty="0" smtClean="0"/>
              <a:t>컴포넌트 </a:t>
            </a:r>
            <a:r>
              <a:rPr lang="ko-KR" altLang="en-US" sz="3200" dirty="0" smtClean="0"/>
              <a:t>응용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1.ContactDetail </a:t>
            </a:r>
            <a:r>
              <a:rPr lang="ko-KR" altLang="en-US" sz="2400" dirty="0" smtClean="0"/>
              <a:t>작업</a:t>
            </a:r>
            <a:r>
              <a:rPr lang="en-US" altLang="ko-KR" sz="2400" dirty="0" smtClean="0"/>
              <a:t>(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랜더링에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버튼을 추가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6176" y="2636912"/>
            <a:ext cx="2592288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12776"/>
            <a:ext cx="546735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932040" y="407707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3563888" y="4509120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419872" y="5229200"/>
            <a:ext cx="211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랜더링하는</a:t>
            </a:r>
            <a:r>
              <a:rPr lang="ko-KR" altLang="en-US" b="1" dirty="0" smtClean="0">
                <a:solidFill>
                  <a:srgbClr val="FF0000"/>
                </a:solidFill>
              </a:rPr>
              <a:t> 부분에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버튼을 하나 추가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시킨뒤</a:t>
            </a:r>
            <a:r>
              <a:rPr lang="ko-KR" altLang="en-US" b="1" dirty="0" smtClean="0">
                <a:solidFill>
                  <a:srgbClr val="FF0000"/>
                </a:solidFill>
              </a:rPr>
              <a:t> 확인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24128" y="1772816"/>
            <a:ext cx="3419872" cy="692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2.Contact </a:t>
            </a:r>
            <a:r>
              <a:rPr lang="ko-KR" altLang="en-US" sz="2400" dirty="0" smtClean="0"/>
              <a:t>작업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68760"/>
            <a:ext cx="7327181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 rot="2340259">
            <a:off x="5227847" y="375549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076056" y="4221088"/>
            <a:ext cx="3751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ContactDetail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컴포넌트에게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onRemove</a:t>
            </a:r>
            <a:r>
              <a:rPr lang="ko-KR" altLang="en-US" b="1" dirty="0" smtClean="0">
                <a:solidFill>
                  <a:srgbClr val="FF0000"/>
                </a:solidFill>
              </a:rPr>
              <a:t>라는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전달한다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3.ContactDetail</a:t>
            </a:r>
            <a:r>
              <a:rPr lang="ko-KR" altLang="en-US" sz="2400" dirty="0" smtClean="0"/>
              <a:t>에서 버튼클릭이벤트 연결</a:t>
            </a:r>
            <a:r>
              <a:rPr lang="en-US" altLang="ko-KR" sz="2400" dirty="0" smtClean="0"/>
              <a:t>(props</a:t>
            </a:r>
            <a:r>
              <a:rPr lang="ko-KR" altLang="en-US" sz="2400" dirty="0" smtClean="0"/>
              <a:t>를 이용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00808"/>
            <a:ext cx="6491858" cy="4757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</a:t>
            </a:r>
            <a:r>
              <a:rPr lang="ko-KR" altLang="en-US" sz="2400" dirty="0" smtClean="0"/>
              <a:t>항목 삭제 실행 결과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132856"/>
            <a:ext cx="414337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4572000" y="3429000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0152" y="2348880"/>
            <a:ext cx="2771775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724128" y="5013176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테스트항목이 삭제된 모습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3928" y="5589240"/>
            <a:ext cx="4897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단점은 선택하지 않아도 삭제버튼을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누른경우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삭제가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아래쪽 화살표 8"/>
          <p:cNvSpPr/>
          <p:nvPr/>
        </p:nvSpPr>
        <p:spPr>
          <a:xfrm rot="2078059">
            <a:off x="4932040" y="5013176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5.Contact(</a:t>
            </a:r>
            <a:r>
              <a:rPr lang="en-US" altLang="ko-KR" sz="2400" dirty="0" err="1" smtClean="0"/>
              <a:t>handleRemove</a:t>
            </a:r>
            <a:r>
              <a:rPr lang="en-US" altLang="ko-KR" sz="2400" dirty="0" smtClean="0"/>
              <a:t>()</a:t>
            </a:r>
            <a:r>
              <a:rPr lang="ko-KR" altLang="en-US" sz="2400" dirty="0" smtClean="0"/>
              <a:t>수정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3933056"/>
            <a:ext cx="371475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268760"/>
            <a:ext cx="474345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2597878">
            <a:off x="4522420" y="3701942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411760" y="4005064"/>
            <a:ext cx="2046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내용을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추가한후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n</a:t>
            </a:r>
            <a:r>
              <a:rPr lang="en-US" altLang="ko-KR" b="1" dirty="0" err="1" smtClean="0">
                <a:solidFill>
                  <a:srgbClr val="FF0000"/>
                </a:solidFill>
              </a:rPr>
              <a:t>pm</a:t>
            </a:r>
            <a:r>
              <a:rPr lang="en-US" altLang="ko-KR" b="1" dirty="0" smtClean="0">
                <a:solidFill>
                  <a:srgbClr val="FF0000"/>
                </a:solidFill>
              </a:rPr>
              <a:t> start</a:t>
            </a:r>
            <a:r>
              <a:rPr lang="ko-KR" altLang="en-US" b="1" dirty="0" smtClean="0">
                <a:solidFill>
                  <a:srgbClr val="FF0000"/>
                </a:solidFill>
              </a:rPr>
              <a:t>로 확인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6.Contact</a:t>
            </a:r>
            <a:r>
              <a:rPr lang="ko-KR" altLang="en-US" sz="2400" dirty="0" smtClean="0"/>
              <a:t>수정</a:t>
            </a:r>
            <a:r>
              <a:rPr lang="en-US" altLang="ko-KR" sz="2400" dirty="0" smtClean="0"/>
              <a:t>(edit</a:t>
            </a:r>
            <a:r>
              <a:rPr lang="ko-KR" altLang="en-US" sz="2400" dirty="0" smtClean="0"/>
              <a:t>버튼 생성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05675" y="2492896"/>
            <a:ext cx="183832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708920"/>
            <a:ext cx="60769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03648" y="2060848"/>
            <a:ext cx="566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ContactDetail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smtClean="0">
                <a:solidFill>
                  <a:srgbClr val="FF0000"/>
                </a:solidFill>
              </a:rPr>
              <a:t>&lt;p&gt;</a:t>
            </a:r>
            <a:r>
              <a:rPr lang="ko-KR" altLang="en-US" b="1" dirty="0" smtClean="0">
                <a:solidFill>
                  <a:srgbClr val="FF0000"/>
                </a:solidFill>
              </a:rPr>
              <a:t>태그로 감싸게 </a:t>
            </a:r>
            <a:r>
              <a:rPr lang="en-US" altLang="ko-KR" b="1" dirty="0" smtClean="0">
                <a:solidFill>
                  <a:srgbClr val="FF0000"/>
                </a:solidFill>
              </a:rPr>
              <a:t>edit</a:t>
            </a:r>
            <a:r>
              <a:rPr lang="ko-KR" altLang="en-US" b="1" dirty="0" smtClean="0">
                <a:solidFill>
                  <a:srgbClr val="FF0000"/>
                </a:solidFill>
              </a:rPr>
              <a:t>버튼을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6588224" y="3501008"/>
            <a:ext cx="432048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7.ContactDetail(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생성자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,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handleToggle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메서드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추가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280" y="3645024"/>
            <a:ext cx="1800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5301208"/>
            <a:ext cx="521017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아래쪽 화살표 6"/>
          <p:cNvSpPr/>
          <p:nvPr/>
        </p:nvSpPr>
        <p:spPr>
          <a:xfrm rot="1832231">
            <a:off x="4094029" y="537601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0" y="4725144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위의 이벤트 연결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시킨후</a:t>
            </a:r>
            <a:r>
              <a:rPr lang="ko-KR" altLang="en-US" b="1" dirty="0" smtClean="0">
                <a:solidFill>
                  <a:srgbClr val="FF0000"/>
                </a:solidFill>
              </a:rPr>
              <a:t> 실행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1268760"/>
            <a:ext cx="4962525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오른쪽 화살표 9"/>
          <p:cNvSpPr/>
          <p:nvPr/>
        </p:nvSpPr>
        <p:spPr>
          <a:xfrm>
            <a:off x="6084168" y="4149080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</a:t>
            </a:r>
            <a:r>
              <a:rPr lang="ko-KR" altLang="en-US" sz="2400" dirty="0" err="1" smtClean="0"/>
              <a:t>토글버튼에</a:t>
            </a:r>
            <a:r>
              <a:rPr lang="ko-KR" altLang="en-US" sz="2400" dirty="0" smtClean="0"/>
              <a:t> 따른 화면전환기능구현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700808"/>
            <a:ext cx="2674277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2280" y="5157192"/>
            <a:ext cx="167640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7020272" y="4005064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804248" y="4437112"/>
            <a:ext cx="2343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항목이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번갈아가면서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보이게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1484784"/>
            <a:ext cx="4289058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0032" y="5445224"/>
            <a:ext cx="1247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오른쪽 화살표 9"/>
          <p:cNvSpPr/>
          <p:nvPr/>
        </p:nvSpPr>
        <p:spPr>
          <a:xfrm>
            <a:off x="6300192" y="5733256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5536" y="5229200"/>
            <a:ext cx="4096103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9.ContactDetail</a:t>
            </a:r>
            <a:r>
              <a:rPr lang="ko-KR" altLang="en-US" sz="2400" dirty="0" smtClean="0"/>
              <a:t>의 편집부분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4941168"/>
            <a:ext cx="33242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412776"/>
            <a:ext cx="555307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2945377">
            <a:off x="5292080" y="443711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>
            <a:off x="5076056" y="5445224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627784" y="5517232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아직 입력은 되지를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않는다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10.ContactDetail(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편집이 가능하도록 설정</a:t>
            </a:r>
            <a:r>
              <a:rPr lang="en-US" altLang="ko-KR" sz="2400" dirty="0" smtClean="0"/>
              <a:t>)(1)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95975" y="3501008"/>
            <a:ext cx="32480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988840"/>
            <a:ext cx="470535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555776" y="2276872"/>
            <a:ext cx="593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handleChange</a:t>
            </a:r>
            <a:r>
              <a:rPr lang="en-US" altLang="ko-KR" b="1" dirty="0" smtClean="0">
                <a:solidFill>
                  <a:srgbClr val="FF0000"/>
                </a:solidFill>
              </a:rPr>
              <a:t>()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ContactCreate</a:t>
            </a:r>
            <a:r>
              <a:rPr lang="ko-KR" altLang="en-US" b="1" dirty="0" smtClean="0">
                <a:solidFill>
                  <a:srgbClr val="FF0000"/>
                </a:solidFill>
              </a:rPr>
              <a:t>클래스에서 복사해서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연결시킨뒤</a:t>
            </a:r>
            <a:r>
              <a:rPr lang="ko-KR" altLang="en-US" b="1" dirty="0" smtClean="0">
                <a:solidFill>
                  <a:srgbClr val="FF0000"/>
                </a:solidFill>
              </a:rPr>
              <a:t> 실행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6948264" y="2852936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11.ContactDetail</a:t>
            </a: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편집이 가능하도록 설정</a:t>
            </a:r>
            <a:r>
              <a:rPr lang="en-US" altLang="ko-KR" sz="2400" dirty="0" smtClean="0"/>
              <a:t>)(2)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2924944"/>
            <a:ext cx="1676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 rot="2625361">
            <a:off x="6220686" y="4824549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5229200"/>
            <a:ext cx="324802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300192" y="3645024"/>
            <a:ext cx="2808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항목을 선택한 상태에서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Edit</a:t>
            </a:r>
            <a:r>
              <a:rPr lang="ko-KR" altLang="en-US" b="1" dirty="0" smtClean="0">
                <a:solidFill>
                  <a:srgbClr val="FF0000"/>
                </a:solidFill>
              </a:rPr>
              <a:t>버튼을 누르면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Input box</a:t>
            </a:r>
            <a:r>
              <a:rPr lang="ko-KR" altLang="en-US" b="1" dirty="0" smtClean="0">
                <a:solidFill>
                  <a:srgbClr val="FF0000"/>
                </a:solidFill>
              </a:rPr>
              <a:t>에 데이터 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1628800"/>
            <a:ext cx="435597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827584" y="5445224"/>
            <a:ext cx="3900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handleToggle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메서드에</a:t>
            </a:r>
            <a:r>
              <a:rPr lang="ko-KR" altLang="en-US" b="1" dirty="0" smtClean="0">
                <a:solidFill>
                  <a:srgbClr val="FF0000"/>
                </a:solidFill>
              </a:rPr>
              <a:t> 위의 부분을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추가한</a:t>
            </a:r>
            <a:r>
              <a:rPr lang="ko-KR" altLang="en-US" b="1" dirty="0" smtClean="0">
                <a:solidFill>
                  <a:srgbClr val="FF0000"/>
                </a:solidFill>
              </a:rPr>
              <a:t>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8264" y="4941168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solidFill>
                  <a:srgbClr val="002060"/>
                </a:solidFill>
              </a:rPr>
              <a:t>아직수정은</a:t>
            </a:r>
            <a:r>
              <a:rPr lang="ko-KR" altLang="en-US" dirty="0" smtClean="0">
                <a:solidFill>
                  <a:srgbClr val="002060"/>
                </a:solidFill>
              </a:rPr>
              <a:t> </a:t>
            </a:r>
            <a:r>
              <a:rPr lang="ko-KR" altLang="en-US" dirty="0" err="1" smtClean="0">
                <a:solidFill>
                  <a:srgbClr val="002060"/>
                </a:solidFill>
              </a:rPr>
              <a:t>안된다</a:t>
            </a:r>
            <a:endParaRPr lang="ko-KR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12.ContactDetail</a:t>
            </a: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편집이 가능하도록 설정</a:t>
            </a:r>
            <a:r>
              <a:rPr lang="en-US" altLang="ko-KR" sz="2400" dirty="0" smtClean="0"/>
              <a:t>)(3)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450532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068960"/>
            <a:ext cx="49053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3563888" y="3933056"/>
            <a:ext cx="360040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811369" y="4437112"/>
            <a:ext cx="633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Contactc</a:t>
            </a:r>
            <a:r>
              <a:rPr lang="ko-KR" altLang="en-US" b="1" dirty="0" smtClean="0">
                <a:solidFill>
                  <a:srgbClr val="FF0000"/>
                </a:solidFill>
              </a:rPr>
              <a:t>클래스로 이동해서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ContactDetail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800" y="5085184"/>
            <a:ext cx="5328592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102846" y="5877272"/>
            <a:ext cx="3177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onEdit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로 전달한다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이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handleEdit</a:t>
            </a:r>
            <a:r>
              <a:rPr lang="ko-KR" altLang="en-US" b="1" dirty="0" smtClean="0">
                <a:solidFill>
                  <a:srgbClr val="FF0000"/>
                </a:solidFill>
              </a:rPr>
              <a:t>를 호출하도록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13.ContactDetail</a:t>
            </a: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편집이 가능하도록 설정</a:t>
            </a:r>
            <a:r>
              <a:rPr lang="en-US" altLang="ko-KR" sz="2400" dirty="0" smtClean="0"/>
              <a:t>)(4)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060848"/>
            <a:ext cx="7443855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707904" y="2636912"/>
            <a:ext cx="451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defaultProps</a:t>
            </a:r>
            <a:r>
              <a:rPr lang="ko-KR" altLang="en-US" b="1" dirty="0" smtClean="0">
                <a:solidFill>
                  <a:srgbClr val="FF0000"/>
                </a:solidFill>
              </a:rPr>
              <a:t>속성과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propTypes</a:t>
            </a:r>
            <a:r>
              <a:rPr lang="ko-KR" altLang="en-US" b="1" dirty="0" smtClean="0">
                <a:solidFill>
                  <a:srgbClr val="FF0000"/>
                </a:solidFill>
              </a:rPr>
              <a:t>속성 설정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dirty="0" smtClean="0"/>
              <a:t>수정이 되는지 최종 실습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1340768"/>
            <a:ext cx="30765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6948264" y="3573016"/>
            <a:ext cx="360040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4077072"/>
            <a:ext cx="195376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844824"/>
            <a:ext cx="4978269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197</Words>
  <Application>Microsoft Office PowerPoint</Application>
  <PresentationFormat>화면 슬라이드 쇼(4:3)</PresentationFormat>
  <Paragraphs>44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Contact 데이터 삭제,수정하기  컴포넌트 응용</vt:lpstr>
      <vt:lpstr>1.ContactDetail 작업(랜더링에 버튼을 추가)</vt:lpstr>
      <vt:lpstr>2.Contact 작업</vt:lpstr>
      <vt:lpstr>3.ContactDetail에서 버튼클릭이벤트 연결(props를 이용)</vt:lpstr>
      <vt:lpstr>4.항목 삭제 실행 결과</vt:lpstr>
      <vt:lpstr>5.Contact(handleRemove()수정)</vt:lpstr>
      <vt:lpstr>6.Contact수정(edit버튼 생성)</vt:lpstr>
      <vt:lpstr>7.ContactDetail(생성자, handleToggle메서드 추가)</vt:lpstr>
      <vt:lpstr>8.토글버튼에 따른 화면전환기능구현</vt:lpstr>
      <vt:lpstr>9.ContactDetail의 편집부분</vt:lpstr>
      <vt:lpstr>10.ContactDetail(편집이 가능하도록 설정)(1)</vt:lpstr>
      <vt:lpstr>11.ContactDetail(편집이 가능하도록 설정)(2)</vt:lpstr>
      <vt:lpstr>12.ContactDetail(편집이 가능하도록 설정)(3)</vt:lpstr>
      <vt:lpstr>13.ContactDetail(편집이 가능하도록 설정)(4)</vt:lpstr>
      <vt:lpstr>14.수정이 되는지 최종 실습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데이터 삭제 수정하기  컴포넌트 응용</dc:title>
  <dc:creator>Microsoft Corporation</dc:creator>
  <cp:lastModifiedBy>이연수님</cp:lastModifiedBy>
  <cp:revision>36</cp:revision>
  <dcterms:created xsi:type="dcterms:W3CDTF">2006-10-05T04:04:58Z</dcterms:created>
  <dcterms:modified xsi:type="dcterms:W3CDTF">2017-07-26T16:42:21Z</dcterms:modified>
</cp:coreProperties>
</file>