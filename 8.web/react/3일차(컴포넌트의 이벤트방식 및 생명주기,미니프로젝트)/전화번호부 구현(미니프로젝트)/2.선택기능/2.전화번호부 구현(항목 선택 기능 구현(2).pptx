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6BCD4-FB31-4A2C-9C37-B28360128F31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1B849-CC78-437C-96C8-DB89D9836F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전화번호부 구현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선택 기능 구현</a:t>
            </a:r>
            <a:r>
              <a:rPr lang="en-US" altLang="ko-KR" sz="2800" dirty="0" smtClean="0"/>
              <a:t>)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1.ContactInfo</a:t>
            </a:r>
            <a:r>
              <a:rPr lang="ko-KR" altLang="en-US" sz="2400" dirty="0" smtClean="0"/>
              <a:t>의 전화번호 부분삭제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340768"/>
            <a:ext cx="55435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5868144" y="3356992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4149080"/>
            <a:ext cx="5472608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644008" y="3789040"/>
            <a:ext cx="456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 부분은 삭제한다</a:t>
            </a:r>
            <a:r>
              <a:rPr lang="en-US" altLang="ko-KR" b="1" dirty="0" smtClean="0">
                <a:solidFill>
                  <a:srgbClr val="FF0000"/>
                </a:solidFill>
              </a:rPr>
              <a:t>. </a:t>
            </a:r>
            <a:r>
              <a:rPr lang="ko-KR" altLang="en-US" b="1" dirty="0" smtClean="0">
                <a:solidFill>
                  <a:srgbClr val="FF0000"/>
                </a:solidFill>
              </a:rPr>
              <a:t>이름만 보여주기 위해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2.(Contact.js) Contact click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method</a:t>
            </a:r>
            <a:r>
              <a:rPr lang="ko-KR" altLang="en-US" sz="2400" dirty="0" smtClean="0"/>
              <a:t> 작성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0768"/>
            <a:ext cx="843915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3.contact.js</a:t>
            </a:r>
            <a:r>
              <a:rPr lang="ko-KR" altLang="en-US" sz="2400" dirty="0" smtClean="0"/>
              <a:t>의 </a:t>
            </a:r>
            <a:r>
              <a:rPr lang="en-US" altLang="ko-KR" sz="2400" dirty="0" smtClean="0"/>
              <a:t>render()</a:t>
            </a:r>
            <a:r>
              <a:rPr lang="ko-KR" altLang="en-US" sz="2400" dirty="0" smtClean="0"/>
              <a:t>수정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268760"/>
            <a:ext cx="8705850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아래쪽 화살표 3"/>
          <p:cNvSpPr/>
          <p:nvPr/>
        </p:nvSpPr>
        <p:spPr>
          <a:xfrm rot="18317513">
            <a:off x="4374231" y="4058537"/>
            <a:ext cx="576064" cy="5191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843977" y="4581128"/>
            <a:ext cx="430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ContactInfo</a:t>
            </a:r>
            <a:r>
              <a:rPr lang="ko-KR" altLang="en-US" b="1" dirty="0" smtClean="0">
                <a:solidFill>
                  <a:srgbClr val="FF0000"/>
                </a:solidFill>
              </a:rPr>
              <a:t>에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통해서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onClick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이 전달이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4.ContactInfor.js</a:t>
            </a:r>
            <a:r>
              <a:rPr lang="ko-KR" altLang="en-US" sz="2400" dirty="0" smtClean="0"/>
              <a:t>에서의 </a:t>
            </a:r>
            <a:r>
              <a:rPr lang="en-US" altLang="ko-KR" sz="2400" dirty="0" err="1" smtClean="0"/>
              <a:t>onclick</a:t>
            </a:r>
            <a:r>
              <a:rPr lang="ko-KR" altLang="en-US" sz="2400" dirty="0" err="1" smtClean="0"/>
              <a:t>메서드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props</a:t>
            </a:r>
            <a:r>
              <a:rPr lang="ko-KR" altLang="en-US" sz="2400" dirty="0" smtClean="0"/>
              <a:t>를 통해 연결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66750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339752" y="4221088"/>
            <a:ext cx="626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Contact(</a:t>
            </a:r>
            <a:r>
              <a:rPr lang="ko-KR" altLang="en-US" b="1" dirty="0" smtClean="0">
                <a:solidFill>
                  <a:srgbClr val="FF0000"/>
                </a:solidFill>
              </a:rPr>
              <a:t>부모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부터</a:t>
            </a:r>
            <a:r>
              <a:rPr lang="ko-KR" altLang="en-US" b="1" dirty="0" smtClean="0">
                <a:solidFill>
                  <a:srgbClr val="FF0000"/>
                </a:solidFill>
              </a:rPr>
              <a:t> 전달받은</a:t>
            </a:r>
            <a:r>
              <a:rPr lang="en-US" altLang="ko-KR" b="1" dirty="0" smtClean="0">
                <a:solidFill>
                  <a:srgbClr val="FF0000"/>
                </a:solidFill>
              </a:rPr>
              <a:t> 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이용해서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onClick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처리한다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위의 항목을 선택 시 선택된 인덱스번호 출력되는지 확인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ko-KR" altLang="en-US" sz="2400" dirty="0" smtClean="0"/>
              <a:t>중간 점검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 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844824"/>
            <a:ext cx="5112568" cy="4245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6.ContactDetail.js </a:t>
            </a:r>
            <a:r>
              <a:rPr lang="ko-KR" altLang="en-US" sz="2400" dirty="0" smtClean="0"/>
              <a:t>파일을 생성하고 </a:t>
            </a:r>
            <a:r>
              <a:rPr lang="en-US" altLang="ko-KR" sz="2400" dirty="0" smtClean="0"/>
              <a:t>Contacts</a:t>
            </a:r>
            <a:r>
              <a:rPr lang="ko-KR" altLang="en-US" sz="2400" dirty="0" smtClean="0"/>
              <a:t>로 </a:t>
            </a:r>
            <a:r>
              <a:rPr lang="en-US" altLang="ko-KR" sz="2400" dirty="0" smtClean="0"/>
              <a:t>import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412776"/>
            <a:ext cx="5629275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4067944" y="2852936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3284984"/>
            <a:ext cx="50196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아래쪽 화살표 6"/>
          <p:cNvSpPr/>
          <p:nvPr/>
        </p:nvSpPr>
        <p:spPr>
          <a:xfrm>
            <a:off x="4067944" y="4365104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1680" y="4797152"/>
            <a:ext cx="5328593" cy="2060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오른쪽 화살표 8"/>
          <p:cNvSpPr/>
          <p:nvPr/>
        </p:nvSpPr>
        <p:spPr>
          <a:xfrm rot="19735287">
            <a:off x="6631559" y="5176026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264" y="2996952"/>
            <a:ext cx="19431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7.ContactDetails</a:t>
            </a:r>
            <a:r>
              <a:rPr lang="ko-KR" altLang="en-US" sz="2400" dirty="0" smtClean="0"/>
              <a:t>에 선택 유무 체크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340768"/>
            <a:ext cx="60579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4211960" y="3933056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5085184"/>
            <a:ext cx="4968552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691680" y="4293096"/>
            <a:ext cx="6849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b="1" dirty="0" smtClean="0">
                <a:solidFill>
                  <a:srgbClr val="FF0000"/>
                </a:solidFill>
              </a:rPr>
              <a:t>에서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통해서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전달할값은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isSelected</a:t>
            </a:r>
            <a:r>
              <a:rPr lang="ko-KR" altLang="en-US" b="1" dirty="0" smtClean="0">
                <a:solidFill>
                  <a:srgbClr val="FF0000"/>
                </a:solidFill>
              </a:rPr>
              <a:t>로 지정하고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selectedKey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-1</a:t>
            </a:r>
            <a:r>
              <a:rPr lang="ko-KR" altLang="en-US" b="1" dirty="0" smtClean="0">
                <a:solidFill>
                  <a:srgbClr val="FF0000"/>
                </a:solidFill>
              </a:rPr>
              <a:t>이 아닌경우에는 선택한 경우이다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8.ContactDetails</a:t>
            </a:r>
            <a:r>
              <a:rPr lang="ko-KR" altLang="en-US" sz="2400" dirty="0" smtClean="0"/>
              <a:t>에 선택 유무 체크 실행결과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204864"/>
            <a:ext cx="18573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4067944" y="3140968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1988840"/>
            <a:ext cx="215265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588224" y="2996952"/>
            <a:ext cx="2620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항목을 선택하면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Selected</a:t>
            </a:r>
            <a:r>
              <a:rPr lang="ko-KR" altLang="en-US" b="1" dirty="0" smtClean="0">
                <a:solidFill>
                  <a:srgbClr val="FF0000"/>
                </a:solidFill>
              </a:rPr>
              <a:t>라고 변경된다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9.Contact</a:t>
            </a:r>
            <a:r>
              <a:rPr lang="ko-KR" altLang="en-US" sz="2400" dirty="0" smtClean="0"/>
              <a:t>의 값을 </a:t>
            </a:r>
            <a:r>
              <a:rPr lang="en-US" altLang="ko-KR" sz="2400" dirty="0" err="1" smtClean="0"/>
              <a:t>contactDetail</a:t>
            </a:r>
            <a:r>
              <a:rPr lang="ko-KR" altLang="en-US" sz="2400" dirty="0" smtClean="0"/>
              <a:t>로 전달하기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50958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259632" y="1340768"/>
            <a:ext cx="5187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b="1" dirty="0" smtClean="0">
                <a:solidFill>
                  <a:srgbClr val="FF0000"/>
                </a:solidFill>
              </a:rPr>
              <a:t>에서 다음과 같이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selectedKey</a:t>
            </a:r>
            <a:r>
              <a:rPr lang="ko-KR" altLang="en-US" b="1" dirty="0" smtClean="0">
                <a:solidFill>
                  <a:srgbClr val="FF0000"/>
                </a:solidFill>
              </a:rPr>
              <a:t>값을 전달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3789040"/>
            <a:ext cx="7239000" cy="2766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아래쪽 화살표 6"/>
          <p:cNvSpPr/>
          <p:nvPr/>
        </p:nvSpPr>
        <p:spPr>
          <a:xfrm>
            <a:off x="4716016" y="3140968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436096" y="2924944"/>
            <a:ext cx="3182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항목을 선택하지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않았을경우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값 오류가 발생을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10.ContactDetails</a:t>
            </a:r>
            <a:r>
              <a:rPr lang="ko-KR" altLang="en-US" sz="2400" dirty="0" smtClean="0"/>
              <a:t>추가 코딩완료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556792"/>
            <a:ext cx="6915150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최종 실행 결과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91225" y="2924944"/>
            <a:ext cx="3152775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204864"/>
            <a:ext cx="52387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3491880" y="4581128"/>
            <a:ext cx="64807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331640" y="5085184"/>
            <a:ext cx="44358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Contact</a:t>
            </a:r>
            <a:r>
              <a:rPr lang="ko-KR" altLang="en-US" b="1" dirty="0" smtClean="0">
                <a:solidFill>
                  <a:srgbClr val="FF0000"/>
                </a:solidFill>
              </a:rPr>
              <a:t>의 위의 </a:t>
            </a:r>
            <a:r>
              <a:rPr lang="en-US" altLang="ko-KR" b="1" dirty="0" smtClean="0">
                <a:solidFill>
                  <a:srgbClr val="FF0000"/>
                </a:solidFill>
              </a:rPr>
              <a:t>render()</a:t>
            </a:r>
            <a:r>
              <a:rPr lang="ko-KR" altLang="en-US" b="1" dirty="0" smtClean="0">
                <a:solidFill>
                  <a:srgbClr val="FF0000"/>
                </a:solidFill>
              </a:rPr>
              <a:t>중에서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Data=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data.sort</a:t>
            </a:r>
            <a:r>
              <a:rPr lang="en-US" altLang="ko-KR" b="1" dirty="0" smtClean="0">
                <a:solidFill>
                  <a:srgbClr val="FF0000"/>
                </a:solidFill>
              </a:rPr>
              <a:t>()</a:t>
            </a:r>
            <a:r>
              <a:rPr lang="ko-KR" altLang="en-US" b="1" dirty="0" smtClean="0">
                <a:solidFill>
                  <a:srgbClr val="FF0000"/>
                </a:solidFill>
              </a:rPr>
              <a:t>을 주석처리해야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원하는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항목선택시</a:t>
            </a:r>
            <a:r>
              <a:rPr lang="ko-KR" altLang="en-US" b="1" dirty="0" smtClean="0">
                <a:solidFill>
                  <a:srgbClr val="FF0000"/>
                </a:solidFill>
              </a:rPr>
              <a:t> 아래에 제대로 출력이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158</Words>
  <Application>Microsoft Office PowerPoint</Application>
  <PresentationFormat>화면 슬라이드 쇼(4:3)</PresentationFormat>
  <Paragraphs>28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전화번호부 구현(선택 기능 구현)</vt:lpstr>
      <vt:lpstr>1.ContactInfo의 전화번호 부분삭제</vt:lpstr>
      <vt:lpstr>2.(Contact.js) Contact click method 작성</vt:lpstr>
      <vt:lpstr>3.contact.js의 render()수정</vt:lpstr>
      <vt:lpstr>4.ContactInfor.js에서의 onclick메서드 props를 통해 연결</vt:lpstr>
      <vt:lpstr>5.위의 항목을 선택 시 선택된 인덱스번호 출력되는지 확인 (중간 점검) </vt:lpstr>
      <vt:lpstr>6.ContactDetail.js 파일을 생성하고 Contacts로 import</vt:lpstr>
      <vt:lpstr>7.ContactDetails에 선택 유무 체크</vt:lpstr>
      <vt:lpstr>8.ContactDetails에 선택 유무 체크 실행결과</vt:lpstr>
      <vt:lpstr>9.Contact의 값을 contactDetail로 전달하기</vt:lpstr>
      <vt:lpstr>10.ContactDetails추가 코딩완료</vt:lpstr>
      <vt:lpstr>최종 실행 결과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전화번호부 구현(추가,수정,삭제)</dc:title>
  <dc:creator>이연수님</dc:creator>
  <cp:lastModifiedBy>이연수님</cp:lastModifiedBy>
  <cp:revision>24</cp:revision>
  <dcterms:created xsi:type="dcterms:W3CDTF">2017-07-23T05:06:37Z</dcterms:created>
  <dcterms:modified xsi:type="dcterms:W3CDTF">2017-08-26T13:45:55Z</dcterms:modified>
</cp:coreProperties>
</file>