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63" r:id="rId5"/>
    <p:sldId id="264" r:id="rId6"/>
    <p:sldId id="260" r:id="rId7"/>
    <p:sldId id="278" r:id="rId8"/>
    <p:sldId id="277" r:id="rId9"/>
    <p:sldId id="279" r:id="rId10"/>
    <p:sldId id="276" r:id="rId11"/>
    <p:sldId id="280" r:id="rId12"/>
    <p:sldId id="284" r:id="rId13"/>
    <p:sldId id="281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23C7-13CB-4683-9993-1ED69AACEB31}" type="datetimeFigureOut">
              <a:rPr lang="ko-KR" altLang="en-US" smtClean="0"/>
              <a:pPr/>
              <a:t>2017-09-27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C75CE-F5B3-490C-96D0-57BA61E5E96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23C7-13CB-4683-9993-1ED69AACEB31}" type="datetimeFigureOut">
              <a:rPr lang="ko-KR" altLang="en-US" smtClean="0"/>
              <a:pPr/>
              <a:t>2017-09-27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C75CE-F5B3-490C-96D0-57BA61E5E96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23C7-13CB-4683-9993-1ED69AACEB31}" type="datetimeFigureOut">
              <a:rPr lang="ko-KR" altLang="en-US" smtClean="0"/>
              <a:pPr/>
              <a:t>2017-09-27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C75CE-F5B3-490C-96D0-57BA61E5E96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23C7-13CB-4683-9993-1ED69AACEB31}" type="datetimeFigureOut">
              <a:rPr lang="ko-KR" altLang="en-US" smtClean="0"/>
              <a:pPr/>
              <a:t>2017-09-27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C75CE-F5B3-490C-96D0-57BA61E5E96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23C7-13CB-4683-9993-1ED69AACEB31}" type="datetimeFigureOut">
              <a:rPr lang="ko-KR" altLang="en-US" smtClean="0"/>
              <a:pPr/>
              <a:t>2017-09-27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C75CE-F5B3-490C-96D0-57BA61E5E96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23C7-13CB-4683-9993-1ED69AACEB31}" type="datetimeFigureOut">
              <a:rPr lang="ko-KR" altLang="en-US" smtClean="0"/>
              <a:pPr/>
              <a:t>2017-09-27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C75CE-F5B3-490C-96D0-57BA61E5E96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23C7-13CB-4683-9993-1ED69AACEB31}" type="datetimeFigureOut">
              <a:rPr lang="ko-KR" altLang="en-US" smtClean="0"/>
              <a:pPr/>
              <a:t>2017-09-27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C75CE-F5B3-490C-96D0-57BA61E5E96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23C7-13CB-4683-9993-1ED69AACEB31}" type="datetimeFigureOut">
              <a:rPr lang="ko-KR" altLang="en-US" smtClean="0"/>
              <a:pPr/>
              <a:t>2017-09-27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C75CE-F5B3-490C-96D0-57BA61E5E96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23C7-13CB-4683-9993-1ED69AACEB31}" type="datetimeFigureOut">
              <a:rPr lang="ko-KR" altLang="en-US" smtClean="0"/>
              <a:pPr/>
              <a:t>2017-09-27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C75CE-F5B3-490C-96D0-57BA61E5E96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23C7-13CB-4683-9993-1ED69AACEB31}" type="datetimeFigureOut">
              <a:rPr lang="ko-KR" altLang="en-US" smtClean="0"/>
              <a:pPr/>
              <a:t>2017-09-27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C75CE-F5B3-490C-96D0-57BA61E5E96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723C7-13CB-4683-9993-1ED69AACEB31}" type="datetimeFigureOut">
              <a:rPr lang="ko-KR" altLang="en-US" smtClean="0"/>
              <a:pPr/>
              <a:t>2017-09-27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C75CE-F5B3-490C-96D0-57BA61E5E96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723C7-13CB-4683-9993-1ED69AACEB31}" type="datetimeFigureOut">
              <a:rPr lang="ko-KR" altLang="en-US" smtClean="0"/>
              <a:pPr/>
              <a:t>2017-09-27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C75CE-F5B3-490C-96D0-57BA61E5E96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</a:t>
            </a:r>
            <a:r>
              <a:rPr lang="ko-KR" altLang="en-US" dirty="0" smtClean="0"/>
              <a:t>전화번호부 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2060848"/>
            <a:ext cx="4554928" cy="35413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src</a:t>
            </a:r>
            <a:r>
              <a:rPr lang="en-US" altLang="ko-KR" dirty="0" smtClean="0"/>
              <a:t>/index.js </a:t>
            </a:r>
            <a:r>
              <a:rPr lang="ko-KR" altLang="en-US" dirty="0" smtClean="0"/>
              <a:t>파일 작성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916832"/>
            <a:ext cx="5305425" cy="2448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Components/contact.js</a:t>
            </a:r>
            <a:r>
              <a:rPr lang="ko-KR" altLang="en-US" sz="2400" dirty="0" smtClean="0"/>
              <a:t>파일 작성</a:t>
            </a:r>
            <a:r>
              <a:rPr lang="en-US" altLang="ko-KR" sz="2400" dirty="0" smtClean="0"/>
              <a:t>(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소스 변경 전</a:t>
            </a:r>
            <a:r>
              <a:rPr lang="en-US" altLang="ko-KR" sz="2400" dirty="0" smtClean="0"/>
              <a:t>)</a:t>
            </a:r>
            <a:endParaRPr lang="ko-KR" alt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844824"/>
            <a:ext cx="5400600" cy="3487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Components/contactInfo.js</a:t>
            </a:r>
            <a:r>
              <a:rPr lang="ko-KR" altLang="en-US" sz="2400" dirty="0" smtClean="0"/>
              <a:t>파일 작성</a:t>
            </a:r>
            <a:endParaRPr lang="ko-KR" altLang="en-US" sz="24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2060848"/>
            <a:ext cx="5972175" cy="3575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Components/App.js</a:t>
            </a:r>
            <a:r>
              <a:rPr lang="ko-KR" altLang="en-US" sz="2400" dirty="0" smtClean="0"/>
              <a:t>파일 작성</a:t>
            </a:r>
            <a:endParaRPr lang="ko-KR" altLang="en-US" sz="240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628800"/>
            <a:ext cx="7049461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컴포넌트 </a:t>
            </a:r>
            <a:r>
              <a:rPr lang="ko-KR" altLang="en-US" sz="2400" dirty="0" err="1" smtClean="0"/>
              <a:t>매핑전</a:t>
            </a:r>
            <a:r>
              <a:rPr lang="ko-KR" altLang="en-US" sz="2400" dirty="0" smtClean="0"/>
              <a:t> 실행결과 에러유발 되는 예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72816"/>
            <a:ext cx="776287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components/contact.js </a:t>
            </a:r>
            <a:r>
              <a:rPr lang="ko-KR" altLang="en-US" sz="2400" dirty="0" smtClean="0"/>
              <a:t>소스변경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844824"/>
            <a:ext cx="7086600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components/contact.js </a:t>
            </a:r>
            <a:r>
              <a:rPr lang="ko-KR" altLang="en-US" sz="2400" dirty="0" smtClean="0"/>
              <a:t>소스변경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628800"/>
            <a:ext cx="6775936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smtClean="0"/>
              <a:t>컴포넌트 </a:t>
            </a:r>
            <a:r>
              <a:rPr lang="ko-KR" altLang="en-US" sz="2400" dirty="0" err="1" smtClean="0"/>
              <a:t>매핑</a:t>
            </a:r>
            <a:r>
              <a:rPr lang="ko-KR" altLang="en-US" sz="2400" dirty="0" smtClean="0"/>
              <a:t> 최종 결과</a:t>
            </a:r>
            <a:endParaRPr lang="ko-KR" altLang="en-US" sz="24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988840"/>
            <a:ext cx="8353425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Contact</a:t>
            </a:r>
            <a:r>
              <a:rPr lang="ko-KR" altLang="en-US" sz="2400" dirty="0" smtClean="0"/>
              <a:t>의 검색기능 구현</a:t>
            </a:r>
            <a:r>
              <a:rPr lang="en-US" altLang="ko-KR" sz="2400" dirty="0" smtClean="0"/>
              <a:t>(1)</a:t>
            </a:r>
            <a:endParaRPr lang="ko-KR" altLang="en-US" sz="24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060848"/>
            <a:ext cx="8362950" cy="4176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Contact</a:t>
            </a:r>
            <a:r>
              <a:rPr lang="ko-KR" altLang="en-US" sz="2400" dirty="0" smtClean="0"/>
              <a:t>의 검색기능 구현</a:t>
            </a:r>
            <a:r>
              <a:rPr lang="en-US" altLang="ko-KR" sz="2400" dirty="0" smtClean="0"/>
              <a:t>(2)</a:t>
            </a:r>
            <a:endParaRPr lang="ko-KR" altLang="en-US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668369"/>
            <a:ext cx="8121153" cy="4462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Contact</a:t>
            </a:r>
            <a:r>
              <a:rPr lang="ko-KR" altLang="en-US" sz="2400" dirty="0" smtClean="0"/>
              <a:t>의 검색기능 구현</a:t>
            </a:r>
            <a:r>
              <a:rPr lang="en-US" altLang="ko-KR" sz="2400" dirty="0" smtClean="0"/>
              <a:t>(3)</a:t>
            </a:r>
            <a:endParaRPr lang="ko-KR" altLang="en-US" sz="24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412776"/>
            <a:ext cx="7953375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최종 검색 결과 실행</a:t>
            </a:r>
            <a:endParaRPr lang="ko-KR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628800"/>
            <a:ext cx="5040560" cy="2980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6176" y="1844824"/>
            <a:ext cx="1952625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오른쪽 화살표 5"/>
          <p:cNvSpPr/>
          <p:nvPr/>
        </p:nvSpPr>
        <p:spPr>
          <a:xfrm rot="19794354">
            <a:off x="5229067" y="2859643"/>
            <a:ext cx="432048" cy="4392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652120" y="3284984"/>
            <a:ext cx="2969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테자를</a:t>
            </a:r>
            <a:r>
              <a:rPr lang="ko-KR" altLang="en-US" b="1" dirty="0" smtClean="0">
                <a:solidFill>
                  <a:srgbClr val="FF0000"/>
                </a:solidFill>
              </a:rPr>
              <a:t> 입력한 경우 관련된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검색어가 같이 나온다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84168" y="4221088"/>
            <a:ext cx="2495550" cy="223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오른쪽 화살표 8"/>
          <p:cNvSpPr/>
          <p:nvPr/>
        </p:nvSpPr>
        <p:spPr>
          <a:xfrm rot="1621697">
            <a:off x="5091051" y="4452109"/>
            <a:ext cx="504056" cy="5040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355976" y="5085184"/>
            <a:ext cx="16514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홍을 입력했을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때 홍길동을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찾아준다</a:t>
            </a:r>
            <a:r>
              <a:rPr lang="en-US" altLang="ko-KR" b="1" dirty="0" smtClean="0">
                <a:solidFill>
                  <a:srgbClr val="FF0000"/>
                </a:solidFill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79</Words>
  <Application>Microsoft Office PowerPoint</Application>
  <PresentationFormat>화면 슬라이드 쇼(4:3)</PresentationFormat>
  <Paragraphs>18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1.전화번호부 </vt:lpstr>
      <vt:lpstr>src/index.js 파일 작성</vt:lpstr>
      <vt:lpstr>Components/contact.js파일 작성(소스 변경 전)</vt:lpstr>
      <vt:lpstr>Components/contactInfo.js파일 작성</vt:lpstr>
      <vt:lpstr>Components/App.js파일 작성</vt:lpstr>
      <vt:lpstr>컴포넌트 매핑전 실행결과 에러유발 되는 예</vt:lpstr>
      <vt:lpstr>components/contact.js 소스변경(1)</vt:lpstr>
      <vt:lpstr>components/contact.js 소스변경(2)</vt:lpstr>
      <vt:lpstr>컴포넌트 매핑 최종 결과</vt:lpstr>
      <vt:lpstr>Contact의 검색기능 구현(1)</vt:lpstr>
      <vt:lpstr>Contact의 검색기능 구현(2)</vt:lpstr>
      <vt:lpstr>Contact의 검색기능 구현(3)</vt:lpstr>
      <vt:lpstr>최종 검색 결과 실행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간단한 전화번호부 구현</dc:title>
  <dc:creator>이연수님</dc:creator>
  <cp:lastModifiedBy>kitcoop</cp:lastModifiedBy>
  <cp:revision>20</cp:revision>
  <dcterms:created xsi:type="dcterms:W3CDTF">2017-07-22T11:53:36Z</dcterms:created>
  <dcterms:modified xsi:type="dcterms:W3CDTF">2017-09-27T00:27:06Z</dcterms:modified>
</cp:coreProperties>
</file>