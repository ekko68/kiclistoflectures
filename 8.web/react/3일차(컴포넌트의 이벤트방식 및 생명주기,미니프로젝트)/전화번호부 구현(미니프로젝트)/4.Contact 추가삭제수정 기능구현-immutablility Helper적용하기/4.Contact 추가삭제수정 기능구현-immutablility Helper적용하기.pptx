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-1482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4C1F6-FC67-4738-8323-C8AF09D68BF5}" type="datetimeFigureOut">
              <a:rPr lang="ko-KR" altLang="en-US" smtClean="0"/>
              <a:pPr/>
              <a:t>2017-08-26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CC8C8-CD50-4482-A74F-FF0AE81EFEE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4C1F6-FC67-4738-8323-C8AF09D68BF5}" type="datetimeFigureOut">
              <a:rPr lang="ko-KR" altLang="en-US" smtClean="0"/>
              <a:pPr/>
              <a:t>2017-08-26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CC8C8-CD50-4482-A74F-FF0AE81EFEE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4C1F6-FC67-4738-8323-C8AF09D68BF5}" type="datetimeFigureOut">
              <a:rPr lang="ko-KR" altLang="en-US" smtClean="0"/>
              <a:pPr/>
              <a:t>2017-08-26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CC8C8-CD50-4482-A74F-FF0AE81EFEE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4C1F6-FC67-4738-8323-C8AF09D68BF5}" type="datetimeFigureOut">
              <a:rPr lang="ko-KR" altLang="en-US" smtClean="0"/>
              <a:pPr/>
              <a:t>2017-08-26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CC8C8-CD50-4482-A74F-FF0AE81EFEE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4C1F6-FC67-4738-8323-C8AF09D68BF5}" type="datetimeFigureOut">
              <a:rPr lang="ko-KR" altLang="en-US" smtClean="0"/>
              <a:pPr/>
              <a:t>2017-08-26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CC8C8-CD50-4482-A74F-FF0AE81EFEE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4C1F6-FC67-4738-8323-C8AF09D68BF5}" type="datetimeFigureOut">
              <a:rPr lang="ko-KR" altLang="en-US" smtClean="0"/>
              <a:pPr/>
              <a:t>2017-08-26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CC8C8-CD50-4482-A74F-FF0AE81EFEE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4C1F6-FC67-4738-8323-C8AF09D68BF5}" type="datetimeFigureOut">
              <a:rPr lang="ko-KR" altLang="en-US" smtClean="0"/>
              <a:pPr/>
              <a:t>2017-08-26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CC8C8-CD50-4482-A74F-FF0AE81EFEE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4C1F6-FC67-4738-8323-C8AF09D68BF5}" type="datetimeFigureOut">
              <a:rPr lang="ko-KR" altLang="en-US" smtClean="0"/>
              <a:pPr/>
              <a:t>2017-08-26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CC8C8-CD50-4482-A74F-FF0AE81EFEE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4C1F6-FC67-4738-8323-C8AF09D68BF5}" type="datetimeFigureOut">
              <a:rPr lang="ko-KR" altLang="en-US" smtClean="0"/>
              <a:pPr/>
              <a:t>2017-08-26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CC8C8-CD50-4482-A74F-FF0AE81EFEE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4C1F6-FC67-4738-8323-C8AF09D68BF5}" type="datetimeFigureOut">
              <a:rPr lang="ko-KR" altLang="en-US" smtClean="0"/>
              <a:pPr/>
              <a:t>2017-08-26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CC8C8-CD50-4482-A74F-FF0AE81EFEE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4C1F6-FC67-4738-8323-C8AF09D68BF5}" type="datetimeFigureOut">
              <a:rPr lang="ko-KR" altLang="en-US" smtClean="0"/>
              <a:pPr/>
              <a:t>2017-08-26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CC8C8-CD50-4482-A74F-FF0AE81EFEE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74C1F6-FC67-4738-8323-C8AF09D68BF5}" type="datetimeFigureOut">
              <a:rPr lang="ko-KR" altLang="en-US" smtClean="0"/>
              <a:pPr/>
              <a:t>2017-08-26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ACC8C8-CD50-4482-A74F-FF0AE81EFEE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 smtClean="0"/>
              <a:t>4.Contact </a:t>
            </a:r>
            <a:r>
              <a:rPr lang="ko-KR" altLang="en-US" sz="2800" dirty="0" smtClean="0"/>
              <a:t>추가삭제수정 기능구현</a:t>
            </a:r>
            <a:r>
              <a:rPr lang="en-US" altLang="ko-KR" sz="2800" dirty="0" smtClean="0"/>
              <a:t/>
            </a:r>
            <a:br>
              <a:rPr lang="en-US" altLang="ko-KR" sz="2800" dirty="0" smtClean="0"/>
            </a:br>
            <a:r>
              <a:rPr lang="en-US" altLang="ko-KR" sz="2800" dirty="0" smtClean="0"/>
              <a:t>-</a:t>
            </a:r>
            <a:r>
              <a:rPr lang="en-US" altLang="ko-KR" sz="2800" dirty="0" err="1" smtClean="0"/>
              <a:t>immutablility</a:t>
            </a:r>
            <a:r>
              <a:rPr lang="en-US" altLang="ko-KR" sz="2800" dirty="0" smtClean="0"/>
              <a:t> Helper</a:t>
            </a:r>
            <a:r>
              <a:rPr lang="ko-KR" altLang="en-US" sz="2800" dirty="0" smtClean="0"/>
              <a:t>적용하기</a:t>
            </a:r>
            <a:endParaRPr lang="ko-KR" alt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1.Contact</a:t>
            </a:r>
            <a:r>
              <a:rPr lang="ko-KR" altLang="en-US" sz="2400" dirty="0" smtClean="0"/>
              <a:t>클래스에서 </a:t>
            </a:r>
            <a:r>
              <a:rPr lang="ko-KR" altLang="en-US" sz="2400" dirty="0" err="1" smtClean="0"/>
              <a:t>생성자에</a:t>
            </a:r>
            <a:r>
              <a:rPr lang="ko-KR" altLang="en-US" sz="2400" dirty="0" smtClean="0"/>
              <a:t> </a:t>
            </a:r>
            <a:r>
              <a:rPr lang="ko-KR" altLang="en-US" sz="2400" dirty="0" err="1" smtClean="0"/>
              <a:t>메서드</a:t>
            </a:r>
            <a:r>
              <a:rPr lang="ko-KR" altLang="en-US" sz="2400" dirty="0" smtClean="0"/>
              <a:t> 추가</a:t>
            </a:r>
            <a:endParaRPr lang="ko-KR" alt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7624" y="1556792"/>
            <a:ext cx="6629400" cy="460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2.</a:t>
            </a:r>
            <a:r>
              <a:rPr lang="ko-KR" altLang="en-US" sz="2400" dirty="0" smtClean="0"/>
              <a:t>선언된 </a:t>
            </a:r>
            <a:r>
              <a:rPr lang="ko-KR" altLang="en-US" sz="2400" dirty="0" err="1" smtClean="0"/>
              <a:t>메서드</a:t>
            </a:r>
            <a:r>
              <a:rPr lang="ko-KR" altLang="en-US" sz="2400" dirty="0" smtClean="0"/>
              <a:t> 작성</a:t>
            </a:r>
            <a:endParaRPr lang="ko-KR" altLang="en-US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1340768"/>
            <a:ext cx="7886700" cy="5126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13</Words>
  <Application>Microsoft Office PowerPoint</Application>
  <PresentationFormat>화면 슬라이드 쇼(4:3)</PresentationFormat>
  <Paragraphs>3</Paragraphs>
  <Slides>3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4" baseType="lpstr">
      <vt:lpstr>Office 테마</vt:lpstr>
      <vt:lpstr>4.Contact 추가삭제수정 기능구현 -immutablility Helper적용하기</vt:lpstr>
      <vt:lpstr>1.Contact클래스에서 생성자에 메서드 추가</vt:lpstr>
      <vt:lpstr>2.선언된 메서드 작성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이연수님</dc:creator>
  <cp:lastModifiedBy>이연수님</cp:lastModifiedBy>
  <cp:revision>7</cp:revision>
  <dcterms:created xsi:type="dcterms:W3CDTF">2017-07-24T13:38:53Z</dcterms:created>
  <dcterms:modified xsi:type="dcterms:W3CDTF">2017-08-26T13:46:33Z</dcterms:modified>
</cp:coreProperties>
</file>