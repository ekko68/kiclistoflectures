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3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9C19B-8F54-4F1E-9849-AD28FDFC5DFA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BB6F7-B856-42E8-A950-B2AB35033D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5.Contact </a:t>
            </a:r>
            <a:r>
              <a:rPr lang="ko-KR" altLang="en-US" sz="3200" dirty="0" smtClean="0"/>
              <a:t>데이터 추가 기능 구현 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ko-KR" altLang="en-US" sz="3200" dirty="0" smtClean="0"/>
              <a:t>컴포넌트 응용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1.ContactCreate.js</a:t>
            </a:r>
            <a:r>
              <a:rPr lang="ko-KR" altLang="en-US" sz="2400" dirty="0" smtClean="0"/>
              <a:t>파일 생성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767626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2.Contact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(import)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7056784" cy="2140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717032"/>
            <a:ext cx="5184576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11468384">
            <a:off x="3527512" y="4567654"/>
            <a:ext cx="648072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 </a:t>
            </a:r>
            <a:r>
              <a:rPr lang="en-US" altLang="ko-KR" sz="2400" dirty="0" err="1"/>
              <a:t>n</a:t>
            </a:r>
            <a:r>
              <a:rPr lang="en-US" altLang="ko-KR" sz="2400" dirty="0" err="1" smtClean="0"/>
              <a:t>pm</a:t>
            </a:r>
            <a:r>
              <a:rPr lang="en-US" altLang="ko-KR" sz="2400" dirty="0" smtClean="0"/>
              <a:t> start </a:t>
            </a:r>
            <a:r>
              <a:rPr lang="ko-KR" altLang="en-US" sz="2400" dirty="0" err="1" smtClean="0"/>
              <a:t>실행시</a:t>
            </a:r>
            <a:r>
              <a:rPr lang="ko-KR" altLang="en-US" sz="2400" dirty="0" smtClean="0"/>
              <a:t> 에러유발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092008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3131840" y="3429000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933056"/>
            <a:ext cx="7831237" cy="25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355976" y="3573016"/>
            <a:ext cx="447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n</a:t>
            </a:r>
            <a:r>
              <a:rPr lang="en-US" altLang="ko-KR" b="1" dirty="0" err="1" smtClean="0">
                <a:solidFill>
                  <a:srgbClr val="FF0000"/>
                </a:solidFill>
              </a:rPr>
              <a:t>pm</a:t>
            </a:r>
            <a:r>
              <a:rPr lang="en-US" altLang="ko-KR" b="1" dirty="0" smtClean="0">
                <a:solidFill>
                  <a:srgbClr val="FF0000"/>
                </a:solidFill>
              </a:rPr>
              <a:t> install –save react-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addons</a:t>
            </a:r>
            <a:r>
              <a:rPr lang="en-US" altLang="ko-KR" b="1" dirty="0" smtClean="0">
                <a:solidFill>
                  <a:srgbClr val="FF0000"/>
                </a:solidFill>
              </a:rPr>
              <a:t>-update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203848" y="2348880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882623" y="2348880"/>
            <a:ext cx="526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실행시</a:t>
            </a:r>
            <a:r>
              <a:rPr lang="ko-KR" altLang="en-US" b="1" dirty="0" smtClean="0">
                <a:solidFill>
                  <a:srgbClr val="FF0000"/>
                </a:solidFill>
              </a:rPr>
              <a:t> 모듈을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못불러오면</a:t>
            </a:r>
            <a:r>
              <a:rPr lang="ko-KR" altLang="en-US" b="1" dirty="0" smtClean="0">
                <a:solidFill>
                  <a:srgbClr val="FF0000"/>
                </a:solidFill>
              </a:rPr>
              <a:t> 다음과 같이 설치한다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</a:t>
            </a:r>
            <a:r>
              <a:rPr lang="ko-KR" altLang="en-US" sz="2400" dirty="0" smtClean="0"/>
              <a:t>모듈 설치하고 실행 결과화면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1556792"/>
            <a:ext cx="3384376" cy="3918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5.ContactCreate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생성자와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입력부분 초기화 작업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268760"/>
            <a:ext cx="6120680" cy="4822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6</a:t>
            </a:r>
            <a:r>
              <a:rPr lang="en-US" altLang="ko-KR" sz="2400" dirty="0" smtClean="0"/>
              <a:t>.ContactCreate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handleChange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작성 및 연결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8192591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7</a:t>
            </a:r>
            <a:r>
              <a:rPr lang="en-US" altLang="ko-KR" sz="2400" dirty="0" smtClean="0"/>
              <a:t>.ContactCreate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handleClick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메서드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작성 및 연결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12776"/>
            <a:ext cx="7439025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8.Contact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onCreate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props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로 전달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58864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933056"/>
            <a:ext cx="54292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716016" y="4437112"/>
            <a:ext cx="36004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292080" y="4365104"/>
            <a:ext cx="3135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ContactCreate</a:t>
            </a:r>
            <a:r>
              <a:rPr lang="ko-KR" altLang="en-US" b="1" dirty="0" smtClean="0">
                <a:solidFill>
                  <a:srgbClr val="FF0000"/>
                </a:solidFill>
              </a:rPr>
              <a:t>에게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onCreate</a:t>
            </a:r>
            <a:r>
              <a:rPr lang="ko-KR" altLang="en-US" b="1" dirty="0" smtClean="0">
                <a:solidFill>
                  <a:srgbClr val="FF0000"/>
                </a:solidFill>
              </a:rPr>
              <a:t>를 전달하게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9.ContactCreate </a:t>
            </a:r>
            <a:r>
              <a:rPr lang="ko-KR" altLang="en-US" sz="2400" dirty="0" smtClean="0"/>
              <a:t>작업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버튼이벤트연결과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handclick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완성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518160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789040"/>
            <a:ext cx="60864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3563888" y="2996952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</a:t>
            </a:r>
            <a:r>
              <a:rPr lang="ko-KR" altLang="en-US" sz="2400" dirty="0" smtClean="0"/>
              <a:t>최종 실습 결과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start)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4"/>
            <a:ext cx="31527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4139952" y="3429000"/>
            <a:ext cx="57606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1556792"/>
            <a:ext cx="303847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98</Words>
  <Application>Microsoft Office PowerPoint</Application>
  <PresentationFormat>화면 슬라이드 쇼(4:3)</PresentationFormat>
  <Paragraphs>15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5.Contact 데이터 추가 기능 구현  컴포넌트 응용</vt:lpstr>
      <vt:lpstr>1.ContactCreate.js파일 생성</vt:lpstr>
      <vt:lpstr>2.Contact 작업(import)</vt:lpstr>
      <vt:lpstr>3. npm start 실행시 에러유발</vt:lpstr>
      <vt:lpstr>4.모듈 설치하고 실행 결과화면</vt:lpstr>
      <vt:lpstr>5.ContactCreate 작업(생성자와 입력부분 초기화 작업)</vt:lpstr>
      <vt:lpstr>6.ContactCreate 작업(handleChange메서드 작성 및 연결)</vt:lpstr>
      <vt:lpstr>7.ContactCreate 작업(handleClick 메서드 작성 및 연결)</vt:lpstr>
      <vt:lpstr>8.Contact 작업(onCreate props로 전달)</vt:lpstr>
      <vt:lpstr>9.ContactCreate 작업(버튼이벤트연결과 handclick()완성)</vt:lpstr>
      <vt:lpstr>10.최종 실습 결과(npm start)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이연수님</dc:creator>
  <cp:lastModifiedBy>이연수님</cp:lastModifiedBy>
  <cp:revision>12</cp:revision>
  <dcterms:created xsi:type="dcterms:W3CDTF">2017-07-25T13:20:55Z</dcterms:created>
  <dcterms:modified xsi:type="dcterms:W3CDTF">2017-08-26T13:46:54Z</dcterms:modified>
</cp:coreProperties>
</file>