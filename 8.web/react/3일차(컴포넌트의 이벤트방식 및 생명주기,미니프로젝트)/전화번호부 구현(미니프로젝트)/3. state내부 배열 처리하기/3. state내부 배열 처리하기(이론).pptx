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2017-07-24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55576" y="1340768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ko-KR" sz="3200" dirty="0" smtClean="0"/>
              <a:t>3. state</a:t>
            </a:r>
            <a:r>
              <a:rPr lang="ko-KR" altLang="en-US" sz="3200" dirty="0" smtClean="0"/>
              <a:t>내부 배열 처리하기</a:t>
            </a:r>
            <a:endParaRPr lang="ko-KR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배열의 값을 변경하는 방법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(1)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sz="2400" dirty="0" smtClean="0"/>
              <a:t>  </a:t>
            </a:r>
            <a:r>
              <a:rPr lang="en-US" altLang="ko-KR" sz="2400" dirty="0" err="1" smtClean="0"/>
              <a:t>t</a:t>
            </a:r>
            <a:r>
              <a:rPr lang="en-US" altLang="ko-KR" sz="2400" dirty="0" err="1" smtClean="0"/>
              <a:t>his.setState</a:t>
            </a:r>
            <a:r>
              <a:rPr lang="en-US" altLang="ko-KR" sz="2400" dirty="0" smtClean="0"/>
              <a:t>({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</a:t>
            </a:r>
            <a:r>
              <a:rPr lang="en-US" altLang="ko-KR" sz="2400" dirty="0" err="1" smtClean="0"/>
              <a:t>list:this.state.list.concat</a:t>
            </a:r>
            <a:r>
              <a:rPr lang="en-US" altLang="ko-KR" sz="2400" dirty="0" smtClean="0"/>
              <a:t>(</a:t>
            </a:r>
            <a:r>
              <a:rPr lang="en-US" altLang="ko-KR" sz="2400" dirty="0" err="1" smtClean="0"/>
              <a:t>newObj</a:t>
            </a:r>
            <a:r>
              <a:rPr lang="en-US" altLang="ko-KR" sz="2400" dirty="0" smtClean="0"/>
              <a:t>)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 })</a:t>
            </a:r>
          </a:p>
          <a:p>
            <a:pPr>
              <a:buNone/>
            </a:pPr>
            <a:r>
              <a:rPr lang="en-US" altLang="ko-KR" sz="2400" dirty="0" smtClean="0"/>
              <a:t>  =&gt;</a:t>
            </a:r>
            <a:r>
              <a:rPr lang="ko-KR" altLang="en-US" sz="2400" dirty="0" smtClean="0"/>
              <a:t>기존의 배열에 </a:t>
            </a:r>
            <a:r>
              <a:rPr lang="en-US" altLang="ko-KR" sz="2400" dirty="0" smtClean="0"/>
              <a:t>push</a:t>
            </a:r>
            <a:r>
              <a:rPr lang="ko-KR" altLang="en-US" sz="2400" dirty="0" smtClean="0"/>
              <a:t>를 사용하면 변경</a:t>
            </a:r>
            <a:r>
              <a:rPr lang="en-US" altLang="ko-KR" sz="2400" dirty="0" smtClean="0"/>
              <a:t> </a:t>
            </a:r>
            <a:r>
              <a:rPr lang="ko-KR" altLang="en-US" sz="2400" dirty="0" err="1" smtClean="0"/>
              <a:t>되기때문에</a:t>
            </a:r>
            <a:r>
              <a:rPr lang="ko-KR" altLang="en-US" sz="2400" dirty="0" smtClean="0"/>
              <a:t> </a:t>
            </a:r>
            <a:r>
              <a:rPr lang="en-US" altLang="ko-KR" sz="2400" dirty="0" err="1" smtClean="0"/>
              <a:t>concat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함수를 사용하여 새로운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배열을 만들어서 리턴 받아야 한다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배열의 값을 변경하는 방법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(2)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3701007"/>
          </a:xfrm>
        </p:spPr>
        <p:txBody>
          <a:bodyPr/>
          <a:lstStyle/>
          <a:p>
            <a:r>
              <a:rPr lang="en-US" altLang="ko-KR" sz="2400" b="1" dirty="0" err="1" smtClean="0">
                <a:solidFill>
                  <a:srgbClr val="FF0000"/>
                </a:solidFill>
              </a:rPr>
              <a:t>Immutablility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Helper( immutable.js)-&gt;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몽고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DB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에서 파생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-&gt;</a:t>
            </a:r>
            <a:r>
              <a:rPr lang="ko-KR" altLang="en-US" sz="2400" dirty="0" smtClean="0"/>
              <a:t>객체의 값을 더 쉽게 </a:t>
            </a:r>
            <a:r>
              <a:rPr lang="ko-KR" altLang="en-US" sz="2400" dirty="0" err="1" smtClean="0"/>
              <a:t>변경시킬수</a:t>
            </a:r>
            <a:r>
              <a:rPr lang="ko-KR" altLang="en-US" sz="2400" dirty="0" smtClean="0"/>
              <a:t> 있는 데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-&gt;</a:t>
            </a:r>
            <a:r>
              <a:rPr lang="ko-KR" altLang="en-US" sz="2400" dirty="0" smtClean="0"/>
              <a:t>라이브러리를 사전에 먼저 설치해야 한다</a:t>
            </a:r>
            <a:r>
              <a:rPr lang="en-US" altLang="ko-KR" sz="2400" dirty="0" smtClean="0"/>
              <a:t>.</a:t>
            </a:r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e</a:t>
            </a:r>
            <a:r>
              <a:rPr lang="en-US" altLang="ko-KR" sz="2400" dirty="0" smtClean="0"/>
              <a:t>x) </a:t>
            </a:r>
            <a:r>
              <a:rPr lang="en-US" altLang="ko-KR" sz="2400" b="1" dirty="0" err="1" smtClean="0">
                <a:solidFill>
                  <a:srgbClr val="7030A0"/>
                </a:solidFill>
              </a:rPr>
              <a:t>npm</a:t>
            </a:r>
            <a:r>
              <a:rPr lang="en-US" altLang="ko-KR" sz="2400" b="1" dirty="0" smtClean="0">
                <a:solidFill>
                  <a:srgbClr val="7030A0"/>
                </a:solidFill>
              </a:rPr>
              <a:t> install –save react-</a:t>
            </a:r>
            <a:r>
              <a:rPr lang="en-US" altLang="ko-KR" sz="2400" b="1" dirty="0" err="1" smtClean="0">
                <a:solidFill>
                  <a:srgbClr val="7030A0"/>
                </a:solidFill>
              </a:rPr>
              <a:t>addons</a:t>
            </a:r>
            <a:r>
              <a:rPr lang="en-US" altLang="ko-KR" sz="2400" b="1" dirty="0" smtClean="0">
                <a:solidFill>
                  <a:srgbClr val="7030A0"/>
                </a:solidFill>
              </a:rPr>
              <a:t>-update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</a:t>
            </a:r>
            <a:r>
              <a:rPr lang="en-US" altLang="ko-KR" sz="2400" b="1" dirty="0" smtClean="0">
                <a:solidFill>
                  <a:srgbClr val="7030A0"/>
                </a:solidFill>
              </a:rPr>
              <a:t>import update from ‘react-</a:t>
            </a:r>
            <a:r>
              <a:rPr lang="en-US" altLang="ko-KR" sz="2400" b="1" dirty="0" err="1" smtClean="0">
                <a:solidFill>
                  <a:srgbClr val="7030A0"/>
                </a:solidFill>
              </a:rPr>
              <a:t>addons</a:t>
            </a:r>
            <a:r>
              <a:rPr lang="en-US" altLang="ko-KR" sz="2400" b="1" dirty="0" smtClean="0">
                <a:solidFill>
                  <a:srgbClr val="7030A0"/>
                </a:solidFill>
              </a:rPr>
              <a:t>-update’</a:t>
            </a:r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4941168"/>
            <a:ext cx="7486650" cy="1656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>
            <a:off x="3923928" y="4365104"/>
            <a:ext cx="50405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644008" y="4509120"/>
            <a:ext cx="4349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7030A0"/>
                </a:solidFill>
              </a:rPr>
              <a:t>설치후</a:t>
            </a:r>
            <a:r>
              <a:rPr lang="ko-KR" altLang="en-US" b="1" dirty="0" smtClean="0">
                <a:solidFill>
                  <a:srgbClr val="7030A0"/>
                </a:solidFill>
              </a:rPr>
              <a:t> </a:t>
            </a:r>
            <a:r>
              <a:rPr lang="en-US" altLang="ko-KR" b="1" dirty="0" smtClean="0">
                <a:solidFill>
                  <a:srgbClr val="7030A0"/>
                </a:solidFill>
              </a:rPr>
              <a:t>contact</a:t>
            </a:r>
            <a:r>
              <a:rPr lang="ko-KR" altLang="en-US" b="1" dirty="0" smtClean="0">
                <a:solidFill>
                  <a:srgbClr val="7030A0"/>
                </a:solidFill>
              </a:rPr>
              <a:t>클래스에 </a:t>
            </a:r>
            <a:r>
              <a:rPr lang="en-US" altLang="ko-KR" b="1" dirty="0" smtClean="0">
                <a:solidFill>
                  <a:srgbClr val="7030A0"/>
                </a:solidFill>
              </a:rPr>
              <a:t>import </a:t>
            </a:r>
            <a:r>
              <a:rPr lang="ko-KR" altLang="en-US" b="1" dirty="0" smtClean="0">
                <a:solidFill>
                  <a:srgbClr val="7030A0"/>
                </a:solidFill>
              </a:rPr>
              <a:t>시킨다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원소 추가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2400" dirty="0" smtClean="0"/>
              <a:t>  </a:t>
            </a:r>
            <a:r>
              <a:rPr lang="en-US" altLang="ko-KR" sz="2400" dirty="0" err="1" smtClean="0"/>
              <a:t>this.setState</a:t>
            </a:r>
            <a:r>
              <a:rPr lang="en-US" altLang="ko-KR" sz="2400" dirty="0" smtClean="0"/>
              <a:t>({</a:t>
            </a:r>
          </a:p>
          <a:p>
            <a:pPr>
              <a:buNone/>
            </a:pPr>
            <a:r>
              <a:rPr lang="en-US" altLang="ko-KR" sz="2400" dirty="0" smtClean="0"/>
              <a:t>    </a:t>
            </a:r>
            <a:r>
              <a:rPr lang="en-US" altLang="ko-KR" sz="2400" dirty="0" err="1" smtClean="0"/>
              <a:t>list:update</a:t>
            </a:r>
            <a:r>
              <a:rPr lang="en-US" altLang="ko-KR" sz="2400" dirty="0" smtClean="0"/>
              <a:t>(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</a:t>
            </a:r>
            <a:r>
              <a:rPr lang="en-US" altLang="ko-KR" sz="2400" dirty="0" err="1" smtClean="0"/>
              <a:t>this.state.list</a:t>
            </a:r>
            <a:r>
              <a:rPr lang="en-US" altLang="ko-KR" sz="2400" dirty="0" smtClean="0"/>
              <a:t>, //</a:t>
            </a:r>
            <a:r>
              <a:rPr lang="ko-KR" altLang="en-US" sz="2400" dirty="0" err="1" smtClean="0"/>
              <a:t>처리해야할</a:t>
            </a:r>
            <a:r>
              <a:rPr lang="ko-KR" altLang="en-US" sz="2400" dirty="0" smtClean="0"/>
              <a:t> 배열이나 객체</a:t>
            </a:r>
            <a:r>
              <a:rPr lang="en-US" altLang="ko-KR" sz="2400" dirty="0" smtClean="0"/>
              <a:t>(</a:t>
            </a:r>
            <a:r>
              <a:rPr lang="ko-KR" altLang="en-US" sz="2400" dirty="0" err="1" smtClean="0"/>
              <a:t>첫인수</a:t>
            </a:r>
            <a:r>
              <a:rPr lang="en-US" altLang="ko-KR" sz="2400" dirty="0" smtClean="0"/>
              <a:t>)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{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$push:[newObj,newObj2] </a:t>
            </a:r>
            <a:r>
              <a:rPr lang="en-US" altLang="ko-KR" sz="2400" dirty="0" smtClean="0"/>
              <a:t>//</a:t>
            </a:r>
            <a:r>
              <a:rPr lang="ko-KR" altLang="en-US" sz="2400" dirty="0" smtClean="0"/>
              <a:t>처리명령어 객체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     //$push</a:t>
            </a:r>
            <a:r>
              <a:rPr lang="ko-KR" altLang="en-US" sz="2400" dirty="0" smtClean="0"/>
              <a:t>를 이용해서 </a:t>
            </a:r>
            <a:r>
              <a:rPr lang="en-US" altLang="ko-KR" sz="2400" dirty="0" smtClean="0"/>
              <a:t>newObj,newObj2 </a:t>
            </a:r>
            <a:r>
              <a:rPr lang="ko-KR" altLang="en-US" sz="2400" dirty="0" err="1" smtClean="0"/>
              <a:t>두개를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     //</a:t>
            </a:r>
            <a:r>
              <a:rPr lang="ko-KR" altLang="en-US" sz="2400" dirty="0" smtClean="0"/>
              <a:t>한 개의 객체를 추가해도 배열형태로 감싸줘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     //</a:t>
            </a:r>
            <a:r>
              <a:rPr lang="ko-KR" altLang="en-US" sz="2400" dirty="0" smtClean="0"/>
              <a:t>야 된다</a:t>
            </a:r>
            <a:r>
              <a:rPr lang="en-US" altLang="ko-KR" sz="2400" dirty="0" smtClean="0"/>
              <a:t>.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 }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});</a:t>
            </a:r>
            <a:endParaRPr lang="en-US" altLang="ko-KR" sz="2400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원소 삭제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한 개 이상의 아이템을 </a:t>
            </a:r>
            <a:r>
              <a:rPr lang="ko-KR" altLang="en-US" sz="2400" dirty="0" err="1" smtClean="0"/>
              <a:t>제거시</a:t>
            </a:r>
            <a:r>
              <a:rPr lang="ko-KR" altLang="en-US" sz="2400" dirty="0" smtClean="0"/>
              <a:t> 사용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2400" dirty="0" smtClean="0"/>
              <a:t>  </a:t>
            </a:r>
            <a:r>
              <a:rPr lang="en-US" altLang="ko-KR" sz="2400" dirty="0" err="1" smtClean="0"/>
              <a:t>this.setState</a:t>
            </a:r>
            <a:r>
              <a:rPr lang="en-US" altLang="ko-KR" sz="2400" dirty="0" smtClean="0"/>
              <a:t>({</a:t>
            </a:r>
          </a:p>
          <a:p>
            <a:pPr>
              <a:buNone/>
            </a:pPr>
            <a:r>
              <a:rPr lang="en-US" altLang="ko-KR" sz="2400" dirty="0" smtClean="0"/>
              <a:t>    </a:t>
            </a:r>
            <a:r>
              <a:rPr lang="en-US" altLang="ko-KR" sz="2400" dirty="0" err="1" smtClean="0"/>
              <a:t>list:update</a:t>
            </a:r>
            <a:r>
              <a:rPr lang="en-US" altLang="ko-KR" sz="2400" dirty="0" smtClean="0"/>
              <a:t>(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</a:t>
            </a:r>
            <a:r>
              <a:rPr lang="en-US" altLang="ko-KR" sz="2400" dirty="0" err="1" smtClean="0"/>
              <a:t>this.state.list</a:t>
            </a:r>
            <a:r>
              <a:rPr lang="en-US" altLang="ko-KR" sz="2400" dirty="0" smtClean="0"/>
              <a:t>, //</a:t>
            </a:r>
            <a:r>
              <a:rPr lang="ko-KR" altLang="en-US" sz="2400" dirty="0" err="1" smtClean="0"/>
              <a:t>처리해야할</a:t>
            </a:r>
            <a:r>
              <a:rPr lang="ko-KR" altLang="en-US" sz="2400" dirty="0" smtClean="0"/>
              <a:t> 배열이나 객체</a:t>
            </a:r>
            <a:r>
              <a:rPr lang="en-US" altLang="ko-KR" sz="2400" dirty="0" smtClean="0"/>
              <a:t>(</a:t>
            </a:r>
            <a:r>
              <a:rPr lang="ko-KR" altLang="en-US" sz="2400" dirty="0" err="1" smtClean="0"/>
              <a:t>첫인수</a:t>
            </a:r>
            <a:r>
              <a:rPr lang="en-US" altLang="ko-KR" sz="2400" dirty="0" smtClean="0"/>
              <a:t>)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{        //1.</a:t>
            </a:r>
            <a:r>
              <a:rPr lang="ko-KR" altLang="en-US" sz="2400" dirty="0" smtClean="0"/>
              <a:t>시작하는 인덱스 </a:t>
            </a:r>
            <a:r>
              <a:rPr lang="en-US" altLang="ko-KR" sz="2400" dirty="0" smtClean="0"/>
              <a:t>2.</a:t>
            </a:r>
            <a:r>
              <a:rPr lang="ko-KR" altLang="en-US" sz="2400" dirty="0" smtClean="0"/>
              <a:t>몇 개나 삭제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$splice:[[index,1]] </a:t>
            </a:r>
            <a:r>
              <a:rPr lang="en-US" altLang="ko-KR" sz="2400" dirty="0" smtClean="0"/>
              <a:t>//list</a:t>
            </a:r>
            <a:r>
              <a:rPr lang="ko-KR" altLang="en-US" sz="2400" dirty="0" smtClean="0"/>
              <a:t>배열이 </a:t>
            </a:r>
            <a:r>
              <a:rPr lang="en-US" altLang="ko-KR" sz="2400" dirty="0" smtClean="0"/>
              <a:t>index</a:t>
            </a:r>
            <a:r>
              <a:rPr lang="ko-KR" altLang="en-US" sz="2400" dirty="0" smtClean="0"/>
              <a:t>부터 시작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    //</a:t>
            </a:r>
            <a:r>
              <a:rPr lang="ko-KR" altLang="en-US" sz="2400" dirty="0" smtClean="0"/>
              <a:t>해서 </a:t>
            </a:r>
            <a:r>
              <a:rPr lang="en-US" altLang="ko-KR" sz="2400" dirty="0" smtClean="0"/>
              <a:t>1</a:t>
            </a:r>
            <a:r>
              <a:rPr lang="ko-KR" altLang="en-US" sz="2400" dirty="0" smtClean="0"/>
              <a:t>개의 데이터를 제거한다는 의미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   //</a:t>
            </a:r>
            <a:r>
              <a:rPr lang="ko-KR" altLang="en-US" sz="2400" dirty="0" smtClean="0"/>
              <a:t>배열을 지니고 있는 배열을 감싸준다</a:t>
            </a:r>
            <a:r>
              <a:rPr lang="en-US" altLang="ko-KR" sz="2400" dirty="0" smtClean="0"/>
              <a:t>.</a:t>
            </a:r>
          </a:p>
          <a:p>
            <a:pPr>
              <a:buNone/>
            </a:pPr>
            <a:r>
              <a:rPr lang="en-US" altLang="ko-KR" sz="2400" dirty="0" smtClean="0"/>
              <a:t>            }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});</a:t>
            </a:r>
            <a:endParaRPr lang="en-US" altLang="ko-KR" sz="24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원소 수정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altLang="ko-KR" sz="2400" dirty="0" smtClean="0"/>
              <a:t>  </a:t>
            </a:r>
            <a:r>
              <a:rPr lang="en-US" altLang="ko-KR" sz="2400" dirty="0" err="1" smtClean="0"/>
              <a:t>this.setState</a:t>
            </a:r>
            <a:r>
              <a:rPr lang="en-US" altLang="ko-KR" sz="2400" dirty="0" smtClean="0"/>
              <a:t>({</a:t>
            </a:r>
          </a:p>
          <a:p>
            <a:pPr>
              <a:buNone/>
            </a:pPr>
            <a:r>
              <a:rPr lang="en-US" altLang="ko-KR" sz="2400" dirty="0" smtClean="0"/>
              <a:t>    </a:t>
            </a:r>
            <a:r>
              <a:rPr lang="en-US" altLang="ko-KR" sz="2400" dirty="0" err="1" smtClean="0"/>
              <a:t>list:update</a:t>
            </a:r>
            <a:r>
              <a:rPr lang="en-US" altLang="ko-KR" sz="2400" dirty="0" smtClean="0"/>
              <a:t>(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</a:t>
            </a:r>
            <a:r>
              <a:rPr lang="en-US" altLang="ko-KR" sz="2400" dirty="0" err="1" smtClean="0"/>
              <a:t>this.state.list</a:t>
            </a:r>
            <a:r>
              <a:rPr lang="en-US" altLang="ko-KR" sz="2400" dirty="0" smtClean="0"/>
              <a:t>, //</a:t>
            </a:r>
            <a:r>
              <a:rPr lang="ko-KR" altLang="en-US" sz="2400" dirty="0" smtClean="0"/>
              <a:t>이 부분이 배열이 아니라 객체도 괜찮다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{  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//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객체라면 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index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가 아닌 그 객체의 키가 들어간다</a:t>
            </a:r>
            <a:r>
              <a:rPr lang="en-US" altLang="ko-KR" sz="2400" dirty="0" smtClean="0"/>
              <a:t>.       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 [index]:{ //list</a:t>
            </a:r>
            <a:r>
              <a:rPr lang="ko-KR" altLang="en-US" sz="2400" dirty="0" smtClean="0"/>
              <a:t>배열의 </a:t>
            </a:r>
            <a:r>
              <a:rPr lang="en-US" altLang="ko-KR" sz="2400" dirty="0" smtClean="0"/>
              <a:t>index</a:t>
            </a:r>
            <a:r>
              <a:rPr lang="ko-KR" altLang="en-US" sz="2400" dirty="0" smtClean="0"/>
              <a:t>번째 아이템의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            //field1, field2</a:t>
            </a:r>
            <a:r>
              <a:rPr lang="ko-KR" altLang="en-US" sz="2400" dirty="0" smtClean="0"/>
              <a:t>를 변경하는 코드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               field:{ $set: “value”},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         field2:{ $set: “value2”}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            }  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//field2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도 키가 들어가면 그 부분의 특정부분만</a:t>
            </a:r>
            <a:endParaRPr lang="en-US" altLang="ko-KR" sz="2400" b="1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altLang="ko-KR" sz="2400" dirty="0" smtClean="0"/>
              <a:t>          }    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//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변경이 가능하게 된다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 });</a:t>
            </a:r>
            <a:endParaRPr lang="en-US" altLang="ko-KR" sz="24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Spread </a:t>
            </a:r>
            <a:r>
              <a:rPr lang="ko-KR" altLang="en-US" sz="2400" dirty="0" smtClean="0"/>
              <a:t>연산자</a:t>
            </a:r>
            <a:r>
              <a:rPr lang="en-US" altLang="ko-KR" sz="2400" dirty="0" smtClean="0"/>
              <a:t>(…)</a:t>
            </a:r>
            <a:r>
              <a:rPr lang="ko-KR" altLang="en-US" sz="2400" dirty="0" smtClean="0"/>
              <a:t>을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사용하기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3528" y="1600200"/>
            <a:ext cx="8640960" cy="4525963"/>
          </a:xfrm>
        </p:spPr>
        <p:txBody>
          <a:bodyPr>
            <a:normAutofit/>
          </a:bodyPr>
          <a:lstStyle/>
          <a:p>
            <a:r>
              <a:rPr lang="en-US" altLang="ko-KR" sz="2400" b="1" dirty="0" err="1" smtClean="0">
                <a:solidFill>
                  <a:srgbClr val="FF0000"/>
                </a:solidFill>
              </a:rPr>
              <a:t>npm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install --save babel-preset-stage-0</a:t>
            </a:r>
          </a:p>
          <a:p>
            <a:pPr>
              <a:buNone/>
            </a:pP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ko-KR" altLang="en-US" sz="2400" dirty="0" err="1" smtClean="0"/>
              <a:t>설치후</a:t>
            </a:r>
            <a:r>
              <a:rPr lang="ko-KR" altLang="en-US" sz="2400" dirty="0" smtClean="0"/>
              <a:t> </a:t>
            </a:r>
            <a:r>
              <a:rPr lang="en-US" altLang="ko-KR" sz="2400" dirty="0" err="1" smtClean="0"/>
              <a:t>webpack-config.json</a:t>
            </a:r>
            <a:r>
              <a:rPr lang="ko-KR" altLang="en-US" sz="2400" dirty="0" smtClean="0"/>
              <a:t>파일에서 다음추가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sz="2400" dirty="0" smtClean="0"/>
              <a:t> =&gt;presets: [‘es2015’, ’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stage-0</a:t>
            </a:r>
            <a:r>
              <a:rPr lang="en-US" altLang="ko-KR" sz="2400" dirty="0" smtClean="0"/>
              <a:t>’, ’react’]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=&gt;</a:t>
            </a:r>
            <a:r>
              <a:rPr lang="ko-KR" altLang="en-US" sz="2400" dirty="0" smtClean="0"/>
              <a:t>이렇게 하면 프로젝트에서도 이 </a:t>
            </a:r>
            <a:r>
              <a:rPr lang="en-US" altLang="ko-KR" sz="2400" dirty="0" smtClean="0"/>
              <a:t>spread</a:t>
            </a:r>
          </a:p>
          <a:p>
            <a:pPr>
              <a:buNone/>
            </a:pPr>
            <a:r>
              <a:rPr lang="en-US" altLang="ko-KR" sz="2400" dirty="0" smtClean="0"/>
              <a:t> </a:t>
            </a:r>
            <a:r>
              <a:rPr lang="en-US" altLang="ko-KR" sz="2400" dirty="0" smtClean="0"/>
              <a:t>    </a:t>
            </a:r>
            <a:r>
              <a:rPr lang="ko-KR" altLang="en-US" sz="2400" dirty="0" smtClean="0"/>
              <a:t>연산자를 사용할 수가 있다</a:t>
            </a:r>
            <a:r>
              <a:rPr lang="en-US" altLang="ko-KR" sz="2400" dirty="0" smtClean="0"/>
              <a:t>.</a:t>
            </a:r>
            <a:endParaRPr lang="en-US" altLang="ko-KR" sz="2400" dirty="0" smtClean="0"/>
          </a:p>
          <a:p>
            <a:pPr>
              <a:buNone/>
            </a:pPr>
            <a:r>
              <a:rPr lang="en-US" altLang="ko-KR" dirty="0" smtClean="0"/>
              <a:t> 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341</Words>
  <Application>Microsoft Office PowerPoint</Application>
  <PresentationFormat>화면 슬라이드 쇼(4:3)</PresentationFormat>
  <Paragraphs>55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3. state내부 배열 처리하기</vt:lpstr>
      <vt:lpstr>배열의 값을 변경하는 방법(1)</vt:lpstr>
      <vt:lpstr>배열의 값을 변경하는 방법(2)</vt:lpstr>
      <vt:lpstr>원소 추가</vt:lpstr>
      <vt:lpstr>원소 삭제(한 개 이상의 아이템을 제거시 사용)</vt:lpstr>
      <vt:lpstr>원소 수정</vt:lpstr>
      <vt:lpstr>Spread 연산자(…)을 사용하기</vt:lpstr>
    </vt:vector>
  </TitlesOfParts>
  <Company>R&amp;D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state내부 배열 처리하기</dc:title>
  <dc:creator>Microsoft Corporation</dc:creator>
  <cp:lastModifiedBy>이연수님</cp:lastModifiedBy>
  <cp:revision>10</cp:revision>
  <dcterms:created xsi:type="dcterms:W3CDTF">2006-10-05T04:04:58Z</dcterms:created>
  <dcterms:modified xsi:type="dcterms:W3CDTF">2017-07-24T13:38:27Z</dcterms:modified>
</cp:coreProperties>
</file>