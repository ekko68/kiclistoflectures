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1B7D6-090E-40D8-92B6-C03C347CAA57}" type="datetimeFigureOut">
              <a:rPr lang="ko-KR" altLang="en-US" smtClean="0"/>
              <a:pPr/>
              <a:t>2017-05-18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6F258-93B3-407C-9724-10B7B7530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토글기능</a:t>
            </a:r>
            <a:r>
              <a:rPr lang="ko-KR" altLang="en-US" dirty="0" smtClean="0"/>
              <a:t> 버튼 </a:t>
            </a:r>
            <a:r>
              <a:rPr lang="ko-KR" altLang="en-US" dirty="0" smtClean="0"/>
              <a:t>작성</a:t>
            </a:r>
            <a:r>
              <a:rPr lang="en-US" altLang="ko-KR" smtClean="0"/>
              <a:t>(toggle.html)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2214554"/>
            <a:ext cx="8543956" cy="2257428"/>
          </a:xfrm>
        </p:spPr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버튼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호출하는 </a:t>
            </a:r>
            <a:r>
              <a:rPr lang="en-US" altLang="ko-KR" b="1" dirty="0" smtClean="0">
                <a:solidFill>
                  <a:srgbClr val="FF0000"/>
                </a:solidFill>
              </a:rPr>
              <a:t>toggle</a:t>
            </a:r>
            <a:r>
              <a:rPr lang="ko-KR" altLang="en-US" b="1" dirty="0" smtClean="0">
                <a:solidFill>
                  <a:srgbClr val="FF0000"/>
                </a:solidFill>
              </a:rPr>
              <a:t>함수</a:t>
            </a:r>
            <a:r>
              <a:rPr lang="ko-KR" altLang="en-US" dirty="0" smtClean="0"/>
              <a:t>를 작성</a:t>
            </a:r>
            <a:endParaRPr lang="en-US" altLang="ko-KR" dirty="0" smtClean="0"/>
          </a:p>
          <a:p>
            <a:r>
              <a:rPr lang="en-US" altLang="ko-KR" dirty="0" smtClean="0"/>
              <a:t>2.form</a:t>
            </a:r>
            <a:r>
              <a:rPr lang="ko-KR" altLang="en-US" dirty="0" smtClean="0"/>
              <a:t>의 이름은 </a:t>
            </a:r>
            <a:r>
              <a:rPr lang="en-US" altLang="ko-KR" dirty="0" smtClean="0"/>
              <a:t>f</a:t>
            </a:r>
          </a:p>
          <a:p>
            <a:r>
              <a:rPr lang="en-US" altLang="ko-KR" dirty="0" smtClean="0"/>
              <a:t>3.</a:t>
            </a:r>
            <a:r>
              <a:rPr lang="ko-KR" altLang="en-US" dirty="0" smtClean="0"/>
              <a:t>버튼의 이름은 </a:t>
            </a:r>
            <a:r>
              <a:rPr lang="en-US" altLang="ko-KR" dirty="0" smtClean="0"/>
              <a:t>name=</a:t>
            </a:r>
            <a:r>
              <a:rPr lang="en-US" altLang="ko-KR" b="1" dirty="0" err="1" smtClean="0">
                <a:solidFill>
                  <a:srgbClr val="FF0000"/>
                </a:solidFill>
              </a:rPr>
              <a:t>b_name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857232"/>
            <a:ext cx="591502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6681749">
            <a:off x="4790368" y="2162638"/>
            <a:ext cx="285752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286380" y="22859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클</a:t>
            </a:r>
            <a:r>
              <a:rPr lang="ko-KR" altLang="en-US" dirty="0"/>
              <a:t>릭</a:t>
            </a:r>
          </a:p>
        </p:txBody>
      </p:sp>
      <p:sp>
        <p:nvSpPr>
          <p:cNvPr id="7" name="아래쪽 화살표 6"/>
          <p:cNvSpPr/>
          <p:nvPr/>
        </p:nvSpPr>
        <p:spPr>
          <a:xfrm>
            <a:off x="4214810" y="3429000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071942"/>
            <a:ext cx="591502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Office PowerPoint</Application>
  <PresentationFormat>화면 슬라이드 쇼(4:3)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토글기능 버튼 작성(toggle.html)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토글기능 버튼 작성</dc:title>
  <dc:creator>kitcoop</dc:creator>
  <cp:lastModifiedBy>kitcoop</cp:lastModifiedBy>
  <cp:revision>3</cp:revision>
  <dcterms:created xsi:type="dcterms:W3CDTF">2016-10-26T09:25:50Z</dcterms:created>
  <dcterms:modified xsi:type="dcterms:W3CDTF">2017-05-18T07:55:51Z</dcterms:modified>
</cp:coreProperties>
</file>