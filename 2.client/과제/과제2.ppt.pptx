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F7FF9-863F-4523-ADCD-F76A877EAE17}" type="datetimeFigureOut">
              <a:rPr lang="ko-KR" altLang="en-US" smtClean="0"/>
              <a:t>2016-11-01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36193-DEEF-4E80-BFD4-0922BFD5C6A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404664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처음 실행 화면</a:t>
            </a:r>
            <a:endParaRPr lang="ko-KR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132856"/>
            <a:ext cx="6823267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실시간으로 데이터 입력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57531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3573016"/>
            <a:ext cx="56578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 rot="19491720">
            <a:off x="4283968" y="3140968"/>
            <a:ext cx="64807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화면 슬라이드 쇼(4:3)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처음 실행 화면</vt:lpstr>
      <vt:lpstr>실시간으로 데이터 입력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처음 실행 화면</dc:title>
  <dc:creator>이연수님</dc:creator>
  <cp:lastModifiedBy>이연수님</cp:lastModifiedBy>
  <cp:revision>1</cp:revision>
  <dcterms:created xsi:type="dcterms:W3CDTF">2016-10-31T15:50:42Z</dcterms:created>
  <dcterms:modified xsi:type="dcterms:W3CDTF">2016-10-31T15:54:58Z</dcterms:modified>
</cp:coreProperties>
</file>