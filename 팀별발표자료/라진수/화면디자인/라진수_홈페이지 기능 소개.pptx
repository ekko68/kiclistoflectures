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58" r:id="rId5"/>
    <p:sldId id="263" r:id="rId6"/>
    <p:sldId id="259" r:id="rId7"/>
    <p:sldId id="260" r:id="rId8"/>
    <p:sldId id="265" r:id="rId9"/>
    <p:sldId id="261" r:id="rId10"/>
    <p:sldId id="266" r:id="rId11"/>
    <p:sldId id="268" r:id="rId12"/>
    <p:sldId id="267" r:id="rId13"/>
  </p:sldIdLst>
  <p:sldSz cx="9144000" cy="6858000" type="screen4x3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50" d="100"/>
          <a:sy n="150" d="100"/>
        </p:scale>
        <p:origin x="-432" y="492"/>
      </p:cViewPr>
      <p:guideLst>
        <p:guide orient="horz" pos="2160"/>
        <p:guide pos="288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C24D1-2C3D-4174-948B-6ED349CCE4B3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머리글 개체 틀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9" name="날짜 개체 틀 8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0A8B2-268F-4D72-8856-E754E6E97799}" type="datetimeFigureOut">
              <a:rPr lang="ko-KR" altLang="en-US" smtClean="0"/>
              <a:t>2017-05-25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0" y="350658"/>
            <a:ext cx="9144000" cy="14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6" name="직각 삼각형 15"/>
          <p:cNvSpPr/>
          <p:nvPr/>
        </p:nvSpPr>
        <p:spPr>
          <a:xfrm rot="10800000">
            <a:off x="6350" y="358056"/>
            <a:ext cx="1440000" cy="14400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각 삼각형 16"/>
          <p:cNvSpPr/>
          <p:nvPr/>
        </p:nvSpPr>
        <p:spPr>
          <a:xfrm rot="16200000">
            <a:off x="0" y="345356"/>
            <a:ext cx="1440000" cy="14400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/>
          <p:cNvCxnSpPr/>
          <p:nvPr/>
        </p:nvCxnSpPr>
        <p:spPr>
          <a:xfrm>
            <a:off x="1547664" y="1700808"/>
            <a:ext cx="741682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-27384"/>
            <a:ext cx="9144000" cy="14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각 삼각형 7"/>
          <p:cNvSpPr/>
          <p:nvPr userDrawn="1"/>
        </p:nvSpPr>
        <p:spPr>
          <a:xfrm>
            <a:off x="0" y="-27224"/>
            <a:ext cx="1440000" cy="14400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/>
          <p:cNvSpPr/>
          <p:nvPr userDrawn="1"/>
        </p:nvSpPr>
        <p:spPr>
          <a:xfrm rot="5400000">
            <a:off x="0" y="-27384"/>
            <a:ext cx="1440000" cy="14400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475656" y="1268760"/>
            <a:ext cx="7200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 userDrawn="1"/>
        </p:nvGrpSpPr>
        <p:grpSpPr>
          <a:xfrm>
            <a:off x="0" y="1412776"/>
            <a:ext cx="360000" cy="360000"/>
            <a:chOff x="7656716" y="2375788"/>
            <a:chExt cx="360000" cy="360000"/>
          </a:xfrm>
        </p:grpSpPr>
        <p:cxnSp>
          <p:nvCxnSpPr>
            <p:cNvPr id="13" name="직선 연결선 12"/>
            <p:cNvCxnSpPr/>
            <p:nvPr userDrawn="1"/>
          </p:nvCxnSpPr>
          <p:spPr>
            <a:xfrm rot="2700000">
              <a:off x="7653724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 userDrawn="1"/>
          </p:nvCxnSpPr>
          <p:spPr>
            <a:xfrm rot="-2700000">
              <a:off x="7656716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/>
          <p:cNvGrpSpPr/>
          <p:nvPr userDrawn="1"/>
        </p:nvGrpSpPr>
        <p:grpSpPr>
          <a:xfrm>
            <a:off x="0" y="6498000"/>
            <a:ext cx="360000" cy="360000"/>
            <a:chOff x="7656716" y="2375788"/>
            <a:chExt cx="360000" cy="360000"/>
          </a:xfrm>
        </p:grpSpPr>
        <p:cxnSp>
          <p:nvCxnSpPr>
            <p:cNvPr id="21" name="직선 연결선 20"/>
            <p:cNvCxnSpPr/>
            <p:nvPr userDrawn="1"/>
          </p:nvCxnSpPr>
          <p:spPr>
            <a:xfrm rot="2700000">
              <a:off x="7653724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 rot="-2700000">
              <a:off x="7656716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/>
          <p:cNvGrpSpPr/>
          <p:nvPr userDrawn="1"/>
        </p:nvGrpSpPr>
        <p:grpSpPr>
          <a:xfrm>
            <a:off x="8784000" y="6498000"/>
            <a:ext cx="360000" cy="360000"/>
            <a:chOff x="7656716" y="2375788"/>
            <a:chExt cx="360000" cy="360000"/>
          </a:xfrm>
        </p:grpSpPr>
        <p:cxnSp>
          <p:nvCxnSpPr>
            <p:cNvPr id="24" name="직선 연결선 23"/>
            <p:cNvCxnSpPr/>
            <p:nvPr userDrawn="1"/>
          </p:nvCxnSpPr>
          <p:spPr>
            <a:xfrm rot="2700000">
              <a:off x="7653724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 userDrawn="1"/>
          </p:nvCxnSpPr>
          <p:spPr>
            <a:xfrm rot="-2700000">
              <a:off x="7656716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/>
          <p:cNvGrpSpPr/>
          <p:nvPr userDrawn="1"/>
        </p:nvGrpSpPr>
        <p:grpSpPr>
          <a:xfrm>
            <a:off x="8784000" y="1412776"/>
            <a:ext cx="360000" cy="360000"/>
            <a:chOff x="7656716" y="2375788"/>
            <a:chExt cx="360000" cy="360000"/>
          </a:xfrm>
        </p:grpSpPr>
        <p:cxnSp>
          <p:nvCxnSpPr>
            <p:cNvPr id="27" name="직선 연결선 26"/>
            <p:cNvCxnSpPr/>
            <p:nvPr userDrawn="1"/>
          </p:nvCxnSpPr>
          <p:spPr>
            <a:xfrm rot="2700000">
              <a:off x="7653724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 userDrawn="1"/>
          </p:nvCxnSpPr>
          <p:spPr>
            <a:xfrm rot="-2700000">
              <a:off x="7656716" y="2555788"/>
              <a:ext cx="3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하늘 </a:t>
            </a:r>
            <a:r>
              <a:rPr lang="ko-KR" altLang="en-US" dirty="0" err="1" smtClean="0"/>
              <a:t>블로그</a:t>
            </a:r>
            <a:endParaRPr lang="ko-KR" altLang="en-US" dirty="0"/>
          </a:p>
        </p:txBody>
      </p:sp>
      <p:sp>
        <p:nvSpPr>
          <p:cNvPr id="6" name="부제목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2017-05-25</a:t>
            </a:r>
          </a:p>
          <a:p>
            <a:r>
              <a:rPr lang="ko-KR" altLang="en-US" dirty="0" err="1" smtClean="0"/>
              <a:t>라진</a:t>
            </a:r>
            <a:r>
              <a:rPr lang="ko-KR" altLang="en-US" dirty="0" err="1" smtClean="0"/>
              <a:t>수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4725144"/>
            <a:ext cx="4355976" cy="195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355976" y="1484784"/>
            <a:ext cx="4104456" cy="29892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683568" y="0"/>
            <a:ext cx="7772400" cy="1470025"/>
          </a:xfrm>
        </p:spPr>
        <p:txBody>
          <a:bodyPr/>
          <a:lstStyle/>
          <a:p>
            <a:r>
              <a:rPr lang="ko-KR" altLang="en-US" dirty="0" err="1" smtClean="0"/>
              <a:t>메인페이</a:t>
            </a:r>
            <a:r>
              <a:rPr lang="ko-KR" altLang="en-US" dirty="0" err="1" smtClean="0"/>
              <a:t>지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2348880"/>
            <a:ext cx="360246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전체 화면 가운데 정렬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Flex box </a:t>
            </a:r>
            <a:r>
              <a:rPr lang="ko-KR" altLang="en-US" dirty="0" smtClean="0"/>
              <a:t>기능을 이용한 화면구현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메인페이지</a:t>
            </a:r>
            <a:r>
              <a:rPr lang="ko-KR" altLang="en-US" dirty="0" smtClean="0"/>
              <a:t> 슬라이드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자바를 이용한</a:t>
            </a:r>
            <a:endParaRPr lang="en-US" altLang="ko-KR" dirty="0" smtClean="0"/>
          </a:p>
          <a:p>
            <a:r>
              <a:rPr lang="ko-KR" altLang="en-US" dirty="0" err="1" smtClean="0"/>
              <a:t>ㄴ</a:t>
            </a:r>
            <a:r>
              <a:rPr lang="ko-KR" altLang="en-US" dirty="0" smtClean="0"/>
              <a:t> 스타일변경</a:t>
            </a:r>
            <a:r>
              <a:rPr lang="en-US" altLang="ko-KR" dirty="0" smtClean="0"/>
              <a:t>(display-none)</a:t>
            </a:r>
          </a:p>
          <a:p>
            <a:r>
              <a:rPr lang="ko-KR" altLang="en-US" dirty="0" err="1" smtClean="0"/>
              <a:t>ㄴ</a:t>
            </a:r>
            <a:r>
              <a:rPr lang="ko-KR" altLang="en-US" dirty="0" smtClean="0"/>
              <a:t> 텍스트내용 변경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화면넓이에 따른</a:t>
            </a:r>
            <a:endParaRPr lang="en-US" altLang="ko-KR" dirty="0" smtClean="0"/>
          </a:p>
          <a:p>
            <a:r>
              <a:rPr lang="ko-KR" altLang="en-US" dirty="0" smtClean="0"/>
              <a:t>좌측메뉴</a:t>
            </a:r>
            <a:r>
              <a:rPr lang="en-US" altLang="ko-KR" dirty="0" smtClean="0"/>
              <a:t>/</a:t>
            </a:r>
            <a:r>
              <a:rPr lang="ko-KR" altLang="en-US" dirty="0" smtClean="0"/>
              <a:t>하단 </a:t>
            </a:r>
            <a:r>
              <a:rPr lang="ko-KR" altLang="en-US" dirty="0" err="1" smtClean="0"/>
              <a:t>푸터</a:t>
            </a:r>
            <a:r>
              <a:rPr lang="ko-KR" altLang="en-US" dirty="0" smtClean="0"/>
              <a:t> 숨김</a:t>
            </a:r>
            <a:r>
              <a:rPr lang="en-US" altLang="ko-KR" dirty="0" smtClean="0"/>
              <a:t>or</a:t>
            </a:r>
            <a:r>
              <a:rPr lang="ko-KR" altLang="en-US" dirty="0" smtClean="0"/>
              <a:t>변형</a:t>
            </a:r>
            <a:endParaRPr lang="ko-KR" altLang="en-US" dirty="0"/>
          </a:p>
        </p:txBody>
      </p:sp>
      <p:cxnSp>
        <p:nvCxnSpPr>
          <p:cNvPr id="10" name="직선 화살표 연결선 9"/>
          <p:cNvCxnSpPr/>
          <p:nvPr/>
        </p:nvCxnSpPr>
        <p:spPr>
          <a:xfrm flipV="1">
            <a:off x="2555776" y="2780928"/>
            <a:ext cx="3456384" cy="86409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3635896" y="4365105"/>
            <a:ext cx="1440160" cy="122413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3635896" y="5589240"/>
            <a:ext cx="1656184" cy="7920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메인페이지</a:t>
            </a:r>
            <a:r>
              <a:rPr lang="en-US" altLang="ko-KR" dirty="0" smtClean="0"/>
              <a:t>-2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3384376" cy="4311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1988840"/>
            <a:ext cx="2416871" cy="417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779912" y="2780928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Flex-box</a:t>
            </a:r>
            <a:r>
              <a:rPr lang="ko-KR" altLang="en-US" dirty="0" smtClean="0"/>
              <a:t>를 이용한 </a:t>
            </a:r>
            <a:r>
              <a:rPr lang="ko-KR" altLang="en-US" dirty="0" err="1" smtClean="0"/>
              <a:t>컬럼의</a:t>
            </a:r>
            <a:r>
              <a:rPr lang="ko-KR" altLang="en-US" dirty="0" smtClean="0"/>
              <a:t> 전환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좌측메뉴의 디자인변화</a:t>
            </a:r>
            <a:endParaRPr lang="ko-KR" altLang="en-US" dirty="0"/>
          </a:p>
        </p:txBody>
      </p:sp>
      <p:sp>
        <p:nvSpPr>
          <p:cNvPr id="10" name="오른쪽 화살표 9"/>
          <p:cNvSpPr/>
          <p:nvPr/>
        </p:nvSpPr>
        <p:spPr>
          <a:xfrm>
            <a:off x="3923928" y="4869160"/>
            <a:ext cx="23042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3131840" y="3068960"/>
            <a:ext cx="720080" cy="1728192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6372200" y="3068960"/>
            <a:ext cx="1008112" cy="1584176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endCxn id="6147" idx="1"/>
          </p:cNvCxnSpPr>
          <p:nvPr/>
        </p:nvCxnSpPr>
        <p:spPr>
          <a:xfrm>
            <a:off x="6084168" y="4005064"/>
            <a:ext cx="360040" cy="7063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공지사항 페이지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9" y="1628800"/>
            <a:ext cx="5170587" cy="488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796137" y="2564904"/>
            <a:ext cx="28873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마우스 </a:t>
            </a:r>
            <a:r>
              <a:rPr lang="ko-KR" altLang="en-US" dirty="0" err="1" smtClean="0"/>
              <a:t>오버시</a:t>
            </a:r>
            <a:r>
              <a:rPr lang="ko-KR" altLang="en-US" dirty="0" smtClean="0"/>
              <a:t> 그림자효과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화면 크기에 상관없이</a:t>
            </a:r>
            <a:endParaRPr lang="en-US" altLang="ko-KR" dirty="0" smtClean="0"/>
          </a:p>
          <a:p>
            <a:r>
              <a:rPr lang="ko-KR" altLang="en-US" dirty="0" smtClean="0"/>
              <a:t>가운데 정렬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5076057" y="2780928"/>
            <a:ext cx="792087" cy="43204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공지사항</a:t>
            </a:r>
            <a:r>
              <a:rPr lang="en-US" altLang="ko-KR" dirty="0" smtClean="0"/>
              <a:t>-2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1988840"/>
            <a:ext cx="2277515" cy="3933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132856"/>
            <a:ext cx="3336651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3995936" y="4869160"/>
            <a:ext cx="187220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923928" y="2636912"/>
            <a:ext cx="22140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화면이 좁아져도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제목</a:t>
            </a:r>
            <a:r>
              <a:rPr lang="en-US" altLang="ko-KR" dirty="0" smtClean="0"/>
              <a:t>/</a:t>
            </a:r>
            <a:r>
              <a:rPr lang="ko-KR" altLang="en-US" dirty="0" smtClean="0"/>
              <a:t>날자</a:t>
            </a:r>
            <a:r>
              <a:rPr lang="en-US" altLang="ko-KR" dirty="0" smtClean="0"/>
              <a:t>/</a:t>
            </a:r>
            <a:r>
              <a:rPr lang="ko-KR" altLang="en-US" dirty="0" smtClean="0"/>
              <a:t>작성자의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간격만 줄어듦</a:t>
            </a:r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자유게시판 페이지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16832"/>
            <a:ext cx="4774109" cy="451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436096" y="220486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공지사항과 동일한 디자인입니다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갤러리 페이지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2" y="1772816"/>
            <a:ext cx="5076999" cy="485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80114" y="2060848"/>
            <a:ext cx="34307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Masonry </a:t>
            </a:r>
            <a:r>
              <a:rPr lang="ko-KR" altLang="en-US" dirty="0" smtClean="0"/>
              <a:t>스타일의 갤러리 구성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Figure/</a:t>
            </a:r>
            <a:r>
              <a:rPr lang="en-US" altLang="ko-KR" dirty="0" err="1" smtClean="0"/>
              <a:t>Figcaption</a:t>
            </a:r>
            <a:endParaRPr lang="en-US" altLang="ko-KR" dirty="0" smtClean="0"/>
          </a:p>
          <a:p>
            <a:r>
              <a:rPr lang="ko-KR" altLang="en-US" dirty="0" smtClean="0"/>
              <a:t>을 이용한 폴라로이드 모양설정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column-width</a:t>
            </a:r>
          </a:p>
          <a:p>
            <a:r>
              <a:rPr lang="en-US" altLang="ko-KR" dirty="0" smtClean="0"/>
              <a:t>column-gap</a:t>
            </a:r>
          </a:p>
          <a:p>
            <a:r>
              <a:rPr lang="ko-KR" altLang="en-US" dirty="0" smtClean="0"/>
              <a:t>을 이용해 화면 넓이에 따라</a:t>
            </a:r>
            <a:endParaRPr lang="en-US" altLang="ko-KR" dirty="0" smtClean="0"/>
          </a:p>
          <a:p>
            <a:r>
              <a:rPr lang="ko-KR" altLang="en-US" dirty="0" smtClean="0"/>
              <a:t>이미지를 자동 배치</a:t>
            </a:r>
            <a:endParaRPr lang="en-US" altLang="ko-KR" dirty="0" smtClean="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4932040" y="3140968"/>
            <a:ext cx="720080" cy="2880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갤러리</a:t>
            </a:r>
            <a:r>
              <a:rPr lang="en-US" altLang="ko-KR" dirty="0" smtClean="0"/>
              <a:t>-2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1772817"/>
            <a:ext cx="3037912" cy="469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3" y="1772817"/>
            <a:ext cx="4405268" cy="4753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788024" y="3573016"/>
            <a:ext cx="72008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연락하기 페이지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5" y="1541600"/>
            <a:ext cx="5513809" cy="5316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44210" y="2132857"/>
            <a:ext cx="2279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Table </a:t>
            </a:r>
            <a:r>
              <a:rPr lang="ko-KR" altLang="en-US" dirty="0" smtClean="0"/>
              <a:t>태그와</a:t>
            </a:r>
            <a:endParaRPr lang="en-US" altLang="ko-KR" dirty="0" smtClean="0"/>
          </a:p>
          <a:p>
            <a:r>
              <a:rPr lang="en-US" altLang="ko-KR" dirty="0" smtClean="0"/>
              <a:t>Input </a:t>
            </a:r>
            <a:r>
              <a:rPr lang="ko-KR" altLang="en-US" dirty="0" smtClean="0"/>
              <a:t>태그로 구성한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연락처 페이지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연락하기</a:t>
            </a:r>
            <a:r>
              <a:rPr lang="en-US" altLang="ko-KR" dirty="0" smtClean="0"/>
              <a:t>-2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3" y="1844825"/>
            <a:ext cx="2868737" cy="4429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700809"/>
            <a:ext cx="4515792" cy="4872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860032" y="3789041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화면의 변화단계</a:t>
            </a:r>
            <a:endParaRPr lang="ko-KR" alt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212976"/>
            <a:ext cx="3240360" cy="224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79890" y="3212976"/>
            <a:ext cx="2908334" cy="2557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76256" y="3212976"/>
            <a:ext cx="2144149" cy="3034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51520" y="2132856"/>
            <a:ext cx="21020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단계 최대</a:t>
            </a:r>
            <a:r>
              <a:rPr lang="en-US" altLang="ko-KR" dirty="0" err="1" smtClean="0"/>
              <a:t>px</a:t>
            </a:r>
            <a:r>
              <a:rPr lang="en-US" altLang="ko-KR" dirty="0" smtClean="0"/>
              <a:t> </a:t>
            </a:r>
            <a:r>
              <a:rPr lang="ko-KR" altLang="en-US" dirty="0" smtClean="0"/>
              <a:t>고정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화면 가운데 정렬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95936" y="2132856"/>
            <a:ext cx="24032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단계 좌측 메뉴 변화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하단 </a:t>
            </a:r>
            <a:r>
              <a:rPr lang="ko-KR" altLang="en-US" dirty="0" err="1" smtClean="0"/>
              <a:t>푸터</a:t>
            </a:r>
            <a:r>
              <a:rPr lang="ko-KR" altLang="en-US" dirty="0" smtClean="0"/>
              <a:t> 등장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76256" y="2204864"/>
            <a:ext cx="1859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단계 화면 내부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정렬 변환</a:t>
            </a:r>
            <a:endParaRPr lang="ko-KR" altLang="en-US" dirty="0"/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5875235"/>
            <a:ext cx="2880320" cy="506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504" y="5517232"/>
            <a:ext cx="3312368" cy="731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2564904"/>
            <a:ext cx="8229600" cy="1143000"/>
          </a:xfrm>
        </p:spPr>
        <p:txBody>
          <a:bodyPr>
            <a:noAutofit/>
          </a:bodyPr>
          <a:lstStyle/>
          <a:p>
            <a:r>
              <a:rPr lang="ko-KR" altLang="en-US" sz="8800" b="1" dirty="0" smtClean="0"/>
              <a:t>감사합니다</a:t>
            </a:r>
            <a:r>
              <a:rPr lang="en-US" altLang="ko-KR" sz="8800" b="1" dirty="0" smtClean="0"/>
              <a:t>!</a:t>
            </a:r>
            <a:endParaRPr lang="ko-KR" altLang="en-US" sz="8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고구려 벽화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18000">
              <a:schemeClr val="phClr">
                <a:tint val="20000"/>
                <a:shade val="100000"/>
                <a:hueMod val="100000"/>
                <a:satMod val="100000"/>
              </a:schemeClr>
            </a:gs>
            <a:gs pos="87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95000"/>
                <a:hueMod val="100000"/>
                <a:satMod val="100000"/>
              </a:schemeClr>
            </a:gs>
          </a:gsLst>
          <a:lin ang="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r="5400000" algn="tl">
              <a:srgbClr val="EBE9ED">
                <a:alpha val="0"/>
              </a:srgbClr>
            </a:outerShdw>
          </a:effectLst>
        </a:effectStyle>
        <a:effectStyle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101600" dist="76200" dir="2700000" algn="bl">
              <a:srgbClr val="000000">
                <a:alpha val="30588"/>
              </a:srgbClr>
            </a:outerShdw>
          </a:effectLst>
          <a:scene3d>
            <a:camera prst="orthographicFront" fov="0">
              <a:rot lat="0" lon="0" rev="0"/>
            </a:camera>
            <a:lightRig rig="chilly" dir="t">
              <a:rot lat="0" lon="0" rev="4200000"/>
            </a:lightRig>
          </a:scene3d>
          <a:sp3d contourW="25400" prstMaterial="matte">
            <a:bevelT h="88900"/>
            <a:contourClr>
              <a:srgbClr val="FFFFFF">
                <a:alpha val="0"/>
              </a:srgb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135</Words>
  <Application>Microsoft Office PowerPoint</Application>
  <PresentationFormat>화면 슬라이드 쇼(4:3)</PresentationFormat>
  <Paragraphs>62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하늘 블로그</vt:lpstr>
      <vt:lpstr>메인페이지</vt:lpstr>
      <vt:lpstr>메인페이지-2</vt:lpstr>
      <vt:lpstr>공지사항 페이지</vt:lpstr>
      <vt:lpstr>공지사항-2</vt:lpstr>
      <vt:lpstr>자유게시판 페이지</vt:lpstr>
      <vt:lpstr>갤러리 페이지</vt:lpstr>
      <vt:lpstr>갤러리-2</vt:lpstr>
      <vt:lpstr>연락하기 페이지</vt:lpstr>
      <vt:lpstr>연락하기-2</vt:lpstr>
      <vt:lpstr>화면의 변화단계</vt:lpstr>
      <vt:lpstr>감사합니다!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하늘 블로그</dc:title>
  <dc:creator>Microsoft Corporation</dc:creator>
  <cp:lastModifiedBy>kitcoop</cp:lastModifiedBy>
  <cp:revision>20</cp:revision>
  <dcterms:created xsi:type="dcterms:W3CDTF">2006-10-05T04:04:58Z</dcterms:created>
  <dcterms:modified xsi:type="dcterms:W3CDTF">2017-05-25T10:27:25Z</dcterms:modified>
</cp:coreProperties>
</file>