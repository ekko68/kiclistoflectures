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80" r:id="rId5"/>
    <p:sldId id="300" r:id="rId6"/>
    <p:sldId id="268" r:id="rId7"/>
    <p:sldId id="269" r:id="rId8"/>
    <p:sldId id="284" r:id="rId9"/>
    <p:sldId id="282" r:id="rId10"/>
    <p:sldId id="265" r:id="rId11"/>
    <p:sldId id="299" r:id="rId12"/>
    <p:sldId id="287" r:id="rId13"/>
    <p:sldId id="288" r:id="rId14"/>
    <p:sldId id="289" r:id="rId15"/>
    <p:sldId id="290" r:id="rId16"/>
    <p:sldId id="273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77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5" autoAdjust="0"/>
    <p:restoredTop sz="94700" autoAdjust="0"/>
  </p:normalViewPr>
  <p:slideViewPr>
    <p:cSldViewPr>
      <p:cViewPr>
        <p:scale>
          <a:sx n="90" d="100"/>
          <a:sy n="90" d="100"/>
        </p:scale>
        <p:origin x="-128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EB061-65D9-4751-AF4F-39268CF063F8}" type="doc">
      <dgm:prSet loTypeId="urn:microsoft.com/office/officeart/2005/8/layout/hierarchy6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AFBDB0A0-D989-4ACE-8BAD-DB21BD8577D5}">
      <dgm:prSet phldrT="[텍스트]"/>
      <dgm:spPr/>
      <dgm:t>
        <a:bodyPr/>
        <a:lstStyle/>
        <a:p>
          <a:pPr latinLnBrk="1"/>
          <a:r>
            <a:rPr lang="en-US" altLang="ko-KR" b="1" smtClean="0"/>
            <a:t>WEB-Main</a:t>
          </a:r>
          <a:endParaRPr lang="ko-KR" altLang="en-US" b="1"/>
        </a:p>
      </dgm:t>
    </dgm:pt>
    <dgm:pt modelId="{18E83A36-14D9-4D2F-A300-28C3F88FFACA}" type="par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A9982EE1-4334-4BB5-AD5E-69BC59062B86}" type="sibTrans" cxnId="{3D613154-2B55-4695-AF0E-2DC44D3728E3}">
      <dgm:prSet/>
      <dgm:spPr/>
      <dgm:t>
        <a:bodyPr/>
        <a:lstStyle/>
        <a:p>
          <a:pPr latinLnBrk="1"/>
          <a:endParaRPr lang="ko-KR" altLang="en-US"/>
        </a:p>
      </dgm:t>
    </dgm:pt>
    <dgm:pt modelId="{BF2BC9BD-C29E-4ADF-AE11-BF76E575DB5A}">
      <dgm:prSet phldrT="[텍스트]"/>
      <dgm:spPr/>
      <dgm:t>
        <a:bodyPr/>
        <a:lstStyle/>
        <a:p>
          <a:pPr latinLnBrk="1"/>
          <a:r>
            <a:rPr lang="en-US" altLang="ko-KR" b="1" smtClean="0"/>
            <a:t>HTML5</a:t>
          </a:r>
          <a:endParaRPr lang="ko-KR" altLang="en-US" b="1"/>
        </a:p>
      </dgm:t>
    </dgm:pt>
    <dgm:pt modelId="{BE97B97A-D47D-4244-A6A1-7CC0C035806F}" type="parTrans" cxnId="{C5C67BC3-787C-4219-9D77-95005B549B5E}">
      <dgm:prSet/>
      <dgm:spPr/>
      <dgm:t>
        <a:bodyPr/>
        <a:lstStyle/>
        <a:p>
          <a:pPr latinLnBrk="1"/>
          <a:endParaRPr lang="ko-KR" altLang="en-US" b="1"/>
        </a:p>
      </dgm:t>
    </dgm:pt>
    <dgm:pt modelId="{EF4AD89D-BA56-4A7E-8189-0FA1DEA23B53}" type="sibTrans" cxnId="{C5C67BC3-787C-4219-9D77-95005B549B5E}">
      <dgm:prSet/>
      <dgm:spPr/>
      <dgm:t>
        <a:bodyPr/>
        <a:lstStyle/>
        <a:p>
          <a:pPr latinLnBrk="1"/>
          <a:endParaRPr lang="ko-KR" altLang="en-US"/>
        </a:p>
      </dgm:t>
    </dgm:pt>
    <dgm:pt modelId="{1CE3C426-1BEA-4443-9BAE-5D466E2A4B9D}">
      <dgm:prSet phldrT="[텍스트]"/>
      <dgm:spPr/>
      <dgm:t>
        <a:bodyPr/>
        <a:lstStyle/>
        <a:p>
          <a:pPr latinLnBrk="1"/>
          <a:r>
            <a:rPr lang="en-US" altLang="ko-KR" b="1" smtClean="0"/>
            <a:t>CSS3</a:t>
          </a:r>
          <a:endParaRPr lang="ko-KR" altLang="en-US" b="1">
            <a:solidFill>
              <a:srgbClr val="FFFF00"/>
            </a:solidFill>
          </a:endParaRPr>
        </a:p>
      </dgm:t>
    </dgm:pt>
    <dgm:pt modelId="{8485A3A3-145F-4C7D-B574-FF370C2C3DCC}" type="parTrans" cxnId="{82F57553-E737-4B80-8C5D-CF3922EC5CDC}">
      <dgm:prSet/>
      <dgm:spPr/>
      <dgm:t>
        <a:bodyPr/>
        <a:lstStyle/>
        <a:p>
          <a:pPr latinLnBrk="1"/>
          <a:endParaRPr lang="ko-KR" altLang="en-US" b="1"/>
        </a:p>
      </dgm:t>
    </dgm:pt>
    <dgm:pt modelId="{AA08413D-5C36-4E5F-B90C-BD799B2D053A}" type="sibTrans" cxnId="{82F57553-E737-4B80-8C5D-CF3922EC5CDC}">
      <dgm:prSet/>
      <dgm:spPr/>
      <dgm:t>
        <a:bodyPr/>
        <a:lstStyle/>
        <a:p>
          <a:pPr latinLnBrk="1"/>
          <a:endParaRPr lang="ko-KR" altLang="en-US"/>
        </a:p>
      </dgm:t>
    </dgm:pt>
    <dgm:pt modelId="{D50F93BA-2207-4344-A814-F2F13B170A6A}">
      <dgm:prSet phldrT="[텍스트]"/>
      <dgm:spPr/>
      <dgm:t>
        <a:bodyPr/>
        <a:lstStyle/>
        <a:p>
          <a:pPr latinLnBrk="1"/>
          <a:r>
            <a:rPr lang="en-US" altLang="ko-KR" b="1" smtClean="0"/>
            <a:t>W3Schools</a:t>
          </a:r>
        </a:p>
        <a:p>
          <a:pPr latinLnBrk="1"/>
          <a:r>
            <a:rPr lang="en-US" altLang="ko-KR" b="1" smtClean="0"/>
            <a:t>API</a:t>
          </a:r>
          <a:endParaRPr lang="ko-KR" altLang="en-US" b="1"/>
        </a:p>
      </dgm:t>
    </dgm:pt>
    <dgm:pt modelId="{FD257A65-50A7-41CB-B057-FD2003062FF8}" type="parTrans" cxnId="{68210654-68A2-41F2-B35B-BBB92F55B77E}">
      <dgm:prSet/>
      <dgm:spPr/>
      <dgm:t>
        <a:bodyPr/>
        <a:lstStyle/>
        <a:p>
          <a:pPr latinLnBrk="1"/>
          <a:endParaRPr lang="ko-KR" altLang="en-US" b="1"/>
        </a:p>
      </dgm:t>
    </dgm:pt>
    <dgm:pt modelId="{4B05F3CE-9671-4C1E-ACFA-6F2318693246}" type="sibTrans" cxnId="{68210654-68A2-41F2-B35B-BBB92F55B77E}">
      <dgm:prSet/>
      <dgm:spPr/>
      <dgm:t>
        <a:bodyPr/>
        <a:lstStyle/>
        <a:p>
          <a:pPr latinLnBrk="1"/>
          <a:endParaRPr lang="ko-KR" altLang="en-US"/>
        </a:p>
      </dgm:t>
    </dgm:pt>
    <dgm:pt modelId="{89907092-6776-4929-8DD9-BF5F707E176B}" type="pres">
      <dgm:prSet presAssocID="{29EEB061-65D9-4751-AF4F-39268CF063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DB165F-CE4D-4BA2-996C-78F324E1FF31}" type="pres">
      <dgm:prSet presAssocID="{29EEB061-65D9-4751-AF4F-39268CF063F8}" presName="hierFlow" presStyleCnt="0"/>
      <dgm:spPr/>
      <dgm:t>
        <a:bodyPr/>
        <a:lstStyle/>
        <a:p>
          <a:pPr latinLnBrk="1"/>
          <a:endParaRPr lang="ko-KR" altLang="en-US"/>
        </a:p>
      </dgm:t>
    </dgm:pt>
    <dgm:pt modelId="{7206F960-FF97-4A6F-A2DF-1D9A8B17F12F}" type="pres">
      <dgm:prSet presAssocID="{29EEB061-65D9-4751-AF4F-39268CF063F8}" presName="hierChild1" presStyleCnt="0">
        <dgm:presLayoutVars>
          <dgm:chPref val="1"/>
          <dgm:animOne val="branch"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9EF87CE-B7D5-49B3-AE57-D2705D3005D8}" type="pres">
      <dgm:prSet presAssocID="{AFBDB0A0-D989-4ACE-8BAD-DB21BD8577D5}" presName="Name14" presStyleCnt="0"/>
      <dgm:spPr/>
      <dgm:t>
        <a:bodyPr/>
        <a:lstStyle/>
        <a:p>
          <a:pPr latinLnBrk="1"/>
          <a:endParaRPr lang="ko-KR" altLang="en-US"/>
        </a:p>
      </dgm:t>
    </dgm:pt>
    <dgm:pt modelId="{D21A117B-03E7-40AA-A5EE-C956E8D1630C}" type="pres">
      <dgm:prSet presAssocID="{AFBDB0A0-D989-4ACE-8BAD-DB21BD8577D5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6EAE45-42A0-4703-9C36-536035077E06}" type="pres">
      <dgm:prSet presAssocID="{AFBDB0A0-D989-4ACE-8BAD-DB21BD8577D5}" presName="hierChild2" presStyleCnt="0"/>
      <dgm:spPr/>
      <dgm:t>
        <a:bodyPr/>
        <a:lstStyle/>
        <a:p>
          <a:pPr latinLnBrk="1"/>
          <a:endParaRPr lang="ko-KR" altLang="en-US"/>
        </a:p>
      </dgm:t>
    </dgm:pt>
    <dgm:pt modelId="{FE45CB08-8604-4C8E-A473-9B18E7694545}" type="pres">
      <dgm:prSet presAssocID="{BE97B97A-D47D-4244-A6A1-7CC0C035806F}" presName="Name19" presStyleLbl="parChTrans1D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4C26B58D-71CD-4B8E-B666-324EC8F3CCE7}" type="pres">
      <dgm:prSet presAssocID="{BF2BC9BD-C29E-4ADF-AE11-BF76E575DB5A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9853B99D-5CE1-4D13-ABC1-010366D91486}" type="pres">
      <dgm:prSet presAssocID="{BF2BC9BD-C29E-4ADF-AE11-BF76E575DB5A}" presName="level2Shape" presStyleLbl="node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C98D93AA-E7F0-47BF-91FC-CC503412B84E}" type="pres">
      <dgm:prSet presAssocID="{BF2BC9BD-C29E-4ADF-AE11-BF76E575DB5A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DE8B221A-366B-4A97-91E5-5A5E923E3E54}" type="pres">
      <dgm:prSet presAssocID="{8485A3A3-145F-4C7D-B574-FF370C2C3DCC}" presName="Name19" presStyleLbl="parChTrans1D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A9598DE1-CCF9-4CAD-88EB-ADF2E0998AB9}" type="pres">
      <dgm:prSet presAssocID="{1CE3C426-1BEA-4443-9BAE-5D466E2A4B9D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F1C73713-1556-4F08-BDD9-85E147B092AD}" type="pres">
      <dgm:prSet presAssocID="{1CE3C426-1BEA-4443-9BAE-5D466E2A4B9D}" presName="level2Shape" presStyleLbl="node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51CB4CF7-C047-4054-B543-A68EDB2894C5}" type="pres">
      <dgm:prSet presAssocID="{1CE3C426-1BEA-4443-9BAE-5D466E2A4B9D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B46911C5-65FE-44E3-9C77-FEA3F3936EA6}" type="pres">
      <dgm:prSet presAssocID="{FD257A65-50A7-41CB-B057-FD2003062FF8}" presName="Name19" presStyleLbl="parChTrans1D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0CFB0D80-7AE7-4FAB-80C9-E1704E543B23}" type="pres">
      <dgm:prSet presAssocID="{D50F93BA-2207-4344-A814-F2F13B170A6A}" presName="Name21" presStyleCnt="0"/>
      <dgm:spPr/>
      <dgm:t>
        <a:bodyPr/>
        <a:lstStyle/>
        <a:p>
          <a:pPr latinLnBrk="1"/>
          <a:endParaRPr lang="ko-KR" altLang="en-US"/>
        </a:p>
      </dgm:t>
    </dgm:pt>
    <dgm:pt modelId="{8C4DCBE3-AC71-4E38-AA64-CC2592FCB94D}" type="pres">
      <dgm:prSet presAssocID="{D50F93BA-2207-4344-A814-F2F13B170A6A}" presName="level2Shape" presStyleLbl="node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41B780E6-647C-4783-9701-CC4A387380F3}" type="pres">
      <dgm:prSet presAssocID="{D50F93BA-2207-4344-A814-F2F13B170A6A}" presName="hierChild3" presStyleCnt="0"/>
      <dgm:spPr/>
      <dgm:t>
        <a:bodyPr/>
        <a:lstStyle/>
        <a:p>
          <a:pPr latinLnBrk="1"/>
          <a:endParaRPr lang="ko-KR" altLang="en-US"/>
        </a:p>
      </dgm:t>
    </dgm:pt>
    <dgm:pt modelId="{5C44CE51-61EF-4415-AACB-AA598969C22E}" type="pres">
      <dgm:prSet presAssocID="{29EEB061-65D9-4751-AF4F-39268CF063F8}" presName="bgShapesFlow" presStyleCnt="0"/>
      <dgm:spPr/>
      <dgm:t>
        <a:bodyPr/>
        <a:lstStyle/>
        <a:p>
          <a:pPr latinLnBrk="1"/>
          <a:endParaRPr lang="ko-KR" altLang="en-US"/>
        </a:p>
      </dgm:t>
    </dgm:pt>
  </dgm:ptLst>
  <dgm:cxnLst>
    <dgm:cxn modelId="{1B0C660F-CFA1-411E-8A9E-D33B1E253A34}" type="presOf" srcId="{D50F93BA-2207-4344-A814-F2F13B170A6A}" destId="{8C4DCBE3-AC71-4E38-AA64-CC2592FCB94D}" srcOrd="0" destOrd="0" presId="urn:microsoft.com/office/officeart/2005/8/layout/hierarchy6"/>
    <dgm:cxn modelId="{3D613154-2B55-4695-AF0E-2DC44D3728E3}" srcId="{29EEB061-65D9-4751-AF4F-39268CF063F8}" destId="{AFBDB0A0-D989-4ACE-8BAD-DB21BD8577D5}" srcOrd="0" destOrd="0" parTransId="{18E83A36-14D9-4D2F-A300-28C3F88FFACA}" sibTransId="{A9982EE1-4334-4BB5-AD5E-69BC59062B86}"/>
    <dgm:cxn modelId="{263368F0-65E5-4530-BF37-972668E0A264}" type="presOf" srcId="{BE97B97A-D47D-4244-A6A1-7CC0C035806F}" destId="{FE45CB08-8604-4C8E-A473-9B18E7694545}" srcOrd="0" destOrd="0" presId="urn:microsoft.com/office/officeart/2005/8/layout/hierarchy6"/>
    <dgm:cxn modelId="{99626C62-62C2-49CD-B1C6-96420953CB6F}" type="presOf" srcId="{BF2BC9BD-C29E-4ADF-AE11-BF76E575DB5A}" destId="{9853B99D-5CE1-4D13-ABC1-010366D91486}" srcOrd="0" destOrd="0" presId="urn:microsoft.com/office/officeart/2005/8/layout/hierarchy6"/>
    <dgm:cxn modelId="{2F5EA075-1B1F-48A0-986D-680CFE326639}" type="presOf" srcId="{8485A3A3-145F-4C7D-B574-FF370C2C3DCC}" destId="{DE8B221A-366B-4A97-91E5-5A5E923E3E54}" srcOrd="0" destOrd="0" presId="urn:microsoft.com/office/officeart/2005/8/layout/hierarchy6"/>
    <dgm:cxn modelId="{C5C67BC3-787C-4219-9D77-95005B549B5E}" srcId="{AFBDB0A0-D989-4ACE-8BAD-DB21BD8577D5}" destId="{BF2BC9BD-C29E-4ADF-AE11-BF76E575DB5A}" srcOrd="0" destOrd="0" parTransId="{BE97B97A-D47D-4244-A6A1-7CC0C035806F}" sibTransId="{EF4AD89D-BA56-4A7E-8189-0FA1DEA23B53}"/>
    <dgm:cxn modelId="{68210654-68A2-41F2-B35B-BBB92F55B77E}" srcId="{AFBDB0A0-D989-4ACE-8BAD-DB21BD8577D5}" destId="{D50F93BA-2207-4344-A814-F2F13B170A6A}" srcOrd="2" destOrd="0" parTransId="{FD257A65-50A7-41CB-B057-FD2003062FF8}" sibTransId="{4B05F3CE-9671-4C1E-ACFA-6F2318693246}"/>
    <dgm:cxn modelId="{9EDD8D94-E28C-4D68-8E2F-7575931ECFE7}" type="presOf" srcId="{1CE3C426-1BEA-4443-9BAE-5D466E2A4B9D}" destId="{F1C73713-1556-4F08-BDD9-85E147B092AD}" srcOrd="0" destOrd="0" presId="urn:microsoft.com/office/officeart/2005/8/layout/hierarchy6"/>
    <dgm:cxn modelId="{68A87FB5-575C-4213-9185-1F438525EC25}" type="presOf" srcId="{FD257A65-50A7-41CB-B057-FD2003062FF8}" destId="{B46911C5-65FE-44E3-9C77-FEA3F3936EA6}" srcOrd="0" destOrd="0" presId="urn:microsoft.com/office/officeart/2005/8/layout/hierarchy6"/>
    <dgm:cxn modelId="{31405336-EFAB-4316-933E-AAE36AF6BBF2}" type="presOf" srcId="{AFBDB0A0-D989-4ACE-8BAD-DB21BD8577D5}" destId="{D21A117B-03E7-40AA-A5EE-C956E8D1630C}" srcOrd="0" destOrd="0" presId="urn:microsoft.com/office/officeart/2005/8/layout/hierarchy6"/>
    <dgm:cxn modelId="{82F57553-E737-4B80-8C5D-CF3922EC5CDC}" srcId="{AFBDB0A0-D989-4ACE-8BAD-DB21BD8577D5}" destId="{1CE3C426-1BEA-4443-9BAE-5D466E2A4B9D}" srcOrd="1" destOrd="0" parTransId="{8485A3A3-145F-4C7D-B574-FF370C2C3DCC}" sibTransId="{AA08413D-5C36-4E5F-B90C-BD799B2D053A}"/>
    <dgm:cxn modelId="{47E6288F-645B-42EE-9C03-EA1E13D1D574}" type="presOf" srcId="{29EEB061-65D9-4751-AF4F-39268CF063F8}" destId="{89907092-6776-4929-8DD9-BF5F707E176B}" srcOrd="0" destOrd="0" presId="urn:microsoft.com/office/officeart/2005/8/layout/hierarchy6"/>
    <dgm:cxn modelId="{6C3C94AE-7BB1-4AFF-9A14-04174DFBEC2D}" type="presParOf" srcId="{89907092-6776-4929-8DD9-BF5F707E176B}" destId="{4BDB165F-CE4D-4BA2-996C-78F324E1FF31}" srcOrd="0" destOrd="0" presId="urn:microsoft.com/office/officeart/2005/8/layout/hierarchy6"/>
    <dgm:cxn modelId="{E516479F-0D8D-4E1C-B182-93C3C1D31ACF}" type="presParOf" srcId="{4BDB165F-CE4D-4BA2-996C-78F324E1FF31}" destId="{7206F960-FF97-4A6F-A2DF-1D9A8B17F12F}" srcOrd="0" destOrd="0" presId="urn:microsoft.com/office/officeart/2005/8/layout/hierarchy6"/>
    <dgm:cxn modelId="{0CB65918-FCCC-4FE4-A136-F824BB2EA93F}" type="presParOf" srcId="{7206F960-FF97-4A6F-A2DF-1D9A8B17F12F}" destId="{79EF87CE-B7D5-49B3-AE57-D2705D3005D8}" srcOrd="0" destOrd="0" presId="urn:microsoft.com/office/officeart/2005/8/layout/hierarchy6"/>
    <dgm:cxn modelId="{8CC891CF-CC22-4C7B-8843-849F9C539248}" type="presParOf" srcId="{79EF87CE-B7D5-49B3-AE57-D2705D3005D8}" destId="{D21A117B-03E7-40AA-A5EE-C956E8D1630C}" srcOrd="0" destOrd="0" presId="urn:microsoft.com/office/officeart/2005/8/layout/hierarchy6"/>
    <dgm:cxn modelId="{FF5C0F29-4F51-4142-8727-685E2419E742}" type="presParOf" srcId="{79EF87CE-B7D5-49B3-AE57-D2705D3005D8}" destId="{736EAE45-42A0-4703-9C36-536035077E06}" srcOrd="1" destOrd="0" presId="urn:microsoft.com/office/officeart/2005/8/layout/hierarchy6"/>
    <dgm:cxn modelId="{45D17D17-386E-45E6-A85F-1F31947B26B2}" type="presParOf" srcId="{736EAE45-42A0-4703-9C36-536035077E06}" destId="{FE45CB08-8604-4C8E-A473-9B18E7694545}" srcOrd="0" destOrd="0" presId="urn:microsoft.com/office/officeart/2005/8/layout/hierarchy6"/>
    <dgm:cxn modelId="{B6E736A6-824C-442D-B688-075E1FBB483D}" type="presParOf" srcId="{736EAE45-42A0-4703-9C36-536035077E06}" destId="{4C26B58D-71CD-4B8E-B666-324EC8F3CCE7}" srcOrd="1" destOrd="0" presId="urn:microsoft.com/office/officeart/2005/8/layout/hierarchy6"/>
    <dgm:cxn modelId="{80C33B42-296E-4E46-BE0D-E290CD6D7049}" type="presParOf" srcId="{4C26B58D-71CD-4B8E-B666-324EC8F3CCE7}" destId="{9853B99D-5CE1-4D13-ABC1-010366D91486}" srcOrd="0" destOrd="0" presId="urn:microsoft.com/office/officeart/2005/8/layout/hierarchy6"/>
    <dgm:cxn modelId="{6B0BB0C8-72E2-429B-A2D5-54141D00A1FA}" type="presParOf" srcId="{4C26B58D-71CD-4B8E-B666-324EC8F3CCE7}" destId="{C98D93AA-E7F0-47BF-91FC-CC503412B84E}" srcOrd="1" destOrd="0" presId="urn:microsoft.com/office/officeart/2005/8/layout/hierarchy6"/>
    <dgm:cxn modelId="{D348198A-3DBE-4F5A-9ADB-EC1D6D91B18C}" type="presParOf" srcId="{736EAE45-42A0-4703-9C36-536035077E06}" destId="{DE8B221A-366B-4A97-91E5-5A5E923E3E54}" srcOrd="2" destOrd="0" presId="urn:microsoft.com/office/officeart/2005/8/layout/hierarchy6"/>
    <dgm:cxn modelId="{68FBC05A-CB88-4569-817F-F31FF8012A97}" type="presParOf" srcId="{736EAE45-42A0-4703-9C36-536035077E06}" destId="{A9598DE1-CCF9-4CAD-88EB-ADF2E0998AB9}" srcOrd="3" destOrd="0" presId="urn:microsoft.com/office/officeart/2005/8/layout/hierarchy6"/>
    <dgm:cxn modelId="{86945DED-3222-46AA-950C-1E4C8EA81E85}" type="presParOf" srcId="{A9598DE1-CCF9-4CAD-88EB-ADF2E0998AB9}" destId="{F1C73713-1556-4F08-BDD9-85E147B092AD}" srcOrd="0" destOrd="0" presId="urn:microsoft.com/office/officeart/2005/8/layout/hierarchy6"/>
    <dgm:cxn modelId="{C1F2C81F-3829-423E-8428-1A2C1D5B62CA}" type="presParOf" srcId="{A9598DE1-CCF9-4CAD-88EB-ADF2E0998AB9}" destId="{51CB4CF7-C047-4054-B543-A68EDB2894C5}" srcOrd="1" destOrd="0" presId="urn:microsoft.com/office/officeart/2005/8/layout/hierarchy6"/>
    <dgm:cxn modelId="{4E995E3C-6757-4321-9F98-D888F4BD40AF}" type="presParOf" srcId="{736EAE45-42A0-4703-9C36-536035077E06}" destId="{B46911C5-65FE-44E3-9C77-FEA3F3936EA6}" srcOrd="4" destOrd="0" presId="urn:microsoft.com/office/officeart/2005/8/layout/hierarchy6"/>
    <dgm:cxn modelId="{8C5A399A-F88C-455B-A91C-CC00576491F2}" type="presParOf" srcId="{736EAE45-42A0-4703-9C36-536035077E06}" destId="{0CFB0D80-7AE7-4FAB-80C9-E1704E543B23}" srcOrd="5" destOrd="0" presId="urn:microsoft.com/office/officeart/2005/8/layout/hierarchy6"/>
    <dgm:cxn modelId="{5667A625-3766-4E82-993B-7FD1D206660C}" type="presParOf" srcId="{0CFB0D80-7AE7-4FAB-80C9-E1704E543B23}" destId="{8C4DCBE3-AC71-4E38-AA64-CC2592FCB94D}" srcOrd="0" destOrd="0" presId="urn:microsoft.com/office/officeart/2005/8/layout/hierarchy6"/>
    <dgm:cxn modelId="{E5F4F729-2FA0-419C-A4E7-163890E7A917}" type="presParOf" srcId="{0CFB0D80-7AE7-4FAB-80C9-E1704E543B23}" destId="{41B780E6-647C-4783-9701-CC4A387380F3}" srcOrd="1" destOrd="0" presId="urn:microsoft.com/office/officeart/2005/8/layout/hierarchy6"/>
    <dgm:cxn modelId="{36C1A693-EE8E-414C-BAB7-6E55C3E546E0}" type="presParOf" srcId="{89907092-6776-4929-8DD9-BF5F707E176B}" destId="{5C44CE51-61EF-4415-AACB-AA598969C22E}" srcOrd="1" destOrd="0" presId="urn:microsoft.com/office/officeart/2005/8/layout/hierarchy6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21A117B-03E7-40AA-A5EE-C956E8D1630C}">
      <dsp:nvSpPr>
        <dsp:cNvPr id="0" name=""/>
        <dsp:cNvSpPr/>
      </dsp:nvSpPr>
      <dsp:spPr>
        <a:xfrm>
          <a:off x="2471758" y="318410"/>
          <a:ext cx="1897242" cy="12648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100" b="1" kern="1200" smtClean="0"/>
            <a:t>WEB-Main</a:t>
          </a:r>
          <a:endParaRPr lang="ko-KR" altLang="en-US" sz="2100" b="1" kern="1200"/>
        </a:p>
      </dsp:txBody>
      <dsp:txXfrm>
        <a:off x="2471758" y="318410"/>
        <a:ext cx="1897242" cy="1264828"/>
      </dsp:txXfrm>
    </dsp:sp>
    <dsp:sp modelId="{FE45CB08-8604-4C8E-A473-9B18E7694545}">
      <dsp:nvSpPr>
        <dsp:cNvPr id="0" name=""/>
        <dsp:cNvSpPr/>
      </dsp:nvSpPr>
      <dsp:spPr>
        <a:xfrm>
          <a:off x="953965" y="1583238"/>
          <a:ext cx="2466414" cy="505931"/>
        </a:xfrm>
        <a:custGeom>
          <a:avLst/>
          <a:gdLst/>
          <a:ahLst/>
          <a:cxnLst/>
          <a:rect l="0" t="0" r="0" b="0"/>
          <a:pathLst>
            <a:path>
              <a:moveTo>
                <a:pt x="2466414" y="0"/>
              </a:moveTo>
              <a:lnTo>
                <a:pt x="2466414" y="252965"/>
              </a:lnTo>
              <a:lnTo>
                <a:pt x="0" y="252965"/>
              </a:lnTo>
              <a:lnTo>
                <a:pt x="0" y="505931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3B99D-5CE1-4D13-ABC1-010366D91486}">
      <dsp:nvSpPr>
        <dsp:cNvPr id="0" name=""/>
        <dsp:cNvSpPr/>
      </dsp:nvSpPr>
      <dsp:spPr>
        <a:xfrm>
          <a:off x="5344" y="2089169"/>
          <a:ext cx="1897242" cy="12648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100" b="1" kern="1200" smtClean="0"/>
            <a:t>HTML5</a:t>
          </a:r>
          <a:endParaRPr lang="ko-KR" altLang="en-US" sz="2100" b="1" kern="1200"/>
        </a:p>
      </dsp:txBody>
      <dsp:txXfrm>
        <a:off x="5344" y="2089169"/>
        <a:ext cx="1897242" cy="1264828"/>
      </dsp:txXfrm>
    </dsp:sp>
    <dsp:sp modelId="{DE8B221A-366B-4A97-91E5-5A5E923E3E54}">
      <dsp:nvSpPr>
        <dsp:cNvPr id="0" name=""/>
        <dsp:cNvSpPr/>
      </dsp:nvSpPr>
      <dsp:spPr>
        <a:xfrm>
          <a:off x="3374660" y="1583238"/>
          <a:ext cx="91440" cy="5059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5931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C73713-1556-4F08-BDD9-85E147B092AD}">
      <dsp:nvSpPr>
        <dsp:cNvPr id="0" name=""/>
        <dsp:cNvSpPr/>
      </dsp:nvSpPr>
      <dsp:spPr>
        <a:xfrm>
          <a:off x="2471758" y="2089169"/>
          <a:ext cx="1897242" cy="12648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100" b="1" kern="1200" smtClean="0"/>
            <a:t>CSS3</a:t>
          </a:r>
          <a:endParaRPr lang="ko-KR" altLang="en-US" sz="2100" b="1" kern="1200">
            <a:solidFill>
              <a:srgbClr val="FFFF00"/>
            </a:solidFill>
          </a:endParaRPr>
        </a:p>
      </dsp:txBody>
      <dsp:txXfrm>
        <a:off x="2471758" y="2089169"/>
        <a:ext cx="1897242" cy="1264828"/>
      </dsp:txXfrm>
    </dsp:sp>
    <dsp:sp modelId="{B46911C5-65FE-44E3-9C77-FEA3F3936EA6}">
      <dsp:nvSpPr>
        <dsp:cNvPr id="0" name=""/>
        <dsp:cNvSpPr/>
      </dsp:nvSpPr>
      <dsp:spPr>
        <a:xfrm>
          <a:off x="3420380" y="1583238"/>
          <a:ext cx="2466414" cy="50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965"/>
              </a:lnTo>
              <a:lnTo>
                <a:pt x="2466414" y="252965"/>
              </a:lnTo>
              <a:lnTo>
                <a:pt x="2466414" y="505931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4DCBE3-AC71-4E38-AA64-CC2592FCB94D}">
      <dsp:nvSpPr>
        <dsp:cNvPr id="0" name=""/>
        <dsp:cNvSpPr/>
      </dsp:nvSpPr>
      <dsp:spPr>
        <a:xfrm>
          <a:off x="4938173" y="2089169"/>
          <a:ext cx="1897242" cy="12648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100" b="1" kern="1200" smtClean="0"/>
            <a:t>W3Schools</a:t>
          </a:r>
        </a:p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100" b="1" kern="1200" smtClean="0"/>
            <a:t>API</a:t>
          </a:r>
          <a:endParaRPr lang="ko-KR" altLang="en-US" sz="2100" b="1" kern="1200"/>
        </a:p>
      </dsp:txBody>
      <dsp:txXfrm>
        <a:off x="4938173" y="2089169"/>
        <a:ext cx="1897242" cy="1264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4B5DB-3CE4-4256-A275-47157491CFD7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7808-873B-4504-B087-D07C81F125B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488158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24750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27808-873B-4504-B087-D07C81F125B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97880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27808-873B-4504-B087-D07C81F125B5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89964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86D9-3C4E-43CE-A87C-0FF4E8AEB91C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5659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5790-7EC5-492A-9C9C-91939091230B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59962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4953-7DA5-47CE-9D8A-93D00B8BE750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12253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FFAC-AFCC-40E2-ADA0-E39836829787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03721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73BA-5F4D-4ED6-A0F0-41A74A482CAE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52680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B069-B6DE-474C-8C72-718DEF67703E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11560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00AD-ED7E-419E-BC14-9CEB1155AA3F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52078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A161-1099-4237-B342-47CC38A971DC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137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2F1D2-ED0F-47CF-A544-CA1400E11B81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3008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8B4-C372-4230-8F40-4E8B3D65CE68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34285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5D1DA-FAC3-4197-852B-018B98EE8A05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59110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13683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15082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992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B1AAE-529F-46E6-B5C2-19C3A17149C7}" type="datetime1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07F1A-BE4E-4DA3-8EA8-125EAA76E4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7500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47864" y="2815828"/>
            <a:ext cx="4996346" cy="7078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ko-KR" altLang="en-US" sz="4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웹 메인 페이지</a:t>
            </a:r>
            <a:r>
              <a:rPr lang="en-US" altLang="ko-KR" sz="4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 </a:t>
            </a:r>
            <a:r>
              <a:rPr lang="ko-KR" altLang="en-US" sz="4000" b="1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소개</a:t>
            </a:r>
            <a:endParaRPr lang="ko-KR" altLang="en-US" sz="4000" b="1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323528" y="3532197"/>
            <a:ext cx="8334302" cy="0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1984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1233315" y="2110570"/>
            <a:ext cx="0" cy="4175760"/>
          </a:xfrm>
          <a:prstGeom prst="line">
            <a:avLst/>
          </a:prstGeom>
          <a:ln w="3810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1141875" y="2369651"/>
            <a:ext cx="182881" cy="243841"/>
          </a:xfrm>
          <a:prstGeom prst="ellipse">
            <a:avLst/>
          </a:prstGeom>
          <a:solidFill>
            <a:srgbClr val="002060"/>
          </a:solidFill>
          <a:ln w="825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1141875" y="3390731"/>
            <a:ext cx="182881" cy="243841"/>
          </a:xfrm>
          <a:prstGeom prst="ellipse">
            <a:avLst/>
          </a:prstGeom>
          <a:solidFill>
            <a:srgbClr val="002060"/>
          </a:solidFill>
          <a:ln w="825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1141875" y="4503251"/>
            <a:ext cx="182881" cy="243841"/>
          </a:xfrm>
          <a:prstGeom prst="ellipse">
            <a:avLst/>
          </a:prstGeom>
          <a:solidFill>
            <a:srgbClr val="002060"/>
          </a:solidFill>
          <a:ln w="825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141875" y="5707211"/>
            <a:ext cx="182881" cy="243841"/>
          </a:xfrm>
          <a:prstGeom prst="ellipse">
            <a:avLst/>
          </a:prstGeom>
          <a:solidFill>
            <a:srgbClr val="002060"/>
          </a:solidFill>
          <a:ln w="825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" name="그룹 11"/>
          <p:cNvGrpSpPr/>
          <p:nvPr/>
        </p:nvGrpSpPr>
        <p:grpSpPr>
          <a:xfrm>
            <a:off x="1487753" y="2175491"/>
            <a:ext cx="978153" cy="646331"/>
            <a:chOff x="1588933" y="2320440"/>
            <a:chExt cx="1304205" cy="646331"/>
          </a:xfrm>
          <a:solidFill>
            <a:srgbClr val="002060"/>
          </a:solidFill>
        </p:grpSpPr>
        <p:sp>
          <p:nvSpPr>
            <p:cNvPr id="15" name="직사각형 14"/>
            <p:cNvSpPr/>
            <p:nvPr/>
          </p:nvSpPr>
          <p:spPr>
            <a:xfrm>
              <a:off x="1654292" y="2384550"/>
              <a:ext cx="1143002" cy="503940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spc="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endParaRPr lang="ko-KR" altLang="en-US" sz="2800" b="1" spc="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8933" y="2320440"/>
              <a:ext cx="1304205" cy="64633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001</a:t>
              </a:r>
              <a:endParaRPr lang="ko-KR" altLang="en-US" sz="3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7" name="그룹 23"/>
          <p:cNvGrpSpPr/>
          <p:nvPr/>
        </p:nvGrpSpPr>
        <p:grpSpPr>
          <a:xfrm>
            <a:off x="1487753" y="3208178"/>
            <a:ext cx="978153" cy="646331"/>
            <a:chOff x="1588931" y="3353128"/>
            <a:chExt cx="1304203" cy="646331"/>
          </a:xfrm>
          <a:solidFill>
            <a:srgbClr val="002060"/>
          </a:solidFill>
        </p:grpSpPr>
        <p:sp>
          <p:nvSpPr>
            <p:cNvPr id="18" name="직사각형 17"/>
            <p:cNvSpPr/>
            <p:nvPr/>
          </p:nvSpPr>
          <p:spPr>
            <a:xfrm>
              <a:off x="1654292" y="3405630"/>
              <a:ext cx="1143002" cy="503940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spc="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endParaRPr lang="ko-KR" altLang="en-US" sz="2800" b="1" spc="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88931" y="3353128"/>
              <a:ext cx="1304203" cy="64633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002</a:t>
              </a:r>
              <a:endParaRPr lang="ko-KR" altLang="en-US" sz="3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2" name="그룹 24"/>
          <p:cNvGrpSpPr/>
          <p:nvPr/>
        </p:nvGrpSpPr>
        <p:grpSpPr>
          <a:xfrm>
            <a:off x="1487753" y="4317067"/>
            <a:ext cx="978153" cy="646331"/>
            <a:chOff x="1588931" y="4462016"/>
            <a:chExt cx="1304203" cy="646331"/>
          </a:xfrm>
          <a:solidFill>
            <a:srgbClr val="002060"/>
          </a:solidFill>
        </p:grpSpPr>
        <p:sp>
          <p:nvSpPr>
            <p:cNvPr id="19" name="직사각형 18"/>
            <p:cNvSpPr/>
            <p:nvPr/>
          </p:nvSpPr>
          <p:spPr>
            <a:xfrm>
              <a:off x="1654292" y="4518150"/>
              <a:ext cx="1143002" cy="503940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spc="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endParaRPr lang="ko-KR" altLang="en-US" sz="2800" b="1" spc="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88931" y="4462016"/>
              <a:ext cx="1304203" cy="64633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003</a:t>
              </a:r>
              <a:endParaRPr lang="ko-KR" altLang="en-US" sz="3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3" name="그룹 25"/>
          <p:cNvGrpSpPr/>
          <p:nvPr/>
        </p:nvGrpSpPr>
        <p:grpSpPr>
          <a:xfrm>
            <a:off x="1487753" y="5515490"/>
            <a:ext cx="978153" cy="646331"/>
            <a:chOff x="1588931" y="5599479"/>
            <a:chExt cx="1304203" cy="646331"/>
          </a:xfrm>
          <a:solidFill>
            <a:srgbClr val="002060"/>
          </a:solidFill>
        </p:grpSpPr>
        <p:sp>
          <p:nvSpPr>
            <p:cNvPr id="20" name="직사각형 19"/>
            <p:cNvSpPr/>
            <p:nvPr/>
          </p:nvSpPr>
          <p:spPr>
            <a:xfrm>
              <a:off x="1654292" y="5661150"/>
              <a:ext cx="1143002" cy="503940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spc="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endParaRPr lang="ko-KR" altLang="en-US" sz="2800" b="1" spc="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88931" y="5599479"/>
              <a:ext cx="1304203" cy="646331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dirty="0" smtClea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004</a:t>
              </a:r>
              <a:endParaRPr lang="ko-KR" altLang="en-US" sz="3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439745" y="2260738"/>
            <a:ext cx="289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3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메인 페이지 소개</a:t>
            </a:r>
            <a:endParaRPr lang="ko-KR" altLang="en-US" sz="2400" b="1" spc="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39745" y="3281818"/>
            <a:ext cx="2702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3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프로토타입</a:t>
            </a:r>
            <a:r>
              <a:rPr lang="ko-KR" altLang="en-US" sz="2400" b="1" spc="3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설계</a:t>
            </a:r>
            <a:endParaRPr lang="ko-KR" altLang="en-US" sz="2400" b="1" spc="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39745" y="4394338"/>
            <a:ext cx="250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3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HTML5+CSS3</a:t>
            </a:r>
            <a:endParaRPr lang="ko-KR" altLang="en-US" sz="2400" b="1" spc="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39745" y="5598298"/>
            <a:ext cx="158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3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 </a:t>
            </a:r>
            <a:r>
              <a:rPr lang="ko-KR" altLang="en-US" sz="2400" b="1" spc="3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연동</a:t>
            </a:r>
            <a:endParaRPr lang="ko-KR" altLang="en-US" sz="2400" b="1" spc="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2603" y="1007258"/>
            <a:ext cx="2754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15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CONTENTS</a:t>
            </a:r>
            <a:endParaRPr lang="ko-KR" altLang="en-US" sz="4000" spc="-15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60009" y="685269"/>
            <a:ext cx="1367111" cy="329157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300" dirty="0" smtClean="0">
                <a:latin typeface="굴림체" pitchFamily="49" charset="-127"/>
                <a:ea typeface="굴림체" pitchFamily="49" charset="-127"/>
              </a:rPr>
              <a:t>목차</a:t>
            </a:r>
            <a:endParaRPr lang="ko-KR" altLang="en-US" sz="1600" b="1" spc="300" dirty="0">
              <a:latin typeface="굴림체" pitchFamily="49" charset="-127"/>
              <a:ea typeface="굴림체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667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88900531"/>
              </p:ext>
            </p:extLst>
          </p:nvPr>
        </p:nvGraphicFramePr>
        <p:xfrm>
          <a:off x="683568" y="1124744"/>
          <a:ext cx="7488832" cy="44831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7493"/>
                <a:gridCol w="1177991"/>
                <a:gridCol w="1388261"/>
                <a:gridCol w="1557818"/>
                <a:gridCol w="921037"/>
                <a:gridCol w="1406232"/>
              </a:tblGrid>
              <a:tr h="702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프로젝트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Web</a:t>
                      </a:r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Main </a:t>
                      </a:r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화면 구현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인원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명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역할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실무 능력 향상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기간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17.05.23~05.26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언어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HTML5+CSS3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툴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EditPlus 3.12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오픈 소스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W3Schools API ,Google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Map API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목표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100" b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메인화면 구현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30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개발 컨셉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본인 이름 성씨의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PARK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과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KIC CAMPUS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를 합쳐서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“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PARKIC“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텍스트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-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로고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로 제작하였다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유명 여성 잡지 회사의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모티브로 최대한 깔끔하고 세련된 느낌으로 제작하였다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웹 메인 페이지 소개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0354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="" xmlns:p14="http://schemas.microsoft.com/office/powerpoint/2010/main" val="1692559487"/>
              </p:ext>
            </p:extLst>
          </p:nvPr>
        </p:nvGraphicFramePr>
        <p:xfrm>
          <a:off x="1141904" y="1772816"/>
          <a:ext cx="6840760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웹 페이지 개발 한눈에 보기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39046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WebBrowser"/>
          <p:cNvGrpSpPr/>
          <p:nvPr>
            <p:custDataLst>
              <p:custData r:id="rId1"/>
            </p:custDataLst>
          </p:nvPr>
        </p:nvGrpSpPr>
        <p:grpSpPr>
          <a:xfrm>
            <a:off x="611560" y="908720"/>
            <a:ext cx="7914946" cy="5307932"/>
            <a:chOff x="0" y="0"/>
            <a:chExt cx="9144000" cy="6858000"/>
          </a:xfrm>
        </p:grpSpPr>
        <p:sp>
          <p:nvSpPr>
            <p:cNvPr id="15" name="Background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050" kern="0" dirty="0">
                <a:solidFill>
                  <a:prstClr val="white"/>
                </a:solidFill>
                <a:latin typeface="Segoe UI"/>
              </a:endParaRPr>
            </a:p>
          </p:txBody>
        </p:sp>
        <p:sp>
          <p:nvSpPr>
            <p:cNvPr id="16" name="WindowTitle"/>
            <p:cNvSpPr txBox="1"/>
            <p:nvPr/>
          </p:nvSpPr>
          <p:spPr>
            <a:xfrm>
              <a:off x="22515" y="22341"/>
              <a:ext cx="1176028" cy="230832"/>
            </a:xfrm>
            <a:prstGeom prst="rect">
              <a:avLst/>
            </a:prstGeom>
            <a:noFill/>
          </p:spPr>
          <p:txBody>
            <a:bodyPr wrap="none" lIns="91440" tIns="18288" rIns="91440" bIns="27432" rtlCol="0" anchor="ctr" anchorCtr="0">
              <a:spAutoFit/>
            </a:bodyPr>
            <a:lstStyle/>
            <a:p>
              <a:r>
                <a:rPr lang="en-US" sz="1200" dirty="0" smtClean="0">
                  <a:solidFill>
                    <a:prstClr val="white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rPr>
                <a:t>Web page title</a:t>
              </a:r>
            </a:p>
          </p:txBody>
        </p:sp>
        <p:grpSp>
          <p:nvGrpSpPr>
            <p:cNvPr id="17" name="Group 4"/>
            <p:cNvGrpSpPr/>
            <p:nvPr/>
          </p:nvGrpSpPr>
          <p:grpSpPr>
            <a:xfrm>
              <a:off x="81598" y="286385"/>
              <a:ext cx="320040" cy="316520"/>
              <a:chOff x="72073" y="221749"/>
              <a:chExt cx="320040" cy="316520"/>
            </a:xfrm>
          </p:grpSpPr>
          <p:sp>
            <p:nvSpPr>
              <p:cNvPr id="41" name="Oval 28"/>
              <p:cNvSpPr/>
              <p:nvPr/>
            </p:nvSpPr>
            <p:spPr>
              <a:xfrm>
                <a:off x="72073" y="221749"/>
                <a:ext cx="320040" cy="316520"/>
              </a:xfrm>
              <a:prstGeom prst="ellipse">
                <a:avLst/>
              </a:prstGeom>
              <a:gradFill flip="none" rotWithShape="1">
                <a:gsLst>
                  <a:gs pos="91000">
                    <a:srgbClr val="FFFFFF">
                      <a:lumMod val="85000"/>
                    </a:srgbClr>
                  </a:gs>
                  <a:gs pos="36000">
                    <a:srgbClr val="FFFFFF">
                      <a:lumMod val="95000"/>
                    </a:srgbClr>
                  </a:gs>
                  <a:gs pos="100000">
                    <a:srgbClr val="FFFFFF">
                      <a:lumMod val="95000"/>
                    </a:srgbClr>
                  </a:gs>
                </a:gsLst>
                <a:lin ang="5400000" scaled="0"/>
                <a:tileRect/>
              </a:gradFill>
              <a:ln w="3175">
                <a:solidFill>
                  <a:srgbClr val="000000">
                    <a:lumMod val="50000"/>
                    <a:lumOff val="50000"/>
                  </a:srgbClr>
                </a:solidFill>
              </a:ln>
              <a:effectLst/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sz="1050" u="sng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Left Arrow 29"/>
              <p:cNvSpPr/>
              <p:nvPr/>
            </p:nvSpPr>
            <p:spPr>
              <a:xfrm>
                <a:off x="109358" y="275511"/>
                <a:ext cx="223134" cy="208997"/>
              </a:xfrm>
              <a:prstGeom prst="leftArrow">
                <a:avLst/>
              </a:prstGeom>
              <a:solidFill>
                <a:sysClr val="window" lastClr="FFFFFF"/>
              </a:solidFill>
              <a:ln w="317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050" kern="0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grpSp>
          <p:nvGrpSpPr>
            <p:cNvPr id="18" name="Group 5"/>
            <p:cNvGrpSpPr/>
            <p:nvPr/>
          </p:nvGrpSpPr>
          <p:grpSpPr>
            <a:xfrm>
              <a:off x="453671" y="286384"/>
              <a:ext cx="320040" cy="316520"/>
              <a:chOff x="444146" y="221748"/>
              <a:chExt cx="320040" cy="316520"/>
            </a:xfrm>
          </p:grpSpPr>
          <p:sp>
            <p:nvSpPr>
              <p:cNvPr id="39" name="Oval 26"/>
              <p:cNvSpPr/>
              <p:nvPr/>
            </p:nvSpPr>
            <p:spPr>
              <a:xfrm>
                <a:off x="444146" y="221748"/>
                <a:ext cx="320040" cy="316520"/>
              </a:xfrm>
              <a:prstGeom prst="ellipse">
                <a:avLst/>
              </a:prstGeom>
              <a:gradFill flip="none" rotWithShape="1">
                <a:gsLst>
                  <a:gs pos="91000">
                    <a:srgbClr val="FFFFFF">
                      <a:lumMod val="85000"/>
                    </a:srgbClr>
                  </a:gs>
                  <a:gs pos="36000">
                    <a:srgbClr val="FFFFFF">
                      <a:lumMod val="95000"/>
                    </a:srgbClr>
                  </a:gs>
                  <a:gs pos="100000">
                    <a:srgbClr val="FFFFFF">
                      <a:lumMod val="95000"/>
                    </a:srgbClr>
                  </a:gs>
                </a:gsLst>
                <a:lin ang="5400000" scaled="0"/>
                <a:tileRect/>
              </a:gradFill>
              <a:ln w="3175">
                <a:solidFill>
                  <a:srgbClr val="000000">
                    <a:lumMod val="50000"/>
                    <a:lumOff val="50000"/>
                  </a:srgbClr>
                </a:solidFill>
              </a:ln>
              <a:effectLst/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sz="1050" u="sng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Right Arrow 27"/>
              <p:cNvSpPr/>
              <p:nvPr/>
            </p:nvSpPr>
            <p:spPr>
              <a:xfrm>
                <a:off x="481249" y="275509"/>
                <a:ext cx="257146" cy="208999"/>
              </a:xfrm>
              <a:prstGeom prst="rightArrow">
                <a:avLst/>
              </a:prstGeom>
              <a:solidFill>
                <a:sysClr val="window" lastClr="FFFFFF"/>
              </a:solidFill>
              <a:ln w="317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050" kern="0">
                  <a:solidFill>
                    <a:prstClr val="white"/>
                  </a:solidFill>
                  <a:latin typeface="Segoe UI"/>
                </a:endParaRPr>
              </a:p>
            </p:txBody>
          </p:sp>
        </p:grpSp>
        <p:grpSp>
          <p:nvGrpSpPr>
            <p:cNvPr id="19" name="Minimize - Maximize - Close"/>
            <p:cNvGrpSpPr/>
            <p:nvPr/>
          </p:nvGrpSpPr>
          <p:grpSpPr>
            <a:xfrm>
              <a:off x="8632311" y="92599"/>
              <a:ext cx="384527" cy="78032"/>
              <a:chOff x="9347642" y="131588"/>
              <a:chExt cx="384527" cy="78032"/>
            </a:xfrm>
          </p:grpSpPr>
          <p:cxnSp>
            <p:nvCxnSpPr>
              <p:cNvPr id="34" name="Line"/>
              <p:cNvCxnSpPr/>
              <p:nvPr/>
            </p:nvCxnSpPr>
            <p:spPr>
              <a:xfrm>
                <a:off x="9661396" y="131588"/>
                <a:ext cx="70773" cy="7620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rgbClr val="4F81BD"/>
              </a:lnRef>
              <a:fillRef idx="0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</p:cxnSp>
          <p:cxnSp>
            <p:nvCxnSpPr>
              <p:cNvPr id="35" name="Line"/>
              <p:cNvCxnSpPr/>
              <p:nvPr/>
            </p:nvCxnSpPr>
            <p:spPr>
              <a:xfrm flipH="1">
                <a:off x="9661395" y="131588"/>
                <a:ext cx="70773" cy="7620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rgbClr val="4F81BD"/>
              </a:lnRef>
              <a:fillRef idx="0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</p:cxnSp>
          <p:sp>
            <p:nvSpPr>
              <p:cNvPr id="36" name="Line"/>
              <p:cNvSpPr/>
              <p:nvPr/>
            </p:nvSpPr>
            <p:spPr>
              <a:xfrm rot="10800000" flipV="1">
                <a:off x="9499472" y="143255"/>
                <a:ext cx="91440" cy="9144"/>
              </a:xfrm>
              <a:prstGeom prst="rect">
                <a:avLst/>
              </a:prstGeom>
              <a:solidFill>
                <a:srgbClr val="919191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Line"/>
              <p:cNvSpPr/>
              <p:nvPr/>
            </p:nvSpPr>
            <p:spPr>
              <a:xfrm rot="10800000" flipV="1">
                <a:off x="9498658" y="135261"/>
                <a:ext cx="91440" cy="72527"/>
              </a:xfrm>
              <a:prstGeom prst="rect">
                <a:avLst/>
              </a:pr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Line"/>
              <p:cNvSpPr/>
              <p:nvPr/>
            </p:nvSpPr>
            <p:spPr>
              <a:xfrm rot="10800000" flipV="1">
                <a:off x="9347642" y="200476"/>
                <a:ext cx="91440" cy="9144"/>
              </a:xfrm>
              <a:prstGeom prst="rect">
                <a:avLst/>
              </a:prstGeom>
              <a:solidFill>
                <a:srgbClr val="919191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WebPageBody"/>
            <p:cNvSpPr/>
            <p:nvPr/>
          </p:nvSpPr>
          <p:spPr>
            <a:xfrm>
              <a:off x="76200" y="685159"/>
              <a:ext cx="8991600" cy="6066801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050" kern="0">
                <a:solidFill>
                  <a:prstClr val="white"/>
                </a:solidFill>
                <a:latin typeface="Segoe UI"/>
              </a:endParaRPr>
            </a:p>
          </p:txBody>
        </p:sp>
        <p:grpSp>
          <p:nvGrpSpPr>
            <p:cNvPr id="21" name="Group 8"/>
            <p:cNvGrpSpPr/>
            <p:nvPr/>
          </p:nvGrpSpPr>
          <p:grpSpPr>
            <a:xfrm>
              <a:off x="8386335" y="360579"/>
              <a:ext cx="640645" cy="183940"/>
              <a:chOff x="8303527" y="360579"/>
              <a:chExt cx="640645" cy="183940"/>
            </a:xfrm>
          </p:grpSpPr>
          <p:pic>
            <p:nvPicPr>
              <p:cNvPr id="31" name="Picture 2" descr="C:\Users\t-dantay\Documents\Placeholders\home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03527" y="361109"/>
                <a:ext cx="185783" cy="1828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2" descr="C:\Users\t-dantay\Documents\Placeholders\setting.png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t="13480" r="35484"/>
              <a:stretch/>
            </p:blipFill>
            <p:spPr bwMode="auto">
              <a:xfrm>
                <a:off x="8761292" y="360579"/>
                <a:ext cx="182880" cy="183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2" descr="C:\Users\t-dantay\Documents\Placeholders\star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29364" y="361109"/>
                <a:ext cx="191874" cy="1828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9"/>
            <p:cNvGrpSpPr/>
            <p:nvPr/>
          </p:nvGrpSpPr>
          <p:grpSpPr>
            <a:xfrm>
              <a:off x="923925" y="340846"/>
              <a:ext cx="7142930" cy="228600"/>
              <a:chOff x="923925" y="340846"/>
              <a:chExt cx="7142930" cy="228600"/>
            </a:xfrm>
          </p:grpSpPr>
          <p:sp>
            <p:nvSpPr>
              <p:cNvPr id="23" name="UrlBar"/>
              <p:cNvSpPr/>
              <p:nvPr/>
            </p:nvSpPr>
            <p:spPr>
              <a:xfrm>
                <a:off x="923925" y="340846"/>
                <a:ext cx="7142930" cy="228600"/>
              </a:xfrm>
              <a:prstGeom prst="rect">
                <a:avLst/>
              </a:prstGeom>
              <a:solidFill>
                <a:sysClr val="window" lastClr="FFFFFF"/>
              </a:solidFill>
              <a:ln w="3175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r>
                  <a:rPr lang="en-US" sz="12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rPr>
                  <a:t>http</a:t>
                </a:r>
                <a:r>
                  <a:rPr lang="en-US" sz="1200" kern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rPr>
                  <a:t>://www.KICCAMPUS.com</a:t>
                </a:r>
                <a:endParaRPr lang="en-US" sz="12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/>
                </a:endParaRPr>
              </a:p>
            </p:txBody>
          </p:sp>
          <p:grpSp>
            <p:nvGrpSpPr>
              <p:cNvPr id="24" name="Group 11"/>
              <p:cNvGrpSpPr/>
              <p:nvPr/>
            </p:nvGrpSpPr>
            <p:grpSpPr>
              <a:xfrm>
                <a:off x="7260350" y="363706"/>
                <a:ext cx="744325" cy="182880"/>
                <a:chOff x="7260350" y="363706"/>
                <a:chExt cx="744325" cy="182880"/>
              </a:xfrm>
            </p:grpSpPr>
            <p:pic>
              <p:nvPicPr>
                <p:cNvPr id="25" name="Search" descr="C:\Users\t-dantay\Documents\Placeholders\search.png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7260350" y="363706"/>
                  <a:ext cx="182880" cy="1828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Refresh" descr="C:\Users\t-dantay\Documents\First24\arrowrepeat1.png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44400" y="363706"/>
                  <a:ext cx="182880" cy="1828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" name="Drop Down" descr="C:\Users\t-dantay\Documents\First24\arrowsimple1.png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>
                  <a:off x="7476150" y="409426"/>
                  <a:ext cx="91440" cy="914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8" name="X"/>
                <p:cNvGrpSpPr/>
                <p:nvPr/>
              </p:nvGrpSpPr>
              <p:grpSpPr>
                <a:xfrm>
                  <a:off x="7913235" y="409426"/>
                  <a:ext cx="91440" cy="91440"/>
                  <a:chOff x="4687215" y="1739180"/>
                  <a:chExt cx="91440" cy="91440"/>
                </a:xfrm>
              </p:grpSpPr>
              <p:cxnSp>
                <p:nvCxnSpPr>
                  <p:cNvPr id="29" name="Straight Connector 16"/>
                  <p:cNvCxnSpPr/>
                  <p:nvPr/>
                </p:nvCxnSpPr>
                <p:spPr>
                  <a:xfrm flipV="1">
                    <a:off x="4687215" y="1739180"/>
                    <a:ext cx="91440" cy="91440"/>
                  </a:xfrm>
                  <a:prstGeom prst="line">
                    <a:avLst/>
                  </a:prstGeom>
                  <a:ln w="28575">
                    <a:solidFill>
                      <a:srgbClr val="FFFFFF">
                        <a:lumMod val="50000"/>
                      </a:srgbClr>
                    </a:solidFill>
                  </a:ln>
                </p:spPr>
                <p:style>
                  <a:lnRef idx="1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rgbClr val="000000"/>
                  </a:fontRef>
                </p:style>
              </p:cxnSp>
              <p:cxnSp>
                <p:nvCxnSpPr>
                  <p:cNvPr id="30" name="Straight Connector 17"/>
                  <p:cNvCxnSpPr/>
                  <p:nvPr/>
                </p:nvCxnSpPr>
                <p:spPr>
                  <a:xfrm>
                    <a:off x="4687215" y="1739180"/>
                    <a:ext cx="91440" cy="91440"/>
                  </a:xfrm>
                  <a:prstGeom prst="line">
                    <a:avLst/>
                  </a:prstGeom>
                  <a:ln w="28575">
                    <a:solidFill>
                      <a:srgbClr val="FFFFFF">
                        <a:lumMod val="50000"/>
                      </a:srgbClr>
                    </a:solidFill>
                  </a:ln>
                </p:spPr>
                <p:style>
                  <a:lnRef idx="1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rgbClr val="000000"/>
                  </a:fontRef>
                </p:style>
              </p:cxnSp>
            </p:grpSp>
          </p:grpSp>
        </p:grpSp>
      </p:grpSp>
      <p:sp>
        <p:nvSpPr>
          <p:cNvPr id="5" name="직사각형 4"/>
          <p:cNvSpPr/>
          <p:nvPr/>
        </p:nvSpPr>
        <p:spPr>
          <a:xfrm>
            <a:off x="811034" y="1628800"/>
            <a:ext cx="7483132" cy="4320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웹 화면 구조</a:t>
            </a:r>
            <a:r>
              <a:rPr lang="en-US" altLang="ko-KR" sz="2400" b="1">
                <a:solidFill>
                  <a:schemeClr val="bg1"/>
                </a:solidFill>
              </a:rPr>
              <a:t> </a:t>
            </a:r>
            <a:r>
              <a:rPr lang="en-US" altLang="ko-KR" sz="2400" b="1" smtClean="0">
                <a:solidFill>
                  <a:schemeClr val="bg1"/>
                </a:solidFill>
              </a:rPr>
              <a:t>Prototype</a:t>
            </a:r>
            <a:r>
              <a:rPr lang="ko-KR" altLang="en-US" sz="2400" b="1" smtClean="0">
                <a:solidFill>
                  <a:schemeClr val="bg1"/>
                </a:solidFill>
              </a:rPr>
              <a:t> 설계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178546" y="1877724"/>
            <a:ext cx="6692133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</a:rPr>
              <a:t>Header(</a:t>
            </a:r>
            <a:r>
              <a:rPr lang="ko-KR" altLang="en-US" sz="1200" smtClean="0">
                <a:solidFill>
                  <a:schemeClr val="tx1"/>
                </a:solidFill>
              </a:rPr>
              <a:t>로고</a:t>
            </a:r>
            <a:r>
              <a:rPr lang="en-US" altLang="ko-KR" sz="1200" smtClean="0">
                <a:solidFill>
                  <a:schemeClr val="tx1"/>
                </a:solidFill>
              </a:rPr>
              <a:t>+</a:t>
            </a:r>
            <a:r>
              <a:rPr lang="ko-KR" altLang="en-US" sz="1200" smtClean="0">
                <a:solidFill>
                  <a:schemeClr val="tx1"/>
                </a:solidFill>
              </a:rPr>
              <a:t>로그인 및 회원가입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83620" y="2343199"/>
            <a:ext cx="6692133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</a:rPr>
              <a:t>Div(</a:t>
            </a:r>
            <a:r>
              <a:rPr lang="ko-KR" altLang="en-US" sz="1200" smtClean="0">
                <a:solidFill>
                  <a:schemeClr val="tx1"/>
                </a:solidFill>
              </a:rPr>
              <a:t>드롭다운 메뉴바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171826" y="2794774"/>
            <a:ext cx="6698853" cy="9706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</a:rPr>
              <a:t>Div(</a:t>
            </a:r>
            <a:r>
              <a:rPr lang="ko-KR" altLang="en-US" sz="1200" smtClean="0">
                <a:solidFill>
                  <a:schemeClr val="tx1"/>
                </a:solidFill>
              </a:rPr>
              <a:t>슬라이드쇼 이미지</a:t>
            </a:r>
            <a:r>
              <a:rPr lang="en-US" altLang="ko-KR" sz="1200" smtClean="0">
                <a:solidFill>
                  <a:schemeClr val="tx1"/>
                </a:solidFill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</a:rPr>
              <a:t>페이드</a:t>
            </a:r>
            <a:r>
              <a:rPr lang="en-US" altLang="ko-KR" sz="1200" smtClean="0">
                <a:solidFill>
                  <a:schemeClr val="tx1"/>
                </a:solidFill>
              </a:rPr>
              <a:t>))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108538" y="1490112"/>
            <a:ext cx="789360" cy="277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Body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93064" y="5445224"/>
            <a:ext cx="6677616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F</a:t>
            </a:r>
            <a:r>
              <a:rPr lang="en-US" altLang="ko-KR" sz="1200" smtClean="0">
                <a:solidFill>
                  <a:schemeClr val="tx1"/>
                </a:solidFill>
              </a:rPr>
              <a:t>ooter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83620" y="3906587"/>
            <a:ext cx="3244364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</a:rPr>
              <a:t>Div(</a:t>
            </a:r>
            <a:r>
              <a:rPr lang="ko-KR" altLang="en-US" sz="1200" smtClean="0">
                <a:solidFill>
                  <a:schemeClr val="tx1"/>
                </a:solidFill>
              </a:rPr>
              <a:t>유튜브 영상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193062" y="4659872"/>
            <a:ext cx="3234921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</a:rPr>
              <a:t>Div(</a:t>
            </a:r>
            <a:r>
              <a:rPr lang="ko-KR" altLang="en-US" sz="1200" smtClean="0">
                <a:solidFill>
                  <a:schemeClr val="tx1"/>
                </a:solidFill>
              </a:rPr>
              <a:t>사진</a:t>
            </a:r>
            <a:r>
              <a:rPr lang="en-US" altLang="ko-KR" sz="1200" smtClean="0">
                <a:solidFill>
                  <a:schemeClr val="tx1"/>
                </a:solidFill>
              </a:rPr>
              <a:t>&amp;</a:t>
            </a:r>
            <a:r>
              <a:rPr lang="ko-KR" altLang="en-US" sz="1200" smtClean="0">
                <a:solidFill>
                  <a:schemeClr val="tx1"/>
                </a:solidFill>
              </a:rPr>
              <a:t>설명</a:t>
            </a:r>
            <a:r>
              <a:rPr lang="en-US" altLang="ko-KR" sz="1200" smtClean="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788024" y="3906586"/>
            <a:ext cx="3028340" cy="14013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Div(</a:t>
            </a:r>
            <a:r>
              <a:rPr lang="ko-KR" altLang="en-US" sz="1200">
                <a:solidFill>
                  <a:schemeClr val="tx1"/>
                </a:solidFill>
              </a:rPr>
              <a:t>사진</a:t>
            </a:r>
            <a:r>
              <a:rPr lang="en-US" altLang="ko-KR" sz="1200">
                <a:solidFill>
                  <a:schemeClr val="tx1"/>
                </a:solidFill>
              </a:rPr>
              <a:t>&amp;</a:t>
            </a:r>
            <a:r>
              <a:rPr lang="ko-KR" altLang="en-US" sz="1200">
                <a:solidFill>
                  <a:schemeClr val="tx1"/>
                </a:solidFill>
              </a:rPr>
              <a:t>설명</a:t>
            </a:r>
            <a:r>
              <a:rPr lang="en-US" altLang="ko-KR" sz="1200">
                <a:solidFill>
                  <a:schemeClr val="tx1"/>
                </a:solidFill>
              </a:rPr>
              <a:t>)</a:t>
            </a:r>
            <a:endParaRPr lang="ko-KR" altLang="en-US" sz="1200">
              <a:solidFill>
                <a:schemeClr val="tx1"/>
              </a:solidFill>
            </a:endParaRPr>
          </a:p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003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49767368"/>
              </p:ext>
            </p:extLst>
          </p:nvPr>
        </p:nvGraphicFramePr>
        <p:xfrm>
          <a:off x="324618" y="836712"/>
          <a:ext cx="8495854" cy="5853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7382"/>
                <a:gridCol w="4248472"/>
              </a:tblGrid>
              <a:tr h="1737867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/>
                        <a:t>Header</a:t>
                      </a:r>
                      <a:r>
                        <a:rPr lang="en-US" altLang="ko-KR" sz="1300" baseline="0" dirty="0" smtClean="0"/>
                        <a:t> </a:t>
                      </a:r>
                      <a:r>
                        <a:rPr lang="ko-KR" altLang="en-US" sz="1300" baseline="0" dirty="0" smtClean="0"/>
                        <a:t>태그에 로고와 로그인 및 </a:t>
                      </a:r>
                      <a:r>
                        <a:rPr lang="ko-KR" altLang="en-US" sz="1300" baseline="0" dirty="0" err="1" smtClean="0"/>
                        <a:t>회원가입등</a:t>
                      </a:r>
                      <a:r>
                        <a:rPr lang="ko-KR" altLang="en-US" sz="1300" baseline="0" dirty="0" smtClean="0"/>
                        <a:t> 적용함</a:t>
                      </a:r>
                      <a:endParaRPr lang="ko-KR" altLang="en-US" sz="1300" dirty="0"/>
                    </a:p>
                  </a:txBody>
                  <a:tcPr anchor="ctr"/>
                </a:tc>
              </a:tr>
              <a:tr h="4115657">
                <a:tc>
                  <a:txBody>
                    <a:bodyPr/>
                    <a:lstStyle/>
                    <a:p>
                      <a:pPr latinLnBrk="1"/>
                      <a:endParaRPr lang="ko-KR" alt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300" dirty="0" smtClean="0"/>
                    </a:p>
                    <a:p>
                      <a:pPr latinLnBrk="1"/>
                      <a:r>
                        <a:rPr lang="ko-KR" altLang="en-US" sz="1300" kern="1200" dirty="0" smtClean="0">
                          <a:effectLst/>
                        </a:rPr>
                        <a:t>메인 메뉴는 </a:t>
                      </a:r>
                      <a:r>
                        <a:rPr lang="en-US" altLang="ko-KR" sz="1300" kern="1200" dirty="0" err="1" smtClean="0">
                          <a:effectLst/>
                        </a:rPr>
                        <a:t>Home,Shop,Products</a:t>
                      </a:r>
                      <a:r>
                        <a:rPr lang="ko-KR" altLang="en-US" sz="1300" kern="1200" dirty="0" smtClean="0">
                          <a:effectLst/>
                        </a:rPr>
                        <a:t>등이 있으며 </a:t>
                      </a:r>
                      <a:r>
                        <a:rPr lang="en-US" altLang="ko-KR" sz="1300" kern="1200" dirty="0" err="1" smtClean="0">
                          <a:effectLst/>
                        </a:rPr>
                        <a:t>ul</a:t>
                      </a:r>
                      <a:r>
                        <a:rPr lang="en-US" altLang="ko-KR" sz="1300" kern="1200" dirty="0" smtClean="0">
                          <a:effectLst/>
                        </a:rPr>
                        <a:t> </a:t>
                      </a:r>
                      <a:r>
                        <a:rPr lang="ko-KR" altLang="en-US" sz="1300" kern="1200" dirty="0" smtClean="0">
                          <a:effectLst/>
                        </a:rPr>
                        <a:t>안에 </a:t>
                      </a:r>
                      <a:r>
                        <a:rPr lang="en-US" altLang="ko-KR" sz="1300" kern="1200" dirty="0" err="1" smtClean="0">
                          <a:effectLst/>
                        </a:rPr>
                        <a:t>li</a:t>
                      </a:r>
                      <a:r>
                        <a:rPr lang="ko-KR" altLang="en-US" sz="1300" kern="1200" dirty="0" smtClean="0">
                          <a:effectLst/>
                        </a:rPr>
                        <a:t>로 구성됨</a:t>
                      </a:r>
                      <a:r>
                        <a:rPr lang="en-US" altLang="ko-KR" sz="1300" kern="1200" dirty="0" smtClean="0">
                          <a:effectLst/>
                        </a:rPr>
                        <a:t>. </a:t>
                      </a:r>
                      <a:r>
                        <a:rPr lang="ko-KR" altLang="en-US" sz="1300" kern="1200" dirty="0" smtClean="0">
                          <a:effectLst/>
                        </a:rPr>
                        <a:t>서브메뉴는 </a:t>
                      </a:r>
                      <a:r>
                        <a:rPr lang="en-US" altLang="ko-KR" sz="1300" kern="1200" dirty="0" smtClean="0">
                          <a:effectLst/>
                        </a:rPr>
                        <a:t>Products</a:t>
                      </a:r>
                      <a:r>
                        <a:rPr lang="ko-KR" altLang="en-US" sz="1300" kern="1200" dirty="0" smtClean="0">
                          <a:effectLst/>
                        </a:rPr>
                        <a:t>에 딸려있으며</a:t>
                      </a:r>
                      <a:r>
                        <a:rPr lang="en-US" altLang="ko-KR" sz="1300" kern="1200" dirty="0" smtClean="0">
                          <a:effectLst/>
                        </a:rPr>
                        <a:t>, </a:t>
                      </a:r>
                      <a:r>
                        <a:rPr lang="ko-KR" altLang="en-US" sz="1300" kern="1200" dirty="0" smtClean="0">
                          <a:effectLst/>
                        </a:rPr>
                        <a:t>다시 </a:t>
                      </a:r>
                      <a:r>
                        <a:rPr lang="en-US" altLang="ko-KR" sz="1300" kern="1200" dirty="0" err="1" smtClean="0">
                          <a:effectLst/>
                        </a:rPr>
                        <a:t>ul</a:t>
                      </a:r>
                      <a:r>
                        <a:rPr lang="en-US" altLang="ko-KR" sz="1300" kern="1200" dirty="0" smtClean="0">
                          <a:effectLst/>
                        </a:rPr>
                        <a:t> </a:t>
                      </a:r>
                      <a:r>
                        <a:rPr lang="ko-KR" altLang="en-US" sz="1300" kern="1200" dirty="0" smtClean="0">
                          <a:effectLst/>
                        </a:rPr>
                        <a:t>안에 </a:t>
                      </a:r>
                      <a:r>
                        <a:rPr lang="en-US" altLang="ko-KR" sz="1300" kern="1200" dirty="0" err="1" smtClean="0">
                          <a:effectLst/>
                        </a:rPr>
                        <a:t>li</a:t>
                      </a:r>
                      <a:r>
                        <a:rPr lang="en-US" altLang="ko-KR" sz="1300" kern="1200" dirty="0" smtClean="0">
                          <a:effectLst/>
                        </a:rPr>
                        <a:t> </a:t>
                      </a:r>
                      <a:r>
                        <a:rPr lang="ko-KR" altLang="en-US" sz="1300" kern="1200" dirty="0" smtClean="0">
                          <a:effectLst/>
                        </a:rPr>
                        <a:t>로 반복되는 구조이다</a:t>
                      </a:r>
                      <a:endParaRPr lang="ko-KR" altLang="en-US" sz="13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메인 페이지 시작</a:t>
            </a:r>
            <a:r>
              <a:rPr lang="en-US" altLang="ko-KR" sz="2400" b="1" smtClean="0">
                <a:solidFill>
                  <a:schemeClr val="bg1"/>
                </a:solidFill>
              </a:rPr>
              <a:t>-1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3960440" cy="152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36912"/>
            <a:ext cx="3816423" cy="3981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64006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메인 페이지 시작</a:t>
            </a:r>
            <a:r>
              <a:rPr lang="en-US" altLang="ko-KR" sz="2400" b="1">
                <a:solidFill>
                  <a:schemeClr val="bg1"/>
                </a:solidFill>
              </a:rPr>
              <a:t>-</a:t>
            </a:r>
            <a:r>
              <a:rPr lang="en-US" altLang="ko-KR" sz="2400" b="1" smtClean="0">
                <a:solidFill>
                  <a:schemeClr val="bg1"/>
                </a:solidFill>
              </a:rPr>
              <a:t>1(</a:t>
            </a:r>
            <a:r>
              <a:rPr lang="ko-KR" altLang="en-US" sz="2400" b="1" smtClean="0">
                <a:solidFill>
                  <a:schemeClr val="bg1"/>
                </a:solidFill>
              </a:rPr>
              <a:t>메인</a:t>
            </a:r>
            <a:r>
              <a:rPr lang="en-US" altLang="ko-KR" sz="2400" b="1" smtClean="0">
                <a:solidFill>
                  <a:schemeClr val="bg1"/>
                </a:solidFill>
              </a:rPr>
              <a:t>&amp;</a:t>
            </a:r>
            <a:r>
              <a:rPr lang="ko-KR" altLang="en-US" sz="2400" b="1" smtClean="0">
                <a:solidFill>
                  <a:schemeClr val="bg1"/>
                </a:solidFill>
              </a:rPr>
              <a:t>서브 메뉴바</a:t>
            </a:r>
            <a:r>
              <a:rPr lang="en-US" altLang="ko-KR" sz="2400" b="1" smtClean="0">
                <a:solidFill>
                  <a:schemeClr val="bg1"/>
                </a:solidFill>
              </a:rPr>
              <a:t>) CSS </a:t>
            </a:r>
            <a:r>
              <a:rPr lang="ko-KR" altLang="en-US" sz="2400" b="1" smtClean="0">
                <a:solidFill>
                  <a:schemeClr val="bg1"/>
                </a:solidFill>
              </a:rPr>
              <a:t>적용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052736"/>
            <a:ext cx="8101491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2" y="3789040"/>
            <a:ext cx="387667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365104"/>
            <a:ext cx="3744094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51520" y="5884540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 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li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다음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ul</a:t>
            </a:r>
            <a:r>
              <a:rPr lang="ko-KR" altLang="en-US" sz="1100" b="1" dirty="0">
                <a:solidFill>
                  <a:srgbClr val="FF0000"/>
                </a:solidFill>
              </a:rPr>
              <a:t>은 서브메뉴의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ul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임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.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즉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서브메뉴의 </a:t>
            </a:r>
            <a:r>
              <a:rPr lang="en-US" altLang="ko-KR" sz="1100" b="1" dirty="0" err="1">
                <a:solidFill>
                  <a:srgbClr val="FF0000"/>
                </a:solidFill>
              </a:rPr>
              <a:t>ul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스타일이다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sz="1100" b="1" dirty="0" smtClean="0">
                <a:solidFill>
                  <a:srgbClr val="FF0000"/>
                </a:solidFill>
              </a:rPr>
              <a:t>중요한 </a:t>
            </a:r>
            <a:r>
              <a:rPr lang="ko-KR" altLang="en-US" sz="1100" b="1" dirty="0">
                <a:solidFill>
                  <a:srgbClr val="FF0000"/>
                </a:solidFill>
              </a:rPr>
              <a:t>점은 </a:t>
            </a:r>
            <a:r>
              <a:rPr lang="en-US" altLang="ko-KR" sz="1100" b="1" dirty="0">
                <a:solidFill>
                  <a:srgbClr val="FF0000"/>
                </a:solidFill>
              </a:rPr>
              <a:t>display</a:t>
            </a:r>
            <a:r>
              <a:rPr lang="ko-KR" altLang="en-US" sz="1100" b="1" dirty="0">
                <a:solidFill>
                  <a:srgbClr val="FF0000"/>
                </a:solidFill>
              </a:rPr>
              <a:t>를 </a:t>
            </a:r>
            <a:r>
              <a:rPr lang="en-US" altLang="ko-KR" sz="1100" b="1" dirty="0">
                <a:solidFill>
                  <a:srgbClr val="FF0000"/>
                </a:solidFill>
              </a:rPr>
              <a:t>none</a:t>
            </a:r>
            <a:r>
              <a:rPr lang="ko-KR" altLang="en-US" sz="1100" b="1" dirty="0">
                <a:solidFill>
                  <a:srgbClr val="FF0000"/>
                </a:solidFill>
              </a:rPr>
              <a:t>으로 해서 마우스커서를 올리기 전 평상시에는 서브메뉴가 보이지 않게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설정함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32040" y="4941168"/>
            <a:ext cx="3995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r>
              <a:rPr lang="en-US" altLang="ko-KR" sz="1100" b="1" dirty="0" err="1">
                <a:solidFill>
                  <a:srgbClr val="FF0000"/>
                </a:solidFill>
              </a:rPr>
              <a:t>menubar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>
                <a:solidFill>
                  <a:srgbClr val="FF0000"/>
                </a:solidFill>
              </a:rPr>
              <a:t>li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</a:rPr>
              <a:t>에 마우스 커서를 올릴 경우</a:t>
            </a:r>
            <a:r>
              <a:rPr lang="en-US" altLang="ko-KR" sz="1100" b="1" dirty="0">
                <a:solidFill>
                  <a:srgbClr val="FF0000"/>
                </a:solidFill>
              </a:rPr>
              <a:t>(:hover) </a:t>
            </a:r>
            <a:r>
              <a:rPr lang="ko-KR" altLang="en-US" sz="1100" b="1" dirty="0">
                <a:solidFill>
                  <a:srgbClr val="FF0000"/>
                </a:solidFill>
              </a:rPr>
              <a:t>서브메뉴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en-US" altLang="ko-KR" sz="1100" b="1" dirty="0" err="1">
                <a:solidFill>
                  <a:srgbClr val="FF0000"/>
                </a:solidFill>
              </a:rPr>
              <a:t>ul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에 대한 스타일 지정입니다</a:t>
            </a:r>
            <a:r>
              <a:rPr lang="en-US" altLang="ko-KR" sz="1100" b="1" dirty="0">
                <a:solidFill>
                  <a:srgbClr val="FF0000"/>
                </a:solidFill>
              </a:rPr>
              <a:t>. Products</a:t>
            </a:r>
            <a:r>
              <a:rPr lang="ko-KR" altLang="en-US" sz="1100" b="1" dirty="0">
                <a:solidFill>
                  <a:srgbClr val="FF0000"/>
                </a:solidFill>
              </a:rPr>
              <a:t>에 마우스 커서가 올라가면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서브메뉴가 보이게 됨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altLang="ko-KR" sz="1100" b="1" dirty="0" smtClean="0">
                <a:solidFill>
                  <a:srgbClr val="FF0000"/>
                </a:solidFill>
              </a:rPr>
              <a:t>display</a:t>
            </a:r>
            <a:r>
              <a:rPr lang="ko-KR" altLang="en-US" sz="1100" b="1" dirty="0">
                <a:solidFill>
                  <a:srgbClr val="FF0000"/>
                </a:solidFill>
              </a:rPr>
              <a:t>를 </a:t>
            </a:r>
            <a:r>
              <a:rPr lang="en-US" altLang="ko-KR" sz="1100" b="1" dirty="0">
                <a:solidFill>
                  <a:srgbClr val="FF0000"/>
                </a:solidFill>
              </a:rPr>
              <a:t>block</a:t>
            </a:r>
            <a:r>
              <a:rPr lang="ko-KR" altLang="en-US" sz="1100" b="1" dirty="0">
                <a:solidFill>
                  <a:srgbClr val="FF0000"/>
                </a:solidFill>
              </a:rPr>
              <a:t>으로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지정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932040" y="4221088"/>
            <a:ext cx="3960440" cy="1584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51520" y="3717032"/>
            <a:ext cx="4464496" cy="295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23528" y="1052736"/>
            <a:ext cx="8136904" cy="2520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55935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메인 페이지 시작</a:t>
            </a:r>
            <a:r>
              <a:rPr lang="en-US" altLang="ko-KR" sz="2400" b="1">
                <a:solidFill>
                  <a:schemeClr val="bg1"/>
                </a:solidFill>
              </a:rPr>
              <a:t>-</a:t>
            </a:r>
            <a:r>
              <a:rPr lang="en-US" altLang="ko-KR" sz="2400" b="1" smtClean="0">
                <a:solidFill>
                  <a:schemeClr val="bg1"/>
                </a:solidFill>
              </a:rPr>
              <a:t>1</a:t>
            </a:r>
            <a:r>
              <a:rPr lang="ko-KR" altLang="en-US" sz="2400" b="1" smtClean="0">
                <a:solidFill>
                  <a:schemeClr val="bg1"/>
                </a:solidFill>
              </a:rPr>
              <a:t>의 결과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96752"/>
            <a:ext cx="7601613" cy="3447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5796136" y="1844824"/>
            <a:ext cx="2520280" cy="1584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Shape 10"/>
          <p:cNvCxnSpPr>
            <a:stCxn id="9" idx="1"/>
          </p:cNvCxnSpPr>
          <p:nvPr/>
        </p:nvCxnSpPr>
        <p:spPr>
          <a:xfrm rot="10800000" flipV="1">
            <a:off x="4355976" y="2636912"/>
            <a:ext cx="1440160" cy="2448272"/>
          </a:xfrm>
          <a:prstGeom prst="curved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59632" y="537321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Chrome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의 기능인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F12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키의 디버깅 과정을 살펴보면서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두개의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이미지가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동적으로번갈아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바뀌면서 자동으로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슬라이드쇼가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된다는걸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확인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0700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메인 페이지 시작</a:t>
            </a:r>
            <a:r>
              <a:rPr lang="en-US" altLang="ko-KR" sz="2400" b="1">
                <a:solidFill>
                  <a:schemeClr val="bg1"/>
                </a:solidFill>
              </a:rPr>
              <a:t>-</a:t>
            </a:r>
            <a:r>
              <a:rPr lang="en-US" altLang="ko-KR" sz="2400" b="1" smtClean="0">
                <a:solidFill>
                  <a:schemeClr val="bg1"/>
                </a:solidFill>
              </a:rPr>
              <a:t>1</a:t>
            </a:r>
            <a:r>
              <a:rPr lang="ko-KR" altLang="en-US" sz="2400" b="1" smtClean="0">
                <a:solidFill>
                  <a:schemeClr val="bg1"/>
                </a:solidFill>
              </a:rPr>
              <a:t>의 결과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04" y="908720"/>
            <a:ext cx="864096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4653136"/>
            <a:ext cx="82809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Header</a:t>
            </a:r>
            <a:r>
              <a:rPr lang="ko-KR" altLang="en-US" sz="1400" dirty="0" smtClean="0"/>
              <a:t>태그의 </a:t>
            </a:r>
            <a:r>
              <a:rPr lang="en-US" altLang="ko-KR" sz="1400" dirty="0" smtClean="0"/>
              <a:t>Logo+</a:t>
            </a:r>
            <a:r>
              <a:rPr lang="ko-KR" altLang="en-US" sz="1400" dirty="0" smtClean="0"/>
              <a:t>로그인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회원가입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고객센터 배치</a:t>
            </a:r>
            <a:endParaRPr lang="en-US" altLang="ko-KR" sz="1400" dirty="0" smtClean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Div</a:t>
            </a:r>
            <a:r>
              <a:rPr lang="ko-KR" altLang="en-US" sz="1400" dirty="0" err="1" smtClean="0"/>
              <a:t>태그안에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드롭다운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메뉴들을 </a:t>
            </a:r>
            <a:r>
              <a:rPr lang="ko-KR" altLang="en-US" sz="1400" dirty="0" smtClean="0"/>
              <a:t>평소에는 </a:t>
            </a:r>
            <a:r>
              <a:rPr lang="ko-KR" altLang="en-US" sz="1400" dirty="0" err="1" smtClean="0"/>
              <a:t>안보이게하고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마우스 </a:t>
            </a:r>
            <a:r>
              <a:rPr lang="ko-KR" altLang="en-US" sz="1400" dirty="0" smtClean="0"/>
              <a:t>커서를 올리면 </a:t>
            </a:r>
            <a:r>
              <a:rPr lang="ko-KR" altLang="en-US" sz="1400" dirty="0"/>
              <a:t>메뉴가 </a:t>
            </a:r>
            <a:r>
              <a:rPr lang="ko-KR" altLang="en-US" sz="1400" dirty="0" smtClean="0"/>
              <a:t>펼쳐지도록 설계하였음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또한</a:t>
            </a:r>
            <a:r>
              <a:rPr lang="en-US" altLang="ko-KR" sz="1400" dirty="0" smtClean="0"/>
              <a:t>, CSS3</a:t>
            </a:r>
            <a:r>
              <a:rPr lang="ko-KR" altLang="en-US" sz="1400" dirty="0" smtClean="0"/>
              <a:t>로 </a:t>
            </a:r>
            <a:r>
              <a:rPr lang="ko-KR" altLang="en-US" sz="1400" dirty="0" err="1" smtClean="0"/>
              <a:t>폴로라이드</a:t>
            </a:r>
            <a:r>
              <a:rPr lang="ko-KR" altLang="en-US" sz="1400" dirty="0" smtClean="0"/>
              <a:t> 효과로 입체적인 느낌을 추가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220700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애니메이션 동적 슬라이드쇼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59912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1560" y="5229200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※W3SCHOOLS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API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를 사용하여 동적 알고리즘을 구현했고 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4</a:t>
            </a:r>
            <a:r>
              <a:rPr lang="ko-KR" altLang="en-US" sz="1200" b="1" dirty="0">
                <a:solidFill>
                  <a:srgbClr val="FF0000"/>
                </a:solidFill>
              </a:rPr>
              <a:t>개의 이미지가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페이드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효과로 자동 슬라이드 쇼로 보여지게끔 설계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(slideshow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시간설정은 테스트 결과 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SetTimeout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5000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5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초가 적절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0700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애니메이션 동적 </a:t>
            </a:r>
            <a:r>
              <a:rPr lang="ko-KR" altLang="en-US" sz="2400" b="1" smtClean="0">
                <a:solidFill>
                  <a:schemeClr val="bg1"/>
                </a:solidFill>
              </a:rPr>
              <a:t>슬라이드쇼 결과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7632848" cy="334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869160"/>
            <a:ext cx="53625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756939" y="4869160"/>
            <a:ext cx="4447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※CSS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로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position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relative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로 잡고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top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값은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20px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정도로 설정하여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메뉴바와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이미지 사이를 여백을 줌으로써 사용자가 보기에 답답한 느낌을 없앰</a:t>
            </a:r>
            <a:endParaRPr lang="en-US" altLang="ko-KR" sz="1200" b="1" dirty="0" smtClean="0">
              <a:solidFill>
                <a:srgbClr val="FF0000"/>
              </a:solidFill>
            </a:endParaRPr>
          </a:p>
        </p:txBody>
      </p:sp>
      <p:sp>
        <p:nvSpPr>
          <p:cNvPr id="5" name="원호 4"/>
          <p:cNvSpPr/>
          <p:nvPr/>
        </p:nvSpPr>
        <p:spPr>
          <a:xfrm rot="14378047">
            <a:off x="539050" y="1135557"/>
            <a:ext cx="385928" cy="338411"/>
          </a:xfrm>
          <a:prstGeom prst="arc">
            <a:avLst>
              <a:gd name="adj1" fmla="val 15654765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원호 13"/>
          <p:cNvSpPr/>
          <p:nvPr/>
        </p:nvSpPr>
        <p:spPr>
          <a:xfrm rot="2821864">
            <a:off x="7809624" y="1102362"/>
            <a:ext cx="280459" cy="332793"/>
          </a:xfrm>
          <a:prstGeom prst="arc">
            <a:avLst>
              <a:gd name="adj1" fmla="val 15654765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으로 구부러진 화살표 15"/>
          <p:cNvSpPr/>
          <p:nvPr/>
        </p:nvSpPr>
        <p:spPr>
          <a:xfrm rot="21314629">
            <a:off x="108616" y="1214915"/>
            <a:ext cx="598101" cy="3852430"/>
          </a:xfrm>
          <a:prstGeom prst="curved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0700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유튜브 영상 연동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529231" y="4437112"/>
            <a:ext cx="82588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smtClean="0">
                <a:solidFill>
                  <a:srgbClr val="FF0000"/>
                </a:solidFill>
              </a:rPr>
              <a:t>YouTube iframe </a:t>
            </a:r>
            <a:r>
              <a:rPr lang="ko-KR" altLang="en-US" sz="1400" smtClean="0">
                <a:solidFill>
                  <a:srgbClr val="FF0000"/>
                </a:solidFill>
              </a:rPr>
              <a:t>태그에서 사용한 소스코드중 핵심</a:t>
            </a:r>
            <a:endParaRPr lang="en-US" altLang="ko-KR" sz="140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autoplay=1(</a:t>
            </a:r>
            <a:r>
              <a:rPr lang="ko-KR" altLang="en-US" sz="1400" smtClean="0"/>
              <a:t>재생버튼없이 자동재생</a:t>
            </a:r>
            <a:r>
              <a:rPr lang="en-US" altLang="ko-KR" sz="140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loop=1(</a:t>
            </a:r>
            <a:r>
              <a:rPr lang="ko-KR" altLang="en-US" sz="1400" smtClean="0"/>
              <a:t>영상이끝나도 무한 반복재생</a:t>
            </a:r>
            <a:r>
              <a:rPr lang="en-US" altLang="ko-KR" sz="140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controls=0(</a:t>
            </a:r>
            <a:r>
              <a:rPr lang="ko-KR" altLang="en-US" sz="1400" smtClean="0"/>
              <a:t>마우스 커서를 영상에 올려놔도 유튜브에서 제공하는 컨트롤러 기능</a:t>
            </a:r>
            <a:r>
              <a:rPr lang="en-US" altLang="ko-KR" sz="1400" smtClean="0"/>
              <a:t>(</a:t>
            </a:r>
            <a:r>
              <a:rPr lang="ko-KR" altLang="en-US" sz="1400" smtClean="0"/>
              <a:t>예</a:t>
            </a:r>
            <a:r>
              <a:rPr lang="en-US" altLang="ko-KR" sz="1400" smtClean="0"/>
              <a:t>:</a:t>
            </a:r>
            <a:r>
              <a:rPr lang="ko-KR" altLang="en-US" sz="1400" smtClean="0"/>
              <a:t>재생버튼</a:t>
            </a:r>
            <a:r>
              <a:rPr lang="en-US" altLang="ko-KR" sz="1400" smtClean="0"/>
              <a:t>)</a:t>
            </a:r>
            <a:r>
              <a:rPr lang="ko-KR" altLang="en-US" sz="1400" smtClean="0"/>
              <a:t>같은 기능들을 차단</a:t>
            </a:r>
            <a:endParaRPr lang="en-US" altLang="ko-KR" sz="140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21" y="1915889"/>
            <a:ext cx="8136904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0700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 페이지 중앙 </a:t>
            </a:r>
            <a:r>
              <a:rPr lang="en-US" altLang="ko-KR" sz="2400" b="1" smtClean="0">
                <a:solidFill>
                  <a:schemeClr val="bg1"/>
                </a:solidFill>
              </a:rPr>
              <a:t>div </a:t>
            </a:r>
            <a:r>
              <a:rPr lang="ko-KR" altLang="en-US" sz="2400" b="1" smtClean="0">
                <a:solidFill>
                  <a:schemeClr val="bg1"/>
                </a:solidFill>
              </a:rPr>
              <a:t>태그 간격 조절</a:t>
            </a:r>
            <a:r>
              <a:rPr lang="en-US" altLang="ko-KR" sz="2400" b="1" smtClean="0">
                <a:solidFill>
                  <a:schemeClr val="bg1"/>
                </a:solidFill>
              </a:rPr>
              <a:t>1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21088"/>
            <a:ext cx="51625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07904" y="4275474"/>
            <a:ext cx="5040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rgbClr val="FF0000"/>
                </a:solidFill>
              </a:rPr>
              <a:t>위에있는 자동 슬라이드쇼와 간격을 벌리기위해서 </a:t>
            </a:r>
            <a:r>
              <a:rPr lang="en-US" altLang="ko-KR" sz="1200" smtClean="0">
                <a:solidFill>
                  <a:srgbClr val="FF0000"/>
                </a:solidFill>
              </a:rPr>
              <a:t>position:relative</a:t>
            </a:r>
            <a:r>
              <a:rPr lang="ko-KR" altLang="en-US" sz="1200" smtClean="0">
                <a:solidFill>
                  <a:srgbClr val="FF0000"/>
                </a:solidFill>
              </a:rPr>
              <a:t>로 디폴트값으로 설정후 </a:t>
            </a:r>
            <a:r>
              <a:rPr lang="en-US" altLang="ko-KR" sz="1200" smtClean="0">
                <a:solidFill>
                  <a:srgbClr val="FF0000"/>
                </a:solidFill>
              </a:rPr>
              <a:t>top:50px</a:t>
            </a:r>
            <a:r>
              <a:rPr lang="ko-KR" altLang="en-US" sz="1200" smtClean="0">
                <a:solidFill>
                  <a:srgbClr val="FF0000"/>
                </a:solidFill>
              </a:rPr>
              <a:t>로 위와 간격을 떨어뜨려 놓았다</a:t>
            </a:r>
            <a:r>
              <a:rPr lang="en-US" altLang="ko-KR" sz="1200" smtClean="0">
                <a:solidFill>
                  <a:srgbClr val="FF0000"/>
                </a:solidFill>
              </a:rPr>
              <a:t>. </a:t>
            </a:r>
            <a:r>
              <a:rPr lang="ko-KR" altLang="en-US" sz="1200" smtClean="0">
                <a:solidFill>
                  <a:srgbClr val="FF0000"/>
                </a:solidFill>
              </a:rPr>
              <a:t>그리고 좌우로 화면을 분할하고싶어서 </a:t>
            </a:r>
            <a:r>
              <a:rPr lang="en-US" altLang="ko-KR" sz="1200" smtClean="0">
                <a:solidFill>
                  <a:srgbClr val="FF0000"/>
                </a:solidFill>
              </a:rPr>
              <a:t>width</a:t>
            </a:r>
            <a:r>
              <a:rPr lang="ko-KR" altLang="en-US" sz="1200" smtClean="0">
                <a:solidFill>
                  <a:srgbClr val="FF0000"/>
                </a:solidFill>
              </a:rPr>
              <a:t>값을 </a:t>
            </a:r>
            <a:r>
              <a:rPr lang="en-US" altLang="ko-KR" sz="1200" smtClean="0">
                <a:solidFill>
                  <a:srgbClr val="FF0000"/>
                </a:solidFill>
              </a:rPr>
              <a:t>50%</a:t>
            </a:r>
            <a:r>
              <a:rPr lang="ko-KR" altLang="en-US" sz="1200" smtClean="0">
                <a:solidFill>
                  <a:srgbClr val="FF0000"/>
                </a:solidFill>
              </a:rPr>
              <a:t>로 주었다</a:t>
            </a:r>
            <a:r>
              <a:rPr lang="en-US" altLang="ko-KR" sz="1200" smtClean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smtClean="0">
                <a:solidFill>
                  <a:srgbClr val="FF0000"/>
                </a:solidFill>
              </a:rPr>
              <a:t>또한 </a:t>
            </a:r>
            <a:r>
              <a:rPr lang="en-US" altLang="ko-KR" sz="1200" smtClean="0">
                <a:solidFill>
                  <a:srgbClr val="FF0000"/>
                </a:solidFill>
              </a:rPr>
              <a:t>float</a:t>
            </a:r>
            <a:r>
              <a:rPr lang="ko-KR" altLang="en-US" sz="1200" smtClean="0">
                <a:solidFill>
                  <a:srgbClr val="FF0000"/>
                </a:solidFill>
              </a:rPr>
              <a:t>로 왼쪽으로 배치하기위해 </a:t>
            </a:r>
            <a:r>
              <a:rPr lang="en-US" altLang="ko-KR" sz="1200" smtClean="0">
                <a:solidFill>
                  <a:srgbClr val="FF0000"/>
                </a:solidFill>
              </a:rPr>
              <a:t>left</a:t>
            </a:r>
            <a:r>
              <a:rPr lang="ko-KR" altLang="en-US" sz="1200" smtClean="0">
                <a:solidFill>
                  <a:srgbClr val="FF0000"/>
                </a:solidFill>
              </a:rPr>
              <a:t> 정렬을 하였고 </a:t>
            </a:r>
            <a:r>
              <a:rPr lang="en-US" altLang="ko-KR" sz="1200" smtClean="0">
                <a:solidFill>
                  <a:srgbClr val="FF0000"/>
                </a:solidFill>
              </a:rPr>
              <a:t>margin-bottm</a:t>
            </a:r>
            <a:r>
              <a:rPr lang="ko-KR" altLang="en-US" sz="1200" smtClean="0">
                <a:solidFill>
                  <a:srgbClr val="FF0000"/>
                </a:solidFill>
              </a:rPr>
              <a:t>으로 아래 태그의 간격 거리도 설정하였다</a:t>
            </a:r>
            <a:r>
              <a:rPr lang="en-US" altLang="ko-KR" sz="1200" smtClean="0">
                <a:solidFill>
                  <a:srgbClr val="FF0000"/>
                </a:solidFill>
              </a:rPr>
              <a:t>.</a:t>
            </a:r>
            <a:endParaRPr lang="ko-KR" altLang="en-US" sz="1200">
              <a:solidFill>
                <a:srgbClr val="FF0000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90" y="1124744"/>
            <a:ext cx="8360858" cy="2772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직선 화살표 연결선 9"/>
          <p:cNvCxnSpPr/>
          <p:nvPr/>
        </p:nvCxnSpPr>
        <p:spPr>
          <a:xfrm>
            <a:off x="3491880" y="1196752"/>
            <a:ext cx="0" cy="288032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971600" y="1340768"/>
            <a:ext cx="2520280" cy="386615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3347864" y="3356992"/>
            <a:ext cx="0" cy="288032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1763688" y="3501008"/>
            <a:ext cx="1584176" cy="230425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3707904" y="4221088"/>
            <a:ext cx="5112568" cy="122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75460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77608" y="3602350"/>
            <a:ext cx="3859464" cy="122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653238"/>
            <a:ext cx="4680520" cy="536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 페이지 중앙 </a:t>
            </a:r>
            <a:r>
              <a:rPr lang="en-US" altLang="ko-KR" sz="2400" b="1">
                <a:solidFill>
                  <a:schemeClr val="bg1"/>
                </a:solidFill>
              </a:rPr>
              <a:t>div </a:t>
            </a:r>
            <a:r>
              <a:rPr lang="ko-KR" altLang="en-US" sz="2400" b="1">
                <a:solidFill>
                  <a:schemeClr val="bg1"/>
                </a:solidFill>
              </a:rPr>
              <a:t>태그 간격 </a:t>
            </a:r>
            <a:r>
              <a:rPr lang="ko-KR" altLang="en-US" sz="2400" b="1" smtClean="0">
                <a:solidFill>
                  <a:schemeClr val="bg1"/>
                </a:solidFill>
              </a:rPr>
              <a:t>조절</a:t>
            </a:r>
            <a:r>
              <a:rPr lang="en-US" altLang="ko-KR" sz="2400" b="1" smtClean="0">
                <a:solidFill>
                  <a:schemeClr val="bg1"/>
                </a:solidFill>
              </a:rPr>
              <a:t>2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" y="1353012"/>
            <a:ext cx="51625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7608" y="3690699"/>
            <a:ext cx="39903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</a:rPr>
              <a:t>위에있는</a:t>
            </a:r>
            <a:r>
              <a:rPr lang="ko-KR" altLang="en-US" sz="1100" dirty="0" smtClean="0">
                <a:solidFill>
                  <a:srgbClr val="FF0000"/>
                </a:solidFill>
              </a:rPr>
              <a:t> 자동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슬라이드쇼와</a:t>
            </a:r>
            <a:r>
              <a:rPr lang="ko-KR" altLang="en-US" sz="1100" dirty="0" smtClean="0">
                <a:solidFill>
                  <a:srgbClr val="FF0000"/>
                </a:solidFill>
              </a:rPr>
              <a:t> 간격을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벌리기위해서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en-US" altLang="ko-KR" sz="1100" dirty="0" err="1" smtClean="0">
                <a:solidFill>
                  <a:srgbClr val="FF0000"/>
                </a:solidFill>
              </a:rPr>
              <a:t>position:relative</a:t>
            </a:r>
            <a:r>
              <a:rPr lang="ko-KR" altLang="en-US" sz="1100" dirty="0" smtClean="0">
                <a:solidFill>
                  <a:srgbClr val="FF0000"/>
                </a:solidFill>
              </a:rPr>
              <a:t>로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디폴트값으로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설정후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</a:rPr>
              <a:t>top:50px</a:t>
            </a:r>
            <a:r>
              <a:rPr lang="ko-KR" altLang="en-US" sz="1100" dirty="0" smtClean="0">
                <a:solidFill>
                  <a:srgbClr val="FF0000"/>
                </a:solidFill>
              </a:rPr>
              <a:t>로 위와 간격을 떨어뜨려 놓았다</a:t>
            </a:r>
            <a:r>
              <a:rPr lang="en-US" altLang="ko-KR" sz="11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100" dirty="0" smtClean="0">
                <a:solidFill>
                  <a:srgbClr val="FF0000"/>
                </a:solidFill>
              </a:rPr>
              <a:t>또한 이미지를 오른쪽으로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배치하기위해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</a:rPr>
              <a:t>float right</a:t>
            </a:r>
            <a:r>
              <a:rPr lang="ko-KR" altLang="en-US" sz="1100" dirty="0" smtClean="0">
                <a:solidFill>
                  <a:srgbClr val="FF0000"/>
                </a:solidFill>
              </a:rPr>
              <a:t> 정렬을 하였고 </a:t>
            </a:r>
            <a:r>
              <a:rPr lang="en-US" altLang="ko-KR" sz="1100" dirty="0" smtClean="0">
                <a:solidFill>
                  <a:srgbClr val="FF0000"/>
                </a:solidFill>
              </a:rPr>
              <a:t>margin-</a:t>
            </a:r>
            <a:r>
              <a:rPr lang="en-US" altLang="ko-KR" sz="1100" dirty="0" err="1" smtClean="0">
                <a:solidFill>
                  <a:srgbClr val="FF0000"/>
                </a:solidFill>
              </a:rPr>
              <a:t>bottm</a:t>
            </a:r>
            <a:r>
              <a:rPr lang="ko-KR" altLang="en-US" sz="1100" dirty="0" smtClean="0">
                <a:solidFill>
                  <a:srgbClr val="FF0000"/>
                </a:solidFill>
              </a:rPr>
              <a:t>으로 아래 태그의 간격 거리도 설정하였다</a:t>
            </a:r>
            <a:r>
              <a:rPr lang="en-US" altLang="ko-KR" sz="1100" dirty="0" smtClean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6084168" y="764704"/>
            <a:ext cx="0" cy="288032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4562284" y="3789040"/>
            <a:ext cx="792088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755576" y="908720"/>
            <a:ext cx="5328592" cy="122413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2915816" y="3810965"/>
            <a:ext cx="2042512" cy="193623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37" y="5747199"/>
            <a:ext cx="44846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>
                <a:solidFill>
                  <a:srgbClr val="FF0000"/>
                </a:solidFill>
              </a:rPr>
              <a:t>Div </a:t>
            </a:r>
            <a:r>
              <a:rPr lang="ko-KR" altLang="en-US" sz="1100" smtClean="0">
                <a:solidFill>
                  <a:srgbClr val="FF0000"/>
                </a:solidFill>
              </a:rPr>
              <a:t>태그 사이는 따로 간격을 주기보다는 좌우 분할형태로 좌측에 있는 이미지는 </a:t>
            </a:r>
            <a:r>
              <a:rPr lang="en-US" altLang="ko-KR" sz="1100" smtClean="0">
                <a:solidFill>
                  <a:srgbClr val="FF0000"/>
                </a:solidFill>
              </a:rPr>
              <a:t>float left </a:t>
            </a:r>
            <a:r>
              <a:rPr lang="ko-KR" altLang="en-US" sz="1100" smtClean="0">
                <a:solidFill>
                  <a:srgbClr val="FF0000"/>
                </a:solidFill>
              </a:rPr>
              <a:t>정렬로 우측은 </a:t>
            </a:r>
            <a:r>
              <a:rPr lang="en-US" altLang="ko-KR" sz="1100" smtClean="0">
                <a:solidFill>
                  <a:srgbClr val="FF0000"/>
                </a:solidFill>
              </a:rPr>
              <a:t>float right </a:t>
            </a:r>
            <a:r>
              <a:rPr lang="ko-KR" altLang="en-US" sz="1100" smtClean="0">
                <a:solidFill>
                  <a:srgbClr val="FF0000"/>
                </a:solidFill>
              </a:rPr>
              <a:t>정렬로 각각 </a:t>
            </a:r>
            <a:r>
              <a:rPr lang="en-US" altLang="ko-KR" sz="1100" smtClean="0">
                <a:solidFill>
                  <a:srgbClr val="FF0000"/>
                </a:solidFill>
              </a:rPr>
              <a:t>width</a:t>
            </a:r>
            <a:r>
              <a:rPr lang="ko-KR" altLang="en-US" sz="1100" smtClean="0">
                <a:solidFill>
                  <a:srgbClr val="FF0000"/>
                </a:solidFill>
              </a:rPr>
              <a:t>를 </a:t>
            </a:r>
            <a:r>
              <a:rPr lang="en-US" altLang="ko-KR" sz="1100" smtClean="0">
                <a:solidFill>
                  <a:srgbClr val="FF0000"/>
                </a:solidFill>
              </a:rPr>
              <a:t>%</a:t>
            </a:r>
            <a:r>
              <a:rPr lang="ko-KR" altLang="en-US" sz="1100" smtClean="0">
                <a:solidFill>
                  <a:srgbClr val="FF0000"/>
                </a:solidFill>
              </a:rPr>
              <a:t>형으로 간격을 조절함</a:t>
            </a:r>
            <a:endParaRPr lang="ko-KR" altLang="en-US" sz="1100">
              <a:solidFill>
                <a:srgbClr val="FF0000"/>
              </a:solidFill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 flipH="1">
            <a:off x="4572000" y="5157192"/>
            <a:ext cx="1800200" cy="792088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486632" y="5553236"/>
            <a:ext cx="885568" cy="25202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44208" y="5365962"/>
            <a:ext cx="2232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rgbClr val="FF0000"/>
                </a:solidFill>
              </a:rPr>
              <a:t>이부분이 상대적으로 길이 차이가 나는 이유는 단순 주관적인 생각으로 딱딱 맞춰진 정렬보다는 비대칭적인 느낌이 좋아서 설계하였음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7607" y="5747199"/>
            <a:ext cx="446560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6360402" y="5261726"/>
            <a:ext cx="2376264" cy="122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82954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 </a:t>
            </a:r>
            <a:r>
              <a:rPr lang="en-US" altLang="ko-KR" sz="2400" b="1" smtClean="0">
                <a:solidFill>
                  <a:schemeClr val="bg1"/>
                </a:solidFill>
              </a:rPr>
              <a:t>footer </a:t>
            </a:r>
            <a:r>
              <a:rPr lang="ko-KR" altLang="en-US" sz="2400" b="1" smtClean="0">
                <a:solidFill>
                  <a:schemeClr val="bg1"/>
                </a:solidFill>
              </a:rPr>
              <a:t>태그로 회사 정보 추가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" y="980728"/>
            <a:ext cx="5960144" cy="569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347864" y="2852936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※W3SCHOOLS</a:t>
            </a:r>
            <a:r>
              <a:rPr lang="ko-KR" altLang="en-US" sz="1400">
                <a:solidFill>
                  <a:srgbClr val="FF0000"/>
                </a:solidFill>
              </a:rPr>
              <a:t>의 </a:t>
            </a:r>
            <a:r>
              <a:rPr lang="en-US" altLang="ko-KR" sz="1400">
                <a:solidFill>
                  <a:srgbClr val="FF0000"/>
                </a:solidFill>
              </a:rPr>
              <a:t>API</a:t>
            </a:r>
            <a:r>
              <a:rPr lang="ko-KR" altLang="en-US" sz="1400">
                <a:solidFill>
                  <a:srgbClr val="FF0000"/>
                </a:solidFill>
              </a:rPr>
              <a:t>를 사용하여 </a:t>
            </a:r>
            <a:r>
              <a:rPr lang="en-US" altLang="ko-KR" sz="1400" smtClean="0">
                <a:solidFill>
                  <a:srgbClr val="FF0000"/>
                </a:solidFill>
              </a:rPr>
              <a:t>Footer </a:t>
            </a:r>
            <a:r>
              <a:rPr lang="ko-KR" altLang="en-US" sz="1400" smtClean="0">
                <a:solidFill>
                  <a:srgbClr val="FF0000"/>
                </a:solidFill>
              </a:rPr>
              <a:t>태그안에 회사 정보 및 사용자가 궁금한점이 있으면 메일로 연락 할수 있게끔 설계하였음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954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 </a:t>
            </a:r>
            <a:r>
              <a:rPr lang="en-US" altLang="ko-KR" sz="2400" b="1">
                <a:solidFill>
                  <a:schemeClr val="bg1"/>
                </a:solidFill>
              </a:rPr>
              <a:t>footer </a:t>
            </a:r>
            <a:r>
              <a:rPr lang="ko-KR" altLang="en-US" sz="2400" b="1">
                <a:solidFill>
                  <a:schemeClr val="bg1"/>
                </a:solidFill>
              </a:rPr>
              <a:t>태그로 회사 정보 </a:t>
            </a:r>
            <a:r>
              <a:rPr lang="ko-KR" altLang="en-US" sz="2400" b="1" smtClean="0">
                <a:solidFill>
                  <a:schemeClr val="bg1"/>
                </a:solidFill>
              </a:rPr>
              <a:t>구</a:t>
            </a:r>
            <a:r>
              <a:rPr lang="ko-KR" altLang="en-US" sz="2400" b="1">
                <a:solidFill>
                  <a:schemeClr val="bg1"/>
                </a:solidFill>
              </a:rPr>
              <a:t>현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9"/>
            <a:ext cx="813690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03648" y="4437112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Footer </a:t>
            </a:r>
            <a:r>
              <a:rPr lang="ko-KR" altLang="en-US" smtClean="0"/>
              <a:t>태그 위아래는 </a:t>
            </a:r>
            <a:r>
              <a:rPr lang="en-US" altLang="ko-KR" smtClean="0"/>
              <a:t>div</a:t>
            </a:r>
            <a:r>
              <a:rPr lang="ko-KR" altLang="en-US" smtClean="0"/>
              <a:t>태그안에 </a:t>
            </a:r>
            <a:r>
              <a:rPr lang="en-US" altLang="ko-KR" smtClean="0"/>
              <a:t>border</a:t>
            </a:r>
            <a:r>
              <a:rPr lang="ko-KR" altLang="en-US" smtClean="0"/>
              <a:t>로 깔끔하게 선을 그어서 정렬하였음</a:t>
            </a:r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3264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구글맵 </a:t>
            </a:r>
            <a:r>
              <a:rPr lang="en-US" altLang="ko-KR" sz="2400" b="1" smtClean="0">
                <a:solidFill>
                  <a:schemeClr val="bg1"/>
                </a:solidFill>
              </a:rPr>
              <a:t>API </a:t>
            </a:r>
            <a:r>
              <a:rPr lang="ko-KR" altLang="en-US" sz="2400" b="1" smtClean="0">
                <a:solidFill>
                  <a:schemeClr val="bg1"/>
                </a:solidFill>
              </a:rPr>
              <a:t>연동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52" y="1452563"/>
            <a:ext cx="8216223" cy="3992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5576" y="5733256"/>
            <a:ext cx="7128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>
                <a:solidFill>
                  <a:srgbClr val="FF0000"/>
                </a:solidFill>
              </a:rPr>
              <a:t>구글에서</a:t>
            </a:r>
            <a:r>
              <a:rPr lang="ko-KR" altLang="en-US" sz="1400" dirty="0" smtClean="0">
                <a:solidFill>
                  <a:srgbClr val="FF0000"/>
                </a:solidFill>
              </a:rPr>
              <a:t> 지원하는 무료 </a:t>
            </a:r>
            <a:r>
              <a:rPr lang="en-US" altLang="ko-KR" sz="1400" dirty="0" smtClean="0">
                <a:solidFill>
                  <a:srgbClr val="FF0000"/>
                </a:solidFill>
              </a:rPr>
              <a:t>Google Map API</a:t>
            </a:r>
            <a:r>
              <a:rPr lang="ko-KR" altLang="en-US" sz="1400" dirty="0" smtClean="0">
                <a:solidFill>
                  <a:srgbClr val="FF0000"/>
                </a:solidFill>
              </a:rPr>
              <a:t>를 사용하여 </a:t>
            </a:r>
            <a:r>
              <a:rPr lang="ko-KR" altLang="en-US" sz="1400" dirty="0" err="1" smtClean="0">
                <a:solidFill>
                  <a:srgbClr val="FF0000"/>
                </a:solidFill>
              </a:rPr>
              <a:t>구글</a:t>
            </a:r>
            <a:r>
              <a:rPr lang="ko-KR" altLang="en-US" sz="1400" dirty="0" smtClean="0">
                <a:solidFill>
                  <a:srgbClr val="FF0000"/>
                </a:solidFill>
              </a:rPr>
              <a:t> 본인 계정으로 </a:t>
            </a:r>
            <a:r>
              <a:rPr lang="en-US" altLang="ko-KR" sz="1400" dirty="0" smtClean="0">
                <a:solidFill>
                  <a:srgbClr val="FF0000"/>
                </a:solidFill>
              </a:rPr>
              <a:t>API KEY</a:t>
            </a:r>
            <a:r>
              <a:rPr lang="ko-KR" altLang="en-US" sz="1400" dirty="0" smtClean="0">
                <a:solidFill>
                  <a:srgbClr val="FF0000"/>
                </a:solidFill>
              </a:rPr>
              <a:t>값을 받아서 </a:t>
            </a:r>
            <a:r>
              <a:rPr lang="en-US" altLang="ko-KR" sz="1400" dirty="0" smtClean="0">
                <a:solidFill>
                  <a:srgbClr val="FF0000"/>
                </a:solidFill>
              </a:rPr>
              <a:t>KIC </a:t>
            </a:r>
            <a:r>
              <a:rPr lang="ko-KR" altLang="en-US" sz="1400" dirty="0" smtClean="0">
                <a:solidFill>
                  <a:srgbClr val="FF0000"/>
                </a:solidFill>
              </a:rPr>
              <a:t>캠퍼스 좌표인 위도와 경도</a:t>
            </a:r>
            <a:r>
              <a:rPr lang="en-US" altLang="ko-KR" sz="1400" dirty="0" smtClean="0">
                <a:solidFill>
                  <a:srgbClr val="FF0000"/>
                </a:solidFill>
              </a:rPr>
              <a:t>(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x,y</a:t>
            </a:r>
            <a:r>
              <a:rPr lang="ko-KR" altLang="en-US" sz="1400" dirty="0" smtClean="0">
                <a:solidFill>
                  <a:srgbClr val="FF0000"/>
                </a:solidFill>
              </a:rPr>
              <a:t>값</a:t>
            </a:r>
            <a:r>
              <a:rPr lang="en-US" altLang="ko-KR" sz="1400" dirty="0" smtClean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를</a:t>
            </a:r>
            <a:r>
              <a:rPr lang="ko-KR" altLang="en-US" sz="1400" dirty="0" smtClean="0">
                <a:solidFill>
                  <a:srgbClr val="FF0000"/>
                </a:solidFill>
              </a:rPr>
              <a:t> 설정해서 시각적으로 구현했음</a:t>
            </a:r>
            <a:endParaRPr lang="en-US" altLang="ko-KR" sz="1400" dirty="0" smtClean="0">
              <a:solidFill>
                <a:srgbClr val="FF0000"/>
              </a:solidFill>
            </a:endParaRPr>
          </a:p>
          <a:p>
            <a:r>
              <a:rPr lang="en-US" altLang="ko-KR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KIC </a:t>
            </a:r>
            <a:r>
              <a:rPr lang="ko-KR" altLang="en-US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캠퍼스 좌표 값 </a:t>
            </a:r>
            <a:r>
              <a:rPr lang="en-US" altLang="ko-KR" sz="1400" dirty="0" smtClean="0">
                <a:solidFill>
                  <a:srgbClr val="FF0000"/>
                </a:solidFill>
              </a:rPr>
              <a:t>(37.498938,127.028185)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67544" y="1484784"/>
            <a:ext cx="8352928" cy="4176464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3264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구글맵 </a:t>
            </a:r>
            <a:r>
              <a:rPr lang="en-US" altLang="ko-KR" sz="2400" b="1" smtClean="0">
                <a:solidFill>
                  <a:schemeClr val="bg1"/>
                </a:solidFill>
              </a:rPr>
              <a:t>API</a:t>
            </a:r>
            <a:r>
              <a:rPr lang="ko-KR" altLang="en-US" sz="2400" b="1">
                <a:solidFill>
                  <a:schemeClr val="bg1"/>
                </a:solidFill>
              </a:rPr>
              <a:t>로</a:t>
            </a:r>
            <a:r>
              <a:rPr lang="ko-KR" altLang="en-US" sz="2400" b="1" smtClean="0">
                <a:solidFill>
                  <a:schemeClr val="bg1"/>
                </a:solidFill>
              </a:rPr>
              <a:t> </a:t>
            </a:r>
            <a:r>
              <a:rPr lang="en-US" altLang="ko-KR" sz="2400" b="1" smtClean="0">
                <a:solidFill>
                  <a:schemeClr val="bg1"/>
                </a:solidFill>
              </a:rPr>
              <a:t>KIC </a:t>
            </a:r>
            <a:r>
              <a:rPr lang="ko-KR" altLang="en-US" sz="2400" b="1" smtClean="0">
                <a:solidFill>
                  <a:schemeClr val="bg1"/>
                </a:solidFill>
              </a:rPr>
              <a:t>캠퍼스 좌표 찾기 결과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73016"/>
            <a:ext cx="8568952" cy="223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908720"/>
            <a:ext cx="8568952" cy="257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9552" y="1196752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KIC </a:t>
            </a:r>
            <a:r>
              <a:rPr lang="ko-KR" altLang="en-US" b="1" dirty="0" smtClean="0">
                <a:solidFill>
                  <a:srgbClr val="FF0000"/>
                </a:solidFill>
              </a:rPr>
              <a:t>캠퍼스 실제 사이트의 좌표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Daum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386104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Google </a:t>
            </a:r>
            <a:r>
              <a:rPr lang="en-US" altLang="ko-KR" b="1" smtClean="0">
                <a:solidFill>
                  <a:srgbClr val="FF0000"/>
                </a:solidFill>
              </a:rPr>
              <a:t>Map</a:t>
            </a:r>
            <a:r>
              <a:rPr lang="ko-KR" altLang="en-US" b="1" smtClean="0">
                <a:solidFill>
                  <a:srgbClr val="FF0000"/>
                </a:solidFill>
              </a:rPr>
              <a:t> </a:t>
            </a:r>
            <a:r>
              <a:rPr lang="en-US" altLang="ko-KR" b="1" smtClean="0">
                <a:solidFill>
                  <a:srgbClr val="FF0000"/>
                </a:solidFill>
              </a:rPr>
              <a:t>API</a:t>
            </a:r>
            <a:r>
              <a:rPr lang="ko-KR" altLang="en-US" b="1" smtClean="0">
                <a:solidFill>
                  <a:srgbClr val="FF0000"/>
                </a:solidFill>
              </a:rPr>
              <a:t>로 찾아낸 </a:t>
            </a:r>
            <a:r>
              <a:rPr lang="ko-KR" altLang="en-US" b="1" dirty="0" smtClean="0">
                <a:solidFill>
                  <a:srgbClr val="FF0000"/>
                </a:solidFill>
              </a:rPr>
              <a:t>좌표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264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67544" y="3140968"/>
          <a:ext cx="8424936" cy="309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12468"/>
                <a:gridCol w="4212468"/>
              </a:tblGrid>
              <a:tr h="30963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W3SCHOOLS</a:t>
                      </a:r>
                      <a:r>
                        <a:rPr lang="en-US" altLang="ko-KR" baseline="0" dirty="0" smtClean="0"/>
                        <a:t> API</a:t>
                      </a:r>
                      <a:r>
                        <a:rPr lang="ko-KR" altLang="en-US" baseline="0" dirty="0" smtClean="0"/>
                        <a:t>를 연동하여 </a:t>
                      </a:r>
                      <a:r>
                        <a:rPr lang="en-US" altLang="ko-KR" baseline="0" dirty="0" smtClean="0"/>
                        <a:t>SNS</a:t>
                      </a:r>
                      <a:r>
                        <a:rPr lang="ko-KR" altLang="en-US" baseline="0" dirty="0" smtClean="0"/>
                        <a:t>로고의 디자인 및 색깔들을 추출해놨고 아래의 </a:t>
                      </a:r>
                      <a:r>
                        <a:rPr lang="en-US" altLang="ko-KR" baseline="0" dirty="0" smtClean="0"/>
                        <a:t>Made by </a:t>
                      </a:r>
                      <a:r>
                        <a:rPr lang="en-US" altLang="ko-KR" baseline="0" dirty="0" err="1" smtClean="0"/>
                        <a:t>KIC.Park</a:t>
                      </a:r>
                      <a:r>
                        <a:rPr lang="ko-KR" altLang="en-US" baseline="0" dirty="0" smtClean="0"/>
                        <a:t>은 본인의 성씨를 따온 제작자 정보를 보여주는것임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chemeClr val="bg1"/>
                </a:solidFill>
              </a:rPr>
              <a:t> </a:t>
            </a:r>
            <a:r>
              <a:rPr lang="ko-KR" altLang="en-US" sz="2400" b="1" dirty="0" err="1" smtClean="0">
                <a:solidFill>
                  <a:schemeClr val="bg1"/>
                </a:solidFill>
              </a:rPr>
              <a:t>최하단</a:t>
            </a:r>
            <a:r>
              <a:rPr lang="ko-KR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ko-KR" sz="2400" b="1" dirty="0" smtClean="0">
                <a:solidFill>
                  <a:schemeClr val="bg1"/>
                </a:solidFill>
              </a:rPr>
              <a:t>Footer</a:t>
            </a:r>
            <a:r>
              <a:rPr lang="ko-KR" altLang="en-US" sz="2400" b="1" dirty="0" smtClean="0">
                <a:solidFill>
                  <a:schemeClr val="bg1"/>
                </a:solidFill>
              </a:rPr>
              <a:t> 제작자 정보</a:t>
            </a:r>
            <a:r>
              <a:rPr lang="en-US" altLang="ko-KR" sz="2400" b="1" dirty="0" smtClean="0">
                <a:solidFill>
                  <a:schemeClr val="bg1"/>
                </a:solidFill>
              </a:rPr>
              <a:t>&amp;SNS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284984"/>
            <a:ext cx="403244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980728"/>
            <a:ext cx="84582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467544" y="908720"/>
            <a:ext cx="8352928" cy="1872208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4274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WindowsPhone"/>
          <p:cNvGrpSpPr/>
          <p:nvPr>
            <p:custDataLst>
              <p:custData r:id="rId1"/>
            </p:custDataLst>
          </p:nvPr>
        </p:nvGrpSpPr>
        <p:grpSpPr>
          <a:xfrm>
            <a:off x="4860032" y="772324"/>
            <a:ext cx="3312368" cy="5400599"/>
            <a:chOff x="2839503" y="1"/>
            <a:chExt cx="3464995" cy="6857998"/>
          </a:xfrm>
        </p:grpSpPr>
        <p:grpSp>
          <p:nvGrpSpPr>
            <p:cNvPr id="43" name="Group 2"/>
            <p:cNvGrpSpPr/>
            <p:nvPr/>
          </p:nvGrpSpPr>
          <p:grpSpPr>
            <a:xfrm>
              <a:off x="2839503" y="1"/>
              <a:ext cx="3464995" cy="6857998"/>
              <a:chOff x="2839503" y="1"/>
              <a:chExt cx="3464995" cy="6857998"/>
            </a:xfrm>
          </p:grpSpPr>
          <p:grpSp>
            <p:nvGrpSpPr>
              <p:cNvPr id="45" name="Group 4"/>
              <p:cNvGrpSpPr/>
              <p:nvPr/>
            </p:nvGrpSpPr>
            <p:grpSpPr>
              <a:xfrm>
                <a:off x="2839503" y="1"/>
                <a:ext cx="3464995" cy="6857998"/>
                <a:chOff x="2834639" y="1"/>
                <a:chExt cx="3464995" cy="6857998"/>
              </a:xfrm>
            </p:grpSpPr>
            <p:sp>
              <p:nvSpPr>
                <p:cNvPr id="47" name="Rounded Rectangle 6"/>
                <p:cNvSpPr/>
                <p:nvPr/>
              </p:nvSpPr>
              <p:spPr>
                <a:xfrm>
                  <a:off x="2834639" y="1"/>
                  <a:ext cx="3464995" cy="6857998"/>
                </a:xfrm>
                <a:prstGeom prst="roundRect">
                  <a:avLst>
                    <a:gd name="adj" fmla="val 5515"/>
                  </a:avLst>
                </a:prstGeom>
                <a:solidFill>
                  <a:srgbClr val="FFFFFF"/>
                </a:solidFill>
                <a:ln w="3175">
                  <a:solidFill>
                    <a:srgbClr val="000000">
                      <a:lumMod val="95000"/>
                      <a:lumOff val="5000"/>
                    </a:srgbClr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8" name="Rounded Rectangle 7"/>
                <p:cNvSpPr/>
                <p:nvPr/>
              </p:nvSpPr>
              <p:spPr>
                <a:xfrm>
                  <a:off x="2928205" y="91440"/>
                  <a:ext cx="3276600" cy="6659880"/>
                </a:xfrm>
                <a:prstGeom prst="roundRect">
                  <a:avLst>
                    <a:gd name="adj" fmla="val 2819"/>
                  </a:avLst>
                </a:prstGeom>
                <a:solidFill>
                  <a:srgbClr val="FFFFFF">
                    <a:lumMod val="65000"/>
                  </a:srgbClr>
                </a:solidFill>
                <a:ln w="317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8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endParaRPr>
                </a:p>
              </p:txBody>
            </p:sp>
            <p:sp>
              <p:nvSpPr>
                <p:cNvPr id="49" name="Rectangle 8"/>
                <p:cNvSpPr/>
                <p:nvPr/>
              </p:nvSpPr>
              <p:spPr>
                <a:xfrm>
                  <a:off x="3050294" y="482053"/>
                  <a:ext cx="3038085" cy="50749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0" name="Left Arrow 9"/>
                <p:cNvSpPr/>
                <p:nvPr/>
              </p:nvSpPr>
              <p:spPr>
                <a:xfrm>
                  <a:off x="3300730" y="6215335"/>
                  <a:ext cx="270769" cy="117324"/>
                </a:xfrm>
                <a:prstGeom prst="leftArrow">
                  <a:avLst>
                    <a:gd name="adj1" fmla="val 0"/>
                    <a:gd name="adj2" fmla="val 91165"/>
                  </a:avLst>
                </a:prstGeom>
                <a:noFill/>
                <a:ln w="3175">
                  <a:solidFill>
                    <a:srgbClr val="FFFFFF"/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51" name="Group 10"/>
                <p:cNvGrpSpPr/>
                <p:nvPr/>
              </p:nvGrpSpPr>
              <p:grpSpPr>
                <a:xfrm rot="21384124">
                  <a:off x="4457215" y="6161552"/>
                  <a:ext cx="212326" cy="227346"/>
                  <a:chOff x="4194362" y="5874647"/>
                  <a:chExt cx="252148" cy="269985"/>
                </a:xfrm>
                <a:solidFill>
                  <a:srgbClr val="FFFFFF"/>
                </a:solidFill>
              </p:grpSpPr>
              <p:sp>
                <p:nvSpPr>
                  <p:cNvPr id="53" name="Flowchart: Stored Data 12"/>
                  <p:cNvSpPr/>
                  <p:nvPr/>
                </p:nvSpPr>
                <p:spPr>
                  <a:xfrm rot="6230930">
                    <a:off x="4218638" y="5878261"/>
                    <a:ext cx="115927" cy="108699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4" name="Flowchart: Stored Data 13"/>
                  <p:cNvSpPr/>
                  <p:nvPr/>
                </p:nvSpPr>
                <p:spPr>
                  <a:xfrm rot="6230930">
                    <a:off x="4190748" y="5989157"/>
                    <a:ext cx="115927" cy="108699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5" name="Flowchart: Stored Data 14"/>
                  <p:cNvSpPr/>
                  <p:nvPr/>
                </p:nvSpPr>
                <p:spPr>
                  <a:xfrm rot="16979296">
                    <a:off x="4335573" y="5922200"/>
                    <a:ext cx="114310" cy="107565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56" name="Flowchart: Stored Data 15"/>
                  <p:cNvSpPr/>
                  <p:nvPr/>
                </p:nvSpPr>
                <p:spPr>
                  <a:xfrm rot="16979296">
                    <a:off x="4307999" y="6032886"/>
                    <a:ext cx="115927" cy="107565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52" name="Rounded Rectangle 11"/>
                <p:cNvSpPr/>
                <p:nvPr/>
              </p:nvSpPr>
              <p:spPr>
                <a:xfrm>
                  <a:off x="4138146" y="266078"/>
                  <a:ext cx="860720" cy="52045"/>
                </a:xfrm>
                <a:prstGeom prst="roundRect">
                  <a:avLst/>
                </a:prstGeom>
                <a:solidFill>
                  <a:srgbClr val="FFFFFF">
                    <a:lumMod val="95000"/>
                  </a:srgbClr>
                </a:solidFill>
                <a:ln w="317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8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endParaRPr>
                </a:p>
              </p:txBody>
            </p:sp>
          </p:grpSp>
          <p:sp>
            <p:nvSpPr>
              <p:cNvPr id="46" name="Rectangle 5"/>
              <p:cNvSpPr/>
              <p:nvPr/>
            </p:nvSpPr>
            <p:spPr>
              <a:xfrm>
                <a:off x="3054545" y="482052"/>
                <a:ext cx="3038698" cy="188595"/>
              </a:xfrm>
              <a:prstGeom prst="rect">
                <a:avLst/>
              </a:prstGeom>
              <a:solidFill>
                <a:srgbClr val="000000">
                  <a:alpha val="35000"/>
                </a:srgb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12:38</a:t>
                </a:r>
              </a:p>
            </p:txBody>
          </p:sp>
        </p:grpSp>
        <p:pic>
          <p:nvPicPr>
            <p:cNvPr id="44" name="Picture 2" descr="C:\Users\t-dantay\Documents\WPIcons\appbar.feature.search.rest.png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9769" y="6091117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최종 완성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20</a:t>
            </a:fld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5148064" y="1340769"/>
            <a:ext cx="2754974" cy="37444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WindowsPhone"/>
          <p:cNvGrpSpPr/>
          <p:nvPr>
            <p:custDataLst>
              <p:custData r:id="rId2"/>
            </p:custDataLst>
          </p:nvPr>
        </p:nvGrpSpPr>
        <p:grpSpPr>
          <a:xfrm>
            <a:off x="755576" y="764704"/>
            <a:ext cx="3312368" cy="5400599"/>
            <a:chOff x="2839503" y="1"/>
            <a:chExt cx="3464995" cy="6857998"/>
          </a:xfrm>
        </p:grpSpPr>
        <p:grpSp>
          <p:nvGrpSpPr>
            <p:cNvPr id="25" name="Group 2"/>
            <p:cNvGrpSpPr/>
            <p:nvPr/>
          </p:nvGrpSpPr>
          <p:grpSpPr>
            <a:xfrm>
              <a:off x="2839503" y="1"/>
              <a:ext cx="3464995" cy="6857998"/>
              <a:chOff x="2839503" y="1"/>
              <a:chExt cx="3464995" cy="6857998"/>
            </a:xfrm>
          </p:grpSpPr>
          <p:grpSp>
            <p:nvGrpSpPr>
              <p:cNvPr id="27" name="Group 4"/>
              <p:cNvGrpSpPr/>
              <p:nvPr/>
            </p:nvGrpSpPr>
            <p:grpSpPr>
              <a:xfrm>
                <a:off x="2839503" y="1"/>
                <a:ext cx="3464995" cy="6857998"/>
                <a:chOff x="2834639" y="1"/>
                <a:chExt cx="3464995" cy="6857998"/>
              </a:xfrm>
            </p:grpSpPr>
            <p:sp>
              <p:nvSpPr>
                <p:cNvPr id="29" name="Rounded Rectangle 6"/>
                <p:cNvSpPr/>
                <p:nvPr/>
              </p:nvSpPr>
              <p:spPr>
                <a:xfrm>
                  <a:off x="2834639" y="1"/>
                  <a:ext cx="3464995" cy="6857998"/>
                </a:xfrm>
                <a:prstGeom prst="roundRect">
                  <a:avLst>
                    <a:gd name="adj" fmla="val 5515"/>
                  </a:avLst>
                </a:prstGeom>
                <a:solidFill>
                  <a:srgbClr val="FFFFFF"/>
                </a:solidFill>
                <a:ln w="3175">
                  <a:solidFill>
                    <a:srgbClr val="000000">
                      <a:lumMod val="95000"/>
                      <a:lumOff val="5000"/>
                    </a:srgbClr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" name="Rounded Rectangle 7"/>
                <p:cNvSpPr/>
                <p:nvPr/>
              </p:nvSpPr>
              <p:spPr>
                <a:xfrm>
                  <a:off x="2928205" y="91440"/>
                  <a:ext cx="3276600" cy="6659880"/>
                </a:xfrm>
                <a:prstGeom prst="roundRect">
                  <a:avLst>
                    <a:gd name="adj" fmla="val 2819"/>
                  </a:avLst>
                </a:prstGeom>
                <a:solidFill>
                  <a:srgbClr val="FFFFFF">
                    <a:lumMod val="65000"/>
                  </a:srgbClr>
                </a:solidFill>
                <a:ln w="317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8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endParaRPr>
                </a:p>
              </p:txBody>
            </p:sp>
            <p:sp>
              <p:nvSpPr>
                <p:cNvPr id="31" name="Rectangle 8"/>
                <p:cNvSpPr/>
                <p:nvPr/>
              </p:nvSpPr>
              <p:spPr>
                <a:xfrm>
                  <a:off x="3050294" y="482053"/>
                  <a:ext cx="3038085" cy="50749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2" name="Left Arrow 9"/>
                <p:cNvSpPr/>
                <p:nvPr/>
              </p:nvSpPr>
              <p:spPr>
                <a:xfrm>
                  <a:off x="3300730" y="6215335"/>
                  <a:ext cx="270769" cy="117324"/>
                </a:xfrm>
                <a:prstGeom prst="leftArrow">
                  <a:avLst>
                    <a:gd name="adj1" fmla="val 0"/>
                    <a:gd name="adj2" fmla="val 91165"/>
                  </a:avLst>
                </a:prstGeom>
                <a:noFill/>
                <a:ln w="3175">
                  <a:solidFill>
                    <a:srgbClr val="FFFFFF"/>
                  </a:solidFill>
                </a:ln>
              </p:spPr>
              <p:style>
                <a:lnRef idx="2">
                  <a:srgbClr val="4F81BD">
                    <a:shade val="50000"/>
                  </a:srgbClr>
                </a:lnRef>
                <a:fillRef idx="1">
                  <a:srgbClr val="4F81BD"/>
                </a:fillRef>
                <a:effectRef idx="0">
                  <a:srgbClr val="4F81BD"/>
                </a:effectRef>
                <a:fontRef idx="minor">
                  <a:srgbClr val="000000"/>
                </a:fontRef>
              </p:style>
              <p:txBody>
                <a:bodyPr rtlCol="0" anchor="ctr"/>
                <a:lstStyle/>
                <a:p>
                  <a:pPr algn="ctr"/>
                  <a:endParaRPr lang="en-US" u="sng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33" name="Group 10"/>
                <p:cNvGrpSpPr/>
                <p:nvPr/>
              </p:nvGrpSpPr>
              <p:grpSpPr>
                <a:xfrm rot="21384124">
                  <a:off x="4457215" y="6161552"/>
                  <a:ext cx="212326" cy="227346"/>
                  <a:chOff x="4194362" y="5874647"/>
                  <a:chExt cx="252148" cy="269985"/>
                </a:xfrm>
                <a:solidFill>
                  <a:srgbClr val="FFFFFF"/>
                </a:solidFill>
              </p:grpSpPr>
              <p:sp>
                <p:nvSpPr>
                  <p:cNvPr id="35" name="Flowchart: Stored Data 12"/>
                  <p:cNvSpPr/>
                  <p:nvPr/>
                </p:nvSpPr>
                <p:spPr>
                  <a:xfrm rot="6230930">
                    <a:off x="4218638" y="5878261"/>
                    <a:ext cx="115927" cy="108699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6" name="Flowchart: Stored Data 13"/>
                  <p:cNvSpPr/>
                  <p:nvPr/>
                </p:nvSpPr>
                <p:spPr>
                  <a:xfrm rot="6230930">
                    <a:off x="4190748" y="5989157"/>
                    <a:ext cx="115927" cy="108699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7" name="Flowchart: Stored Data 14"/>
                  <p:cNvSpPr/>
                  <p:nvPr/>
                </p:nvSpPr>
                <p:spPr>
                  <a:xfrm rot="16979296">
                    <a:off x="4335573" y="5922200"/>
                    <a:ext cx="114310" cy="107565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38" name="Flowchart: Stored Data 15"/>
                  <p:cNvSpPr/>
                  <p:nvPr/>
                </p:nvSpPr>
                <p:spPr>
                  <a:xfrm rot="16979296">
                    <a:off x="4307999" y="6032886"/>
                    <a:ext cx="115927" cy="107565"/>
                  </a:xfrm>
                  <a:prstGeom prst="flowChartOnlineStorage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rgbClr val="4F81BD">
                      <a:shade val="50000"/>
                    </a:srgbClr>
                  </a:lnRef>
                  <a:fillRef idx="1">
                    <a:srgbClr val="4F81BD"/>
                  </a:fillRef>
                  <a:effectRef idx="0">
                    <a:srgbClr val="4F81BD"/>
                  </a:effectRef>
                  <a:fontRef idx="minor">
                    <a:srgbClr val="000000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u="sng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34" name="Rounded Rectangle 11"/>
                <p:cNvSpPr/>
                <p:nvPr/>
              </p:nvSpPr>
              <p:spPr>
                <a:xfrm>
                  <a:off x="4138146" y="266078"/>
                  <a:ext cx="860720" cy="52045"/>
                </a:xfrm>
                <a:prstGeom prst="roundRect">
                  <a:avLst/>
                </a:prstGeom>
                <a:solidFill>
                  <a:srgbClr val="FFFFFF">
                    <a:lumMod val="95000"/>
                  </a:srgbClr>
                </a:solidFill>
                <a:ln w="3175" cap="flat" cmpd="sng" algn="ctr">
                  <a:solidFill>
                    <a:sysClr val="windowText" lastClr="000000">
                      <a:lumMod val="75000"/>
                      <a:lumOff val="25000"/>
                    </a:sysClr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800" kern="0" dirty="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/>
                  </a:endParaRPr>
                </a:p>
              </p:txBody>
            </p:sp>
          </p:grpSp>
          <p:sp>
            <p:nvSpPr>
              <p:cNvPr id="28" name="Rectangle 5"/>
              <p:cNvSpPr/>
              <p:nvPr/>
            </p:nvSpPr>
            <p:spPr>
              <a:xfrm>
                <a:off x="3054545" y="482052"/>
                <a:ext cx="3038698" cy="188595"/>
              </a:xfrm>
              <a:prstGeom prst="rect">
                <a:avLst/>
              </a:prstGeom>
              <a:solidFill>
                <a:srgbClr val="000000">
                  <a:alpha val="35000"/>
                </a:srgb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12:38</a:t>
                </a:r>
              </a:p>
            </p:txBody>
          </p:sp>
        </p:grpSp>
        <p:pic>
          <p:nvPicPr>
            <p:cNvPr id="26" name="Picture 2" descr="C:\Users\t-dantay\Documents\WPIcons\appbar.feature.search.rest.png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9769" y="6091117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tretch>
            <a:fillRect/>
          </a:stretch>
        </p:blipFill>
        <p:spPr bwMode="auto">
          <a:xfrm>
            <a:off x="1043607" y="1340769"/>
            <a:ext cx="2736303" cy="374441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755576" y="623731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</a:t>
            </a:r>
            <a:r>
              <a:rPr lang="ko-KR" altLang="en-US" dirty="0" err="1" smtClean="0"/>
              <a:t>상단부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4932040" y="623731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</a:t>
            </a:r>
            <a:r>
              <a:rPr lang="ko-KR" altLang="en-US" dirty="0" smtClean="0"/>
              <a:t>하단부</a:t>
            </a:r>
            <a:r>
              <a:rPr lang="en-US" altLang="ko-KR" smtClean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949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1pPr>
            <a:lvl2pPr marL="742950" indent="-28575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2pPr>
            <a:lvl3pPr marL="11430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3pPr>
            <a:lvl4pPr marL="16002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4pPr>
            <a:lvl5pPr marL="2057400" indent="-228600" eaLnBrk="0" hangingPunct="0"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Times New Roman" pitchFamily="18" charset="0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solidFill>
                  <a:schemeClr val="bg1"/>
                </a:solidFill>
              </a:rPr>
              <a:t>참고 </a:t>
            </a:r>
            <a:r>
              <a:rPr lang="en-US" altLang="ko-KR" sz="2400" b="1" smtClean="0">
                <a:solidFill>
                  <a:schemeClr val="bg1"/>
                </a:solidFill>
              </a:rPr>
              <a:t>API </a:t>
            </a:r>
            <a:r>
              <a:rPr lang="ko-KR" altLang="en-US" sz="2400" b="1" dirty="0" smtClean="0">
                <a:solidFill>
                  <a:schemeClr val="bg1"/>
                </a:solidFill>
              </a:rPr>
              <a:t>링크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07F1A-BE4E-4DA3-8EA8-125EAA76E47A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925880" y="1700808"/>
            <a:ext cx="72728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&lt;link </a:t>
            </a:r>
            <a:r>
              <a:rPr lang="en-US" altLang="ko-KR" dirty="0" err="1"/>
              <a:t>rel</a:t>
            </a:r>
            <a:r>
              <a:rPr lang="en-US" altLang="ko-KR" dirty="0"/>
              <a:t>="</a:t>
            </a:r>
            <a:r>
              <a:rPr lang="en-US" altLang="ko-KR" dirty="0" err="1"/>
              <a:t>stylesheet</a:t>
            </a:r>
            <a:r>
              <a:rPr lang="en-US" altLang="ko-KR" dirty="0"/>
              <a:t>" </a:t>
            </a:r>
            <a:r>
              <a:rPr lang="en-US" altLang="ko-KR" dirty="0" err="1"/>
              <a:t>href</a:t>
            </a:r>
            <a:r>
              <a:rPr lang="en-US" altLang="ko-KR" dirty="0"/>
              <a:t>="https://www.w3schools.com/w3css/4/w3.css</a:t>
            </a:r>
            <a:r>
              <a:rPr lang="en-US" altLang="ko-KR" dirty="0" smtClean="0"/>
              <a:t>"&gt;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&lt;link </a:t>
            </a:r>
            <a:r>
              <a:rPr lang="en-US" altLang="ko-KR" dirty="0" err="1"/>
              <a:t>rel</a:t>
            </a:r>
            <a:r>
              <a:rPr lang="en-US" altLang="ko-KR" dirty="0"/>
              <a:t>="</a:t>
            </a:r>
            <a:r>
              <a:rPr lang="en-US" altLang="ko-KR" dirty="0" err="1"/>
              <a:t>stylesheet</a:t>
            </a:r>
            <a:r>
              <a:rPr lang="en-US" altLang="ko-KR" dirty="0"/>
              <a:t>" </a:t>
            </a:r>
            <a:r>
              <a:rPr lang="en-US" altLang="ko-KR" dirty="0" err="1"/>
              <a:t>href</a:t>
            </a:r>
            <a:r>
              <a:rPr lang="en-US" altLang="ko-KR" dirty="0"/>
              <a:t>="https://fonts.googleapis.com/css?family=Montserrat</a:t>
            </a:r>
            <a:r>
              <a:rPr lang="en-US" altLang="ko-KR" dirty="0" smtClean="0"/>
              <a:t>"&gt;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&lt;link </a:t>
            </a:r>
            <a:r>
              <a:rPr lang="en-US" altLang="ko-KR" dirty="0" err="1"/>
              <a:t>rel</a:t>
            </a:r>
            <a:r>
              <a:rPr lang="en-US" altLang="ko-KR" dirty="0"/>
              <a:t>="</a:t>
            </a:r>
            <a:r>
              <a:rPr lang="en-US" altLang="ko-KR" dirty="0" err="1"/>
              <a:t>stylesheet</a:t>
            </a:r>
            <a:r>
              <a:rPr lang="en-US" altLang="ko-KR" dirty="0"/>
              <a:t>" </a:t>
            </a:r>
            <a:r>
              <a:rPr lang="en-US" altLang="ko-KR" dirty="0" err="1"/>
              <a:t>href</a:t>
            </a:r>
            <a:r>
              <a:rPr lang="en-US" altLang="ko-KR" dirty="0"/>
              <a:t>="https://cdnjs.cloudflare.com/ajax/libs/font-awesome/4.7.0/css/font-awesome.min.css</a:t>
            </a:r>
            <a:r>
              <a:rPr lang="en-US" altLang="ko-KR" dirty="0" smtClean="0"/>
              <a:t>"&gt;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 smtClean="0"/>
              <a:t>&lt;link </a:t>
            </a:r>
            <a:r>
              <a:rPr lang="en-US" altLang="ko-KR" dirty="0" err="1" smtClean="0"/>
              <a:t>rel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stylesheet</a:t>
            </a:r>
            <a:r>
              <a:rPr lang="en-US" altLang="ko-KR" dirty="0" smtClean="0"/>
              <a:t>" </a:t>
            </a:r>
            <a:r>
              <a:rPr lang="en-US" altLang="ko-KR" dirty="0" err="1" smtClean="0"/>
              <a:t>href</a:t>
            </a:r>
            <a:r>
              <a:rPr lang="en-US" altLang="ko-KR" dirty="0" smtClean="0"/>
              <a:t>="https://www.w3schools.com/lib/w3-theme-white.css"&gt;</a:t>
            </a:r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27486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580036" y="3730992"/>
            <a:ext cx="7879404" cy="0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589068" y="2924944"/>
            <a:ext cx="8015380" cy="727060"/>
            <a:chOff x="589068" y="3278004"/>
            <a:chExt cx="8015380" cy="727060"/>
          </a:xfrm>
        </p:grpSpPr>
        <p:sp>
          <p:nvSpPr>
            <p:cNvPr id="19" name="직사각형 18"/>
            <p:cNvSpPr/>
            <p:nvPr/>
          </p:nvSpPr>
          <p:spPr>
            <a:xfrm>
              <a:off x="589068" y="3297178"/>
              <a:ext cx="8015380" cy="7078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r>
                <a:rPr lang="en-US" altLang="ko-KR" sz="4000" b="1" kern="0" spc="-150" dirty="0" smtClean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100000">
                        <a:srgbClr val="004D86"/>
                      </a:gs>
                    </a:gsLst>
                    <a:lin ang="5400000" scaled="0"/>
                  </a:gra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Arial" panose="020B0604020202020204" pitchFamily="34" charset="0"/>
                  <a:ea typeface="양재소슬체S" panose="02020603020101020101" pitchFamily="18" charset="-127"/>
                  <a:cs typeface="Arial" panose="020B0604020202020204" pitchFamily="34" charset="0"/>
                </a:rPr>
                <a:t>Thanks for Viewing &amp; Reading</a:t>
              </a:r>
              <a:endParaRPr lang="ko-KR" altLang="en-US" sz="36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 panose="020B0604020202020204" pitchFamily="34" charset="0"/>
                <a:ea typeface="양재소슬체S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9592" y="3278004"/>
              <a:ext cx="59855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endParaRPr lang="ko-KR" altLang="en-US" sz="3600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-윤고딕33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83894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ontrol xmlns="http://schemas.microsoft.com/VisualStudio/2011/storyboarding/control">
  <Id Name="System.Storyboarding.Backgrounds.WebBrowser" Revision="1" Stencil="System.Storyboarding.Backgrounds" StencilVersion="0.1"/>
</Control>
</file>

<file path=customXml/item2.xml><?xml version="1.0" encoding="utf-8"?>
<Control xmlns="http://schemas.microsoft.com/VisualStudio/2011/storyboarding/control">
  <Id Name="System.Storyboarding.Backgrounds.WindowsPhone" Revision="1" Stencil="System.Storyboarding.Backgrounds" StencilVersion="0.1"/>
</Control>
</file>

<file path=customXml/item3.xml><?xml version="1.0" encoding="utf-8"?>
<Control xmlns="http://schemas.microsoft.com/VisualStudio/2011/storyboarding/control">
  <Id Name="System.Storyboarding.Backgrounds.WindowsPhone" Revision="1" Stencil="System.Storyboarding.Backgrounds" StencilVersion="0.1"/>
</Control>
</file>

<file path=customXml/itemProps1.xml><?xml version="1.0" encoding="utf-8"?>
<ds:datastoreItem xmlns:ds="http://schemas.openxmlformats.org/officeDocument/2006/customXml" ds:itemID="{24C03B86-31BD-476C-9F9F-3E34707C10C5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F14FA1F5-7B4F-4E02-9FC3-7B92F64B7F1F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860479-E08D-4FD6-A7D9-223442DCA51C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980</TotalTime>
  <Words>743</Words>
  <Application>Microsoft Office PowerPoint</Application>
  <PresentationFormat>화면 슬라이드 쇼(4:3)</PresentationFormat>
  <Paragraphs>131</Paragraphs>
  <Slides>22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TitlesOfParts>
  <Company>....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...</dc:creator>
  <cp:lastModifiedBy>kitcoop</cp:lastModifiedBy>
  <cp:revision>250</cp:revision>
  <dcterms:created xsi:type="dcterms:W3CDTF">2016-10-05T08:54:54Z</dcterms:created>
  <dcterms:modified xsi:type="dcterms:W3CDTF">2017-05-26T09:02:43Z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