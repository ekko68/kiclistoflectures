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  <p:sldId id="261" r:id="rId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86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22" name="부제목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ko-KR" altLang="en-US" smtClean="0"/>
              <a:t>마스터 부제목 스타일 편집</a:t>
            </a:r>
            <a:endParaRPr kumimoji="0"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5423259-50BE-40CD-AEC5-F85DA19B7A7F}" type="datetimeFigureOut">
              <a:rPr lang="ko-KR" altLang="en-US" smtClean="0"/>
              <a:t>2017-05-26 Friday</a:t>
            </a:fld>
            <a:endParaRPr lang="ko-KR" altLang="en-US"/>
          </a:p>
        </p:txBody>
      </p:sp>
      <p:sp>
        <p:nvSpPr>
          <p:cNvPr id="20" name="바닥글 개체 틀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ko-KR" altLang="en-US"/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E75498F-B005-4534-8C29-9A365B343B0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타원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타원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5423259-50BE-40CD-AEC5-F85DA19B7A7F}" type="datetimeFigureOut">
              <a:rPr lang="ko-KR" altLang="en-US" smtClean="0"/>
              <a:t>2017-05-26 Friday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E75498F-B005-4534-8C29-9A365B343B0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5423259-50BE-40CD-AEC5-F85DA19B7A7F}" type="datetimeFigureOut">
              <a:rPr lang="ko-KR" altLang="en-US" smtClean="0"/>
              <a:t>2017-05-26 Friday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E75498F-B005-4534-8C29-9A365B343B0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직사각형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타원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타원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5423259-50BE-40CD-AEC5-F85DA19B7A7F}" type="datetimeFigureOut">
              <a:rPr lang="ko-KR" altLang="en-US" smtClean="0"/>
              <a:t>2017-05-26 Friday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E75498F-B005-4534-8C29-9A365B343B0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5423259-50BE-40CD-AEC5-F85DA19B7A7F}" type="datetimeFigureOut">
              <a:rPr lang="ko-KR" altLang="en-US" smtClean="0"/>
              <a:t>2017-05-26 Friday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E75498F-B005-4534-8C29-9A365B343B0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5423259-50BE-40CD-AEC5-F85DA19B7A7F}" type="datetimeFigureOut">
              <a:rPr lang="ko-KR" altLang="en-US" smtClean="0"/>
              <a:t>2017-05-26 Friday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E75498F-B005-4534-8C29-9A365B343B0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5423259-50BE-40CD-AEC5-F85DA19B7A7F}" type="datetimeFigureOut">
              <a:rPr lang="ko-KR" altLang="en-US" smtClean="0"/>
              <a:t>2017-05-26 Friday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E75498F-B005-4534-8C29-9A365B343B0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직사각형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5423259-50BE-40CD-AEC5-F85DA19B7A7F}" type="datetimeFigureOut">
              <a:rPr lang="ko-KR" altLang="en-US" smtClean="0"/>
              <a:t>2017-05-26 Friday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E75498F-B005-4534-8C29-9A365B343B0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5423259-50BE-40CD-AEC5-F85DA19B7A7F}" type="datetimeFigureOut">
              <a:rPr lang="ko-KR" altLang="en-US" smtClean="0"/>
              <a:t>2017-05-26 Friday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E75498F-B005-4534-8C29-9A365B343B0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ko-KR" altLang="en-US" smtClean="0"/>
              <a:t>그림을 추가하려면 아이콘을 클릭하십시오</a:t>
            </a:r>
            <a:endParaRPr kumimoji="0" lang="en-US" dirty="0"/>
          </a:p>
        </p:txBody>
      </p:sp>
      <p:sp>
        <p:nvSpPr>
          <p:cNvPr id="9" name="순서도: 처리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순서도: 처리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5423259-50BE-40CD-AEC5-F85DA19B7A7F}" type="datetimeFigureOut">
              <a:rPr lang="ko-KR" altLang="en-US" smtClean="0"/>
              <a:t>2017-05-26 Friday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E75498F-B005-4534-8C29-9A365B343B0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5423259-50BE-40CD-AEC5-F85DA19B7A7F}" type="datetimeFigureOut">
              <a:rPr lang="ko-KR" altLang="en-US" smtClean="0"/>
              <a:t>2017-05-26 Friday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E75498F-B005-4534-8C29-9A365B343B0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원형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타원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도넛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직사각형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제목 개체 틀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9" name="텍스트 개체 틀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 smtClean="0"/>
              <a:t>둘째 수준</a:t>
            </a:r>
          </a:p>
          <a:p>
            <a:pPr lvl="2" eaLnBrk="1" latinLnBrk="0" hangingPunct="1"/>
            <a:r>
              <a:rPr kumimoji="0" lang="ko-KR" altLang="en-US" smtClean="0"/>
              <a:t>셋째 수준</a:t>
            </a:r>
          </a:p>
          <a:p>
            <a:pPr lvl="3" eaLnBrk="1" latinLnBrk="0" hangingPunct="1"/>
            <a:r>
              <a:rPr kumimoji="0" lang="ko-KR" altLang="en-US" smtClean="0"/>
              <a:t>넷째 수준</a:t>
            </a:r>
          </a:p>
          <a:p>
            <a:pPr lvl="4" eaLnBrk="1" latinLnBrk="0" hangingPunct="1"/>
            <a:r>
              <a:rPr kumimoji="0" lang="ko-KR" altLang="en-US" smtClean="0"/>
              <a:t>다섯째 수준</a:t>
            </a:r>
            <a:endParaRPr kumimoji="0" lang="en-US"/>
          </a:p>
        </p:txBody>
      </p:sp>
      <p:sp>
        <p:nvSpPr>
          <p:cNvPr id="24" name="날짜 개체 틀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45423259-50BE-40CD-AEC5-F85DA19B7A7F}" type="datetimeFigureOut">
              <a:rPr lang="ko-KR" altLang="en-US" smtClean="0"/>
              <a:t>2017-05-26 Friday</a:t>
            </a:fld>
            <a:endParaRPr lang="ko-KR" altLang="en-US"/>
          </a:p>
        </p:txBody>
      </p:sp>
      <p:sp>
        <p:nvSpPr>
          <p:cNvPr id="10" name="바닥글 개체 틀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ko-KR" altLang="en-US"/>
          </a:p>
        </p:txBody>
      </p:sp>
      <p:sp>
        <p:nvSpPr>
          <p:cNvPr id="22" name="슬라이드 번호 개체 틀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4E75498F-B005-4534-8C29-9A365B343B0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5" name="직사각형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1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1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1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1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1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1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1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1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1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1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6600" dirty="0" smtClean="0"/>
              <a:t>메인 페이지 설계</a:t>
            </a:r>
            <a:endParaRPr lang="ko-KR" altLang="en-US" sz="660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03648" y="4725144"/>
            <a:ext cx="7406640" cy="1752600"/>
          </a:xfrm>
        </p:spPr>
        <p:txBody>
          <a:bodyPr>
            <a:normAutofit lnSpcReduction="10000"/>
          </a:bodyPr>
          <a:lstStyle/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 smtClean="0"/>
              <a:t> </a:t>
            </a:r>
            <a:r>
              <a:rPr lang="en-US" altLang="ko-KR" dirty="0" smtClean="0"/>
              <a:t>                                                              </a:t>
            </a:r>
            <a:r>
              <a:rPr lang="ko-KR" altLang="en-US" dirty="0" smtClean="0"/>
              <a:t>강소영</a:t>
            </a:r>
            <a:endParaRPr lang="ko-KR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971600" y="1412776"/>
            <a:ext cx="6120680" cy="648072"/>
          </a:xfrm>
          <a:prstGeom prst="rect">
            <a:avLst/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타원 8"/>
          <p:cNvSpPr/>
          <p:nvPr/>
        </p:nvSpPr>
        <p:spPr>
          <a:xfrm>
            <a:off x="7164288" y="1268760"/>
            <a:ext cx="864096" cy="8640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971600" y="2348880"/>
            <a:ext cx="7128792" cy="3528392"/>
          </a:xfrm>
          <a:prstGeom prst="rect">
            <a:avLst/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1115616" y="1556792"/>
            <a:ext cx="5760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/>
              <a:t>Header   </a:t>
            </a:r>
            <a:r>
              <a:rPr lang="ko-KR" altLang="en-US" dirty="0" smtClean="0"/>
              <a:t>상단메뉴</a:t>
            </a:r>
            <a:endParaRPr lang="ko-KR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7236296" y="1547500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mtClean="0"/>
              <a:t>로고</a:t>
            </a:r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1763688" y="3779748"/>
            <a:ext cx="5616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/>
              <a:t>Section  </a:t>
            </a:r>
            <a:r>
              <a:rPr lang="ko-KR" altLang="en-US" dirty="0" smtClean="0"/>
              <a:t>이미지 슬라이더 이용</a:t>
            </a:r>
            <a:endParaRPr lang="ko-KR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5367" y="1524669"/>
            <a:ext cx="8009081" cy="399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1382046" y="404664"/>
            <a:ext cx="1821802" cy="1584176"/>
          </a:xfrm>
          <a:prstGeom prst="rect">
            <a:avLst/>
          </a:prstGeom>
          <a:noFill/>
          <a:ln w="28575"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1382046" y="2204864"/>
            <a:ext cx="1821802" cy="1584176"/>
          </a:xfrm>
          <a:prstGeom prst="rect">
            <a:avLst/>
          </a:prstGeom>
          <a:noFill/>
          <a:ln w="28575"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1382046" y="4005064"/>
            <a:ext cx="1821802" cy="1584176"/>
          </a:xfrm>
          <a:prstGeom prst="rect">
            <a:avLst/>
          </a:prstGeom>
          <a:noFill/>
          <a:ln w="28575"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3542286" y="4005064"/>
            <a:ext cx="1821802" cy="1584176"/>
          </a:xfrm>
          <a:prstGeom prst="rect">
            <a:avLst/>
          </a:prstGeom>
          <a:noFill/>
          <a:ln w="28575"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5724128" y="4005064"/>
            <a:ext cx="1821802" cy="1584176"/>
          </a:xfrm>
          <a:prstGeom prst="rect">
            <a:avLst/>
          </a:prstGeom>
          <a:noFill/>
          <a:ln w="28575"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3542286" y="404664"/>
            <a:ext cx="1821802" cy="1584176"/>
          </a:xfrm>
          <a:prstGeom prst="rect">
            <a:avLst/>
          </a:prstGeom>
          <a:noFill/>
          <a:ln w="28575"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5702526" y="404664"/>
            <a:ext cx="1821802" cy="1584176"/>
          </a:xfrm>
          <a:prstGeom prst="rect">
            <a:avLst/>
          </a:prstGeom>
          <a:noFill/>
          <a:ln w="28575"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5702526" y="2204864"/>
            <a:ext cx="1821802" cy="1584176"/>
          </a:xfrm>
          <a:prstGeom prst="rect">
            <a:avLst/>
          </a:prstGeom>
          <a:noFill/>
          <a:ln w="28575"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3542286" y="2204864"/>
            <a:ext cx="1821802" cy="1584176"/>
          </a:xfrm>
          <a:prstGeom prst="rect">
            <a:avLst/>
          </a:prstGeom>
          <a:noFill/>
          <a:ln w="28575"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1115616" y="5877272"/>
            <a:ext cx="6840760" cy="648072"/>
          </a:xfrm>
          <a:prstGeom prst="rect">
            <a:avLst/>
          </a:prstGeom>
          <a:noFill/>
          <a:ln w="19050"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1547664" y="908720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링크싸이</a:t>
            </a:r>
            <a:r>
              <a:rPr lang="ko-KR" altLang="en-US" dirty="0" err="1"/>
              <a:t>트</a:t>
            </a:r>
            <a:endParaRPr lang="ko-KR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323528" y="1196752"/>
            <a:ext cx="93610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 smtClean="0"/>
              <a:t>A</a:t>
            </a:r>
          </a:p>
          <a:p>
            <a:pPr algn="ctr"/>
            <a:r>
              <a:rPr lang="en-US" altLang="ko-KR" sz="3200" dirty="0" smtClean="0"/>
              <a:t>R</a:t>
            </a:r>
          </a:p>
          <a:p>
            <a:pPr algn="ctr"/>
            <a:r>
              <a:rPr lang="en-US" altLang="ko-KR" sz="3200" dirty="0" smtClean="0"/>
              <a:t>T</a:t>
            </a:r>
          </a:p>
          <a:p>
            <a:pPr algn="ctr"/>
            <a:r>
              <a:rPr lang="en-US" altLang="ko-KR" sz="3200" dirty="0" smtClean="0"/>
              <a:t>I</a:t>
            </a:r>
          </a:p>
          <a:p>
            <a:pPr algn="ctr"/>
            <a:r>
              <a:rPr lang="en-US" altLang="ko-KR" sz="3200" dirty="0" smtClean="0"/>
              <a:t>C</a:t>
            </a:r>
          </a:p>
          <a:p>
            <a:pPr algn="ctr"/>
            <a:r>
              <a:rPr lang="en-US" altLang="ko-KR" sz="3200" dirty="0" smtClean="0"/>
              <a:t>L</a:t>
            </a:r>
          </a:p>
          <a:p>
            <a:pPr algn="ctr"/>
            <a:r>
              <a:rPr lang="en-US" altLang="ko-KR" sz="3200" dirty="0"/>
              <a:t>E</a:t>
            </a:r>
            <a:endParaRPr lang="ko-KR" altLang="en-US" sz="3200" dirty="0"/>
          </a:p>
        </p:txBody>
      </p:sp>
      <p:sp>
        <p:nvSpPr>
          <p:cNvPr id="21" name="TextBox 20"/>
          <p:cNvSpPr txBox="1"/>
          <p:nvPr/>
        </p:nvSpPr>
        <p:spPr>
          <a:xfrm>
            <a:off x="1547664" y="6021288"/>
            <a:ext cx="5688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/>
              <a:t>BOTTOM   </a:t>
            </a:r>
            <a:r>
              <a:rPr lang="ko-KR" altLang="en-US" dirty="0" smtClean="0"/>
              <a:t>서비스 이용약관 </a:t>
            </a:r>
            <a:r>
              <a:rPr lang="ko-KR" altLang="en-US" dirty="0" err="1" smtClean="0"/>
              <a:t>이메일</a:t>
            </a:r>
            <a:endParaRPr lang="ko-KR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6012160" y="971436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smtClean="0"/>
              <a:t>동영상</a:t>
            </a:r>
            <a:endParaRPr lang="ko-KR" alt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1691680" y="4653136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smtClean="0"/>
              <a:t>동영상</a:t>
            </a:r>
            <a:endParaRPr lang="ko-KR" alt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1547664" y="2780928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링크싸이</a:t>
            </a:r>
            <a:r>
              <a:rPr lang="ko-KR" altLang="en-US" dirty="0" err="1"/>
              <a:t>트</a:t>
            </a:r>
            <a:endParaRPr lang="ko-KR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3707904" y="2780928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링크싸이</a:t>
            </a:r>
            <a:r>
              <a:rPr lang="ko-KR" altLang="en-US" dirty="0" err="1"/>
              <a:t>트</a:t>
            </a:r>
            <a:endParaRPr lang="ko-KR" alt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3779912" y="4653136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링크싸이</a:t>
            </a:r>
            <a:r>
              <a:rPr lang="ko-KR" altLang="en-US" dirty="0" err="1"/>
              <a:t>트</a:t>
            </a:r>
            <a:endParaRPr lang="ko-KR" alt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6012160" y="4653136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링크싸이</a:t>
            </a:r>
            <a:r>
              <a:rPr lang="ko-KR" altLang="en-US" dirty="0" err="1"/>
              <a:t>트</a:t>
            </a:r>
            <a:endParaRPr lang="ko-KR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5940152" y="2780928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링크싸이</a:t>
            </a:r>
            <a:r>
              <a:rPr lang="ko-KR" altLang="en-US" dirty="0" err="1"/>
              <a:t>트</a:t>
            </a:r>
            <a:endParaRPr lang="ko-KR" alt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3707904" y="980728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링크싸이</a:t>
            </a:r>
            <a:r>
              <a:rPr lang="ko-KR" altLang="en-US" dirty="0" err="1"/>
              <a:t>트</a:t>
            </a:r>
            <a:endParaRPr lang="ko-KR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7147" y="116632"/>
            <a:ext cx="5919189" cy="5760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19672" y="5777675"/>
            <a:ext cx="5976664" cy="963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태양">
  <a:themeElements>
    <a:clrScheme name="광장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태양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중앙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404</TotalTime>
  <Words>32</Words>
  <Application>Microsoft Office PowerPoint</Application>
  <PresentationFormat>화면 슬라이드 쇼(4:3)</PresentationFormat>
  <Paragraphs>25</Paragraphs>
  <Slides>5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6" baseType="lpstr">
      <vt:lpstr>태양</vt:lpstr>
      <vt:lpstr>메인 페이지 설계</vt:lpstr>
      <vt:lpstr>슬라이드 2</vt:lpstr>
      <vt:lpstr>슬라이드 3</vt:lpstr>
      <vt:lpstr>슬라이드 4</vt:lpstr>
      <vt:lpstr>슬라이드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메인 페이지 설계</dc:title>
  <dc:creator>kitcoop</dc:creator>
  <cp:lastModifiedBy>kitcoop</cp:lastModifiedBy>
  <cp:revision>41</cp:revision>
  <dcterms:created xsi:type="dcterms:W3CDTF">2017-05-26T01:21:46Z</dcterms:created>
  <dcterms:modified xsi:type="dcterms:W3CDTF">2017-05-26T08:06:42Z</dcterms:modified>
</cp:coreProperties>
</file>