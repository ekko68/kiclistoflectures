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63" r:id="rId6"/>
    <p:sldId id="257" r:id="rId7"/>
    <p:sldId id="260" r:id="rId8"/>
    <p:sldId id="258" r:id="rId9"/>
    <p:sldId id="264" r:id="rId10"/>
    <p:sldId id="267" r:id="rId11"/>
    <p:sldId id="261" r:id="rId12"/>
    <p:sldId id="265" r:id="rId13"/>
    <p:sldId id="266" r:id="rId14"/>
    <p:sldId id="262" r:id="rId15"/>
    <p:sldId id="259" r:id="rId16"/>
    <p:sldId id="271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0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47A-ECB3-486C-AD5E-507EE317E1DB}" type="datetimeFigureOut">
              <a:rPr lang="ko-KR" altLang="en-US" smtClean="0"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C4AC-EDFD-4B52-9B18-4AEDB6BCD56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47A-ECB3-486C-AD5E-507EE317E1DB}" type="datetimeFigureOut">
              <a:rPr lang="ko-KR" altLang="en-US" smtClean="0"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C4AC-EDFD-4B52-9B18-4AEDB6BCD56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47A-ECB3-486C-AD5E-507EE317E1DB}" type="datetimeFigureOut">
              <a:rPr lang="ko-KR" altLang="en-US" smtClean="0"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C4AC-EDFD-4B52-9B18-4AEDB6BCD56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47A-ECB3-486C-AD5E-507EE317E1DB}" type="datetimeFigureOut">
              <a:rPr lang="ko-KR" altLang="en-US" smtClean="0"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C4AC-EDFD-4B52-9B18-4AEDB6BCD56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47A-ECB3-486C-AD5E-507EE317E1DB}" type="datetimeFigureOut">
              <a:rPr lang="ko-KR" altLang="en-US" smtClean="0"/>
              <a:t>2017-05-26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C4AC-EDFD-4B52-9B18-4AEDB6BCD56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47A-ECB3-486C-AD5E-507EE317E1DB}" type="datetimeFigureOut">
              <a:rPr lang="ko-KR" altLang="en-US" smtClean="0"/>
              <a:t>2017-05-26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C4AC-EDFD-4B52-9B18-4AEDB6BCD56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47A-ECB3-486C-AD5E-507EE317E1DB}" type="datetimeFigureOut">
              <a:rPr lang="ko-KR" altLang="en-US" smtClean="0"/>
              <a:t>2017-05-26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C4AC-EDFD-4B52-9B18-4AEDB6BCD56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47A-ECB3-486C-AD5E-507EE317E1DB}" type="datetimeFigureOut">
              <a:rPr lang="ko-KR" altLang="en-US" smtClean="0"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C4AC-EDFD-4B52-9B18-4AEDB6BCD56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47A-ECB3-486C-AD5E-507EE317E1DB}" type="datetimeFigureOut">
              <a:rPr lang="ko-KR" altLang="en-US" smtClean="0"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C4AC-EDFD-4B52-9B18-4AEDB6BCD56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47A-ECB3-486C-AD5E-507EE317E1DB}" type="datetimeFigureOut">
              <a:rPr lang="ko-KR" altLang="en-US" smtClean="0"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C4AC-EDFD-4B52-9B18-4AEDB6BCD56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47A-ECB3-486C-AD5E-507EE317E1DB}" type="datetimeFigureOut">
              <a:rPr lang="ko-KR" altLang="en-US" smtClean="0"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C4AC-EDFD-4B52-9B18-4AEDB6BCD56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847A-ECB3-486C-AD5E-507EE317E1DB}" type="datetimeFigureOut">
              <a:rPr lang="ko-KR" altLang="en-US" smtClean="0"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4C4AC-EDFD-4B52-9B18-4AEDB6BCD56C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화면구현 과제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292080" y="5733256"/>
            <a:ext cx="4168552" cy="1124744"/>
          </a:xfrm>
        </p:spPr>
        <p:txBody>
          <a:bodyPr/>
          <a:lstStyle/>
          <a:p>
            <a:r>
              <a:rPr lang="ko-KR" altLang="en-US" smtClean="0"/>
              <a:t>송택우</a:t>
            </a: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39552" y="764704"/>
            <a:ext cx="7632848" cy="4104456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슬라이드 이미지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39552" y="764704"/>
            <a:ext cx="7632848" cy="616068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상단 </a:t>
            </a:r>
            <a:r>
              <a:rPr lang="en-US" altLang="ko-KR" dirty="0" smtClean="0">
                <a:solidFill>
                  <a:schemeClr val="bg1"/>
                </a:solidFill>
              </a:rPr>
              <a:t>2</a:t>
            </a:r>
            <a:r>
              <a:rPr lang="ko-KR" altLang="en-US" dirty="0" smtClean="0">
                <a:solidFill>
                  <a:schemeClr val="bg1"/>
                </a:solidFill>
              </a:rPr>
              <a:t>단 </a:t>
            </a:r>
            <a:r>
              <a:rPr lang="ko-KR" altLang="en-US" dirty="0" err="1" smtClean="0">
                <a:solidFill>
                  <a:schemeClr val="bg1"/>
                </a:solidFill>
              </a:rPr>
              <a:t>드롭</a:t>
            </a:r>
            <a:r>
              <a:rPr lang="ko-KR" altLang="en-US" dirty="0" smtClean="0">
                <a:solidFill>
                  <a:schemeClr val="bg1"/>
                </a:solidFill>
              </a:rPr>
              <a:t> 메뉴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39552" y="3284984"/>
            <a:ext cx="7632848" cy="1584176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콘텐트 </a:t>
            </a:r>
            <a:r>
              <a:rPr lang="en-US" altLang="ko-KR" dirty="0" smtClean="0">
                <a:solidFill>
                  <a:schemeClr val="tx1"/>
                </a:solidFill>
              </a:rPr>
              <a:t>(3</a:t>
            </a:r>
            <a:r>
              <a:rPr lang="ko-KR" altLang="en-US" dirty="0" smtClean="0">
                <a:solidFill>
                  <a:schemeClr val="tx1"/>
                </a:solidFill>
              </a:rPr>
              <a:t>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39552" y="4869160"/>
            <a:ext cx="7632848" cy="129614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ㄹ</a:t>
            </a:r>
            <a:r>
              <a:rPr lang="en-US" altLang="ko-KR" dirty="0" smtClean="0">
                <a:solidFill>
                  <a:schemeClr val="tx1"/>
                </a:solidFill>
              </a:rPr>
              <a:t>footer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39552" y="2852936"/>
            <a:ext cx="7632848" cy="100811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콘텐트</a:t>
            </a:r>
            <a:r>
              <a:rPr lang="en-US" altLang="ko-KR" dirty="0" smtClean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39552" y="3717032"/>
            <a:ext cx="7632848" cy="7200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콘텐트</a:t>
            </a:r>
            <a:r>
              <a:rPr lang="en-US" altLang="ko-KR" dirty="0" smtClean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39552" y="4437112"/>
            <a:ext cx="7632848" cy="7920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콘텐트</a:t>
            </a:r>
            <a:r>
              <a:rPr lang="en-US" altLang="ko-KR" dirty="0" smtClean="0"/>
              <a:t>3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74" y="0"/>
            <a:ext cx="725717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48680"/>
            <a:ext cx="6948264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504" y="4077072"/>
            <a:ext cx="7008684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/>
        </p:nvSpPr>
        <p:spPr>
          <a:xfrm>
            <a:off x="7308304" y="332656"/>
            <a:ext cx="1835696" cy="576064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상단 </a:t>
            </a:r>
            <a:r>
              <a:rPr lang="ko-KR" altLang="en-US" dirty="0" err="1" smtClean="0">
                <a:solidFill>
                  <a:schemeClr val="tx1"/>
                </a:solidFill>
              </a:rPr>
              <a:t>드랍메뉴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이미지 슬라이드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콘텐트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/>
          <p:cNvCxnSpPr>
            <a:endCxn id="12291" idx="3"/>
          </p:cNvCxnSpPr>
          <p:nvPr/>
        </p:nvCxnSpPr>
        <p:spPr>
          <a:xfrm flipH="1" flipV="1">
            <a:off x="7284551" y="238125"/>
            <a:ext cx="167769" cy="225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H="1">
            <a:off x="7164288" y="1916832"/>
            <a:ext cx="36004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H="1" flipV="1">
            <a:off x="7308304" y="6093296"/>
            <a:ext cx="432048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741551" cy="3068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212976"/>
            <a:ext cx="7164288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7596336" y="692696"/>
            <a:ext cx="1368152" cy="511256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콘텐트 </a:t>
            </a:r>
            <a:r>
              <a:rPr lang="en-US" altLang="ko-KR" dirty="0" smtClean="0">
                <a:solidFill>
                  <a:schemeClr val="tx1"/>
                </a:solidFill>
              </a:rPr>
              <a:t>2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콘텐트 </a:t>
            </a:r>
            <a:r>
              <a:rPr lang="en-US" altLang="ko-KR" dirty="0" smtClean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/>
          <p:cNvCxnSpPr/>
          <p:nvPr/>
        </p:nvCxnSpPr>
        <p:spPr>
          <a:xfrm flipH="1" flipV="1">
            <a:off x="7020272" y="2060848"/>
            <a:ext cx="504056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H="1">
            <a:off x="7236296" y="4365104"/>
            <a:ext cx="576064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83" y="2996952"/>
            <a:ext cx="8661617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/>
        </p:nvSpPr>
        <p:spPr>
          <a:xfrm>
            <a:off x="2843808" y="1844824"/>
            <a:ext cx="4283968" cy="57606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footer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/>
          <p:cNvCxnSpPr>
            <a:stCxn id="8" idx="2"/>
          </p:cNvCxnSpPr>
          <p:nvPr/>
        </p:nvCxnSpPr>
        <p:spPr>
          <a:xfrm flipH="1">
            <a:off x="4860032" y="2420888"/>
            <a:ext cx="12576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548680"/>
            <a:ext cx="7488832" cy="553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2771800" y="764704"/>
            <a:ext cx="1440160" cy="50405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dropmenu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7380312" y="332656"/>
            <a:ext cx="1440160" cy="50405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dropmenu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6948264" y="620688"/>
            <a:ext cx="504056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948264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780928"/>
            <a:ext cx="6768752" cy="3645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직사각형 24"/>
          <p:cNvSpPr/>
          <p:nvPr/>
        </p:nvSpPr>
        <p:spPr>
          <a:xfrm>
            <a:off x="5076056" y="2780928"/>
            <a:ext cx="3816424" cy="50405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상단메뉴의 </a:t>
            </a:r>
            <a:r>
              <a:rPr lang="en-US" altLang="ko-KR" dirty="0" err="1" smtClean="0">
                <a:solidFill>
                  <a:schemeClr val="tx1"/>
                </a:solidFill>
              </a:rPr>
              <a:t>li</a:t>
            </a:r>
            <a:r>
              <a:rPr lang="ko-KR" altLang="en-US" dirty="0" smtClean="0">
                <a:solidFill>
                  <a:schemeClr val="tx1"/>
                </a:solidFill>
              </a:rPr>
              <a:t>에 마우스가 </a:t>
            </a:r>
            <a:r>
              <a:rPr lang="en-US" altLang="ko-KR" dirty="0" smtClean="0">
                <a:solidFill>
                  <a:schemeClr val="tx1"/>
                </a:solidFill>
              </a:rPr>
              <a:t>hover</a:t>
            </a:r>
            <a:r>
              <a:rPr lang="ko-KR" altLang="en-US" dirty="0" err="1" smtClean="0">
                <a:solidFill>
                  <a:schemeClr val="tx1"/>
                </a:solidFill>
              </a:rPr>
              <a:t>됐을때</a:t>
            </a:r>
            <a:r>
              <a:rPr lang="ko-KR" altLang="en-US" dirty="0" smtClean="0">
                <a:solidFill>
                  <a:schemeClr val="tx1"/>
                </a:solidFill>
              </a:rPr>
              <a:t> 작동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37" y="548680"/>
            <a:ext cx="7495391" cy="5577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4067944" y="260648"/>
            <a:ext cx="4464496" cy="10081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처음에 등장하는 이미지로 </a:t>
            </a:r>
            <a:r>
              <a:rPr lang="en-US" altLang="ko-KR" dirty="0" smtClean="0">
                <a:solidFill>
                  <a:schemeClr val="tx1"/>
                </a:solidFill>
              </a:rPr>
              <a:t>2.4</a:t>
            </a:r>
            <a:r>
              <a:rPr lang="ko-KR" altLang="en-US" dirty="0" err="1" smtClean="0">
                <a:solidFill>
                  <a:schemeClr val="tx1"/>
                </a:solidFill>
              </a:rPr>
              <a:t>초동안</a:t>
            </a:r>
            <a:r>
              <a:rPr lang="ko-KR" altLang="en-US" dirty="0" smtClean="0">
                <a:solidFill>
                  <a:schemeClr val="tx1"/>
                </a:solidFill>
              </a:rPr>
              <a:t> 등장하고 사라진다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2267744" y="620688"/>
            <a:ext cx="2016224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4860032" y="1196752"/>
            <a:ext cx="4283968" cy="57606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Hide_img</a:t>
            </a:r>
            <a:r>
              <a:rPr lang="ko-KR" altLang="en-US" dirty="0" smtClean="0">
                <a:solidFill>
                  <a:schemeClr val="tx1"/>
                </a:solidFill>
              </a:rPr>
              <a:t>가 사라지면 실질적으로 홈페이지에서 동작하는 슬라이드 이미지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2987824" y="1484784"/>
            <a:ext cx="20882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3995936" y="1988840"/>
            <a:ext cx="3312368" cy="10081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실질적인 내용 시작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H="1">
            <a:off x="2843808" y="2492896"/>
            <a:ext cx="1800200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3995936" cy="3933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5220072" y="332656"/>
            <a:ext cx="2664296" cy="10081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처음에 등장하는 이미지로 </a:t>
            </a:r>
            <a:r>
              <a:rPr lang="en-US" altLang="ko-KR" dirty="0" smtClean="0">
                <a:solidFill>
                  <a:schemeClr val="tx1"/>
                </a:solidFill>
              </a:rPr>
              <a:t>2.4</a:t>
            </a:r>
            <a:r>
              <a:rPr lang="ko-KR" altLang="en-US" dirty="0" err="1" smtClean="0">
                <a:solidFill>
                  <a:schemeClr val="tx1"/>
                </a:solidFill>
              </a:rPr>
              <a:t>초동안</a:t>
            </a:r>
            <a:r>
              <a:rPr lang="ko-KR" altLang="en-US" dirty="0" smtClean="0">
                <a:solidFill>
                  <a:schemeClr val="tx1"/>
                </a:solidFill>
              </a:rPr>
              <a:t> 등장하고 사라진다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1340768"/>
            <a:ext cx="5148064" cy="5517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직선 화살표 연결선 7"/>
          <p:cNvCxnSpPr>
            <a:stCxn id="5" idx="1"/>
          </p:cNvCxnSpPr>
          <p:nvPr/>
        </p:nvCxnSpPr>
        <p:spPr>
          <a:xfrm flipH="1">
            <a:off x="4427984" y="836712"/>
            <a:ext cx="792088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0" y="4725144"/>
            <a:ext cx="3384376" cy="10081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처음이미지가 </a:t>
            </a:r>
            <a:r>
              <a:rPr lang="ko-KR" altLang="en-US" dirty="0" err="1" smtClean="0">
                <a:solidFill>
                  <a:schemeClr val="tx1"/>
                </a:solidFill>
              </a:rPr>
              <a:t>등장후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2.9</a:t>
            </a:r>
            <a:r>
              <a:rPr lang="ko-KR" altLang="en-US" dirty="0" err="1" smtClean="0">
                <a:solidFill>
                  <a:schemeClr val="tx1"/>
                </a:solidFill>
              </a:rPr>
              <a:t>초후에</a:t>
            </a:r>
            <a:r>
              <a:rPr lang="ko-KR" altLang="en-US" dirty="0" smtClean="0">
                <a:solidFill>
                  <a:schemeClr val="tx1"/>
                </a:solidFill>
              </a:rPr>
              <a:t> 이미지를 지우고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실질적으로 화면에 보여지는 슬라이드 이미지를 화면에 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" name="직선 화살표 연결선 11"/>
          <p:cNvCxnSpPr>
            <a:stCxn id="10" idx="3"/>
          </p:cNvCxnSpPr>
          <p:nvPr/>
        </p:nvCxnSpPr>
        <p:spPr>
          <a:xfrm>
            <a:off x="3384376" y="5229200"/>
            <a:ext cx="899592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처음에만 나타나고 사라지는 이미지 애니메이션</a:t>
            </a:r>
            <a:endParaRPr lang="ko-KR" alt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7225" y="1600200"/>
            <a:ext cx="636955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6672"/>
            <a:ext cx="7848872" cy="607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직사각형 6"/>
          <p:cNvSpPr/>
          <p:nvPr/>
        </p:nvSpPr>
        <p:spPr>
          <a:xfrm>
            <a:off x="4751512" y="1196752"/>
            <a:ext cx="4392488" cy="10081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2.9</a:t>
            </a:r>
            <a:r>
              <a:rPr lang="ko-KR" altLang="en-US" dirty="0" err="1" smtClean="0">
                <a:solidFill>
                  <a:schemeClr val="tx1"/>
                </a:solidFill>
              </a:rPr>
              <a:t>초후에</a:t>
            </a:r>
            <a:r>
              <a:rPr lang="ko-KR" altLang="en-US" dirty="0" smtClean="0">
                <a:solidFill>
                  <a:schemeClr val="tx1"/>
                </a:solidFill>
              </a:rPr>
              <a:t> 나오며 실제적으로 홈페이지에 표현될 슬라이드 이미지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/>
          <p:cNvCxnSpPr>
            <a:stCxn id="7" idx="1"/>
          </p:cNvCxnSpPr>
          <p:nvPr/>
        </p:nvCxnSpPr>
        <p:spPr>
          <a:xfrm flipH="1">
            <a:off x="4211960" y="1700808"/>
            <a:ext cx="539552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6"/>
            <a:ext cx="504825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/>
        </p:nvSpPr>
        <p:spPr>
          <a:xfrm>
            <a:off x="4751512" y="980728"/>
            <a:ext cx="4392488" cy="10081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처음에만 </a:t>
            </a:r>
            <a:r>
              <a:rPr lang="ko-KR" altLang="en-US" dirty="0" err="1" smtClean="0">
                <a:solidFill>
                  <a:schemeClr val="tx1"/>
                </a:solidFill>
              </a:rPr>
              <a:t>나타가고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2.9</a:t>
            </a:r>
            <a:r>
              <a:rPr lang="ko-KR" altLang="en-US" dirty="0" err="1" smtClean="0">
                <a:solidFill>
                  <a:schemeClr val="tx1"/>
                </a:solidFill>
              </a:rPr>
              <a:t>초후에</a:t>
            </a:r>
            <a:r>
              <a:rPr lang="ko-KR" altLang="en-US" dirty="0" smtClean="0">
                <a:solidFill>
                  <a:schemeClr val="tx1"/>
                </a:solidFill>
              </a:rPr>
              <a:t> 사라질 이미지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 flipH="1">
            <a:off x="2339752" y="1340768"/>
            <a:ext cx="2592288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4283968" y="2708920"/>
            <a:ext cx="4392488" cy="10081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2.9</a:t>
            </a:r>
            <a:r>
              <a:rPr lang="ko-KR" altLang="en-US" dirty="0" err="1" smtClean="0">
                <a:solidFill>
                  <a:schemeClr val="tx1"/>
                </a:solidFill>
              </a:rPr>
              <a:t>초후에</a:t>
            </a:r>
            <a:r>
              <a:rPr lang="ko-KR" altLang="en-US" dirty="0" smtClean="0">
                <a:solidFill>
                  <a:schemeClr val="tx1"/>
                </a:solidFill>
              </a:rPr>
              <a:t> 나오며 실제적으로 홈페이지에 표현될 슬라이드 이미지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2915816" y="3212976"/>
            <a:ext cx="1368152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80728"/>
            <a:ext cx="521962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4067944" y="404664"/>
            <a:ext cx="4392488" cy="10081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슬라이드 이미지다음으로 나오는 </a:t>
            </a:r>
            <a:r>
              <a:rPr lang="ko-KR" altLang="en-US" dirty="0" err="1" smtClean="0">
                <a:solidFill>
                  <a:schemeClr val="tx1"/>
                </a:solidFill>
              </a:rPr>
              <a:t>콘테츠로</a:t>
            </a:r>
            <a:r>
              <a:rPr lang="ko-KR" altLang="en-US" dirty="0" smtClean="0">
                <a:solidFill>
                  <a:schemeClr val="tx1"/>
                </a:solidFill>
              </a:rPr>
              <a:t> 홈페이지의 내용부분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4169168" cy="3090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20888"/>
            <a:ext cx="4211960" cy="184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365104"/>
            <a:ext cx="4247731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48064" y="0"/>
            <a:ext cx="3995936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직선 화살표 연결선 10"/>
          <p:cNvCxnSpPr>
            <a:stCxn id="6148" idx="1"/>
          </p:cNvCxnSpPr>
          <p:nvPr/>
        </p:nvCxnSpPr>
        <p:spPr>
          <a:xfrm flipH="1">
            <a:off x="4427984" y="1062038"/>
            <a:ext cx="720080" cy="2787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20072" y="2420888"/>
            <a:ext cx="3682554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직선 화살표 연결선 13"/>
          <p:cNvCxnSpPr>
            <a:stCxn id="6149" idx="1"/>
          </p:cNvCxnSpPr>
          <p:nvPr/>
        </p:nvCxnSpPr>
        <p:spPr>
          <a:xfrm flipH="1" flipV="1">
            <a:off x="4499992" y="3347690"/>
            <a:ext cx="720080" cy="685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436096" y="4953000"/>
            <a:ext cx="358142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직선 화살표 연결선 16"/>
          <p:cNvCxnSpPr>
            <a:stCxn id="6150" idx="1"/>
          </p:cNvCxnSpPr>
          <p:nvPr/>
        </p:nvCxnSpPr>
        <p:spPr>
          <a:xfrm flipH="1" flipV="1">
            <a:off x="4427984" y="5589241"/>
            <a:ext cx="1008112" cy="3162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48680"/>
            <a:ext cx="678425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3995936" y="692696"/>
            <a:ext cx="4283968" cy="57606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홈페이지 제일하단에 표시할 기타정보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/>
          <p:cNvCxnSpPr/>
          <p:nvPr/>
        </p:nvCxnSpPr>
        <p:spPr>
          <a:xfrm flipH="1" flipV="1">
            <a:off x="2915816" y="908720"/>
            <a:ext cx="1224136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5796135" cy="623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6136" y="404664"/>
            <a:ext cx="3347864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4572000" y="4797152"/>
            <a:ext cx="4283968" cy="57606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콘텐츠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r>
              <a:rPr lang="ko-KR" altLang="en-US" dirty="0" smtClean="0">
                <a:solidFill>
                  <a:schemeClr val="tx1"/>
                </a:solidFill>
              </a:rPr>
              <a:t>의 애니메이션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123</Words>
  <Application>Microsoft Office PowerPoint</Application>
  <PresentationFormat>화면 슬라이드 쇼(4:3)</PresentationFormat>
  <Paragraphs>58</Paragraphs>
  <Slides>16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Office 테마</vt:lpstr>
      <vt:lpstr>화면구현 과제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처음에만 나타나고 사라지는 이미지 애니메이션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화면구현 과제</dc:title>
  <dc:creator>kitcoop</dc:creator>
  <cp:lastModifiedBy>kitcoop</cp:lastModifiedBy>
  <cp:revision>7</cp:revision>
  <dcterms:created xsi:type="dcterms:W3CDTF">2017-05-26T08:09:20Z</dcterms:created>
  <dcterms:modified xsi:type="dcterms:W3CDTF">2017-05-26T09:15:41Z</dcterms:modified>
</cp:coreProperties>
</file>