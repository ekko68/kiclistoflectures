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9" r:id="rId4"/>
    <p:sldId id="257" r:id="rId5"/>
    <p:sldId id="260" r:id="rId6"/>
    <p:sldId id="258" r:id="rId7"/>
    <p:sldId id="261" r:id="rId8"/>
    <p:sldId id="264" r:id="rId9"/>
    <p:sldId id="262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094" y="-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BBF92-2879-4330-86F2-2607056DA11E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D3AFB-93B2-4DA0-9A83-14B8BE69F7E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D3AFB-93B2-4DA0-9A83-14B8BE69F7E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D3AFB-93B2-4DA0-9A83-14B8BE69F7E6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48175-CF00-49B1-A080-BA8B195A75D9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F1F5-67DA-485D-82B4-A54C322878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ctr">
              <a:buNone/>
            </a:pPr>
            <a:r>
              <a:rPr lang="ko-KR" altLang="en-US" dirty="0" smtClean="0"/>
              <a:t>화면구현 과제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김예진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0"/>
            <a:ext cx="233975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상단로고위치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1303" y="0"/>
            <a:ext cx="217880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마이페이지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404664"/>
            <a:ext cx="9144000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하단 </a:t>
            </a:r>
            <a:r>
              <a:rPr lang="ko-KR" altLang="en-US" smtClean="0"/>
              <a:t>메뉴 고</a:t>
            </a:r>
            <a:r>
              <a:rPr lang="ko-KR" altLang="en-US"/>
              <a:t>정</a:t>
            </a:r>
            <a:r>
              <a:rPr lang="ko-KR" altLang="en-US" smtClean="0"/>
              <a:t> </a:t>
            </a:r>
            <a:r>
              <a:rPr lang="ko-KR" altLang="en-US" dirty="0" smtClean="0"/>
              <a:t>팝업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19872" y="278092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~</a:t>
            </a:r>
            <a:r>
              <a:rPr lang="ko-KR" altLang="en-US" dirty="0" smtClean="0"/>
              <a:t>이미지슬라이드</a:t>
            </a:r>
            <a:r>
              <a:rPr lang="en-US" altLang="ko-KR" dirty="0" smtClean="0"/>
              <a:t>~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4651" t="12676" r="15631"/>
          <a:stretch>
            <a:fillRect/>
          </a:stretch>
        </p:blipFill>
        <p:spPr bwMode="auto">
          <a:xfrm>
            <a:off x="0" y="445117"/>
            <a:ext cx="9144000" cy="6442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0" y="1484784"/>
            <a:ext cx="9195280" cy="4481736"/>
            <a:chOff x="-1" y="0"/>
            <a:chExt cx="9195280" cy="4481736"/>
          </a:xfrm>
        </p:grpSpPr>
        <p:sp>
          <p:nvSpPr>
            <p:cNvPr id="4" name="제목 1"/>
            <p:cNvSpPr txBox="1">
              <a:spLocks/>
            </p:cNvSpPr>
            <p:nvPr/>
          </p:nvSpPr>
          <p:spPr>
            <a:xfrm>
              <a:off x="0" y="2276872"/>
              <a:ext cx="9144000" cy="2204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본문</a:t>
              </a:r>
              <a:r>
                <a:rPr kumimoji="0" lang="en-US" altLang="ko-KR" sz="4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2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4400" dirty="0">
                <a:latin typeface="+mj-lt"/>
                <a:ea typeface="+mj-ea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2348880"/>
              <a:ext cx="2987824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내용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156176" y="2348880"/>
              <a:ext cx="2987824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내용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3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059832" y="2348880"/>
              <a:ext cx="2987824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내용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2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제목 1"/>
            <p:cNvSpPr txBox="1">
              <a:spLocks/>
            </p:cNvSpPr>
            <p:nvPr/>
          </p:nvSpPr>
          <p:spPr>
            <a:xfrm>
              <a:off x="-1" y="0"/>
              <a:ext cx="8388425" cy="2204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본문</a:t>
              </a:r>
              <a:r>
                <a:rPr kumimoji="0" lang="en-US" altLang="ko-KR" sz="4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1</a:t>
              </a:r>
              <a:endParaRPr kumimoji="0" lang="ko-KR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95536" y="188640"/>
              <a:ext cx="2449349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사진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804248" y="188640"/>
              <a:ext cx="2391031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내용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3491880" y="188640"/>
              <a:ext cx="2449349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사진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144125" cy="747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하단 </a:t>
            </a:r>
            <a:r>
              <a:rPr lang="ko-KR" altLang="en-US" smtClean="0"/>
              <a:t>메뉴 고</a:t>
            </a:r>
            <a:r>
              <a:rPr lang="ko-KR" altLang="en-US"/>
              <a:t>정</a:t>
            </a:r>
            <a:r>
              <a:rPr lang="ko-KR" altLang="en-US" smtClean="0"/>
              <a:t> </a:t>
            </a:r>
            <a:r>
              <a:rPr lang="ko-KR" altLang="en-US" dirty="0" smtClean="0"/>
              <a:t>팝업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0" y="1124744"/>
            <a:ext cx="9144000" cy="4481736"/>
            <a:chOff x="0" y="0"/>
            <a:chExt cx="9144000" cy="4481736"/>
          </a:xfrm>
        </p:grpSpPr>
        <p:sp>
          <p:nvSpPr>
            <p:cNvPr id="5" name="제목 1"/>
            <p:cNvSpPr txBox="1">
              <a:spLocks/>
            </p:cNvSpPr>
            <p:nvPr/>
          </p:nvSpPr>
          <p:spPr>
            <a:xfrm>
              <a:off x="0" y="2276872"/>
              <a:ext cx="9144000" cy="2204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FOOTER</a:t>
              </a:r>
              <a:endParaRPr kumimoji="0" lang="ko-KR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제목 1"/>
            <p:cNvSpPr txBox="1">
              <a:spLocks/>
            </p:cNvSpPr>
            <p:nvPr/>
          </p:nvSpPr>
          <p:spPr>
            <a:xfrm>
              <a:off x="0" y="0"/>
              <a:ext cx="9144000" cy="22048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본문</a:t>
              </a:r>
              <a:r>
                <a:rPr kumimoji="0" lang="en-US" altLang="ko-KR" sz="4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3</a:t>
              </a:r>
              <a:endParaRPr kumimoji="0" lang="ko-KR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403648" y="0"/>
              <a:ext cx="2987824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동영상</a:t>
              </a:r>
              <a:r>
                <a:rPr lang="en-US" altLang="ko-KR" dirty="0" smtClean="0">
                  <a:solidFill>
                    <a:sysClr val="windowText" lastClr="000000"/>
                  </a:solidFill>
                </a:rPr>
                <a:t>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499992" y="0"/>
              <a:ext cx="2987824" cy="2016224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ysClr val="windowText" lastClr="000000"/>
                  </a:solidFill>
                </a:rPr>
                <a:t>내용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 t="32363"/>
          <a:stretch>
            <a:fillRect/>
          </a:stretch>
        </p:blipFill>
        <p:spPr bwMode="auto">
          <a:xfrm>
            <a:off x="99429" y="1340768"/>
            <a:ext cx="9044571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4651" t="13104" r="15631" b="78112"/>
          <a:stretch>
            <a:fillRect/>
          </a:stretch>
        </p:blipFill>
        <p:spPr bwMode="auto">
          <a:xfrm>
            <a:off x="0" y="1556792"/>
            <a:ext cx="91440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18500918">
            <a:off x="5869154" y="2513003"/>
            <a:ext cx="1754909" cy="4846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436096" y="2564904"/>
            <a:ext cx="1800200" cy="136815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클릭하면</a:t>
            </a:r>
            <a:r>
              <a:rPr lang="en-US" altLang="ko-KR" dirty="0" smtClean="0"/>
              <a:t>!!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4485" t="14800" r="58660" b="58320"/>
          <a:stretch>
            <a:fillRect/>
          </a:stretch>
        </p:blipFill>
        <p:spPr bwMode="auto">
          <a:xfrm>
            <a:off x="1619672" y="2060848"/>
            <a:ext cx="5616624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779912" y="148478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 팝업 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49</Words>
  <Application>Microsoft Office PowerPoint</Application>
  <PresentationFormat>화면 슬라이드 쇼(4:3)</PresentationFormat>
  <Paragraphs>41</Paragraphs>
  <Slides>9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40</cp:revision>
  <dcterms:created xsi:type="dcterms:W3CDTF">2017-05-25T07:54:08Z</dcterms:created>
  <dcterms:modified xsi:type="dcterms:W3CDTF">2017-05-26T09:09:39Z</dcterms:modified>
</cp:coreProperties>
</file>