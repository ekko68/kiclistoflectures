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ommentAuthors.xml" ContentType="application/vnd.openxmlformats-officedocument.presentationml.commentAuthors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6" r:id="rId2"/>
    <p:sldId id="282" r:id="rId3"/>
    <p:sldId id="279" r:id="rId4"/>
    <p:sldId id="283" r:id="rId5"/>
    <p:sldId id="284" r:id="rId6"/>
    <p:sldId id="285" r:id="rId7"/>
    <p:sldId id="286" r:id="rId8"/>
    <p:sldId id="287" r:id="rId9"/>
    <p:sldId id="288" r:id="rId10"/>
    <p:sldId id="289" r:id="rId11"/>
    <p:sldId id="290" r:id="rId12"/>
    <p:sldId id="291" r:id="rId13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ney" initials="a" lastIdx="1" clrIdx="0">
    <p:extLst>
      <p:ext uri="{19B8F6BF-5375-455C-9EA6-DF929625EA0E}">
        <p15:presenceInfo xmlns="" xmlns:p15="http://schemas.microsoft.com/office/powerpoint/2012/main" userId="auney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0D0D"/>
    <a:srgbClr val="002060"/>
    <a:srgbClr val="85CDBE"/>
    <a:srgbClr val="043264"/>
    <a:srgbClr val="053075"/>
    <a:srgbClr val="5864D8"/>
    <a:srgbClr val="CC0000"/>
    <a:srgbClr val="D6EEE9"/>
    <a:srgbClr val="A2DDF0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2843" autoAdjust="0"/>
    <p:restoredTop sz="96784" autoAdjust="0"/>
  </p:normalViewPr>
  <p:slideViewPr>
    <p:cSldViewPr snapToGrid="0">
      <p:cViewPr>
        <p:scale>
          <a:sx n="80" d="100"/>
          <a:sy n="80" d="100"/>
        </p:scale>
        <p:origin x="-294" y="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-3288" y="-120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539E21-6053-4106-AF6E-92B66E735516}" type="datetimeFigureOut">
              <a:rPr lang="ko-KR" altLang="en-US" smtClean="0"/>
              <a:pPr/>
              <a:t>2017-10-18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A4DCB5-C091-4F2F-89DC-5946777846F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23344398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시험으로 프로젝트 잠시 보류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4DCB5-C091-4F2F-89DC-5946777846FF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시험으로 프로젝트 잠시 보류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4DCB5-C091-4F2F-89DC-5946777846FF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시험으로 프로젝트 잠시 보류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4DCB5-C091-4F2F-89DC-5946777846FF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시험으로 프로젝트 잠시 보류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4DCB5-C091-4F2F-89DC-5946777846FF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시험으로 프로젝트 잠시 보류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4DCB5-C091-4F2F-89DC-5946777846FF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시험으로 프로젝트 잠시 보류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4DCB5-C091-4F2F-89DC-5946777846FF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시험으로 프로젝트 잠시 보류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4DCB5-C091-4F2F-89DC-5946777846FF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시험으로 프로젝트 잠시 보류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4DCB5-C091-4F2F-89DC-5946777846FF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시험으로 프로젝트 잠시 보류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4DCB5-C091-4F2F-89DC-5946777846FF}" type="slidenum">
              <a:rPr lang="ko-KR" altLang="en-US" smtClean="0"/>
              <a:pPr/>
              <a:t>12</a:t>
            </a:fld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2017-10-18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4036822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2017-10-18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30381520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76"/>
          <p:cNvSpPr/>
          <p:nvPr userDrawn="1"/>
        </p:nvSpPr>
        <p:spPr>
          <a:xfrm>
            <a:off x="265176" y="265175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546" y="0"/>
                </a:moveTo>
                <a:lnTo>
                  <a:pt x="130346" y="6342"/>
                </a:lnTo>
                <a:lnTo>
                  <a:pt x="87934" y="24242"/>
                </a:lnTo>
                <a:lnTo>
                  <a:pt x="52001" y="52006"/>
                </a:lnTo>
                <a:lnTo>
                  <a:pt x="24240" y="87940"/>
                </a:lnTo>
                <a:lnTo>
                  <a:pt x="6342" y="130351"/>
                </a:lnTo>
                <a:lnTo>
                  <a:pt x="0" y="177546"/>
                </a:lnTo>
                <a:lnTo>
                  <a:pt x="6342" y="224740"/>
                </a:lnTo>
                <a:lnTo>
                  <a:pt x="24240" y="267151"/>
                </a:lnTo>
                <a:lnTo>
                  <a:pt x="52001" y="303085"/>
                </a:lnTo>
                <a:lnTo>
                  <a:pt x="87934" y="330849"/>
                </a:lnTo>
                <a:lnTo>
                  <a:pt x="130346" y="348749"/>
                </a:lnTo>
                <a:lnTo>
                  <a:pt x="177546" y="355091"/>
                </a:lnTo>
                <a:lnTo>
                  <a:pt x="224745" y="348749"/>
                </a:lnTo>
                <a:lnTo>
                  <a:pt x="267157" y="330849"/>
                </a:lnTo>
                <a:lnTo>
                  <a:pt x="303090" y="303085"/>
                </a:lnTo>
                <a:lnTo>
                  <a:pt x="330851" y="267151"/>
                </a:lnTo>
                <a:lnTo>
                  <a:pt x="348749" y="224740"/>
                </a:lnTo>
                <a:lnTo>
                  <a:pt x="355092" y="177546"/>
                </a:lnTo>
                <a:lnTo>
                  <a:pt x="348749" y="130351"/>
                </a:lnTo>
                <a:lnTo>
                  <a:pt x="330851" y="87940"/>
                </a:lnTo>
                <a:lnTo>
                  <a:pt x="303090" y="52006"/>
                </a:lnTo>
                <a:lnTo>
                  <a:pt x="267157" y="24242"/>
                </a:lnTo>
                <a:lnTo>
                  <a:pt x="224745" y="6342"/>
                </a:lnTo>
                <a:lnTo>
                  <a:pt x="177546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0" tIns="0" rIns="0" bIns="0" rtlCol="0"/>
          <a:lstStyle/>
          <a:p>
            <a:endParaRPr sz="1800">
              <a:latin typeface="+mj-ea"/>
              <a:ea typeface="+mj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823" y="355601"/>
            <a:ext cx="2986998" cy="333173"/>
          </a:xfrm>
        </p:spPr>
        <p:txBody>
          <a:bodyPr anchor="b">
            <a:normAutofit/>
          </a:bodyPr>
          <a:lstStyle>
            <a:lvl1pPr>
              <a:defRPr sz="1500" b="1">
                <a:latin typeface="+mj-ea"/>
                <a:ea typeface="+mj-ea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082862" y="400378"/>
            <a:ext cx="3228445" cy="245798"/>
          </a:xfrm>
        </p:spPr>
        <p:txBody>
          <a:bodyPr>
            <a:noAutofit/>
          </a:bodyPr>
          <a:lstStyle>
            <a:lvl1pPr marL="0" indent="0">
              <a:buNone/>
              <a:defRPr sz="1200" b="1" i="1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dirty="0" smtClean="0"/>
              <a:t>_</a:t>
            </a:r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2017-10-18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8" name="직사각형 7"/>
          <p:cNvSpPr/>
          <p:nvPr userDrawn="1"/>
        </p:nvSpPr>
        <p:spPr>
          <a:xfrm>
            <a:off x="0" y="6741384"/>
            <a:ext cx="9144000" cy="144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19173729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76"/>
          <p:cNvSpPr/>
          <p:nvPr userDrawn="1"/>
        </p:nvSpPr>
        <p:spPr>
          <a:xfrm>
            <a:off x="265176" y="265175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546" y="0"/>
                </a:moveTo>
                <a:lnTo>
                  <a:pt x="130346" y="6342"/>
                </a:lnTo>
                <a:lnTo>
                  <a:pt x="87934" y="24242"/>
                </a:lnTo>
                <a:lnTo>
                  <a:pt x="52001" y="52006"/>
                </a:lnTo>
                <a:lnTo>
                  <a:pt x="24240" y="87940"/>
                </a:lnTo>
                <a:lnTo>
                  <a:pt x="6342" y="130351"/>
                </a:lnTo>
                <a:lnTo>
                  <a:pt x="0" y="177546"/>
                </a:lnTo>
                <a:lnTo>
                  <a:pt x="6342" y="224740"/>
                </a:lnTo>
                <a:lnTo>
                  <a:pt x="24240" y="267151"/>
                </a:lnTo>
                <a:lnTo>
                  <a:pt x="52001" y="303085"/>
                </a:lnTo>
                <a:lnTo>
                  <a:pt x="87934" y="330849"/>
                </a:lnTo>
                <a:lnTo>
                  <a:pt x="130346" y="348749"/>
                </a:lnTo>
                <a:lnTo>
                  <a:pt x="177546" y="355091"/>
                </a:lnTo>
                <a:lnTo>
                  <a:pt x="224745" y="348749"/>
                </a:lnTo>
                <a:lnTo>
                  <a:pt x="267157" y="330849"/>
                </a:lnTo>
                <a:lnTo>
                  <a:pt x="303090" y="303085"/>
                </a:lnTo>
                <a:lnTo>
                  <a:pt x="330851" y="267151"/>
                </a:lnTo>
                <a:lnTo>
                  <a:pt x="348749" y="224740"/>
                </a:lnTo>
                <a:lnTo>
                  <a:pt x="355092" y="177546"/>
                </a:lnTo>
                <a:lnTo>
                  <a:pt x="348749" y="130351"/>
                </a:lnTo>
                <a:lnTo>
                  <a:pt x="330851" y="87940"/>
                </a:lnTo>
                <a:lnTo>
                  <a:pt x="303090" y="52006"/>
                </a:lnTo>
                <a:lnTo>
                  <a:pt x="267157" y="24242"/>
                </a:lnTo>
                <a:lnTo>
                  <a:pt x="224745" y="6342"/>
                </a:lnTo>
                <a:lnTo>
                  <a:pt x="177546" y="0"/>
                </a:lnTo>
                <a:close/>
              </a:path>
            </a:pathLst>
          </a:custGeom>
          <a:solidFill>
            <a:srgbClr val="D6EEE9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4" name="TextBox 23"/>
          <p:cNvSpPr txBox="1"/>
          <p:nvPr userDrawn="1"/>
        </p:nvSpPr>
        <p:spPr>
          <a:xfrm>
            <a:off x="391885" y="315685"/>
            <a:ext cx="16110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latin typeface="Noto Sans CJK KR Medium" pitchFamily="34" charset="-127"/>
                <a:ea typeface="Noto Sans CJK KR Medium" pitchFamily="34" charset="-127"/>
              </a:rPr>
              <a:t>스토리보드</a:t>
            </a:r>
            <a:endParaRPr lang="ko-KR" altLang="en-US" dirty="0">
              <a:latin typeface="Noto Sans CJK KR Medium" pitchFamily="34" charset="-127"/>
              <a:ea typeface="Noto Sans CJK KR Medium" pitchFamily="34" charset="-127"/>
            </a:endParaRPr>
          </a:p>
        </p:txBody>
      </p:sp>
      <p:sp>
        <p:nvSpPr>
          <p:cNvPr id="31" name="직사각형 30"/>
          <p:cNvSpPr/>
          <p:nvPr userDrawn="1"/>
        </p:nvSpPr>
        <p:spPr>
          <a:xfrm>
            <a:off x="382420" y="905694"/>
            <a:ext cx="889789" cy="27744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 smtClean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화면 </a:t>
            </a:r>
            <a:r>
              <a:rPr lang="en-US" altLang="ko-KR" sz="1050" dirty="0" smtClean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ID</a:t>
            </a:r>
            <a:endParaRPr lang="ko-KR" altLang="en-US" sz="1050" dirty="0"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464622" y="400378"/>
            <a:ext cx="3228445" cy="245798"/>
          </a:xfrm>
        </p:spPr>
        <p:txBody>
          <a:bodyPr>
            <a:noAutofit/>
          </a:bodyPr>
          <a:lstStyle>
            <a:lvl1pPr marL="0" indent="0">
              <a:buNone/>
              <a:defRPr sz="1200" b="1" i="1">
                <a:solidFill>
                  <a:schemeClr val="bg1">
                    <a:lumMod val="75000"/>
                  </a:schemeClr>
                </a:solidFill>
                <a:latin typeface="Noto Sans CJK KR DemiLight" panose="020B0400000000000000" pitchFamily="34" charset="-127"/>
                <a:ea typeface="Noto Sans CJK KR DemiLight" panose="020B0400000000000000" pitchFamily="34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dirty="0" smtClean="0"/>
              <a:t>_</a:t>
            </a:r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2017-10-18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cxnSp>
        <p:nvCxnSpPr>
          <p:cNvPr id="15" name="직선 연결선 14"/>
          <p:cNvCxnSpPr/>
          <p:nvPr userDrawn="1"/>
        </p:nvCxnSpPr>
        <p:spPr>
          <a:xfrm>
            <a:off x="382420" y="1164111"/>
            <a:ext cx="6365513" cy="0"/>
          </a:xfrm>
          <a:prstGeom prst="line">
            <a:avLst/>
          </a:prstGeom>
          <a:ln w="95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/>
          <p:cNvSpPr/>
          <p:nvPr userDrawn="1"/>
        </p:nvSpPr>
        <p:spPr>
          <a:xfrm>
            <a:off x="382420" y="1443505"/>
            <a:ext cx="6365513" cy="5033495"/>
          </a:xfrm>
          <a:prstGeom prst="rect">
            <a:avLst/>
          </a:prstGeom>
          <a:noFill/>
          <a:ln w="95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7" name="직선 연결선 26"/>
          <p:cNvCxnSpPr/>
          <p:nvPr userDrawn="1"/>
        </p:nvCxnSpPr>
        <p:spPr>
          <a:xfrm>
            <a:off x="6828183" y="1164111"/>
            <a:ext cx="1958008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/>
          <p:cNvCxnSpPr/>
          <p:nvPr userDrawn="1"/>
        </p:nvCxnSpPr>
        <p:spPr>
          <a:xfrm>
            <a:off x="382420" y="905693"/>
            <a:ext cx="6365513" cy="0"/>
          </a:xfrm>
          <a:prstGeom prst="line">
            <a:avLst/>
          </a:prstGeom>
          <a:ln w="95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/>
          <p:cNvCxnSpPr/>
          <p:nvPr userDrawn="1"/>
        </p:nvCxnSpPr>
        <p:spPr>
          <a:xfrm>
            <a:off x="6828183" y="905693"/>
            <a:ext cx="1958008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/>
          <p:cNvSpPr/>
          <p:nvPr userDrawn="1"/>
        </p:nvSpPr>
        <p:spPr>
          <a:xfrm>
            <a:off x="3525788" y="905692"/>
            <a:ext cx="889789" cy="25841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 smtClean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화면 명</a:t>
            </a:r>
            <a:endParaRPr lang="ko-KR" altLang="en-US" sz="1050" dirty="0"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</p:txBody>
      </p:sp>
      <p:sp>
        <p:nvSpPr>
          <p:cNvPr id="38" name="직사각형 37"/>
          <p:cNvSpPr/>
          <p:nvPr userDrawn="1"/>
        </p:nvSpPr>
        <p:spPr>
          <a:xfrm>
            <a:off x="382420" y="1174051"/>
            <a:ext cx="889789" cy="27744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 smtClean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화면 경로</a:t>
            </a:r>
            <a:endParaRPr lang="ko-KR" altLang="en-US" sz="1050" dirty="0"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</p:txBody>
      </p:sp>
      <p:sp>
        <p:nvSpPr>
          <p:cNvPr id="39" name="직사각형 38"/>
          <p:cNvSpPr/>
          <p:nvPr userDrawn="1"/>
        </p:nvSpPr>
        <p:spPr>
          <a:xfrm>
            <a:off x="6828182" y="905691"/>
            <a:ext cx="1957250" cy="25841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 smtClean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Description</a:t>
            </a:r>
            <a:endParaRPr lang="ko-KR" altLang="en-US" sz="1050" dirty="0"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</p:txBody>
      </p:sp>
      <p:cxnSp>
        <p:nvCxnSpPr>
          <p:cNvPr id="44" name="직선 연결선 43"/>
          <p:cNvCxnSpPr/>
          <p:nvPr userDrawn="1"/>
        </p:nvCxnSpPr>
        <p:spPr>
          <a:xfrm>
            <a:off x="6745357" y="905692"/>
            <a:ext cx="0" cy="545807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직사각형 45"/>
          <p:cNvSpPr/>
          <p:nvPr userDrawn="1"/>
        </p:nvSpPr>
        <p:spPr>
          <a:xfrm>
            <a:off x="6827425" y="905691"/>
            <a:ext cx="1958008" cy="5585012"/>
          </a:xfrm>
          <a:prstGeom prst="rect">
            <a:avLst/>
          </a:prstGeom>
          <a:noFill/>
          <a:ln w="95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텍스트 개체 틀 50"/>
          <p:cNvSpPr>
            <a:spLocks noGrp="1"/>
          </p:cNvSpPr>
          <p:nvPr>
            <p:ph type="body" sz="quarter" idx="13"/>
          </p:nvPr>
        </p:nvSpPr>
        <p:spPr>
          <a:xfrm>
            <a:off x="1278463" y="1208090"/>
            <a:ext cx="2032000" cy="214439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Noto Sans CJK KR DemiLight" panose="020B0400000000000000" pitchFamily="34" charset="-127"/>
                <a:ea typeface="Noto Sans CJK KR DemiLight" panose="020B0400000000000000" pitchFamily="34" charset="-127"/>
              </a:defRPr>
            </a:lvl1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52" name="텍스트 개체 틀 50"/>
          <p:cNvSpPr>
            <a:spLocks noGrp="1"/>
          </p:cNvSpPr>
          <p:nvPr>
            <p:ph type="body" sz="quarter" idx="14"/>
          </p:nvPr>
        </p:nvSpPr>
        <p:spPr>
          <a:xfrm>
            <a:off x="1278463" y="937156"/>
            <a:ext cx="2032000" cy="214439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Noto Sans CJK KR DemiLight" panose="020B0400000000000000" pitchFamily="34" charset="-127"/>
                <a:ea typeface="Noto Sans CJK KR DemiLight" panose="020B0400000000000000" pitchFamily="34" charset="-127"/>
              </a:defRPr>
            </a:lvl1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53" name="텍스트 개체 틀 50"/>
          <p:cNvSpPr>
            <a:spLocks noGrp="1"/>
          </p:cNvSpPr>
          <p:nvPr>
            <p:ph type="body" sz="quarter" idx="15"/>
          </p:nvPr>
        </p:nvSpPr>
        <p:spPr>
          <a:xfrm>
            <a:off x="4394196" y="937156"/>
            <a:ext cx="2032000" cy="214439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Noto Sans CJK KR DemiLight" panose="020B0400000000000000" pitchFamily="34" charset="-127"/>
                <a:ea typeface="Noto Sans CJK KR DemiLight" panose="020B0400000000000000" pitchFamily="34" charset="-127"/>
              </a:defRPr>
            </a:lvl1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54" name="텍스트 개체 틀 50"/>
          <p:cNvSpPr>
            <a:spLocks noGrp="1"/>
          </p:cNvSpPr>
          <p:nvPr>
            <p:ph type="body" sz="quarter" idx="16"/>
          </p:nvPr>
        </p:nvSpPr>
        <p:spPr>
          <a:xfrm>
            <a:off x="6908797" y="1208090"/>
            <a:ext cx="1794937" cy="5031844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Noto Sans CJK KR DemiLight" panose="020B0400000000000000" pitchFamily="34" charset="-127"/>
                <a:ea typeface="Noto Sans CJK KR DemiLight" panose="020B0400000000000000" pitchFamily="34" charset="-127"/>
              </a:defRPr>
            </a:lvl1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="" xmlns:p14="http://schemas.microsoft.com/office/powerpoint/2010/main" val="13255869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2017-10-18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2878600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8"/>
            <a:ext cx="78867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2017-10-18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721969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76"/>
          <p:cNvSpPr/>
          <p:nvPr userDrawn="1"/>
        </p:nvSpPr>
        <p:spPr>
          <a:xfrm>
            <a:off x="265176" y="265175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546" y="0"/>
                </a:moveTo>
                <a:lnTo>
                  <a:pt x="130346" y="6342"/>
                </a:lnTo>
                <a:lnTo>
                  <a:pt x="87934" y="24242"/>
                </a:lnTo>
                <a:lnTo>
                  <a:pt x="52001" y="52006"/>
                </a:lnTo>
                <a:lnTo>
                  <a:pt x="24240" y="87940"/>
                </a:lnTo>
                <a:lnTo>
                  <a:pt x="6342" y="130351"/>
                </a:lnTo>
                <a:lnTo>
                  <a:pt x="0" y="177546"/>
                </a:lnTo>
                <a:lnTo>
                  <a:pt x="6342" y="224740"/>
                </a:lnTo>
                <a:lnTo>
                  <a:pt x="24240" y="267151"/>
                </a:lnTo>
                <a:lnTo>
                  <a:pt x="52001" y="303085"/>
                </a:lnTo>
                <a:lnTo>
                  <a:pt x="87934" y="330849"/>
                </a:lnTo>
                <a:lnTo>
                  <a:pt x="130346" y="348749"/>
                </a:lnTo>
                <a:lnTo>
                  <a:pt x="177546" y="355091"/>
                </a:lnTo>
                <a:lnTo>
                  <a:pt x="224745" y="348749"/>
                </a:lnTo>
                <a:lnTo>
                  <a:pt x="267157" y="330849"/>
                </a:lnTo>
                <a:lnTo>
                  <a:pt x="303090" y="303085"/>
                </a:lnTo>
                <a:lnTo>
                  <a:pt x="330851" y="267151"/>
                </a:lnTo>
                <a:lnTo>
                  <a:pt x="348749" y="224740"/>
                </a:lnTo>
                <a:lnTo>
                  <a:pt x="355092" y="177546"/>
                </a:lnTo>
                <a:lnTo>
                  <a:pt x="348749" y="130351"/>
                </a:lnTo>
                <a:lnTo>
                  <a:pt x="330851" y="87940"/>
                </a:lnTo>
                <a:lnTo>
                  <a:pt x="303090" y="52006"/>
                </a:lnTo>
                <a:lnTo>
                  <a:pt x="267157" y="24242"/>
                </a:lnTo>
                <a:lnTo>
                  <a:pt x="224745" y="6342"/>
                </a:lnTo>
                <a:lnTo>
                  <a:pt x="177546" y="0"/>
                </a:lnTo>
                <a:close/>
              </a:path>
            </a:pathLst>
          </a:custGeom>
          <a:solidFill>
            <a:srgbClr val="D6EEE9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2017-10-18</a:t>
            </a:fld>
            <a:endParaRPr lang="ko-KR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826" y="321374"/>
            <a:ext cx="2712508" cy="422274"/>
          </a:xfrm>
        </p:spPr>
        <p:txBody>
          <a:bodyPr>
            <a:normAutofit/>
          </a:bodyPr>
          <a:lstStyle>
            <a:lvl1pPr>
              <a:defRPr sz="1800" b="1" i="0">
                <a:solidFill>
                  <a:schemeClr val="tx1">
                    <a:lumMod val="75000"/>
                    <a:lumOff val="25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2633404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2017-10-18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5" name="object 276"/>
          <p:cNvSpPr/>
          <p:nvPr userDrawn="1"/>
        </p:nvSpPr>
        <p:spPr>
          <a:xfrm>
            <a:off x="265176" y="265175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546" y="0"/>
                </a:moveTo>
                <a:lnTo>
                  <a:pt x="130346" y="6342"/>
                </a:lnTo>
                <a:lnTo>
                  <a:pt x="87934" y="24242"/>
                </a:lnTo>
                <a:lnTo>
                  <a:pt x="52001" y="52006"/>
                </a:lnTo>
                <a:lnTo>
                  <a:pt x="24240" y="87940"/>
                </a:lnTo>
                <a:lnTo>
                  <a:pt x="6342" y="130351"/>
                </a:lnTo>
                <a:lnTo>
                  <a:pt x="0" y="177546"/>
                </a:lnTo>
                <a:lnTo>
                  <a:pt x="6342" y="224740"/>
                </a:lnTo>
                <a:lnTo>
                  <a:pt x="24240" y="267151"/>
                </a:lnTo>
                <a:lnTo>
                  <a:pt x="52001" y="303085"/>
                </a:lnTo>
                <a:lnTo>
                  <a:pt x="87934" y="330849"/>
                </a:lnTo>
                <a:lnTo>
                  <a:pt x="130346" y="348749"/>
                </a:lnTo>
                <a:lnTo>
                  <a:pt x="177546" y="355091"/>
                </a:lnTo>
                <a:lnTo>
                  <a:pt x="224745" y="348749"/>
                </a:lnTo>
                <a:lnTo>
                  <a:pt x="267157" y="330849"/>
                </a:lnTo>
                <a:lnTo>
                  <a:pt x="303090" y="303085"/>
                </a:lnTo>
                <a:lnTo>
                  <a:pt x="330851" y="267151"/>
                </a:lnTo>
                <a:lnTo>
                  <a:pt x="348749" y="224740"/>
                </a:lnTo>
                <a:lnTo>
                  <a:pt x="355092" y="177546"/>
                </a:lnTo>
                <a:lnTo>
                  <a:pt x="348749" y="130351"/>
                </a:lnTo>
                <a:lnTo>
                  <a:pt x="330851" y="87940"/>
                </a:lnTo>
                <a:lnTo>
                  <a:pt x="303090" y="52006"/>
                </a:lnTo>
                <a:lnTo>
                  <a:pt x="267157" y="24242"/>
                </a:lnTo>
                <a:lnTo>
                  <a:pt x="224745" y="6342"/>
                </a:lnTo>
                <a:lnTo>
                  <a:pt x="177546" y="0"/>
                </a:lnTo>
                <a:close/>
              </a:path>
            </a:pathLst>
          </a:custGeom>
          <a:solidFill>
            <a:srgbClr val="D6EEE9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</p:spTree>
    <p:extLst>
      <p:ext uri="{BB962C8B-B14F-4D97-AF65-F5344CB8AC3E}">
        <p14:creationId xmlns="" xmlns:p14="http://schemas.microsoft.com/office/powerpoint/2010/main" val="3041359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2017-10-18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2801756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2017-10-18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658138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2017-10-18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8132736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2017-10-18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1466399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4C1297-0EFD-4176-9865-89945A83B4EA}" type="datetimeFigureOut">
              <a:rPr lang="ko-KR" altLang="en-US" smtClean="0"/>
              <a:pPr/>
              <a:t>2017-10-18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3814935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7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.jpeg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0" y="2036551"/>
            <a:ext cx="9144000" cy="526617"/>
          </a:xfrm>
        </p:spPr>
        <p:txBody>
          <a:bodyPr/>
          <a:lstStyle/>
          <a:p>
            <a:r>
              <a:rPr lang="en-US" altLang="ko-KR" b="1" dirty="0" smtClean="0">
                <a:solidFill>
                  <a:schemeClr val="bg1"/>
                </a:solidFill>
                <a:latin typeface="+mj-ea"/>
                <a:ea typeface="+mj-ea"/>
              </a:rPr>
              <a:t>KIC Final Project</a:t>
            </a:r>
            <a:endParaRPr lang="ko-KR" altLang="en-US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91373" y="2678006"/>
            <a:ext cx="7561263" cy="315982"/>
          </a:xfrm>
          <a:prstGeom prst="rect">
            <a:avLst/>
          </a:prstGeom>
          <a:noFill/>
        </p:spPr>
        <p:txBody>
          <a:bodyPr wrap="square" lIns="99563" tIns="49783" rIns="99563" bIns="49783" rtlCol="0">
            <a:spAutoFit/>
          </a:bodyPr>
          <a:lstStyle/>
          <a:p>
            <a:pPr algn="ctr" defTabSz="914377" latinLnBrk="0">
              <a:defRPr/>
            </a:pPr>
            <a:r>
              <a:rPr lang="en-US" altLang="ko-KR" sz="1400" b="1" kern="0" dirty="0" smtClean="0">
                <a:solidFill>
                  <a:schemeClr val="bg1"/>
                </a:solidFill>
                <a:latin typeface="+mn-ea"/>
                <a:cs typeface="나눔고딕"/>
              </a:rPr>
              <a:t>#</a:t>
            </a:r>
            <a:r>
              <a:rPr lang="ko-KR" altLang="en-US" sz="1400" b="1" kern="0" dirty="0" smtClean="0">
                <a:solidFill>
                  <a:schemeClr val="bg1"/>
                </a:solidFill>
                <a:latin typeface="+mn-ea"/>
                <a:cs typeface="나눔고딕"/>
              </a:rPr>
              <a:t>박지희</a:t>
            </a:r>
            <a:endParaRPr lang="ko-KR" altLang="en-US" sz="1400" b="1" kern="0" dirty="0">
              <a:solidFill>
                <a:schemeClr val="bg1"/>
              </a:solidFill>
              <a:latin typeface="+mn-ea"/>
              <a:cs typeface="나눔고딕"/>
            </a:endParaRPr>
          </a:p>
        </p:txBody>
      </p:sp>
      <p:cxnSp>
        <p:nvCxnSpPr>
          <p:cNvPr id="8" name="직선 연결선 7"/>
          <p:cNvCxnSpPr/>
          <p:nvPr/>
        </p:nvCxnSpPr>
        <p:spPr>
          <a:xfrm>
            <a:off x="465666" y="3454400"/>
            <a:ext cx="825500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91373" y="3789040"/>
            <a:ext cx="7561263" cy="315982"/>
          </a:xfrm>
          <a:prstGeom prst="rect">
            <a:avLst/>
          </a:prstGeom>
          <a:noFill/>
        </p:spPr>
        <p:txBody>
          <a:bodyPr wrap="square" lIns="99563" tIns="49783" rIns="99563" bIns="49783" rtlCol="0">
            <a:spAutoFit/>
          </a:bodyPr>
          <a:lstStyle/>
          <a:p>
            <a:pPr algn="ctr" defTabSz="914377" latinLnBrk="0">
              <a:defRPr/>
            </a:pPr>
            <a:r>
              <a:rPr lang="en-US" altLang="ko-KR" sz="1400" kern="0" dirty="0" smtClean="0">
                <a:solidFill>
                  <a:schemeClr val="bg1"/>
                </a:solidFill>
                <a:latin typeface="+mn-ea"/>
                <a:cs typeface="나눔고딕"/>
              </a:rPr>
              <a:t>2017.10.18</a:t>
            </a:r>
            <a:endParaRPr lang="ko-KR" altLang="en-US" sz="1400" kern="0" dirty="0">
              <a:solidFill>
                <a:schemeClr val="bg1"/>
              </a:solidFill>
              <a:latin typeface="+mn-ea"/>
              <a:cs typeface="나눔고딕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055109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6824" y="355601"/>
            <a:ext cx="1882243" cy="333173"/>
          </a:xfrm>
        </p:spPr>
        <p:txBody>
          <a:bodyPr>
            <a:noAutofit/>
          </a:bodyPr>
          <a:lstStyle/>
          <a:p>
            <a:r>
              <a:rPr lang="en-US" altLang="ko-KR" sz="15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Document History</a:t>
            </a:r>
            <a:endParaRPr lang="ko-KR" altLang="en-US" sz="1500" b="1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585850" y="736599"/>
          <a:ext cx="8296892" cy="56189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6274"/>
                <a:gridCol w="5165766"/>
                <a:gridCol w="1318162"/>
                <a:gridCol w="886690"/>
              </a:tblGrid>
              <a:tr h="4271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Version</a:t>
                      </a: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Updates</a:t>
                      </a: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Date</a:t>
                      </a: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Written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 0.1</a:t>
                      </a: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초안작성 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– 1</a:t>
                      </a:r>
                      <a:r>
                        <a:rPr kumimoji="1" lang="ko-KR" altLang="en-US" sz="11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차발표주제발표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2017.07.23</a:t>
                      </a: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v.0.2</a:t>
                      </a: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DB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및 화면설계 추가 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– 2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차 발표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2017.08.03</a:t>
                      </a: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v.0.3</a:t>
                      </a: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디자인 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– 3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차 발표용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2017.08.11</a:t>
                      </a: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v.0.4</a:t>
                      </a: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DB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및 화면 디자인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– 4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차 발표용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2017.08.18</a:t>
                      </a: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v.0.5</a:t>
                      </a: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2017.08.25</a:t>
                      </a: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v.0.6</a:t>
                      </a: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2017.09.01</a:t>
                      </a: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v.0.7</a:t>
                      </a: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2017.09.08</a:t>
                      </a: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v.0.8</a:t>
                      </a: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화면디자인 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HTML,CSS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코딩 구현 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– 8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주차 발표용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2017.09.15</a:t>
                      </a: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v.0.9</a:t>
                      </a: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화면디자인 </a:t>
                      </a:r>
                      <a:r>
                        <a:rPr kumimoji="1" lang="en-US" altLang="ko-KR" sz="11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jQuery,JavaScript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코딩 구현 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– 9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주차 발표용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2017.09.22</a:t>
                      </a: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v.0.10</a:t>
                      </a: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intro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모델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코딩 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– 10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주차 발표용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2017.09.29</a:t>
                      </a: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v.0.11</a:t>
                      </a: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intro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모델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코딩 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– 11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주차 발표용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2017.10.06</a:t>
                      </a: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v.0.12</a:t>
                      </a: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intro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모델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코딩 및 수정보완 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– 11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주차 발표용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2017.10.13</a:t>
                      </a: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2301192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6824" y="355601"/>
            <a:ext cx="3085719" cy="333173"/>
          </a:xfrm>
        </p:spPr>
        <p:txBody>
          <a:bodyPr>
            <a:normAutofit/>
          </a:bodyPr>
          <a:lstStyle/>
          <a:p>
            <a:r>
              <a:rPr lang="ko-KR" altLang="en-US" dirty="0" smtClean="0"/>
              <a:t>프로젝트 일정</a:t>
            </a:r>
            <a:endParaRPr lang="ko-KR" altLang="en-US" dirty="0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431200112"/>
              </p:ext>
            </p:extLst>
          </p:nvPr>
        </p:nvGraphicFramePr>
        <p:xfrm>
          <a:off x="386821" y="1207010"/>
          <a:ext cx="8321744" cy="510689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834830"/>
                <a:gridCol w="463351"/>
                <a:gridCol w="463351"/>
                <a:gridCol w="463351"/>
                <a:gridCol w="463351"/>
                <a:gridCol w="463351"/>
                <a:gridCol w="463351"/>
                <a:gridCol w="463351"/>
                <a:gridCol w="463351"/>
                <a:gridCol w="463351"/>
                <a:gridCol w="463351"/>
                <a:gridCol w="463351"/>
                <a:gridCol w="463351"/>
                <a:gridCol w="463351"/>
                <a:gridCol w="463351"/>
              </a:tblGrid>
              <a:tr h="430359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200" dirty="0" smtClean="0"/>
                        <a:t>7</a:t>
                      </a:r>
                      <a:r>
                        <a:rPr lang="ko-KR" altLang="en-US" sz="1200" dirty="0" smtClean="0"/>
                        <a:t>월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200" dirty="0" smtClean="0"/>
                        <a:t>8</a:t>
                      </a:r>
                      <a:r>
                        <a:rPr lang="ko-KR" altLang="en-US" sz="1200" dirty="0" smtClean="0"/>
                        <a:t>월</a:t>
                      </a:r>
                      <a:endParaRPr lang="ko-KR" altLang="en-US" sz="1200" dirty="0"/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200" dirty="0" smtClean="0"/>
                        <a:t>9</a:t>
                      </a:r>
                      <a:r>
                        <a:rPr lang="ko-KR" altLang="en-US" sz="1200" dirty="0" smtClean="0"/>
                        <a:t>월</a:t>
                      </a:r>
                      <a:endParaRPr lang="ko-KR" altLang="en-US" sz="1200" dirty="0"/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200" dirty="0" smtClean="0"/>
                        <a:t>10</a:t>
                      </a:r>
                      <a:r>
                        <a:rPr lang="ko-KR" altLang="en-US" sz="1200" dirty="0" smtClean="0"/>
                        <a:t>월</a:t>
                      </a:r>
                      <a:endParaRPr lang="ko-KR" altLang="en-US" sz="1200" dirty="0"/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79126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3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4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5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6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7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8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9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10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11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12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13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14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</a:tr>
              <a:tr h="53717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ko-KR" altLang="en-US" sz="1200" dirty="0" smtClean="0"/>
                        <a:t>프로젝트 제안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3717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ko-KR" altLang="en-US" sz="1200" dirty="0" smtClean="0"/>
                        <a:t>프로젝트 주제 확정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3717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ko-KR" altLang="en-US" sz="1200" dirty="0" smtClean="0"/>
                        <a:t>자료 수집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3717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ko-KR" altLang="en-US" sz="1200" dirty="0" smtClean="0"/>
                        <a:t>분석 </a:t>
                      </a:r>
                      <a:r>
                        <a:rPr lang="en-US" altLang="ko-KR" sz="1200" dirty="0" smtClean="0"/>
                        <a:t>/ </a:t>
                      </a:r>
                      <a:r>
                        <a:rPr lang="ko-KR" altLang="en-US" sz="1200" dirty="0" smtClean="0"/>
                        <a:t>설계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3717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ko-KR" altLang="en-US" sz="1200" dirty="0" smtClean="0"/>
                        <a:t>화면 설계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3717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ko-KR" altLang="en-US" sz="1200" dirty="0" smtClean="0"/>
                        <a:t>디자인</a:t>
                      </a:r>
                      <a:r>
                        <a:rPr lang="en-US" altLang="ko-KR" sz="1200" dirty="0" smtClean="0"/>
                        <a:t>&amp;</a:t>
                      </a:r>
                      <a:r>
                        <a:rPr lang="ko-KR" altLang="en-US" sz="1200" dirty="0" smtClean="0"/>
                        <a:t>개발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3717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ko-KR" altLang="en-US" sz="1200" dirty="0" smtClean="0"/>
                        <a:t>검토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3717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ko-KR" altLang="en-US" sz="1200" dirty="0" smtClean="0"/>
                        <a:t>시연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cxnSp>
        <p:nvCxnSpPr>
          <p:cNvPr id="7" name="직선 화살표 연결선 6"/>
          <p:cNvCxnSpPr/>
          <p:nvPr/>
        </p:nvCxnSpPr>
        <p:spPr>
          <a:xfrm>
            <a:off x="3641653" y="4991670"/>
            <a:ext cx="2807915" cy="0"/>
          </a:xfrm>
          <a:prstGeom prst="straightConnector1">
            <a:avLst/>
          </a:prstGeom>
          <a:ln w="76200">
            <a:solidFill>
              <a:srgbClr val="85CDB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/>
          <p:cNvCxnSpPr/>
          <p:nvPr/>
        </p:nvCxnSpPr>
        <p:spPr>
          <a:xfrm>
            <a:off x="2248281" y="2280260"/>
            <a:ext cx="473148" cy="0"/>
          </a:xfrm>
          <a:prstGeom prst="straightConnector1">
            <a:avLst/>
          </a:prstGeom>
          <a:ln w="76200">
            <a:solidFill>
              <a:srgbClr val="85CDB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/>
          <p:cNvCxnSpPr/>
          <p:nvPr/>
        </p:nvCxnSpPr>
        <p:spPr>
          <a:xfrm>
            <a:off x="2248281" y="2821366"/>
            <a:ext cx="897690" cy="0"/>
          </a:xfrm>
          <a:prstGeom prst="straightConnector1">
            <a:avLst/>
          </a:prstGeom>
          <a:ln w="76200">
            <a:solidFill>
              <a:srgbClr val="85CDB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/>
          <p:cNvCxnSpPr/>
          <p:nvPr/>
        </p:nvCxnSpPr>
        <p:spPr>
          <a:xfrm>
            <a:off x="2248281" y="3372449"/>
            <a:ext cx="897690" cy="0"/>
          </a:xfrm>
          <a:prstGeom prst="straightConnector1">
            <a:avLst/>
          </a:prstGeom>
          <a:ln w="76200">
            <a:solidFill>
              <a:srgbClr val="85CDB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/>
          <p:cNvCxnSpPr/>
          <p:nvPr/>
        </p:nvCxnSpPr>
        <p:spPr>
          <a:xfrm>
            <a:off x="2694595" y="3927448"/>
            <a:ext cx="1409319" cy="0"/>
          </a:xfrm>
          <a:prstGeom prst="straightConnector1">
            <a:avLst/>
          </a:prstGeom>
          <a:ln w="76200">
            <a:solidFill>
              <a:srgbClr val="85CDB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/>
          <p:cNvCxnSpPr/>
          <p:nvPr/>
        </p:nvCxnSpPr>
        <p:spPr>
          <a:xfrm>
            <a:off x="2694595" y="4421488"/>
            <a:ext cx="1409319" cy="0"/>
          </a:xfrm>
          <a:prstGeom prst="straightConnector1">
            <a:avLst/>
          </a:prstGeom>
          <a:ln w="76200">
            <a:solidFill>
              <a:srgbClr val="85CDB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/>
          <p:cNvCxnSpPr/>
          <p:nvPr/>
        </p:nvCxnSpPr>
        <p:spPr>
          <a:xfrm>
            <a:off x="6434763" y="5539763"/>
            <a:ext cx="1371600" cy="0"/>
          </a:xfrm>
          <a:prstGeom prst="straightConnector1">
            <a:avLst/>
          </a:prstGeom>
          <a:ln w="76200">
            <a:solidFill>
              <a:srgbClr val="85CDB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/>
          <p:cNvCxnSpPr/>
          <p:nvPr/>
        </p:nvCxnSpPr>
        <p:spPr>
          <a:xfrm>
            <a:off x="7805057" y="6055576"/>
            <a:ext cx="914400" cy="0"/>
          </a:xfrm>
          <a:prstGeom prst="straightConnector1">
            <a:avLst/>
          </a:prstGeom>
          <a:ln w="76200">
            <a:solidFill>
              <a:srgbClr val="85CDB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타원 38"/>
          <p:cNvSpPr/>
          <p:nvPr/>
        </p:nvSpPr>
        <p:spPr>
          <a:xfrm>
            <a:off x="5982764" y="4846107"/>
            <a:ext cx="266121" cy="26886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타원 41"/>
          <p:cNvSpPr/>
          <p:nvPr/>
        </p:nvSpPr>
        <p:spPr>
          <a:xfrm>
            <a:off x="7457151" y="987470"/>
            <a:ext cx="138857" cy="14029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/>
          <p:cNvSpPr txBox="1"/>
          <p:nvPr/>
        </p:nvSpPr>
        <p:spPr>
          <a:xfrm>
            <a:off x="7595616" y="902208"/>
            <a:ext cx="13411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smtClean="0"/>
              <a:t>현재 진행 상황</a:t>
            </a:r>
            <a:endParaRPr lang="ko-KR" altLang="en-US" sz="1200" dirty="0"/>
          </a:p>
        </p:txBody>
      </p:sp>
    </p:spTree>
    <p:extLst>
      <p:ext uri="{BB962C8B-B14F-4D97-AF65-F5344CB8AC3E}">
        <p14:creationId xmlns="" xmlns:p14="http://schemas.microsoft.com/office/powerpoint/2010/main" val="3869550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6823" y="356260"/>
            <a:ext cx="2986998" cy="1045034"/>
          </a:xfrm>
        </p:spPr>
        <p:txBody>
          <a:bodyPr>
            <a:normAutofit fontScale="90000"/>
          </a:bodyPr>
          <a:lstStyle/>
          <a:p>
            <a:pPr fontAlgn="base">
              <a:spcBef>
                <a:spcPts val="0"/>
              </a:spcBef>
            </a:pPr>
            <a:r>
              <a:rPr kumimoji="1" lang="en-US" sz="1700" dirty="0" smtClean="0">
                <a:latin typeface="맑은 고딕"/>
                <a:ea typeface="맑은 고딕"/>
              </a:rPr>
              <a:t>v.0.8</a:t>
            </a:r>
            <a:r>
              <a:rPr kumimoji="1" lang="en-US" sz="1600" b="0" dirty="0" smtClean="0">
                <a:latin typeface="맑은 고딕"/>
                <a:ea typeface="맑은 고딕"/>
              </a:rPr>
              <a:t/>
            </a:r>
            <a:br>
              <a:rPr kumimoji="1" lang="en-US" sz="1600" b="0" dirty="0" smtClean="0">
                <a:latin typeface="맑은 고딕"/>
                <a:ea typeface="맑은 고딕"/>
              </a:rPr>
            </a:br>
            <a:r>
              <a:rPr kumimoji="1" lang="ko-KR" altLang="en-US" sz="1600" b="0" dirty="0" smtClean="0"/>
              <a:t>화면디자인 </a:t>
            </a:r>
            <a:r>
              <a:rPr kumimoji="1" lang="en-US" sz="1600" b="0" dirty="0" smtClean="0">
                <a:latin typeface="맑은 고딕"/>
                <a:ea typeface="맑은 고딕"/>
              </a:rPr>
              <a:t>HTML,CSS </a:t>
            </a:r>
            <a:r>
              <a:rPr kumimoji="1" lang="ko-KR" altLang="en-US" sz="1600" b="0" dirty="0" smtClean="0"/>
              <a:t>코딩 구현 </a:t>
            </a:r>
            <a:r>
              <a:rPr kumimoji="1" lang="en-US" sz="1600" b="0" dirty="0" smtClean="0">
                <a:latin typeface="맑은 고딕"/>
                <a:ea typeface="맑은 고딕"/>
              </a:rPr>
              <a:t>– 8</a:t>
            </a:r>
            <a:r>
              <a:rPr kumimoji="1" lang="ko-KR" altLang="en-US" sz="1600" b="0" dirty="0" smtClean="0"/>
              <a:t>주차 발표용</a:t>
            </a:r>
            <a:r>
              <a:rPr kumimoji="1" lang="en-US" sz="1600" b="0" dirty="0" smtClean="0">
                <a:latin typeface="맑은 고딕"/>
                <a:ea typeface="맑은 고딕"/>
              </a:rPr>
              <a:t/>
            </a:r>
            <a:br>
              <a:rPr kumimoji="1" lang="en-US" sz="1600" b="0" dirty="0" smtClean="0">
                <a:latin typeface="맑은 고딕"/>
                <a:ea typeface="맑은 고딕"/>
              </a:rPr>
            </a:br>
            <a:r>
              <a:rPr kumimoji="1" lang="en-US" sz="1600" b="0" dirty="0" smtClean="0">
                <a:latin typeface="맑은 고딕"/>
                <a:ea typeface="맑은 고딕"/>
              </a:rPr>
              <a:t>2017.09.15</a:t>
            </a:r>
            <a:br>
              <a:rPr kumimoji="1" lang="en-US" sz="1600" b="0" dirty="0" smtClean="0">
                <a:latin typeface="맑은 고딕"/>
                <a:ea typeface="맑은 고딕"/>
              </a:rPr>
            </a:br>
            <a:endParaRPr lang="ko-KR" altLang="en-US" dirty="0"/>
          </a:p>
        </p:txBody>
      </p:sp>
      <p:grpSp>
        <p:nvGrpSpPr>
          <p:cNvPr id="10" name="그룹 9"/>
          <p:cNvGrpSpPr/>
          <p:nvPr/>
        </p:nvGrpSpPr>
        <p:grpSpPr>
          <a:xfrm>
            <a:off x="3976373" y="285543"/>
            <a:ext cx="5000660" cy="6215106"/>
            <a:chOff x="3857620" y="214290"/>
            <a:chExt cx="5000660" cy="6215106"/>
          </a:xfrm>
        </p:grpSpPr>
        <p:pic>
          <p:nvPicPr>
            <p:cNvPr id="11" name="Picture 2" descr="C:\Users\kitcoop\Desktop\09-08.PNG"/>
            <p:cNvPicPr>
              <a:picLocks noChangeAspect="1" noChangeArrowheads="1"/>
            </p:cNvPicPr>
            <p:nvPr/>
          </p:nvPicPr>
          <p:blipFill>
            <a:blip r:embed="rId3"/>
            <a:srcRect r="23108"/>
            <a:stretch>
              <a:fillRect/>
            </a:stretch>
          </p:blipFill>
          <p:spPr bwMode="auto">
            <a:xfrm>
              <a:off x="3857620" y="214290"/>
              <a:ext cx="5000660" cy="3382841"/>
            </a:xfrm>
            <a:prstGeom prst="rect">
              <a:avLst/>
            </a:prstGeom>
            <a:noFill/>
          </p:spPr>
        </p:pic>
        <p:pic>
          <p:nvPicPr>
            <p:cNvPr id="12" name="Picture 3" descr="C:\Users\kitcoop\Desktop\09-08-1.PNG"/>
            <p:cNvPicPr>
              <a:picLocks noChangeAspect="1" noChangeArrowheads="1"/>
            </p:cNvPicPr>
            <p:nvPr/>
          </p:nvPicPr>
          <p:blipFill>
            <a:blip r:embed="rId4"/>
            <a:srcRect t="4776" r="19111"/>
            <a:stretch>
              <a:fillRect/>
            </a:stretch>
          </p:blipFill>
          <p:spPr bwMode="auto">
            <a:xfrm>
              <a:off x="3857620" y="3500438"/>
              <a:ext cx="5000660" cy="2928958"/>
            </a:xfrm>
            <a:prstGeom prst="rect">
              <a:avLst/>
            </a:prstGeom>
            <a:noFill/>
          </p:spPr>
        </p:pic>
      </p:grpSp>
      <p:pic>
        <p:nvPicPr>
          <p:cNvPr id="13" name="그림 12" descr="제목 없음-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423" y="1674770"/>
            <a:ext cx="2786082" cy="3857652"/>
          </a:xfrm>
          <a:prstGeom prst="rect">
            <a:avLst/>
          </a:prstGeom>
        </p:spPr>
      </p:pic>
      <p:sp>
        <p:nvSpPr>
          <p:cNvPr id="14" name="제목 1"/>
          <p:cNvSpPr txBox="1">
            <a:spLocks/>
          </p:cNvSpPr>
          <p:nvPr/>
        </p:nvSpPr>
        <p:spPr>
          <a:xfrm>
            <a:off x="1299244" y="5688280"/>
            <a:ext cx="1705214" cy="46313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 lnSpcReduction="10000"/>
          </a:bodyPr>
          <a:lstStyle/>
          <a:p>
            <a:pPr marL="0" marR="0" lvl="0" indent="0" algn="ctr" defTabSz="914400" rtl="0" eaLnBrk="1" fontAlgn="base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5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/>
                <a:ea typeface="맑은 고딕"/>
                <a:cs typeface="+mj-cs"/>
              </a:rPr>
              <a:t>&lt; </a:t>
            </a:r>
            <a:r>
              <a:rPr kumimoji="1" lang="ko-KR" altLang="en-US" sz="15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/>
                <a:ea typeface="맑은 고딕"/>
                <a:cs typeface="+mj-cs"/>
              </a:rPr>
              <a:t>메인 </a:t>
            </a:r>
            <a:r>
              <a:rPr kumimoji="1" lang="en-US" altLang="ko-KR" sz="15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/>
                <a:ea typeface="맑은 고딕"/>
                <a:cs typeface="+mj-cs"/>
              </a:rPr>
              <a:t>intro </a:t>
            </a:r>
            <a:r>
              <a:rPr kumimoji="1" lang="en-US" sz="15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/>
                <a:ea typeface="맑은 고딕"/>
                <a:cs typeface="+mj-cs"/>
              </a:rPr>
              <a:t>&gt;</a:t>
            </a:r>
            <a:r>
              <a:rPr kumimoji="1" lang="en-US" sz="15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/>
                <a:ea typeface="맑은 고딕"/>
                <a:cs typeface="+mj-cs"/>
              </a:rPr>
              <a:t/>
            </a:r>
            <a:br>
              <a:rPr kumimoji="1" lang="en-US" sz="15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/>
                <a:ea typeface="맑은 고딕"/>
                <a:cs typeface="+mj-cs"/>
              </a:rPr>
            </a:br>
            <a:endParaRPr kumimoji="0" lang="ko-KR" altLang="en-US" sz="15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ea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6823" y="356260"/>
            <a:ext cx="2986998" cy="1045034"/>
          </a:xfrm>
        </p:spPr>
        <p:txBody>
          <a:bodyPr>
            <a:normAutofit fontScale="90000"/>
          </a:bodyPr>
          <a:lstStyle/>
          <a:p>
            <a:pPr fontAlgn="base">
              <a:spcBef>
                <a:spcPts val="0"/>
              </a:spcBef>
            </a:pPr>
            <a:r>
              <a:rPr kumimoji="1" lang="en-US" sz="1700" dirty="0" smtClean="0">
                <a:latin typeface="맑은 고딕"/>
                <a:ea typeface="맑은 고딕"/>
              </a:rPr>
              <a:t>v.0.8</a:t>
            </a:r>
            <a:r>
              <a:rPr kumimoji="1" lang="en-US" sz="1600" b="0" dirty="0" smtClean="0">
                <a:latin typeface="맑은 고딕"/>
                <a:ea typeface="맑은 고딕"/>
              </a:rPr>
              <a:t/>
            </a:r>
            <a:br>
              <a:rPr kumimoji="1" lang="en-US" sz="1600" b="0" dirty="0" smtClean="0">
                <a:latin typeface="맑은 고딕"/>
                <a:ea typeface="맑은 고딕"/>
              </a:rPr>
            </a:br>
            <a:r>
              <a:rPr kumimoji="1" lang="ko-KR" altLang="en-US" sz="1600" b="0" dirty="0" smtClean="0"/>
              <a:t>화면디자인 </a:t>
            </a:r>
            <a:r>
              <a:rPr kumimoji="1" lang="en-US" sz="1600" b="0" dirty="0" smtClean="0">
                <a:latin typeface="맑은 고딕"/>
                <a:ea typeface="맑은 고딕"/>
              </a:rPr>
              <a:t>HTML,CSS </a:t>
            </a:r>
            <a:r>
              <a:rPr kumimoji="1" lang="ko-KR" altLang="en-US" sz="1600" b="0" dirty="0" smtClean="0"/>
              <a:t>코딩 구현 </a:t>
            </a:r>
            <a:r>
              <a:rPr kumimoji="1" lang="en-US" sz="1600" b="0" dirty="0" smtClean="0">
                <a:latin typeface="맑은 고딕"/>
                <a:ea typeface="맑은 고딕"/>
              </a:rPr>
              <a:t>– 8</a:t>
            </a:r>
            <a:r>
              <a:rPr kumimoji="1" lang="ko-KR" altLang="en-US" sz="1600" b="0" dirty="0" smtClean="0"/>
              <a:t>주차 발표용</a:t>
            </a:r>
            <a:r>
              <a:rPr kumimoji="1" lang="en-US" sz="1600" b="0" dirty="0" smtClean="0">
                <a:latin typeface="맑은 고딕"/>
                <a:ea typeface="맑은 고딕"/>
              </a:rPr>
              <a:t/>
            </a:r>
            <a:br>
              <a:rPr kumimoji="1" lang="en-US" sz="1600" b="0" dirty="0" smtClean="0">
                <a:latin typeface="맑은 고딕"/>
                <a:ea typeface="맑은 고딕"/>
              </a:rPr>
            </a:br>
            <a:r>
              <a:rPr kumimoji="1" lang="en-US" sz="1600" b="0" dirty="0" smtClean="0">
                <a:latin typeface="맑은 고딕"/>
                <a:ea typeface="맑은 고딕"/>
              </a:rPr>
              <a:t>2017.09.15</a:t>
            </a:r>
            <a:br>
              <a:rPr kumimoji="1" lang="en-US" sz="1600" b="0" dirty="0" smtClean="0">
                <a:latin typeface="맑은 고딕"/>
                <a:ea typeface="맑은 고딕"/>
              </a:rPr>
            </a:br>
            <a:endParaRPr lang="ko-KR" altLang="en-US" dirty="0"/>
          </a:p>
        </p:txBody>
      </p:sp>
      <p:sp>
        <p:nvSpPr>
          <p:cNvPr id="14" name="제목 1"/>
          <p:cNvSpPr txBox="1">
            <a:spLocks/>
          </p:cNvSpPr>
          <p:nvPr/>
        </p:nvSpPr>
        <p:spPr>
          <a:xfrm>
            <a:off x="847981" y="4857007"/>
            <a:ext cx="1705214" cy="46313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 lnSpcReduction="10000"/>
          </a:bodyPr>
          <a:lstStyle/>
          <a:p>
            <a:pPr marL="0" marR="0" lvl="0" indent="0" algn="ctr" defTabSz="914400" rtl="0" eaLnBrk="1" fontAlgn="base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5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/>
                <a:ea typeface="맑은 고딕"/>
                <a:cs typeface="+mj-cs"/>
              </a:rPr>
              <a:t>&lt; </a:t>
            </a:r>
            <a:r>
              <a:rPr kumimoji="1" lang="ko-KR" altLang="en-US" sz="15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/>
                <a:ea typeface="맑은 고딕"/>
                <a:cs typeface="+mj-cs"/>
              </a:rPr>
              <a:t>메인 </a:t>
            </a:r>
            <a:r>
              <a:rPr kumimoji="1" lang="en-US" altLang="ko-KR" sz="15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/>
                <a:ea typeface="맑은 고딕"/>
                <a:cs typeface="+mj-cs"/>
              </a:rPr>
              <a:t>intro </a:t>
            </a:r>
            <a:r>
              <a:rPr kumimoji="1" lang="en-US" sz="15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/>
                <a:ea typeface="맑은 고딕"/>
                <a:cs typeface="+mj-cs"/>
              </a:rPr>
              <a:t>&gt;</a:t>
            </a:r>
            <a:r>
              <a:rPr kumimoji="1" lang="en-US" sz="15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/>
                <a:ea typeface="맑은 고딕"/>
                <a:cs typeface="+mj-cs"/>
              </a:rPr>
              <a:t/>
            </a:r>
            <a:br>
              <a:rPr kumimoji="1" lang="en-US" sz="15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/>
                <a:ea typeface="맑은 고딕"/>
                <a:cs typeface="+mj-cs"/>
              </a:rPr>
            </a:br>
            <a:endParaRPr kumimoji="0" lang="ko-KR" altLang="en-US" sz="15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ea"/>
              <a:ea typeface="+mj-ea"/>
              <a:cs typeface="+mj-cs"/>
            </a:endParaRPr>
          </a:p>
        </p:txBody>
      </p:sp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04473" y="2838923"/>
            <a:ext cx="2642329" cy="1857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 descr="C:\Users\kitcoop\Desktop\09-08-02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459653" y="977103"/>
            <a:ext cx="5537244" cy="501993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6823" y="356260"/>
            <a:ext cx="2986998" cy="1045034"/>
          </a:xfrm>
        </p:spPr>
        <p:txBody>
          <a:bodyPr>
            <a:normAutofit fontScale="90000"/>
          </a:bodyPr>
          <a:lstStyle/>
          <a:p>
            <a:pPr fontAlgn="base">
              <a:spcBef>
                <a:spcPts val="0"/>
              </a:spcBef>
            </a:pPr>
            <a:r>
              <a:rPr kumimoji="1" lang="en-US" sz="1700" dirty="0" smtClean="0">
                <a:latin typeface="맑은 고딕"/>
                <a:ea typeface="맑은 고딕"/>
              </a:rPr>
              <a:t>v.0.8</a:t>
            </a:r>
            <a:r>
              <a:rPr kumimoji="1" lang="en-US" sz="1600" b="0" dirty="0" smtClean="0">
                <a:latin typeface="맑은 고딕"/>
                <a:ea typeface="맑은 고딕"/>
              </a:rPr>
              <a:t/>
            </a:r>
            <a:br>
              <a:rPr kumimoji="1" lang="en-US" sz="1600" b="0" dirty="0" smtClean="0">
                <a:latin typeface="맑은 고딕"/>
                <a:ea typeface="맑은 고딕"/>
              </a:rPr>
            </a:br>
            <a:r>
              <a:rPr kumimoji="1" lang="ko-KR" altLang="en-US" sz="1600" b="0" dirty="0" smtClean="0"/>
              <a:t>화면디자인 </a:t>
            </a:r>
            <a:r>
              <a:rPr kumimoji="1" lang="en-US" sz="1600" b="0" dirty="0" smtClean="0">
                <a:latin typeface="맑은 고딕"/>
                <a:ea typeface="맑은 고딕"/>
              </a:rPr>
              <a:t>HTML,CSS </a:t>
            </a:r>
            <a:r>
              <a:rPr kumimoji="1" lang="ko-KR" altLang="en-US" sz="1600" b="0" dirty="0" smtClean="0"/>
              <a:t>코딩 구현 </a:t>
            </a:r>
            <a:r>
              <a:rPr kumimoji="1" lang="en-US" sz="1600" b="0" dirty="0" smtClean="0">
                <a:latin typeface="맑은 고딕"/>
                <a:ea typeface="맑은 고딕"/>
              </a:rPr>
              <a:t>– 8</a:t>
            </a:r>
            <a:r>
              <a:rPr kumimoji="1" lang="ko-KR" altLang="en-US" sz="1600" b="0" dirty="0" smtClean="0"/>
              <a:t>주차 발표용</a:t>
            </a:r>
            <a:r>
              <a:rPr kumimoji="1" lang="en-US" sz="1600" b="0" dirty="0" smtClean="0">
                <a:latin typeface="맑은 고딕"/>
                <a:ea typeface="맑은 고딕"/>
              </a:rPr>
              <a:t/>
            </a:r>
            <a:br>
              <a:rPr kumimoji="1" lang="en-US" sz="1600" b="0" dirty="0" smtClean="0">
                <a:latin typeface="맑은 고딕"/>
                <a:ea typeface="맑은 고딕"/>
              </a:rPr>
            </a:br>
            <a:r>
              <a:rPr kumimoji="1" lang="en-US" sz="1600" b="0" dirty="0" smtClean="0">
                <a:latin typeface="맑은 고딕"/>
                <a:ea typeface="맑은 고딕"/>
              </a:rPr>
              <a:t>2017.09.15</a:t>
            </a:r>
            <a:br>
              <a:rPr kumimoji="1" lang="en-US" sz="1600" b="0" dirty="0" smtClean="0">
                <a:latin typeface="맑은 고딕"/>
                <a:ea typeface="맑은 고딕"/>
              </a:rPr>
            </a:br>
            <a:endParaRPr lang="ko-KR" altLang="en-US" dirty="0"/>
          </a:p>
        </p:txBody>
      </p:sp>
      <p:sp>
        <p:nvSpPr>
          <p:cNvPr id="14" name="제목 1"/>
          <p:cNvSpPr txBox="1">
            <a:spLocks/>
          </p:cNvSpPr>
          <p:nvPr/>
        </p:nvSpPr>
        <p:spPr>
          <a:xfrm>
            <a:off x="3550722" y="2386940"/>
            <a:ext cx="1983180" cy="70064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 lnSpcReduction="10000"/>
          </a:bodyPr>
          <a:lstStyle/>
          <a:p>
            <a:pPr marL="0" marR="0" lvl="0" indent="0" algn="ctr" defTabSz="914400" rtl="0" eaLnBrk="1" fontAlgn="base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5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/>
                <a:ea typeface="맑은 고딕"/>
                <a:cs typeface="+mj-cs"/>
              </a:rPr>
              <a:t>&lt; </a:t>
            </a:r>
            <a:r>
              <a:rPr kumimoji="1" lang="ko-KR" altLang="en-US" sz="15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/>
                <a:ea typeface="맑은 고딕"/>
                <a:cs typeface="+mj-cs"/>
              </a:rPr>
              <a:t>메인 </a:t>
            </a:r>
            <a:r>
              <a:rPr kumimoji="1" lang="en-US" altLang="ko-KR" sz="15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/>
                <a:ea typeface="맑은 고딕"/>
                <a:cs typeface="+mj-cs"/>
              </a:rPr>
              <a:t>intro select </a:t>
            </a:r>
          </a:p>
          <a:p>
            <a:pPr marL="0" marR="0" lvl="0" indent="0" algn="ctr" defTabSz="914400" rtl="0" eaLnBrk="1" fontAlgn="base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5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/>
                <a:ea typeface="맑은 고딕"/>
                <a:cs typeface="+mj-cs"/>
              </a:rPr>
              <a:t>다음 페이지</a:t>
            </a:r>
            <a:r>
              <a:rPr kumimoji="1" lang="en-US" altLang="ko-KR" sz="15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/>
                <a:ea typeface="맑은 고딕"/>
                <a:cs typeface="+mj-cs"/>
              </a:rPr>
              <a:t> </a:t>
            </a:r>
            <a:r>
              <a:rPr kumimoji="1" lang="en-US" sz="15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/>
                <a:ea typeface="맑은 고딕"/>
                <a:cs typeface="+mj-cs"/>
              </a:rPr>
              <a:t>&gt;</a:t>
            </a:r>
            <a:r>
              <a:rPr kumimoji="1" lang="en-US" sz="15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/>
                <a:ea typeface="맑은 고딕"/>
                <a:cs typeface="+mj-cs"/>
              </a:rPr>
              <a:t/>
            </a:r>
            <a:br>
              <a:rPr kumimoji="1" lang="en-US" sz="15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/>
                <a:ea typeface="맑은 고딕"/>
                <a:cs typeface="+mj-cs"/>
              </a:rPr>
            </a:br>
            <a:endParaRPr kumimoji="0" lang="ko-KR" altLang="en-US" sz="15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ea"/>
              <a:ea typeface="+mj-ea"/>
              <a:cs typeface="+mj-cs"/>
            </a:endParaRPr>
          </a:p>
        </p:txBody>
      </p:sp>
      <p:pic>
        <p:nvPicPr>
          <p:cNvPr id="6" name="Picture 2" descr="C:\Users\kitcoop\Desktop\09-08-03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864426" y="3088603"/>
            <a:ext cx="6992976" cy="3433482"/>
          </a:xfrm>
          <a:prstGeom prst="rect">
            <a:avLst/>
          </a:prstGeom>
          <a:noFill/>
        </p:spPr>
      </p:pic>
      <p:pic>
        <p:nvPicPr>
          <p:cNvPr id="7" name="그림 6" descr="캡처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7113" y="475733"/>
            <a:ext cx="3329107" cy="235745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74948" y="570017"/>
            <a:ext cx="2986998" cy="1045034"/>
          </a:xfrm>
        </p:spPr>
        <p:txBody>
          <a:bodyPr>
            <a:normAutofit fontScale="90000"/>
          </a:bodyPr>
          <a:lstStyle/>
          <a:p>
            <a:pPr lvl="0" fontAlgn="base">
              <a:spcBef>
                <a:spcPts val="0"/>
              </a:spcBef>
            </a:pPr>
            <a:r>
              <a:rPr kumimoji="1" lang="en-US" sz="1700" dirty="0" smtClean="0">
                <a:latin typeface="맑은 고딕"/>
                <a:ea typeface="맑은 고딕"/>
              </a:rPr>
              <a:t>v.0.9</a:t>
            </a:r>
            <a:r>
              <a:rPr kumimoji="1" lang="en-US" sz="1600" b="0" dirty="0" smtClean="0">
                <a:latin typeface="맑은 고딕"/>
                <a:ea typeface="맑은 고딕"/>
              </a:rPr>
              <a:t/>
            </a:r>
            <a:br>
              <a:rPr kumimoji="1" lang="en-US" sz="1600" b="0" dirty="0" smtClean="0">
                <a:latin typeface="맑은 고딕"/>
                <a:ea typeface="맑은 고딕"/>
              </a:rPr>
            </a:br>
            <a:r>
              <a:rPr kumimoji="1" lang="ko-KR" altLang="en-US" sz="1600" b="0" dirty="0" smtClean="0"/>
              <a:t>화면디자인 </a:t>
            </a:r>
            <a:r>
              <a:rPr kumimoji="1" lang="en-US" altLang="ko-KR" sz="1600" b="0" dirty="0" err="1" smtClean="0"/>
              <a:t>jQuery</a:t>
            </a:r>
            <a:r>
              <a:rPr kumimoji="1" lang="en-US" altLang="ko-KR" sz="1600" b="0" dirty="0" smtClean="0"/>
              <a:t>, JavaScript </a:t>
            </a:r>
            <a:br>
              <a:rPr kumimoji="1" lang="en-US" altLang="ko-KR" sz="1600" b="0" dirty="0" smtClean="0"/>
            </a:br>
            <a:r>
              <a:rPr kumimoji="1" lang="ko-KR" altLang="en-US" sz="1600" b="0" dirty="0" smtClean="0"/>
              <a:t>코딩 구현 </a:t>
            </a:r>
            <a:r>
              <a:rPr kumimoji="1" lang="en-US" altLang="ko-KR" sz="1600" b="0" dirty="0" smtClean="0"/>
              <a:t>– </a:t>
            </a:r>
            <a:br>
              <a:rPr kumimoji="1" lang="en-US" altLang="ko-KR" sz="1600" b="0" dirty="0" smtClean="0"/>
            </a:br>
            <a:r>
              <a:rPr kumimoji="1" lang="en-US" altLang="ko-KR" sz="1600" b="0" dirty="0" smtClean="0"/>
              <a:t>9</a:t>
            </a:r>
            <a:r>
              <a:rPr kumimoji="1" lang="ko-KR" altLang="en-US" sz="1600" b="0" dirty="0" smtClean="0"/>
              <a:t>주차 발표용</a:t>
            </a:r>
            <a:br>
              <a:rPr kumimoji="1" lang="ko-KR" altLang="en-US" sz="1600" b="0" dirty="0" smtClean="0"/>
            </a:br>
            <a:r>
              <a:rPr kumimoji="1" lang="en-US" sz="1600" b="0" dirty="0" smtClean="0">
                <a:latin typeface="맑은 고딕"/>
                <a:ea typeface="맑은 고딕"/>
              </a:rPr>
              <a:t>2017.09.22</a:t>
            </a:r>
            <a:br>
              <a:rPr kumimoji="1" lang="en-US" sz="1600" b="0" dirty="0" smtClean="0">
                <a:latin typeface="맑은 고딕"/>
                <a:ea typeface="맑은 고딕"/>
              </a:rPr>
            </a:br>
            <a:endParaRPr lang="ko-KR" altLang="en-US" dirty="0"/>
          </a:p>
        </p:txBody>
      </p:sp>
      <p:sp>
        <p:nvSpPr>
          <p:cNvPr id="14" name="제목 1"/>
          <p:cNvSpPr txBox="1">
            <a:spLocks/>
          </p:cNvSpPr>
          <p:nvPr/>
        </p:nvSpPr>
        <p:spPr>
          <a:xfrm>
            <a:off x="1033153" y="4322618"/>
            <a:ext cx="2505693" cy="70064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/>
          <a:p>
            <a:pPr marL="0" marR="0" lvl="0" indent="0" algn="ctr" defTabSz="914400" rtl="0" eaLnBrk="1" fontAlgn="base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5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/>
                <a:ea typeface="맑은 고딕"/>
                <a:cs typeface="+mj-cs"/>
              </a:rPr>
              <a:t>&lt; </a:t>
            </a:r>
            <a:r>
              <a:rPr kumimoji="1" lang="ko-KR" altLang="en-US" sz="15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/>
                <a:ea typeface="맑은 고딕"/>
                <a:cs typeface="+mj-cs"/>
              </a:rPr>
              <a:t>메인 </a:t>
            </a:r>
            <a:r>
              <a:rPr kumimoji="1" lang="en-US" altLang="ko-KR" sz="15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/>
                <a:ea typeface="맑은 고딕"/>
                <a:cs typeface="+mj-cs"/>
              </a:rPr>
              <a:t>animation </a:t>
            </a:r>
            <a:r>
              <a:rPr kumimoji="1" lang="ko-KR" altLang="en-US" sz="15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/>
                <a:ea typeface="맑은 고딕"/>
                <a:cs typeface="+mj-cs"/>
              </a:rPr>
              <a:t>효과</a:t>
            </a:r>
            <a:r>
              <a:rPr kumimoji="1" lang="en-US" sz="15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/>
                <a:ea typeface="맑은 고딕"/>
                <a:cs typeface="+mj-cs"/>
              </a:rPr>
              <a:t> &gt;</a:t>
            </a:r>
            <a:br>
              <a:rPr kumimoji="1" lang="en-US" sz="15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/>
                <a:ea typeface="맑은 고딕"/>
                <a:cs typeface="+mj-cs"/>
              </a:rPr>
            </a:br>
            <a:endParaRPr kumimoji="0" lang="ko-KR" altLang="en-US" sz="15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ea"/>
              <a:ea typeface="+mj-ea"/>
              <a:cs typeface="+mj-cs"/>
            </a:endParaRPr>
          </a:p>
        </p:txBody>
      </p:sp>
      <p:pic>
        <p:nvPicPr>
          <p:cNvPr id="8" name="그림 7" descr="제목 없음-2.jpg"/>
          <p:cNvPicPr>
            <a:picLocks noChangeAspect="1"/>
          </p:cNvPicPr>
          <p:nvPr/>
        </p:nvPicPr>
        <p:blipFill>
          <a:blip r:embed="rId3"/>
          <a:srcRect t="5479" b="50685"/>
          <a:stretch>
            <a:fillRect/>
          </a:stretch>
        </p:blipFill>
        <p:spPr>
          <a:xfrm>
            <a:off x="463850" y="2102280"/>
            <a:ext cx="3766370" cy="2286016"/>
          </a:xfrm>
          <a:prstGeom prst="rect">
            <a:avLst/>
          </a:prstGeom>
        </p:spPr>
      </p:pic>
      <p:pic>
        <p:nvPicPr>
          <p:cNvPr id="9" name="Picture 2" descr="C:\Users\kitcoop\Desktop\캡처1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785942" y="701179"/>
            <a:ext cx="4143404" cy="5475212"/>
          </a:xfrm>
          <a:prstGeom prst="rect">
            <a:avLst/>
          </a:prstGeom>
          <a:noFill/>
        </p:spPr>
      </p:pic>
      <p:sp>
        <p:nvSpPr>
          <p:cNvPr id="10" name="모서리가 둥근 직사각형 9"/>
          <p:cNvSpPr/>
          <p:nvPr/>
        </p:nvSpPr>
        <p:spPr>
          <a:xfrm>
            <a:off x="1615043" y="2755076"/>
            <a:ext cx="1425039" cy="1092530"/>
          </a:xfrm>
          <a:prstGeom prst="roundRect">
            <a:avLst>
              <a:gd name="adj" fmla="val 25363"/>
            </a:avLst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74948" y="570017"/>
            <a:ext cx="2986998" cy="1045034"/>
          </a:xfrm>
        </p:spPr>
        <p:txBody>
          <a:bodyPr>
            <a:normAutofit fontScale="90000"/>
          </a:bodyPr>
          <a:lstStyle/>
          <a:p>
            <a:pPr lvl="0" fontAlgn="base">
              <a:spcBef>
                <a:spcPts val="0"/>
              </a:spcBef>
            </a:pPr>
            <a:r>
              <a:rPr kumimoji="1" lang="en-US" sz="1700" dirty="0" smtClean="0">
                <a:latin typeface="맑은 고딕"/>
                <a:ea typeface="맑은 고딕"/>
              </a:rPr>
              <a:t>v.0.9</a:t>
            </a:r>
            <a:r>
              <a:rPr kumimoji="1" lang="en-US" sz="1600" b="0" dirty="0" smtClean="0">
                <a:latin typeface="맑은 고딕"/>
                <a:ea typeface="맑은 고딕"/>
              </a:rPr>
              <a:t/>
            </a:r>
            <a:br>
              <a:rPr kumimoji="1" lang="en-US" sz="1600" b="0" dirty="0" smtClean="0">
                <a:latin typeface="맑은 고딕"/>
                <a:ea typeface="맑은 고딕"/>
              </a:rPr>
            </a:br>
            <a:r>
              <a:rPr kumimoji="1" lang="ko-KR" altLang="en-US" sz="1600" b="0" dirty="0" smtClean="0"/>
              <a:t>화면디자인 </a:t>
            </a:r>
            <a:r>
              <a:rPr kumimoji="1" lang="en-US" altLang="ko-KR" sz="1600" b="0" dirty="0" err="1" smtClean="0"/>
              <a:t>jQuery</a:t>
            </a:r>
            <a:r>
              <a:rPr kumimoji="1" lang="en-US" altLang="ko-KR" sz="1600" b="0" dirty="0" smtClean="0"/>
              <a:t>, JavaScript </a:t>
            </a:r>
            <a:br>
              <a:rPr kumimoji="1" lang="en-US" altLang="ko-KR" sz="1600" b="0" dirty="0" smtClean="0"/>
            </a:br>
            <a:r>
              <a:rPr kumimoji="1" lang="ko-KR" altLang="en-US" sz="1600" b="0" dirty="0" smtClean="0"/>
              <a:t>코딩 구현 </a:t>
            </a:r>
            <a:r>
              <a:rPr kumimoji="1" lang="en-US" altLang="ko-KR" sz="1600" b="0" dirty="0" smtClean="0"/>
              <a:t>– </a:t>
            </a:r>
            <a:br>
              <a:rPr kumimoji="1" lang="en-US" altLang="ko-KR" sz="1600" b="0" dirty="0" smtClean="0"/>
            </a:br>
            <a:r>
              <a:rPr kumimoji="1" lang="en-US" altLang="ko-KR" sz="1600" b="0" dirty="0" smtClean="0"/>
              <a:t>9</a:t>
            </a:r>
            <a:r>
              <a:rPr kumimoji="1" lang="ko-KR" altLang="en-US" sz="1600" b="0" dirty="0" smtClean="0"/>
              <a:t>주차 발표용</a:t>
            </a:r>
            <a:br>
              <a:rPr kumimoji="1" lang="ko-KR" altLang="en-US" sz="1600" b="0" dirty="0" smtClean="0"/>
            </a:br>
            <a:r>
              <a:rPr kumimoji="1" lang="en-US" sz="1600" b="0" dirty="0" smtClean="0">
                <a:latin typeface="맑은 고딕"/>
                <a:ea typeface="맑은 고딕"/>
              </a:rPr>
              <a:t>2017.09.22</a:t>
            </a:r>
            <a:br>
              <a:rPr kumimoji="1" lang="en-US" sz="1600" b="0" dirty="0" smtClean="0">
                <a:latin typeface="맑은 고딕"/>
                <a:ea typeface="맑은 고딕"/>
              </a:rPr>
            </a:br>
            <a:endParaRPr lang="ko-KR" altLang="en-US" dirty="0"/>
          </a:p>
        </p:txBody>
      </p:sp>
      <p:sp>
        <p:nvSpPr>
          <p:cNvPr id="14" name="제목 1"/>
          <p:cNvSpPr txBox="1">
            <a:spLocks/>
          </p:cNvSpPr>
          <p:nvPr/>
        </p:nvSpPr>
        <p:spPr>
          <a:xfrm>
            <a:off x="5581402" y="878774"/>
            <a:ext cx="2505693" cy="70064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/>
          <a:p>
            <a:pPr marL="0" marR="0" lvl="0" indent="0" algn="ctr" defTabSz="914400" rtl="0" eaLnBrk="1" fontAlgn="base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5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/>
                <a:ea typeface="맑은 고딕"/>
                <a:cs typeface="+mj-cs"/>
              </a:rPr>
              <a:t>&lt; </a:t>
            </a:r>
            <a:r>
              <a:rPr kumimoji="1" lang="ko-KR" altLang="en-US" sz="15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/>
                <a:ea typeface="맑은 고딕"/>
                <a:cs typeface="+mj-cs"/>
              </a:rPr>
              <a:t>메인 </a:t>
            </a:r>
            <a:r>
              <a:rPr kumimoji="1" lang="en-US" altLang="ko-KR" sz="15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/>
                <a:ea typeface="맑은 고딕"/>
                <a:cs typeface="+mj-cs"/>
              </a:rPr>
              <a:t>animation </a:t>
            </a:r>
            <a:r>
              <a:rPr kumimoji="1" lang="ko-KR" altLang="en-US" sz="15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/>
                <a:ea typeface="맑은 고딕"/>
                <a:cs typeface="+mj-cs"/>
              </a:rPr>
              <a:t>효과</a:t>
            </a:r>
            <a:r>
              <a:rPr kumimoji="1" lang="en-US" sz="15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/>
                <a:ea typeface="맑은 고딕"/>
                <a:cs typeface="+mj-cs"/>
              </a:rPr>
              <a:t> &gt;</a:t>
            </a:r>
            <a:br>
              <a:rPr kumimoji="1" lang="en-US" sz="15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/>
                <a:ea typeface="맑은 고딕"/>
                <a:cs typeface="+mj-cs"/>
              </a:rPr>
            </a:br>
            <a:endParaRPr kumimoji="0" lang="ko-KR" altLang="en-US" sz="15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ea"/>
              <a:ea typeface="+mj-ea"/>
              <a:cs typeface="+mj-cs"/>
            </a:endParaRPr>
          </a:p>
        </p:txBody>
      </p:sp>
      <p:pic>
        <p:nvPicPr>
          <p:cNvPr id="11" name="Picture 3" descr="C:\Users\kitcoop\Desktop\캡처2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56651" y="1603518"/>
            <a:ext cx="3877681" cy="4572032"/>
          </a:xfrm>
          <a:prstGeom prst="rect">
            <a:avLst/>
          </a:prstGeom>
          <a:noFill/>
        </p:spPr>
      </p:pic>
      <p:pic>
        <p:nvPicPr>
          <p:cNvPr id="12" name="Picture 4" descr="C:\webtest\00.gg\psd\01_intro_2-2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698829" y="4703939"/>
            <a:ext cx="2158973" cy="1214422"/>
          </a:xfrm>
          <a:prstGeom prst="rect">
            <a:avLst/>
          </a:prstGeom>
          <a:noFill/>
        </p:spPr>
      </p:pic>
      <p:pic>
        <p:nvPicPr>
          <p:cNvPr id="13" name="Picture 5" descr="C:\webtest\00.gg\psd\01_intro_2-1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76262" y="4700032"/>
            <a:ext cx="2143140" cy="1205516"/>
          </a:xfrm>
          <a:prstGeom prst="rect">
            <a:avLst/>
          </a:prstGeom>
          <a:noFill/>
        </p:spPr>
      </p:pic>
      <p:grpSp>
        <p:nvGrpSpPr>
          <p:cNvPr id="16" name="그룹 15"/>
          <p:cNvGrpSpPr/>
          <p:nvPr/>
        </p:nvGrpSpPr>
        <p:grpSpPr>
          <a:xfrm>
            <a:off x="451788" y="1782576"/>
            <a:ext cx="4214842" cy="2571768"/>
            <a:chOff x="475539" y="1699449"/>
            <a:chExt cx="4214842" cy="2571768"/>
          </a:xfrm>
        </p:grpSpPr>
        <p:pic>
          <p:nvPicPr>
            <p:cNvPr id="7" name="그림 6" descr="제목 없음-2.jpg"/>
            <p:cNvPicPr>
              <a:picLocks noChangeAspect="1"/>
            </p:cNvPicPr>
            <p:nvPr/>
          </p:nvPicPr>
          <p:blipFill>
            <a:blip r:embed="rId6"/>
            <a:srcRect t="50685"/>
            <a:stretch>
              <a:fillRect/>
            </a:stretch>
          </p:blipFill>
          <p:spPr>
            <a:xfrm>
              <a:off x="475539" y="1699449"/>
              <a:ext cx="4214842" cy="2571768"/>
            </a:xfrm>
            <a:prstGeom prst="rect">
              <a:avLst/>
            </a:prstGeom>
          </p:spPr>
        </p:pic>
        <p:sp>
          <p:nvSpPr>
            <p:cNvPr id="10" name="모서리가 둥근 직사각형 9"/>
            <p:cNvSpPr/>
            <p:nvPr/>
          </p:nvSpPr>
          <p:spPr>
            <a:xfrm>
              <a:off x="1187532" y="2660073"/>
              <a:ext cx="617517" cy="688769"/>
            </a:xfrm>
            <a:prstGeom prst="roundRect">
              <a:avLst>
                <a:gd name="adj" fmla="val 25363"/>
              </a:avLst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모서리가 둥근 직사각형 14"/>
            <p:cNvSpPr/>
            <p:nvPr/>
          </p:nvSpPr>
          <p:spPr>
            <a:xfrm>
              <a:off x="3323112" y="2658094"/>
              <a:ext cx="617517" cy="688769"/>
            </a:xfrm>
            <a:prstGeom prst="roundRect">
              <a:avLst>
                <a:gd name="adj" fmla="val 25363"/>
              </a:avLst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18" name="직선 화살표 연결선 17"/>
          <p:cNvCxnSpPr>
            <a:stCxn id="10" idx="2"/>
          </p:cNvCxnSpPr>
          <p:nvPr/>
        </p:nvCxnSpPr>
        <p:spPr>
          <a:xfrm rot="5400000">
            <a:off x="819398" y="3954483"/>
            <a:ext cx="1175657" cy="13062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/>
          <p:cNvCxnSpPr>
            <a:stCxn id="15" idx="2"/>
          </p:cNvCxnSpPr>
          <p:nvPr/>
        </p:nvCxnSpPr>
        <p:spPr>
          <a:xfrm rot="16200000" flipH="1">
            <a:off x="3085605" y="3952504"/>
            <a:ext cx="1189514" cy="14448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74948" y="356267"/>
            <a:ext cx="2986998" cy="1045034"/>
          </a:xfrm>
        </p:spPr>
        <p:txBody>
          <a:bodyPr>
            <a:normAutofit fontScale="90000"/>
          </a:bodyPr>
          <a:lstStyle/>
          <a:p>
            <a:pPr lvl="0" fontAlgn="base">
              <a:spcBef>
                <a:spcPts val="0"/>
              </a:spcBef>
            </a:pPr>
            <a:r>
              <a:rPr kumimoji="1" lang="en-US" sz="1700" dirty="0" smtClean="0">
                <a:latin typeface="맑은 고딕"/>
                <a:ea typeface="맑은 고딕"/>
              </a:rPr>
              <a:t>v.0.10</a:t>
            </a:r>
            <a:r>
              <a:rPr kumimoji="1" lang="en-US" sz="1600" b="0" dirty="0" smtClean="0">
                <a:latin typeface="맑은 고딕"/>
                <a:ea typeface="맑은 고딕"/>
              </a:rPr>
              <a:t/>
            </a:r>
            <a:br>
              <a:rPr kumimoji="1" lang="en-US" sz="1600" b="0" dirty="0" smtClean="0">
                <a:latin typeface="맑은 고딕"/>
                <a:ea typeface="맑은 고딕"/>
              </a:rPr>
            </a:br>
            <a:r>
              <a:rPr kumimoji="1" lang="en-US" altLang="ko-KR" sz="1600" b="0" dirty="0" smtClean="0">
                <a:latin typeface="+mn-ea"/>
              </a:rPr>
              <a:t>intro</a:t>
            </a:r>
            <a:r>
              <a:rPr kumimoji="1" lang="ko-KR" altLang="en-US" sz="1600" b="0" dirty="0" smtClean="0">
                <a:latin typeface="+mn-ea"/>
              </a:rPr>
              <a:t> 모델</a:t>
            </a:r>
            <a:r>
              <a:rPr kumimoji="1" lang="en-US" altLang="ko-KR" sz="1600" b="0" dirty="0" smtClean="0">
                <a:latin typeface="+mn-ea"/>
              </a:rPr>
              <a:t>2 </a:t>
            </a:r>
            <a:r>
              <a:rPr kumimoji="1" lang="ko-KR" altLang="en-US" sz="1600" b="0" dirty="0" smtClean="0">
                <a:latin typeface="+mn-ea"/>
              </a:rPr>
              <a:t>코딩 </a:t>
            </a:r>
            <a:r>
              <a:rPr kumimoji="1" lang="en-US" altLang="ko-KR" sz="1600" b="0" dirty="0" smtClean="0">
                <a:latin typeface="+mn-ea"/>
              </a:rPr>
              <a:t>-</a:t>
            </a:r>
            <a:r>
              <a:rPr kumimoji="1" lang="ko-KR" altLang="en-US" sz="1600" b="0" dirty="0" smtClean="0">
                <a:latin typeface="+mn-ea"/>
              </a:rPr>
              <a:t> </a:t>
            </a:r>
            <a:r>
              <a:rPr kumimoji="1" lang="en-US" altLang="ko-KR" sz="1600" b="0" dirty="0" smtClean="0"/>
              <a:t/>
            </a:r>
            <a:br>
              <a:rPr kumimoji="1" lang="en-US" altLang="ko-KR" sz="1600" b="0" dirty="0" smtClean="0"/>
            </a:br>
            <a:r>
              <a:rPr kumimoji="1" lang="en-US" altLang="ko-KR" sz="1600" b="0" dirty="0" smtClean="0"/>
              <a:t>10</a:t>
            </a:r>
            <a:r>
              <a:rPr kumimoji="1" lang="ko-KR" altLang="en-US" sz="1600" b="0" dirty="0" smtClean="0"/>
              <a:t>주차 발표용</a:t>
            </a:r>
            <a:br>
              <a:rPr kumimoji="1" lang="ko-KR" altLang="en-US" sz="1600" b="0" dirty="0" smtClean="0"/>
            </a:br>
            <a:r>
              <a:rPr kumimoji="1" lang="en-US" sz="1600" b="0" dirty="0" smtClean="0">
                <a:latin typeface="맑은 고딕"/>
                <a:ea typeface="맑은 고딕"/>
              </a:rPr>
              <a:t>2017.09.29</a:t>
            </a:r>
            <a:br>
              <a:rPr kumimoji="1" lang="en-US" sz="1600" b="0" dirty="0" smtClean="0">
                <a:latin typeface="맑은 고딕"/>
                <a:ea typeface="맑은 고딕"/>
              </a:rPr>
            </a:br>
            <a:endParaRPr lang="ko-KR" altLang="en-US" dirty="0"/>
          </a:p>
        </p:txBody>
      </p:sp>
      <p:sp>
        <p:nvSpPr>
          <p:cNvPr id="14" name="제목 1"/>
          <p:cNvSpPr txBox="1">
            <a:spLocks/>
          </p:cNvSpPr>
          <p:nvPr/>
        </p:nvSpPr>
        <p:spPr>
          <a:xfrm>
            <a:off x="950025" y="2398815"/>
            <a:ext cx="2505693" cy="70064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/>
          <a:p>
            <a:pPr marL="0" marR="0" lvl="0" indent="0" algn="ctr" defTabSz="914400" rtl="0" eaLnBrk="1" fontAlgn="base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5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/>
                <a:ea typeface="맑은 고딕"/>
                <a:cs typeface="+mj-cs"/>
              </a:rPr>
              <a:t>&lt; </a:t>
            </a:r>
            <a:r>
              <a:rPr kumimoji="1" lang="ko-KR" altLang="en-US" sz="15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/>
                <a:ea typeface="맑은 고딕"/>
                <a:cs typeface="+mj-cs"/>
              </a:rPr>
              <a:t>메인 </a:t>
            </a:r>
            <a:r>
              <a:rPr kumimoji="1" lang="en-US" altLang="ko-KR" sz="15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/>
                <a:ea typeface="맑은 고딕"/>
                <a:cs typeface="+mj-cs"/>
              </a:rPr>
              <a:t>animation </a:t>
            </a:r>
            <a:r>
              <a:rPr kumimoji="1" lang="ko-KR" altLang="en-US" sz="15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/>
                <a:ea typeface="맑은 고딕"/>
                <a:cs typeface="+mj-cs"/>
              </a:rPr>
              <a:t>효과</a:t>
            </a:r>
            <a:r>
              <a:rPr kumimoji="1" lang="en-US" sz="15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/>
                <a:ea typeface="맑은 고딕"/>
                <a:cs typeface="+mj-cs"/>
              </a:rPr>
              <a:t> &gt;</a:t>
            </a:r>
            <a:br>
              <a:rPr kumimoji="1" lang="en-US" sz="15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/>
                <a:ea typeface="맑은 고딕"/>
                <a:cs typeface="+mj-cs"/>
              </a:rPr>
            </a:br>
            <a:endParaRPr kumimoji="0" lang="ko-KR" altLang="en-US" sz="15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ea"/>
              <a:ea typeface="+mj-ea"/>
              <a:cs typeface="+mj-cs"/>
            </a:endParaRPr>
          </a:p>
        </p:txBody>
      </p:sp>
      <p:pic>
        <p:nvPicPr>
          <p:cNvPr id="17" name="Picture 2" descr="C:\Users\kitcoop\Desktop\02_level_1-1 - 복사본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43777" y="1021998"/>
            <a:ext cx="4318030" cy="2428892"/>
          </a:xfrm>
          <a:prstGeom prst="rect">
            <a:avLst/>
          </a:prstGeom>
          <a:noFill/>
        </p:spPr>
      </p:pic>
      <p:pic>
        <p:nvPicPr>
          <p:cNvPr id="20" name="Picture 3" descr="C:\Users\kitcoop\Desktop\캡처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619502" y="3619005"/>
            <a:ext cx="4349062" cy="2990850"/>
          </a:xfrm>
          <a:prstGeom prst="rect">
            <a:avLst/>
          </a:prstGeom>
          <a:noFill/>
        </p:spPr>
      </p:pic>
      <p:pic>
        <p:nvPicPr>
          <p:cNvPr id="21" name="Picture 4" descr="C:\Users\kitcoop\Desktop\캡처1.PN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64254" y="3214501"/>
            <a:ext cx="3571900" cy="339268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74948" y="356267"/>
            <a:ext cx="2986998" cy="1045034"/>
          </a:xfrm>
        </p:spPr>
        <p:txBody>
          <a:bodyPr>
            <a:normAutofit fontScale="90000"/>
          </a:bodyPr>
          <a:lstStyle/>
          <a:p>
            <a:pPr lvl="0" fontAlgn="base">
              <a:spcBef>
                <a:spcPts val="0"/>
              </a:spcBef>
            </a:pPr>
            <a:r>
              <a:rPr kumimoji="1" lang="en-US" sz="1700" dirty="0" smtClean="0">
                <a:latin typeface="맑은 고딕"/>
                <a:ea typeface="맑은 고딕"/>
              </a:rPr>
              <a:t>v.0.12</a:t>
            </a:r>
            <a:r>
              <a:rPr kumimoji="1" lang="en-US" sz="1600" b="0" dirty="0" smtClean="0">
                <a:latin typeface="맑은 고딕"/>
                <a:ea typeface="맑은 고딕"/>
              </a:rPr>
              <a:t/>
            </a:r>
            <a:br>
              <a:rPr kumimoji="1" lang="en-US" sz="1600" b="0" dirty="0" smtClean="0">
                <a:latin typeface="맑은 고딕"/>
                <a:ea typeface="맑은 고딕"/>
              </a:rPr>
            </a:br>
            <a:r>
              <a:rPr kumimoji="1" lang="en-US" altLang="ko-KR" sz="1600" b="0" dirty="0" smtClean="0">
                <a:latin typeface="+mn-ea"/>
              </a:rPr>
              <a:t>intro</a:t>
            </a:r>
            <a:r>
              <a:rPr kumimoji="1" lang="ko-KR" altLang="en-US" sz="1600" b="0" dirty="0" smtClean="0">
                <a:latin typeface="+mn-ea"/>
              </a:rPr>
              <a:t> 모델</a:t>
            </a:r>
            <a:r>
              <a:rPr kumimoji="1" lang="en-US" altLang="ko-KR" sz="1600" b="0" dirty="0" smtClean="0">
                <a:latin typeface="+mn-ea"/>
              </a:rPr>
              <a:t>2 </a:t>
            </a:r>
            <a:r>
              <a:rPr kumimoji="1" lang="ko-KR" altLang="en-US" sz="1600" b="0" dirty="0" smtClean="0">
                <a:latin typeface="+mn-ea"/>
              </a:rPr>
              <a:t>코딩 </a:t>
            </a:r>
            <a:r>
              <a:rPr kumimoji="1" lang="en-US" altLang="ko-KR" sz="1600" b="0" dirty="0" smtClean="0">
                <a:latin typeface="+mn-ea"/>
              </a:rPr>
              <a:t>-</a:t>
            </a:r>
            <a:r>
              <a:rPr kumimoji="1" lang="ko-KR" altLang="en-US" sz="1600" b="0" dirty="0" smtClean="0">
                <a:latin typeface="+mn-ea"/>
              </a:rPr>
              <a:t> </a:t>
            </a:r>
            <a:r>
              <a:rPr kumimoji="1" lang="en-US" altLang="ko-KR" sz="1600" b="0" dirty="0" smtClean="0"/>
              <a:t/>
            </a:r>
            <a:br>
              <a:rPr kumimoji="1" lang="en-US" altLang="ko-KR" sz="1600" b="0" dirty="0" smtClean="0"/>
            </a:br>
            <a:r>
              <a:rPr kumimoji="1" lang="en-US" altLang="ko-KR" sz="1600" b="0" dirty="0" smtClean="0"/>
              <a:t>12</a:t>
            </a:r>
            <a:r>
              <a:rPr kumimoji="1" lang="ko-KR" altLang="en-US" sz="1600" b="0" dirty="0" smtClean="0"/>
              <a:t>주차 발표용</a:t>
            </a:r>
            <a:br>
              <a:rPr kumimoji="1" lang="ko-KR" altLang="en-US" sz="1600" b="0" dirty="0" smtClean="0"/>
            </a:br>
            <a:r>
              <a:rPr kumimoji="1" lang="en-US" sz="1600" b="0" dirty="0" smtClean="0">
                <a:latin typeface="맑은 고딕"/>
                <a:ea typeface="맑은 고딕"/>
              </a:rPr>
              <a:t>2017.10.13</a:t>
            </a:r>
            <a:br>
              <a:rPr kumimoji="1" lang="en-US" sz="1600" b="0" dirty="0" smtClean="0">
                <a:latin typeface="맑은 고딕"/>
                <a:ea typeface="맑은 고딕"/>
              </a:rPr>
            </a:br>
            <a:endParaRPr lang="ko-KR" altLang="en-US" dirty="0"/>
          </a:p>
        </p:txBody>
      </p:sp>
      <p:sp>
        <p:nvSpPr>
          <p:cNvPr id="14" name="제목 1"/>
          <p:cNvSpPr txBox="1">
            <a:spLocks/>
          </p:cNvSpPr>
          <p:nvPr/>
        </p:nvSpPr>
        <p:spPr>
          <a:xfrm>
            <a:off x="5688282" y="1033152"/>
            <a:ext cx="3253836" cy="70064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/>
          <a:p>
            <a:pPr marL="0" marR="0" lvl="0" indent="0" algn="ctr" defTabSz="914400" rtl="0" eaLnBrk="1" fontAlgn="base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5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/>
                <a:ea typeface="맑은 고딕"/>
                <a:cs typeface="+mj-cs"/>
              </a:rPr>
              <a:t>&lt; </a:t>
            </a:r>
            <a:r>
              <a:rPr kumimoji="1" lang="en-US" sz="1500" b="1" dirty="0" smtClean="0">
                <a:latin typeface="맑은 고딕"/>
                <a:ea typeface="맑은 고딕"/>
                <a:cs typeface="+mj-cs"/>
              </a:rPr>
              <a:t>intro</a:t>
            </a:r>
            <a:r>
              <a:rPr kumimoji="1" lang="en-US" sz="15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/>
                <a:ea typeface="맑은 고딕"/>
                <a:cs typeface="+mj-cs"/>
              </a:rPr>
              <a:t> </a:t>
            </a:r>
            <a:r>
              <a:rPr kumimoji="1" lang="ko-KR" altLang="en-US" sz="15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/>
                <a:ea typeface="맑은 고딕"/>
                <a:cs typeface="+mj-cs"/>
              </a:rPr>
              <a:t>메인</a:t>
            </a:r>
            <a:r>
              <a:rPr kumimoji="1" lang="ko-KR" altLang="en-US" sz="1500" b="1" dirty="0" smtClean="0">
                <a:latin typeface="맑은 고딕"/>
                <a:ea typeface="맑은 고딕"/>
                <a:cs typeface="+mj-cs"/>
              </a:rPr>
              <a:t>페이지 </a:t>
            </a:r>
            <a:r>
              <a:rPr kumimoji="1" lang="en-US" altLang="ko-KR" sz="1500" b="1" dirty="0" err="1" smtClean="0">
                <a:latin typeface="맑은 고딕"/>
                <a:ea typeface="맑은 고딕"/>
                <a:cs typeface="+mj-cs"/>
              </a:rPr>
              <a:t>jsp</a:t>
            </a:r>
            <a:r>
              <a:rPr kumimoji="1" lang="ko-KR" altLang="en-US" sz="1500" b="1" dirty="0" smtClean="0">
                <a:latin typeface="맑은 고딕"/>
                <a:ea typeface="맑은 고딕"/>
                <a:cs typeface="+mj-cs"/>
              </a:rPr>
              <a:t> 파일 전환</a:t>
            </a:r>
            <a:r>
              <a:rPr kumimoji="1" lang="en-US" sz="15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/>
                <a:ea typeface="맑은 고딕"/>
                <a:cs typeface="+mj-cs"/>
              </a:rPr>
              <a:t>&gt;</a:t>
            </a:r>
            <a:br>
              <a:rPr kumimoji="1" lang="en-US" sz="15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/>
                <a:ea typeface="맑은 고딕"/>
                <a:cs typeface="+mj-cs"/>
              </a:rPr>
            </a:br>
            <a:endParaRPr kumimoji="0" lang="ko-KR" altLang="en-US" sz="15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ea"/>
              <a:ea typeface="+mj-ea"/>
              <a:cs typeface="+mj-cs"/>
            </a:endParaRPr>
          </a:p>
        </p:txBody>
      </p:sp>
      <p:pic>
        <p:nvPicPr>
          <p:cNvPr id="1026" name="Picture 2" descr="C:\Users\kitcoop\Desktop\intro1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03189" y="1624487"/>
            <a:ext cx="7364413" cy="4943475"/>
          </a:xfrm>
          <a:prstGeom prst="rect">
            <a:avLst/>
          </a:prstGeom>
          <a:noFill/>
        </p:spPr>
      </p:pic>
      <p:sp>
        <p:nvSpPr>
          <p:cNvPr id="8" name="모서리가 둥근 직사각형 7"/>
          <p:cNvSpPr/>
          <p:nvPr/>
        </p:nvSpPr>
        <p:spPr>
          <a:xfrm>
            <a:off x="3764478" y="2850079"/>
            <a:ext cx="2505693" cy="368135"/>
          </a:xfrm>
          <a:prstGeom prst="roundRect">
            <a:avLst>
              <a:gd name="adj" fmla="val 25363"/>
            </a:avLst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모서리가 둥근 직사각형 8"/>
          <p:cNvSpPr/>
          <p:nvPr/>
        </p:nvSpPr>
        <p:spPr>
          <a:xfrm>
            <a:off x="1945574" y="4643251"/>
            <a:ext cx="2614551" cy="285009"/>
          </a:xfrm>
          <a:prstGeom prst="roundRect">
            <a:avLst>
              <a:gd name="adj" fmla="val 25363"/>
            </a:avLst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제목 1"/>
          <p:cNvSpPr txBox="1">
            <a:spLocks/>
          </p:cNvSpPr>
          <p:nvPr/>
        </p:nvSpPr>
        <p:spPr>
          <a:xfrm>
            <a:off x="4429496" y="3241964"/>
            <a:ext cx="4370120" cy="59376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ko-KR" altLang="en-US" sz="1050" dirty="0" smtClean="0">
                <a:latin typeface="돋움"/>
              </a:rPr>
              <a:t>아래와 같이 </a:t>
            </a:r>
            <a:r>
              <a:rPr lang="en-US" altLang="ko-KR" sz="1050" dirty="0" smtClean="0">
                <a:latin typeface="돋움"/>
              </a:rPr>
              <a:t>CSS</a:t>
            </a:r>
            <a:r>
              <a:rPr lang="ko-KR" altLang="en-US" sz="1050" dirty="0" smtClean="0">
                <a:latin typeface="돋움"/>
              </a:rPr>
              <a:t>에 리소스를 찾도록 하면 제대로 찾지 못하고 해당 경로에서 경로를 추가하여 탐색을 하는데 그 때문에 제대로 찾지 못한다</a:t>
            </a:r>
            <a:r>
              <a:rPr kumimoji="1" lang="en-US" sz="105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맑은 고딕"/>
                <a:ea typeface="맑은 고딕"/>
                <a:cs typeface="+mj-cs"/>
              </a:rPr>
              <a:t/>
            </a:r>
            <a:br>
              <a:rPr kumimoji="1" lang="en-US" sz="105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맑은 고딕"/>
                <a:ea typeface="맑은 고딕"/>
                <a:cs typeface="+mj-cs"/>
              </a:rPr>
            </a:br>
            <a:endParaRPr kumimoji="0" lang="ko-KR" altLang="en-US" sz="105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j-ea"/>
              <a:ea typeface="+mj-ea"/>
              <a:cs typeface="+mj-cs"/>
            </a:endParaRPr>
          </a:p>
        </p:txBody>
      </p:sp>
      <p:sp>
        <p:nvSpPr>
          <p:cNvPr id="11" name="제목 1"/>
          <p:cNvSpPr txBox="1">
            <a:spLocks/>
          </p:cNvSpPr>
          <p:nvPr/>
        </p:nvSpPr>
        <p:spPr>
          <a:xfrm>
            <a:off x="4617522" y="4676898"/>
            <a:ext cx="3030186" cy="40574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b">
            <a:noAutofit/>
          </a:bodyPr>
          <a:lstStyle/>
          <a:p>
            <a:r>
              <a:rPr kumimoji="1" lang="ko-KR" altLang="en-US" sz="105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맑은 고딕"/>
                <a:ea typeface="맑은 고딕"/>
                <a:cs typeface="+mj-cs"/>
              </a:rPr>
              <a:t>내장객체를 이용하여 한글 깨짐을 방지한다</a:t>
            </a:r>
            <a:r>
              <a:rPr kumimoji="1" lang="en-US" sz="105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맑은 고딕"/>
                <a:ea typeface="맑은 고딕"/>
                <a:cs typeface="+mj-cs"/>
              </a:rPr>
              <a:t/>
            </a:r>
            <a:br>
              <a:rPr kumimoji="1" lang="en-US" sz="105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맑은 고딕"/>
                <a:ea typeface="맑은 고딕"/>
                <a:cs typeface="+mj-cs"/>
              </a:rPr>
            </a:br>
            <a:endParaRPr kumimoji="0" lang="ko-KR" altLang="en-US" sz="105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j-ea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kitcoop\Desktop\intro2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383217" y="1591294"/>
            <a:ext cx="6579520" cy="4977121"/>
          </a:xfrm>
          <a:prstGeom prst="rect">
            <a:avLst/>
          </a:prstGeom>
          <a:noFill/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74948" y="356267"/>
            <a:ext cx="2986998" cy="1045034"/>
          </a:xfrm>
        </p:spPr>
        <p:txBody>
          <a:bodyPr>
            <a:normAutofit fontScale="90000"/>
          </a:bodyPr>
          <a:lstStyle/>
          <a:p>
            <a:pPr lvl="0" fontAlgn="base">
              <a:spcBef>
                <a:spcPts val="0"/>
              </a:spcBef>
            </a:pPr>
            <a:r>
              <a:rPr kumimoji="1" lang="en-US" sz="1700" dirty="0" smtClean="0">
                <a:latin typeface="맑은 고딕"/>
                <a:ea typeface="맑은 고딕"/>
              </a:rPr>
              <a:t>v.0.12</a:t>
            </a:r>
            <a:r>
              <a:rPr kumimoji="1" lang="en-US" sz="1600" b="0" dirty="0" smtClean="0">
                <a:latin typeface="맑은 고딕"/>
                <a:ea typeface="맑은 고딕"/>
              </a:rPr>
              <a:t/>
            </a:r>
            <a:br>
              <a:rPr kumimoji="1" lang="en-US" sz="1600" b="0" dirty="0" smtClean="0">
                <a:latin typeface="맑은 고딕"/>
                <a:ea typeface="맑은 고딕"/>
              </a:rPr>
            </a:br>
            <a:r>
              <a:rPr kumimoji="1" lang="en-US" altLang="ko-KR" sz="1600" b="0" dirty="0" smtClean="0">
                <a:latin typeface="+mn-ea"/>
              </a:rPr>
              <a:t>intro</a:t>
            </a:r>
            <a:r>
              <a:rPr kumimoji="1" lang="ko-KR" altLang="en-US" sz="1600" b="0" dirty="0" smtClean="0">
                <a:latin typeface="+mn-ea"/>
              </a:rPr>
              <a:t> 모델</a:t>
            </a:r>
            <a:r>
              <a:rPr kumimoji="1" lang="en-US" altLang="ko-KR" sz="1600" b="0" dirty="0" smtClean="0">
                <a:latin typeface="+mn-ea"/>
              </a:rPr>
              <a:t>2 </a:t>
            </a:r>
            <a:r>
              <a:rPr kumimoji="1" lang="ko-KR" altLang="en-US" sz="1600" b="0" dirty="0" smtClean="0">
                <a:latin typeface="+mn-ea"/>
              </a:rPr>
              <a:t>코딩 </a:t>
            </a:r>
            <a:r>
              <a:rPr kumimoji="1" lang="en-US" altLang="ko-KR" sz="1600" b="0" dirty="0" smtClean="0">
                <a:latin typeface="+mn-ea"/>
              </a:rPr>
              <a:t>-</a:t>
            </a:r>
            <a:r>
              <a:rPr kumimoji="1" lang="ko-KR" altLang="en-US" sz="1600" b="0" dirty="0" smtClean="0">
                <a:latin typeface="+mn-ea"/>
              </a:rPr>
              <a:t> </a:t>
            </a:r>
            <a:r>
              <a:rPr kumimoji="1" lang="en-US" altLang="ko-KR" sz="1600" b="0" dirty="0" smtClean="0"/>
              <a:t/>
            </a:r>
            <a:br>
              <a:rPr kumimoji="1" lang="en-US" altLang="ko-KR" sz="1600" b="0" dirty="0" smtClean="0"/>
            </a:br>
            <a:r>
              <a:rPr kumimoji="1" lang="en-US" altLang="ko-KR" sz="1600" b="0" dirty="0" smtClean="0"/>
              <a:t>12</a:t>
            </a:r>
            <a:r>
              <a:rPr kumimoji="1" lang="ko-KR" altLang="en-US" sz="1600" b="0" dirty="0" smtClean="0"/>
              <a:t>주차 발표용</a:t>
            </a:r>
            <a:br>
              <a:rPr kumimoji="1" lang="ko-KR" altLang="en-US" sz="1600" b="0" dirty="0" smtClean="0"/>
            </a:br>
            <a:r>
              <a:rPr kumimoji="1" lang="en-US" sz="1600" b="0" dirty="0" smtClean="0">
                <a:latin typeface="맑은 고딕"/>
                <a:ea typeface="맑은 고딕"/>
              </a:rPr>
              <a:t>2017.10.13</a:t>
            </a:r>
            <a:br>
              <a:rPr kumimoji="1" lang="en-US" sz="1600" b="0" dirty="0" smtClean="0">
                <a:latin typeface="맑은 고딕"/>
                <a:ea typeface="맑은 고딕"/>
              </a:rPr>
            </a:br>
            <a:endParaRPr lang="ko-KR" altLang="en-US" dirty="0"/>
          </a:p>
        </p:txBody>
      </p:sp>
      <p:sp>
        <p:nvSpPr>
          <p:cNvPr id="14" name="제목 1"/>
          <p:cNvSpPr txBox="1">
            <a:spLocks/>
          </p:cNvSpPr>
          <p:nvPr/>
        </p:nvSpPr>
        <p:spPr>
          <a:xfrm>
            <a:off x="5379522" y="1033152"/>
            <a:ext cx="3562596" cy="70064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/>
          <a:p>
            <a:pPr marL="0" marR="0" lvl="0" indent="0" algn="ctr" defTabSz="914400" rtl="0" eaLnBrk="1" fontAlgn="base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5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/>
                <a:ea typeface="맑은 고딕"/>
                <a:cs typeface="+mj-cs"/>
              </a:rPr>
              <a:t>&lt; </a:t>
            </a:r>
            <a:r>
              <a:rPr kumimoji="1" lang="en-US" sz="15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/>
                <a:ea typeface="맑은 고딕"/>
                <a:cs typeface="+mj-cs"/>
              </a:rPr>
              <a:t>choicePlay</a:t>
            </a:r>
            <a:r>
              <a:rPr kumimoji="1" lang="en-US" sz="15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/>
                <a:ea typeface="맑은 고딕"/>
                <a:cs typeface="+mj-cs"/>
              </a:rPr>
              <a:t> </a:t>
            </a:r>
            <a:r>
              <a:rPr kumimoji="1" lang="ko-KR" altLang="en-US" sz="1500" b="1" dirty="0" smtClean="0">
                <a:latin typeface="맑은 고딕"/>
                <a:ea typeface="맑은 고딕"/>
                <a:cs typeface="+mj-cs"/>
              </a:rPr>
              <a:t>페이지 </a:t>
            </a:r>
            <a:r>
              <a:rPr kumimoji="1" lang="en-US" altLang="ko-KR" sz="1500" b="1" dirty="0" err="1" smtClean="0">
                <a:latin typeface="맑은 고딕"/>
                <a:ea typeface="맑은 고딕"/>
                <a:cs typeface="+mj-cs"/>
              </a:rPr>
              <a:t>jsp</a:t>
            </a:r>
            <a:r>
              <a:rPr kumimoji="1" lang="ko-KR" altLang="en-US" sz="1500" b="1" dirty="0" smtClean="0">
                <a:latin typeface="맑은 고딕"/>
                <a:ea typeface="맑은 고딕"/>
                <a:cs typeface="+mj-cs"/>
              </a:rPr>
              <a:t> 파일 전환</a:t>
            </a:r>
            <a:r>
              <a:rPr kumimoji="1" lang="en-US" sz="15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/>
                <a:ea typeface="맑은 고딕"/>
                <a:cs typeface="+mj-cs"/>
              </a:rPr>
              <a:t>&gt;</a:t>
            </a:r>
            <a:br>
              <a:rPr kumimoji="1" lang="en-US" sz="15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/>
                <a:ea typeface="맑은 고딕"/>
                <a:cs typeface="+mj-cs"/>
              </a:rPr>
            </a:br>
            <a:endParaRPr kumimoji="0" lang="ko-KR" altLang="en-US" sz="15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ea"/>
              <a:ea typeface="+mj-ea"/>
              <a:cs typeface="+mj-cs"/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2814452" y="2137560"/>
            <a:ext cx="4667003" cy="570014"/>
          </a:xfrm>
          <a:prstGeom prst="roundRect">
            <a:avLst>
              <a:gd name="adj" fmla="val 25363"/>
            </a:avLst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모서리가 둥근 직사각형 8"/>
          <p:cNvSpPr/>
          <p:nvPr/>
        </p:nvSpPr>
        <p:spPr>
          <a:xfrm>
            <a:off x="3275611" y="6008913"/>
            <a:ext cx="4692732" cy="403762"/>
          </a:xfrm>
          <a:prstGeom prst="roundRect">
            <a:avLst>
              <a:gd name="adj" fmla="val 25363"/>
            </a:avLst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제목 1"/>
          <p:cNvSpPr txBox="1">
            <a:spLocks/>
          </p:cNvSpPr>
          <p:nvPr/>
        </p:nvSpPr>
        <p:spPr>
          <a:xfrm>
            <a:off x="5165766" y="2743200"/>
            <a:ext cx="3170712" cy="451262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b">
            <a:noAutofit/>
          </a:bodyPr>
          <a:lstStyle/>
          <a:p>
            <a:r>
              <a:rPr kumimoji="1" lang="ko-KR" altLang="en-US" sz="105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돋움"/>
                <a:ea typeface="맑은 고딕"/>
                <a:cs typeface="+mj-cs"/>
              </a:rPr>
              <a:t>버튼을 클릭 시 선택한 값을 전달하기 위한 코딩</a:t>
            </a:r>
            <a:r>
              <a:rPr kumimoji="1" lang="en-US" sz="105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맑은 고딕"/>
                <a:ea typeface="맑은 고딕"/>
                <a:cs typeface="+mj-cs"/>
              </a:rPr>
              <a:t/>
            </a:r>
            <a:br>
              <a:rPr kumimoji="1" lang="en-US" sz="105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맑은 고딕"/>
                <a:ea typeface="맑은 고딕"/>
                <a:cs typeface="+mj-cs"/>
              </a:rPr>
            </a:br>
            <a:endParaRPr kumimoji="0" lang="ko-KR" altLang="en-US" sz="105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j-ea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74948" y="356267"/>
            <a:ext cx="2986998" cy="1045034"/>
          </a:xfrm>
        </p:spPr>
        <p:txBody>
          <a:bodyPr>
            <a:normAutofit fontScale="90000"/>
          </a:bodyPr>
          <a:lstStyle/>
          <a:p>
            <a:pPr lvl="0" fontAlgn="base">
              <a:spcBef>
                <a:spcPts val="0"/>
              </a:spcBef>
            </a:pPr>
            <a:r>
              <a:rPr kumimoji="1" lang="en-US" sz="1700" dirty="0" smtClean="0">
                <a:latin typeface="맑은 고딕"/>
                <a:ea typeface="맑은 고딕"/>
              </a:rPr>
              <a:t>v.0.12</a:t>
            </a:r>
            <a:r>
              <a:rPr kumimoji="1" lang="en-US" sz="1600" b="0" dirty="0" smtClean="0">
                <a:latin typeface="맑은 고딕"/>
                <a:ea typeface="맑은 고딕"/>
              </a:rPr>
              <a:t/>
            </a:r>
            <a:br>
              <a:rPr kumimoji="1" lang="en-US" sz="1600" b="0" dirty="0" smtClean="0">
                <a:latin typeface="맑은 고딕"/>
                <a:ea typeface="맑은 고딕"/>
              </a:rPr>
            </a:br>
            <a:r>
              <a:rPr kumimoji="1" lang="en-US" altLang="ko-KR" sz="1600" b="0" dirty="0" smtClean="0">
                <a:latin typeface="+mn-ea"/>
              </a:rPr>
              <a:t>intro</a:t>
            </a:r>
            <a:r>
              <a:rPr kumimoji="1" lang="ko-KR" altLang="en-US" sz="1600" b="0" dirty="0" smtClean="0">
                <a:latin typeface="+mn-ea"/>
              </a:rPr>
              <a:t> 모델</a:t>
            </a:r>
            <a:r>
              <a:rPr kumimoji="1" lang="en-US" altLang="ko-KR" sz="1600" b="0" dirty="0" smtClean="0">
                <a:latin typeface="+mn-ea"/>
              </a:rPr>
              <a:t>2 </a:t>
            </a:r>
            <a:r>
              <a:rPr kumimoji="1" lang="ko-KR" altLang="en-US" sz="1600" b="0" dirty="0" smtClean="0">
                <a:latin typeface="+mn-ea"/>
              </a:rPr>
              <a:t>코딩 </a:t>
            </a:r>
            <a:r>
              <a:rPr kumimoji="1" lang="en-US" altLang="ko-KR" sz="1600" b="0" dirty="0" smtClean="0">
                <a:latin typeface="+mn-ea"/>
              </a:rPr>
              <a:t>-</a:t>
            </a:r>
            <a:r>
              <a:rPr kumimoji="1" lang="ko-KR" altLang="en-US" sz="1600" b="0" dirty="0" smtClean="0">
                <a:latin typeface="+mn-ea"/>
              </a:rPr>
              <a:t> </a:t>
            </a:r>
            <a:r>
              <a:rPr kumimoji="1" lang="en-US" altLang="ko-KR" sz="1600" b="0" dirty="0" smtClean="0"/>
              <a:t/>
            </a:r>
            <a:br>
              <a:rPr kumimoji="1" lang="en-US" altLang="ko-KR" sz="1600" b="0" dirty="0" smtClean="0"/>
            </a:br>
            <a:r>
              <a:rPr kumimoji="1" lang="en-US" altLang="ko-KR" sz="1600" b="0" dirty="0" smtClean="0"/>
              <a:t>12</a:t>
            </a:r>
            <a:r>
              <a:rPr kumimoji="1" lang="ko-KR" altLang="en-US" sz="1600" b="0" dirty="0" smtClean="0"/>
              <a:t>주차 발표용</a:t>
            </a:r>
            <a:br>
              <a:rPr kumimoji="1" lang="ko-KR" altLang="en-US" sz="1600" b="0" dirty="0" smtClean="0"/>
            </a:br>
            <a:r>
              <a:rPr kumimoji="1" lang="en-US" sz="1600" b="0" dirty="0" smtClean="0">
                <a:latin typeface="맑은 고딕"/>
                <a:ea typeface="맑은 고딕"/>
              </a:rPr>
              <a:t>2017.10.13</a:t>
            </a:r>
            <a:br>
              <a:rPr kumimoji="1" lang="en-US" sz="1600" b="0" dirty="0" smtClean="0">
                <a:latin typeface="맑은 고딕"/>
                <a:ea typeface="맑은 고딕"/>
              </a:rPr>
            </a:br>
            <a:endParaRPr lang="ko-KR" altLang="en-US" dirty="0"/>
          </a:p>
        </p:txBody>
      </p:sp>
      <p:sp>
        <p:nvSpPr>
          <p:cNvPr id="14" name="제목 1"/>
          <p:cNvSpPr txBox="1">
            <a:spLocks/>
          </p:cNvSpPr>
          <p:nvPr/>
        </p:nvSpPr>
        <p:spPr>
          <a:xfrm>
            <a:off x="5213267" y="2588820"/>
            <a:ext cx="3562596" cy="70064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/>
          <a:p>
            <a:pPr marL="0" marR="0" lvl="0" indent="0" algn="ctr" defTabSz="914400" rtl="0" eaLnBrk="1" fontAlgn="base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5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/>
                <a:ea typeface="맑은 고딕"/>
                <a:cs typeface="+mj-cs"/>
              </a:rPr>
              <a:t>&lt; </a:t>
            </a:r>
            <a:r>
              <a:rPr kumimoji="1" lang="en-US" altLang="ko-KR" sz="15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/>
                <a:ea typeface="맑은 고딕"/>
                <a:cs typeface="+mj-cs"/>
              </a:rPr>
              <a:t>p</a:t>
            </a:r>
            <a:r>
              <a:rPr kumimoji="1" lang="en-US" sz="15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/>
                <a:ea typeface="맑은 고딕"/>
                <a:cs typeface="+mj-cs"/>
              </a:rPr>
              <a:t>layPro</a:t>
            </a:r>
            <a:r>
              <a:rPr kumimoji="1" lang="en-US" sz="15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/>
                <a:ea typeface="맑은 고딕"/>
                <a:cs typeface="+mj-cs"/>
              </a:rPr>
              <a:t> </a:t>
            </a:r>
            <a:r>
              <a:rPr kumimoji="1" lang="ko-KR" altLang="en-US" sz="1500" b="1" dirty="0" smtClean="0">
                <a:latin typeface="맑은 고딕"/>
                <a:ea typeface="맑은 고딕"/>
                <a:cs typeface="+mj-cs"/>
              </a:rPr>
              <a:t>페이지 </a:t>
            </a:r>
            <a:r>
              <a:rPr kumimoji="1" lang="en-US" altLang="ko-KR" sz="1500" b="1" dirty="0" err="1" smtClean="0">
                <a:latin typeface="맑은 고딕"/>
                <a:ea typeface="맑은 고딕"/>
                <a:cs typeface="+mj-cs"/>
              </a:rPr>
              <a:t>jsp</a:t>
            </a:r>
            <a:r>
              <a:rPr kumimoji="1" lang="ko-KR" altLang="en-US" sz="1500" b="1" dirty="0" smtClean="0">
                <a:latin typeface="맑은 고딕"/>
                <a:ea typeface="맑은 고딕"/>
                <a:cs typeface="+mj-cs"/>
              </a:rPr>
              <a:t> 파일 전환</a:t>
            </a:r>
            <a:r>
              <a:rPr kumimoji="1" lang="en-US" sz="15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/>
                <a:ea typeface="맑은 고딕"/>
                <a:cs typeface="+mj-cs"/>
              </a:rPr>
              <a:t>&gt;</a:t>
            </a:r>
            <a:br>
              <a:rPr kumimoji="1" lang="en-US" sz="15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/>
                <a:ea typeface="맑은 고딕"/>
                <a:cs typeface="+mj-cs"/>
              </a:rPr>
            </a:br>
            <a:endParaRPr kumimoji="0" lang="ko-KR" altLang="en-US" sz="15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ea"/>
              <a:ea typeface="+mj-ea"/>
              <a:cs typeface="+mj-cs"/>
            </a:endParaRPr>
          </a:p>
        </p:txBody>
      </p:sp>
      <p:grpSp>
        <p:nvGrpSpPr>
          <p:cNvPr id="11" name="그룹 10"/>
          <p:cNvGrpSpPr/>
          <p:nvPr/>
        </p:nvGrpSpPr>
        <p:grpSpPr>
          <a:xfrm>
            <a:off x="3149705" y="3323175"/>
            <a:ext cx="5498406" cy="2519485"/>
            <a:chOff x="3232832" y="3394426"/>
            <a:chExt cx="5498406" cy="2519485"/>
          </a:xfrm>
        </p:grpSpPr>
        <p:pic>
          <p:nvPicPr>
            <p:cNvPr id="3074" name="Picture 2" descr="C:\Users\kitcoop\Desktop\intro3.PNG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3232832" y="3394426"/>
              <a:ext cx="5498406" cy="2519485"/>
            </a:xfrm>
            <a:prstGeom prst="rect">
              <a:avLst/>
            </a:prstGeom>
            <a:noFill/>
          </p:spPr>
        </p:pic>
        <p:sp>
          <p:nvSpPr>
            <p:cNvPr id="8" name="모서리가 둥근 직사각형 7"/>
            <p:cNvSpPr/>
            <p:nvPr/>
          </p:nvSpPr>
          <p:spPr>
            <a:xfrm>
              <a:off x="3562598" y="3859481"/>
              <a:ext cx="5118266" cy="629392"/>
            </a:xfrm>
            <a:prstGeom prst="roundRect">
              <a:avLst>
                <a:gd name="adj" fmla="val 25363"/>
              </a:avLst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모서리가 둥근 직사각형 8"/>
            <p:cNvSpPr/>
            <p:nvPr/>
          </p:nvSpPr>
          <p:spPr>
            <a:xfrm>
              <a:off x="6163293" y="5023261"/>
              <a:ext cx="1805049" cy="403762"/>
            </a:xfrm>
            <a:prstGeom prst="roundRect">
              <a:avLst>
                <a:gd name="adj" fmla="val 25363"/>
              </a:avLst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제목 1"/>
            <p:cNvSpPr txBox="1">
              <a:spLocks/>
            </p:cNvSpPr>
            <p:nvPr/>
          </p:nvSpPr>
          <p:spPr>
            <a:xfrm>
              <a:off x="4631378" y="3479468"/>
              <a:ext cx="3918856" cy="308758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lIns="91440" tIns="45720" rIns="91440" bIns="45720" rtlCol="0" anchor="b">
              <a:noAutofit/>
            </a:bodyPr>
            <a:lstStyle/>
            <a:p>
              <a:r>
                <a:rPr kumimoji="1" lang="ko-KR" altLang="en-US" sz="1050" dirty="0" smtClean="0">
                  <a:latin typeface="돋움"/>
                  <a:ea typeface="맑은 고딕"/>
                  <a:cs typeface="+mj-cs"/>
                </a:rPr>
                <a:t>전 페이지에서 전달 받은 값을 받아 화면에 보이기 위한 코딩</a:t>
              </a:r>
              <a:endParaRPr kumimoji="0" lang="ko-KR" altLang="en-US" sz="105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j-ea"/>
                <a:ea typeface="+mj-ea"/>
                <a:cs typeface="+mj-cs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3167</TotalTime>
  <Words>316</Words>
  <Application>Microsoft Office PowerPoint</Application>
  <PresentationFormat>화면 슬라이드 쇼(4:3)</PresentationFormat>
  <Paragraphs>114</Paragraphs>
  <Slides>12</Slides>
  <Notes>9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3" baseType="lpstr">
      <vt:lpstr>Office 테마</vt:lpstr>
      <vt:lpstr>슬라이드 1</vt:lpstr>
      <vt:lpstr>Document History</vt:lpstr>
      <vt:lpstr>프로젝트 일정</vt:lpstr>
      <vt:lpstr>v.0.8 화면디자인 HTML,CSS 코딩 구현 – 8주차 발표용 2017.09.15 </vt:lpstr>
      <vt:lpstr>v.0.8 화면디자인 HTML,CSS 코딩 구현 – 8주차 발표용 2017.09.15 </vt:lpstr>
      <vt:lpstr>v.0.8 화면디자인 HTML,CSS 코딩 구현 – 8주차 발표용 2017.09.15 </vt:lpstr>
      <vt:lpstr>v.0.9 화면디자인 jQuery, JavaScript  코딩 구현 –  9주차 발표용 2017.09.22 </vt:lpstr>
      <vt:lpstr>v.0.9 화면디자인 jQuery, JavaScript  코딩 구현 –  9주차 발표용 2017.09.22 </vt:lpstr>
      <vt:lpstr>v.0.10 intro 모델2 코딩 -  10주차 발표용 2017.09.29 </vt:lpstr>
      <vt:lpstr>v.0.12 intro 모델2 코딩 -  12주차 발표용 2017.10.13 </vt:lpstr>
      <vt:lpstr>v.0.12 intro 모델2 코딩 -  12주차 발표용 2017.10.13 </vt:lpstr>
      <vt:lpstr>v.0.12 intro 모델2 코딩 -  12주차 발표용 2017.10.13 </vt:lpstr>
    </vt:vector>
  </TitlesOfParts>
  <Company>auney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auney</dc:creator>
  <cp:lastModifiedBy>kitcoop</cp:lastModifiedBy>
  <cp:revision>359</cp:revision>
  <dcterms:created xsi:type="dcterms:W3CDTF">2017-07-23T05:44:46Z</dcterms:created>
  <dcterms:modified xsi:type="dcterms:W3CDTF">2017-10-18T03:43:20Z</dcterms:modified>
</cp:coreProperties>
</file>