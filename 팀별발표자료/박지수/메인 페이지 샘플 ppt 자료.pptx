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62" r:id="rId4"/>
    <p:sldId id="261" r:id="rId5"/>
    <p:sldId id="263" r:id="rId6"/>
    <p:sldId id="258" r:id="rId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6" d="100"/>
          <a:sy n="86" d="100"/>
        </p:scale>
        <p:origin x="-426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각 삼각형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제목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17" name="부제목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ko-KR" altLang="en-US" smtClean="0"/>
              <a:t>마스터 부제목 스타일 편집</a:t>
            </a:r>
            <a:endParaRPr kumimoji="0" lang="en-US"/>
          </a:p>
        </p:txBody>
      </p:sp>
      <p:grpSp>
        <p:nvGrpSpPr>
          <p:cNvPr id="2" name="그룹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자유형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자유형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자유형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직선 연결선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날짜 개체 틀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AF957CBD-9E13-4C8F-8A1C-2B876D3E38C1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19" name="바닥글 개체 틀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ko-KR" altLang="en-US"/>
          </a:p>
        </p:txBody>
      </p:sp>
      <p:sp>
        <p:nvSpPr>
          <p:cNvPr id="27" name="슬라이드 번호 개체 틀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E0CF00AC-E1AA-480F-ABF4-3BA72D0F3D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F957CBD-9E13-4C8F-8A1C-2B876D3E38C1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0CF00AC-E1AA-480F-ABF4-3BA72D0F3DB4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F957CBD-9E13-4C8F-8A1C-2B876D3E38C1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0CF00AC-E1AA-480F-ABF4-3BA72D0F3DB4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갈매기형 수장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갈매기형 수장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F957CBD-9E13-4C8F-8A1C-2B876D3E38C1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0CF00AC-E1AA-480F-ABF4-3BA72D0F3DB4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비교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F957CBD-9E13-4C8F-8A1C-2B876D3E38C1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0CF00AC-E1AA-480F-ABF4-3BA72D0F3D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F957CBD-9E13-4C8F-8A1C-2B876D3E38C1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0CF00AC-E1AA-480F-ABF4-3BA72D0F3DB4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F957CBD-9E13-4C8F-8A1C-2B876D3E38C1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0CF00AC-E1AA-480F-ABF4-3BA72D0F3D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AF957CBD-9E13-4C8F-8A1C-2B876D3E38C1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0CF00AC-E1AA-480F-ABF4-3BA72D0F3D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ko-KR" altLang="en-US" smtClean="0"/>
              <a:t>그림을 추가하려면 아이콘을 클릭하십시오</a:t>
            </a:r>
            <a:endParaRPr kumimoji="0" lang="en-US" dirty="0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AF957CBD-9E13-4C8F-8A1C-2B876D3E38C1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E0CF00AC-E1AA-480F-ABF4-3BA72D0F3DB4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8" name="자유형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자유형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직각 삼각형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직선 연결선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갈매기형 수장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갈매기형 수장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F957CBD-9E13-4C8F-8A1C-2B876D3E38C1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0CF00AC-E1AA-480F-ABF4-3BA72D0F3D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F957CBD-9E13-4C8F-8A1C-2B876D3E38C1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0CF00AC-E1AA-480F-ABF4-3BA72D0F3D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자유형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직각 삼각형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직선 연결선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제목 개체 틀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0" name="텍스트 개체 틀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 smtClean="0"/>
              <a:t>둘째 수준</a:t>
            </a:r>
          </a:p>
          <a:p>
            <a:pPr lvl="2" eaLnBrk="1" latinLnBrk="0" hangingPunct="1"/>
            <a:r>
              <a:rPr kumimoji="0" lang="ko-KR" altLang="en-US" smtClean="0"/>
              <a:t>셋째 수준</a:t>
            </a:r>
          </a:p>
          <a:p>
            <a:pPr lvl="3" eaLnBrk="1" latinLnBrk="0" hangingPunct="1"/>
            <a:r>
              <a:rPr kumimoji="0" lang="ko-KR" altLang="en-US" smtClean="0"/>
              <a:t>넷째 수준</a:t>
            </a:r>
          </a:p>
          <a:p>
            <a:pPr lvl="4" eaLnBrk="1" latinLnBrk="0" hangingPunct="1"/>
            <a:r>
              <a:rPr kumimoji="0" lang="ko-KR" altLang="en-US" smtClean="0"/>
              <a:t>다섯째 수준</a:t>
            </a:r>
            <a:endParaRPr kumimoji="0" lang="en-US"/>
          </a:p>
        </p:txBody>
      </p:sp>
      <p:sp>
        <p:nvSpPr>
          <p:cNvPr id="10" name="날짜 개체 틀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AF957CBD-9E13-4C8F-8A1C-2B876D3E38C1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22" name="바닥글 개체 틀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ko-KR" altLang="en-US"/>
          </a:p>
        </p:txBody>
      </p:sp>
      <p:sp>
        <p:nvSpPr>
          <p:cNvPr id="18" name="슬라이드 번호 개체 틀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E0CF00AC-E1AA-480F-ABF4-3BA72D0F3D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1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1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1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1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1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1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71472" y="2500306"/>
            <a:ext cx="7772400" cy="1755777"/>
          </a:xfrm>
        </p:spPr>
        <p:txBody>
          <a:bodyPr>
            <a:normAutofit fontScale="90000"/>
          </a:bodyPr>
          <a:lstStyle/>
          <a:p>
            <a:r>
              <a:rPr lang="ko-KR" altLang="en-US" dirty="0" smtClean="0"/>
              <a:t>메인 페이지 </a:t>
            </a:r>
            <a:r>
              <a:rPr lang="ko-KR" altLang="en-US" dirty="0" smtClean="0"/>
              <a:t>샘플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PPT </a:t>
            </a:r>
            <a:r>
              <a:rPr lang="ko-KR" altLang="en-US" dirty="0" smtClean="0"/>
              <a:t>홈페이지 제작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sz="2200" dirty="0" smtClean="0"/>
              <a:t>수강생</a:t>
            </a:r>
            <a:r>
              <a:rPr lang="en-US" altLang="ko-KR" sz="2200" dirty="0" smtClean="0"/>
              <a:t>: </a:t>
            </a:r>
            <a:r>
              <a:rPr lang="ko-KR" altLang="en-US" sz="2200" dirty="0" smtClean="0"/>
              <a:t>박지수 </a:t>
            </a:r>
            <a:endParaRPr lang="ko-KR" alt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ko-KR" altLang="en-US" dirty="0" smtClean="0"/>
              <a:t>메인 페이지</a:t>
            </a:r>
            <a:r>
              <a:rPr lang="en-US" altLang="ko-KR" dirty="0" smtClean="0"/>
              <a:t>-1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6072198" y="1214422"/>
            <a:ext cx="2857520" cy="4286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6929454" y="1285860"/>
            <a:ext cx="14287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smtClean="0"/>
              <a:t>로그인 메뉴 </a:t>
            </a:r>
            <a:endParaRPr lang="ko-KR" altLang="en-US" sz="1600" b="1" dirty="0"/>
          </a:p>
        </p:txBody>
      </p:sp>
      <p:sp>
        <p:nvSpPr>
          <p:cNvPr id="8" name="직사각형 7"/>
          <p:cNvSpPr/>
          <p:nvPr/>
        </p:nvSpPr>
        <p:spPr>
          <a:xfrm>
            <a:off x="285720" y="1785926"/>
            <a:ext cx="3143272" cy="10001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b="1" dirty="0" smtClean="0">
                <a:solidFill>
                  <a:schemeClr val="tx1"/>
                </a:solidFill>
              </a:rPr>
              <a:t>메인 페이지 제목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algn="ctr"/>
            <a:endParaRPr lang="en-US" altLang="ko-KR" dirty="0" smtClean="0"/>
          </a:p>
        </p:txBody>
      </p:sp>
      <p:sp>
        <p:nvSpPr>
          <p:cNvPr id="9" name="직사각형 8"/>
          <p:cNvSpPr/>
          <p:nvPr/>
        </p:nvSpPr>
        <p:spPr>
          <a:xfrm>
            <a:off x="3571868" y="1785926"/>
            <a:ext cx="5357850" cy="10001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 smtClean="0">
                <a:solidFill>
                  <a:schemeClr val="tx1"/>
                </a:solidFill>
              </a:rPr>
              <a:t>상단메뉴</a:t>
            </a:r>
            <a:endParaRPr lang="en-US" altLang="ko-KR" b="1" dirty="0" smtClean="0">
              <a:solidFill>
                <a:schemeClr val="tx1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285720" y="2928934"/>
            <a:ext cx="8643998" cy="364333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2000" b="1" dirty="0" smtClean="0">
              <a:solidFill>
                <a:srgbClr val="FF0000"/>
              </a:solidFill>
            </a:endParaRPr>
          </a:p>
          <a:p>
            <a:endParaRPr lang="en-US" altLang="ko-KR" sz="2000" b="1" dirty="0" smtClean="0">
              <a:solidFill>
                <a:srgbClr val="FF0000"/>
              </a:solidFill>
            </a:endParaRPr>
          </a:p>
          <a:p>
            <a:endParaRPr lang="en-US" altLang="ko-KR" sz="2000" b="1" dirty="0" smtClean="0">
              <a:solidFill>
                <a:srgbClr val="FF0000"/>
              </a:solidFill>
            </a:endParaRPr>
          </a:p>
          <a:p>
            <a:endParaRPr lang="en-US" altLang="ko-KR" sz="2000" b="1" dirty="0" smtClean="0">
              <a:solidFill>
                <a:srgbClr val="FF0000"/>
              </a:solidFill>
            </a:endParaRPr>
          </a:p>
          <a:p>
            <a:endParaRPr lang="en-US" altLang="ko-KR" sz="2000" b="1" dirty="0" smtClean="0">
              <a:solidFill>
                <a:srgbClr val="FF0000"/>
              </a:solidFill>
            </a:endParaRPr>
          </a:p>
          <a:p>
            <a:endParaRPr lang="en-US" altLang="ko-KR" sz="2000" b="1" dirty="0" smtClean="0">
              <a:solidFill>
                <a:srgbClr val="FF0000"/>
              </a:solidFill>
            </a:endParaRPr>
          </a:p>
          <a:p>
            <a:endParaRPr lang="en-US" altLang="ko-KR" sz="2000" b="1" dirty="0" smtClean="0">
              <a:solidFill>
                <a:srgbClr val="FF0000"/>
              </a:solidFill>
            </a:endParaRPr>
          </a:p>
          <a:p>
            <a:endParaRPr lang="en-US" altLang="ko-KR" sz="2000" b="1" dirty="0" smtClean="0">
              <a:solidFill>
                <a:srgbClr val="FF0000"/>
              </a:solidFill>
            </a:endParaRPr>
          </a:p>
          <a:p>
            <a:endParaRPr lang="en-US" altLang="ko-KR" sz="2000" b="1" dirty="0" smtClean="0">
              <a:solidFill>
                <a:srgbClr val="FF0000"/>
              </a:solidFill>
            </a:endParaRPr>
          </a:p>
          <a:p>
            <a:endParaRPr lang="en-US" altLang="ko-KR" sz="2000" b="1" dirty="0" smtClean="0">
              <a:solidFill>
                <a:srgbClr val="FF0000"/>
              </a:solidFill>
            </a:endParaRPr>
          </a:p>
          <a:p>
            <a:r>
              <a:rPr lang="ko-KR" altLang="en-US" sz="2000" b="1" dirty="0" smtClean="0">
                <a:solidFill>
                  <a:srgbClr val="FF0000"/>
                </a:solidFill>
              </a:rPr>
              <a:t>                        </a:t>
            </a:r>
            <a:r>
              <a:rPr lang="ko-KR" altLang="en-US" sz="2000" b="1" dirty="0" smtClean="0">
                <a:solidFill>
                  <a:schemeClr val="tx1"/>
                </a:solidFill>
              </a:rPr>
              <a:t>이미지 부분</a:t>
            </a:r>
            <a:r>
              <a:rPr lang="en-US" altLang="ko-KR" sz="2000" b="1" dirty="0" smtClean="0">
                <a:solidFill>
                  <a:schemeClr val="tx1"/>
                </a:solidFill>
              </a:rPr>
              <a:t>- </a:t>
            </a:r>
            <a:r>
              <a:rPr lang="ko-KR" altLang="en-US" sz="2000" b="1" dirty="0" smtClean="0">
                <a:solidFill>
                  <a:schemeClr val="tx1"/>
                </a:solidFill>
              </a:rPr>
              <a:t>슬라이더 이용  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endParaRPr lang="en-US" altLang="ko-KR" b="1" dirty="0" smtClean="0">
              <a:solidFill>
                <a:srgbClr val="FF0000"/>
              </a:solidFill>
            </a:endParaRPr>
          </a:p>
          <a:p>
            <a:endParaRPr lang="en-US" altLang="ko-KR" b="1" dirty="0" smtClean="0">
              <a:solidFill>
                <a:srgbClr val="FF0000"/>
              </a:solidFill>
            </a:endParaRPr>
          </a:p>
          <a:p>
            <a:endParaRPr lang="en-US" altLang="ko-KR" b="1" dirty="0" smtClean="0">
              <a:solidFill>
                <a:srgbClr val="FF0000"/>
              </a:solidFill>
            </a:endParaRPr>
          </a:p>
          <a:p>
            <a:endParaRPr lang="en-US" altLang="ko-KR" b="1" dirty="0" smtClean="0">
              <a:solidFill>
                <a:srgbClr val="FF0000"/>
              </a:solidFill>
            </a:endParaRPr>
          </a:p>
          <a:p>
            <a:endParaRPr lang="en-US" altLang="ko-KR" b="1" dirty="0" smtClean="0">
              <a:solidFill>
                <a:srgbClr val="FF0000"/>
              </a:solidFill>
            </a:endParaRPr>
          </a:p>
          <a:p>
            <a:endParaRPr lang="en-US" altLang="ko-KR" b="1" dirty="0" smtClean="0">
              <a:solidFill>
                <a:srgbClr val="FF0000"/>
              </a:solidFill>
            </a:endParaRPr>
          </a:p>
          <a:p>
            <a:endParaRPr lang="en-US" altLang="ko-KR" b="1" dirty="0" smtClean="0">
              <a:solidFill>
                <a:srgbClr val="FF0000"/>
              </a:solidFill>
            </a:endParaRPr>
          </a:p>
          <a:p>
            <a:endParaRPr lang="en-US" altLang="ko-KR" b="1" dirty="0" smtClean="0">
              <a:solidFill>
                <a:srgbClr val="FF0000"/>
              </a:solidFill>
            </a:endParaRPr>
          </a:p>
          <a:p>
            <a:endParaRPr lang="en-US" altLang="ko-KR" b="1" dirty="0" smtClean="0">
              <a:solidFill>
                <a:srgbClr val="FF0000"/>
              </a:solidFill>
            </a:endParaRPr>
          </a:p>
          <a:p>
            <a:endParaRPr lang="en-US" altLang="ko-KR" b="1" dirty="0" smtClean="0">
              <a:solidFill>
                <a:srgbClr val="FF0000"/>
              </a:solidFill>
            </a:endParaRPr>
          </a:p>
          <a:p>
            <a:endParaRPr lang="en-US" altLang="ko-KR" b="1" dirty="0" smtClean="0">
              <a:solidFill>
                <a:srgbClr val="FF0000"/>
              </a:solidFill>
            </a:endParaRPr>
          </a:p>
          <a:p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ko-KR" altLang="en-US" dirty="0" smtClean="0"/>
              <a:t>메인 페이지</a:t>
            </a:r>
            <a:r>
              <a:rPr lang="en-US" altLang="ko-KR" dirty="0" smtClean="0"/>
              <a:t>-1</a:t>
            </a:r>
            <a:endParaRPr lang="ko-KR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357298"/>
            <a:ext cx="9039225" cy="535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ko-KR" altLang="en-US" dirty="0" smtClean="0"/>
              <a:t>메인 페이지</a:t>
            </a:r>
            <a:r>
              <a:rPr lang="en-US" altLang="ko-KR" dirty="0" smtClean="0"/>
              <a:t> 1-2)</a:t>
            </a:r>
            <a:endParaRPr lang="ko-KR" altLang="en-US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1357298"/>
            <a:ext cx="5438775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직사각형 14"/>
          <p:cNvSpPr/>
          <p:nvPr/>
        </p:nvSpPr>
        <p:spPr>
          <a:xfrm>
            <a:off x="1428728" y="1500174"/>
            <a:ext cx="2357454" cy="492922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16" name="오른쪽 화살표 15"/>
          <p:cNvSpPr/>
          <p:nvPr/>
        </p:nvSpPr>
        <p:spPr>
          <a:xfrm>
            <a:off x="3786182" y="1785926"/>
            <a:ext cx="2357454" cy="428628"/>
          </a:xfrm>
          <a:prstGeom prst="rightArrow">
            <a:avLst>
              <a:gd name="adj1" fmla="val 50000"/>
              <a:gd name="adj2" fmla="val 163092"/>
            </a:avLst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57950" y="1357298"/>
            <a:ext cx="1500198" cy="180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9" name="TextBox 18"/>
          <p:cNvSpPr txBox="1"/>
          <p:nvPr/>
        </p:nvSpPr>
        <p:spPr>
          <a:xfrm>
            <a:off x="6286512" y="3357562"/>
            <a:ext cx="200026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1)</a:t>
            </a:r>
            <a:r>
              <a:rPr lang="ko-KR" altLang="en-US" sz="1400" dirty="0" smtClean="0"/>
              <a:t>마우스 드래그 할 때 상단 메뉴의 색이 초록색 값으로 변경</a:t>
            </a:r>
            <a:endParaRPr lang="en-US" altLang="ko-KR" sz="1400" dirty="0" smtClean="0"/>
          </a:p>
          <a:p>
            <a:endParaRPr lang="en-US" altLang="ko-KR" sz="1400" dirty="0" smtClean="0"/>
          </a:p>
          <a:p>
            <a:r>
              <a:rPr lang="en-US" altLang="ko-KR" sz="1400" dirty="0" smtClean="0"/>
              <a:t>2)</a:t>
            </a:r>
            <a:r>
              <a:rPr lang="ko-KR" altLang="en-US" sz="1400" dirty="0" smtClean="0"/>
              <a:t>마우스를 클릭하면 </a:t>
            </a:r>
            <a:r>
              <a:rPr lang="ko-KR" altLang="en-US" sz="1400" dirty="0" err="1" smtClean="0"/>
              <a:t>글자색을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빨간색으로 변경</a:t>
            </a:r>
            <a:endParaRPr lang="en-US" altLang="ko-KR" sz="1400" dirty="0" smtClean="0"/>
          </a:p>
        </p:txBody>
      </p:sp>
      <p:sp>
        <p:nvSpPr>
          <p:cNvPr id="20" name="순서도: 처리 19"/>
          <p:cNvSpPr/>
          <p:nvPr/>
        </p:nvSpPr>
        <p:spPr>
          <a:xfrm>
            <a:off x="6215074" y="1214422"/>
            <a:ext cx="2357454" cy="3929090"/>
          </a:xfrm>
          <a:prstGeom prst="flowChartProces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순서도: 처리 7"/>
          <p:cNvSpPr/>
          <p:nvPr/>
        </p:nvSpPr>
        <p:spPr>
          <a:xfrm>
            <a:off x="142844" y="1142984"/>
            <a:ext cx="1714512" cy="1857388"/>
          </a:xfrm>
          <a:prstGeom prst="flowChartProcess">
            <a:avLst/>
          </a:prstGeom>
          <a:noFill/>
          <a:ln w="635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순서도: 처리 10"/>
          <p:cNvSpPr/>
          <p:nvPr/>
        </p:nvSpPr>
        <p:spPr>
          <a:xfrm>
            <a:off x="1857356" y="1142984"/>
            <a:ext cx="1928826" cy="1857388"/>
          </a:xfrm>
          <a:prstGeom prst="flowChartProcess">
            <a:avLst/>
          </a:prstGeom>
          <a:noFill/>
          <a:ln w="635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순서도: 처리 11"/>
          <p:cNvSpPr/>
          <p:nvPr/>
        </p:nvSpPr>
        <p:spPr>
          <a:xfrm>
            <a:off x="3786182" y="1142984"/>
            <a:ext cx="1785950" cy="1857388"/>
          </a:xfrm>
          <a:prstGeom prst="flowChartProcess">
            <a:avLst/>
          </a:prstGeom>
          <a:noFill/>
          <a:ln w="635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2000232" y="1559470"/>
            <a:ext cx="1571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상품이미지</a:t>
            </a:r>
            <a:r>
              <a:rPr lang="en-US" altLang="ko-KR" dirty="0" smtClean="0"/>
              <a:t>2</a:t>
            </a:r>
            <a:endParaRPr lang="ko-KR" alt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214282" y="1559470"/>
            <a:ext cx="1571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상품이미지</a:t>
            </a:r>
            <a:r>
              <a:rPr lang="en-US" altLang="ko-KR" dirty="0" smtClean="0"/>
              <a:t>3</a:t>
            </a:r>
            <a:endParaRPr lang="ko-KR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3857620" y="1559470"/>
            <a:ext cx="1571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상품이미지</a:t>
            </a:r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21" name="순서도: 처리 20"/>
          <p:cNvSpPr/>
          <p:nvPr/>
        </p:nvSpPr>
        <p:spPr>
          <a:xfrm>
            <a:off x="5929322" y="785794"/>
            <a:ext cx="2857520" cy="2214578"/>
          </a:xfrm>
          <a:prstGeom prst="flowChartProcess">
            <a:avLst/>
          </a:prstGeom>
          <a:noFill/>
          <a:ln w="635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6357950" y="1568223"/>
            <a:ext cx="22145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대표 캐릭터</a:t>
            </a:r>
            <a:endParaRPr lang="en-US" altLang="ko-KR" dirty="0" smtClean="0"/>
          </a:p>
          <a:p>
            <a:r>
              <a:rPr lang="ko-KR" altLang="en-US" dirty="0" smtClean="0"/>
              <a:t> 이미지 및 설명</a:t>
            </a:r>
            <a:endParaRPr lang="ko-KR" altLang="en-US" dirty="0"/>
          </a:p>
        </p:txBody>
      </p:sp>
      <p:sp>
        <p:nvSpPr>
          <p:cNvPr id="24" name="순서도: 처리 23"/>
          <p:cNvSpPr/>
          <p:nvPr/>
        </p:nvSpPr>
        <p:spPr>
          <a:xfrm>
            <a:off x="142844" y="3143248"/>
            <a:ext cx="4214842" cy="2500330"/>
          </a:xfrm>
          <a:prstGeom prst="flowChartProcess">
            <a:avLst/>
          </a:prstGeom>
          <a:noFill/>
          <a:ln w="635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순서도: 처리 24"/>
          <p:cNvSpPr/>
          <p:nvPr/>
        </p:nvSpPr>
        <p:spPr>
          <a:xfrm>
            <a:off x="4572000" y="3143248"/>
            <a:ext cx="4214842" cy="2500330"/>
          </a:xfrm>
          <a:prstGeom prst="flowChartProcess">
            <a:avLst/>
          </a:prstGeom>
          <a:noFill/>
          <a:ln w="635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/>
          <p:cNvSpPr txBox="1"/>
          <p:nvPr/>
        </p:nvSpPr>
        <p:spPr>
          <a:xfrm>
            <a:off x="1357290" y="3643314"/>
            <a:ext cx="235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동영상 재생</a:t>
            </a:r>
            <a:endParaRPr lang="ko-KR" alt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5143504" y="3500438"/>
            <a:ext cx="30718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상품평</a:t>
            </a:r>
            <a:r>
              <a:rPr lang="ko-KR" altLang="en-US" dirty="0" smtClean="0"/>
              <a:t> 및 만족도</a:t>
            </a:r>
            <a:endParaRPr lang="en-US" altLang="ko-KR" dirty="0" smtClean="0"/>
          </a:p>
          <a:p>
            <a:r>
              <a:rPr lang="ko-KR" altLang="en-US" dirty="0" smtClean="0"/>
              <a:t> </a:t>
            </a:r>
            <a:r>
              <a:rPr lang="en-US" altLang="ko-KR" dirty="0" smtClean="0"/>
              <a:t>(</a:t>
            </a:r>
            <a:r>
              <a:rPr lang="ko-KR" altLang="en-US" dirty="0" smtClean="0"/>
              <a:t>이미지 그림</a:t>
            </a:r>
            <a:r>
              <a:rPr lang="en-US" altLang="ko-KR" dirty="0" smtClean="0"/>
              <a:t>-4)</a:t>
            </a:r>
            <a:endParaRPr lang="ko-KR" alt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357158" y="5929330"/>
            <a:ext cx="8501122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/>
              <a:t>서비스 이용약관   </a:t>
            </a:r>
            <a:r>
              <a:rPr lang="en-US" altLang="ko-KR" sz="1400" dirty="0" smtClean="0"/>
              <a:t>|   </a:t>
            </a:r>
            <a:r>
              <a:rPr lang="ko-KR" altLang="en-US" sz="1400" dirty="0" smtClean="0"/>
              <a:t>개인정보 방침    </a:t>
            </a:r>
            <a:r>
              <a:rPr lang="en-US" altLang="ko-KR" sz="1400" dirty="0" smtClean="0"/>
              <a:t>|  </a:t>
            </a:r>
            <a:r>
              <a:rPr lang="ko-KR" altLang="en-US" sz="1400" dirty="0" smtClean="0"/>
              <a:t>고객 서비스센터       </a:t>
            </a:r>
            <a:r>
              <a:rPr lang="en-US" altLang="ko-KR" sz="1400" dirty="0" smtClean="0"/>
              <a:t>| </a:t>
            </a:r>
            <a:r>
              <a:rPr lang="ko-KR" altLang="en-US" sz="1400" dirty="0" smtClean="0"/>
              <a:t>영상정보처리기 운영방침</a:t>
            </a:r>
            <a:endParaRPr lang="en-US" altLang="ko-KR" sz="1400" dirty="0" smtClean="0"/>
          </a:p>
          <a:p>
            <a:r>
              <a:rPr lang="ko-KR" altLang="en-US" sz="1400" dirty="0" smtClean="0"/>
              <a:t>관련 </a:t>
            </a:r>
            <a:r>
              <a:rPr lang="ko-KR" altLang="en-US" sz="1400" dirty="0" err="1" smtClean="0"/>
              <a:t>블로그</a:t>
            </a:r>
            <a:r>
              <a:rPr lang="ko-KR" altLang="en-US" sz="1400" dirty="0" smtClean="0"/>
              <a:t> 주소  </a:t>
            </a:r>
            <a:r>
              <a:rPr lang="en-US" altLang="ko-KR" sz="1400" dirty="0" smtClean="0"/>
              <a:t>|</a:t>
            </a:r>
            <a:r>
              <a:rPr lang="ko-KR" altLang="en-US" sz="1400" dirty="0" smtClean="0"/>
              <a:t>  관련 </a:t>
            </a:r>
            <a:r>
              <a:rPr lang="ko-KR" altLang="en-US" sz="1400" dirty="0" err="1" smtClean="0"/>
              <a:t>이메일</a:t>
            </a:r>
            <a:r>
              <a:rPr lang="ko-KR" altLang="en-US" sz="1400" dirty="0" smtClean="0"/>
              <a:t> 주소 </a:t>
            </a:r>
            <a:r>
              <a:rPr lang="en-US" altLang="ko-KR" sz="1400" dirty="0" smtClean="0"/>
              <a:t>|</a:t>
            </a:r>
            <a:r>
              <a:rPr lang="ko-KR" altLang="en-US" sz="1400" dirty="0" smtClean="0"/>
              <a:t>         전화번호          </a:t>
            </a:r>
            <a:r>
              <a:rPr lang="en-US" altLang="ko-KR" sz="1400" dirty="0" smtClean="0"/>
              <a:t>|</a:t>
            </a:r>
            <a:r>
              <a:rPr lang="ko-KR" altLang="en-US" sz="1400" dirty="0" smtClean="0"/>
              <a:t> 팩스 번호   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endParaRPr lang="ko-KR" altLang="en-US" dirty="0"/>
          </a:p>
        </p:txBody>
      </p:sp>
      <p:sp>
        <p:nvSpPr>
          <p:cNvPr id="34" name="순서도: 처리 33"/>
          <p:cNvSpPr/>
          <p:nvPr/>
        </p:nvSpPr>
        <p:spPr>
          <a:xfrm>
            <a:off x="142844" y="5786454"/>
            <a:ext cx="8643998" cy="785818"/>
          </a:xfrm>
          <a:prstGeom prst="flowChartProcess">
            <a:avLst/>
          </a:prstGeom>
          <a:noFill/>
          <a:ln w="635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/>
          <p:cNvSpPr txBox="1"/>
          <p:nvPr/>
        </p:nvSpPr>
        <p:spPr>
          <a:xfrm>
            <a:off x="6643702" y="6286520"/>
            <a:ext cx="2000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ym typeface="Wingdings" pitchFamily="2" charset="2"/>
              </a:rPr>
              <a:t>&lt; -</a:t>
            </a:r>
            <a:r>
              <a:rPr lang="en-US" altLang="ko-KR" dirty="0" smtClean="0"/>
              <a:t> </a:t>
            </a:r>
            <a:r>
              <a:rPr lang="ko-KR" altLang="en-US" dirty="0" smtClean="0"/>
              <a:t>밑단부분 </a:t>
            </a:r>
            <a:r>
              <a:rPr lang="en-US" altLang="ko-KR" dirty="0" smtClean="0"/>
              <a:t>-</a:t>
            </a:r>
            <a:r>
              <a:rPr lang="ko-KR" altLang="en-US" dirty="0" smtClean="0"/>
              <a:t> </a:t>
            </a:r>
            <a:r>
              <a:rPr lang="en-US" altLang="ko-KR" dirty="0" smtClean="0"/>
              <a:t>&gt;</a:t>
            </a:r>
            <a:endParaRPr lang="ko-KR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14282" y="214290"/>
            <a:ext cx="51435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 err="1" smtClean="0"/>
              <a:t>메인페이지</a:t>
            </a:r>
            <a:r>
              <a:rPr lang="en-US" altLang="ko-KR" sz="4000" dirty="0" smtClean="0"/>
              <a:t>-2</a:t>
            </a:r>
            <a:endParaRPr lang="ko-KR" alt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 err="1" smtClean="0"/>
              <a:t>메인페이지</a:t>
            </a:r>
            <a:r>
              <a:rPr lang="en-US" altLang="ko-KR" sz="2400" dirty="0" smtClean="0"/>
              <a:t>-2</a:t>
            </a:r>
            <a:endParaRPr lang="ko-KR" altLang="en-US" sz="2400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1285860"/>
            <a:ext cx="8743950" cy="5072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광장">
  <a:themeElements>
    <a:clrScheme name="광장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광장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광장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82</TotalTime>
  <Words>104</Words>
  <Application>Microsoft Office PowerPoint</Application>
  <PresentationFormat>화면 슬라이드 쇼(4:3)</PresentationFormat>
  <Paragraphs>45</Paragraphs>
  <Slides>6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7" baseType="lpstr">
      <vt:lpstr>광장</vt:lpstr>
      <vt:lpstr>메인 페이지 샘플 PPT 홈페이지 제작 수강생: 박지수 </vt:lpstr>
      <vt:lpstr>메인 페이지-1</vt:lpstr>
      <vt:lpstr>메인 페이지-1</vt:lpstr>
      <vt:lpstr>메인 페이지 1-2)</vt:lpstr>
      <vt:lpstr>슬라이드 5</vt:lpstr>
      <vt:lpstr>메인페이지-2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메인 페이지 샘플</dc:title>
  <dc:creator>kitcoop</dc:creator>
  <cp:lastModifiedBy>kitcoop</cp:lastModifiedBy>
  <cp:revision>17</cp:revision>
  <dcterms:created xsi:type="dcterms:W3CDTF">2017-05-22T05:12:01Z</dcterms:created>
  <dcterms:modified xsi:type="dcterms:W3CDTF">2017-05-26T09:02:15Z</dcterms:modified>
</cp:coreProperties>
</file>