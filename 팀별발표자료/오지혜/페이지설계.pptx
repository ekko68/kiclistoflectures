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9"/>
  </p:notesMasterIdLst>
  <p:sldIdLst>
    <p:sldId id="265" r:id="rId2"/>
    <p:sldId id="261" r:id="rId3"/>
    <p:sldId id="262" r:id="rId4"/>
    <p:sldId id="263" r:id="rId5"/>
    <p:sldId id="264" r:id="rId6"/>
    <p:sldId id="266" r:id="rId7"/>
    <p:sldId id="267" r:id="rId8"/>
  </p:sldIdLst>
  <p:sldSz cx="9144000" cy="6858000" type="screen4x3"/>
  <p:notesSz cx="6858000" cy="9144000"/>
  <p:embeddedFontLst>
    <p:embeddedFont>
      <p:font typeface="나눔바른고딕 Light" pitchFamily="50" charset="-127"/>
      <p:regular r:id="rId10"/>
    </p:embeddedFont>
    <p:embeddedFont>
      <p:font typeface="나눔바른고딕 UltraLight" pitchFamily="50" charset="-127"/>
      <p:regular r:id="rId11"/>
    </p:embeddedFont>
    <p:embeddedFont>
      <p:font typeface="맑은 고딕" pitchFamily="50" charset="-127"/>
      <p:regular r:id="rId12"/>
      <p:bold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824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409EB-A716-4989-9272-F623241EC6B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DED03-6BD2-4FF2-A649-1D3C4C5EA39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047BB-3D11-4FCD-A10A-F1CDC91AD7C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3D17-62E1-4C16-901A-56AFF25A67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047BB-3D11-4FCD-A10A-F1CDC91AD7C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3D17-62E1-4C16-901A-56AFF25A67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047BB-3D11-4FCD-A10A-F1CDC91AD7C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3D17-62E1-4C16-901A-56AFF25A67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047BB-3D11-4FCD-A10A-F1CDC91AD7C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3D17-62E1-4C16-901A-56AFF25A67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047BB-3D11-4FCD-A10A-F1CDC91AD7C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3D17-62E1-4C16-901A-56AFF25A67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047BB-3D11-4FCD-A10A-F1CDC91AD7C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3D17-62E1-4C16-901A-56AFF25A67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047BB-3D11-4FCD-A10A-F1CDC91AD7C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3D17-62E1-4C16-901A-56AFF25A67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047BB-3D11-4FCD-A10A-F1CDC91AD7C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3D17-62E1-4C16-901A-56AFF25A67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047BB-3D11-4FCD-A10A-F1CDC91AD7C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3D17-62E1-4C16-901A-56AFF25A67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047BB-3D11-4FCD-A10A-F1CDC91AD7C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3D17-62E1-4C16-901A-56AFF25A67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047BB-3D11-4FCD-A10A-F1CDC91AD7C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3D17-62E1-4C16-901A-56AFF25A67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lum bright="20000"/>
          </a:blip>
          <a:srcRect l="2751" b="22360"/>
          <a:stretch>
            <a:fillRect/>
          </a:stretch>
        </p:blipFill>
        <p:spPr bwMode="auto">
          <a:xfrm flipH="1">
            <a:off x="0" y="0"/>
            <a:ext cx="2555776" cy="1291233"/>
          </a:xfrm>
          <a:prstGeom prst="rect">
            <a:avLst/>
          </a:prstGeom>
          <a:noFill/>
        </p:spPr>
      </p:pic>
      <p:sp>
        <p:nvSpPr>
          <p:cNvPr id="9" name="제목 8"/>
          <p:cNvSpPr>
            <a:spLocks noGrp="1"/>
          </p:cNvSpPr>
          <p:nvPr>
            <p:ph type="title" hasCustomPrompt="1"/>
          </p:nvPr>
        </p:nvSpPr>
        <p:spPr>
          <a:xfrm>
            <a:off x="914400" y="260648"/>
            <a:ext cx="8229600" cy="413196"/>
          </a:xfrm>
        </p:spPr>
        <p:txBody>
          <a:bodyPr>
            <a:noAutofit/>
          </a:bodyPr>
          <a:lstStyle>
            <a:lvl1pPr algn="r"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defRPr>
            </a:lvl1pPr>
          </a:lstStyle>
          <a:p>
            <a:r>
              <a:rPr lang="ko-KR" altLang="en-US" dirty="0" smtClean="0"/>
              <a:t>소제목 스타일 편집</a:t>
            </a:r>
            <a:endParaRPr lang="ko-KR" altLang="en-US" dirty="0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1259632" y="729272"/>
            <a:ext cx="777692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lum bright="20000"/>
          </a:blip>
          <a:srcRect l="2751" b="22360"/>
          <a:stretch>
            <a:fillRect/>
          </a:stretch>
        </p:blipFill>
        <p:spPr bwMode="auto">
          <a:xfrm>
            <a:off x="251520" y="0"/>
            <a:ext cx="8892481" cy="443711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047BB-3D11-4FCD-A10A-F1CDC91AD7C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13D17-62E1-4C16-901A-56AFF25A67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anwhain.com/web/index.do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685800" y="2449527"/>
            <a:ext cx="7772400" cy="1470025"/>
          </a:xfrm>
          <a:prstGeom prst="rect">
            <a:avLst/>
          </a:prstGeom>
        </p:spPr>
        <p:txBody>
          <a:bodyPr>
            <a:normAutofit fontScale="97500" lnSpcReduction="10000"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바른고딕 Light" pitchFamily="50" charset="-127"/>
                <a:ea typeface="나눔바른고딕 Light" pitchFamily="50" charset="-127"/>
                <a:cs typeface="+mj-cs"/>
              </a:rPr>
              <a:t>페이지설계</a:t>
            </a:r>
            <a:r>
              <a:rPr kumimoji="0" lang="en-US" altLang="ko-KR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바른고딕 Light" pitchFamily="50" charset="-127"/>
                <a:ea typeface="나눔바른고딕 Light" pitchFamily="50" charset="-127"/>
                <a:cs typeface="+mj-cs"/>
              </a:rPr>
              <a:t/>
            </a:r>
            <a:br>
              <a:rPr kumimoji="0" lang="en-US" altLang="ko-KR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바른고딕 Light" pitchFamily="50" charset="-127"/>
                <a:ea typeface="나눔바른고딕 Light" pitchFamily="50" charset="-127"/>
                <a:cs typeface="+mj-cs"/>
              </a:rPr>
            </a:br>
            <a:r>
              <a:rPr kumimoji="0" lang="en-US" altLang="ko-KR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바른고딕 Light" pitchFamily="50" charset="-127"/>
                <a:ea typeface="나눔바른고딕 Light" pitchFamily="50" charset="-127"/>
                <a:cs typeface="+mj-cs"/>
              </a:rPr>
              <a:t>STORYBOARD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나눔바른고딕 Light" pitchFamily="50" charset="-127"/>
              <a:ea typeface="나눔바른고딕 Light" pitchFamily="50" charset="-127"/>
              <a:cs typeface="+mj-cs"/>
            </a:endParaRPr>
          </a:p>
        </p:txBody>
      </p:sp>
      <p:sp>
        <p:nvSpPr>
          <p:cNvPr id="3" name="부제목 2"/>
          <p:cNvSpPr txBox="1">
            <a:spLocks/>
          </p:cNvSpPr>
          <p:nvPr/>
        </p:nvSpPr>
        <p:spPr>
          <a:xfrm>
            <a:off x="1371600" y="4248168"/>
            <a:ext cx="6400800" cy="1752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 UltraLight" pitchFamily="50" charset="-127"/>
                <a:ea typeface="나눔바른고딕 UltraLight" pitchFamily="50" charset="-127"/>
                <a:cs typeface="+mn-cs"/>
              </a:rPr>
              <a:t>프론트엔드</a:t>
            </a:r>
            <a:r>
              <a:rPr kumimoji="0" lang="ko-KR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 UltraLight" pitchFamily="50" charset="-127"/>
                <a:ea typeface="나눔바른고딕 UltraLight" pitchFamily="50" charset="-127"/>
                <a:cs typeface="+mn-cs"/>
              </a:rPr>
              <a:t> 개발 및 자바 개발자 양성과정</a:t>
            </a:r>
            <a:endParaRPr kumimoji="0" lang="en-US" altLang="ko-KR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나눔바른고딕 UltraLight" pitchFamily="50" charset="-127"/>
              <a:ea typeface="나눔바른고딕 UltraLight" pitchFamily="50" charset="-127"/>
              <a:cs typeface="+mn-cs"/>
            </a:endParaRPr>
          </a:p>
          <a:p>
            <a:pPr marL="342900" marR="0" lvl="0" indent="-34290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 UltraLight" pitchFamily="50" charset="-127"/>
                <a:ea typeface="나눔바른고딕 UltraLight" pitchFamily="50" charset="-127"/>
                <a:cs typeface="+mn-cs"/>
              </a:rPr>
              <a:t>오지혜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나눔바른고딕 UltraLight" pitchFamily="50" charset="-127"/>
              <a:ea typeface="나눔바른고딕 UltraLight" pitchFamily="50" charset="-127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webtest\2.client\jihyeoh\참고\hanwhain_resume.png"/>
          <p:cNvPicPr>
            <a:picLocks noChangeAspect="1" noChangeArrowheads="1"/>
          </p:cNvPicPr>
          <p:nvPr/>
        </p:nvPicPr>
        <p:blipFill>
          <a:blip r:embed="rId2" cstate="print"/>
          <a:srcRect b="-1794"/>
          <a:stretch>
            <a:fillRect/>
          </a:stretch>
        </p:blipFill>
        <p:spPr bwMode="auto">
          <a:xfrm>
            <a:off x="4000496" y="1000108"/>
            <a:ext cx="3894635" cy="521334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4" name="TextBox 3"/>
          <p:cNvSpPr txBox="1"/>
          <p:nvPr/>
        </p:nvSpPr>
        <p:spPr>
          <a:xfrm>
            <a:off x="500034" y="1071546"/>
            <a:ext cx="213391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나눔바른고딕 UltraLight" pitchFamily="50" charset="-127"/>
                <a:ea typeface="나눔바른고딕 UltraLight" pitchFamily="50" charset="-127"/>
              </a:rPr>
              <a:t>참고사이트</a:t>
            </a:r>
            <a:endParaRPr lang="en-US" altLang="ko-KR" sz="2400" dirty="0" smtClean="0">
              <a:latin typeface="나눔바른고딕 UltraLight" pitchFamily="50" charset="-127"/>
              <a:ea typeface="나눔바른고딕 UltraLight" pitchFamily="50" charset="-127"/>
            </a:endParaRPr>
          </a:p>
          <a:p>
            <a:r>
              <a:rPr lang="en-US" altLang="ko-KR" sz="2400" dirty="0" smtClean="0">
                <a:solidFill>
                  <a:srgbClr val="FF0000"/>
                </a:solidFill>
                <a:latin typeface="나눔바른고딕 Light" pitchFamily="50" charset="-127"/>
                <a:ea typeface="나눔바른고딕 Light" pitchFamily="50" charset="-127"/>
              </a:rPr>
              <a:t>_</a:t>
            </a:r>
          </a:p>
          <a:p>
            <a:r>
              <a:rPr lang="ko-KR" altLang="en-US" sz="2000" dirty="0" smtClean="0">
                <a:latin typeface="나눔바른고딕 UltraLight" pitchFamily="50" charset="-127"/>
                <a:ea typeface="나눔바른고딕 UltraLight" pitchFamily="50" charset="-127"/>
              </a:rPr>
              <a:t>한화인 채용사이트</a:t>
            </a:r>
            <a:endParaRPr lang="en-US" altLang="ko-KR" sz="2000" dirty="0" smtClean="0">
              <a:latin typeface="나눔바른고딕 UltraLight" pitchFamily="50" charset="-127"/>
              <a:ea typeface="나눔바른고딕 UltraLight" pitchFamily="50" charset="-127"/>
            </a:endParaRPr>
          </a:p>
          <a:p>
            <a:r>
              <a:rPr lang="ko-KR" altLang="en-US" sz="2000" dirty="0" smtClean="0">
                <a:latin typeface="나눔바른고딕 UltraLight" pitchFamily="50" charset="-127"/>
                <a:ea typeface="나눔바른고딕 UltraLight" pitchFamily="50" charset="-127"/>
              </a:rPr>
              <a:t>지원서 작성 페이지</a:t>
            </a:r>
            <a:endParaRPr lang="ko-KR" altLang="en-US" sz="2000" dirty="0">
              <a:latin typeface="나눔바른고딕 UltraLight" pitchFamily="50" charset="-127"/>
              <a:ea typeface="나눔바른고딕 UltraLight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034" y="2580497"/>
            <a:ext cx="26750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나눔바른고딕 UltraLight" pitchFamily="50" charset="-127"/>
                <a:ea typeface="나눔바른고딕 UltraLight" pitchFamily="50" charset="-127"/>
                <a:hlinkClick r:id="rId3"/>
              </a:rPr>
              <a:t>www.hanwhain.com/web/index.do</a:t>
            </a:r>
            <a:endParaRPr lang="ko-KR" altLang="en-US" sz="1200" dirty="0">
              <a:latin typeface="나눔바른고딕 UltraLight" pitchFamily="50" charset="-127"/>
              <a:ea typeface="나눔바른고딕 UltraLight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43768" y="357166"/>
            <a:ext cx="19005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 UltraLight" pitchFamily="50" charset="-127"/>
                <a:ea typeface="나눔바른고딕 UltraLight" pitchFamily="50" charset="-127"/>
              </a:rPr>
              <a:t>페이지설계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 UltraLight" pitchFamily="50" charset="-127"/>
                <a:ea typeface="나눔바른고딕 UltraLight" pitchFamily="50" charset="-127"/>
              </a:rPr>
              <a:t>STORYBOARD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나눔바른고딕 UltraLight" pitchFamily="50" charset="-127"/>
              <a:ea typeface="나눔바른고딕 UltraLight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0034" y="5026895"/>
            <a:ext cx="33089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바른고딕 Light" pitchFamily="50" charset="-127"/>
                <a:ea typeface="나눔바른고딕 Light" pitchFamily="50" charset="-127"/>
              </a:rPr>
              <a:t>이번에 배운 </a:t>
            </a:r>
            <a:r>
              <a:rPr lang="en-US" altLang="ko-KR" sz="1600" dirty="0" smtClean="0">
                <a:latin typeface="나눔바른고딕 Light" pitchFamily="50" charset="-127"/>
                <a:ea typeface="나눔바른고딕 Light" pitchFamily="50" charset="-127"/>
              </a:rPr>
              <a:t>Form </a:t>
            </a:r>
            <a:r>
              <a:rPr lang="ko-KR" altLang="en-US" sz="1600" dirty="0" smtClean="0">
                <a:latin typeface="나눔바른고딕 Light" pitchFamily="50" charset="-127"/>
                <a:ea typeface="나눔바른고딕 Light" pitchFamily="50" charset="-127"/>
              </a:rPr>
              <a:t>작성과</a:t>
            </a:r>
            <a:endParaRPr lang="en-US" altLang="ko-KR" sz="1600" dirty="0" smtClean="0">
              <a:latin typeface="나눔바른고딕 Light" pitchFamily="50" charset="-127"/>
              <a:ea typeface="나눔바른고딕 Light" pitchFamily="50" charset="-127"/>
            </a:endParaRPr>
          </a:p>
          <a:p>
            <a:r>
              <a:rPr lang="en-US" altLang="ko-KR" sz="1600" dirty="0" err="1" smtClean="0">
                <a:latin typeface="나눔바른고딕 Light" pitchFamily="50" charset="-127"/>
                <a:ea typeface="나눔바른고딕 Light" pitchFamily="50" charset="-127"/>
              </a:rPr>
              <a:t>Javascript</a:t>
            </a:r>
            <a:r>
              <a:rPr lang="ko-KR" altLang="en-US" sz="1600" dirty="0" smtClean="0">
                <a:latin typeface="나눔바른고딕 Light" pitchFamily="50" charset="-127"/>
                <a:ea typeface="나눔바른고딕 Light" pitchFamily="50" charset="-127"/>
              </a:rPr>
              <a:t>를 이용한 이벤트 처리를</a:t>
            </a:r>
            <a:endParaRPr lang="en-US" altLang="ko-KR" sz="1600" dirty="0" smtClean="0">
              <a:latin typeface="나눔바른고딕 Light" pitchFamily="50" charset="-127"/>
              <a:ea typeface="나눔바른고딕 Light" pitchFamily="50" charset="-127"/>
            </a:endParaRPr>
          </a:p>
          <a:p>
            <a:r>
              <a:rPr lang="ko-KR" altLang="en-US" sz="1600" dirty="0" smtClean="0">
                <a:latin typeface="나눔바른고딕 Light" pitchFamily="50" charset="-127"/>
                <a:ea typeface="나눔바른고딕 Light" pitchFamily="50" charset="-127"/>
              </a:rPr>
              <a:t>실제 사이트에 적용시켜보기 위해</a:t>
            </a:r>
            <a:endParaRPr lang="en-US" altLang="ko-KR" sz="1600" dirty="0" smtClean="0">
              <a:latin typeface="나눔바른고딕 Light" pitchFamily="50" charset="-127"/>
              <a:ea typeface="나눔바른고딕 Light" pitchFamily="50" charset="-127"/>
            </a:endParaRPr>
          </a:p>
          <a:p>
            <a:r>
              <a:rPr lang="ko-KR" altLang="en-US" sz="1600" dirty="0" smtClean="0">
                <a:latin typeface="나눔바른고딕 Light" pitchFamily="50" charset="-127"/>
                <a:ea typeface="나눔바른고딕 Light" pitchFamily="50" charset="-127"/>
              </a:rPr>
              <a:t>지원서 작성 페이지를 선택하였습니다</a:t>
            </a:r>
            <a:r>
              <a:rPr lang="en-US" altLang="ko-KR" sz="1600" dirty="0" smtClean="0">
                <a:latin typeface="나눔바른고딕 Light" pitchFamily="50" charset="-127"/>
                <a:ea typeface="나눔바른고딕 Light" pitchFamily="50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0034" y="1071546"/>
            <a:ext cx="162416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나눔바른고딕 UltraLight" pitchFamily="50" charset="-127"/>
                <a:ea typeface="나눔바른고딕 UltraLight" pitchFamily="50" charset="-127"/>
              </a:rPr>
              <a:t>페이지 설계</a:t>
            </a:r>
            <a:endParaRPr lang="en-US" altLang="ko-KR" sz="2400" dirty="0" smtClean="0">
              <a:latin typeface="나눔바른고딕 UltraLight" pitchFamily="50" charset="-127"/>
              <a:ea typeface="나눔바른고딕 UltraLight" pitchFamily="50" charset="-127"/>
            </a:endParaRPr>
          </a:p>
          <a:p>
            <a:r>
              <a:rPr lang="en-US" altLang="ko-KR" sz="2400" dirty="0" smtClean="0">
                <a:solidFill>
                  <a:srgbClr val="FF0000"/>
                </a:solidFill>
                <a:latin typeface="나눔바른고딕 Light" pitchFamily="50" charset="-127"/>
                <a:ea typeface="나눔바른고딕 Light" pitchFamily="50" charset="-127"/>
              </a:rPr>
              <a:t>_</a:t>
            </a:r>
          </a:p>
          <a:p>
            <a:r>
              <a:rPr lang="ko-KR" altLang="en-US" sz="2000" dirty="0" smtClean="0">
                <a:latin typeface="나눔바른고딕 UltraLight" pitchFamily="50" charset="-127"/>
                <a:ea typeface="나눔바른고딕 UltraLight" pitchFamily="50" charset="-127"/>
              </a:rPr>
              <a:t>영역별</a:t>
            </a:r>
            <a:endParaRPr lang="en-US" altLang="ko-KR" sz="2000" dirty="0" smtClean="0">
              <a:latin typeface="나눔바른고딕 UltraLight" pitchFamily="50" charset="-127"/>
              <a:ea typeface="나눔바른고딕 UltraLight" pitchFamily="50" charset="-127"/>
            </a:endParaRPr>
          </a:p>
          <a:p>
            <a:r>
              <a:rPr lang="ko-KR" altLang="en-US" sz="2000" dirty="0" err="1" smtClean="0">
                <a:latin typeface="나눔바른고딕 UltraLight" pitchFamily="50" charset="-127"/>
                <a:ea typeface="나눔바른고딕 UltraLight" pitchFamily="50" charset="-127"/>
              </a:rPr>
              <a:t>컨텐츠</a:t>
            </a:r>
            <a:r>
              <a:rPr lang="ko-KR" altLang="en-US" sz="2000" dirty="0" smtClean="0">
                <a:latin typeface="나눔바른고딕 UltraLight" pitchFamily="50" charset="-127"/>
                <a:ea typeface="나눔바른고딕 UltraLight" pitchFamily="50" charset="-127"/>
              </a:rPr>
              <a:t> 내용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3428992" y="1000108"/>
            <a:ext cx="4513537" cy="5337194"/>
            <a:chOff x="3426130" y="714356"/>
            <a:chExt cx="4513537" cy="5337194"/>
          </a:xfrm>
        </p:grpSpPr>
        <p:sp>
          <p:nvSpPr>
            <p:cNvPr id="8" name="직사각형 7"/>
            <p:cNvSpPr/>
            <p:nvPr/>
          </p:nvSpPr>
          <p:spPr>
            <a:xfrm>
              <a:off x="3428992" y="714357"/>
              <a:ext cx="4500594" cy="57150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428992" y="1285861"/>
              <a:ext cx="4500594" cy="92869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3428992" y="2214555"/>
              <a:ext cx="4500594" cy="25623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28992" y="2470789"/>
              <a:ext cx="3634748" cy="2815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7063740" y="2470789"/>
              <a:ext cx="865823" cy="2815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3428992" y="5286389"/>
              <a:ext cx="4500594" cy="35719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428992" y="5642614"/>
              <a:ext cx="4500594" cy="4048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428992" y="714356"/>
              <a:ext cx="928694" cy="35719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357686" y="714356"/>
              <a:ext cx="2928958" cy="35719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7286644" y="714356"/>
              <a:ext cx="642942" cy="35719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426131" y="747713"/>
              <a:ext cx="9286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smtClean="0">
                  <a:latin typeface="나눔바른고딕 Light" pitchFamily="50" charset="-127"/>
                  <a:ea typeface="나눔바른고딕 Light" pitchFamily="50" charset="-127"/>
                </a:rPr>
                <a:t>상단 로고</a:t>
              </a:r>
              <a:endParaRPr lang="ko-KR" altLang="en-US" sz="1400" dirty="0">
                <a:latin typeface="나눔바른고딕 Light" pitchFamily="50" charset="-127"/>
                <a:ea typeface="나눔바른고딕 Light" pitchFamily="50" charset="-127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283386" y="1609725"/>
              <a:ext cx="27860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smtClean="0">
                  <a:latin typeface="나눔바른고딕 Light" pitchFamily="50" charset="-127"/>
                  <a:ea typeface="나눔바른고딕 Light" pitchFamily="50" charset="-127"/>
                </a:rPr>
                <a:t>서브페이지 이미지</a:t>
              </a:r>
              <a:r>
                <a:rPr lang="en-US" altLang="ko-KR" sz="1400" dirty="0" smtClean="0">
                  <a:latin typeface="나눔바른고딕 Light" pitchFamily="50" charset="-127"/>
                  <a:ea typeface="나눔바른고딕 Light" pitchFamily="50" charset="-127"/>
                </a:rPr>
                <a:t>, </a:t>
              </a:r>
              <a:r>
                <a:rPr lang="ko-KR" altLang="en-US" sz="1400" dirty="0" smtClean="0">
                  <a:latin typeface="나눔바른고딕 Light" pitchFamily="50" charset="-127"/>
                  <a:ea typeface="나눔바른고딕 Light" pitchFamily="50" charset="-127"/>
                </a:rPr>
                <a:t>타이틀</a:t>
              </a:r>
              <a:endParaRPr lang="ko-KR" altLang="en-US" sz="1400" dirty="0">
                <a:latin typeface="나눔바른고딕 Light" pitchFamily="50" charset="-127"/>
                <a:ea typeface="나눔바른고딕 Light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291407" y="742931"/>
              <a:ext cx="642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smtClean="0">
                  <a:latin typeface="나눔바른고딕 Light" pitchFamily="50" charset="-127"/>
                  <a:ea typeface="나눔바른고딕 Light" pitchFamily="50" charset="-127"/>
                </a:rPr>
                <a:t>메뉴</a:t>
              </a:r>
              <a:r>
                <a:rPr lang="en-US" altLang="ko-KR" sz="1400" dirty="0" smtClean="0">
                  <a:latin typeface="나눔바른고딕 Light" pitchFamily="50" charset="-127"/>
                  <a:ea typeface="나눔바른고딕 Light" pitchFamily="50" charset="-127"/>
                </a:rPr>
                <a:t>2</a:t>
              </a:r>
              <a:endParaRPr lang="ko-KR" altLang="en-US" sz="1400" dirty="0">
                <a:latin typeface="나눔바른고딕 Light" pitchFamily="50" charset="-127"/>
                <a:ea typeface="나눔바른고딕 Light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448048" y="1057275"/>
              <a:ext cx="89639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 smtClean="0">
                  <a:latin typeface="나눔바른고딕 Light" pitchFamily="50" charset="-127"/>
                  <a:ea typeface="나눔바른고딕 Light" pitchFamily="50" charset="-127"/>
                </a:rPr>
                <a:t>뒤로가기</a:t>
              </a:r>
              <a:r>
                <a:rPr lang="ko-KR" altLang="en-US" sz="1000" dirty="0" smtClean="0">
                  <a:latin typeface="나눔바른고딕 Light" pitchFamily="50" charset="-127"/>
                  <a:ea typeface="나눔바른고딕 Light" pitchFamily="50" charset="-127"/>
                </a:rPr>
                <a:t> 버튼</a:t>
              </a:r>
              <a:endParaRPr lang="ko-KR" altLang="en-US" sz="1000" dirty="0">
                <a:latin typeface="나눔바른고딕 Light" pitchFamily="50" charset="-127"/>
                <a:ea typeface="나눔바른고딕 Light" pitchFamily="50" charset="-127"/>
              </a:endParaRPr>
            </a:p>
          </p:txBody>
        </p:sp>
        <p:cxnSp>
          <p:nvCxnSpPr>
            <p:cNvPr id="22" name="직선 연결선 21"/>
            <p:cNvCxnSpPr/>
            <p:nvPr/>
          </p:nvCxnSpPr>
          <p:spPr>
            <a:xfrm rot="5400000">
              <a:off x="4394199" y="1178703"/>
              <a:ext cx="214314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6929454" y="1057275"/>
              <a:ext cx="101021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 smtClean="0">
                  <a:latin typeface="나눔바른고딕 Light" pitchFamily="50" charset="-127"/>
                  <a:ea typeface="나눔바른고딕 Light" pitchFamily="50" charset="-127"/>
                </a:rPr>
                <a:t>마이페이지</a:t>
              </a:r>
              <a:r>
                <a:rPr lang="ko-KR" altLang="en-US" sz="1000" dirty="0" smtClean="0">
                  <a:latin typeface="나눔바른고딕 Light" pitchFamily="50" charset="-127"/>
                  <a:ea typeface="나눔바른고딕 Light" pitchFamily="50" charset="-127"/>
                </a:rPr>
                <a:t> 버튼</a:t>
              </a:r>
              <a:endParaRPr lang="ko-KR" altLang="en-US" sz="1000" dirty="0">
                <a:latin typeface="나눔바른고딕 Light" pitchFamily="50" charset="-127"/>
                <a:ea typeface="나눔바른고딕 Light" pitchFamily="50" charset="-127"/>
              </a:endParaRPr>
            </a:p>
          </p:txBody>
        </p:sp>
        <p:cxnSp>
          <p:nvCxnSpPr>
            <p:cNvPr id="24" name="직선 연결선 23"/>
            <p:cNvCxnSpPr/>
            <p:nvPr/>
          </p:nvCxnSpPr>
          <p:spPr>
            <a:xfrm rot="5400000">
              <a:off x="6821503" y="1178703"/>
              <a:ext cx="214314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4283386" y="2214553"/>
              <a:ext cx="27860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smtClean="0">
                  <a:latin typeface="나눔바른고딕 Light" pitchFamily="50" charset="-127"/>
                  <a:ea typeface="나눔바른고딕 Light" pitchFamily="50" charset="-127"/>
                </a:rPr>
                <a:t>탭 메뉴</a:t>
              </a:r>
              <a:endParaRPr lang="ko-KR" altLang="en-US" sz="1100" dirty="0">
                <a:latin typeface="나눔바른고딕 Light" pitchFamily="50" charset="-127"/>
                <a:ea typeface="나눔바른고딕 Light" pitchFamily="50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426130" y="2646548"/>
              <a:ext cx="36433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smtClean="0">
                  <a:latin typeface="나눔바른고딕 Light" pitchFamily="50" charset="-127"/>
                  <a:ea typeface="나눔바른고딕 Light" pitchFamily="50" charset="-127"/>
                </a:rPr>
                <a:t>지원서 양식</a:t>
              </a:r>
              <a:endParaRPr lang="ko-KR" altLang="en-US" sz="1400" dirty="0">
                <a:latin typeface="나눔바른고딕 Light" pitchFamily="50" charset="-127"/>
                <a:ea typeface="나눔바른고딕 Light" pitchFamily="50" charset="-127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072330" y="3643314"/>
              <a:ext cx="8572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 smtClean="0">
                  <a:latin typeface="나눔바른고딕 Light" pitchFamily="50" charset="-127"/>
                  <a:ea typeface="나눔바른고딕 Light" pitchFamily="50" charset="-127"/>
                </a:rPr>
                <a:t>작성</a:t>
              </a:r>
              <a:endParaRPr lang="en-US" altLang="ko-KR" sz="1200" dirty="0" smtClean="0">
                <a:latin typeface="나눔바른고딕 Light" pitchFamily="50" charset="-127"/>
                <a:ea typeface="나눔바른고딕 Light" pitchFamily="50" charset="-127"/>
              </a:endParaRPr>
            </a:p>
            <a:p>
              <a:pPr algn="ctr"/>
              <a:r>
                <a:rPr lang="ko-KR" altLang="en-US" sz="1200" dirty="0" err="1" smtClean="0">
                  <a:latin typeface="나눔바른고딕 Light" pitchFamily="50" charset="-127"/>
                  <a:ea typeface="나눔바른고딕 Light" pitchFamily="50" charset="-127"/>
                </a:rPr>
                <a:t>안내글</a:t>
              </a:r>
              <a:endParaRPr lang="en-US" altLang="ko-KR" sz="1200" dirty="0" smtClean="0">
                <a:latin typeface="나눔바른고딕 Light" pitchFamily="50" charset="-127"/>
                <a:ea typeface="나눔바른고딕 Light" pitchFamily="50" charset="-127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000628" y="5329010"/>
              <a:ext cx="13573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smtClean="0">
                  <a:latin typeface="나눔바른고딕 Light" pitchFamily="50" charset="-127"/>
                  <a:ea typeface="나눔바른고딕 Light" pitchFamily="50" charset="-127"/>
                </a:rPr>
                <a:t>지원서 제출 버튼</a:t>
              </a:r>
              <a:endParaRPr lang="ko-KR" altLang="en-US" sz="1100" dirty="0">
                <a:latin typeface="나눔바른고딕 Light" pitchFamily="50" charset="-127"/>
                <a:ea typeface="나눔바른고딕 Light" pitchFamily="50" charset="-127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357686" y="747712"/>
              <a:ext cx="29289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smtClean="0">
                  <a:latin typeface="나눔바른고딕 Light" pitchFamily="50" charset="-127"/>
                  <a:ea typeface="나눔바른고딕 Light" pitchFamily="50" charset="-127"/>
                </a:rPr>
                <a:t>상단 메뉴</a:t>
              </a:r>
              <a:endParaRPr lang="ko-KR" altLang="en-US" sz="1400" dirty="0">
                <a:latin typeface="나눔바른고딕 Light" pitchFamily="50" charset="-127"/>
                <a:ea typeface="나눔바른고딕 Light" pitchFamily="50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3500430" y="2992425"/>
              <a:ext cx="3500462" cy="27146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500430" y="2996415"/>
              <a:ext cx="7858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>
                  <a:latin typeface="나눔바른고딕 Light" pitchFamily="50" charset="-127"/>
                  <a:ea typeface="나눔바른고딕 Light" pitchFamily="50" charset="-127"/>
                </a:rPr>
                <a:t>타이틀</a:t>
              </a:r>
              <a:endParaRPr lang="ko-KR" altLang="en-US" sz="1200" dirty="0">
                <a:latin typeface="나눔바른고딕 Light" pitchFamily="50" charset="-127"/>
                <a:ea typeface="나눔바른고딕 Light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3500430" y="3263887"/>
              <a:ext cx="3500462" cy="685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500430" y="3301987"/>
              <a:ext cx="3500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>
                  <a:latin typeface="나눔바른고딕 Light" pitchFamily="50" charset="-127"/>
                  <a:ea typeface="나눔바른고딕 Light" pitchFamily="50" charset="-127"/>
                </a:rPr>
                <a:t>테이블</a:t>
              </a:r>
              <a:r>
                <a:rPr lang="en-US" altLang="ko-KR" sz="1200" dirty="0" smtClean="0">
                  <a:latin typeface="나눔바른고딕 Light" pitchFamily="50" charset="-127"/>
                  <a:ea typeface="나눔바른고딕 Light" pitchFamily="50" charset="-127"/>
                </a:rPr>
                <a:t>(input, select ,,)</a:t>
              </a:r>
              <a:endParaRPr lang="ko-KR" altLang="en-US" sz="1200" dirty="0">
                <a:latin typeface="나눔바른고딕 Light" pitchFamily="50" charset="-127"/>
                <a:ea typeface="나눔바른고딕 Light" pitchFamily="50" charset="-127"/>
              </a:endParaRPr>
            </a:p>
          </p:txBody>
        </p:sp>
        <p:cxnSp>
          <p:nvCxnSpPr>
            <p:cNvPr id="34" name="직선 연결선 33"/>
            <p:cNvCxnSpPr/>
            <p:nvPr/>
          </p:nvCxnSpPr>
          <p:spPr>
            <a:xfrm rot="5400000">
              <a:off x="3867950" y="5845978"/>
              <a:ext cx="407972" cy="31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3494084" y="5719762"/>
              <a:ext cx="5000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 smtClean="0">
                  <a:latin typeface="나눔바른고딕 Light" pitchFamily="50" charset="-127"/>
                  <a:ea typeface="나눔바른고딕 Light" pitchFamily="50" charset="-127"/>
                </a:rPr>
                <a:t>로고</a:t>
              </a:r>
              <a:endParaRPr lang="ko-KR" altLang="en-US" sz="1200" dirty="0">
                <a:latin typeface="나눔바른고딕 Light" pitchFamily="50" charset="-127"/>
                <a:ea typeface="나눔바른고딕 Light" pitchFamily="50" charset="-127"/>
              </a:endParaRPr>
            </a:p>
          </p:txBody>
        </p:sp>
        <p:cxnSp>
          <p:nvCxnSpPr>
            <p:cNvPr id="36" name="직선 연결선 35"/>
            <p:cNvCxnSpPr/>
            <p:nvPr/>
          </p:nvCxnSpPr>
          <p:spPr>
            <a:xfrm rot="5400000">
              <a:off x="6512740" y="5845978"/>
              <a:ext cx="407972" cy="31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6748478" y="5719762"/>
              <a:ext cx="114300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dirty="0" smtClean="0">
                  <a:latin typeface="나눔바른고딕 Light" pitchFamily="50" charset="-127"/>
                  <a:ea typeface="나눔바른고딕 Light" pitchFamily="50" charset="-127"/>
                </a:rPr>
                <a:t>SNS, </a:t>
              </a:r>
              <a:r>
                <a:rPr lang="ko-KR" altLang="en-US" sz="1050" dirty="0" smtClean="0">
                  <a:latin typeface="나눔바른고딕 Light" pitchFamily="50" charset="-127"/>
                  <a:ea typeface="나눔바른고딕 Light" pitchFamily="50" charset="-127"/>
                </a:rPr>
                <a:t>계열사 링크</a:t>
              </a:r>
              <a:endParaRPr lang="ko-KR" altLang="en-US" sz="1050" dirty="0">
                <a:latin typeface="나눔바른고딕 Light" pitchFamily="50" charset="-127"/>
                <a:ea typeface="나눔바른고딕 Light" pitchFamily="50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3500430" y="4030657"/>
              <a:ext cx="3500462" cy="27146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500430" y="4034647"/>
              <a:ext cx="7858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>
                  <a:latin typeface="나눔바른고딕 Light" pitchFamily="50" charset="-127"/>
                  <a:ea typeface="나눔바른고딕 Light" pitchFamily="50" charset="-127"/>
                </a:rPr>
                <a:t>타이틀</a:t>
              </a:r>
              <a:endParaRPr lang="ko-KR" altLang="en-US" sz="1200" dirty="0">
                <a:latin typeface="나눔바른고딕 Light" pitchFamily="50" charset="-127"/>
                <a:ea typeface="나눔바른고딕 Light" pitchFamily="50" charset="-127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3500430" y="4302119"/>
              <a:ext cx="3500462" cy="685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500430" y="4340219"/>
              <a:ext cx="3500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>
                  <a:latin typeface="나눔바른고딕 Light" pitchFamily="50" charset="-127"/>
                  <a:ea typeface="나눔바른고딕 Light" pitchFamily="50" charset="-127"/>
                </a:rPr>
                <a:t>테이블</a:t>
              </a:r>
              <a:r>
                <a:rPr lang="en-US" altLang="ko-KR" sz="1200" dirty="0" smtClean="0">
                  <a:latin typeface="나눔바른고딕 Light" pitchFamily="50" charset="-127"/>
                  <a:ea typeface="나눔바른고딕 Light" pitchFamily="50" charset="-127"/>
                </a:rPr>
                <a:t>(input, select ,,)</a:t>
              </a:r>
              <a:endParaRPr lang="ko-KR" altLang="en-US" sz="1200" dirty="0">
                <a:latin typeface="나눔바른고딕 Light" pitchFamily="50" charset="-127"/>
                <a:ea typeface="나눔바른고딕 Light" pitchFamily="50" charset="-127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076696" y="5691187"/>
              <a:ext cx="250033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 smtClean="0">
                  <a:latin typeface="나눔바른고딕 Light" pitchFamily="50" charset="-127"/>
                  <a:ea typeface="나눔바른고딕 Light" pitchFamily="50" charset="-127"/>
                </a:rPr>
                <a:t>한화그룹 </a:t>
              </a:r>
              <a:r>
                <a:rPr lang="en-US" altLang="ko-KR" sz="700" dirty="0" smtClean="0">
                  <a:latin typeface="나눔바른고딕 Light" pitchFamily="50" charset="-127"/>
                  <a:ea typeface="나눔바른고딕 Light" pitchFamily="50" charset="-127"/>
                </a:rPr>
                <a:t>| </a:t>
              </a:r>
              <a:r>
                <a:rPr lang="ko-KR" altLang="en-US" sz="700" dirty="0" err="1" smtClean="0">
                  <a:latin typeface="나눔바른고딕 Light" pitchFamily="50" charset="-127"/>
                  <a:ea typeface="나눔바른고딕 Light" pitchFamily="50" charset="-127"/>
                </a:rPr>
                <a:t>한화인재경영원</a:t>
              </a:r>
              <a:r>
                <a:rPr lang="ko-KR" altLang="en-US" sz="700" dirty="0" smtClean="0">
                  <a:latin typeface="나눔바른고딕 Light" pitchFamily="50" charset="-127"/>
                  <a:ea typeface="나눔바른고딕 Light" pitchFamily="50" charset="-127"/>
                </a:rPr>
                <a:t> </a:t>
              </a:r>
              <a:r>
                <a:rPr lang="en-US" altLang="ko-KR" sz="700" dirty="0" smtClean="0">
                  <a:latin typeface="나눔바른고딕 Light" pitchFamily="50" charset="-127"/>
                  <a:ea typeface="나눔바른고딕 Light" pitchFamily="50" charset="-127"/>
                </a:rPr>
                <a:t>| </a:t>
              </a:r>
              <a:r>
                <a:rPr lang="ko-KR" altLang="en-US" sz="700" dirty="0" smtClean="0">
                  <a:latin typeface="나눔바른고딕 Light" pitchFamily="50" charset="-127"/>
                  <a:ea typeface="나눔바른고딕 Light" pitchFamily="50" charset="-127"/>
                </a:rPr>
                <a:t>이용약관 </a:t>
              </a:r>
              <a:r>
                <a:rPr lang="en-US" altLang="ko-KR" sz="700" dirty="0" smtClean="0">
                  <a:latin typeface="나눔바른고딕 Light" pitchFamily="50" charset="-127"/>
                  <a:ea typeface="나눔바른고딕 Light" pitchFamily="50" charset="-127"/>
                </a:rPr>
                <a:t>| </a:t>
              </a:r>
              <a:r>
                <a:rPr lang="ko-KR" altLang="en-US" sz="700" dirty="0" smtClean="0">
                  <a:latin typeface="나눔바른고딕 Light" pitchFamily="50" charset="-127"/>
                  <a:ea typeface="나눔바른고딕 Light" pitchFamily="50" charset="-127"/>
                </a:rPr>
                <a:t>개인정보처리방침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076696" y="5815000"/>
              <a:ext cx="235745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 smtClean="0">
                  <a:latin typeface="나눔바른고딕 Light" pitchFamily="50" charset="-127"/>
                  <a:ea typeface="나눔바른고딕 Light" pitchFamily="50" charset="-127"/>
                </a:rPr>
                <a:t>Copyright © 2015 </a:t>
              </a:r>
              <a:r>
                <a:rPr lang="en-US" altLang="ko-KR" sz="700" dirty="0" err="1" smtClean="0">
                  <a:latin typeface="나눔바른고딕 Light" pitchFamily="50" charset="-127"/>
                  <a:ea typeface="나눔바른고딕 Light" pitchFamily="50" charset="-127"/>
                </a:rPr>
                <a:t>Hanwha</a:t>
              </a:r>
              <a:r>
                <a:rPr lang="en-US" altLang="ko-KR" sz="700" dirty="0" smtClean="0">
                  <a:latin typeface="나눔바른고딕 Light" pitchFamily="50" charset="-127"/>
                  <a:ea typeface="나눔바른고딕 Light" pitchFamily="50" charset="-127"/>
                </a:rPr>
                <a:t> Group. All rights reserved.</a:t>
              </a:r>
              <a:endParaRPr lang="ko-KR" altLang="en-US" sz="700" dirty="0" smtClean="0">
                <a:latin typeface="나눔바른고딕 Light" pitchFamily="50" charset="-127"/>
                <a:ea typeface="나눔바른고딕 Light" pitchFamily="50" charset="-127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066342" y="4969829"/>
              <a:ext cx="3629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 smtClean="0">
                  <a:latin typeface="나눔바른고딕 Light" pitchFamily="50" charset="-127"/>
                  <a:ea typeface="나눔바른고딕 Light" pitchFamily="50" charset="-127"/>
                </a:rPr>
                <a:t>…</a:t>
              </a:r>
              <a:endParaRPr lang="ko-KR" altLang="en-US" sz="1400" dirty="0">
                <a:latin typeface="나눔바른고딕 Light" pitchFamily="50" charset="-127"/>
                <a:ea typeface="나눔바른고딕 Light" pitchFamily="50" charset="-127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7143768" y="357166"/>
            <a:ext cx="19005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 UltraLight" pitchFamily="50" charset="-127"/>
                <a:ea typeface="나눔바른고딕 UltraLight" pitchFamily="50" charset="-127"/>
              </a:rPr>
              <a:t>페이지설계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 UltraLight" pitchFamily="50" charset="-127"/>
                <a:ea typeface="나눔바른고딕 UltraLight" pitchFamily="50" charset="-127"/>
              </a:rPr>
              <a:t>STORYBOARD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나눔바른고딕 UltraLight" pitchFamily="50" charset="-127"/>
              <a:ea typeface="나눔바른고딕 UltraLight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2" descr="C:\webtest\2.client\jihyeoh\index.png"/>
          <p:cNvPicPr>
            <a:picLocks noChangeAspect="1" noChangeArrowheads="1"/>
          </p:cNvPicPr>
          <p:nvPr/>
        </p:nvPicPr>
        <p:blipFill>
          <a:blip r:embed="rId2"/>
          <a:srcRect b="616"/>
          <a:stretch>
            <a:fillRect/>
          </a:stretch>
        </p:blipFill>
        <p:spPr bwMode="auto">
          <a:xfrm>
            <a:off x="2643174" y="347981"/>
            <a:ext cx="5588703" cy="620001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</p:pic>
      <p:sp>
        <p:nvSpPr>
          <p:cNvPr id="46" name="직사각형 45"/>
          <p:cNvSpPr/>
          <p:nvPr/>
        </p:nvSpPr>
        <p:spPr>
          <a:xfrm>
            <a:off x="2522602" y="6251841"/>
            <a:ext cx="5835612" cy="378931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428728" y="358859"/>
            <a:ext cx="8515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나눔바른고딕 UltraLight" pitchFamily="50" charset="-127"/>
                <a:ea typeface="나눔바른고딕 UltraLight" pitchFamily="50" charset="-127"/>
              </a:rPr>
              <a:t>header</a:t>
            </a:r>
            <a:endParaRPr lang="ko-KR" altLang="en-US" sz="1600" dirty="0">
              <a:latin typeface="나눔바른고딕 UltraLight" pitchFamily="50" charset="-127"/>
              <a:ea typeface="나눔바른고딕 UltraLight" pitchFamily="50" charset="-127"/>
            </a:endParaRPr>
          </a:p>
        </p:txBody>
      </p:sp>
      <p:cxnSp>
        <p:nvCxnSpPr>
          <p:cNvPr id="48" name="직선 화살표 연결선 47"/>
          <p:cNvCxnSpPr/>
          <p:nvPr/>
        </p:nvCxnSpPr>
        <p:spPr>
          <a:xfrm>
            <a:off x="1357290" y="697413"/>
            <a:ext cx="1000132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8741" y="2999847"/>
            <a:ext cx="16372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나눔바른고딕 UltraLight" pitchFamily="50" charset="-127"/>
                <a:ea typeface="나눔바른고딕 UltraLight" pitchFamily="50" charset="-127"/>
              </a:rPr>
              <a:t>Div #container</a:t>
            </a:r>
          </a:p>
          <a:p>
            <a:r>
              <a:rPr lang="ko-KR" altLang="en-US" sz="1200" dirty="0" err="1" smtClean="0">
                <a:latin typeface="나눔바른고딕 UltraLight" pitchFamily="50" charset="-127"/>
                <a:ea typeface="나눔바른고딕 UltraLight" pitchFamily="50" charset="-127"/>
              </a:rPr>
              <a:t>ㄴ</a:t>
            </a:r>
            <a:r>
              <a:rPr lang="ko-KR" altLang="en-US" sz="1200" dirty="0" smtClean="0">
                <a:latin typeface="나눔바른고딕 UltraLight" pitchFamily="50" charset="-127"/>
                <a:ea typeface="나눔바른고딕 UltraLight" pitchFamily="50" charset="-127"/>
              </a:rPr>
              <a:t> </a:t>
            </a:r>
            <a:r>
              <a:rPr lang="en-US" sz="1200" dirty="0" smtClean="0">
                <a:latin typeface="나눔바른고딕 UltraLight" pitchFamily="50" charset="-127"/>
                <a:ea typeface="나눔바른고딕 UltraLight" pitchFamily="50" charset="-127"/>
              </a:rPr>
              <a:t>section  #contents</a:t>
            </a:r>
            <a:endParaRPr lang="ko-KR" altLang="en-US" sz="1200" dirty="0">
              <a:latin typeface="나눔바른고딕 UltraLight" pitchFamily="50" charset="-127"/>
              <a:ea typeface="나눔바른고딕 UltraLight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473546" y="6188249"/>
            <a:ext cx="7566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나눔바른고딕 UltraLight" pitchFamily="50" charset="-127"/>
                <a:ea typeface="나눔바른고딕 UltraLight" pitchFamily="50" charset="-127"/>
              </a:rPr>
              <a:t>footer</a:t>
            </a:r>
            <a:endParaRPr lang="ko-KR" altLang="en-US" sz="1600" dirty="0">
              <a:latin typeface="나눔바른고딕 UltraLight" pitchFamily="50" charset="-127"/>
              <a:ea typeface="나눔바른고딕 UltraLight" pitchFamily="50" charset="-127"/>
            </a:endParaRPr>
          </a:p>
        </p:txBody>
      </p:sp>
      <p:cxnSp>
        <p:nvCxnSpPr>
          <p:cNvPr id="51" name="직선 화살표 연결선 50"/>
          <p:cNvCxnSpPr/>
          <p:nvPr/>
        </p:nvCxnSpPr>
        <p:spPr>
          <a:xfrm>
            <a:off x="1357290" y="6526803"/>
            <a:ext cx="1000132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/>
          <p:cNvSpPr/>
          <p:nvPr/>
        </p:nvSpPr>
        <p:spPr>
          <a:xfrm>
            <a:off x="2522602" y="256478"/>
            <a:ext cx="5835612" cy="531055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665492" y="887894"/>
            <a:ext cx="5549846" cy="646771"/>
          </a:xfrm>
          <a:prstGeom prst="rect">
            <a:avLst/>
          </a:prstGeom>
          <a:noFill/>
          <a:ln w="19050">
            <a:solidFill>
              <a:srgbClr val="FFFF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673150" y="896604"/>
            <a:ext cx="1276311" cy="24622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 smtClean="0">
                <a:ea typeface="나눔바른고딕 Light" pitchFamily="50" charset="-127"/>
              </a:rPr>
              <a:t>Div class=“visual”</a:t>
            </a:r>
            <a:endParaRPr lang="ko-KR" altLang="en-US" sz="1000" b="1" dirty="0">
              <a:ea typeface="나눔바른고딕 Light" pitchFamily="50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2665492" y="1556258"/>
            <a:ext cx="5549846" cy="214314"/>
          </a:xfrm>
          <a:prstGeom prst="rect">
            <a:avLst/>
          </a:prstGeom>
          <a:noFill/>
          <a:ln w="19050">
            <a:solidFill>
              <a:srgbClr val="FFFF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670008" y="1526632"/>
            <a:ext cx="1409233" cy="24622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 err="1" smtClean="0">
                <a:ea typeface="나눔바른고딕 Light" pitchFamily="50" charset="-127"/>
              </a:rPr>
              <a:t>Ul</a:t>
            </a:r>
            <a:r>
              <a:rPr lang="en-US" altLang="ko-KR" sz="1000" b="1" dirty="0" smtClean="0">
                <a:ea typeface="나눔바른고딕 Light" pitchFamily="50" charset="-127"/>
              </a:rPr>
              <a:t> class=“tab-type”</a:t>
            </a:r>
            <a:endParaRPr lang="ko-KR" altLang="en-US" sz="1000" b="1" dirty="0">
              <a:ea typeface="나눔바른고딕 Light" pitchFamily="50" charset="-127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2676644" y="1770571"/>
            <a:ext cx="5542156" cy="4447606"/>
          </a:xfrm>
          <a:prstGeom prst="rect">
            <a:avLst/>
          </a:prstGeom>
          <a:noFill/>
          <a:ln w="19050">
            <a:solidFill>
              <a:srgbClr val="FFFF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6500825" y="1891503"/>
            <a:ext cx="758969" cy="3808157"/>
          </a:xfrm>
          <a:prstGeom prst="rect">
            <a:avLst/>
          </a:prstGeom>
          <a:noFill/>
          <a:ln w="1905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594170" y="3676393"/>
            <a:ext cx="1477895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chemeClr val="bg1"/>
                </a:solidFill>
                <a:ea typeface="나눔바른고딕 Light" pitchFamily="50" charset="-127"/>
              </a:rPr>
              <a:t>Section class=“apply”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3604270" y="1820048"/>
            <a:ext cx="3711282" cy="3970243"/>
          </a:xfrm>
          <a:prstGeom prst="rect">
            <a:avLst/>
          </a:prstGeom>
          <a:noFill/>
          <a:ln w="19050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94204" y="3277390"/>
            <a:ext cx="1363943" cy="24622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chemeClr val="bg1"/>
                </a:solidFill>
                <a:ea typeface="나눔바른고딕 Light" pitchFamily="50" charset="-127"/>
              </a:rPr>
              <a:t>Div class=“</a:t>
            </a:r>
            <a:r>
              <a:rPr lang="en-US" sz="1000" b="1" dirty="0" smtClean="0">
                <a:solidFill>
                  <a:schemeClr val="bg1"/>
                </a:solidFill>
              </a:rPr>
              <a:t>lay-tip”</a:t>
            </a:r>
            <a:endParaRPr lang="ko-KR" altLang="en-US" sz="1000" b="1" dirty="0">
              <a:solidFill>
                <a:schemeClr val="bg1"/>
              </a:solidFill>
              <a:ea typeface="나눔바른고딕 Light" pitchFamily="50" charset="-127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2743999" y="5850187"/>
            <a:ext cx="5452498" cy="289932"/>
          </a:xfrm>
          <a:prstGeom prst="rect">
            <a:avLst/>
          </a:prstGeom>
          <a:noFill/>
          <a:ln w="19050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759217" y="5842537"/>
            <a:ext cx="1419236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chemeClr val="bg1"/>
                </a:solidFill>
                <a:ea typeface="나눔바른고딕 Light" pitchFamily="50" charset="-127"/>
              </a:rPr>
              <a:t>Div class=“</a:t>
            </a:r>
            <a:r>
              <a:rPr lang="en-US" altLang="ko-KR" sz="1000" b="1" dirty="0" err="1" smtClean="0">
                <a:solidFill>
                  <a:schemeClr val="bg1"/>
                </a:solidFill>
                <a:ea typeface="나눔바른고딕 Light" pitchFamily="50" charset="-127"/>
              </a:rPr>
              <a:t>btn</a:t>
            </a:r>
            <a:r>
              <a:rPr lang="en-US" altLang="ko-KR" sz="1000" b="1" dirty="0" smtClean="0">
                <a:solidFill>
                  <a:schemeClr val="bg1"/>
                </a:solidFill>
                <a:ea typeface="나눔바른고딕 Light" pitchFamily="50" charset="-127"/>
              </a:rPr>
              <a:t>-area”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70006" y="2134381"/>
            <a:ext cx="1473366" cy="24622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ea typeface="나눔바른고딕 Light" pitchFamily="50" charset="-127"/>
              </a:rPr>
              <a:t>Form id=“</a:t>
            </a:r>
            <a:r>
              <a:rPr lang="en-US" altLang="ko-KR" sz="1000" b="1" dirty="0" err="1" smtClean="0">
                <a:ea typeface="나눔바른고딕 Light" pitchFamily="50" charset="-127"/>
              </a:rPr>
              <a:t>mainForm</a:t>
            </a:r>
            <a:r>
              <a:rPr lang="en-US" altLang="ko-KR" sz="1000" b="1" dirty="0" smtClean="0">
                <a:ea typeface="나눔바른고딕 Light" pitchFamily="50" charset="-127"/>
              </a:rPr>
              <a:t>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0034" y="1071546"/>
            <a:ext cx="1281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나눔바른고딕 UltraLight" pitchFamily="50" charset="-127"/>
                <a:ea typeface="나눔바른고딕 UltraLight" pitchFamily="50" charset="-127"/>
              </a:rPr>
              <a:t>레이아웃</a:t>
            </a:r>
            <a:endParaRPr lang="ko-KR" altLang="en-US" sz="2000" dirty="0">
              <a:latin typeface="나눔바른고딕 UltraLight" pitchFamily="50" charset="-127"/>
              <a:ea typeface="나눔바른고딕 UltraLight" pitchFamily="50" charset="-127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2522615" y="843290"/>
            <a:ext cx="5828417" cy="5356438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28575">
                <a:solidFill>
                  <a:schemeClr val="tx1"/>
                </a:solidFill>
              </a:ln>
            </a:endParaRPr>
          </a:p>
        </p:txBody>
      </p:sp>
      <p:cxnSp>
        <p:nvCxnSpPr>
          <p:cNvPr id="67" name="직선 화살표 연결선 66"/>
          <p:cNvCxnSpPr/>
          <p:nvPr/>
        </p:nvCxnSpPr>
        <p:spPr>
          <a:xfrm>
            <a:off x="642910" y="3570742"/>
            <a:ext cx="1714512" cy="272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2" descr="C:\webtest\2.client\jihyeoh\index.png"/>
          <p:cNvPicPr>
            <a:picLocks noChangeAspect="1" noChangeArrowheads="1"/>
          </p:cNvPicPr>
          <p:nvPr/>
        </p:nvPicPr>
        <p:blipFill>
          <a:blip r:embed="rId2"/>
          <a:srcRect l="17957" r="17968" b="92607"/>
          <a:stretch>
            <a:fillRect/>
          </a:stretch>
        </p:blipFill>
        <p:spPr bwMode="auto">
          <a:xfrm>
            <a:off x="571472" y="2357430"/>
            <a:ext cx="8143932" cy="1048766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6" name="TextBox 45"/>
          <p:cNvSpPr txBox="1"/>
          <p:nvPr/>
        </p:nvSpPr>
        <p:spPr>
          <a:xfrm>
            <a:off x="500034" y="1071546"/>
            <a:ext cx="1460656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나눔바른고딕 UltraLight" pitchFamily="50" charset="-127"/>
                <a:ea typeface="나눔바른고딕 UltraLight" pitchFamily="50" charset="-127"/>
              </a:rPr>
              <a:t>레이아웃</a:t>
            </a:r>
            <a:r>
              <a:rPr lang="en-US" altLang="ko-KR" sz="2400" dirty="0" smtClean="0">
                <a:latin typeface="나눔바른고딕 UltraLight" pitchFamily="50" charset="-127"/>
                <a:ea typeface="나눔바른고딕 UltraLight" pitchFamily="50" charset="-127"/>
              </a:rPr>
              <a:t>2</a:t>
            </a:r>
          </a:p>
          <a:p>
            <a:r>
              <a:rPr lang="en-US" altLang="ko-KR" sz="2400" dirty="0" smtClean="0">
                <a:solidFill>
                  <a:srgbClr val="FF0000"/>
                </a:solidFill>
                <a:latin typeface="나눔바른고딕 Light" pitchFamily="50" charset="-127"/>
                <a:ea typeface="나눔바른고딕 Light" pitchFamily="50" charset="-127"/>
              </a:rPr>
              <a:t>_</a:t>
            </a:r>
            <a:endParaRPr lang="en-US" altLang="ko-KR" sz="2400" dirty="0" smtClean="0">
              <a:latin typeface="나눔바른고딕 UltraLight" pitchFamily="50" charset="-127"/>
              <a:ea typeface="나눔바른고딕 UltraLight" pitchFamily="50" charset="-127"/>
            </a:endParaRPr>
          </a:p>
          <a:p>
            <a:r>
              <a:rPr lang="en-US" altLang="ko-KR" sz="2000" dirty="0" smtClean="0">
                <a:latin typeface="나눔바른고딕 UltraLight" pitchFamily="50" charset="-127"/>
                <a:ea typeface="나눔바른고딕 UltraLight" pitchFamily="50" charset="-127"/>
              </a:rPr>
              <a:t>Header</a:t>
            </a:r>
            <a:endParaRPr lang="ko-KR" altLang="en-US" sz="2000" dirty="0">
              <a:latin typeface="나눔바른고딕 UltraLight" pitchFamily="50" charset="-127"/>
              <a:ea typeface="나눔바른고딕 UltraLight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42910" y="2468600"/>
            <a:ext cx="1475822" cy="525001"/>
          </a:xfrm>
          <a:prstGeom prst="rect">
            <a:avLst/>
          </a:prstGeom>
          <a:noFill/>
          <a:ln w="19050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39799" y="2402586"/>
            <a:ext cx="357790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 smtClean="0">
                <a:solidFill>
                  <a:schemeClr val="bg1"/>
                </a:solidFill>
                <a:ea typeface="나눔바른고딕 Light" pitchFamily="50" charset="-127"/>
              </a:rPr>
              <a:t>H1</a:t>
            </a:r>
            <a:endParaRPr lang="ko-KR" altLang="en-US" sz="1000" b="1" dirty="0">
              <a:solidFill>
                <a:schemeClr val="bg1"/>
              </a:solidFill>
              <a:ea typeface="나눔바른고딕 Light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2174488" y="2468600"/>
            <a:ext cx="3397644" cy="525001"/>
          </a:xfrm>
          <a:prstGeom prst="rect">
            <a:avLst/>
          </a:prstGeom>
          <a:noFill/>
          <a:ln w="19050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167684" y="2423995"/>
            <a:ext cx="995785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 smtClean="0">
                <a:solidFill>
                  <a:schemeClr val="bg1"/>
                </a:solidFill>
                <a:ea typeface="나눔바른고딕 Light" pitchFamily="50" charset="-127"/>
              </a:rPr>
              <a:t>Section #</a:t>
            </a:r>
            <a:r>
              <a:rPr lang="en-US" altLang="ko-KR" sz="1000" b="1" dirty="0" err="1" smtClean="0">
                <a:solidFill>
                  <a:schemeClr val="bg1"/>
                </a:solidFill>
                <a:ea typeface="나눔바른고딕 Light" pitchFamily="50" charset="-127"/>
              </a:rPr>
              <a:t>gnb</a:t>
            </a:r>
            <a:endParaRPr lang="ko-KR" altLang="en-US" sz="1000" b="1" dirty="0">
              <a:solidFill>
                <a:schemeClr val="bg1"/>
              </a:solidFill>
              <a:ea typeface="나눔바른고딕 Light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7761248" y="2468600"/>
            <a:ext cx="892097" cy="525001"/>
          </a:xfrm>
          <a:prstGeom prst="rect">
            <a:avLst/>
          </a:prstGeom>
          <a:noFill/>
          <a:ln w="19050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128579" y="2459890"/>
            <a:ext cx="635110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 err="1" smtClean="0">
                <a:solidFill>
                  <a:schemeClr val="bg1"/>
                </a:solidFill>
                <a:ea typeface="나눔바른고딕 Light" pitchFamily="50" charset="-127"/>
              </a:rPr>
              <a:t>Ul</a:t>
            </a:r>
            <a:r>
              <a:rPr lang="en-US" altLang="ko-KR" sz="1000" b="1" dirty="0" smtClean="0">
                <a:solidFill>
                  <a:schemeClr val="bg1"/>
                </a:solidFill>
                <a:ea typeface="나눔바른고딕 Light" pitchFamily="50" charset="-127"/>
              </a:rPr>
              <a:t> #</a:t>
            </a:r>
            <a:r>
              <a:rPr lang="en-US" altLang="ko-KR" sz="1000" b="1" dirty="0" err="1" smtClean="0">
                <a:solidFill>
                  <a:schemeClr val="bg1"/>
                </a:solidFill>
                <a:ea typeface="나눔바른고딕 Light" pitchFamily="50" charset="-127"/>
              </a:rPr>
              <a:t>util</a:t>
            </a:r>
            <a:endParaRPr lang="ko-KR" altLang="en-US" sz="1000" b="1" dirty="0">
              <a:solidFill>
                <a:schemeClr val="bg1"/>
              </a:solidFill>
              <a:ea typeface="나눔바른고딕 Light" pitchFamily="50" charset="-127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642910" y="3049357"/>
            <a:ext cx="8021588" cy="301083"/>
          </a:xfrm>
          <a:prstGeom prst="rect">
            <a:avLst/>
          </a:prstGeom>
          <a:noFill/>
          <a:ln w="19050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122341" y="3219066"/>
            <a:ext cx="1375698" cy="2462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 smtClean="0">
                <a:solidFill>
                  <a:schemeClr val="bg1"/>
                </a:solidFill>
                <a:ea typeface="나눔바른고딕 Light" pitchFamily="50" charset="-127"/>
              </a:rPr>
              <a:t>Div class=“</a:t>
            </a:r>
            <a:r>
              <a:rPr lang="en-US" sz="1000" b="1" dirty="0" smtClean="0">
                <a:solidFill>
                  <a:schemeClr val="bg1"/>
                </a:solidFill>
              </a:rPr>
              <a:t>tit-area”</a:t>
            </a:r>
            <a:endParaRPr lang="ko-KR" altLang="en-US" sz="1000" b="1" dirty="0">
              <a:solidFill>
                <a:schemeClr val="bg1"/>
              </a:solidFill>
              <a:ea typeface="나눔바른고딕 Light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00034" y="3591737"/>
            <a:ext cx="9487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solidFill>
                  <a:srgbClr val="FF0000"/>
                </a:solidFill>
                <a:latin typeface="나눔바른고딕 Light" pitchFamily="50" charset="-127"/>
                <a:ea typeface="나눔바른고딕 Light" pitchFamily="50" charset="-127"/>
              </a:rPr>
              <a:t>_</a:t>
            </a:r>
            <a:endParaRPr lang="en-US" altLang="ko-KR" sz="2400" dirty="0" smtClean="0">
              <a:latin typeface="나눔바른고딕 UltraLight" pitchFamily="50" charset="-127"/>
              <a:ea typeface="나눔바른고딕 UltraLight" pitchFamily="50" charset="-127"/>
            </a:endParaRPr>
          </a:p>
          <a:p>
            <a:r>
              <a:rPr lang="en-US" altLang="ko-KR" sz="2000" dirty="0" smtClean="0">
                <a:latin typeface="나눔바른고딕 UltraLight" pitchFamily="50" charset="-127"/>
                <a:ea typeface="나눔바른고딕 UltraLight" pitchFamily="50" charset="-127"/>
              </a:rPr>
              <a:t>Footer</a:t>
            </a:r>
            <a:endParaRPr lang="ko-KR" altLang="en-US" sz="2000" dirty="0">
              <a:latin typeface="나눔바른고딕 UltraLight" pitchFamily="50" charset="-127"/>
              <a:ea typeface="나눔바른고딕 UltraLight" pitchFamily="50" charset="-127"/>
            </a:endParaRPr>
          </a:p>
        </p:txBody>
      </p:sp>
      <p:pic>
        <p:nvPicPr>
          <p:cNvPr id="56" name="Picture 2" descr="C:\webtest\2.client\jihyeoh\index.png"/>
          <p:cNvPicPr>
            <a:picLocks noChangeAspect="1" noChangeArrowheads="1"/>
          </p:cNvPicPr>
          <p:nvPr/>
        </p:nvPicPr>
        <p:blipFill>
          <a:blip r:embed="rId2"/>
          <a:srcRect l="17957" t="93661" r="17968" b="-208"/>
          <a:stretch>
            <a:fillRect/>
          </a:stretch>
        </p:blipFill>
        <p:spPr bwMode="auto">
          <a:xfrm>
            <a:off x="571472" y="4500570"/>
            <a:ext cx="8143932" cy="928694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7" name="직사각형 56"/>
          <p:cNvSpPr/>
          <p:nvPr/>
        </p:nvSpPr>
        <p:spPr>
          <a:xfrm>
            <a:off x="642910" y="4643447"/>
            <a:ext cx="1071570" cy="428628"/>
          </a:xfrm>
          <a:prstGeom prst="rect">
            <a:avLst/>
          </a:prstGeom>
          <a:noFill/>
          <a:ln w="1905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36641" y="4448993"/>
            <a:ext cx="423514" cy="24622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 err="1" smtClean="0">
                <a:solidFill>
                  <a:schemeClr val="bg1"/>
                </a:solidFill>
                <a:ea typeface="나눔바른고딕 Light" pitchFamily="50" charset="-127"/>
              </a:rPr>
              <a:t>Img</a:t>
            </a:r>
            <a:endParaRPr lang="ko-KR" altLang="en-US" sz="1000" b="1" dirty="0">
              <a:solidFill>
                <a:schemeClr val="bg1"/>
              </a:solidFill>
              <a:ea typeface="나눔바른고딕 Light" pitchFamily="50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774767" y="4764020"/>
            <a:ext cx="2551906" cy="218134"/>
          </a:xfrm>
          <a:prstGeom prst="rect">
            <a:avLst/>
          </a:prstGeom>
          <a:noFill/>
          <a:ln w="1905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214810" y="4643446"/>
            <a:ext cx="1056700" cy="24622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 err="1" smtClean="0">
                <a:solidFill>
                  <a:schemeClr val="bg1"/>
                </a:solidFill>
                <a:ea typeface="나눔바른고딕 Light" pitchFamily="50" charset="-127"/>
              </a:rPr>
              <a:t>Ul</a:t>
            </a:r>
            <a:r>
              <a:rPr lang="en-US" altLang="ko-KR" sz="1000" b="1" dirty="0" smtClean="0">
                <a:solidFill>
                  <a:schemeClr val="bg1"/>
                </a:solidFill>
                <a:ea typeface="나눔바른고딕 Light" pitchFamily="50" charset="-127"/>
              </a:rPr>
              <a:t> class=“</a:t>
            </a:r>
            <a:r>
              <a:rPr lang="en-US" sz="1000" b="1" dirty="0" err="1" smtClean="0">
                <a:solidFill>
                  <a:schemeClr val="bg1"/>
                </a:solidFill>
              </a:rPr>
              <a:t>util</a:t>
            </a:r>
            <a:r>
              <a:rPr lang="en-US" sz="1000" b="1" dirty="0" smtClean="0">
                <a:solidFill>
                  <a:schemeClr val="bg1"/>
                </a:solidFill>
              </a:rPr>
              <a:t>”</a:t>
            </a:r>
            <a:endParaRPr lang="ko-KR" altLang="en-US" sz="1000" b="1" dirty="0">
              <a:solidFill>
                <a:schemeClr val="bg1"/>
              </a:solidFill>
              <a:ea typeface="나눔바른고딕 Light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774767" y="4976595"/>
            <a:ext cx="2072404" cy="195130"/>
          </a:xfrm>
          <a:prstGeom prst="rect">
            <a:avLst/>
          </a:prstGeom>
          <a:noFill/>
          <a:ln w="1905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761439" y="5060213"/>
            <a:ext cx="673582" cy="24622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 smtClean="0">
                <a:solidFill>
                  <a:schemeClr val="bg1"/>
                </a:solidFill>
                <a:ea typeface="나눔바른고딕 Light" pitchFamily="50" charset="-127"/>
              </a:rPr>
              <a:t>Address</a:t>
            </a:r>
            <a:endParaRPr lang="ko-KR" altLang="en-US" sz="1000" b="1" dirty="0">
              <a:solidFill>
                <a:schemeClr val="bg1"/>
              </a:solidFill>
              <a:ea typeface="나눔바른고딕 Light" pitchFamily="50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6512312" y="4714525"/>
            <a:ext cx="2111792" cy="267629"/>
          </a:xfrm>
          <a:prstGeom prst="rect">
            <a:avLst/>
          </a:prstGeom>
          <a:noFill/>
          <a:ln w="1905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49733" y="4967182"/>
            <a:ext cx="1184940" cy="24622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 err="1" smtClean="0">
                <a:solidFill>
                  <a:schemeClr val="bg1"/>
                </a:solidFill>
                <a:ea typeface="나눔바른고딕 Light" pitchFamily="50" charset="-127"/>
              </a:rPr>
              <a:t>Ul</a:t>
            </a:r>
            <a:r>
              <a:rPr lang="en-US" altLang="ko-KR" sz="1000" b="1" dirty="0" smtClean="0">
                <a:solidFill>
                  <a:schemeClr val="bg1"/>
                </a:solidFill>
                <a:ea typeface="나눔바른고딕 Light" pitchFamily="50" charset="-127"/>
              </a:rPr>
              <a:t> class=“</a:t>
            </a:r>
            <a:r>
              <a:rPr lang="en-US" sz="1000" b="1" dirty="0" smtClean="0">
                <a:solidFill>
                  <a:schemeClr val="bg1"/>
                </a:solidFill>
              </a:rPr>
              <a:t>share”</a:t>
            </a:r>
            <a:endParaRPr lang="ko-KR" altLang="en-US" sz="1000" b="1" dirty="0">
              <a:solidFill>
                <a:schemeClr val="bg1"/>
              </a:solidFill>
              <a:ea typeface="나눔바른고딕 Light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143768" y="357166"/>
            <a:ext cx="19005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 UltraLight" pitchFamily="50" charset="-127"/>
                <a:ea typeface="나눔바른고딕 UltraLight" pitchFamily="50" charset="-127"/>
              </a:rPr>
              <a:t>페이지설계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 UltraLight" pitchFamily="50" charset="-127"/>
                <a:ea typeface="나눔바른고딕 UltraLight" pitchFamily="50" charset="-127"/>
              </a:rPr>
              <a:t>STORYBOARD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나눔바른고딕 UltraLight" pitchFamily="50" charset="-127"/>
              <a:ea typeface="나눔바른고딕 UltraLight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filesystem:chrome-extension://fdpohaocaechififmbbbbbknoalclacl/temporary/screencapture-file-C-webtest-2-client-jihyeoh-index-html-1495786395759.pn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28" name="AutoShape 4" descr="filesystem:chrome-extension://fdpohaocaechififmbbbbbknoalclacl/temporary/screencapture-file-C-webtest-2-client-jihyeoh-index-html-1495786442218.pn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30" name="AutoShape 6" descr="filesystem:chrome-extension://fdpohaocaechififmbbbbbknoalclacl/temporary/screencapture-file-C-webtest-2-client-jihyeoh-index-html-1495786442218.pn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31" name="Picture 7" descr="C:\Users\kitcoop\Downloads\screencapture-file-C-webtest-2-client-jihyeoh-index-html-1495786442218.png"/>
          <p:cNvPicPr>
            <a:picLocks noChangeAspect="1" noChangeArrowheads="1"/>
          </p:cNvPicPr>
          <p:nvPr/>
        </p:nvPicPr>
        <p:blipFill>
          <a:blip r:embed="rId2"/>
          <a:srcRect l="16875" r="29687" b="85722"/>
          <a:stretch>
            <a:fillRect/>
          </a:stretch>
        </p:blipFill>
        <p:spPr bwMode="auto">
          <a:xfrm>
            <a:off x="500034" y="3929066"/>
            <a:ext cx="8143932" cy="2428892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7143768" y="357166"/>
            <a:ext cx="19005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 UltraLight" pitchFamily="50" charset="-127"/>
                <a:ea typeface="나눔바른고딕 UltraLight" pitchFamily="50" charset="-127"/>
              </a:rPr>
              <a:t>페이지설계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 UltraLight" pitchFamily="50" charset="-127"/>
                <a:ea typeface="나눔바른고딕 UltraLight" pitchFamily="50" charset="-127"/>
              </a:rPr>
              <a:t>STORYBOARD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나눔바른고딕 UltraLight" pitchFamily="50" charset="-127"/>
              <a:ea typeface="나눔바른고딕 UltraLight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0034" y="1071546"/>
            <a:ext cx="176747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atin typeface="나눔바른고딕 UltraLight" pitchFamily="50" charset="-127"/>
                <a:ea typeface="나눔바른고딕 UltraLight" pitchFamily="50" charset="-127"/>
              </a:rPr>
              <a:t>Javascript1</a:t>
            </a:r>
            <a:endParaRPr lang="en-US" altLang="ko-KR" sz="2400" dirty="0" smtClean="0">
              <a:latin typeface="나눔바른고딕 UltraLight" pitchFamily="50" charset="-127"/>
              <a:ea typeface="나눔바른고딕 UltraLight" pitchFamily="50" charset="-127"/>
            </a:endParaRPr>
          </a:p>
          <a:p>
            <a:r>
              <a:rPr lang="en-US" altLang="ko-KR" sz="2400" dirty="0" smtClean="0">
                <a:solidFill>
                  <a:srgbClr val="FF0000"/>
                </a:solidFill>
                <a:latin typeface="나눔바른고딕 Light" pitchFamily="50" charset="-127"/>
                <a:ea typeface="나눔바른고딕 Light" pitchFamily="50" charset="-127"/>
              </a:rPr>
              <a:t>_</a:t>
            </a:r>
            <a:endParaRPr lang="en-US" altLang="ko-KR" sz="2400" dirty="0" smtClean="0">
              <a:latin typeface="나눔바른고딕 UltraLight" pitchFamily="50" charset="-127"/>
              <a:ea typeface="나눔바른고딕 UltraLight" pitchFamily="50" charset="-127"/>
            </a:endParaRPr>
          </a:p>
          <a:p>
            <a:r>
              <a:rPr lang="ko-KR" altLang="en-US" sz="2000" dirty="0" smtClean="0">
                <a:latin typeface="나눔바른고딕 UltraLight" pitchFamily="50" charset="-127"/>
                <a:ea typeface="나눔바른고딕 UltraLight" pitchFamily="50" charset="-127"/>
              </a:rPr>
              <a:t>메뉴 슬라이드</a:t>
            </a:r>
            <a:endParaRPr lang="en-US" altLang="ko-KR" sz="2000" dirty="0" smtClean="0">
              <a:latin typeface="나눔바른고딕 UltraLight" pitchFamily="50" charset="-127"/>
              <a:ea typeface="나눔바른고딕 UltraLight" pitchFamily="50" charset="-127"/>
            </a:endParaRPr>
          </a:p>
          <a:p>
            <a:endParaRPr lang="ko-KR" altLang="en-US" sz="2000" dirty="0">
              <a:latin typeface="나눔바른고딕 UltraLight" pitchFamily="50" charset="-127"/>
              <a:ea typeface="나눔바른고딕 UltraLight" pitchFamily="50" charset="-127"/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86050" y="1785926"/>
            <a:ext cx="5804361" cy="1105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2786050" y="3071810"/>
            <a:ext cx="3860352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바른고딕 Light" pitchFamily="50" charset="-127"/>
                <a:ea typeface="나눔바른고딕 Light" pitchFamily="50" charset="-127"/>
              </a:rPr>
              <a:t>메뉴</a:t>
            </a:r>
            <a:r>
              <a:rPr lang="en-US" altLang="ko-KR" sz="1600" dirty="0" smtClean="0">
                <a:latin typeface="나눔바른고딕 Light" pitchFamily="50" charset="-127"/>
                <a:ea typeface="나눔바른고딕 Light" pitchFamily="50" charset="-127"/>
              </a:rPr>
              <a:t>(</a:t>
            </a:r>
            <a:r>
              <a:rPr lang="en-US" altLang="ko-KR" sz="1600" dirty="0" err="1" smtClean="0">
                <a:latin typeface="나눔바른고딕 Light" pitchFamily="50" charset="-127"/>
                <a:ea typeface="나눔바른고딕 Light" pitchFamily="50" charset="-127"/>
              </a:rPr>
              <a:t>section#gnb</a:t>
            </a:r>
            <a:r>
              <a:rPr lang="en-US" altLang="ko-KR" sz="1600" dirty="0" smtClean="0">
                <a:latin typeface="나눔바른고딕 Light" pitchFamily="50" charset="-127"/>
                <a:ea typeface="나눔바른고딕 Light" pitchFamily="50" charset="-127"/>
              </a:rPr>
              <a:t>)</a:t>
            </a:r>
            <a:r>
              <a:rPr lang="ko-KR" altLang="en-US" sz="1600" dirty="0" smtClean="0">
                <a:latin typeface="나눔바른고딕 Light" pitchFamily="50" charset="-127"/>
                <a:ea typeface="나눔바른고딕 Light" pitchFamily="50" charset="-127"/>
              </a:rPr>
              <a:t>에 마우스가 올려졌을 때</a:t>
            </a:r>
            <a:endParaRPr lang="en-US" altLang="ko-KR" sz="1600" dirty="0" smtClean="0">
              <a:latin typeface="나눔바른고딕 Light" pitchFamily="50" charset="-127"/>
              <a:ea typeface="나눔바른고딕 Light" pitchFamily="50" charset="-127"/>
            </a:endParaRPr>
          </a:p>
          <a:p>
            <a:r>
              <a:rPr lang="ko-KR" altLang="en-US" sz="1600" dirty="0" smtClean="0">
                <a:latin typeface="나눔바른고딕 Light" pitchFamily="50" charset="-127"/>
                <a:ea typeface="나눔바른고딕 Light" pitchFamily="50" charset="-127"/>
              </a:rPr>
              <a:t>슬라이드 될 수 있도록 작성했습니다</a:t>
            </a:r>
            <a:r>
              <a:rPr lang="en-US" altLang="ko-KR" sz="1600" dirty="0" smtClean="0">
                <a:latin typeface="나눔바른고딕 Light" pitchFamily="50" charset="-127"/>
                <a:ea typeface="나눔바른고딕 Light" pitchFamily="50" charset="-127"/>
              </a:rPr>
              <a:t>.</a:t>
            </a:r>
            <a:endParaRPr lang="en-US" altLang="ko-KR" sz="1600" dirty="0" smtClean="0">
              <a:latin typeface="나눔바른고딕 Light" pitchFamily="50" charset="-127"/>
              <a:ea typeface="나눔바른고딕 Light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428868"/>
            <a:ext cx="8000628" cy="1766888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026" name="AutoShape 2" descr="filesystem:chrome-extension://fdpohaocaechififmbbbbbknoalclacl/temporary/screencapture-file-C-webtest-2-client-jihyeoh-index-html-1495786395759.pn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28" name="AutoShape 4" descr="filesystem:chrome-extension://fdpohaocaechififmbbbbbknoalclacl/temporary/screencapture-file-C-webtest-2-client-jihyeoh-index-html-1495786442218.pn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30" name="AutoShape 6" descr="filesystem:chrome-extension://fdpohaocaechififmbbbbbknoalclacl/temporary/screencapture-file-C-webtest-2-client-jihyeoh-index-html-1495786442218.pn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7143768" y="357166"/>
            <a:ext cx="19005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 UltraLight" pitchFamily="50" charset="-127"/>
                <a:ea typeface="나눔바른고딕 UltraLight" pitchFamily="50" charset="-127"/>
              </a:rPr>
              <a:t>페이지설계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 UltraLight" pitchFamily="50" charset="-127"/>
                <a:ea typeface="나눔바른고딕 UltraLight" pitchFamily="50" charset="-127"/>
              </a:rPr>
              <a:t>STORYBOARD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나눔바른고딕 UltraLight" pitchFamily="50" charset="-127"/>
              <a:ea typeface="나눔바른고딕 UltraLight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0034" y="1071546"/>
            <a:ext cx="257474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atin typeface="나눔바른고딕 UltraLight" pitchFamily="50" charset="-127"/>
                <a:ea typeface="나눔바른고딕 UltraLight" pitchFamily="50" charset="-127"/>
              </a:rPr>
              <a:t>Javascript2</a:t>
            </a:r>
            <a:endParaRPr lang="en-US" altLang="ko-KR" sz="2400" dirty="0" smtClean="0">
              <a:latin typeface="나눔바른고딕 UltraLight" pitchFamily="50" charset="-127"/>
              <a:ea typeface="나눔바른고딕 UltraLight" pitchFamily="50" charset="-127"/>
            </a:endParaRPr>
          </a:p>
          <a:p>
            <a:r>
              <a:rPr lang="en-US" altLang="ko-KR" sz="2400" dirty="0" smtClean="0">
                <a:solidFill>
                  <a:srgbClr val="FF0000"/>
                </a:solidFill>
                <a:latin typeface="나눔바른고딕 Light" pitchFamily="50" charset="-127"/>
                <a:ea typeface="나눔바른고딕 Light" pitchFamily="50" charset="-127"/>
              </a:rPr>
              <a:t>_</a:t>
            </a:r>
            <a:endParaRPr lang="en-US" altLang="ko-KR" sz="2400" dirty="0" smtClean="0">
              <a:latin typeface="나눔바른고딕 UltraLight" pitchFamily="50" charset="-127"/>
              <a:ea typeface="나눔바른고딕 UltraLight" pitchFamily="50" charset="-127"/>
            </a:endParaRPr>
          </a:p>
          <a:p>
            <a:r>
              <a:rPr lang="ko-KR" altLang="en-US" sz="2000" dirty="0" smtClean="0">
                <a:latin typeface="나눔바른고딕 UltraLight" pitchFamily="50" charset="-127"/>
                <a:ea typeface="나눔바른고딕 UltraLight" pitchFamily="50" charset="-127"/>
              </a:rPr>
              <a:t>자격증 추가</a:t>
            </a:r>
            <a:r>
              <a:rPr lang="en-US" altLang="ko-KR" sz="2000" dirty="0" smtClean="0">
                <a:latin typeface="나눔바른고딕 UltraLight" pitchFamily="50" charset="-127"/>
                <a:ea typeface="나눔바른고딕 UltraLight" pitchFamily="50" charset="-127"/>
              </a:rPr>
              <a:t>, </a:t>
            </a:r>
            <a:r>
              <a:rPr lang="ko-KR" altLang="en-US" sz="2000" dirty="0" err="1" smtClean="0">
                <a:latin typeface="나눔바른고딕 UltraLight" pitchFamily="50" charset="-127"/>
                <a:ea typeface="나눔바른고딕 UltraLight" pitchFamily="50" charset="-127"/>
              </a:rPr>
              <a:t>리셋</a:t>
            </a:r>
            <a:r>
              <a:rPr lang="en-US" altLang="ko-KR" sz="2000" dirty="0" smtClean="0">
                <a:latin typeface="나눔바른고딕 UltraLight" pitchFamily="50" charset="-127"/>
                <a:ea typeface="나눔바른고딕 UltraLight" pitchFamily="50" charset="-127"/>
              </a:rPr>
              <a:t>, </a:t>
            </a:r>
            <a:r>
              <a:rPr lang="ko-KR" altLang="en-US" sz="2000" dirty="0" smtClean="0">
                <a:latin typeface="나눔바른고딕 UltraLight" pitchFamily="50" charset="-127"/>
                <a:ea typeface="나눔바른고딕 UltraLight" pitchFamily="50" charset="-127"/>
              </a:rPr>
              <a:t>삭제</a:t>
            </a:r>
            <a:endParaRPr lang="ko-KR" altLang="en-US" sz="2000" dirty="0">
              <a:latin typeface="나눔바른고딕 UltraLight" pitchFamily="50" charset="-127"/>
              <a:ea typeface="나눔바른고딕 UltraLight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72132" y="3143248"/>
            <a:ext cx="962123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바른고딕 Light" pitchFamily="50" charset="-127"/>
                <a:ea typeface="나눔바른고딕 Light" pitchFamily="50" charset="-127"/>
              </a:rPr>
              <a:t>추가 버튼</a:t>
            </a:r>
            <a:endParaRPr lang="en-US" altLang="ko-KR" sz="1600" dirty="0" smtClean="0">
              <a:latin typeface="나눔바른고딕 Light" pitchFamily="50" charset="-127"/>
              <a:ea typeface="나눔바른고딕 Light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45291" y="2541174"/>
            <a:ext cx="962123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600" dirty="0" err="1" smtClean="0">
                <a:latin typeface="나눔바른고딕 Light" pitchFamily="50" charset="-127"/>
                <a:ea typeface="나눔바른고딕 Light" pitchFamily="50" charset="-127"/>
              </a:rPr>
              <a:t>리셋</a:t>
            </a:r>
            <a:r>
              <a:rPr lang="ko-KR" altLang="en-US" sz="1600" dirty="0" smtClean="0">
                <a:latin typeface="나눔바른고딕 Light" pitchFamily="50" charset="-127"/>
                <a:ea typeface="나눔바른고딕 Light" pitchFamily="50" charset="-127"/>
              </a:rPr>
              <a:t> 버</a:t>
            </a:r>
            <a:r>
              <a:rPr lang="ko-KR" altLang="en-US" sz="1600" dirty="0" smtClean="0">
                <a:latin typeface="나눔바른고딕 Light" pitchFamily="50" charset="-127"/>
                <a:ea typeface="나눔바른고딕 Light" pitchFamily="50" charset="-127"/>
              </a:rPr>
              <a:t>튼</a:t>
            </a:r>
            <a:endParaRPr lang="en-US" altLang="ko-KR" sz="1600" dirty="0" smtClean="0">
              <a:latin typeface="나눔바른고딕 Light" pitchFamily="50" charset="-127"/>
              <a:ea typeface="나눔바른고딕 Light" pitchFamily="50" charset="-127"/>
            </a:endParaRPr>
          </a:p>
        </p:txBody>
      </p:sp>
      <p:cxnSp>
        <p:nvCxnSpPr>
          <p:cNvPr id="18" name="직선 화살표 연결선 17"/>
          <p:cNvCxnSpPr>
            <a:stCxn id="16" idx="2"/>
          </p:cNvCxnSpPr>
          <p:nvPr/>
        </p:nvCxnSpPr>
        <p:spPr>
          <a:xfrm rot="5400000">
            <a:off x="7739040" y="2989289"/>
            <a:ext cx="396875" cy="1777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000892" y="4357694"/>
            <a:ext cx="962123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600" smtClean="0">
                <a:latin typeface="나눔바른고딕 Light" pitchFamily="50" charset="-127"/>
                <a:ea typeface="나눔바른고딕 Light" pitchFamily="50" charset="-127"/>
              </a:rPr>
              <a:t>삭제 </a:t>
            </a:r>
            <a:r>
              <a:rPr lang="ko-KR" altLang="en-US" sz="1600" dirty="0" smtClean="0">
                <a:latin typeface="나눔바른고딕 Light" pitchFamily="50" charset="-127"/>
                <a:ea typeface="나눔바른고딕 Light" pitchFamily="50" charset="-127"/>
              </a:rPr>
              <a:t>버</a:t>
            </a:r>
            <a:r>
              <a:rPr lang="ko-KR" altLang="en-US" sz="1600" dirty="0" smtClean="0">
                <a:latin typeface="나눔바른고딕 Light" pitchFamily="50" charset="-127"/>
                <a:ea typeface="나눔바른고딕 Light" pitchFamily="50" charset="-127"/>
              </a:rPr>
              <a:t>튼</a:t>
            </a:r>
            <a:endParaRPr lang="en-US" altLang="ko-KR" sz="1600" dirty="0" smtClean="0">
              <a:latin typeface="나눔바른고딕 Light" pitchFamily="50" charset="-127"/>
              <a:ea typeface="나눔바른고딕 Light" pitchFamily="50" charset="-127"/>
            </a:endParaRPr>
          </a:p>
        </p:txBody>
      </p:sp>
      <p:cxnSp>
        <p:nvCxnSpPr>
          <p:cNvPr id="21" name="직선 화살표 연결선 20"/>
          <p:cNvCxnSpPr>
            <a:stCxn id="19" idx="0"/>
          </p:cNvCxnSpPr>
          <p:nvPr/>
        </p:nvCxnSpPr>
        <p:spPr>
          <a:xfrm rot="5400000" flipH="1" flipV="1">
            <a:off x="7420018" y="4133878"/>
            <a:ext cx="285752" cy="1618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/>
          <a:srcRect b="10414"/>
          <a:stretch>
            <a:fillRect/>
          </a:stretch>
        </p:blipFill>
        <p:spPr bwMode="auto">
          <a:xfrm>
            <a:off x="5786446" y="1944670"/>
            <a:ext cx="2971816" cy="341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70298" y="2673348"/>
            <a:ext cx="2762266" cy="342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00694" y="4786322"/>
            <a:ext cx="2628915" cy="361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9" name="직선 화살표 연결선 28"/>
          <p:cNvCxnSpPr>
            <a:stCxn id="11" idx="3"/>
          </p:cNvCxnSpPr>
          <p:nvPr/>
        </p:nvCxnSpPr>
        <p:spPr>
          <a:xfrm>
            <a:off x="6534255" y="3312525"/>
            <a:ext cx="539645" cy="1037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71472" y="5357826"/>
            <a:ext cx="50834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나눔바른고딕 Light" pitchFamily="50" charset="-127"/>
                <a:ea typeface="나눔바른고딕 Light" pitchFamily="50" charset="-127"/>
              </a:rPr>
              <a:t>A</a:t>
            </a:r>
            <a:r>
              <a:rPr lang="ko-KR" altLang="en-US" sz="1600" dirty="0" smtClean="0">
                <a:latin typeface="나눔바른고딕 Light" pitchFamily="50" charset="-127"/>
                <a:ea typeface="나눔바른고딕 Light" pitchFamily="50" charset="-127"/>
              </a:rPr>
              <a:t>태그로 만든 버튼의 </a:t>
            </a:r>
            <a:r>
              <a:rPr lang="en-US" altLang="ko-KR" sz="1600" dirty="0" err="1" smtClean="0">
                <a:latin typeface="나눔바른고딕 Light" pitchFamily="50" charset="-127"/>
                <a:ea typeface="나눔바른고딕 Light" pitchFamily="50" charset="-127"/>
              </a:rPr>
              <a:t>onclick</a:t>
            </a:r>
            <a:r>
              <a:rPr lang="en-US" altLang="ko-KR" sz="1600" dirty="0" smtClean="0">
                <a:latin typeface="나눔바른고딕 Light" pitchFamily="50" charset="-127"/>
                <a:ea typeface="나눔바른고딕 Light" pitchFamily="50" charset="-127"/>
              </a:rPr>
              <a:t> </a:t>
            </a:r>
            <a:r>
              <a:rPr lang="ko-KR" altLang="en-US" sz="1600" dirty="0" smtClean="0">
                <a:latin typeface="나눔바른고딕 Light" pitchFamily="50" charset="-127"/>
                <a:ea typeface="나눔바른고딕 Light" pitchFamily="50" charset="-127"/>
              </a:rPr>
              <a:t>속성에 각각의 함수를 연결해서</a:t>
            </a:r>
            <a:endParaRPr lang="en-US" altLang="ko-KR" sz="1600" dirty="0" smtClean="0">
              <a:latin typeface="나눔바른고딕 Light" pitchFamily="50" charset="-127"/>
              <a:ea typeface="나눔바른고딕 Light" pitchFamily="50" charset="-127"/>
            </a:endParaRPr>
          </a:p>
          <a:p>
            <a:r>
              <a:rPr lang="ko-KR" altLang="en-US" sz="1600" dirty="0" err="1" smtClean="0">
                <a:latin typeface="나눔바른고딕 Light" pitchFamily="50" charset="-127"/>
                <a:ea typeface="나눔바른고딕 Light" pitchFamily="50" charset="-127"/>
              </a:rPr>
              <a:t>클릭시</a:t>
            </a:r>
            <a:r>
              <a:rPr lang="ko-KR" altLang="en-US" sz="1600" dirty="0" smtClean="0">
                <a:latin typeface="나눔바른고딕 Light" pitchFamily="50" charset="-127"/>
                <a:ea typeface="나눔바른고딕 Light" pitchFamily="50" charset="-127"/>
              </a:rPr>
              <a:t> 추가</a:t>
            </a:r>
            <a:r>
              <a:rPr lang="en-US" altLang="ko-KR" sz="1600" dirty="0" smtClean="0">
                <a:latin typeface="나눔바른고딕 Light" pitchFamily="50" charset="-127"/>
                <a:ea typeface="나눔바른고딕 Light" pitchFamily="50" charset="-127"/>
              </a:rPr>
              <a:t>, </a:t>
            </a:r>
            <a:r>
              <a:rPr lang="ko-KR" altLang="en-US" sz="1600" dirty="0" err="1" smtClean="0">
                <a:latin typeface="나눔바른고딕 Light" pitchFamily="50" charset="-127"/>
                <a:ea typeface="나눔바른고딕 Light" pitchFamily="50" charset="-127"/>
              </a:rPr>
              <a:t>리셋</a:t>
            </a:r>
            <a:r>
              <a:rPr lang="en-US" altLang="ko-KR" sz="1600" dirty="0" smtClean="0">
                <a:latin typeface="나눔바른고딕 Light" pitchFamily="50" charset="-127"/>
                <a:ea typeface="나눔바른고딕 Light" pitchFamily="50" charset="-127"/>
              </a:rPr>
              <a:t>, </a:t>
            </a:r>
            <a:r>
              <a:rPr lang="ko-KR" altLang="en-US" sz="1600" dirty="0" smtClean="0">
                <a:latin typeface="나눔바른고딕 Light" pitchFamily="50" charset="-127"/>
                <a:ea typeface="나눔바른고딕 Light" pitchFamily="50" charset="-127"/>
              </a:rPr>
              <a:t>삭제 되도록 만들었습니다</a:t>
            </a:r>
            <a:r>
              <a:rPr lang="en-US" altLang="ko-KR" sz="1600" dirty="0" smtClean="0">
                <a:latin typeface="나눔바른고딕 Light" pitchFamily="50" charset="-127"/>
                <a:ea typeface="나눔바른고딕 Light" pitchFamily="50" charset="-127"/>
              </a:rPr>
              <a:t>.</a:t>
            </a:r>
            <a:endParaRPr lang="en-US" altLang="ko-KR" sz="1600" dirty="0" smtClean="0">
              <a:latin typeface="나눔바른고딕 Light" pitchFamily="50" charset="-127"/>
              <a:ea typeface="나눔바른고딕 Light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Crane</Template>
  <TotalTime>176</TotalTime>
  <Words>230</Words>
  <Application>Microsoft Office PowerPoint</Application>
  <PresentationFormat>화면 슬라이드 쇼(4:3)</PresentationFormat>
  <Paragraphs>78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굴림</vt:lpstr>
      <vt:lpstr>Arial</vt:lpstr>
      <vt:lpstr>나눔바른고딕 Light</vt:lpstr>
      <vt:lpstr>나눔바른고딕 UltraLight</vt:lpstr>
      <vt:lpstr>맑은 고딕</vt:lpstr>
      <vt:lpstr>조선일보명조</vt:lpstr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kitcoop</dc:creator>
  <cp:lastModifiedBy>kitcoop</cp:lastModifiedBy>
  <cp:revision>55</cp:revision>
  <dcterms:created xsi:type="dcterms:W3CDTF">2017-05-24T02:47:06Z</dcterms:created>
  <dcterms:modified xsi:type="dcterms:W3CDTF">2017-05-26T08:38:23Z</dcterms:modified>
</cp:coreProperties>
</file>