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3" r:id="rId5"/>
    <p:sldId id="262" r:id="rId6"/>
    <p:sldId id="259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6" r:id="rId19"/>
    <p:sldId id="275" r:id="rId2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914E-A285-4193-BA8E-0AC3D986DDCF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983C9-EFEB-41BB-8395-C315E4F117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914E-A285-4193-BA8E-0AC3D986DDCF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983C9-EFEB-41BB-8395-C315E4F117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914E-A285-4193-BA8E-0AC3D986DDCF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983C9-EFEB-41BB-8395-C315E4F117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914E-A285-4193-BA8E-0AC3D986DDCF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983C9-EFEB-41BB-8395-C315E4F117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914E-A285-4193-BA8E-0AC3D986DDCF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983C9-EFEB-41BB-8395-C315E4F117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914E-A285-4193-BA8E-0AC3D986DDCF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983C9-EFEB-41BB-8395-C315E4F117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914E-A285-4193-BA8E-0AC3D986DDCF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983C9-EFEB-41BB-8395-C315E4F117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914E-A285-4193-BA8E-0AC3D986DDCF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983C9-EFEB-41BB-8395-C315E4F117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914E-A285-4193-BA8E-0AC3D986DDCF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983C9-EFEB-41BB-8395-C315E4F117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914E-A285-4193-BA8E-0AC3D986DDCF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983C9-EFEB-41BB-8395-C315E4F117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914E-A285-4193-BA8E-0AC3D986DDCF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983C9-EFEB-41BB-8395-C315E4F117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C7914E-A285-4193-BA8E-0AC3D986DDCF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E983C9-EFEB-41BB-8395-C315E4F117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행사 등록 페이지 설계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웹 </a:t>
            </a:r>
            <a:r>
              <a:rPr lang="ko-KR" altLang="en-US" dirty="0" err="1" smtClean="0"/>
              <a:t>프론트엔드</a:t>
            </a:r>
            <a:endParaRPr lang="en-US" altLang="ko-KR" dirty="0" smtClean="0"/>
          </a:p>
          <a:p>
            <a:r>
              <a:rPr lang="ko-KR" altLang="en-US" dirty="0" smtClean="0"/>
              <a:t>박찬</a:t>
            </a:r>
            <a:r>
              <a:rPr lang="ko-KR" altLang="en-US" dirty="0"/>
              <a:t>민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96842"/>
          </a:xfrm>
        </p:spPr>
        <p:txBody>
          <a:bodyPr>
            <a:noAutofit/>
          </a:bodyPr>
          <a:lstStyle/>
          <a:p>
            <a:r>
              <a:rPr lang="ko-KR" altLang="en-US" sz="2800" dirty="0" smtClean="0"/>
              <a:t>페이지 상단</a:t>
            </a:r>
            <a:endParaRPr lang="ko-KR" altLang="en-US" sz="2800" dirty="0"/>
          </a:p>
        </p:txBody>
      </p:sp>
      <p:sp>
        <p:nvSpPr>
          <p:cNvPr id="4" name="직사각형 3"/>
          <p:cNvSpPr/>
          <p:nvPr/>
        </p:nvSpPr>
        <p:spPr>
          <a:xfrm>
            <a:off x="571472" y="785794"/>
            <a:ext cx="8072494" cy="60722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613610" y="818146"/>
            <a:ext cx="600803" cy="603985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메뉴바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288098" y="830914"/>
            <a:ext cx="7286676" cy="32147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헤더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(</a:t>
            </a:r>
            <a:r>
              <a:rPr lang="ko-KR" altLang="en-US" dirty="0" smtClean="0"/>
              <a:t> 행사 이미지 배경에 넣고 이미지 위에 행사 이름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장소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시간 출력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1285852" y="4143380"/>
            <a:ext cx="7286676" cy="27146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 smtClean="0"/>
              <a:t>행사 개요</a:t>
            </a:r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96842"/>
          </a:xfrm>
        </p:spPr>
        <p:txBody>
          <a:bodyPr>
            <a:noAutofit/>
          </a:bodyPr>
          <a:lstStyle/>
          <a:p>
            <a:r>
              <a:rPr lang="ko-KR" altLang="en-US" sz="2800" dirty="0" smtClean="0"/>
              <a:t>페이지 상단</a:t>
            </a:r>
            <a:endParaRPr lang="ko-KR" altLang="en-US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0009" y="1214395"/>
            <a:ext cx="8592999" cy="5619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96842"/>
          </a:xfrm>
        </p:spPr>
        <p:txBody>
          <a:bodyPr>
            <a:noAutofit/>
          </a:bodyPr>
          <a:lstStyle/>
          <a:p>
            <a:r>
              <a:rPr lang="ko-KR" altLang="en-US" sz="2800" dirty="0" smtClean="0"/>
              <a:t>페이지 상단</a:t>
            </a:r>
            <a:endParaRPr lang="ko-KR" altLang="en-US" sz="2800" dirty="0"/>
          </a:p>
        </p:txBody>
      </p:sp>
      <p:sp>
        <p:nvSpPr>
          <p:cNvPr id="4" name="직사각형 3"/>
          <p:cNvSpPr/>
          <p:nvPr/>
        </p:nvSpPr>
        <p:spPr>
          <a:xfrm>
            <a:off x="571472" y="785794"/>
            <a:ext cx="8072494" cy="60722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613610" y="818146"/>
            <a:ext cx="600803" cy="603985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메뉴바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1285852" y="1643050"/>
            <a:ext cx="7286676" cy="52149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 smtClean="0"/>
              <a:t>행사 </a:t>
            </a:r>
            <a:r>
              <a:rPr lang="ko-KR" altLang="en-US" dirty="0" err="1" smtClean="0"/>
              <a:t>스케쥴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428728" y="2071678"/>
            <a:ext cx="7000924" cy="2857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스케쥴</a:t>
            </a:r>
            <a:r>
              <a:rPr lang="ko-KR" altLang="en-US" dirty="0" smtClean="0"/>
              <a:t> 제목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1428728" y="2428868"/>
            <a:ext cx="7000924" cy="7858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강연 별 시간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내용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연사 소개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1428728" y="3286124"/>
            <a:ext cx="7000924" cy="7858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강연 별 시간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내용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연사 소개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1428728" y="4143380"/>
            <a:ext cx="7000924" cy="7858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강연 별 시간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내용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연사 소개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1428728" y="5000636"/>
            <a:ext cx="7000924" cy="7858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강연 별 시간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내용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연사 소개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1285852" y="857232"/>
            <a:ext cx="7286676" cy="5715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행사 이름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날짜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장소</a:t>
            </a:r>
            <a:r>
              <a:rPr lang="en-US" altLang="ko-KR" dirty="0" smtClean="0"/>
              <a:t>(</a:t>
            </a:r>
            <a:r>
              <a:rPr lang="ko-KR" altLang="en-US" dirty="0" smtClean="0"/>
              <a:t>헤더가 안보일 정도로 내려왔을 때만 표시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96842"/>
          </a:xfrm>
        </p:spPr>
        <p:txBody>
          <a:bodyPr>
            <a:noAutofit/>
          </a:bodyPr>
          <a:lstStyle/>
          <a:p>
            <a:r>
              <a:rPr lang="ko-KR" altLang="en-US" sz="2800" dirty="0" smtClean="0"/>
              <a:t>페이지 상단</a:t>
            </a:r>
            <a:endParaRPr lang="ko-KR" altLang="en-US" sz="28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1476" y="1500174"/>
            <a:ext cx="8192490" cy="5357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96842"/>
          </a:xfrm>
        </p:spPr>
        <p:txBody>
          <a:bodyPr>
            <a:noAutofit/>
          </a:bodyPr>
          <a:lstStyle/>
          <a:p>
            <a:r>
              <a:rPr lang="ko-KR" altLang="en-US" sz="2800" dirty="0" smtClean="0"/>
              <a:t>페이지 하단</a:t>
            </a:r>
            <a:endParaRPr lang="ko-KR" altLang="en-US" sz="2800" dirty="0"/>
          </a:p>
        </p:txBody>
      </p:sp>
      <p:sp>
        <p:nvSpPr>
          <p:cNvPr id="4" name="직사각형 3"/>
          <p:cNvSpPr/>
          <p:nvPr/>
        </p:nvSpPr>
        <p:spPr>
          <a:xfrm>
            <a:off x="571472" y="785794"/>
            <a:ext cx="8072494" cy="60722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613610" y="818146"/>
            <a:ext cx="600803" cy="603985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메뉴바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285852" y="1643050"/>
            <a:ext cx="3643338" cy="17859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행사 등록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(</a:t>
            </a:r>
            <a:r>
              <a:rPr lang="ko-KR" altLang="en-US" dirty="0" smtClean="0"/>
              <a:t>이름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이메일</a:t>
            </a:r>
            <a:r>
              <a:rPr lang="ko-KR" altLang="en-US" dirty="0" smtClean="0"/>
              <a:t> 등을 </a:t>
            </a:r>
            <a:r>
              <a:rPr lang="en-US" altLang="ko-KR" dirty="0" smtClean="0"/>
              <a:t>input </a:t>
            </a:r>
            <a:r>
              <a:rPr lang="ko-KR" altLang="en-US" dirty="0" smtClean="0"/>
              <a:t>태그로 입력 받음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5072066" y="1643050"/>
            <a:ext cx="3500462" cy="17859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등록 완료되면 이름과 함께 등록 감사 문구 출력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285852" y="3500438"/>
            <a:ext cx="7286676" cy="207167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행사 영상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(</a:t>
            </a:r>
            <a:r>
              <a:rPr lang="ko-KR" altLang="en-US" dirty="0" err="1" smtClean="0"/>
              <a:t>유투브의</a:t>
            </a:r>
            <a:r>
              <a:rPr lang="ko-KR" altLang="en-US" dirty="0" smtClean="0"/>
              <a:t> 영상을 표시함</a:t>
            </a:r>
            <a:r>
              <a:rPr lang="en-US" altLang="ko-KR" dirty="0" smtClean="0"/>
              <a:t>.)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1285852" y="857232"/>
            <a:ext cx="7286676" cy="5715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행사 이름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날짜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장소</a:t>
            </a:r>
            <a:r>
              <a:rPr lang="en-US" altLang="ko-KR" dirty="0" smtClean="0"/>
              <a:t>(</a:t>
            </a:r>
            <a:r>
              <a:rPr lang="ko-KR" altLang="en-US" dirty="0" smtClean="0"/>
              <a:t>헤더가 안보일 정도로 내려왔을 때만 표시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1285852" y="5643578"/>
            <a:ext cx="7286676" cy="121442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Footer</a:t>
            </a:r>
          </a:p>
          <a:p>
            <a:pPr algn="ctr"/>
            <a:r>
              <a:rPr lang="en-US" altLang="ko-KR" dirty="0" smtClean="0"/>
              <a:t>(</a:t>
            </a:r>
            <a:r>
              <a:rPr lang="ko-KR" altLang="en-US" dirty="0" smtClean="0"/>
              <a:t>행사 주최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후원사</a:t>
            </a:r>
            <a:r>
              <a:rPr lang="ko-KR" altLang="en-US" dirty="0" smtClean="0"/>
              <a:t> 안내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96842"/>
          </a:xfrm>
        </p:spPr>
        <p:txBody>
          <a:bodyPr>
            <a:noAutofit/>
          </a:bodyPr>
          <a:lstStyle/>
          <a:p>
            <a:r>
              <a:rPr lang="ko-KR" altLang="en-US" sz="2800" dirty="0" smtClean="0"/>
              <a:t>페이지 하단</a:t>
            </a:r>
            <a:endParaRPr lang="ko-KR" altLang="en-US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18" y="1195670"/>
            <a:ext cx="9072626" cy="4876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96842"/>
          </a:xfrm>
        </p:spPr>
        <p:txBody>
          <a:bodyPr>
            <a:noAutofit/>
          </a:bodyPr>
          <a:lstStyle/>
          <a:p>
            <a:r>
              <a:rPr lang="ko-KR" altLang="en-US" sz="2800" dirty="0" smtClean="0"/>
              <a:t>페이지 하단</a:t>
            </a:r>
            <a:endParaRPr lang="ko-KR" altLang="en-US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00108"/>
            <a:ext cx="9170646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96842"/>
          </a:xfrm>
        </p:spPr>
        <p:txBody>
          <a:bodyPr>
            <a:noAutofit/>
          </a:bodyPr>
          <a:lstStyle/>
          <a:p>
            <a:r>
              <a:rPr lang="ko-KR" altLang="en-US" sz="2800" dirty="0" smtClean="0"/>
              <a:t>페이지 하단</a:t>
            </a:r>
            <a:endParaRPr lang="ko-KR" altLang="en-US" sz="2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1"/>
            <a:ext cx="9144000" cy="491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 smtClean="0"/>
              <a:t>반응</a:t>
            </a:r>
            <a:r>
              <a:rPr lang="ko-KR" altLang="en-US" dirty="0" err="1" smtClean="0"/>
              <a:t>형</a:t>
            </a:r>
            <a:r>
              <a:rPr lang="ko-KR" altLang="en-US" dirty="0" smtClean="0"/>
              <a:t> </a:t>
            </a:r>
            <a:r>
              <a:rPr lang="ko-KR" altLang="en-US" dirty="0" smtClean="0"/>
              <a:t>페이지 설계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 smtClean="0"/>
              <a:t>가로폭</a:t>
            </a:r>
            <a:r>
              <a:rPr lang="ko-KR" altLang="en-US" dirty="0" smtClean="0"/>
              <a:t> </a:t>
            </a:r>
            <a:r>
              <a:rPr lang="en-US" altLang="ko-KR" dirty="0" smtClean="0"/>
              <a:t>720px </a:t>
            </a:r>
            <a:r>
              <a:rPr lang="ko-KR" altLang="en-US" dirty="0" smtClean="0"/>
              <a:t>이하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96842"/>
          </a:xfrm>
        </p:spPr>
        <p:txBody>
          <a:bodyPr>
            <a:noAutofit/>
          </a:bodyPr>
          <a:lstStyle/>
          <a:p>
            <a:r>
              <a:rPr lang="ko-KR" altLang="en-US" sz="2800" dirty="0" smtClean="0"/>
              <a:t>페이지 상단</a:t>
            </a:r>
            <a:endParaRPr lang="ko-KR" altLang="en-US" sz="2800" dirty="0"/>
          </a:p>
        </p:txBody>
      </p:sp>
      <p:sp>
        <p:nvSpPr>
          <p:cNvPr id="4" name="직사각형 3"/>
          <p:cNvSpPr/>
          <p:nvPr/>
        </p:nvSpPr>
        <p:spPr>
          <a:xfrm>
            <a:off x="571472" y="785794"/>
            <a:ext cx="8072494" cy="60722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642910" y="4143380"/>
            <a:ext cx="7929618" cy="64291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메뉴바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642910" y="830914"/>
            <a:ext cx="7931864" cy="32147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헤더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(</a:t>
            </a:r>
            <a:r>
              <a:rPr lang="ko-KR" altLang="en-US" dirty="0" smtClean="0"/>
              <a:t> 행사 이미지 배경에 넣고 이미지 위에 행사 이름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장소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시간 출력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642910" y="4857760"/>
            <a:ext cx="7929618" cy="20002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 smtClean="0"/>
              <a:t> 행사 개요</a:t>
            </a:r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8001024" y="6215082"/>
            <a:ext cx="500066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Top</a:t>
            </a:r>
            <a:r>
              <a:rPr lang="ko-KR" altLang="en-US" sz="1200" dirty="0" smtClean="0"/>
              <a:t>버튼</a:t>
            </a:r>
            <a:endParaRPr lang="ko-KR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96842"/>
          </a:xfrm>
        </p:spPr>
        <p:txBody>
          <a:bodyPr>
            <a:noAutofit/>
          </a:bodyPr>
          <a:lstStyle/>
          <a:p>
            <a:r>
              <a:rPr lang="ko-KR" altLang="en-US" sz="2800" dirty="0" smtClean="0"/>
              <a:t>페이지 상단</a:t>
            </a:r>
            <a:endParaRPr lang="ko-KR" altLang="en-US" sz="28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32" y="756125"/>
            <a:ext cx="5214974" cy="610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96842"/>
          </a:xfrm>
        </p:spPr>
        <p:txBody>
          <a:bodyPr>
            <a:noAutofit/>
          </a:bodyPr>
          <a:lstStyle/>
          <a:p>
            <a:r>
              <a:rPr lang="ko-KR" altLang="en-US" sz="2800" dirty="0" smtClean="0"/>
              <a:t>페이지 상단</a:t>
            </a:r>
            <a:endParaRPr lang="ko-KR" altLang="en-US" sz="2800" dirty="0"/>
          </a:p>
        </p:txBody>
      </p:sp>
      <p:sp>
        <p:nvSpPr>
          <p:cNvPr id="4" name="직사각형 3"/>
          <p:cNvSpPr/>
          <p:nvPr/>
        </p:nvSpPr>
        <p:spPr>
          <a:xfrm>
            <a:off x="571472" y="785794"/>
            <a:ext cx="8072494" cy="60722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642910" y="1643050"/>
            <a:ext cx="7929618" cy="52149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 smtClean="0"/>
              <a:t>행사 </a:t>
            </a:r>
            <a:r>
              <a:rPr lang="ko-KR" altLang="en-US" dirty="0" err="1" smtClean="0"/>
              <a:t>스케쥴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810999" y="2071678"/>
            <a:ext cx="7618653" cy="2857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스케쥴</a:t>
            </a:r>
            <a:r>
              <a:rPr lang="ko-KR" altLang="en-US" dirty="0" smtClean="0"/>
              <a:t> 제목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810999" y="2428868"/>
            <a:ext cx="7618653" cy="7858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강연 별 시간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내용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연사 소개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810999" y="3286124"/>
            <a:ext cx="7618653" cy="7858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강연 별 시간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내용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연사 소개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810999" y="4143380"/>
            <a:ext cx="7618653" cy="7858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강연 별 시간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내용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연사 소개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810999" y="5000636"/>
            <a:ext cx="7618653" cy="7858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강연 별 시간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내용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연사 소개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642910" y="857232"/>
            <a:ext cx="7929618" cy="5715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행사 이름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날짜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장소</a:t>
            </a:r>
            <a:r>
              <a:rPr lang="en-US" altLang="ko-KR" dirty="0" smtClean="0"/>
              <a:t>(</a:t>
            </a:r>
            <a:r>
              <a:rPr lang="ko-KR" altLang="en-US" dirty="0" smtClean="0"/>
              <a:t>헤더가 안보일 정도로 내려왔을 때만 표시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8001024" y="6215082"/>
            <a:ext cx="500066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Top</a:t>
            </a:r>
            <a:r>
              <a:rPr lang="ko-KR" altLang="en-US" sz="1200" dirty="0" smtClean="0"/>
              <a:t>버튼</a:t>
            </a:r>
            <a:endParaRPr lang="ko-KR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96842"/>
          </a:xfrm>
        </p:spPr>
        <p:txBody>
          <a:bodyPr>
            <a:noAutofit/>
          </a:bodyPr>
          <a:lstStyle/>
          <a:p>
            <a:r>
              <a:rPr lang="ko-KR" altLang="en-US" sz="2800" dirty="0" smtClean="0"/>
              <a:t>페이지 상단</a:t>
            </a:r>
            <a:endParaRPr lang="ko-KR" altLang="en-US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672538"/>
            <a:ext cx="5286412" cy="6185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96842"/>
          </a:xfrm>
        </p:spPr>
        <p:txBody>
          <a:bodyPr>
            <a:noAutofit/>
          </a:bodyPr>
          <a:lstStyle/>
          <a:p>
            <a:r>
              <a:rPr lang="ko-KR" altLang="en-US" sz="2800" dirty="0" smtClean="0"/>
              <a:t>페이지 하단</a:t>
            </a:r>
            <a:endParaRPr lang="ko-KR" altLang="en-US" sz="2800" dirty="0"/>
          </a:p>
        </p:txBody>
      </p:sp>
      <p:sp>
        <p:nvSpPr>
          <p:cNvPr id="4" name="직사각형 3"/>
          <p:cNvSpPr/>
          <p:nvPr/>
        </p:nvSpPr>
        <p:spPr>
          <a:xfrm>
            <a:off x="571472" y="785794"/>
            <a:ext cx="8072494" cy="60722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642910" y="1571612"/>
            <a:ext cx="7858180" cy="271464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행사 등록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(</a:t>
            </a:r>
            <a:r>
              <a:rPr lang="ko-KR" altLang="en-US" dirty="0" smtClean="0"/>
              <a:t>이름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이메일</a:t>
            </a:r>
            <a:r>
              <a:rPr lang="ko-KR" altLang="en-US" dirty="0" smtClean="0"/>
              <a:t> 등을 </a:t>
            </a:r>
            <a:r>
              <a:rPr lang="en-US" altLang="ko-KR" dirty="0" smtClean="0"/>
              <a:t>input </a:t>
            </a:r>
            <a:r>
              <a:rPr lang="ko-KR" altLang="en-US" dirty="0" smtClean="0"/>
              <a:t>태그로 입력 받음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642910" y="4357694"/>
            <a:ext cx="7858180" cy="250030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등록 완료되면 이름과 함께 등록 감사 문구 출력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642910" y="857232"/>
            <a:ext cx="7929618" cy="5715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행사 이름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날짜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장소</a:t>
            </a:r>
            <a:r>
              <a:rPr lang="en-US" altLang="ko-KR" dirty="0" smtClean="0"/>
              <a:t>(</a:t>
            </a:r>
            <a:r>
              <a:rPr lang="ko-KR" altLang="en-US" dirty="0" smtClean="0"/>
              <a:t>헤더가 안보일 정도로 내려왔을 때만 표시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8001024" y="6215082"/>
            <a:ext cx="500066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Top</a:t>
            </a:r>
            <a:r>
              <a:rPr lang="ko-KR" altLang="en-US" sz="1200" dirty="0" smtClean="0"/>
              <a:t>버튼</a:t>
            </a:r>
            <a:endParaRPr lang="ko-KR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96842"/>
          </a:xfrm>
        </p:spPr>
        <p:txBody>
          <a:bodyPr>
            <a:noAutofit/>
          </a:bodyPr>
          <a:lstStyle/>
          <a:p>
            <a:r>
              <a:rPr lang="ko-KR" altLang="en-US" sz="2800" dirty="0" smtClean="0"/>
              <a:t>페이지 하단</a:t>
            </a:r>
            <a:endParaRPr lang="ko-KR" altLang="en-US" sz="28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672538"/>
            <a:ext cx="5286412" cy="6185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96842"/>
          </a:xfrm>
        </p:spPr>
        <p:txBody>
          <a:bodyPr>
            <a:noAutofit/>
          </a:bodyPr>
          <a:lstStyle/>
          <a:p>
            <a:r>
              <a:rPr lang="ko-KR" altLang="en-US" sz="2800" dirty="0" smtClean="0"/>
              <a:t>페이지 하단</a:t>
            </a:r>
            <a:endParaRPr lang="ko-KR" altLang="en-US" sz="2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32041" y="642918"/>
            <a:ext cx="5311727" cy="6215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96842"/>
          </a:xfrm>
        </p:spPr>
        <p:txBody>
          <a:bodyPr>
            <a:noAutofit/>
          </a:bodyPr>
          <a:lstStyle/>
          <a:p>
            <a:r>
              <a:rPr lang="ko-KR" altLang="en-US" sz="2800" dirty="0" smtClean="0"/>
              <a:t>페이지 하단</a:t>
            </a:r>
            <a:endParaRPr lang="ko-KR" altLang="en-US" sz="2800" dirty="0"/>
          </a:p>
        </p:txBody>
      </p:sp>
      <p:sp>
        <p:nvSpPr>
          <p:cNvPr id="4" name="직사각형 3"/>
          <p:cNvSpPr/>
          <p:nvPr/>
        </p:nvSpPr>
        <p:spPr>
          <a:xfrm>
            <a:off x="571472" y="785794"/>
            <a:ext cx="8072494" cy="60722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42910" y="1571636"/>
            <a:ext cx="7858180" cy="35718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행사 영상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(</a:t>
            </a:r>
            <a:r>
              <a:rPr lang="ko-KR" altLang="en-US" dirty="0" err="1" smtClean="0"/>
              <a:t>유투브의</a:t>
            </a:r>
            <a:r>
              <a:rPr lang="ko-KR" altLang="en-US" dirty="0" smtClean="0"/>
              <a:t> 영상을 표시함</a:t>
            </a:r>
            <a:r>
              <a:rPr lang="en-US" altLang="ko-KR" dirty="0" smtClean="0"/>
              <a:t>.)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642910" y="857232"/>
            <a:ext cx="7929618" cy="5715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행사 이름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날짜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장소</a:t>
            </a:r>
            <a:r>
              <a:rPr lang="en-US" altLang="ko-KR" dirty="0" smtClean="0"/>
              <a:t>(</a:t>
            </a:r>
            <a:r>
              <a:rPr lang="ko-KR" altLang="en-US" dirty="0" smtClean="0"/>
              <a:t>헤더가 안보일 정도로 내려왔을 때만 표시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642910" y="5214950"/>
            <a:ext cx="7929618" cy="16430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Footer</a:t>
            </a:r>
          </a:p>
          <a:p>
            <a:pPr algn="ctr"/>
            <a:r>
              <a:rPr lang="en-US" altLang="ko-KR" dirty="0" smtClean="0"/>
              <a:t>(</a:t>
            </a:r>
            <a:r>
              <a:rPr lang="ko-KR" altLang="en-US" dirty="0" smtClean="0"/>
              <a:t>행사 주최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후원사</a:t>
            </a:r>
            <a:r>
              <a:rPr lang="ko-KR" altLang="en-US" dirty="0" smtClean="0"/>
              <a:t> 안내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8001024" y="6215082"/>
            <a:ext cx="500066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Top</a:t>
            </a:r>
            <a:r>
              <a:rPr lang="ko-KR" altLang="en-US" sz="1200" dirty="0" smtClean="0"/>
              <a:t>버튼</a:t>
            </a:r>
            <a:endParaRPr lang="ko-KR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96842"/>
          </a:xfrm>
        </p:spPr>
        <p:txBody>
          <a:bodyPr>
            <a:noAutofit/>
          </a:bodyPr>
          <a:lstStyle/>
          <a:p>
            <a:r>
              <a:rPr lang="ko-KR" altLang="en-US" sz="2800" dirty="0" smtClean="0"/>
              <a:t>페이지 하단</a:t>
            </a:r>
            <a:endParaRPr lang="ko-KR" altLang="en-US" sz="28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3479" y="642918"/>
            <a:ext cx="5311727" cy="6215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308</Words>
  <Application>Microsoft Office PowerPoint</Application>
  <PresentationFormat>화면 슬라이드 쇼(4:3)</PresentationFormat>
  <Paragraphs>108</Paragraphs>
  <Slides>19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0" baseType="lpstr">
      <vt:lpstr>Office 테마</vt:lpstr>
      <vt:lpstr>행사 등록 페이지 설계</vt:lpstr>
      <vt:lpstr>페이지 상단</vt:lpstr>
      <vt:lpstr>페이지 상단</vt:lpstr>
      <vt:lpstr>페이지 상단</vt:lpstr>
      <vt:lpstr>페이지 상단</vt:lpstr>
      <vt:lpstr>페이지 하단</vt:lpstr>
      <vt:lpstr>페이지 하단</vt:lpstr>
      <vt:lpstr>페이지 하단</vt:lpstr>
      <vt:lpstr>페이지 하단</vt:lpstr>
      <vt:lpstr>반응형 페이지 설계</vt:lpstr>
      <vt:lpstr>페이지 상단</vt:lpstr>
      <vt:lpstr>페이지 상단</vt:lpstr>
      <vt:lpstr>페이지 상단</vt:lpstr>
      <vt:lpstr>페이지 상단</vt:lpstr>
      <vt:lpstr>페이지 하단</vt:lpstr>
      <vt:lpstr>페이지 하단</vt:lpstr>
      <vt:lpstr>페이지 하단</vt:lpstr>
      <vt:lpstr>페이지 하단</vt:lpstr>
      <vt:lpstr>페이지 하단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행사 등록 페이지 설계</dc:title>
  <dc:creator>kitcoop</dc:creator>
  <cp:lastModifiedBy>kitcoop</cp:lastModifiedBy>
  <cp:revision>37</cp:revision>
  <dcterms:created xsi:type="dcterms:W3CDTF">2017-05-23T00:39:48Z</dcterms:created>
  <dcterms:modified xsi:type="dcterms:W3CDTF">2017-05-26T07:12:29Z</dcterms:modified>
</cp:coreProperties>
</file>