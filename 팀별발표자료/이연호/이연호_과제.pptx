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82" r:id="rId2"/>
    <p:sldId id="310" r:id="rId3"/>
    <p:sldId id="298" r:id="rId4"/>
    <p:sldId id="301" r:id="rId5"/>
    <p:sldId id="315" r:id="rId6"/>
    <p:sldId id="307" r:id="rId7"/>
    <p:sldId id="312" r:id="rId8"/>
    <p:sldId id="313" r:id="rId9"/>
    <p:sldId id="314" r:id="rId10"/>
    <p:sldId id="321" r:id="rId11"/>
    <p:sldId id="322" r:id="rId12"/>
    <p:sldId id="323" r:id="rId13"/>
    <p:sldId id="324" r:id="rId14"/>
    <p:sldId id="325" r:id="rId15"/>
    <p:sldId id="316" r:id="rId16"/>
    <p:sldId id="317" r:id="rId17"/>
    <p:sldId id="318" r:id="rId18"/>
    <p:sldId id="319" r:id="rId19"/>
    <p:sldId id="320" r:id="rId20"/>
    <p:sldId id="300" r:id="rId21"/>
  </p:sldIdLst>
  <p:sldSz cx="9144000" cy="6858000" type="screen4x3"/>
  <p:notesSz cx="6769100" cy="9906000"/>
  <p:embeddedFontLst>
    <p:embeddedFont>
      <p:font typeface="나눔고딕" charset="-127"/>
      <p:regular r:id="rId23"/>
      <p:bold r:id="rId24"/>
    </p:embeddedFont>
    <p:embeddedFont>
      <p:font typeface="나눔명조" charset="-127"/>
      <p:regular r:id="rId25"/>
      <p:bold r:id="rId26"/>
    </p:embeddedFont>
    <p:embeddedFont>
      <p:font typeface="맑은 고딕" pitchFamily="50" charset="-127"/>
      <p:regular r:id="rId27"/>
      <p:bold r:id="rId2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EAAC2"/>
    <a:srgbClr val="E8E8E8"/>
    <a:srgbClr val="E2E2E2"/>
    <a:srgbClr val="E4EFF4"/>
    <a:srgbClr val="CEE2EA"/>
    <a:srgbClr val="A1C8D7"/>
    <a:srgbClr val="9966FF"/>
    <a:srgbClr val="7747B7"/>
    <a:srgbClr val="9999FF"/>
    <a:srgbClr val="1FE5E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3" autoAdjust="0"/>
    <p:restoredTop sz="94660"/>
  </p:normalViewPr>
  <p:slideViewPr>
    <p:cSldViewPr>
      <p:cViewPr>
        <p:scale>
          <a:sx n="100" d="100"/>
          <a:sy n="100" d="100"/>
        </p:scale>
        <p:origin x="-1494" y="354"/>
      </p:cViewPr>
      <p:guideLst>
        <p:guide orient="horz" pos="572"/>
        <p:guide orient="horz" pos="1480"/>
        <p:guide orient="horz" pos="845"/>
        <p:guide pos="3288"/>
        <p:guide pos="68"/>
        <p:guide pos="1565"/>
        <p:guide pos="476"/>
        <p:guide pos="1882"/>
        <p:guide pos="2018"/>
        <p:guide pos="74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52" d="100"/>
          <a:sy n="52" d="100"/>
        </p:scale>
        <p:origin x="-2586" y="-90"/>
      </p:cViewPr>
      <p:guideLst>
        <p:guide orient="horz" pos="3120"/>
        <p:guide pos="2132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277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34257" y="0"/>
            <a:ext cx="2933277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A870C5-E39E-4D4A-8B97-122E944BE205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08050" y="742950"/>
            <a:ext cx="4953000" cy="3714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6910" y="4705350"/>
            <a:ext cx="5415280" cy="4457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33277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34257" y="9408981"/>
            <a:ext cx="2933277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C562BB-DACB-4090-9EB0-C718CC4DF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562BB-DACB-4090-9EB0-C718CC4DFD5D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562BB-DACB-4090-9EB0-C718CC4DFD5D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562BB-DACB-4090-9EB0-C718CC4DFD5D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562BB-DACB-4090-9EB0-C718CC4DFD5D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562BB-DACB-4090-9EB0-C718CC4DFD5D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562BB-DACB-4090-9EB0-C718CC4DFD5D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562BB-DACB-4090-9EB0-C718CC4DFD5D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562BB-DACB-4090-9EB0-C718CC4DFD5D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562BB-DACB-4090-9EB0-C718CC4DFD5D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562BB-DACB-4090-9EB0-C718CC4DFD5D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562BB-DACB-4090-9EB0-C718CC4DFD5D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562BB-DACB-4090-9EB0-C718CC4DFD5D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hangeul.naver.com/font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 descr="C:\Documents and Settings\nhn\바탕 화면\하늘수채\그림1_1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9144000" cy="6862753"/>
          </a:xfrm>
          <a:prstGeom prst="rect">
            <a:avLst/>
          </a:prstGeom>
          <a:noFill/>
        </p:spPr>
      </p:pic>
      <p:sp>
        <p:nvSpPr>
          <p:cNvPr id="7" name="직사각형 6"/>
          <p:cNvSpPr/>
          <p:nvPr userDrawn="1"/>
        </p:nvSpPr>
        <p:spPr>
          <a:xfrm>
            <a:off x="3563888" y="6233750"/>
            <a:ext cx="215796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spc="-30" dirty="0" smtClean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이 문서는 </a:t>
            </a:r>
            <a:r>
              <a:rPr lang="ko-KR" altLang="en-US" sz="800" spc="-30" dirty="0" err="1" smtClean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나눔글꼴로</a:t>
            </a:r>
            <a:r>
              <a:rPr lang="ko-KR" altLang="en-US" sz="800" spc="-30" dirty="0" smtClean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 작성되었습니다</a:t>
            </a:r>
            <a:r>
              <a:rPr lang="en-US" altLang="ko-KR" sz="800" spc="-30" dirty="0" smtClean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. </a:t>
            </a:r>
            <a:r>
              <a:rPr lang="ko-KR" altLang="en-US" sz="800" u="sng" spc="-30" dirty="0" smtClean="0">
                <a:solidFill>
                  <a:srgbClr val="4495D2"/>
                </a:solidFill>
                <a:latin typeface="나눔고딕" pitchFamily="50" charset="-127"/>
                <a:ea typeface="나눔고딕" pitchFamily="50" charset="-127"/>
                <a:hlinkClick r:id="rId3"/>
              </a:rPr>
              <a:t>설치하기</a:t>
            </a:r>
            <a:endParaRPr lang="ko-KR" altLang="en-US" sz="800" u="sng" spc="-30" dirty="0">
              <a:solidFill>
                <a:srgbClr val="4495D2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직사각형 7"/>
          <p:cNvSpPr/>
          <p:nvPr userDrawn="1"/>
        </p:nvSpPr>
        <p:spPr>
          <a:xfrm>
            <a:off x="2815722" y="1006854"/>
            <a:ext cx="3556478" cy="4582386"/>
          </a:xfrm>
          <a:prstGeom prst="rect">
            <a:avLst/>
          </a:prstGeom>
          <a:gradFill>
            <a:gsLst>
              <a:gs pos="0">
                <a:srgbClr val="E8E8E8"/>
              </a:gs>
              <a:gs pos="56000">
                <a:schemeClr val="bg1"/>
              </a:gs>
            </a:gsLst>
            <a:lin ang="3600000" scaled="0"/>
          </a:gradFill>
          <a:ln>
            <a:noFill/>
          </a:ln>
          <a:effectLst>
            <a:outerShdw blurRad="355600" dist="1016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b="1" spc="-150" dirty="0" smtClean="0">
              <a:solidFill>
                <a:schemeClr val="tx1">
                  <a:lumMod val="75000"/>
                  <a:lumOff val="2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2926225" y="1119066"/>
            <a:ext cx="3335473" cy="4357963"/>
          </a:xfrm>
          <a:prstGeom prst="rect">
            <a:avLst/>
          </a:prstGeom>
          <a:noFill/>
          <a:ln w="6350">
            <a:gradFill>
              <a:gsLst>
                <a:gs pos="0">
                  <a:srgbClr val="A1C8D7"/>
                </a:gs>
                <a:gs pos="100000">
                  <a:srgbClr val="CEE2EA"/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 userDrawn="1"/>
        </p:nvSpPr>
        <p:spPr>
          <a:xfrm>
            <a:off x="2977790" y="1168647"/>
            <a:ext cx="3232342" cy="4258800"/>
          </a:xfrm>
          <a:prstGeom prst="rect">
            <a:avLst/>
          </a:prstGeom>
          <a:noFill/>
          <a:ln w="31750">
            <a:gradFill>
              <a:gsLst>
                <a:gs pos="0">
                  <a:srgbClr val="A1C8D7"/>
                </a:gs>
                <a:gs pos="100000">
                  <a:srgbClr val="CEE2EA"/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203575" y="1654200"/>
            <a:ext cx="2016125" cy="2232248"/>
          </a:xfrm>
        </p:spPr>
        <p:txBody>
          <a:bodyPr anchor="t">
            <a:normAutofit/>
          </a:bodyPr>
          <a:lstStyle>
            <a:lvl1pPr algn="l">
              <a:defRPr sz="4200"/>
            </a:lvl1pPr>
          </a:lstStyle>
          <a:p>
            <a:r>
              <a:rPr lang="ko-KR" altLang="en-US" smtClean="0"/>
              <a:t>문서의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제목</a:t>
            </a:r>
            <a:endParaRPr lang="ko-KR" altLang="en-US"/>
          </a:p>
        </p:txBody>
      </p:sp>
      <p:sp>
        <p:nvSpPr>
          <p:cNvPr id="21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3203575" y="1196752"/>
            <a:ext cx="2016125" cy="432048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rgbClr val="6EAAC2"/>
                </a:solidFill>
                <a:latin typeface="나눔명조" pitchFamily="18" charset="-127"/>
                <a:ea typeface="나눔명조" pitchFamily="18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소제목</a:t>
            </a:r>
            <a:endParaRPr lang="ko-KR" altLang="en-US"/>
          </a:p>
        </p:txBody>
      </p:sp>
      <p:sp>
        <p:nvSpPr>
          <p:cNvPr id="25" name="텍스트 개체 틀 3"/>
          <p:cNvSpPr>
            <a:spLocks noGrp="1"/>
          </p:cNvSpPr>
          <p:nvPr>
            <p:ph type="body" sz="half" idx="2" hasCustomPrompt="1"/>
          </p:nvPr>
        </p:nvSpPr>
        <p:spPr>
          <a:xfrm>
            <a:off x="3203575" y="5013176"/>
            <a:ext cx="2016125" cy="288032"/>
          </a:xfrm>
        </p:spPr>
        <p:txBody>
          <a:bodyPr/>
          <a:lstStyle>
            <a:lvl1pPr marL="0" indent="0">
              <a:buNone/>
              <a:defRPr sz="1100" b="1">
                <a:solidFill>
                  <a:schemeClr val="bg1">
                    <a:lumMod val="65000"/>
                  </a:schemeClr>
                </a:solidFill>
                <a:latin typeface="나눔명조" pitchFamily="18" charset="-127"/>
                <a:ea typeface="나눔명조" pitchFamily="18" charset="-127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dirty="0" smtClean="0"/>
              <a:t>작성자 </a:t>
            </a:r>
            <a:r>
              <a:rPr lang="en-US" altLang="ko-KR" dirty="0" smtClean="0"/>
              <a:t>/ </a:t>
            </a:r>
            <a:r>
              <a:rPr lang="ko-KR" altLang="en-US" dirty="0" smtClean="0"/>
              <a:t>작성일</a:t>
            </a:r>
            <a:endParaRPr lang="en-US" altLang="ko-KR" dirty="0" smtClean="0"/>
          </a:p>
          <a:p>
            <a:pPr lvl="0"/>
            <a:endParaRPr lang="en-US" altLang="ko-KR" dirty="0" smtClean="0"/>
          </a:p>
        </p:txBody>
      </p:sp>
      <p:sp>
        <p:nvSpPr>
          <p:cNvPr id="12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>
            <a:lvl1pPr>
              <a:defRPr sz="800"/>
            </a:lvl1pPr>
          </a:lstStyle>
          <a:p>
            <a:fld id="{793C75F0-4FDF-431C-B6B2-41F992E67A7C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13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>
              <a:defRPr sz="800"/>
            </a:lvl1pPr>
          </a:lstStyle>
          <a:p>
            <a:fld id="{46AD8A1D-F5E3-4971-B0EE-D6B8EE5A56B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_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C:\Documents and Settings\nhn\바탕 화면\하늘수채\그림3_1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7999"/>
          </a:xfrm>
          <a:prstGeom prst="rect">
            <a:avLst/>
          </a:prstGeom>
          <a:noFill/>
        </p:spPr>
      </p:pic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469900" y="2798316"/>
            <a:ext cx="8229600" cy="1143000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 smtClean="0"/>
              <a:t>|</a:t>
            </a:r>
            <a:r>
              <a:rPr lang="ko-KR" altLang="en-US" dirty="0" smtClean="0"/>
              <a:t>꼭지제목</a:t>
            </a:r>
            <a:r>
              <a:rPr lang="en-US" altLang="ko-KR" dirty="0" smtClean="0"/>
              <a:t>|</a:t>
            </a:r>
            <a:endParaRPr lang="ko-KR" altLang="en-US" dirty="0"/>
          </a:p>
        </p:txBody>
      </p:sp>
      <p:sp>
        <p:nvSpPr>
          <p:cNvPr id="8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>
            <a:lvl1pPr>
              <a:defRPr sz="800"/>
            </a:lvl1pPr>
          </a:lstStyle>
          <a:p>
            <a:fld id="{793C75F0-4FDF-431C-B6B2-41F992E67A7C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9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>
              <a:defRPr sz="800"/>
            </a:lvl1pPr>
          </a:lstStyle>
          <a:p>
            <a:fld id="{46AD8A1D-F5E3-4971-B0EE-D6B8EE5A56B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0" name="텍스트 개체 틀 3"/>
          <p:cNvSpPr>
            <a:spLocks noGrp="1"/>
          </p:cNvSpPr>
          <p:nvPr>
            <p:ph type="body" sz="half" idx="16" hasCustomPrompt="1"/>
          </p:nvPr>
        </p:nvSpPr>
        <p:spPr>
          <a:xfrm>
            <a:off x="2843808" y="6371802"/>
            <a:ext cx="864022" cy="338963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800" b="1">
                <a:latin typeface="나눔명조" pitchFamily="18" charset="-127"/>
                <a:ea typeface="나눔명조" pitchFamily="18" charset="-127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dirty="0" smtClean="0"/>
              <a:t>바닥글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C:\Documents and Settings\nhn\바탕 화면\하늘수채\그림2_1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"/>
            <a:ext cx="9144000" cy="6857999"/>
          </a:xfrm>
          <a:prstGeom prst="rect">
            <a:avLst/>
          </a:prstGeom>
          <a:noFill/>
        </p:spPr>
      </p:pic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2473052" y="646088"/>
            <a:ext cx="2736478" cy="648072"/>
          </a:xfrm>
        </p:spPr>
        <p:txBody>
          <a:bodyPr>
            <a:normAutofit/>
          </a:bodyPr>
          <a:lstStyle>
            <a:lvl1pPr algn="l">
              <a:defRPr sz="1800" b="1"/>
            </a:lvl1pPr>
          </a:lstStyle>
          <a:p>
            <a:r>
              <a:rPr lang="ko-KR" altLang="en-US" smtClean="0"/>
              <a:t>시의제목</a:t>
            </a:r>
            <a:endParaRPr lang="ko-KR" altLang="en-US"/>
          </a:p>
        </p:txBody>
      </p:sp>
      <p:sp>
        <p:nvSpPr>
          <p:cNvPr id="17" name="텍스트 개체 틀 3"/>
          <p:cNvSpPr>
            <a:spLocks noGrp="1"/>
          </p:cNvSpPr>
          <p:nvPr>
            <p:ph type="body" sz="half" idx="2" hasCustomPrompt="1"/>
          </p:nvPr>
        </p:nvSpPr>
        <p:spPr>
          <a:xfrm>
            <a:off x="2477416" y="2017980"/>
            <a:ext cx="2742284" cy="2131099"/>
          </a:xfrm>
        </p:spPr>
        <p:txBody>
          <a:bodyPr/>
          <a:lstStyle>
            <a:lvl1pPr marL="0" indent="0">
              <a:buNone/>
              <a:defRPr sz="1100" b="1">
                <a:latin typeface="나눔명조" pitchFamily="18" charset="-127"/>
                <a:ea typeface="나눔명조" pitchFamily="18" charset="-127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내용을  작성하세요</a:t>
            </a:r>
            <a:r>
              <a:rPr lang="en-US" altLang="ko-KR" smtClean="0"/>
              <a:t>.</a:t>
            </a:r>
          </a:p>
          <a:p>
            <a:pPr lvl="0"/>
            <a:endParaRPr lang="en-US" altLang="ko-KR" smtClean="0"/>
          </a:p>
        </p:txBody>
      </p:sp>
      <p:sp>
        <p:nvSpPr>
          <p:cNvPr id="19" name="텍스트 개체 틀 3"/>
          <p:cNvSpPr>
            <a:spLocks noGrp="1"/>
          </p:cNvSpPr>
          <p:nvPr>
            <p:ph type="body" sz="half" idx="14" hasCustomPrompt="1"/>
          </p:nvPr>
        </p:nvSpPr>
        <p:spPr>
          <a:xfrm>
            <a:off x="2474245" y="1300510"/>
            <a:ext cx="2745456" cy="288032"/>
          </a:xfrm>
        </p:spPr>
        <p:txBody>
          <a:bodyPr anchor="ctr">
            <a:normAutofit/>
          </a:bodyPr>
          <a:lstStyle>
            <a:lvl1pPr marL="0" indent="0">
              <a:buNone/>
              <a:defRPr sz="1200" b="1">
                <a:latin typeface="나눔명조" pitchFamily="18" charset="-127"/>
                <a:ea typeface="나눔명조" pitchFamily="18" charset="-127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작가의 이름</a:t>
            </a:r>
          </a:p>
        </p:txBody>
      </p:sp>
      <p:sp>
        <p:nvSpPr>
          <p:cNvPr id="12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>
            <a:lvl1pPr>
              <a:defRPr sz="800"/>
            </a:lvl1pPr>
          </a:lstStyle>
          <a:p>
            <a:fld id="{793C75F0-4FDF-431C-B6B2-41F992E67A7C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13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>
              <a:defRPr sz="800"/>
            </a:lvl1pPr>
          </a:lstStyle>
          <a:p>
            <a:fld id="{46AD8A1D-F5E3-4971-B0EE-D6B8EE5A56B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4" name="텍스트 개체 틀 3"/>
          <p:cNvSpPr>
            <a:spLocks noGrp="1"/>
          </p:cNvSpPr>
          <p:nvPr>
            <p:ph type="body" sz="half" idx="16" hasCustomPrompt="1"/>
          </p:nvPr>
        </p:nvSpPr>
        <p:spPr>
          <a:xfrm>
            <a:off x="2843808" y="6371802"/>
            <a:ext cx="864022" cy="338963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800" b="1">
                <a:latin typeface="나눔명조" pitchFamily="18" charset="-127"/>
                <a:ea typeface="나눔명조" pitchFamily="18" charset="-127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dirty="0" smtClean="0"/>
              <a:t>바닥글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 descr="C:\Documents and Settings\nhn\바탕 화면\하늘수채\그림2_1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"/>
            <a:ext cx="9144000" cy="6857999"/>
          </a:xfrm>
          <a:prstGeom prst="rect">
            <a:avLst/>
          </a:prstGeom>
          <a:noFill/>
        </p:spPr>
      </p:pic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1018282" y="764704"/>
            <a:ext cx="1466156" cy="432048"/>
          </a:xfrm>
        </p:spPr>
        <p:txBody>
          <a:bodyPr>
            <a:normAutofit/>
          </a:bodyPr>
          <a:lstStyle>
            <a:lvl1pPr algn="l">
              <a:defRPr sz="1800" b="1"/>
            </a:lvl1pPr>
          </a:lstStyle>
          <a:p>
            <a:r>
              <a:rPr lang="ko-KR" altLang="en-US" smtClean="0"/>
              <a:t>작가소개</a:t>
            </a:r>
            <a:endParaRPr lang="ko-KR" altLang="en-US"/>
          </a:p>
        </p:txBody>
      </p:sp>
      <p:sp>
        <p:nvSpPr>
          <p:cNvPr id="12" name="텍스트 개체 틀 3"/>
          <p:cNvSpPr>
            <a:spLocks noGrp="1"/>
          </p:cNvSpPr>
          <p:nvPr>
            <p:ph type="body" sz="half" idx="2" hasCustomPrompt="1"/>
          </p:nvPr>
        </p:nvSpPr>
        <p:spPr>
          <a:xfrm>
            <a:off x="2843808" y="2819028"/>
            <a:ext cx="2375892" cy="970012"/>
          </a:xfrm>
        </p:spPr>
        <p:txBody>
          <a:bodyPr>
            <a:normAutofit/>
          </a:bodyPr>
          <a:lstStyle>
            <a:lvl1pPr marL="0" indent="0">
              <a:buNone/>
              <a:defRPr sz="1100" b="1">
                <a:latin typeface="나눔명조" pitchFamily="18" charset="-127"/>
                <a:ea typeface="나눔명조" pitchFamily="18" charset="-127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내용을 작성하세요</a:t>
            </a:r>
            <a:r>
              <a:rPr lang="en-US" altLang="ko-KR" smtClean="0"/>
              <a:t>.</a:t>
            </a:r>
            <a:endParaRPr lang="ko-KR" altLang="en-US" smtClean="0"/>
          </a:p>
        </p:txBody>
      </p:sp>
      <p:sp>
        <p:nvSpPr>
          <p:cNvPr id="13" name="텍스트 개체 틀 3"/>
          <p:cNvSpPr>
            <a:spLocks noGrp="1"/>
          </p:cNvSpPr>
          <p:nvPr>
            <p:ph type="body" sz="half" idx="13" hasCustomPrompt="1"/>
          </p:nvPr>
        </p:nvSpPr>
        <p:spPr>
          <a:xfrm>
            <a:off x="1019793" y="1239618"/>
            <a:ext cx="1464645" cy="317173"/>
          </a:xfrm>
        </p:spPr>
        <p:txBody>
          <a:bodyPr anchor="ctr">
            <a:normAutofit/>
          </a:bodyPr>
          <a:lstStyle>
            <a:lvl1pPr marL="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| </a:t>
            </a:r>
            <a:r>
              <a:rPr lang="ko-KR" altLang="en-US" smtClean="0"/>
              <a:t>작가이름 </a:t>
            </a:r>
            <a:r>
              <a:rPr lang="en-US" altLang="ko-KR" smtClean="0"/>
              <a:t>|</a:t>
            </a:r>
            <a:endParaRPr lang="ko-KR" altLang="en-US" smtClean="0"/>
          </a:p>
        </p:txBody>
      </p:sp>
      <p:sp>
        <p:nvSpPr>
          <p:cNvPr id="14" name="텍스트 개체 틀 3"/>
          <p:cNvSpPr>
            <a:spLocks noGrp="1"/>
          </p:cNvSpPr>
          <p:nvPr>
            <p:ph type="body" sz="half" idx="14" hasCustomPrompt="1"/>
          </p:nvPr>
        </p:nvSpPr>
        <p:spPr>
          <a:xfrm>
            <a:off x="2836599" y="2436128"/>
            <a:ext cx="2383101" cy="344800"/>
          </a:xfrm>
        </p:spPr>
        <p:txBody>
          <a:bodyPr anchor="ctr">
            <a:normAutofit/>
          </a:bodyPr>
          <a:lstStyle>
            <a:lvl1pPr marL="0" indent="0">
              <a:buNone/>
              <a:defRPr sz="1200" b="1">
                <a:latin typeface="나눔명조" pitchFamily="18" charset="-127"/>
                <a:ea typeface="나눔명조" pitchFamily="18" charset="-127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약력</a:t>
            </a:r>
            <a:endParaRPr lang="en-US" altLang="ko-KR" smtClean="0"/>
          </a:p>
        </p:txBody>
      </p:sp>
      <p:pic>
        <p:nvPicPr>
          <p:cNvPr id="16" name="Picture 2" descr="C:\Documents and Settings\nhn\바탕 화면\현대시문학자료\은하랑.jpg"/>
          <p:cNvPicPr>
            <a:picLocks noChangeAspect="1" noChangeArrowheads="1"/>
          </p:cNvPicPr>
          <p:nvPr userDrawn="1"/>
        </p:nvPicPr>
        <p:blipFill>
          <a:blip r:embed="rId3" cstate="print">
            <a:grayscl/>
            <a:lum contrast="5000"/>
          </a:blip>
          <a:srcRect/>
          <a:stretch>
            <a:fillRect/>
          </a:stretch>
        </p:blipFill>
        <p:spPr bwMode="auto">
          <a:xfrm>
            <a:off x="1151476" y="1981613"/>
            <a:ext cx="1404399" cy="1809759"/>
          </a:xfrm>
          <a:prstGeom prst="rect">
            <a:avLst/>
          </a:prstGeom>
          <a:noFill/>
        </p:spPr>
      </p:pic>
      <p:sp>
        <p:nvSpPr>
          <p:cNvPr id="11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>
            <a:lvl1pPr>
              <a:defRPr sz="800"/>
            </a:lvl1pPr>
          </a:lstStyle>
          <a:p>
            <a:fld id="{793C75F0-4FDF-431C-B6B2-41F992E67A7C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17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>
              <a:defRPr sz="800"/>
            </a:lvl1pPr>
          </a:lstStyle>
          <a:p>
            <a:fld id="{46AD8A1D-F5E3-4971-B0EE-D6B8EE5A56B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8" name="텍스트 개체 틀 3"/>
          <p:cNvSpPr>
            <a:spLocks noGrp="1"/>
          </p:cNvSpPr>
          <p:nvPr>
            <p:ph type="body" sz="half" idx="16" hasCustomPrompt="1"/>
          </p:nvPr>
        </p:nvSpPr>
        <p:spPr>
          <a:xfrm>
            <a:off x="2843808" y="6371802"/>
            <a:ext cx="864022" cy="338963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800" b="1">
                <a:latin typeface="나눔명조" pitchFamily="18" charset="-127"/>
                <a:ea typeface="나눔명조" pitchFamily="18" charset="-127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dirty="0" smtClean="0"/>
              <a:t>바닥글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C:\Documents and Settings\nhn\바탕 화면\하늘수채\그림4_1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63050" cy="6858000"/>
          </a:xfrm>
          <a:prstGeom prst="rect">
            <a:avLst/>
          </a:prstGeom>
          <a:noFill/>
        </p:spPr>
      </p:pic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800"/>
            </a:lvl1pPr>
          </a:lstStyle>
          <a:p>
            <a:fld id="{793C75F0-4FDF-431C-B6B2-41F992E67A7C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800"/>
            </a:lvl1pPr>
          </a:lstStyle>
          <a:p>
            <a:fld id="{46AD8A1D-F5E3-4971-B0EE-D6B8EE5A56B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텍스트 개체 틀 3"/>
          <p:cNvSpPr>
            <a:spLocks noGrp="1"/>
          </p:cNvSpPr>
          <p:nvPr>
            <p:ph type="body" sz="half" idx="2" hasCustomPrompt="1"/>
          </p:nvPr>
        </p:nvSpPr>
        <p:spPr>
          <a:xfrm>
            <a:off x="2843808" y="823938"/>
            <a:ext cx="3139752" cy="804862"/>
          </a:xfrm>
        </p:spPr>
        <p:txBody>
          <a:bodyPr>
            <a:normAutofit/>
          </a:bodyPr>
          <a:lstStyle>
            <a:lvl1pPr marL="0" indent="0">
              <a:buNone/>
              <a:defRPr sz="1100" b="1">
                <a:solidFill>
                  <a:schemeClr val="tx1">
                    <a:lumMod val="65000"/>
                    <a:lumOff val="35000"/>
                  </a:schemeClr>
                </a:solidFill>
                <a:latin typeface="나눔명조" pitchFamily="18" charset="-127"/>
                <a:ea typeface="나눔명조" pitchFamily="18" charset="-127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내용을 작성하세요</a:t>
            </a:r>
            <a:r>
              <a:rPr lang="en-US" altLang="ko-KR" smtClean="0"/>
              <a:t>.</a:t>
            </a:r>
            <a:endParaRPr lang="ko-KR" altLang="en-US" smtClean="0"/>
          </a:p>
        </p:txBody>
      </p:sp>
      <p:sp>
        <p:nvSpPr>
          <p:cNvPr id="9" name="텍스트 개체 틀 3"/>
          <p:cNvSpPr>
            <a:spLocks noGrp="1"/>
          </p:cNvSpPr>
          <p:nvPr>
            <p:ph type="body" sz="half" idx="14" hasCustomPrompt="1"/>
          </p:nvPr>
        </p:nvSpPr>
        <p:spPr>
          <a:xfrm>
            <a:off x="1071240" y="1230660"/>
            <a:ext cx="864022" cy="57549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000">
                <a:latin typeface="나눔명조" pitchFamily="18" charset="-127"/>
                <a:ea typeface="나눔명조" pitchFamily="18" charset="-127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|</a:t>
            </a:r>
            <a:r>
              <a:rPr lang="ko-KR" altLang="en-US" smtClean="0"/>
              <a:t>시의 제목</a:t>
            </a:r>
            <a:r>
              <a:rPr lang="en-US" altLang="ko-KR" smtClean="0"/>
              <a:t>|</a:t>
            </a:r>
          </a:p>
          <a:p>
            <a:pPr lvl="0"/>
            <a:r>
              <a:rPr lang="ko-KR" altLang="en-US" smtClean="0"/>
              <a:t>작가이름 作</a:t>
            </a:r>
          </a:p>
        </p:txBody>
      </p:sp>
      <p:sp>
        <p:nvSpPr>
          <p:cNvPr id="15" name="텍스트 개체 틀 3"/>
          <p:cNvSpPr>
            <a:spLocks noGrp="1"/>
          </p:cNvSpPr>
          <p:nvPr>
            <p:ph type="body" sz="half" idx="16" hasCustomPrompt="1"/>
          </p:nvPr>
        </p:nvSpPr>
        <p:spPr>
          <a:xfrm>
            <a:off x="2843808" y="6371802"/>
            <a:ext cx="864022" cy="338963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800" b="1">
                <a:latin typeface="나눔명조" pitchFamily="18" charset="-127"/>
                <a:ea typeface="나눔명조" pitchFamily="18" charset="-127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dirty="0" smtClean="0"/>
              <a:t>바닥글</a:t>
            </a:r>
          </a:p>
        </p:txBody>
      </p:sp>
      <p:sp>
        <p:nvSpPr>
          <p:cNvPr id="18" name="텍스트 개체 틀 3"/>
          <p:cNvSpPr>
            <a:spLocks noGrp="1"/>
          </p:cNvSpPr>
          <p:nvPr>
            <p:ph type="body" sz="half" idx="17" hasCustomPrompt="1"/>
          </p:nvPr>
        </p:nvSpPr>
        <p:spPr>
          <a:xfrm>
            <a:off x="1080438" y="838200"/>
            <a:ext cx="864095" cy="371252"/>
          </a:xfrm>
        </p:spPr>
        <p:txBody>
          <a:bodyPr anchor="ctr">
            <a:normAutofit/>
          </a:bodyPr>
          <a:lstStyle>
            <a:lvl1pPr marL="0" indent="0">
              <a:buNone/>
              <a:defRPr sz="1800" b="1">
                <a:latin typeface="나눔명조" pitchFamily="18" charset="-127"/>
                <a:ea typeface="나눔명조" pitchFamily="18" charset="-127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시평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배경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C:\Documents and Settings\nhn\바탕 화면\하늘수채\그림2_1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"/>
            <a:ext cx="9144000" cy="6857999"/>
          </a:xfrm>
          <a:prstGeom prst="rect">
            <a:avLst/>
          </a:prstGeom>
          <a:noFill/>
        </p:spPr>
      </p:pic>
      <p:sp>
        <p:nvSpPr>
          <p:cNvPr id="9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>
            <a:lvl1pPr>
              <a:defRPr sz="800"/>
            </a:lvl1pPr>
          </a:lstStyle>
          <a:p>
            <a:fld id="{793C75F0-4FDF-431C-B6B2-41F992E67A7C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>
              <a:defRPr sz="800"/>
            </a:lvl1pPr>
          </a:lstStyle>
          <a:p>
            <a:fld id="{46AD8A1D-F5E3-4971-B0EE-D6B8EE5A56B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1" name="텍스트 개체 틀 3"/>
          <p:cNvSpPr>
            <a:spLocks noGrp="1"/>
          </p:cNvSpPr>
          <p:nvPr>
            <p:ph type="body" sz="half" idx="16" hasCustomPrompt="1"/>
          </p:nvPr>
        </p:nvSpPr>
        <p:spPr>
          <a:xfrm>
            <a:off x="2843808" y="6371802"/>
            <a:ext cx="864022" cy="338963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800" b="1">
                <a:latin typeface="나눔명조" pitchFamily="18" charset="-127"/>
                <a:ea typeface="나눔명조" pitchFamily="18" charset="-127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dirty="0" smtClean="0"/>
              <a:t>바닥글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배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Documents and Settings\nhn\바탕 화면\하늘수채\그림3_1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7999"/>
          </a:xfrm>
          <a:prstGeom prst="rect">
            <a:avLst/>
          </a:prstGeom>
          <a:noFill/>
        </p:spPr>
      </p:pic>
      <p:sp>
        <p:nvSpPr>
          <p:cNvPr id="8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>
            <a:lvl1pPr>
              <a:defRPr sz="800"/>
            </a:lvl1pPr>
          </a:lstStyle>
          <a:p>
            <a:fld id="{793C75F0-4FDF-431C-B6B2-41F992E67A7C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9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>
              <a:defRPr sz="800"/>
            </a:lvl1pPr>
          </a:lstStyle>
          <a:p>
            <a:fld id="{46AD8A1D-F5E3-4971-B0EE-D6B8EE5A56B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0" name="텍스트 개체 틀 3"/>
          <p:cNvSpPr>
            <a:spLocks noGrp="1"/>
          </p:cNvSpPr>
          <p:nvPr>
            <p:ph type="body" sz="half" idx="16" hasCustomPrompt="1"/>
          </p:nvPr>
        </p:nvSpPr>
        <p:spPr>
          <a:xfrm>
            <a:off x="2843808" y="6371802"/>
            <a:ext cx="864022" cy="338963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800" b="1">
                <a:latin typeface="나눔명조" pitchFamily="18" charset="-127"/>
                <a:ea typeface="나눔명조" pitchFamily="18" charset="-127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dirty="0" smtClean="0"/>
              <a:t>바닥글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배경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Documents and Settings\nhn\바탕 화면\하늘수채\그림4_1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63050" cy="6858000"/>
          </a:xfrm>
          <a:prstGeom prst="rect">
            <a:avLst/>
          </a:prstGeom>
          <a:noFill/>
        </p:spPr>
      </p:pic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800"/>
            </a:lvl1pPr>
          </a:lstStyle>
          <a:p>
            <a:fld id="{793C75F0-4FDF-431C-B6B2-41F992E67A7C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800"/>
            </a:lvl1pPr>
          </a:lstStyle>
          <a:p>
            <a:fld id="{46AD8A1D-F5E3-4971-B0EE-D6B8EE5A56B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5" name="텍스트 개체 틀 3"/>
          <p:cNvSpPr>
            <a:spLocks noGrp="1"/>
          </p:cNvSpPr>
          <p:nvPr>
            <p:ph type="body" sz="half" idx="16" hasCustomPrompt="1"/>
          </p:nvPr>
        </p:nvSpPr>
        <p:spPr>
          <a:xfrm>
            <a:off x="2843808" y="6371802"/>
            <a:ext cx="864022" cy="338963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800" b="1">
                <a:latin typeface="나눔명조" pitchFamily="18" charset="-127"/>
                <a:ea typeface="나눔명조" pitchFamily="18" charset="-127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dirty="0" smtClean="0"/>
              <a:t>바닥글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배경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Documents and Settings\nhn\바탕 화면\하늘수채\그림1_1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9144000" cy="6862753"/>
          </a:xfrm>
          <a:prstGeom prst="rect">
            <a:avLst/>
          </a:prstGeom>
          <a:noFill/>
        </p:spPr>
      </p:pic>
      <p:sp>
        <p:nvSpPr>
          <p:cNvPr id="14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>
            <a:lvl1pPr>
              <a:defRPr sz="800"/>
            </a:lvl1pPr>
          </a:lstStyle>
          <a:p>
            <a:fld id="{793C75F0-4FDF-431C-B6B2-41F992E67A7C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1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>
              <a:defRPr sz="800"/>
            </a:lvl1pPr>
          </a:lstStyle>
          <a:p>
            <a:fld id="{46AD8A1D-F5E3-4971-B0EE-D6B8EE5A56B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6" name="텍스트 개체 틀 3"/>
          <p:cNvSpPr>
            <a:spLocks noGrp="1"/>
          </p:cNvSpPr>
          <p:nvPr>
            <p:ph type="body" sz="half" idx="16" hasCustomPrompt="1"/>
          </p:nvPr>
        </p:nvSpPr>
        <p:spPr>
          <a:xfrm>
            <a:off x="2843808" y="6371802"/>
            <a:ext cx="864022" cy="338963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800" b="1">
                <a:latin typeface="나눔명조" pitchFamily="18" charset="-127"/>
                <a:ea typeface="나눔명조" pitchFamily="18" charset="-127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dirty="0" smtClean="0"/>
              <a:t>바닥글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7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>
            <a:lvl1pPr>
              <a:defRPr sz="800"/>
            </a:lvl1pPr>
          </a:lstStyle>
          <a:p>
            <a:fld id="{793C75F0-4FDF-431C-B6B2-41F992E67A7C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8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>
              <a:defRPr sz="800"/>
            </a:lvl1pPr>
          </a:lstStyle>
          <a:p>
            <a:fld id="{46AD8A1D-F5E3-4971-B0EE-D6B8EE5A56B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텍스트 개체 틀 3"/>
          <p:cNvSpPr>
            <a:spLocks noGrp="1"/>
          </p:cNvSpPr>
          <p:nvPr>
            <p:ph type="body" sz="half" idx="16" hasCustomPrompt="1"/>
          </p:nvPr>
        </p:nvSpPr>
        <p:spPr>
          <a:xfrm>
            <a:off x="2843808" y="6371802"/>
            <a:ext cx="864022" cy="338963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800" b="1">
                <a:latin typeface="나눔명조" pitchFamily="18" charset="-127"/>
                <a:ea typeface="나눔명조" pitchFamily="18" charset="-127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dirty="0" smtClean="0"/>
              <a:t>바닥글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나눔명조" pitchFamily="18" charset="-127"/>
                <a:ea typeface="나눔명조" pitchFamily="18" charset="-127"/>
              </a:defRPr>
            </a:lvl1pPr>
          </a:lstStyle>
          <a:p>
            <a:fld id="{793C75F0-4FDF-431C-B6B2-41F992E67A7C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나눔명조" pitchFamily="18" charset="-127"/>
                <a:ea typeface="나눔명조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나눔명조" pitchFamily="18" charset="-127"/>
                <a:ea typeface="나눔명조" pitchFamily="18" charset="-127"/>
              </a:defRPr>
            </a:lvl1pPr>
          </a:lstStyle>
          <a:p>
            <a:fld id="{46AD8A1D-F5E3-4971-B0EE-D6B8EE5A56B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8" r:id="rId2"/>
    <p:sldLayoutId id="2147483670" r:id="rId3"/>
    <p:sldLayoutId id="2147483666" r:id="rId4"/>
    <p:sldLayoutId id="2147483683" r:id="rId5"/>
    <p:sldLayoutId id="2147483664" r:id="rId6"/>
    <p:sldLayoutId id="2147483665" r:id="rId7"/>
    <p:sldLayoutId id="2147483684" r:id="rId8"/>
    <p:sldLayoutId id="2147483685" r:id="rId9"/>
    <p:sldLayoutId id="2147483661" r:id="rId10"/>
    <p:sldLayoutId id="214748364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b="1" kern="1200">
          <a:solidFill>
            <a:schemeClr val="tx1">
              <a:lumMod val="65000"/>
              <a:lumOff val="35000"/>
            </a:schemeClr>
          </a:solidFill>
          <a:latin typeface="나눔명조" pitchFamily="18" charset="-127"/>
          <a:ea typeface="나눔명조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hangeul.naver.com/font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ovenapp.io/project/ziRlfgeoBORvcg6xkqrclBGFnvEo2LDX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8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9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1.pn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1.xml"/><Relationship Id="rId5" Type="http://schemas.openxmlformats.org/officeDocument/2006/relationships/hyperlink" Target="http://hangeul.naver.com/font" TargetMode="Externa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Documents and Settings\nhn\바탕 화면\하늘수채\그림1_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9144000" cy="6862753"/>
          </a:xfrm>
          <a:prstGeom prst="rect">
            <a:avLst/>
          </a:prstGeom>
          <a:noFill/>
        </p:spPr>
      </p:pic>
      <p:sp>
        <p:nvSpPr>
          <p:cNvPr id="41" name="직사각형 40"/>
          <p:cNvSpPr/>
          <p:nvPr/>
        </p:nvSpPr>
        <p:spPr>
          <a:xfrm>
            <a:off x="3563888" y="6233750"/>
            <a:ext cx="215796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spc="-30" dirty="0" smtClean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이 문서는 </a:t>
            </a:r>
            <a:r>
              <a:rPr lang="ko-KR" altLang="en-US" sz="800" spc="-30" dirty="0" err="1" smtClean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나눔글꼴로</a:t>
            </a:r>
            <a:r>
              <a:rPr lang="ko-KR" altLang="en-US" sz="800" spc="-30" dirty="0" smtClean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 작성되었습니다</a:t>
            </a:r>
            <a:r>
              <a:rPr lang="en-US" altLang="ko-KR" sz="800" spc="-30" dirty="0" smtClean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. </a:t>
            </a:r>
            <a:r>
              <a:rPr lang="ko-KR" altLang="en-US" sz="800" u="sng" spc="-30" dirty="0" smtClean="0">
                <a:solidFill>
                  <a:srgbClr val="4495D2"/>
                </a:solidFill>
                <a:latin typeface="나눔고딕" pitchFamily="50" charset="-127"/>
                <a:ea typeface="나눔고딕" pitchFamily="50" charset="-127"/>
                <a:hlinkClick r:id="rId3"/>
              </a:rPr>
              <a:t>설치하기</a:t>
            </a:r>
            <a:endParaRPr lang="ko-KR" altLang="en-US" sz="800" u="sng" spc="-30" dirty="0">
              <a:solidFill>
                <a:srgbClr val="4495D2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2815722" y="1006854"/>
            <a:ext cx="3556478" cy="4582386"/>
          </a:xfrm>
          <a:prstGeom prst="rect">
            <a:avLst/>
          </a:prstGeom>
          <a:gradFill>
            <a:gsLst>
              <a:gs pos="0">
                <a:srgbClr val="E8E8E8"/>
              </a:gs>
              <a:gs pos="56000">
                <a:schemeClr val="bg1"/>
              </a:gs>
            </a:gsLst>
            <a:lin ang="3600000" scaled="0"/>
          </a:gradFill>
          <a:ln>
            <a:noFill/>
          </a:ln>
          <a:effectLst>
            <a:outerShdw blurRad="355600" dist="1016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b="1" spc="-150" dirty="0" smtClean="0">
              <a:solidFill>
                <a:schemeClr val="tx1">
                  <a:lumMod val="75000"/>
                  <a:lumOff val="2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155781" y="1691283"/>
            <a:ext cx="2409634" cy="132036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5000"/>
              </a:lnSpc>
            </a:pPr>
            <a:r>
              <a:rPr lang="ko-KR" altLang="en-US" sz="4200" spc="-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나눔명조" pitchFamily="18" charset="-127"/>
                <a:ea typeface="나눔명조" pitchFamily="18" charset="-127"/>
              </a:rPr>
              <a:t>아침 과일</a:t>
            </a:r>
            <a:endParaRPr lang="en-US" altLang="ko-KR" sz="4200" spc="-100" dirty="0" smtClean="0">
              <a:solidFill>
                <a:schemeClr val="tx1">
                  <a:lumMod val="65000"/>
                  <a:lumOff val="3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  <a:p>
            <a:pPr>
              <a:lnSpc>
                <a:spcPct val="95000"/>
              </a:lnSpc>
            </a:pPr>
            <a:r>
              <a:rPr lang="ko-KR" altLang="en-US" sz="4200" spc="-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나눔명조" pitchFamily="18" charset="-127"/>
                <a:ea typeface="나눔명조" pitchFamily="18" charset="-127"/>
              </a:rPr>
              <a:t>가</a:t>
            </a:r>
            <a:r>
              <a:rPr lang="ko-KR" altLang="en-US" sz="4200" spc="-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나눔명조" pitchFamily="18" charset="-127"/>
                <a:ea typeface="나눔명조" pitchFamily="18" charset="-127"/>
              </a:rPr>
              <a:t>게</a:t>
            </a:r>
            <a:endParaRPr lang="ko-KR" altLang="en-US" sz="4200" spc="-100" dirty="0" smtClean="0">
              <a:solidFill>
                <a:schemeClr val="tx1">
                  <a:lumMod val="65000"/>
                  <a:lumOff val="3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193182" y="5098713"/>
            <a:ext cx="153439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b="1" spc="-100" dirty="0" smtClean="0">
                <a:solidFill>
                  <a:schemeClr val="bg1">
                    <a:lumMod val="65000"/>
                  </a:schemeClr>
                </a:solidFill>
                <a:latin typeface="나눔명조" pitchFamily="18" charset="-127"/>
                <a:ea typeface="나눔명조" pitchFamily="18" charset="-127"/>
              </a:rPr>
              <a:t>작성자 </a:t>
            </a:r>
            <a:r>
              <a:rPr lang="ko-KR" altLang="en-US" sz="800" b="1" spc="-100" dirty="0" smtClean="0">
                <a:solidFill>
                  <a:schemeClr val="bg1">
                    <a:lumMod val="65000"/>
                  </a:schemeClr>
                </a:solidFill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sz="800" b="1" spc="-100" dirty="0" smtClean="0">
                <a:solidFill>
                  <a:schemeClr val="bg1">
                    <a:lumMod val="65000"/>
                  </a:schemeClr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800" b="1" spc="-100" dirty="0" smtClean="0">
                <a:solidFill>
                  <a:schemeClr val="bg1">
                    <a:lumMod val="65000"/>
                  </a:schemeClr>
                </a:solidFill>
                <a:latin typeface="나눔명조" pitchFamily="18" charset="-127"/>
                <a:ea typeface="나눔명조" pitchFamily="18" charset="-127"/>
              </a:rPr>
              <a:t>이연호</a:t>
            </a:r>
            <a:r>
              <a:rPr lang="en-US" altLang="ko-KR" sz="800" b="1" spc="-100" dirty="0" smtClean="0">
                <a:solidFill>
                  <a:schemeClr val="bg1">
                    <a:lumMod val="65000"/>
                  </a:schemeClr>
                </a:solidFill>
                <a:latin typeface="나눔명조" pitchFamily="18" charset="-127"/>
                <a:ea typeface="나눔명조" pitchFamily="18" charset="-127"/>
              </a:rPr>
              <a:t>/  </a:t>
            </a:r>
            <a:r>
              <a:rPr lang="ko-KR" altLang="en-US" sz="800" b="1" spc="-100" dirty="0" smtClean="0">
                <a:solidFill>
                  <a:schemeClr val="bg1">
                    <a:lumMod val="65000"/>
                  </a:schemeClr>
                </a:solidFill>
                <a:latin typeface="나눔명조" pitchFamily="18" charset="-127"/>
                <a:ea typeface="나눔명조" pitchFamily="18" charset="-127"/>
              </a:rPr>
              <a:t>작성일 </a:t>
            </a:r>
            <a:r>
              <a:rPr lang="en-US" altLang="ko-KR" sz="800" b="1" spc="-100" dirty="0" smtClean="0">
                <a:solidFill>
                  <a:schemeClr val="bg1">
                    <a:lumMod val="65000"/>
                  </a:schemeClr>
                </a:solidFill>
                <a:latin typeface="나눔명조" pitchFamily="18" charset="-127"/>
                <a:ea typeface="나눔명조" pitchFamily="18" charset="-127"/>
              </a:rPr>
              <a:t>: 2017.05.26</a:t>
            </a:r>
            <a:endParaRPr lang="ko-KR" altLang="en-US" sz="800" b="1" dirty="0" smtClean="0">
              <a:solidFill>
                <a:schemeClr val="bg1">
                  <a:lumMod val="6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926225" y="1119066"/>
            <a:ext cx="3335473" cy="4357963"/>
          </a:xfrm>
          <a:prstGeom prst="rect">
            <a:avLst/>
          </a:prstGeom>
          <a:noFill/>
          <a:ln w="6350">
            <a:gradFill>
              <a:gsLst>
                <a:gs pos="0">
                  <a:srgbClr val="A1C8D7"/>
                </a:gs>
                <a:gs pos="100000">
                  <a:srgbClr val="CEE2EA"/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2977790" y="1168647"/>
            <a:ext cx="3232342" cy="4258800"/>
          </a:xfrm>
          <a:prstGeom prst="rect">
            <a:avLst/>
          </a:prstGeom>
          <a:noFill/>
          <a:ln w="31750">
            <a:gradFill>
              <a:gsLst>
                <a:gs pos="0">
                  <a:srgbClr val="A1C8D7"/>
                </a:gs>
                <a:gs pos="100000">
                  <a:srgbClr val="CEE2EA"/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3174132" y="1305217"/>
            <a:ext cx="144526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b="1" spc="-80" dirty="0" smtClean="0">
                <a:solidFill>
                  <a:srgbClr val="6EAAC2"/>
                </a:solidFill>
                <a:latin typeface="나눔명조" pitchFamily="18" charset="-127"/>
                <a:ea typeface="나눔명조" pitchFamily="18" charset="-127"/>
              </a:rPr>
              <a:t>포트폴리오</a:t>
            </a:r>
            <a:r>
              <a:rPr lang="en-US" altLang="ko-KR" sz="1400" b="1" spc="-80" dirty="0" smtClean="0">
                <a:solidFill>
                  <a:srgbClr val="6EAAC2"/>
                </a:solidFill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1400" b="1" spc="-80" dirty="0" smtClean="0">
                <a:solidFill>
                  <a:srgbClr val="6EAAC2"/>
                </a:solidFill>
                <a:latin typeface="나눔명조" pitchFamily="18" charset="-127"/>
                <a:ea typeface="나눔명조" pitchFamily="18" charset="-127"/>
              </a:rPr>
              <a:t>시험</a:t>
            </a:r>
            <a:r>
              <a:rPr lang="en-US" altLang="ko-KR" sz="1400" b="1" spc="-80" dirty="0" smtClean="0">
                <a:solidFill>
                  <a:srgbClr val="6EAAC2"/>
                </a:solidFill>
                <a:latin typeface="나눔명조" pitchFamily="18" charset="-127"/>
                <a:ea typeface="나눔명조" pitchFamily="18" charset="-127"/>
              </a:rPr>
              <a:t>)</a:t>
            </a:r>
            <a:endParaRPr lang="ko-KR" altLang="en-US" sz="1400" b="1" spc="-80" dirty="0" smtClean="0">
              <a:solidFill>
                <a:srgbClr val="6EAAC2"/>
              </a:solidFill>
              <a:latin typeface="나눔명조" pitchFamily="18" charset="-127"/>
              <a:ea typeface="나눔명조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C:\Documents and Settings\nhn\바탕 화면\하늘수채\그림2_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"/>
            <a:ext cx="9144000" cy="6857999"/>
          </a:xfrm>
          <a:prstGeom prst="rect">
            <a:avLst/>
          </a:prstGeom>
          <a:noFill/>
        </p:spPr>
      </p:pic>
      <p:sp>
        <p:nvSpPr>
          <p:cNvPr id="12" name="부제목 3"/>
          <p:cNvSpPr>
            <a:spLocks noGrp="1"/>
          </p:cNvSpPr>
          <p:nvPr>
            <p:ph type="subTitle" idx="1"/>
          </p:nvPr>
        </p:nvSpPr>
        <p:spPr>
          <a:xfrm>
            <a:off x="2627784" y="1700808"/>
            <a:ext cx="2690962" cy="4248472"/>
          </a:xfrm>
        </p:spPr>
        <p:txBody>
          <a:bodyPr>
            <a:noAutofit/>
          </a:bodyPr>
          <a:lstStyle/>
          <a:p>
            <a:pPr indent="-514350" algn="l"/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1. </a:t>
            </a:r>
            <a:r>
              <a:rPr lang="ko-KR" altLang="en-US" sz="16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프로토타입</a:t>
            </a:r>
            <a:endParaRPr lang="en-US" altLang="ko-KR" sz="16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  <a:p>
            <a:pPr lvl="2" indent="-514350" algn="l"/>
            <a:endParaRPr lang="en-US" altLang="ko-KR" sz="105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  <a:p>
            <a:pPr lvl="2" indent="-514350" algn="l"/>
            <a:r>
              <a:rPr lang="en-US" altLang="ko-KR" sz="105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1.1  </a:t>
            </a:r>
            <a:r>
              <a:rPr lang="en-US" altLang="ko-KR" sz="105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URL</a:t>
            </a:r>
            <a:endParaRPr lang="en-US" altLang="ko-KR" sz="105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  <a:p>
            <a:pPr lvl="2" indent="-514350" algn="l"/>
            <a:endParaRPr lang="en-US" altLang="ko-KR" sz="105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  <a:p>
            <a:pPr lvl="2" indent="-514350" algn="l"/>
            <a:endParaRPr lang="en-US" altLang="ko-KR" sz="105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  <a:p>
            <a:pPr lvl="2" indent="-514350" algn="l"/>
            <a:endParaRPr lang="en-US" altLang="ko-KR" sz="105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  <a:p>
            <a:pPr lvl="2" indent="-514350" algn="l"/>
            <a:endParaRPr lang="en-US" altLang="ko-KR" sz="105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  <a:p>
            <a:pPr lvl="2" indent="-514350" algn="l"/>
            <a:endParaRPr lang="en-US" altLang="ko-KR" sz="105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  <a:p>
            <a:pPr indent="-514350" algn="l"/>
            <a:endParaRPr lang="en-US" altLang="ko-KR" sz="20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  <a:p>
            <a:pPr indent="-514350" algn="l"/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3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.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TAB/PAD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버전 레이아웃</a:t>
            </a:r>
            <a:endParaRPr lang="en-US" altLang="ko-KR" sz="16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  <a:p>
            <a:pPr lvl="2" indent="-514350" algn="l">
              <a:defRPr/>
            </a:pPr>
            <a:endParaRPr lang="en-US" altLang="ko-KR" sz="9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  <a:p>
            <a:pPr lvl="2" indent="-514350" algn="l">
              <a:defRPr/>
            </a:pPr>
            <a:r>
              <a:rPr lang="en-US" altLang="ko-KR" sz="105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3</a:t>
            </a:r>
            <a:r>
              <a:rPr lang="en-US" altLang="ko-KR" sz="105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.1  Home</a:t>
            </a:r>
          </a:p>
          <a:p>
            <a:pPr lvl="2" indent="-514350" algn="l">
              <a:defRPr/>
            </a:pPr>
            <a:endParaRPr lang="en-US" altLang="ko-KR" sz="105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  <a:p>
            <a:pPr lvl="2" indent="-514350" algn="l">
              <a:defRPr/>
            </a:pPr>
            <a:r>
              <a:rPr lang="en-US" altLang="ko-KR" sz="105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3</a:t>
            </a:r>
            <a:r>
              <a:rPr lang="en-US" altLang="ko-KR" sz="105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.2  </a:t>
            </a:r>
            <a:r>
              <a:rPr lang="ko-KR" altLang="en-US" sz="105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게시판</a:t>
            </a:r>
            <a:endParaRPr lang="en-US" altLang="ko-KR" sz="105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  <a:p>
            <a:pPr lvl="2" indent="-514350" algn="l">
              <a:defRPr/>
            </a:pPr>
            <a:endParaRPr lang="en-US" altLang="ko-KR" sz="105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  <a:p>
            <a:pPr lvl="2" indent="-514350" algn="l">
              <a:defRPr/>
            </a:pPr>
            <a:r>
              <a:rPr lang="en-US" altLang="ko-KR" sz="105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3</a:t>
            </a:r>
            <a:r>
              <a:rPr lang="en-US" altLang="ko-KR" sz="105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.3  </a:t>
            </a:r>
            <a:r>
              <a:rPr lang="ko-KR" altLang="en-US" sz="105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주문</a:t>
            </a:r>
            <a:endParaRPr lang="en-US" altLang="ko-KR" sz="105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  <a:p>
            <a:pPr lvl="2" indent="-514350" algn="l">
              <a:defRPr/>
            </a:pPr>
            <a:endParaRPr lang="en-US" altLang="ko-KR" sz="105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  <a:p>
            <a:pPr lvl="2" indent="-514350" algn="l">
              <a:defRPr/>
            </a:pPr>
            <a:r>
              <a:rPr lang="en-US" altLang="ko-KR" sz="105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3</a:t>
            </a:r>
            <a:r>
              <a:rPr lang="en-US" altLang="ko-KR" sz="105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.4  footer</a:t>
            </a:r>
          </a:p>
          <a:p>
            <a:pPr lvl="2" indent="-514350" algn="l">
              <a:defRPr/>
            </a:pPr>
            <a:endParaRPr lang="en-US" altLang="ko-KR" sz="105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  <a:p>
            <a:pPr lvl="1" indent="-514350" algn="l">
              <a:defRPr/>
            </a:pPr>
            <a:endParaRPr lang="en-US" altLang="ko-KR" sz="145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  <a:p>
            <a:pPr lvl="2" indent="-514350" algn="l">
              <a:defRPr/>
            </a:pPr>
            <a:endParaRPr lang="en-US" altLang="ko-KR" sz="16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</p:txBody>
      </p:sp>
      <p:grpSp>
        <p:nvGrpSpPr>
          <p:cNvPr id="2" name="그룹 13"/>
          <p:cNvGrpSpPr/>
          <p:nvPr/>
        </p:nvGrpSpPr>
        <p:grpSpPr>
          <a:xfrm>
            <a:off x="878066" y="1791492"/>
            <a:ext cx="1029638" cy="1160073"/>
            <a:chOff x="878066" y="1367046"/>
            <a:chExt cx="1029638" cy="1160073"/>
          </a:xfrm>
        </p:grpSpPr>
        <p:sp>
          <p:nvSpPr>
            <p:cNvPr id="34" name="TextBox 33"/>
            <p:cNvSpPr txBox="1"/>
            <p:nvPr/>
          </p:nvSpPr>
          <p:spPr>
            <a:xfrm>
              <a:off x="878066" y="1646397"/>
              <a:ext cx="1029638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3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명조" pitchFamily="18" charset="-127"/>
                  <a:ea typeface="나눔명조" pitchFamily="18" charset="-127"/>
                </a:rPr>
                <a:t>목차</a:t>
              </a:r>
            </a:p>
          </p:txBody>
        </p:sp>
        <p:cxnSp>
          <p:nvCxnSpPr>
            <p:cNvPr id="20" name="직선 연결선 19"/>
            <p:cNvCxnSpPr/>
            <p:nvPr/>
          </p:nvCxnSpPr>
          <p:spPr>
            <a:xfrm>
              <a:off x="1158885" y="1367046"/>
              <a:ext cx="468000" cy="0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/>
            <p:cNvCxnSpPr/>
            <p:nvPr/>
          </p:nvCxnSpPr>
          <p:spPr>
            <a:xfrm>
              <a:off x="1158885" y="2527119"/>
              <a:ext cx="468000" cy="0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부제목 3"/>
          <p:cNvSpPr txBox="1">
            <a:spLocks/>
          </p:cNvSpPr>
          <p:nvPr/>
        </p:nvSpPr>
        <p:spPr>
          <a:xfrm>
            <a:off x="5606778" y="1700808"/>
            <a:ext cx="3240360" cy="42484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 indent="-514350">
              <a:spcBef>
                <a:spcPct val="20000"/>
              </a:spcBef>
              <a:defRPr/>
            </a:pP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2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.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PC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버전 레이아웃</a:t>
            </a:r>
            <a:endParaRPr lang="en-US" altLang="ko-KR" sz="16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  <a:p>
            <a:pPr lvl="2" indent="-514350">
              <a:spcBef>
                <a:spcPct val="20000"/>
              </a:spcBef>
              <a:defRPr/>
            </a:pPr>
            <a:endParaRPr lang="en-US" altLang="ko-KR" sz="9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  <a:p>
            <a:pPr lvl="2" indent="-514350">
              <a:spcBef>
                <a:spcPct val="20000"/>
              </a:spcBef>
              <a:defRPr/>
            </a:pPr>
            <a:r>
              <a:rPr lang="en-US" altLang="ko-KR" sz="105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2.1  Home</a:t>
            </a:r>
          </a:p>
          <a:p>
            <a:pPr lvl="2" indent="-514350">
              <a:spcBef>
                <a:spcPct val="20000"/>
              </a:spcBef>
              <a:defRPr/>
            </a:pPr>
            <a:endParaRPr lang="en-US" altLang="ko-KR" sz="105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  <a:p>
            <a:pPr lvl="2" indent="-514350">
              <a:spcBef>
                <a:spcPct val="20000"/>
              </a:spcBef>
              <a:defRPr/>
            </a:pPr>
            <a:r>
              <a:rPr lang="en-US" altLang="ko-KR" sz="105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2</a:t>
            </a:r>
            <a:r>
              <a:rPr lang="en-US" altLang="ko-KR" sz="105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.2  </a:t>
            </a:r>
            <a:r>
              <a:rPr lang="ko-KR" altLang="en-US" sz="105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게시판</a:t>
            </a:r>
            <a:endParaRPr lang="en-US" altLang="ko-KR" sz="105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  <a:p>
            <a:pPr lvl="2" indent="-514350">
              <a:spcBef>
                <a:spcPct val="20000"/>
              </a:spcBef>
              <a:defRPr/>
            </a:pPr>
            <a:endParaRPr lang="en-US" altLang="ko-KR" sz="105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  <a:p>
            <a:pPr lvl="2" indent="-514350">
              <a:spcBef>
                <a:spcPct val="20000"/>
              </a:spcBef>
              <a:defRPr/>
            </a:pPr>
            <a:r>
              <a:rPr lang="en-US" altLang="ko-KR" sz="105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2</a:t>
            </a:r>
            <a:r>
              <a:rPr lang="en-US" altLang="ko-KR" sz="105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.3  </a:t>
            </a:r>
            <a:r>
              <a:rPr lang="ko-KR" altLang="en-US" sz="105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주문</a:t>
            </a:r>
            <a:endParaRPr lang="en-US" altLang="ko-KR" sz="105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  <a:p>
            <a:pPr lvl="2" indent="-514350">
              <a:spcBef>
                <a:spcPct val="20000"/>
              </a:spcBef>
              <a:defRPr/>
            </a:pPr>
            <a:endParaRPr lang="en-US" altLang="ko-KR" sz="105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  <a:p>
            <a:pPr lvl="2" indent="-514350">
              <a:spcBef>
                <a:spcPct val="20000"/>
              </a:spcBef>
              <a:defRPr/>
            </a:pPr>
            <a:r>
              <a:rPr lang="en-US" altLang="ko-KR" sz="105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2.4  footer</a:t>
            </a:r>
          </a:p>
          <a:p>
            <a:pPr lvl="2" indent="-514350">
              <a:spcBef>
                <a:spcPct val="20000"/>
              </a:spcBef>
              <a:defRPr/>
            </a:pPr>
            <a:endParaRPr kumimoji="0" lang="en-US" altLang="ko-KR" sz="1200" b="1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명조" pitchFamily="18" charset="-127"/>
              <a:ea typeface="나눔명조" pitchFamily="18" charset="-127"/>
              <a:cs typeface="+mn-cs"/>
            </a:endParaRPr>
          </a:p>
          <a:p>
            <a:pPr marL="0" marR="0" lvl="0" indent="-51435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명조" pitchFamily="18" charset="-127"/>
                <a:ea typeface="나눔명조" pitchFamily="18" charset="-127"/>
                <a:cs typeface="+mn-cs"/>
              </a:rPr>
              <a:t>4. Mobile(Phone) </a:t>
            </a:r>
            <a:r>
              <a:rPr kumimoji="0" lang="ko-KR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명조" pitchFamily="18" charset="-127"/>
                <a:ea typeface="나눔명조" pitchFamily="18" charset="-127"/>
                <a:cs typeface="+mn-cs"/>
              </a:rPr>
              <a:t>버전 레이아웃</a:t>
            </a:r>
            <a:endParaRPr kumimoji="0" lang="en-US" altLang="ko-KR" sz="1600" b="1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명조" pitchFamily="18" charset="-127"/>
              <a:ea typeface="나눔명조" pitchFamily="18" charset="-127"/>
              <a:cs typeface="+mn-cs"/>
            </a:endParaRPr>
          </a:p>
          <a:p>
            <a:pPr marL="914400" marR="0" lvl="2" indent="-51435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ko-KR" sz="900" b="1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명조" pitchFamily="18" charset="-127"/>
              <a:ea typeface="나눔명조" pitchFamily="18" charset="-127"/>
              <a:cs typeface="+mn-cs"/>
            </a:endParaRPr>
          </a:p>
          <a:p>
            <a:pPr marL="914400" marR="0" lvl="2" indent="-51435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ko-KR" sz="105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4</a:t>
            </a:r>
            <a:r>
              <a:rPr kumimoji="0" lang="en-US" altLang="ko-KR" sz="105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명조" pitchFamily="18" charset="-127"/>
                <a:ea typeface="나눔명조" pitchFamily="18" charset="-127"/>
                <a:cs typeface="+mn-cs"/>
              </a:rPr>
              <a:t>.1  Home</a:t>
            </a:r>
          </a:p>
          <a:p>
            <a:pPr marL="914400" marR="0" lvl="2" indent="-51435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ko-KR" sz="1050" b="1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명조" pitchFamily="18" charset="-127"/>
              <a:ea typeface="나눔명조" pitchFamily="18" charset="-127"/>
              <a:cs typeface="+mn-cs"/>
            </a:endParaRPr>
          </a:p>
          <a:p>
            <a:pPr marL="914400" marR="0" lvl="2" indent="-51435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ko-KR" sz="1050" b="1" noProof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4</a:t>
            </a:r>
            <a:r>
              <a:rPr kumimoji="0" lang="en-US" altLang="ko-KR" sz="105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명조" pitchFamily="18" charset="-127"/>
                <a:ea typeface="나눔명조" pitchFamily="18" charset="-127"/>
                <a:cs typeface="+mn-cs"/>
              </a:rPr>
              <a:t>.2  </a:t>
            </a:r>
            <a:r>
              <a:rPr kumimoji="0" lang="ko-KR" altLang="en-US" sz="105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명조" pitchFamily="18" charset="-127"/>
                <a:ea typeface="나눔명조" pitchFamily="18" charset="-127"/>
                <a:cs typeface="+mn-cs"/>
              </a:rPr>
              <a:t>게시판</a:t>
            </a:r>
            <a:endParaRPr kumimoji="0" lang="en-US" altLang="ko-KR" sz="1050" b="1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명조" pitchFamily="18" charset="-127"/>
              <a:ea typeface="나눔명조" pitchFamily="18" charset="-127"/>
              <a:cs typeface="+mn-cs"/>
            </a:endParaRPr>
          </a:p>
          <a:p>
            <a:pPr marL="914400" marR="0" lvl="2" indent="-51435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ko-KR" sz="1050" b="1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명조" pitchFamily="18" charset="-127"/>
              <a:ea typeface="나눔명조" pitchFamily="18" charset="-127"/>
              <a:cs typeface="+mn-cs"/>
            </a:endParaRPr>
          </a:p>
          <a:p>
            <a:pPr marL="914400" marR="0" lvl="2" indent="-51435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ko-KR" sz="105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4</a:t>
            </a:r>
            <a:r>
              <a:rPr kumimoji="0" lang="en-US" altLang="ko-KR" sz="105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명조" pitchFamily="18" charset="-127"/>
                <a:ea typeface="나눔명조" pitchFamily="18" charset="-127"/>
                <a:cs typeface="+mn-cs"/>
              </a:rPr>
              <a:t>.3  </a:t>
            </a:r>
            <a:r>
              <a:rPr kumimoji="0" lang="ko-KR" altLang="en-US" sz="105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명조" pitchFamily="18" charset="-127"/>
                <a:ea typeface="나눔명조" pitchFamily="18" charset="-127"/>
                <a:cs typeface="+mn-cs"/>
              </a:rPr>
              <a:t>주문</a:t>
            </a:r>
            <a:endParaRPr kumimoji="0" lang="en-US" altLang="ko-KR" sz="1050" b="1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명조" pitchFamily="18" charset="-127"/>
              <a:ea typeface="나눔명조" pitchFamily="18" charset="-127"/>
              <a:cs typeface="+mn-cs"/>
            </a:endParaRPr>
          </a:p>
          <a:p>
            <a:pPr marL="914400" marR="0" lvl="2" indent="-51435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ko-KR" sz="1050" b="1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명조" pitchFamily="18" charset="-127"/>
              <a:ea typeface="나눔명조" pitchFamily="18" charset="-127"/>
              <a:cs typeface="+mn-cs"/>
            </a:endParaRPr>
          </a:p>
          <a:p>
            <a:pPr marL="914400" marR="0" lvl="2" indent="-51435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ko-KR" sz="105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4</a:t>
            </a:r>
            <a:r>
              <a:rPr kumimoji="0" lang="en-US" altLang="ko-KR" sz="105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명조" pitchFamily="18" charset="-127"/>
                <a:ea typeface="나눔명조" pitchFamily="18" charset="-127"/>
                <a:cs typeface="+mn-cs"/>
              </a:rPr>
              <a:t>.4  footer</a:t>
            </a:r>
          </a:p>
          <a:p>
            <a:pPr marL="914400" marR="0" lvl="2" indent="-51435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ko-KR" sz="1600" b="1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명조" pitchFamily="18" charset="-127"/>
              <a:ea typeface="나눔명조" pitchFamily="18" charset="-127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Documents and Settings\nhn\바탕 화면\하늘수채\그림3_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7999"/>
          </a:xfrm>
          <a:prstGeom prst="rect">
            <a:avLst/>
          </a:prstGeom>
          <a:noFill/>
        </p:spPr>
      </p:pic>
      <p:sp>
        <p:nvSpPr>
          <p:cNvPr id="30" name="TextBox 29"/>
          <p:cNvSpPr txBox="1"/>
          <p:nvPr/>
        </p:nvSpPr>
        <p:spPr>
          <a:xfrm>
            <a:off x="0" y="2960298"/>
            <a:ext cx="9144000" cy="74052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indent="-514350" algn="ctr">
              <a:lnSpc>
                <a:spcPct val="150000"/>
              </a:lnSpc>
            </a:pPr>
            <a:r>
              <a:rPr lang="en-US" altLang="ko-KR" sz="3200" b="1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| </a:t>
            </a:r>
            <a:r>
              <a:rPr lang="ko-KR" altLang="en-US" sz="3200" b="1" spc="-1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프로토타입</a:t>
            </a:r>
            <a:r>
              <a:rPr lang="en-US" altLang="ko-KR" sz="3200" b="1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|</a:t>
            </a:r>
            <a:endParaRPr lang="en-US" altLang="ko-KR" sz="3200" b="1" spc="-150" dirty="0" smtClean="0">
              <a:solidFill>
                <a:schemeClr val="tx1">
                  <a:lumMod val="75000"/>
                  <a:lumOff val="2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</p:txBody>
      </p:sp>
      <p:pic>
        <p:nvPicPr>
          <p:cNvPr id="16" name="그림 15" descr="낙옆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21072680">
            <a:off x="5299906" y="2663815"/>
            <a:ext cx="1377721" cy="1079999"/>
          </a:xfrm>
          <a:prstGeom prst="rect">
            <a:avLst/>
          </a:prstGeom>
          <a:effectLst>
            <a:outerShdw blurRad="38100" dist="25400" dir="2700000" algn="tl" rotWithShape="0">
              <a:prstClr val="black">
                <a:alpha val="15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 descr="C:\Documents and Settings\nhn\바탕 화면\하늘수채\그림2_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"/>
            <a:ext cx="9144000" cy="6857999"/>
          </a:xfrm>
          <a:prstGeom prst="rect">
            <a:avLst/>
          </a:prstGeom>
          <a:noFill/>
        </p:spPr>
      </p:pic>
      <p:sp>
        <p:nvSpPr>
          <p:cNvPr id="9" name="부제목 3"/>
          <p:cNvSpPr txBox="1">
            <a:spLocks/>
          </p:cNvSpPr>
          <p:nvPr/>
        </p:nvSpPr>
        <p:spPr>
          <a:xfrm>
            <a:off x="2462876" y="1960497"/>
            <a:ext cx="4989444" cy="41233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514350" indent="-514350">
              <a:lnSpc>
                <a:spcPts val="2000"/>
              </a:lnSpc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나눔명조" pitchFamily="18" charset="-127"/>
                <a:ea typeface="나눔명조" pitchFamily="18" charset="-127"/>
                <a:hlinkClick r:id="rId3"/>
              </a:rPr>
              <a:t>URL : http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나눔명조" pitchFamily="18" charset="-127"/>
                <a:ea typeface="나눔명조" pitchFamily="18" charset="-127"/>
                <a:hlinkClick r:id="rId3"/>
              </a:rPr>
              <a:t>://ovenapp.io/project/ziRlfgeoBORvcg6xkqrclBGFnvEo2LDX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  <a:p>
            <a:pPr marL="514350" indent="-514350">
              <a:lnSpc>
                <a:spcPts val="2000"/>
              </a:lnSpc>
            </a:pP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  <a:p>
            <a:pPr marL="514350" indent="-514350">
              <a:lnSpc>
                <a:spcPts val="2000"/>
              </a:lnSpc>
            </a:pP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나눔명조" pitchFamily="18" charset="-127"/>
                <a:ea typeface="나눔명조" pitchFamily="18" charset="-127"/>
              </a:rPr>
              <a:t>암호 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나눔명조" pitchFamily="18" charset="-127"/>
                <a:ea typeface="나눔명조" pitchFamily="18" charset="-127"/>
              </a:rPr>
              <a:t>: kic0102</a:t>
            </a:r>
          </a:p>
        </p:txBody>
      </p:sp>
      <p:sp>
        <p:nvSpPr>
          <p:cNvPr id="10" name="부제목 3"/>
          <p:cNvSpPr txBox="1">
            <a:spLocks/>
          </p:cNvSpPr>
          <p:nvPr/>
        </p:nvSpPr>
        <p:spPr>
          <a:xfrm>
            <a:off x="2432648" y="774147"/>
            <a:ext cx="4875656" cy="9703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R="0" indent="-514350" fontAlgn="auto"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ko-KR" altLang="en-US" sz="2000" b="1" spc="-1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포로토타입</a:t>
            </a:r>
            <a:endParaRPr lang="en-US" altLang="ko-KR" sz="2000" b="1" spc="-150" dirty="0" smtClean="0">
              <a:solidFill>
                <a:schemeClr val="tx1">
                  <a:lumMod val="75000"/>
                  <a:lumOff val="2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  <a:p>
            <a:pPr lvl="0" indent="-514350">
              <a:lnSpc>
                <a:spcPts val="3200"/>
              </a:lnSpc>
              <a:spcBef>
                <a:spcPct val="20000"/>
              </a:spcBef>
            </a:pPr>
            <a:r>
              <a:rPr lang="ko-KR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나눔명조" pitchFamily="18" charset="-127"/>
                <a:ea typeface="나눔명조" pitchFamily="18" charset="-127"/>
              </a:rPr>
              <a:t>툴 </a:t>
            </a:r>
            <a:r>
              <a:rPr lang="en-US" altLang="ko-KR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나눔명조" pitchFamily="18" charset="-127"/>
                <a:ea typeface="나눔명조" pitchFamily="18" charset="-127"/>
              </a:rPr>
              <a:t>카카오 오븐</a:t>
            </a:r>
            <a:endParaRPr lang="en-US" altLang="ko-KR" sz="1200" b="1" dirty="0" smtClean="0">
              <a:solidFill>
                <a:schemeClr val="tx1">
                  <a:lumMod val="65000"/>
                  <a:lumOff val="3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</p:txBody>
      </p:sp>
      <p:pic>
        <p:nvPicPr>
          <p:cNvPr id="11" name="그림 10" descr="낙옆4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5674219">
            <a:off x="6770260" y="4766976"/>
            <a:ext cx="2032348" cy="1598086"/>
          </a:xfrm>
          <a:prstGeom prst="rect">
            <a:avLst/>
          </a:prstGeom>
          <a:effectLst>
            <a:outerShdw blurRad="38100" dist="25400" dir="2700000" algn="tl" rotWithShape="0">
              <a:prstClr val="black">
                <a:alpha val="15000"/>
              </a:prstClr>
            </a:outerShdw>
          </a:effectLst>
        </p:spPr>
      </p:pic>
      <p:pic>
        <p:nvPicPr>
          <p:cNvPr id="12" name="그림 11" descr="낙옆3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 rot="5627534">
            <a:off x="6118527" y="4006143"/>
            <a:ext cx="1849327" cy="1511011"/>
          </a:xfrm>
          <a:prstGeom prst="rect">
            <a:avLst/>
          </a:prstGeom>
          <a:effectLst>
            <a:outerShdw blurRad="38100" dist="25400" dir="2700000" algn="tl" rotWithShape="0">
              <a:prstClr val="black">
                <a:alpha val="15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Documents and Settings\nhn\바탕 화면\하늘수채\그림3_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7999"/>
          </a:xfrm>
          <a:prstGeom prst="rect">
            <a:avLst/>
          </a:prstGeom>
          <a:noFill/>
        </p:spPr>
      </p:pic>
      <p:pic>
        <p:nvPicPr>
          <p:cNvPr id="16" name="그림 15" descr="낙옆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21072680">
            <a:off x="5299906" y="2663815"/>
            <a:ext cx="1377721" cy="1079999"/>
          </a:xfrm>
          <a:prstGeom prst="rect">
            <a:avLst/>
          </a:prstGeom>
          <a:effectLst>
            <a:outerShdw blurRad="38100" dist="25400" dir="2700000" algn="tl" rotWithShape="0">
              <a:prstClr val="black">
                <a:alpha val="15000"/>
              </a:prstClr>
            </a:outerShdw>
          </a:effectLst>
        </p:spPr>
      </p:pic>
      <p:sp>
        <p:nvSpPr>
          <p:cNvPr id="30" name="TextBox 29"/>
          <p:cNvSpPr txBox="1"/>
          <p:nvPr/>
        </p:nvSpPr>
        <p:spPr>
          <a:xfrm>
            <a:off x="0" y="2960298"/>
            <a:ext cx="9144000" cy="74052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indent="-514350" algn="ctr">
              <a:lnSpc>
                <a:spcPct val="150000"/>
              </a:lnSpc>
            </a:pPr>
            <a:r>
              <a:rPr lang="en-US" altLang="ko-KR" sz="3200" b="1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| </a:t>
            </a:r>
            <a:r>
              <a:rPr lang="en-US" altLang="ko-KR" sz="3200" b="1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PC </a:t>
            </a:r>
            <a:r>
              <a:rPr lang="ko-KR" altLang="en-US" sz="3200" b="1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버전 레이아웃</a:t>
            </a:r>
            <a:r>
              <a:rPr lang="en-US" altLang="ko-KR" sz="3200" b="1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|</a:t>
            </a:r>
            <a:endParaRPr lang="en-US" altLang="ko-KR" sz="3200" b="1" spc="-150" dirty="0" smtClean="0">
              <a:solidFill>
                <a:schemeClr val="tx1">
                  <a:lumMod val="75000"/>
                  <a:lumOff val="2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C:\Documents and Settings\nhn\바탕 화면\하늘수채\그림2_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"/>
            <a:ext cx="9144000" cy="6857999"/>
          </a:xfrm>
          <a:prstGeom prst="rect">
            <a:avLst/>
          </a:prstGeom>
          <a:noFill/>
        </p:spPr>
      </p:pic>
      <p:sp>
        <p:nvSpPr>
          <p:cNvPr id="10" name="부제목 3"/>
          <p:cNvSpPr txBox="1">
            <a:spLocks/>
          </p:cNvSpPr>
          <p:nvPr/>
        </p:nvSpPr>
        <p:spPr>
          <a:xfrm>
            <a:off x="2432648" y="774147"/>
            <a:ext cx="4875656" cy="9703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R="0" indent="-514350" fontAlgn="auto"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ko-KR" sz="2000" b="1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PC</a:t>
            </a:r>
            <a:r>
              <a:rPr lang="ko-KR" altLang="en-US" sz="2000" b="1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버전</a:t>
            </a:r>
            <a:endParaRPr lang="en-US" altLang="ko-KR" sz="2000" b="1" spc="-150" dirty="0" smtClean="0">
              <a:solidFill>
                <a:schemeClr val="tx1">
                  <a:lumMod val="75000"/>
                  <a:lumOff val="2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  <a:p>
            <a:pPr lvl="0" indent="-514350">
              <a:lnSpc>
                <a:spcPts val="3200"/>
              </a:lnSpc>
              <a:spcBef>
                <a:spcPct val="20000"/>
              </a:spcBef>
            </a:pPr>
            <a:r>
              <a:rPr lang="en-US" altLang="ko-KR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나눔명조" pitchFamily="18" charset="-127"/>
                <a:ea typeface="나눔명조" pitchFamily="18" charset="-127"/>
              </a:rPr>
              <a:t>- Home</a:t>
            </a:r>
            <a:endParaRPr lang="en-US" altLang="ko-KR" sz="1200" b="1" dirty="0" smtClean="0">
              <a:solidFill>
                <a:schemeClr val="tx1">
                  <a:lumMod val="65000"/>
                  <a:lumOff val="3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8" name="부제목 3"/>
          <p:cNvSpPr txBox="1">
            <a:spLocks/>
          </p:cNvSpPr>
          <p:nvPr/>
        </p:nvSpPr>
        <p:spPr>
          <a:xfrm>
            <a:off x="251520" y="1772816"/>
            <a:ext cx="3837315" cy="31683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514350" marR="0" lvl="0" indent="-514350" algn="l" defTabSz="914400" rtl="0" eaLnBrk="1" fontAlgn="auto" latinLnBrk="1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화면 이동 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:</a:t>
            </a: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                - Home :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로고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,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아침 과일가게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, Home</a:t>
            </a: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                 -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게시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판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: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게시판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(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공지사항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,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고객문의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)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                 -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주문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: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상품 목록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팝업 </a:t>
            </a:r>
            <a:r>
              <a:rPr lang="ko-KR" altLang="en-US" sz="11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레이어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: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                 -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장바구니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                 -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로그인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                 -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회원가입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*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팝업 </a:t>
            </a:r>
            <a:r>
              <a:rPr lang="ko-KR" altLang="en-US" sz="11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레이어는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 서버와 연동예정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(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차후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,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구현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)</a:t>
            </a: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*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홍보 동영상 재생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</p:txBody>
      </p:sp>
      <p:pic>
        <p:nvPicPr>
          <p:cNvPr id="13" name="그림 12" descr="낙옆1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020602" y="5013176"/>
            <a:ext cx="1294520" cy="1079999"/>
          </a:xfrm>
          <a:prstGeom prst="rect">
            <a:avLst/>
          </a:prstGeom>
          <a:effectLst>
            <a:outerShdw blurRad="38100" dist="25400" dir="2700000" algn="tl" rotWithShape="0">
              <a:prstClr val="black">
                <a:alpha val="15000"/>
              </a:prstClr>
            </a:outerShdw>
          </a:effec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995936" y="1772816"/>
            <a:ext cx="4804681" cy="3168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C:\Documents and Settings\nhn\바탕 화면\하늘수채\그림2_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"/>
            <a:ext cx="9144000" cy="6857999"/>
          </a:xfrm>
          <a:prstGeom prst="rect">
            <a:avLst/>
          </a:prstGeom>
          <a:noFill/>
        </p:spPr>
      </p:pic>
      <p:sp>
        <p:nvSpPr>
          <p:cNvPr id="10" name="부제목 3"/>
          <p:cNvSpPr txBox="1">
            <a:spLocks/>
          </p:cNvSpPr>
          <p:nvPr/>
        </p:nvSpPr>
        <p:spPr>
          <a:xfrm>
            <a:off x="2432648" y="774147"/>
            <a:ext cx="4875656" cy="9703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R="0" indent="-514350" fontAlgn="auto"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ko-KR" sz="2000" b="1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PC</a:t>
            </a:r>
            <a:r>
              <a:rPr lang="ko-KR" altLang="en-US" sz="2000" b="1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버전</a:t>
            </a:r>
            <a:endParaRPr lang="en-US" altLang="ko-KR" sz="2000" b="1" spc="-150" dirty="0" smtClean="0">
              <a:solidFill>
                <a:schemeClr val="tx1">
                  <a:lumMod val="75000"/>
                  <a:lumOff val="2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  <a:p>
            <a:pPr lvl="0" indent="-514350">
              <a:lnSpc>
                <a:spcPts val="3200"/>
              </a:lnSpc>
              <a:spcBef>
                <a:spcPct val="20000"/>
              </a:spcBef>
            </a:pPr>
            <a:r>
              <a:rPr lang="en-US" altLang="ko-KR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나눔명조" pitchFamily="18" charset="-127"/>
                <a:ea typeface="나눔명조" pitchFamily="18" charset="-127"/>
              </a:rPr>
              <a:t>- </a:t>
            </a:r>
            <a:r>
              <a:rPr lang="ko-KR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나눔명조" pitchFamily="18" charset="-127"/>
                <a:ea typeface="나눔명조" pitchFamily="18" charset="-127"/>
              </a:rPr>
              <a:t>게시판</a:t>
            </a:r>
            <a:endParaRPr lang="en-US" altLang="ko-KR" sz="1200" b="1" dirty="0" smtClean="0">
              <a:solidFill>
                <a:schemeClr val="tx1">
                  <a:lumMod val="65000"/>
                  <a:lumOff val="3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</p:txBody>
      </p:sp>
      <p:pic>
        <p:nvPicPr>
          <p:cNvPr id="13" name="그림 12" descr="낙옆1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020602" y="5013176"/>
            <a:ext cx="1294520" cy="1079999"/>
          </a:xfrm>
          <a:prstGeom prst="rect">
            <a:avLst/>
          </a:prstGeom>
          <a:effectLst>
            <a:outerShdw blurRad="38100" dist="25400" dir="2700000" algn="tl" rotWithShape="0">
              <a:prstClr val="black">
                <a:alpha val="15000"/>
              </a:prstClr>
            </a:outerShdw>
          </a:effec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859856" y="1772816"/>
            <a:ext cx="4816600" cy="2623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부제목 3"/>
          <p:cNvSpPr txBox="1">
            <a:spLocks/>
          </p:cNvSpPr>
          <p:nvPr/>
        </p:nvSpPr>
        <p:spPr>
          <a:xfrm>
            <a:off x="251520" y="1772816"/>
            <a:ext cx="3837315" cy="31683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514350" marR="0" lvl="0" indent="-514350" algn="l" defTabSz="914400" rtl="0" eaLnBrk="1" fontAlgn="auto" latinLnBrk="1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화면 이동 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:</a:t>
            </a: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                -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없음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팝업 </a:t>
            </a:r>
            <a:r>
              <a:rPr lang="ko-KR" altLang="en-US" sz="11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레이어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: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                 -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공지사항 항목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상세보기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                 -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고객문의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                 -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자세히 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: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게시판 목록 팝업 </a:t>
            </a:r>
            <a:r>
              <a:rPr lang="ko-KR" altLang="en-US" sz="11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레이어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표시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.</a:t>
            </a: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*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팝업 </a:t>
            </a:r>
            <a:r>
              <a:rPr lang="ko-KR" altLang="en-US" sz="11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레이어는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 서버와 연동예정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(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차후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,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구현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)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C:\Documents and Settings\nhn\바탕 화면\하늘수채\그림2_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"/>
            <a:ext cx="9144000" cy="6857999"/>
          </a:xfrm>
          <a:prstGeom prst="rect">
            <a:avLst/>
          </a:prstGeom>
          <a:noFill/>
        </p:spPr>
      </p:pic>
      <p:sp>
        <p:nvSpPr>
          <p:cNvPr id="10" name="부제목 3"/>
          <p:cNvSpPr txBox="1">
            <a:spLocks/>
          </p:cNvSpPr>
          <p:nvPr/>
        </p:nvSpPr>
        <p:spPr>
          <a:xfrm>
            <a:off x="2432648" y="774147"/>
            <a:ext cx="4875656" cy="9703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R="0" indent="-514350" fontAlgn="auto"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ko-KR" sz="2000" b="1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PC</a:t>
            </a:r>
            <a:r>
              <a:rPr lang="ko-KR" altLang="en-US" sz="2000" b="1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버전</a:t>
            </a:r>
            <a:endParaRPr lang="en-US" altLang="ko-KR" sz="2000" b="1" spc="-150" dirty="0" smtClean="0">
              <a:solidFill>
                <a:schemeClr val="tx1">
                  <a:lumMod val="75000"/>
                  <a:lumOff val="2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  <a:p>
            <a:pPr lvl="0" indent="-514350">
              <a:lnSpc>
                <a:spcPts val="3200"/>
              </a:lnSpc>
              <a:spcBef>
                <a:spcPct val="20000"/>
              </a:spcBef>
            </a:pPr>
            <a:r>
              <a:rPr lang="en-US" altLang="ko-KR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나눔명조" pitchFamily="18" charset="-127"/>
                <a:ea typeface="나눔명조" pitchFamily="18" charset="-127"/>
              </a:rPr>
              <a:t>- </a:t>
            </a:r>
            <a:r>
              <a:rPr lang="ko-KR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나눔명조" pitchFamily="18" charset="-127"/>
                <a:ea typeface="나눔명조" pitchFamily="18" charset="-127"/>
              </a:rPr>
              <a:t>주문</a:t>
            </a:r>
            <a:endParaRPr lang="en-US" altLang="ko-KR" sz="1200" b="1" dirty="0" smtClean="0">
              <a:solidFill>
                <a:schemeClr val="tx1">
                  <a:lumMod val="65000"/>
                  <a:lumOff val="3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</p:txBody>
      </p:sp>
      <p:pic>
        <p:nvPicPr>
          <p:cNvPr id="13" name="그림 12" descr="낙옆1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020602" y="5013176"/>
            <a:ext cx="1294520" cy="1079999"/>
          </a:xfrm>
          <a:prstGeom prst="rect">
            <a:avLst/>
          </a:prstGeom>
          <a:effectLst>
            <a:outerShdw blurRad="38100" dist="25400" dir="2700000" algn="tl" rotWithShape="0">
              <a:prstClr val="black">
                <a:alpha val="15000"/>
              </a:prstClr>
            </a:outerShdw>
          </a:effec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923928" y="1772816"/>
            <a:ext cx="4824536" cy="4817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부제목 3"/>
          <p:cNvSpPr txBox="1">
            <a:spLocks/>
          </p:cNvSpPr>
          <p:nvPr/>
        </p:nvSpPr>
        <p:spPr>
          <a:xfrm>
            <a:off x="251520" y="1772816"/>
            <a:ext cx="3837315" cy="31683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514350" marR="0" lvl="0" indent="-514350" algn="l" defTabSz="914400" rtl="0" eaLnBrk="1" fontAlgn="auto" latinLnBrk="1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화면 이동 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:</a:t>
            </a: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                -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없음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팝업 </a:t>
            </a:r>
            <a:r>
              <a:rPr lang="ko-KR" altLang="en-US" sz="11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레이어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: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                 -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상품 상세 보기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: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상품 클릭 시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,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팝업표시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.</a:t>
            </a: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*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팝업 </a:t>
            </a:r>
            <a:r>
              <a:rPr lang="ko-KR" altLang="en-US" sz="11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레이어는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 서버와 연동예정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(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차후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,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구현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)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C:\Documents and Settings\nhn\바탕 화면\하늘수채\그림2_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"/>
            <a:ext cx="9144000" cy="6857999"/>
          </a:xfrm>
          <a:prstGeom prst="rect">
            <a:avLst/>
          </a:prstGeom>
          <a:noFill/>
        </p:spPr>
      </p:pic>
      <p:sp>
        <p:nvSpPr>
          <p:cNvPr id="10" name="부제목 3"/>
          <p:cNvSpPr txBox="1">
            <a:spLocks/>
          </p:cNvSpPr>
          <p:nvPr/>
        </p:nvSpPr>
        <p:spPr>
          <a:xfrm>
            <a:off x="2432648" y="774147"/>
            <a:ext cx="4875656" cy="9703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R="0" indent="-514350" fontAlgn="auto"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ko-KR" sz="2000" b="1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PC</a:t>
            </a:r>
            <a:r>
              <a:rPr lang="ko-KR" altLang="en-US" sz="2000" b="1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버전</a:t>
            </a:r>
            <a:endParaRPr lang="en-US" altLang="ko-KR" sz="2000" b="1" spc="-150" dirty="0" smtClean="0">
              <a:solidFill>
                <a:schemeClr val="tx1">
                  <a:lumMod val="75000"/>
                  <a:lumOff val="2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  <a:p>
            <a:pPr lvl="0" indent="-514350">
              <a:lnSpc>
                <a:spcPts val="3200"/>
              </a:lnSpc>
              <a:spcBef>
                <a:spcPct val="20000"/>
              </a:spcBef>
            </a:pPr>
            <a:r>
              <a:rPr lang="en-US" altLang="ko-KR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나눔명조" pitchFamily="18" charset="-127"/>
                <a:ea typeface="나눔명조" pitchFamily="18" charset="-127"/>
              </a:rPr>
              <a:t>- </a:t>
            </a:r>
            <a:r>
              <a:rPr lang="en-US" altLang="ko-KR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나눔명조" pitchFamily="18" charset="-127"/>
                <a:ea typeface="나눔명조" pitchFamily="18" charset="-127"/>
              </a:rPr>
              <a:t>footer</a:t>
            </a:r>
            <a:endParaRPr lang="en-US" altLang="ko-KR" sz="1200" b="1" dirty="0" smtClean="0">
              <a:solidFill>
                <a:schemeClr val="tx1">
                  <a:lumMod val="65000"/>
                  <a:lumOff val="3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</p:txBody>
      </p:sp>
      <p:pic>
        <p:nvPicPr>
          <p:cNvPr id="13" name="그림 12" descr="낙옆1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020602" y="5013176"/>
            <a:ext cx="1294520" cy="1079999"/>
          </a:xfrm>
          <a:prstGeom prst="rect">
            <a:avLst/>
          </a:prstGeom>
          <a:effectLst>
            <a:outerShdw blurRad="38100" dist="25400" dir="2700000" algn="tl" rotWithShape="0">
              <a:prstClr val="black">
                <a:alpha val="15000"/>
              </a:prstClr>
            </a:outerShdw>
          </a:effectLst>
        </p:spPr>
      </p:pic>
      <p:sp>
        <p:nvSpPr>
          <p:cNvPr id="8" name="부제목 3"/>
          <p:cNvSpPr txBox="1">
            <a:spLocks/>
          </p:cNvSpPr>
          <p:nvPr/>
        </p:nvSpPr>
        <p:spPr>
          <a:xfrm>
            <a:off x="251520" y="1772816"/>
            <a:ext cx="3837315" cy="31683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514350" marR="0" lvl="0" indent="-514350" algn="l" defTabSz="914400" rtl="0" eaLnBrk="1" fontAlgn="auto" latinLnBrk="1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화면 이동 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:</a:t>
            </a: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                -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고객센터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팝업 </a:t>
            </a:r>
            <a:r>
              <a:rPr lang="ko-KR" altLang="en-US" sz="11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레이어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: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                 -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이용약관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                 -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개인정보처리방침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*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팝업 </a:t>
            </a:r>
            <a:r>
              <a:rPr lang="ko-KR" altLang="en-US" sz="11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레이어는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 서버와 연동예정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(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차후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,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구현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)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55776" y="1772816"/>
            <a:ext cx="6249963" cy="52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Documents and Settings\nhn\바탕 화면\하늘수채\그림3_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7999"/>
          </a:xfrm>
          <a:prstGeom prst="rect">
            <a:avLst/>
          </a:prstGeom>
          <a:noFill/>
        </p:spPr>
      </p:pic>
      <p:pic>
        <p:nvPicPr>
          <p:cNvPr id="16" name="그림 15" descr="낙옆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21072680">
            <a:off x="5299906" y="2663815"/>
            <a:ext cx="1377721" cy="1079999"/>
          </a:xfrm>
          <a:prstGeom prst="rect">
            <a:avLst/>
          </a:prstGeom>
          <a:effectLst>
            <a:outerShdw blurRad="38100" dist="25400" dir="2700000" algn="tl" rotWithShape="0">
              <a:prstClr val="black">
                <a:alpha val="15000"/>
              </a:prstClr>
            </a:outerShdw>
          </a:effectLst>
        </p:spPr>
      </p:pic>
      <p:sp>
        <p:nvSpPr>
          <p:cNvPr id="30" name="TextBox 29"/>
          <p:cNvSpPr txBox="1"/>
          <p:nvPr/>
        </p:nvSpPr>
        <p:spPr>
          <a:xfrm>
            <a:off x="0" y="2915062"/>
            <a:ext cx="9144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indent="-514350" algn="ctr">
              <a:lnSpc>
                <a:spcPct val="150000"/>
              </a:lnSpc>
            </a:pPr>
            <a:r>
              <a:rPr lang="en-US" altLang="ko-KR" sz="3200" b="1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| </a:t>
            </a:r>
            <a:r>
              <a:rPr lang="en-US" altLang="ko-KR" sz="3200" b="1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TAB/PAD </a:t>
            </a:r>
            <a:r>
              <a:rPr lang="ko-KR" altLang="en-US" sz="3200" b="1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버전 레이아웃</a:t>
            </a:r>
            <a:r>
              <a:rPr lang="en-US" altLang="ko-KR" sz="3200" b="1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|</a:t>
            </a:r>
            <a:endParaRPr lang="en-US" altLang="ko-KR" sz="3200" b="1" spc="-150" dirty="0" smtClean="0">
              <a:solidFill>
                <a:schemeClr val="tx1">
                  <a:lumMod val="75000"/>
                  <a:lumOff val="2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C:\Documents and Settings\nhn\바탕 화면\하늘수채\그림2_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"/>
            <a:ext cx="9144000" cy="6857999"/>
          </a:xfrm>
          <a:prstGeom prst="rect">
            <a:avLst/>
          </a:prstGeom>
          <a:noFill/>
        </p:spPr>
      </p:pic>
      <p:sp>
        <p:nvSpPr>
          <p:cNvPr id="10" name="부제목 3"/>
          <p:cNvSpPr txBox="1">
            <a:spLocks/>
          </p:cNvSpPr>
          <p:nvPr/>
        </p:nvSpPr>
        <p:spPr>
          <a:xfrm>
            <a:off x="2432648" y="774147"/>
            <a:ext cx="4875656" cy="9703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R="0" indent="-514350" fontAlgn="auto"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ko-KR" sz="2000" b="1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TAB/PAD </a:t>
            </a:r>
            <a:r>
              <a:rPr lang="ko-KR" altLang="en-US" sz="2000" b="1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버전</a:t>
            </a:r>
            <a:endParaRPr lang="en-US" altLang="ko-KR" sz="2000" b="1" spc="-150" dirty="0" smtClean="0">
              <a:solidFill>
                <a:schemeClr val="tx1">
                  <a:lumMod val="75000"/>
                  <a:lumOff val="2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  <a:p>
            <a:pPr lvl="0" indent="-514350">
              <a:lnSpc>
                <a:spcPts val="3200"/>
              </a:lnSpc>
              <a:spcBef>
                <a:spcPct val="20000"/>
              </a:spcBef>
            </a:pPr>
            <a:r>
              <a:rPr lang="en-US" altLang="ko-KR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나눔명조" pitchFamily="18" charset="-127"/>
                <a:ea typeface="나눔명조" pitchFamily="18" charset="-127"/>
              </a:rPr>
              <a:t>- Home</a:t>
            </a:r>
            <a:endParaRPr lang="en-US" altLang="ko-KR" sz="1200" b="1" dirty="0" smtClean="0">
              <a:solidFill>
                <a:schemeClr val="tx1">
                  <a:lumMod val="65000"/>
                  <a:lumOff val="3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8" name="부제목 3"/>
          <p:cNvSpPr txBox="1">
            <a:spLocks/>
          </p:cNvSpPr>
          <p:nvPr/>
        </p:nvSpPr>
        <p:spPr>
          <a:xfrm>
            <a:off x="251520" y="1772816"/>
            <a:ext cx="3837315" cy="31683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514350" marR="0" lvl="0" indent="-514350" algn="l" defTabSz="914400" rtl="0" eaLnBrk="1" fontAlgn="auto" latinLnBrk="1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화면 이동 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:</a:t>
            </a: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                - Home :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로고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,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아침 과일가게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, Home</a:t>
            </a: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                 -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게시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판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: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게시판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(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공지사항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,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고객문의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)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                 -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주문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: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상품 목록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팝업 </a:t>
            </a:r>
            <a:r>
              <a:rPr lang="ko-KR" altLang="en-US" sz="11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레이어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: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                 -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장바구니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                 -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로그인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                 -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회원가입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*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팝업 </a:t>
            </a:r>
            <a:r>
              <a:rPr lang="ko-KR" altLang="en-US" sz="11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레이어는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 서버와 연동예정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(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차후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,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구현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)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*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홍보 동영상 재생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</p:txBody>
      </p:sp>
      <p:pic>
        <p:nvPicPr>
          <p:cNvPr id="13" name="그림 12" descr="낙옆1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020602" y="5013176"/>
            <a:ext cx="1294520" cy="1079999"/>
          </a:xfrm>
          <a:prstGeom prst="rect">
            <a:avLst/>
          </a:prstGeom>
          <a:effectLst>
            <a:outerShdw blurRad="38100" dist="25400" dir="2700000" algn="tl" rotWithShape="0">
              <a:prstClr val="black">
                <a:alpha val="15000"/>
              </a:prstClr>
            </a:outerShdw>
          </a:effec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995936" y="1746795"/>
            <a:ext cx="4842466" cy="3194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C:\Documents and Settings\nhn\바탕 화면\하늘수채\그림2_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"/>
            <a:ext cx="9144000" cy="6857999"/>
          </a:xfrm>
          <a:prstGeom prst="rect">
            <a:avLst/>
          </a:prstGeom>
          <a:noFill/>
        </p:spPr>
      </p:pic>
      <p:sp>
        <p:nvSpPr>
          <p:cNvPr id="10" name="부제목 3"/>
          <p:cNvSpPr txBox="1">
            <a:spLocks/>
          </p:cNvSpPr>
          <p:nvPr/>
        </p:nvSpPr>
        <p:spPr>
          <a:xfrm>
            <a:off x="2432648" y="774147"/>
            <a:ext cx="4875656" cy="9703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R="0" indent="-514350" fontAlgn="auto"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ko-KR" sz="2000" b="1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TAB/PAD </a:t>
            </a:r>
            <a:r>
              <a:rPr lang="ko-KR" altLang="en-US" sz="2000" b="1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버전</a:t>
            </a:r>
            <a:endParaRPr lang="en-US" altLang="ko-KR" sz="2000" b="1" spc="-150" dirty="0" smtClean="0">
              <a:solidFill>
                <a:schemeClr val="tx1">
                  <a:lumMod val="75000"/>
                  <a:lumOff val="2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  <a:p>
            <a:pPr lvl="0" indent="-514350">
              <a:lnSpc>
                <a:spcPts val="3200"/>
              </a:lnSpc>
              <a:spcBef>
                <a:spcPct val="20000"/>
              </a:spcBef>
            </a:pPr>
            <a:r>
              <a:rPr lang="en-US" altLang="ko-KR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나눔명조" pitchFamily="18" charset="-127"/>
                <a:ea typeface="나눔명조" pitchFamily="18" charset="-127"/>
              </a:rPr>
              <a:t>- </a:t>
            </a:r>
            <a:r>
              <a:rPr lang="ko-KR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나눔명조" pitchFamily="18" charset="-127"/>
                <a:ea typeface="나눔명조" pitchFamily="18" charset="-127"/>
              </a:rPr>
              <a:t>게시판</a:t>
            </a:r>
            <a:endParaRPr lang="en-US" altLang="ko-KR" sz="1200" b="1" dirty="0" smtClean="0">
              <a:solidFill>
                <a:schemeClr val="tx1">
                  <a:lumMod val="65000"/>
                  <a:lumOff val="3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</p:txBody>
      </p:sp>
      <p:pic>
        <p:nvPicPr>
          <p:cNvPr id="13" name="그림 12" descr="낙옆1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020602" y="5013176"/>
            <a:ext cx="1294520" cy="1079999"/>
          </a:xfrm>
          <a:prstGeom prst="rect">
            <a:avLst/>
          </a:prstGeom>
          <a:effectLst>
            <a:outerShdw blurRad="38100" dist="25400" dir="2700000" algn="tl" rotWithShape="0">
              <a:prstClr val="black">
                <a:alpha val="15000"/>
              </a:prstClr>
            </a:outerShdw>
          </a:effectLst>
        </p:spPr>
      </p:pic>
      <p:sp>
        <p:nvSpPr>
          <p:cNvPr id="8" name="부제목 3"/>
          <p:cNvSpPr txBox="1">
            <a:spLocks/>
          </p:cNvSpPr>
          <p:nvPr/>
        </p:nvSpPr>
        <p:spPr>
          <a:xfrm>
            <a:off x="251520" y="1772816"/>
            <a:ext cx="3837315" cy="31683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514350" marR="0" lvl="0" indent="-514350" algn="l" defTabSz="914400" rtl="0" eaLnBrk="1" fontAlgn="auto" latinLnBrk="1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화면 이동 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:</a:t>
            </a: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                -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없음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팝업 </a:t>
            </a:r>
            <a:r>
              <a:rPr lang="ko-KR" altLang="en-US" sz="11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레이어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: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                 -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공지사항 항목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상세보기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                 -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고객문의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                 -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자세히 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: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게시판 목록 팝업 </a:t>
            </a:r>
            <a:r>
              <a:rPr lang="ko-KR" altLang="en-US" sz="11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레이어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표시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.</a:t>
            </a: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*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팝업 </a:t>
            </a:r>
            <a:r>
              <a:rPr lang="ko-KR" altLang="en-US" sz="11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레이어는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 서버와 연동예정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(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차후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,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구현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)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851920" y="1772816"/>
            <a:ext cx="4844331" cy="25011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C:\Documents and Settings\nhn\바탕 화면\하늘수채\그림2_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"/>
            <a:ext cx="9144000" cy="6857999"/>
          </a:xfrm>
          <a:prstGeom prst="rect">
            <a:avLst/>
          </a:prstGeom>
          <a:noFill/>
        </p:spPr>
      </p:pic>
      <p:sp>
        <p:nvSpPr>
          <p:cNvPr id="10" name="부제목 3"/>
          <p:cNvSpPr txBox="1">
            <a:spLocks/>
          </p:cNvSpPr>
          <p:nvPr/>
        </p:nvSpPr>
        <p:spPr>
          <a:xfrm>
            <a:off x="2432648" y="774147"/>
            <a:ext cx="4875656" cy="9703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R="0" indent="-514350" fontAlgn="auto"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ko-KR" sz="2000" b="1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TAB/PAD </a:t>
            </a:r>
            <a:r>
              <a:rPr lang="ko-KR" altLang="en-US" sz="2000" b="1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버전</a:t>
            </a:r>
            <a:endParaRPr lang="en-US" altLang="ko-KR" sz="2000" b="1" spc="-150" dirty="0" smtClean="0">
              <a:solidFill>
                <a:schemeClr val="tx1">
                  <a:lumMod val="75000"/>
                  <a:lumOff val="2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  <a:p>
            <a:pPr lvl="0" indent="-514350">
              <a:lnSpc>
                <a:spcPts val="3200"/>
              </a:lnSpc>
              <a:spcBef>
                <a:spcPct val="20000"/>
              </a:spcBef>
            </a:pPr>
            <a:r>
              <a:rPr lang="en-US" altLang="ko-KR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나눔명조" pitchFamily="18" charset="-127"/>
                <a:ea typeface="나눔명조" pitchFamily="18" charset="-127"/>
              </a:rPr>
              <a:t>- </a:t>
            </a:r>
            <a:r>
              <a:rPr lang="ko-KR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나눔명조" pitchFamily="18" charset="-127"/>
                <a:ea typeface="나눔명조" pitchFamily="18" charset="-127"/>
              </a:rPr>
              <a:t>주문</a:t>
            </a:r>
            <a:endParaRPr lang="en-US" altLang="ko-KR" sz="1200" b="1" dirty="0" smtClean="0">
              <a:solidFill>
                <a:schemeClr val="tx1">
                  <a:lumMod val="65000"/>
                  <a:lumOff val="3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</p:txBody>
      </p:sp>
      <p:pic>
        <p:nvPicPr>
          <p:cNvPr id="13" name="그림 12" descr="낙옆1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020602" y="5013176"/>
            <a:ext cx="1294520" cy="1079999"/>
          </a:xfrm>
          <a:prstGeom prst="rect">
            <a:avLst/>
          </a:prstGeom>
          <a:effectLst>
            <a:outerShdw blurRad="38100" dist="25400" dir="2700000" algn="tl" rotWithShape="0">
              <a:prstClr val="black">
                <a:alpha val="15000"/>
              </a:prstClr>
            </a:outerShdw>
          </a:effectLst>
        </p:spPr>
      </p:pic>
      <p:sp>
        <p:nvSpPr>
          <p:cNvPr id="8" name="부제목 3"/>
          <p:cNvSpPr txBox="1">
            <a:spLocks/>
          </p:cNvSpPr>
          <p:nvPr/>
        </p:nvSpPr>
        <p:spPr>
          <a:xfrm>
            <a:off x="251520" y="1772816"/>
            <a:ext cx="3837315" cy="31683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514350" marR="0" lvl="0" indent="-514350" algn="l" defTabSz="914400" rtl="0" eaLnBrk="1" fontAlgn="auto" latinLnBrk="1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화면 이동 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:</a:t>
            </a: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                -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없음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팝업 </a:t>
            </a:r>
            <a:r>
              <a:rPr lang="ko-KR" altLang="en-US" sz="11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레이어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: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                 -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상품 상세 보기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: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상품 클릭 시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,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팝업표시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.</a:t>
            </a: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*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팝업 </a:t>
            </a:r>
            <a:r>
              <a:rPr lang="ko-KR" altLang="en-US" sz="11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레이어는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 서버와 연동예정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(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차후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,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구현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)</a:t>
            </a: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*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상품 목록 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-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가로 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: 2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개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                  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-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세로 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: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무한 스크롤 또는 다음 페이지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917379" y="1638048"/>
            <a:ext cx="4687069" cy="47730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C:\Documents and Settings\nhn\바탕 화면\하늘수채\그림2_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"/>
            <a:ext cx="9144000" cy="6857999"/>
          </a:xfrm>
          <a:prstGeom prst="rect">
            <a:avLst/>
          </a:prstGeom>
          <a:noFill/>
        </p:spPr>
      </p:pic>
      <p:sp>
        <p:nvSpPr>
          <p:cNvPr id="10" name="부제목 3"/>
          <p:cNvSpPr txBox="1">
            <a:spLocks/>
          </p:cNvSpPr>
          <p:nvPr/>
        </p:nvSpPr>
        <p:spPr>
          <a:xfrm>
            <a:off x="2432648" y="774147"/>
            <a:ext cx="4875656" cy="9703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R="0" indent="-514350" fontAlgn="auto"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ko-KR" sz="2000" b="1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TAB/PAD </a:t>
            </a:r>
            <a:r>
              <a:rPr lang="ko-KR" altLang="en-US" sz="2000" b="1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버전</a:t>
            </a:r>
            <a:endParaRPr lang="en-US" altLang="ko-KR" sz="2000" b="1" spc="-150" dirty="0" smtClean="0">
              <a:solidFill>
                <a:schemeClr val="tx1">
                  <a:lumMod val="75000"/>
                  <a:lumOff val="2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  <a:p>
            <a:pPr lvl="0" indent="-514350">
              <a:lnSpc>
                <a:spcPts val="3200"/>
              </a:lnSpc>
              <a:spcBef>
                <a:spcPct val="20000"/>
              </a:spcBef>
            </a:pPr>
            <a:r>
              <a:rPr lang="en-US" altLang="ko-KR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나눔명조" pitchFamily="18" charset="-127"/>
                <a:ea typeface="나눔명조" pitchFamily="18" charset="-127"/>
              </a:rPr>
              <a:t>- </a:t>
            </a:r>
            <a:r>
              <a:rPr lang="en-US" altLang="ko-KR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나눔명조" pitchFamily="18" charset="-127"/>
                <a:ea typeface="나눔명조" pitchFamily="18" charset="-127"/>
              </a:rPr>
              <a:t>footer</a:t>
            </a:r>
            <a:endParaRPr lang="en-US" altLang="ko-KR" sz="1200" b="1" dirty="0" smtClean="0">
              <a:solidFill>
                <a:schemeClr val="tx1">
                  <a:lumMod val="65000"/>
                  <a:lumOff val="3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</p:txBody>
      </p:sp>
      <p:pic>
        <p:nvPicPr>
          <p:cNvPr id="13" name="그림 12" descr="낙옆1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020602" y="5013176"/>
            <a:ext cx="1294520" cy="1079999"/>
          </a:xfrm>
          <a:prstGeom prst="rect">
            <a:avLst/>
          </a:prstGeom>
          <a:effectLst>
            <a:outerShdw blurRad="38100" dist="25400" dir="2700000" algn="tl" rotWithShape="0">
              <a:prstClr val="black">
                <a:alpha val="15000"/>
              </a:prstClr>
            </a:outerShdw>
          </a:effectLst>
        </p:spPr>
      </p:pic>
      <p:sp>
        <p:nvSpPr>
          <p:cNvPr id="8" name="부제목 3"/>
          <p:cNvSpPr txBox="1">
            <a:spLocks/>
          </p:cNvSpPr>
          <p:nvPr/>
        </p:nvSpPr>
        <p:spPr>
          <a:xfrm>
            <a:off x="251520" y="1772816"/>
            <a:ext cx="3837315" cy="31683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514350" marR="0" lvl="0" indent="-514350" algn="l" defTabSz="914400" rtl="0" eaLnBrk="1" fontAlgn="auto" latinLnBrk="1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화면 이동 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:</a:t>
            </a: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                -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고객센터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팝업 </a:t>
            </a:r>
            <a:r>
              <a:rPr lang="ko-KR" altLang="en-US" sz="11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레이어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: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                 -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이용약관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                 -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개인정보처리방침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*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팝업 </a:t>
            </a:r>
            <a:r>
              <a:rPr lang="ko-KR" altLang="en-US" sz="11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레이어는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 서버와 연동예정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(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차후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,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구현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)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55776" y="1753580"/>
            <a:ext cx="6288857" cy="658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Documents and Settings\nhn\바탕 화면\하늘수채\그림3_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7999"/>
          </a:xfrm>
          <a:prstGeom prst="rect">
            <a:avLst/>
          </a:prstGeom>
          <a:noFill/>
        </p:spPr>
      </p:pic>
      <p:pic>
        <p:nvPicPr>
          <p:cNvPr id="16" name="그림 15" descr="낙옆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21072680">
            <a:off x="5299906" y="2663815"/>
            <a:ext cx="1377721" cy="1079999"/>
          </a:xfrm>
          <a:prstGeom prst="rect">
            <a:avLst/>
          </a:prstGeom>
          <a:effectLst>
            <a:outerShdw blurRad="38100" dist="25400" dir="2700000" algn="tl" rotWithShape="0">
              <a:prstClr val="black">
                <a:alpha val="15000"/>
              </a:prstClr>
            </a:outerShdw>
          </a:effectLst>
        </p:spPr>
      </p:pic>
      <p:sp>
        <p:nvSpPr>
          <p:cNvPr id="30" name="TextBox 29"/>
          <p:cNvSpPr txBox="1"/>
          <p:nvPr/>
        </p:nvSpPr>
        <p:spPr>
          <a:xfrm>
            <a:off x="0" y="2915062"/>
            <a:ext cx="9144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indent="-514350" algn="ctr">
              <a:lnSpc>
                <a:spcPct val="150000"/>
              </a:lnSpc>
            </a:pPr>
            <a:r>
              <a:rPr lang="en-US" altLang="ko-KR" sz="3200" b="1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| </a:t>
            </a:r>
            <a:r>
              <a:rPr lang="en-US" altLang="ko-KR" sz="3200" b="1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Mobile(Phone) </a:t>
            </a:r>
            <a:r>
              <a:rPr lang="ko-KR" altLang="en-US" sz="3200" b="1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버전 레이아웃</a:t>
            </a:r>
            <a:r>
              <a:rPr lang="en-US" altLang="ko-KR" sz="3200" b="1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|</a:t>
            </a:r>
            <a:endParaRPr lang="en-US" altLang="ko-KR" sz="3200" b="1" spc="-150" dirty="0" smtClean="0">
              <a:solidFill>
                <a:schemeClr val="tx1">
                  <a:lumMod val="75000"/>
                  <a:lumOff val="2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C:\Documents and Settings\nhn\바탕 화면\하늘수채\그림2_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"/>
            <a:ext cx="9144000" cy="6857999"/>
          </a:xfrm>
          <a:prstGeom prst="rect">
            <a:avLst/>
          </a:prstGeom>
          <a:noFill/>
        </p:spPr>
      </p:pic>
      <p:sp>
        <p:nvSpPr>
          <p:cNvPr id="10" name="부제목 3"/>
          <p:cNvSpPr txBox="1">
            <a:spLocks/>
          </p:cNvSpPr>
          <p:nvPr/>
        </p:nvSpPr>
        <p:spPr>
          <a:xfrm>
            <a:off x="2432648" y="774147"/>
            <a:ext cx="4875656" cy="9703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R="0" indent="-514350" fontAlgn="auto"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ko-KR" sz="2000" b="1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Mobile(Phone) </a:t>
            </a:r>
            <a:r>
              <a:rPr lang="ko-KR" altLang="en-US" sz="2000" b="1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버전</a:t>
            </a:r>
            <a:endParaRPr lang="en-US" altLang="ko-KR" sz="2000" b="1" spc="-150" dirty="0" smtClean="0">
              <a:solidFill>
                <a:schemeClr val="tx1">
                  <a:lumMod val="75000"/>
                  <a:lumOff val="2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  <a:p>
            <a:pPr lvl="0" indent="-514350">
              <a:lnSpc>
                <a:spcPts val="3200"/>
              </a:lnSpc>
              <a:spcBef>
                <a:spcPct val="20000"/>
              </a:spcBef>
            </a:pPr>
            <a:r>
              <a:rPr lang="en-US" altLang="ko-KR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나눔명조" pitchFamily="18" charset="-127"/>
                <a:ea typeface="나눔명조" pitchFamily="18" charset="-127"/>
              </a:rPr>
              <a:t>- Home</a:t>
            </a:r>
            <a:endParaRPr lang="en-US" altLang="ko-KR" sz="1200" b="1" dirty="0" smtClean="0">
              <a:solidFill>
                <a:schemeClr val="tx1">
                  <a:lumMod val="65000"/>
                  <a:lumOff val="3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8" name="부제목 3"/>
          <p:cNvSpPr txBox="1">
            <a:spLocks/>
          </p:cNvSpPr>
          <p:nvPr/>
        </p:nvSpPr>
        <p:spPr>
          <a:xfrm>
            <a:off x="251520" y="1772816"/>
            <a:ext cx="3837315" cy="31683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514350" marR="0" lvl="0" indent="-514350" algn="l" defTabSz="914400" rtl="0" eaLnBrk="1" fontAlgn="auto" latinLnBrk="1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화면 이동 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:</a:t>
            </a: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                - Home :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로고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,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아침 과일가게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, Home</a:t>
            </a: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                 -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게시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판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: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게시판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(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공지사항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,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고객문의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)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                 -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주문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: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상품 목록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팝업 </a:t>
            </a:r>
            <a:r>
              <a:rPr lang="ko-KR" altLang="en-US" sz="11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레이어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: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                 -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장바구니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                 -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로그인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                 -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회원가입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*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팝업 </a:t>
            </a:r>
            <a:r>
              <a:rPr lang="ko-KR" altLang="en-US" sz="11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레이어는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 서버와 연동예정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(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차후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,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구현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)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*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홍보 동영상 대신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포스터 이미지 사용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(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동영상 재생 </a:t>
            </a:r>
            <a:r>
              <a:rPr lang="ko-KR" altLang="en-US" sz="11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안함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)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</p:txBody>
      </p:sp>
      <p:pic>
        <p:nvPicPr>
          <p:cNvPr id="13" name="그림 12" descr="낙옆1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020602" y="5013176"/>
            <a:ext cx="1294520" cy="1079999"/>
          </a:xfrm>
          <a:prstGeom prst="rect">
            <a:avLst/>
          </a:prstGeom>
          <a:effectLst>
            <a:outerShdw blurRad="38100" dist="25400" dir="2700000" algn="tl" rotWithShape="0">
              <a:prstClr val="black">
                <a:alpha val="15000"/>
              </a:prstClr>
            </a:outerShdw>
          </a:effec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923928" y="1700808"/>
            <a:ext cx="3211945" cy="2872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C:\Documents and Settings\nhn\바탕 화면\하늘수채\그림2_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"/>
            <a:ext cx="9144000" cy="6857999"/>
          </a:xfrm>
          <a:prstGeom prst="rect">
            <a:avLst/>
          </a:prstGeom>
          <a:noFill/>
        </p:spPr>
      </p:pic>
      <p:sp>
        <p:nvSpPr>
          <p:cNvPr id="10" name="부제목 3"/>
          <p:cNvSpPr txBox="1">
            <a:spLocks/>
          </p:cNvSpPr>
          <p:nvPr/>
        </p:nvSpPr>
        <p:spPr>
          <a:xfrm>
            <a:off x="2432648" y="774147"/>
            <a:ext cx="4875656" cy="9703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R="0" indent="-514350" fontAlgn="auto"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ko-KR" sz="2000" b="1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Mobile(Phone) </a:t>
            </a:r>
            <a:r>
              <a:rPr lang="ko-KR" altLang="en-US" sz="2000" b="1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버전</a:t>
            </a:r>
            <a:endParaRPr lang="en-US" altLang="ko-KR" sz="2000" b="1" spc="-150" dirty="0" smtClean="0">
              <a:solidFill>
                <a:schemeClr val="tx1">
                  <a:lumMod val="75000"/>
                  <a:lumOff val="2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  <a:p>
            <a:pPr lvl="0" indent="-514350">
              <a:lnSpc>
                <a:spcPts val="3200"/>
              </a:lnSpc>
              <a:spcBef>
                <a:spcPct val="20000"/>
              </a:spcBef>
            </a:pPr>
            <a:r>
              <a:rPr lang="en-US" altLang="ko-KR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나눔명조" pitchFamily="18" charset="-127"/>
                <a:ea typeface="나눔명조" pitchFamily="18" charset="-127"/>
              </a:rPr>
              <a:t>- </a:t>
            </a:r>
            <a:r>
              <a:rPr lang="ko-KR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나눔명조" pitchFamily="18" charset="-127"/>
                <a:ea typeface="나눔명조" pitchFamily="18" charset="-127"/>
              </a:rPr>
              <a:t>게시판</a:t>
            </a:r>
            <a:endParaRPr lang="en-US" altLang="ko-KR" sz="1200" b="1" dirty="0" smtClean="0">
              <a:solidFill>
                <a:schemeClr val="tx1">
                  <a:lumMod val="65000"/>
                  <a:lumOff val="3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</p:txBody>
      </p:sp>
      <p:pic>
        <p:nvPicPr>
          <p:cNvPr id="13" name="그림 12" descr="낙옆1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020602" y="5013176"/>
            <a:ext cx="1294520" cy="1079999"/>
          </a:xfrm>
          <a:prstGeom prst="rect">
            <a:avLst/>
          </a:prstGeom>
          <a:effectLst>
            <a:outerShdw blurRad="38100" dist="25400" dir="2700000" algn="tl" rotWithShape="0">
              <a:prstClr val="black">
                <a:alpha val="15000"/>
              </a:prstClr>
            </a:outerShdw>
          </a:effectLst>
        </p:spPr>
      </p:pic>
      <p:sp>
        <p:nvSpPr>
          <p:cNvPr id="8" name="부제목 3"/>
          <p:cNvSpPr txBox="1">
            <a:spLocks/>
          </p:cNvSpPr>
          <p:nvPr/>
        </p:nvSpPr>
        <p:spPr>
          <a:xfrm>
            <a:off x="251520" y="1772816"/>
            <a:ext cx="3837315" cy="31683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514350" marR="0" lvl="0" indent="-514350" algn="l" defTabSz="914400" rtl="0" eaLnBrk="1" fontAlgn="auto" latinLnBrk="1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화면 이동 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:</a:t>
            </a: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                -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없음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팝업 </a:t>
            </a:r>
            <a:r>
              <a:rPr lang="ko-KR" altLang="en-US" sz="11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레이어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: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                 -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공지사항 항목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상세보기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                 -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고객문의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                 -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자세히 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: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게시판 목록 팝업 </a:t>
            </a:r>
            <a:r>
              <a:rPr lang="ko-KR" altLang="en-US" sz="11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레이어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표시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.</a:t>
            </a: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*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팝업 </a:t>
            </a:r>
            <a:r>
              <a:rPr lang="ko-KR" altLang="en-US" sz="11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레이어는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 서버와 연동예정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(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차후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,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구현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)</a:t>
            </a: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*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공지사항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/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고객문의 배치 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: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가로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1 X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세로 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2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로 배치함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.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851920" y="1700808"/>
            <a:ext cx="2817408" cy="4248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C:\Documents and Settings\nhn\바탕 화면\하늘수채\그림2_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"/>
            <a:ext cx="9144000" cy="6857999"/>
          </a:xfrm>
          <a:prstGeom prst="rect">
            <a:avLst/>
          </a:prstGeom>
          <a:noFill/>
        </p:spPr>
      </p:pic>
      <p:sp>
        <p:nvSpPr>
          <p:cNvPr id="10" name="부제목 3"/>
          <p:cNvSpPr txBox="1">
            <a:spLocks/>
          </p:cNvSpPr>
          <p:nvPr/>
        </p:nvSpPr>
        <p:spPr>
          <a:xfrm>
            <a:off x="2432648" y="774147"/>
            <a:ext cx="4875656" cy="9703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R="0" indent="-514350" fontAlgn="auto"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ko-KR" sz="2000" b="1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Mobile(Phone) </a:t>
            </a:r>
            <a:r>
              <a:rPr lang="ko-KR" altLang="en-US" sz="2000" b="1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버전</a:t>
            </a:r>
            <a:endParaRPr lang="en-US" altLang="ko-KR" sz="2000" b="1" spc="-150" dirty="0" smtClean="0">
              <a:solidFill>
                <a:schemeClr val="tx1">
                  <a:lumMod val="75000"/>
                  <a:lumOff val="2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  <a:p>
            <a:pPr lvl="0" indent="-514350">
              <a:lnSpc>
                <a:spcPts val="3200"/>
              </a:lnSpc>
              <a:spcBef>
                <a:spcPct val="20000"/>
              </a:spcBef>
            </a:pPr>
            <a:r>
              <a:rPr lang="en-US" altLang="ko-KR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나눔명조" pitchFamily="18" charset="-127"/>
                <a:ea typeface="나눔명조" pitchFamily="18" charset="-127"/>
              </a:rPr>
              <a:t>- </a:t>
            </a:r>
            <a:r>
              <a:rPr lang="ko-KR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나눔명조" pitchFamily="18" charset="-127"/>
                <a:ea typeface="나눔명조" pitchFamily="18" charset="-127"/>
              </a:rPr>
              <a:t>주문</a:t>
            </a:r>
            <a:endParaRPr lang="en-US" altLang="ko-KR" sz="1200" b="1" dirty="0" smtClean="0">
              <a:solidFill>
                <a:schemeClr val="tx1">
                  <a:lumMod val="65000"/>
                  <a:lumOff val="3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</p:txBody>
      </p:sp>
      <p:pic>
        <p:nvPicPr>
          <p:cNvPr id="13" name="그림 12" descr="낙옆1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020602" y="5013176"/>
            <a:ext cx="1294520" cy="1079999"/>
          </a:xfrm>
          <a:prstGeom prst="rect">
            <a:avLst/>
          </a:prstGeom>
          <a:effectLst>
            <a:outerShdw blurRad="38100" dist="25400" dir="2700000" algn="tl" rotWithShape="0">
              <a:prstClr val="black">
                <a:alpha val="15000"/>
              </a:prstClr>
            </a:outerShdw>
          </a:effectLst>
        </p:spPr>
      </p:pic>
      <p:sp>
        <p:nvSpPr>
          <p:cNvPr id="8" name="부제목 3"/>
          <p:cNvSpPr txBox="1">
            <a:spLocks/>
          </p:cNvSpPr>
          <p:nvPr/>
        </p:nvSpPr>
        <p:spPr>
          <a:xfrm>
            <a:off x="251520" y="1772816"/>
            <a:ext cx="3837315" cy="31683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514350" marR="0" lvl="0" indent="-514350" algn="l" defTabSz="914400" rtl="0" eaLnBrk="1" fontAlgn="auto" latinLnBrk="1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화면 이동 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:</a:t>
            </a: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                -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없음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팝업 </a:t>
            </a:r>
            <a:r>
              <a:rPr lang="ko-KR" altLang="en-US" sz="11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레이어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: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                 -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상품 상세 보기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: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상품 클릭 시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,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팝업표시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.</a:t>
            </a: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*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팝업 </a:t>
            </a:r>
            <a:r>
              <a:rPr lang="ko-KR" altLang="en-US" sz="11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레이어는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 서버와 연동예정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(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차후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,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구현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)</a:t>
            </a: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*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상품 목록 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: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가로 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1 X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세로 무한 스크롤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932942" y="1772816"/>
            <a:ext cx="2295242" cy="481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C:\Documents and Settings\nhn\바탕 화면\하늘수채\그림2_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"/>
            <a:ext cx="9144000" cy="6857999"/>
          </a:xfrm>
          <a:prstGeom prst="rect">
            <a:avLst/>
          </a:prstGeom>
          <a:noFill/>
        </p:spPr>
      </p:pic>
      <p:sp>
        <p:nvSpPr>
          <p:cNvPr id="10" name="부제목 3"/>
          <p:cNvSpPr txBox="1">
            <a:spLocks/>
          </p:cNvSpPr>
          <p:nvPr/>
        </p:nvSpPr>
        <p:spPr>
          <a:xfrm>
            <a:off x="2432648" y="774147"/>
            <a:ext cx="4875656" cy="9703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R="0" indent="-514350" fontAlgn="auto"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ko-KR" sz="2000" b="1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Mobile(Phone) </a:t>
            </a:r>
            <a:r>
              <a:rPr lang="ko-KR" altLang="en-US" sz="2000" b="1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버전</a:t>
            </a:r>
            <a:endParaRPr lang="en-US" altLang="ko-KR" sz="2000" b="1" spc="-150" dirty="0" smtClean="0">
              <a:solidFill>
                <a:schemeClr val="tx1">
                  <a:lumMod val="75000"/>
                  <a:lumOff val="2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  <a:p>
            <a:pPr lvl="0" indent="-514350">
              <a:lnSpc>
                <a:spcPts val="3200"/>
              </a:lnSpc>
              <a:spcBef>
                <a:spcPct val="20000"/>
              </a:spcBef>
            </a:pPr>
            <a:r>
              <a:rPr lang="en-US" altLang="ko-KR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나눔명조" pitchFamily="18" charset="-127"/>
                <a:ea typeface="나눔명조" pitchFamily="18" charset="-127"/>
              </a:rPr>
              <a:t>- </a:t>
            </a:r>
            <a:r>
              <a:rPr lang="en-US" altLang="ko-KR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나눔명조" pitchFamily="18" charset="-127"/>
                <a:ea typeface="나눔명조" pitchFamily="18" charset="-127"/>
              </a:rPr>
              <a:t>footer</a:t>
            </a:r>
            <a:endParaRPr lang="en-US" altLang="ko-KR" sz="1200" b="1" dirty="0" smtClean="0">
              <a:solidFill>
                <a:schemeClr val="tx1">
                  <a:lumMod val="65000"/>
                  <a:lumOff val="35000"/>
                </a:schemeClr>
              </a:solidFill>
              <a:latin typeface="나눔명조" pitchFamily="18" charset="-127"/>
              <a:ea typeface="나눔명조" pitchFamily="18" charset="-127"/>
            </a:endParaRPr>
          </a:p>
        </p:txBody>
      </p:sp>
      <p:pic>
        <p:nvPicPr>
          <p:cNvPr id="13" name="그림 12" descr="낙옆1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020602" y="5013176"/>
            <a:ext cx="1294520" cy="1079999"/>
          </a:xfrm>
          <a:prstGeom prst="rect">
            <a:avLst/>
          </a:prstGeom>
          <a:effectLst>
            <a:outerShdw blurRad="38100" dist="25400" dir="2700000" algn="tl" rotWithShape="0">
              <a:prstClr val="black">
                <a:alpha val="15000"/>
              </a:prstClr>
            </a:outerShdw>
          </a:effectLst>
        </p:spPr>
      </p:pic>
      <p:sp>
        <p:nvSpPr>
          <p:cNvPr id="8" name="부제목 3"/>
          <p:cNvSpPr txBox="1">
            <a:spLocks/>
          </p:cNvSpPr>
          <p:nvPr/>
        </p:nvSpPr>
        <p:spPr>
          <a:xfrm>
            <a:off x="251520" y="1772816"/>
            <a:ext cx="3837315" cy="31683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514350" marR="0" lvl="0" indent="-514350" algn="l" defTabSz="914400" rtl="0" eaLnBrk="1" fontAlgn="auto" latinLnBrk="1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화면 이동 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:</a:t>
            </a: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                -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고객센터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팝업 </a:t>
            </a:r>
            <a:r>
              <a:rPr lang="ko-KR" altLang="en-US" sz="11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레이어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: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                 -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이용약관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                 -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개인정보처리방침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*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팝업 </a:t>
            </a:r>
            <a:r>
              <a:rPr lang="ko-KR" altLang="en-US" sz="11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레이어는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  서버와 연동예정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(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차후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, </a:t>
            </a:r>
            <a:r>
              <a:rPr lang="ko-KR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구현</a:t>
            </a:r>
            <a:r>
              <a:rPr lang="en-US" altLang="ko-KR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나눔명조" pitchFamily="18" charset="-127"/>
              </a:rPr>
              <a:t>)</a:t>
            </a: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  <a:defRPr/>
            </a:pPr>
            <a:endParaRPr lang="en-US" altLang="ko-KR" sz="1100" b="1" dirty="0" smtClean="0">
              <a:solidFill>
                <a:schemeClr val="tx1">
                  <a:lumMod val="65000"/>
                  <a:lumOff val="35000"/>
                </a:schemeClr>
              </a:solidFill>
              <a:ea typeface="나눔명조" pitchFamily="18" charset="-127"/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55776" y="1700808"/>
            <a:ext cx="3312368" cy="698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Documents and Settings\nhn\바탕 화면\하늘수채\그림2_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"/>
            <a:ext cx="9144000" cy="6857999"/>
          </a:xfrm>
          <a:prstGeom prst="rect">
            <a:avLst/>
          </a:prstGeom>
          <a:noFill/>
        </p:spPr>
      </p:pic>
      <p:sp>
        <p:nvSpPr>
          <p:cNvPr id="10" name="TextBox 9"/>
          <p:cNvSpPr txBox="1"/>
          <p:nvPr/>
        </p:nvSpPr>
        <p:spPr>
          <a:xfrm>
            <a:off x="0" y="3058736"/>
            <a:ext cx="9144000" cy="74052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indent="-514350" algn="ctr">
              <a:lnSpc>
                <a:spcPct val="150000"/>
              </a:lnSpc>
            </a:pPr>
            <a:r>
              <a:rPr lang="ko-KR" alt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감사합니다</a:t>
            </a:r>
            <a:r>
              <a:rPr lang="en-US" altLang="ko-KR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명조" pitchFamily="18" charset="-127"/>
                <a:ea typeface="나눔명조" pitchFamily="18" charset="-127"/>
              </a:rPr>
              <a:t>.</a:t>
            </a:r>
          </a:p>
        </p:txBody>
      </p:sp>
      <p:pic>
        <p:nvPicPr>
          <p:cNvPr id="11" name="그림 10" descr="pen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2336477">
            <a:off x="5087695" y="4017046"/>
            <a:ext cx="3960764" cy="256594"/>
          </a:xfrm>
          <a:prstGeom prst="rect">
            <a:avLst/>
          </a:prstGeom>
          <a:effectLst>
            <a:outerShdw blurRad="127000" dist="127000" dir="1140000" algn="tl" rotWithShape="0">
              <a:prstClr val="black">
                <a:alpha val="42000"/>
              </a:prstClr>
            </a:outerShdw>
          </a:effectLst>
        </p:spPr>
      </p:pic>
      <p:pic>
        <p:nvPicPr>
          <p:cNvPr id="13" name="그림 12" descr="잉크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220072" y="3645024"/>
            <a:ext cx="1498413" cy="1320635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3457288" y="6233750"/>
            <a:ext cx="215796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spc="-30" dirty="0" smtClean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이 문서는 나눔글꼴로 작성되었습니다</a:t>
            </a:r>
            <a:r>
              <a:rPr lang="en-US" altLang="ko-KR" sz="800" spc="-30" dirty="0" smtClean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. </a:t>
            </a:r>
            <a:r>
              <a:rPr lang="ko-KR" altLang="en-US" sz="800" u="sng" spc="-30" dirty="0" smtClean="0">
                <a:solidFill>
                  <a:srgbClr val="4495D2"/>
                </a:solidFill>
                <a:latin typeface="나눔고딕" pitchFamily="50" charset="-127"/>
                <a:ea typeface="나눔고딕" pitchFamily="50" charset="-127"/>
                <a:hlinkClick r:id="rId5"/>
              </a:rPr>
              <a:t>설치하기</a:t>
            </a:r>
            <a:endParaRPr lang="ko-KR" altLang="en-US" sz="800" u="sng" spc="-30" dirty="0">
              <a:solidFill>
                <a:srgbClr val="4495D2"/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사용자 지정 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548DD4"/>
      </a:hlink>
      <a:folHlink>
        <a:srgbClr val="3F3F3F"/>
      </a:folHlink>
    </a:clrScheme>
    <a:fontScheme name="나눔명조">
      <a:majorFont>
        <a:latin typeface="나눔명조"/>
        <a:ea typeface="나눔명조"/>
        <a:cs typeface=""/>
      </a:majorFont>
      <a:minorFont>
        <a:latin typeface="나눔명조"/>
        <a:ea typeface="나눔명조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2894</TotalTime>
  <Words>663</Words>
  <Application>Microsoft Office PowerPoint</Application>
  <PresentationFormat>화면 슬라이드 쇼(4:3)</PresentationFormat>
  <Paragraphs>200</Paragraphs>
  <Slides>20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6" baseType="lpstr">
      <vt:lpstr>굴림</vt:lpstr>
      <vt:lpstr>Arial</vt:lpstr>
      <vt:lpstr>나눔고딕</vt:lpstr>
      <vt:lpstr>나눔명조</vt:lpstr>
      <vt:lpstr>맑은 고딕</vt:lpstr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네이버 한글캠페인</dc:creator>
  <cp:lastModifiedBy>kitcoop</cp:lastModifiedBy>
  <cp:revision>58</cp:revision>
  <dcterms:created xsi:type="dcterms:W3CDTF">2011-08-23T09:33:59Z</dcterms:created>
  <dcterms:modified xsi:type="dcterms:W3CDTF">2017-05-26T07:14:19Z</dcterms:modified>
</cp:coreProperties>
</file>