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8" r:id="rId4"/>
    <p:sldId id="282" r:id="rId5"/>
    <p:sldId id="283" r:id="rId6"/>
    <p:sldId id="284" r:id="rId7"/>
    <p:sldId id="286" r:id="rId8"/>
    <p:sldId id="287" r:id="rId9"/>
    <p:sldId id="288" r:id="rId10"/>
    <p:sldId id="291" r:id="rId11"/>
    <p:sldId id="292" r:id="rId12"/>
    <p:sldId id="293" r:id="rId13"/>
    <p:sldId id="289" r:id="rId14"/>
    <p:sldId id="294" r:id="rId15"/>
    <p:sldId id="296" r:id="rId16"/>
    <p:sldId id="297" r:id="rId17"/>
    <p:sldId id="298" r:id="rId18"/>
    <p:sldId id="262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금이" initials="금" lastIdx="0" clrIdx="0">
    <p:extLst>
      <p:ext uri="{19B8F6BF-5375-455C-9EA6-DF929625EA0E}">
        <p15:presenceInfo xmlns:p15="http://schemas.microsoft.com/office/powerpoint/2012/main" xmlns="" userId="금이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222222"/>
    <a:srgbClr val="474747"/>
    <a:srgbClr val="333333"/>
    <a:srgbClr val="151515"/>
    <a:srgbClr val="225686"/>
    <a:srgbClr val="1F4E79"/>
    <a:srgbClr val="666666"/>
    <a:srgbClr val="E5203E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03" autoAdjust="0"/>
    <p:restoredTop sz="94660"/>
  </p:normalViewPr>
  <p:slideViewPr>
    <p:cSldViewPr snapToGrid="0">
      <p:cViewPr varScale="1">
        <p:scale>
          <a:sx n="52" d="100"/>
          <a:sy n="52" d="100"/>
        </p:scale>
        <p:origin x="-1842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197454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1267402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95387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3508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474675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374000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829995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7923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9213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301392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F7907F6-E94E-4333-9C66-194F43E28F27}" type="datetimeFigureOut">
              <a:rPr lang="ko-KR" altLang="en-US" smtClean="0"/>
              <a:pPr/>
              <a:t>2017-10-18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7D38AD5-029E-44F5-A943-BCFBA5D9FA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02016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465234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" name="그룹 2252"/>
          <p:cNvGrpSpPr/>
          <p:nvPr/>
        </p:nvGrpSpPr>
        <p:grpSpPr>
          <a:xfrm flipH="1">
            <a:off x="-8253" y="-29028"/>
            <a:ext cx="12212128" cy="1962150"/>
            <a:chOff x="-20128" y="-29028"/>
            <a:chExt cx="12212128" cy="1962150"/>
          </a:xfrm>
        </p:grpSpPr>
        <p:sp>
          <p:nvSpPr>
            <p:cNvPr id="1443" name="자유형 1442"/>
            <p:cNvSpPr/>
            <p:nvPr/>
          </p:nvSpPr>
          <p:spPr>
            <a:xfrm flipV="1">
              <a:off x="-19050" y="-29028"/>
              <a:ext cx="12192030" cy="1905000"/>
            </a:xfrm>
            <a:custGeom>
              <a:avLst/>
              <a:gdLst>
                <a:gd name="connsiteX0" fmla="*/ 19050 w 12211050"/>
                <a:gd name="connsiteY0" fmla="*/ 0 h 1905000"/>
                <a:gd name="connsiteX1" fmla="*/ 12211050 w 12211050"/>
                <a:gd name="connsiteY1" fmla="*/ 1428750 h 1905000"/>
                <a:gd name="connsiteX2" fmla="*/ 12211050 w 12211050"/>
                <a:gd name="connsiteY2" fmla="*/ 1905000 h 1905000"/>
                <a:gd name="connsiteX3" fmla="*/ 0 w 12211050"/>
                <a:gd name="connsiteY3" fmla="*/ 1866900 h 1905000"/>
                <a:gd name="connsiteX4" fmla="*/ 19050 w 12211050"/>
                <a:gd name="connsiteY4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1050" h="1905000">
                  <a:moveTo>
                    <a:pt x="19050" y="0"/>
                  </a:moveTo>
                  <a:lnTo>
                    <a:pt x="12211050" y="1428750"/>
                  </a:lnTo>
                  <a:lnTo>
                    <a:pt x="12211050" y="1905000"/>
                  </a:lnTo>
                  <a:lnTo>
                    <a:pt x="0" y="18669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5" name="자유형 1444"/>
            <p:cNvSpPr/>
            <p:nvPr/>
          </p:nvSpPr>
          <p:spPr>
            <a:xfrm flipV="1">
              <a:off x="-20128" y="-29028"/>
              <a:ext cx="12212128" cy="1962150"/>
            </a:xfrm>
            <a:custGeom>
              <a:avLst/>
              <a:gdLst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50 w 12230100"/>
                <a:gd name="connsiteY3" fmla="*/ 1943100 h 1962150"/>
                <a:gd name="connsiteX4" fmla="*/ 0 w 12230100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49 w 12230100"/>
                <a:gd name="connsiteY3" fmla="*/ 1943100 h 1962150"/>
                <a:gd name="connsiteX4" fmla="*/ 0 w 12230100"/>
                <a:gd name="connsiteY4" fmla="*/ 1447800 h 1962150"/>
                <a:gd name="connsiteX0" fmla="*/ 1080 w 12231180"/>
                <a:gd name="connsiteY0" fmla="*/ 1447800 h 1962150"/>
                <a:gd name="connsiteX1" fmla="*/ 12231180 w 12231180"/>
                <a:gd name="connsiteY1" fmla="*/ 0 h 1962150"/>
                <a:gd name="connsiteX2" fmla="*/ 12212130 w 12231180"/>
                <a:gd name="connsiteY2" fmla="*/ 1962150 h 1962150"/>
                <a:gd name="connsiteX3" fmla="*/ 0 w 12231180"/>
                <a:gd name="connsiteY3" fmla="*/ 1943100 h 1962150"/>
                <a:gd name="connsiteX4" fmla="*/ 1080 w 12231180"/>
                <a:gd name="connsiteY4" fmla="*/ 144780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180" h="1962150">
                  <a:moveTo>
                    <a:pt x="1080" y="1447800"/>
                  </a:moveTo>
                  <a:lnTo>
                    <a:pt x="12231180" y="0"/>
                  </a:lnTo>
                  <a:lnTo>
                    <a:pt x="12212130" y="1962150"/>
                  </a:lnTo>
                  <a:lnTo>
                    <a:pt x="0" y="1943100"/>
                  </a:lnTo>
                  <a:lnTo>
                    <a:pt x="1080" y="144780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448" name="그룹 1447"/>
          <p:cNvGrpSpPr/>
          <p:nvPr/>
        </p:nvGrpSpPr>
        <p:grpSpPr>
          <a:xfrm flipV="1">
            <a:off x="-10048" y="4905898"/>
            <a:ext cx="12212128" cy="1962150"/>
            <a:chOff x="-20128" y="-29028"/>
            <a:chExt cx="12212128" cy="1962150"/>
          </a:xfrm>
        </p:grpSpPr>
        <p:sp>
          <p:nvSpPr>
            <p:cNvPr id="1449" name="자유형 1448"/>
            <p:cNvSpPr/>
            <p:nvPr/>
          </p:nvSpPr>
          <p:spPr>
            <a:xfrm flipV="1">
              <a:off x="-19050" y="-29028"/>
              <a:ext cx="12192030" cy="1905000"/>
            </a:xfrm>
            <a:custGeom>
              <a:avLst/>
              <a:gdLst>
                <a:gd name="connsiteX0" fmla="*/ 19050 w 12211050"/>
                <a:gd name="connsiteY0" fmla="*/ 0 h 1905000"/>
                <a:gd name="connsiteX1" fmla="*/ 12211050 w 12211050"/>
                <a:gd name="connsiteY1" fmla="*/ 1428750 h 1905000"/>
                <a:gd name="connsiteX2" fmla="*/ 12211050 w 12211050"/>
                <a:gd name="connsiteY2" fmla="*/ 1905000 h 1905000"/>
                <a:gd name="connsiteX3" fmla="*/ 0 w 12211050"/>
                <a:gd name="connsiteY3" fmla="*/ 1866900 h 1905000"/>
                <a:gd name="connsiteX4" fmla="*/ 19050 w 12211050"/>
                <a:gd name="connsiteY4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1050" h="1905000">
                  <a:moveTo>
                    <a:pt x="19050" y="0"/>
                  </a:moveTo>
                  <a:lnTo>
                    <a:pt x="12211050" y="1428750"/>
                  </a:lnTo>
                  <a:lnTo>
                    <a:pt x="12211050" y="1905000"/>
                  </a:lnTo>
                  <a:lnTo>
                    <a:pt x="0" y="18669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51" name="자유형 1450"/>
            <p:cNvSpPr/>
            <p:nvPr/>
          </p:nvSpPr>
          <p:spPr>
            <a:xfrm flipV="1">
              <a:off x="-20128" y="-29028"/>
              <a:ext cx="12212128" cy="1962150"/>
            </a:xfrm>
            <a:custGeom>
              <a:avLst/>
              <a:gdLst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50 w 12230100"/>
                <a:gd name="connsiteY3" fmla="*/ 1943100 h 1962150"/>
                <a:gd name="connsiteX4" fmla="*/ 0 w 12230100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49 w 12230100"/>
                <a:gd name="connsiteY3" fmla="*/ 1943100 h 1962150"/>
                <a:gd name="connsiteX4" fmla="*/ 0 w 12230100"/>
                <a:gd name="connsiteY4" fmla="*/ 1447800 h 1962150"/>
                <a:gd name="connsiteX0" fmla="*/ 1080 w 12231180"/>
                <a:gd name="connsiteY0" fmla="*/ 1447800 h 1962150"/>
                <a:gd name="connsiteX1" fmla="*/ 12231180 w 12231180"/>
                <a:gd name="connsiteY1" fmla="*/ 0 h 1962150"/>
                <a:gd name="connsiteX2" fmla="*/ 12212130 w 12231180"/>
                <a:gd name="connsiteY2" fmla="*/ 1962150 h 1962150"/>
                <a:gd name="connsiteX3" fmla="*/ 0 w 12231180"/>
                <a:gd name="connsiteY3" fmla="*/ 1943100 h 1962150"/>
                <a:gd name="connsiteX4" fmla="*/ 1080 w 12231180"/>
                <a:gd name="connsiteY4" fmla="*/ 144780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180" h="1962150">
                  <a:moveTo>
                    <a:pt x="1080" y="1447800"/>
                  </a:moveTo>
                  <a:lnTo>
                    <a:pt x="12231180" y="0"/>
                  </a:lnTo>
                  <a:lnTo>
                    <a:pt x="12212130" y="1962150"/>
                  </a:lnTo>
                  <a:lnTo>
                    <a:pt x="0" y="1943100"/>
                  </a:lnTo>
                  <a:lnTo>
                    <a:pt x="1080" y="144780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52" name="TextBox 1451"/>
          <p:cNvSpPr txBox="1"/>
          <p:nvPr/>
        </p:nvSpPr>
        <p:spPr>
          <a:xfrm>
            <a:off x="2529456" y="3413091"/>
            <a:ext cx="71546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2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LYCLE</a:t>
            </a:r>
            <a:r>
              <a:rPr lang="en-US" altLang="ko-KR" sz="54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= Like + </a:t>
            </a:r>
            <a:r>
              <a:rPr lang="en-US" altLang="ko-KR" sz="5400" dirty="0" err="1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Bycle</a:t>
            </a:r>
            <a:endParaRPr lang="ko-KR" altLang="en-US" sz="54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9" name="그림 18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74058" y="1574983"/>
            <a:ext cx="4149708" cy="208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8259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자유형 1301"/>
          <p:cNvSpPr/>
          <p:nvPr/>
        </p:nvSpPr>
        <p:spPr>
          <a:xfrm>
            <a:off x="0" y="0"/>
            <a:ext cx="6794939" cy="1213945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305" name="직각 삼각형 1304"/>
          <p:cNvSpPr/>
          <p:nvPr/>
        </p:nvSpPr>
        <p:spPr>
          <a:xfrm rot="5400000">
            <a:off x="472803" y="2484550"/>
            <a:ext cx="3900645" cy="4846255"/>
          </a:xfrm>
          <a:custGeom>
            <a:avLst/>
            <a:gdLst>
              <a:gd name="connsiteX0" fmla="*/ 0 w 3547242"/>
              <a:gd name="connsiteY0" fmla="*/ 4603531 h 4603531"/>
              <a:gd name="connsiteX1" fmla="*/ 0 w 3547242"/>
              <a:gd name="connsiteY1" fmla="*/ 0 h 4603531"/>
              <a:gd name="connsiteX2" fmla="*/ 3547242 w 3547242"/>
              <a:gd name="connsiteY2" fmla="*/ 4603531 h 4603531"/>
              <a:gd name="connsiteX3" fmla="*/ 0 w 3547242"/>
              <a:gd name="connsiteY3" fmla="*/ 4603531 h 4603531"/>
              <a:gd name="connsiteX0" fmla="*/ 0 w 3547242"/>
              <a:gd name="connsiteY0" fmla="*/ 4603531 h 4603531"/>
              <a:gd name="connsiteX1" fmla="*/ 0 w 3547242"/>
              <a:gd name="connsiteY1" fmla="*/ 0 h 4603531"/>
              <a:gd name="connsiteX2" fmla="*/ 1797269 w 3547242"/>
              <a:gd name="connsiteY2" fmla="*/ 2396359 h 4603531"/>
              <a:gd name="connsiteX3" fmla="*/ 3547242 w 3547242"/>
              <a:gd name="connsiteY3" fmla="*/ 4603531 h 4603531"/>
              <a:gd name="connsiteX4" fmla="*/ 0 w 3547242"/>
              <a:gd name="connsiteY4" fmla="*/ 4603531 h 4603531"/>
              <a:gd name="connsiteX0" fmla="*/ 0 w 3547242"/>
              <a:gd name="connsiteY0" fmla="*/ 4603531 h 4603531"/>
              <a:gd name="connsiteX1" fmla="*/ 0 w 3547242"/>
              <a:gd name="connsiteY1" fmla="*/ 0 h 4603531"/>
              <a:gd name="connsiteX2" fmla="*/ 3547241 w 3547242"/>
              <a:gd name="connsiteY2" fmla="*/ 2349062 h 4603531"/>
              <a:gd name="connsiteX3" fmla="*/ 3547242 w 3547242"/>
              <a:gd name="connsiteY3" fmla="*/ 4603531 h 4603531"/>
              <a:gd name="connsiteX4" fmla="*/ 0 w 3547242"/>
              <a:gd name="connsiteY4" fmla="*/ 4603531 h 4603531"/>
              <a:gd name="connsiteX0" fmla="*/ 0 w 3547242"/>
              <a:gd name="connsiteY0" fmla="*/ 4808483 h 4808483"/>
              <a:gd name="connsiteX1" fmla="*/ 43086 w 3547242"/>
              <a:gd name="connsiteY1" fmla="*/ 0 h 4808483"/>
              <a:gd name="connsiteX2" fmla="*/ 3547241 w 3547242"/>
              <a:gd name="connsiteY2" fmla="*/ 2554014 h 4808483"/>
              <a:gd name="connsiteX3" fmla="*/ 3547242 w 3547242"/>
              <a:gd name="connsiteY3" fmla="*/ 4808483 h 4808483"/>
              <a:gd name="connsiteX4" fmla="*/ 0 w 3547242"/>
              <a:gd name="connsiteY4" fmla="*/ 4808483 h 4808483"/>
              <a:gd name="connsiteX0" fmla="*/ 43079 w 3590321"/>
              <a:gd name="connsiteY0" fmla="*/ 4887311 h 4887311"/>
              <a:gd name="connsiteX1" fmla="*/ 0 w 3590321"/>
              <a:gd name="connsiteY1" fmla="*/ 0 h 4887311"/>
              <a:gd name="connsiteX2" fmla="*/ 3590320 w 3590321"/>
              <a:gd name="connsiteY2" fmla="*/ 2632842 h 4887311"/>
              <a:gd name="connsiteX3" fmla="*/ 3590321 w 3590321"/>
              <a:gd name="connsiteY3" fmla="*/ 4887311 h 4887311"/>
              <a:gd name="connsiteX4" fmla="*/ 43079 w 3590321"/>
              <a:gd name="connsiteY4" fmla="*/ 4887311 h 4887311"/>
              <a:gd name="connsiteX0" fmla="*/ 0 w 3547242"/>
              <a:gd name="connsiteY0" fmla="*/ 4855780 h 4855780"/>
              <a:gd name="connsiteX1" fmla="*/ 28728 w 3547242"/>
              <a:gd name="connsiteY1" fmla="*/ 0 h 4855780"/>
              <a:gd name="connsiteX2" fmla="*/ 3547241 w 3547242"/>
              <a:gd name="connsiteY2" fmla="*/ 2601311 h 4855780"/>
              <a:gd name="connsiteX3" fmla="*/ 3547242 w 3547242"/>
              <a:gd name="connsiteY3" fmla="*/ 4855780 h 4855780"/>
              <a:gd name="connsiteX4" fmla="*/ 0 w 3547242"/>
              <a:gd name="connsiteY4" fmla="*/ 4855780 h 4855780"/>
              <a:gd name="connsiteX0" fmla="*/ 5978 w 3553220"/>
              <a:gd name="connsiteY0" fmla="*/ 4874830 h 4874830"/>
              <a:gd name="connsiteX1" fmla="*/ 0 w 3553220"/>
              <a:gd name="connsiteY1" fmla="*/ 0 h 4874830"/>
              <a:gd name="connsiteX2" fmla="*/ 3553219 w 3553220"/>
              <a:gd name="connsiteY2" fmla="*/ 2620361 h 4874830"/>
              <a:gd name="connsiteX3" fmla="*/ 3553220 w 3553220"/>
              <a:gd name="connsiteY3" fmla="*/ 4874830 h 4874830"/>
              <a:gd name="connsiteX4" fmla="*/ 5978 w 3553220"/>
              <a:gd name="connsiteY4" fmla="*/ 4874830 h 4874830"/>
              <a:gd name="connsiteX0" fmla="*/ 5976 w 3553218"/>
              <a:gd name="connsiteY0" fmla="*/ 4846255 h 4846255"/>
              <a:gd name="connsiteX1" fmla="*/ 0 w 3553218"/>
              <a:gd name="connsiteY1" fmla="*/ 0 h 4846255"/>
              <a:gd name="connsiteX2" fmla="*/ 3553217 w 3553218"/>
              <a:gd name="connsiteY2" fmla="*/ 2591786 h 4846255"/>
              <a:gd name="connsiteX3" fmla="*/ 3553218 w 3553218"/>
              <a:gd name="connsiteY3" fmla="*/ 4846255 h 4846255"/>
              <a:gd name="connsiteX4" fmla="*/ 5976 w 3553218"/>
              <a:gd name="connsiteY4" fmla="*/ 4846255 h 4846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3218" h="4846255">
                <a:moveTo>
                  <a:pt x="5976" y="4846255"/>
                </a:moveTo>
                <a:cubicBezTo>
                  <a:pt x="3983" y="3221312"/>
                  <a:pt x="1993" y="1624943"/>
                  <a:pt x="0" y="0"/>
                </a:cubicBezTo>
                <a:lnTo>
                  <a:pt x="3553217" y="2591786"/>
                </a:lnTo>
                <a:cubicBezTo>
                  <a:pt x="3553217" y="3343276"/>
                  <a:pt x="3553218" y="4094765"/>
                  <a:pt x="3553218" y="4846255"/>
                </a:cubicBezTo>
                <a:lnTo>
                  <a:pt x="5976" y="4846255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421024" y="1774677"/>
            <a:ext cx="15536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Make it!</a:t>
            </a:r>
            <a:endParaRPr lang="ko-KR" altLang="en-US" sz="2800" b="1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97639" y="5444645"/>
            <a:ext cx="2254143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게시판 공통기능</a:t>
            </a:r>
            <a:endParaRPr lang="en-US" altLang="ko-KR" sz="2500" b="1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- 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파일 관리</a:t>
            </a:r>
            <a:endParaRPr lang="en-US" altLang="ko-KR" sz="2300" b="1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- comment</a:t>
            </a:r>
            <a:endParaRPr lang="ko-KR" altLang="en-US" sz="2300" b="1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2243" name="직사각형 2242"/>
          <p:cNvSpPr/>
          <p:nvPr/>
        </p:nvSpPr>
        <p:spPr>
          <a:xfrm>
            <a:off x="6281096" y="5627562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b="1" dirty="0"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26" name="그림 25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431988" y="1152407"/>
            <a:ext cx="3525638" cy="175860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03282" y="2185223"/>
            <a:ext cx="5153975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5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자유게시판</a:t>
            </a:r>
            <a:endParaRPr lang="en-US" altLang="ko-KR" sz="2500" b="1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- 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글 쓰기</a:t>
            </a:r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카테고리</a:t>
            </a:r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/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필수 값</a:t>
            </a:r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/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파일업로드</a:t>
            </a:r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)</a:t>
            </a:r>
          </a:p>
          <a:p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- 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글 보기</a:t>
            </a:r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/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수정</a:t>
            </a:r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/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삭제</a:t>
            </a:r>
            <a:endParaRPr lang="en-US" altLang="ko-KR" sz="2300" b="1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- 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글 목록</a:t>
            </a:r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(Paging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처리</a:t>
            </a:r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/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검색</a:t>
            </a:r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)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6286739" y="2368140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b="1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7636" y="3805193"/>
            <a:ext cx="4729372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Gallery</a:t>
            </a:r>
            <a:r>
              <a:rPr lang="ko-KR" altLang="en-US" sz="25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게시판</a:t>
            </a:r>
            <a:endParaRPr lang="en-US" altLang="ko-KR" sz="25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- 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글 쓰기</a:t>
            </a:r>
            <a:endParaRPr lang="en-US" altLang="ko-KR" sz="2300" b="1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- 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글 보기</a:t>
            </a:r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/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수정</a:t>
            </a:r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/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삭제</a:t>
            </a:r>
            <a:endParaRPr lang="en-US" altLang="ko-KR" sz="2300" b="1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- 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글 목록</a:t>
            </a:r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ko-KR" altLang="en-US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자동정렬</a:t>
            </a:r>
            <a:r>
              <a:rPr lang="en-US" altLang="ko-KR" sz="23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/Infinite-scroll)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6281093" y="3988110"/>
            <a:ext cx="80387" cy="8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 b="1" dirty="0">
              <a:latin typeface="나눔바른고딕" pitchFamily="50" charset="-127"/>
              <a:ea typeface="나눔바른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482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787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자유게시판</a:t>
            </a:r>
            <a:endParaRPr lang="ko-KR" altLang="en-US" sz="28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957972" y="2967335"/>
            <a:ext cx="627607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첫 번째 자유게시판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79950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3841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글쓰기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-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카테고리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/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필수 값</a:t>
            </a:r>
            <a:endParaRPr lang="ko-KR" altLang="en-US" sz="28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pic>
        <p:nvPicPr>
          <p:cNvPr id="1027" name="Picture 3" descr="C:\Users\kitcoop\Desktop\ppt\자유게시판\글쓰기\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7927" y="1249252"/>
            <a:ext cx="7053723" cy="5499279"/>
          </a:xfrm>
          <a:prstGeom prst="rect">
            <a:avLst/>
          </a:prstGeom>
          <a:noFill/>
        </p:spPr>
      </p:pic>
      <p:sp>
        <p:nvSpPr>
          <p:cNvPr id="2" name="모서리가 둥근 직사각형 1"/>
          <p:cNvSpPr/>
          <p:nvPr/>
        </p:nvSpPr>
        <p:spPr>
          <a:xfrm>
            <a:off x="1702776" y="1543050"/>
            <a:ext cx="1288074" cy="91440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직사각형 8"/>
          <p:cNvSpPr/>
          <p:nvPr/>
        </p:nvSpPr>
        <p:spPr>
          <a:xfrm>
            <a:off x="3326469" y="6064159"/>
            <a:ext cx="927591" cy="47918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1504950" y="1381124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2" name="타원 11"/>
          <p:cNvSpPr/>
          <p:nvPr/>
        </p:nvSpPr>
        <p:spPr>
          <a:xfrm>
            <a:off x="3149160" y="5876589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028" name="Picture 4" descr="C:\Users\kitcoop\Desktop\ppt\자유게시판\글쓰기\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15525" y="4572295"/>
            <a:ext cx="1524000" cy="1352550"/>
          </a:xfrm>
          <a:prstGeom prst="rect">
            <a:avLst/>
          </a:prstGeom>
          <a:noFill/>
        </p:spPr>
      </p:pic>
      <p:sp>
        <p:nvSpPr>
          <p:cNvPr id="14" name="TextBox 13"/>
          <p:cNvSpPr txBox="1"/>
          <p:nvPr/>
        </p:nvSpPr>
        <p:spPr>
          <a:xfrm>
            <a:off x="7454574" y="1929252"/>
            <a:ext cx="3489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1. </a:t>
            </a:r>
            <a:r>
              <a:rPr lang="ko-KR" altLang="en-US" sz="2800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카테고리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선택 가능</a:t>
            </a:r>
            <a:endParaRPr lang="ko-KR" altLang="en-US" sz="36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54574" y="3081743"/>
            <a:ext cx="47374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2.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필수 값 입력 안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한 상태에서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확인 버튼 클릭 시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필수 정보 체크 문구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 </a:t>
            </a:r>
          </a:p>
        </p:txBody>
      </p:sp>
      <p:pic>
        <p:nvPicPr>
          <p:cNvPr id="1029" name="Picture 5" descr="C:\Users\kitcoop\Desktop\ppt\자유게시판\글쓰기\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77138" y="4615158"/>
            <a:ext cx="1381125" cy="1228725"/>
          </a:xfrm>
          <a:prstGeom prst="rect">
            <a:avLst/>
          </a:prstGeom>
          <a:noFill/>
        </p:spPr>
      </p:pic>
      <p:sp>
        <p:nvSpPr>
          <p:cNvPr id="17" name="오른쪽 화살표 16"/>
          <p:cNvSpPr/>
          <p:nvPr/>
        </p:nvSpPr>
        <p:spPr>
          <a:xfrm>
            <a:off x="9153525" y="5067595"/>
            <a:ext cx="600075" cy="4381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58304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2959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글쓰기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-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파일업로드</a:t>
            </a:r>
            <a:endParaRPr lang="ko-KR" altLang="en-US" sz="28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pic>
        <p:nvPicPr>
          <p:cNvPr id="2053" name="Picture 5" descr="C:\Users\kitcoop\Desktop\ppt\자유게시판\글쓰기\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70302" y="4155746"/>
            <a:ext cx="4638675" cy="2295525"/>
          </a:xfrm>
          <a:prstGeom prst="rect">
            <a:avLst/>
          </a:prstGeom>
          <a:noFill/>
        </p:spPr>
      </p:pic>
      <p:sp>
        <p:nvSpPr>
          <p:cNvPr id="9" name="모서리가 둥근 직사각형 8"/>
          <p:cNvSpPr/>
          <p:nvPr/>
        </p:nvSpPr>
        <p:spPr>
          <a:xfrm>
            <a:off x="2765130" y="1947515"/>
            <a:ext cx="4764423" cy="1520899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2606460" y="1811460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1</a:t>
            </a:r>
          </a:p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2055" name="Picture 7" descr="C:\Users\kitcoop\Desktop\ppt\자유게시판\글쓰기\4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68064" y="2191147"/>
            <a:ext cx="4362451" cy="1085850"/>
          </a:xfrm>
          <a:prstGeom prst="rect">
            <a:avLst/>
          </a:prstGeom>
          <a:noFill/>
        </p:spPr>
      </p:pic>
      <p:sp>
        <p:nvSpPr>
          <p:cNvPr id="31" name="TextBox 30"/>
          <p:cNvSpPr txBox="1"/>
          <p:nvPr/>
        </p:nvSpPr>
        <p:spPr>
          <a:xfrm>
            <a:off x="370601" y="1309141"/>
            <a:ext cx="7648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첨부파일 </a:t>
            </a:r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Ajax</a:t>
            </a:r>
            <a:r>
              <a:rPr lang="ko-KR" altLang="en-US" sz="28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로 처리</a:t>
            </a:r>
            <a:r>
              <a:rPr lang="en-US" altLang="ko-KR" sz="28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en-US" altLang="ko-KR" sz="2800" b="1" dirty="0" err="1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drag&amp;drop</a:t>
            </a:r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- </a:t>
            </a:r>
            <a:r>
              <a:rPr lang="en-US" altLang="ko-KR" sz="2800" b="1" dirty="0" err="1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MultiFile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 </a:t>
            </a:r>
          </a:p>
        </p:txBody>
      </p:sp>
      <p:sp>
        <p:nvSpPr>
          <p:cNvPr id="21" name="오른쪽 화살표 20"/>
          <p:cNvSpPr/>
          <p:nvPr/>
        </p:nvSpPr>
        <p:spPr>
          <a:xfrm rot="5400000">
            <a:off x="4980310" y="3557270"/>
            <a:ext cx="412682" cy="544731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6" name="Picture 8" descr="C:\Users\kitcoop\Desktop\ppt\자유게시판\글쓰기\6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777887" y="2059857"/>
            <a:ext cx="4393093" cy="4315185"/>
          </a:xfrm>
          <a:prstGeom prst="rect">
            <a:avLst/>
          </a:prstGeom>
          <a:noFill/>
        </p:spPr>
      </p:pic>
      <p:sp>
        <p:nvSpPr>
          <p:cNvPr id="37" name="모서리가 둥근 직사각형 36"/>
          <p:cNvSpPr/>
          <p:nvPr/>
        </p:nvSpPr>
        <p:spPr>
          <a:xfrm>
            <a:off x="5042544" y="4881754"/>
            <a:ext cx="1248253" cy="118419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/>
        </p:nvSpPr>
        <p:spPr>
          <a:xfrm>
            <a:off x="4883874" y="4745698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2</a:t>
            </a:r>
          </a:p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6933592" y="6008657"/>
            <a:ext cx="426152" cy="36638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6710527" y="5846840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3</a:t>
            </a:r>
          </a:p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57654" y="3940576"/>
            <a:ext cx="266962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2.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이미지 등록 시 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    </a:t>
            </a:r>
            <a:r>
              <a:rPr lang="ko-KR" altLang="en-US" sz="2800" b="1" dirty="0" err="1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썸네일로</a:t>
            </a:r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  <a:endParaRPr lang="en-US" altLang="ko-KR" sz="2800" b="1" dirty="0" smtClean="0">
              <a:solidFill>
                <a:srgbClr val="FFFF00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    </a:t>
            </a:r>
            <a:r>
              <a:rPr lang="ko-KR" altLang="en-US" sz="2800" b="1" dirty="0" err="1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미리보기</a:t>
            </a:r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 가능</a:t>
            </a:r>
            <a:endParaRPr lang="en-US" altLang="ko-KR" sz="2800" b="1" dirty="0" smtClean="0">
              <a:solidFill>
                <a:srgbClr val="FFFF00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endParaRPr lang="en-US" altLang="ko-KR" sz="2800" b="1" dirty="0" smtClean="0">
              <a:solidFill>
                <a:srgbClr val="FFFF00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3.</a:t>
            </a:r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삭제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버튼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=&gt; Ajax</a:t>
            </a:r>
          </a:p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xmlns="" val="358304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226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글 보기</a:t>
            </a:r>
            <a:endParaRPr lang="ko-KR" altLang="en-US" sz="28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19723" y="1493591"/>
            <a:ext cx="473742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수정 삭제버튼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</a:t>
            </a:r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글 작성자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와 </a:t>
            </a:r>
            <a:r>
              <a:rPr lang="en-US" altLang="ko-KR" sz="2800" b="1" dirty="0" err="1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session_id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체크</a:t>
            </a:r>
            <a:endParaRPr lang="en-US" altLang="ko-KR" sz="2800" b="1" dirty="0" smtClean="0">
              <a:solidFill>
                <a:srgbClr val="FFFF00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        </a:t>
            </a:r>
          </a:p>
        </p:txBody>
      </p:sp>
      <p:pic>
        <p:nvPicPr>
          <p:cNvPr id="3077" name="Picture 5" descr="C:\Users\kitcoop\Desktop\ppt\자유게시판\글수정\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8106" y="1137901"/>
            <a:ext cx="6361918" cy="5533355"/>
          </a:xfrm>
          <a:prstGeom prst="rect">
            <a:avLst/>
          </a:prstGeom>
          <a:noFill/>
        </p:spPr>
      </p:pic>
      <p:sp>
        <p:nvSpPr>
          <p:cNvPr id="9" name="모서리가 둥근 직사각형 8"/>
          <p:cNvSpPr/>
          <p:nvPr/>
        </p:nvSpPr>
        <p:spPr>
          <a:xfrm>
            <a:off x="3134621" y="6057652"/>
            <a:ext cx="1553288" cy="51057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2944434" y="5870082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1</a:t>
            </a:r>
          </a:p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078" name="Picture 6" descr="C:\Users\kitcoop\Desktop\ppt\자유게시판\글수정\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65070" y="2659688"/>
            <a:ext cx="4325235" cy="1242609"/>
          </a:xfrm>
          <a:prstGeom prst="rect">
            <a:avLst/>
          </a:prstGeom>
          <a:noFill/>
        </p:spPr>
      </p:pic>
      <p:sp>
        <p:nvSpPr>
          <p:cNvPr id="27" name="TextBox 26"/>
          <p:cNvSpPr txBox="1"/>
          <p:nvPr/>
        </p:nvSpPr>
        <p:spPr>
          <a:xfrm>
            <a:off x="7143335" y="4299040"/>
            <a:ext cx="4737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2. </a:t>
            </a:r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조회 수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증가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</a:p>
        </p:txBody>
      </p:sp>
      <p:sp>
        <p:nvSpPr>
          <p:cNvPr id="28" name="모서리가 둥근 직사각형 27"/>
          <p:cNvSpPr/>
          <p:nvPr/>
        </p:nvSpPr>
        <p:spPr>
          <a:xfrm>
            <a:off x="4858243" y="1406233"/>
            <a:ext cx="1426647" cy="39681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/>
          <p:cNvSpPr/>
          <p:nvPr/>
        </p:nvSpPr>
        <p:spPr>
          <a:xfrm>
            <a:off x="4668056" y="1218662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2</a:t>
            </a:r>
          </a:p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3079" name="Picture 7" descr="C:\Users\kitcoop\Desktop\ppt\자유게시판\글수정\4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185606" y="4870807"/>
            <a:ext cx="4708333" cy="11436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58304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수정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/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삭제</a:t>
            </a:r>
            <a:endParaRPr lang="ko-KR" altLang="en-US" sz="28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pic>
        <p:nvPicPr>
          <p:cNvPr id="4099" name="Picture 3" descr="C:\Users\kitcoop\Desktop\ppt\자유게시판\글수정\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8507" y="2127955"/>
            <a:ext cx="5310698" cy="4264422"/>
          </a:xfrm>
          <a:prstGeom prst="rect">
            <a:avLst/>
          </a:prstGeom>
          <a:noFill/>
        </p:spPr>
      </p:pic>
      <p:sp>
        <p:nvSpPr>
          <p:cNvPr id="9" name="모서리가 둥근 직사각형 8"/>
          <p:cNvSpPr/>
          <p:nvPr/>
        </p:nvSpPr>
        <p:spPr>
          <a:xfrm>
            <a:off x="197117" y="1967958"/>
            <a:ext cx="5572616" cy="456163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190220" y="1873899"/>
            <a:ext cx="474627" cy="46445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1</a:t>
            </a:r>
          </a:p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0743" y="1236014"/>
            <a:ext cx="2062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1.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수정 화면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        </a:t>
            </a:r>
          </a:p>
        </p:txBody>
      </p:sp>
      <p:pic>
        <p:nvPicPr>
          <p:cNvPr id="4100" name="Picture 4" descr="C:\Users\kitcoop\Desktop\ppt\자유게시판\글수정\6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30342" y="2305318"/>
            <a:ext cx="6107112" cy="4210966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5932767" y="1246745"/>
            <a:ext cx="60317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2.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수정 </a:t>
            </a:r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Controller</a:t>
            </a:r>
            <a:endParaRPr lang="en-US" altLang="ko-KR" sz="2800" b="1" dirty="0" smtClean="0">
              <a:solidFill>
                <a:srgbClr val="FFFF00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연결 화면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GET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) /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수정확인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POST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)            </a:t>
            </a:r>
          </a:p>
        </p:txBody>
      </p:sp>
      <p:sp>
        <p:nvSpPr>
          <p:cNvPr id="20" name="모서리가 둥근 직사각형 19"/>
          <p:cNvSpPr/>
          <p:nvPr/>
        </p:nvSpPr>
        <p:spPr>
          <a:xfrm>
            <a:off x="9787944" y="2359269"/>
            <a:ext cx="2202287" cy="39681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9562028" y="2145940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2</a:t>
            </a:r>
          </a:p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9839459" y="4623805"/>
            <a:ext cx="2174384" cy="39681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9624276" y="4423355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3</a:t>
            </a:r>
          </a:p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8304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41630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글 목록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-</a:t>
            </a:r>
            <a:r>
              <a:rPr lang="en-US" altLang="ko-KR" sz="28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Paging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처리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/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검색</a:t>
            </a:r>
            <a:endParaRPr lang="ko-KR" altLang="en-US" sz="28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76132" y="1264103"/>
            <a:ext cx="48158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Paging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처리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>
              <a:buAutoNum type="arabicPeriod"/>
            </a:pP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검색 가능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-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전체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본문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제목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작성자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, ID</a:t>
            </a:r>
          </a:p>
        </p:txBody>
      </p:sp>
      <p:pic>
        <p:nvPicPr>
          <p:cNvPr id="5123" name="Picture 3" descr="C:\Users\kitcoop\Desktop\ppt\자유게시판\글목록\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0456" y="1309464"/>
            <a:ext cx="6931290" cy="5361792"/>
          </a:xfrm>
          <a:prstGeom prst="rect">
            <a:avLst/>
          </a:prstGeom>
          <a:noFill/>
        </p:spPr>
      </p:pic>
      <p:sp>
        <p:nvSpPr>
          <p:cNvPr id="18" name="모서리가 둥근 직사각형 17"/>
          <p:cNvSpPr/>
          <p:nvPr/>
        </p:nvSpPr>
        <p:spPr>
          <a:xfrm>
            <a:off x="4045757" y="1466045"/>
            <a:ext cx="3011866" cy="118700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3781279" y="1189172"/>
            <a:ext cx="474627" cy="46445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2</a:t>
            </a:r>
          </a:p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3249414" y="5834131"/>
            <a:ext cx="871826" cy="38636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2959178" y="5621650"/>
            <a:ext cx="474627" cy="46445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1</a:t>
            </a:r>
          </a:p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5124" name="Picture 4" descr="C:\Users\kitcoop\Desktop\ppt\자유게시판\글목록\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67945" y="2743270"/>
            <a:ext cx="3829050" cy="1457325"/>
          </a:xfrm>
          <a:prstGeom prst="rect">
            <a:avLst/>
          </a:prstGeom>
          <a:noFill/>
        </p:spPr>
      </p:pic>
      <p:pic>
        <p:nvPicPr>
          <p:cNvPr id="5126" name="Picture 6" descr="C:\Users\kitcoop\Desktop\ppt\자유게시판\글목록\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468083" y="4369422"/>
            <a:ext cx="3219451" cy="20478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58304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2298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Gallery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게시판</a:t>
            </a:r>
            <a:endParaRPr lang="ko-KR" altLang="en-US" sz="28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478226" y="2967335"/>
            <a:ext cx="72355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두 번째 </a:t>
            </a:r>
            <a:r>
              <a:rPr lang="en-US" altLang="ko-KR" sz="54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Gallery</a:t>
            </a:r>
            <a:r>
              <a:rPr lang="ko-KR" altLang="en-US" sz="5400" b="1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게</a:t>
            </a:r>
            <a:r>
              <a:rPr lang="ko-KR" altLang="en-US" sz="54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시판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79950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1464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글쓰기</a:t>
            </a:r>
            <a:endParaRPr lang="ko-KR" altLang="en-US" sz="28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pic>
        <p:nvPicPr>
          <p:cNvPr id="7171" name="Picture 3" descr="C:\Users\kitcoop\Desktop\ppt\갤러리\글수정_삭제_보기\글쓰기\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9312" y="1180721"/>
            <a:ext cx="6801898" cy="5542051"/>
          </a:xfrm>
          <a:prstGeom prst="rect">
            <a:avLst/>
          </a:prstGeom>
          <a:noFill/>
        </p:spPr>
      </p:pic>
      <p:sp>
        <p:nvSpPr>
          <p:cNvPr id="2" name="모서리가 둥근 직사각형 1"/>
          <p:cNvSpPr/>
          <p:nvPr/>
        </p:nvSpPr>
        <p:spPr>
          <a:xfrm>
            <a:off x="1326525" y="1700012"/>
            <a:ext cx="2266681" cy="409548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1182978" y="1561428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54803" y="1257625"/>
            <a:ext cx="6524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첨부파일 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      Ajax </a:t>
            </a:r>
            <a:r>
              <a:rPr lang="en-US" altLang="ko-KR" sz="2800" b="1" dirty="0" err="1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drag&amp;drop-MultiFile</a:t>
            </a:r>
            <a:endParaRPr lang="en-US" altLang="ko-KR" sz="2800" b="1" dirty="0" smtClean="0">
              <a:solidFill>
                <a:srgbClr val="FFFF00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-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이미지 </a:t>
            </a:r>
            <a:r>
              <a:rPr lang="en-US" altLang="ko-KR" sz="28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=&gt; </a:t>
            </a:r>
            <a:r>
              <a:rPr lang="ko-KR" altLang="en-US" sz="2800" b="1" dirty="0" err="1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썸네일</a:t>
            </a:r>
            <a:endParaRPr lang="en-US" altLang="ko-KR" sz="2800" b="1" dirty="0" smtClean="0">
              <a:solidFill>
                <a:srgbClr val="FFFF00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    </a:t>
            </a:r>
            <a:r>
              <a:rPr lang="en-US" altLang="ko-KR" sz="28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- </a:t>
            </a:r>
            <a:r>
              <a:rPr lang="ko-KR" altLang="en-US" sz="28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삭제 가능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 </a:t>
            </a:r>
          </a:p>
        </p:txBody>
      </p:sp>
      <p:pic>
        <p:nvPicPr>
          <p:cNvPr id="7172" name="Picture 4" descr="C:\Users\kitcoop\Desktop\ppt\갤러리\글수정_삭제_보기\글쓰기\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05433" y="4873409"/>
            <a:ext cx="4133460" cy="1424368"/>
          </a:xfrm>
          <a:prstGeom prst="rect">
            <a:avLst/>
          </a:prstGeom>
          <a:noFill/>
        </p:spPr>
      </p:pic>
      <p:sp>
        <p:nvSpPr>
          <p:cNvPr id="21" name="TextBox 20"/>
          <p:cNvSpPr txBox="1"/>
          <p:nvPr/>
        </p:nvSpPr>
        <p:spPr>
          <a:xfrm>
            <a:off x="7052655" y="3238842"/>
            <a:ext cx="65241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2.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이미지</a:t>
            </a:r>
            <a:r>
              <a:rPr lang="en-US" altLang="ko-KR" sz="20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en-US" altLang="ko-KR" sz="2000" dirty="0" err="1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png</a:t>
            </a:r>
            <a:r>
              <a:rPr lang="en-US" altLang="ko-KR" sz="20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en-US" altLang="ko-KR" sz="2000" dirty="0" err="1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img</a:t>
            </a:r>
            <a:r>
              <a:rPr lang="en-US" altLang="ko-KR" sz="20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, </a:t>
            </a:r>
            <a:r>
              <a:rPr lang="en-US" altLang="ko-KR" sz="2000" dirty="0" err="1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imge</a:t>
            </a:r>
            <a:r>
              <a:rPr lang="en-US" altLang="ko-KR" sz="20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)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가 아닌 파일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등록 시 아래 경고 창 발생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7364628" y="4724429"/>
            <a:ext cx="4435486" cy="1709028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7221081" y="4585845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>
                <a:solidFill>
                  <a:schemeClr val="tx1"/>
                </a:solidFill>
              </a:rPr>
              <a:t>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8304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2266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글 보기</a:t>
            </a:r>
            <a:endParaRPr lang="ko-KR" altLang="en-US" sz="28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pic>
        <p:nvPicPr>
          <p:cNvPr id="8194" name="Picture 2" descr="C:\Users\kitcoop\Desktop\ppt\갤러리\글수정_삭제_보기\보기\1_클릭 시 썸네일 이미지 보임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0512" y="2202287"/>
            <a:ext cx="5540931" cy="4353060"/>
          </a:xfrm>
          <a:prstGeom prst="rect">
            <a:avLst/>
          </a:prstGeom>
          <a:noFill/>
        </p:spPr>
      </p:pic>
      <p:sp>
        <p:nvSpPr>
          <p:cNvPr id="2" name="모서리가 둥근 직사각형 1"/>
          <p:cNvSpPr/>
          <p:nvPr/>
        </p:nvSpPr>
        <p:spPr>
          <a:xfrm>
            <a:off x="1259712" y="3425783"/>
            <a:ext cx="2053331" cy="1790161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1116165" y="3300078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6729" y="1412173"/>
            <a:ext cx="11284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Tx/>
              <a:buAutoNum type="arabicPeriod"/>
            </a:pPr>
            <a:r>
              <a:rPr lang="ko-KR" altLang="en-US" sz="2800" dirty="0" err="1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썸네일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이미지가 보여지고                           </a:t>
            </a:r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Click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시 </a:t>
            </a:r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원본 파일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이미지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8195" name="Picture 3" descr="C:\Users\kitcoop\Desktop\ppt\갤러리\글수정_삭제_보기\보기\2_클릭 시 원본 이미지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54853" y="2214232"/>
            <a:ext cx="5149819" cy="4327203"/>
          </a:xfrm>
          <a:prstGeom prst="rect">
            <a:avLst/>
          </a:prstGeom>
          <a:noFill/>
        </p:spPr>
      </p:pic>
      <p:sp>
        <p:nvSpPr>
          <p:cNvPr id="20" name="오른쪽 화살표 19"/>
          <p:cNvSpPr/>
          <p:nvPr/>
        </p:nvSpPr>
        <p:spPr>
          <a:xfrm>
            <a:off x="3628489" y="3803419"/>
            <a:ext cx="2926858" cy="72993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4227172" y="2526706"/>
            <a:ext cx="1426647" cy="39681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4036985" y="2339135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2</a:t>
            </a:r>
          </a:p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8304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수정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/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삭제</a:t>
            </a:r>
            <a:endParaRPr lang="ko-KR" altLang="en-US" sz="28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0743" y="1236014"/>
            <a:ext cx="20629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1.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수정 화면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  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2767" y="1246745"/>
            <a:ext cx="60317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2.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수정</a:t>
            </a:r>
            <a:r>
              <a:rPr lang="en-US" altLang="ko-KR" sz="2800" dirty="0" err="1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Conroller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연결 화면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GET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) /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수정확인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(</a:t>
            </a:r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POST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)            </a:t>
            </a:r>
          </a:p>
        </p:txBody>
      </p:sp>
      <p:pic>
        <p:nvPicPr>
          <p:cNvPr id="9219" name="Picture 3" descr="C:\Users\kitcoop\Desktop\ppt\갤러리\글수정_삭제_보기\수정\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4500" y="1960496"/>
            <a:ext cx="4978869" cy="4491110"/>
          </a:xfrm>
          <a:prstGeom prst="rect">
            <a:avLst/>
          </a:prstGeom>
          <a:noFill/>
        </p:spPr>
      </p:pic>
      <p:sp>
        <p:nvSpPr>
          <p:cNvPr id="9" name="모서리가 둥근 직사각형 8"/>
          <p:cNvSpPr/>
          <p:nvPr/>
        </p:nvSpPr>
        <p:spPr>
          <a:xfrm>
            <a:off x="222875" y="1877805"/>
            <a:ext cx="5353677" cy="4716178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215978" y="1783746"/>
            <a:ext cx="474627" cy="48019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1</a:t>
            </a:r>
          </a:p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9220" name="Picture 4" descr="C:\Users\kitcoop\Desktop\ppt\갤러리\글수정_삭제_보기\수정\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05922" y="2270885"/>
            <a:ext cx="6259513" cy="3933825"/>
          </a:xfrm>
          <a:prstGeom prst="rect">
            <a:avLst/>
          </a:prstGeom>
          <a:noFill/>
        </p:spPr>
      </p:pic>
      <p:sp>
        <p:nvSpPr>
          <p:cNvPr id="20" name="모서리가 둥근 직사각형 19"/>
          <p:cNvSpPr/>
          <p:nvPr/>
        </p:nvSpPr>
        <p:spPr>
          <a:xfrm>
            <a:off x="9787944" y="2359269"/>
            <a:ext cx="2202287" cy="39681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/>
          <p:cNvSpPr/>
          <p:nvPr/>
        </p:nvSpPr>
        <p:spPr>
          <a:xfrm>
            <a:off x="9562028" y="2145940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2</a:t>
            </a:r>
          </a:p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9839459" y="4623805"/>
            <a:ext cx="2174384" cy="396810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9624276" y="4423355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000" b="1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3</a:t>
            </a:r>
          </a:p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8304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52771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글 목록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(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자동정렬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/Infinite-scroll)</a:t>
            </a:r>
            <a:endParaRPr lang="ko-KR" altLang="en-US" sz="28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01954" y="1426955"/>
            <a:ext cx="41106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1.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처음 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20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개 사진을 보여줌</a:t>
            </a:r>
            <a:endParaRPr lang="ko-KR" altLang="en-US" sz="36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49320" y="2180423"/>
            <a:ext cx="44025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2.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게시 글이 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20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개 넘을 경우 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Scroll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시 </a:t>
            </a:r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Infinite-scroll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생성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7" name="오른쪽 화살표 16"/>
          <p:cNvSpPr/>
          <p:nvPr/>
        </p:nvSpPr>
        <p:spPr>
          <a:xfrm rot="5400000">
            <a:off x="2784686" y="4108932"/>
            <a:ext cx="450294" cy="4381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48" name="Picture 4" descr="C:\Users\kitcoop\Desktop\ppt\자유게시판\글목록\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04594" y="3256559"/>
            <a:ext cx="5067300" cy="3276759"/>
          </a:xfrm>
          <a:prstGeom prst="rect">
            <a:avLst/>
          </a:prstGeom>
          <a:noFill/>
        </p:spPr>
      </p:pic>
      <p:pic>
        <p:nvPicPr>
          <p:cNvPr id="6151" name="Picture 7" descr="C:\Users\kitcoop\Desktop\ppt\자유게시판\글목록\4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2045" y="1229641"/>
            <a:ext cx="5366478" cy="2827203"/>
          </a:xfrm>
          <a:prstGeom prst="rect">
            <a:avLst/>
          </a:prstGeom>
          <a:noFill/>
        </p:spPr>
      </p:pic>
      <p:sp>
        <p:nvSpPr>
          <p:cNvPr id="18" name="직사각형 17"/>
          <p:cNvSpPr/>
          <p:nvPr/>
        </p:nvSpPr>
        <p:spPr>
          <a:xfrm>
            <a:off x="5493523" y="2321283"/>
            <a:ext cx="231415" cy="1524002"/>
          </a:xfrm>
          <a:prstGeom prst="rect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52" name="Picture 8" descr="C:\Users\kitcoop\Desktop\ppt\자유게시판\글목록\5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7322" y="4572000"/>
            <a:ext cx="5404608" cy="2100470"/>
          </a:xfrm>
          <a:prstGeom prst="rect">
            <a:avLst/>
          </a:prstGeom>
          <a:noFill/>
        </p:spPr>
      </p:pic>
      <p:sp>
        <p:nvSpPr>
          <p:cNvPr id="19" name="직사각형 18"/>
          <p:cNvSpPr/>
          <p:nvPr/>
        </p:nvSpPr>
        <p:spPr>
          <a:xfrm>
            <a:off x="5490789" y="4631305"/>
            <a:ext cx="260655" cy="946786"/>
          </a:xfrm>
          <a:prstGeom prst="rect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58304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2509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게시판 공통기능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134032" y="2967335"/>
            <a:ext cx="792396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세 번째 게시판 공통기능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79950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2518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Comment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등록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5909" y="1764047"/>
            <a:ext cx="6787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로그인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된 경우 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en-US" altLang="ko-KR" sz="28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  </a:t>
            </a:r>
            <a:r>
              <a:rPr lang="ko-KR" altLang="en-US" sz="2800" b="1" dirty="0" err="1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댓글</a:t>
            </a:r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 등록 창</a:t>
            </a:r>
            <a:r>
              <a:rPr lang="ko-KR" altLang="en-US" sz="28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이</a:t>
            </a:r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ko-KR" altLang="en-US" sz="28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화면전환</a:t>
            </a:r>
            <a:r>
              <a:rPr lang="en-US" altLang="ko-KR" sz="28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X </a:t>
            </a:r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Ajax</a:t>
            </a:r>
            <a:r>
              <a:rPr lang="ko-KR" altLang="en-US" sz="28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통해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보여짐</a:t>
            </a:r>
            <a:endParaRPr lang="ko-KR" altLang="en-US" sz="36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0242" name="Picture 2" descr="C:\Users\kitcoop\Desktop\ppt\공통기능\댓글\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297" y="3052293"/>
            <a:ext cx="6630990" cy="2506505"/>
          </a:xfrm>
          <a:prstGeom prst="rect">
            <a:avLst/>
          </a:prstGeom>
          <a:noFill/>
        </p:spPr>
      </p:pic>
      <p:sp>
        <p:nvSpPr>
          <p:cNvPr id="2" name="모서리가 둥근 직사각형 1"/>
          <p:cNvSpPr/>
          <p:nvPr/>
        </p:nvSpPr>
        <p:spPr>
          <a:xfrm>
            <a:off x="286097" y="4324902"/>
            <a:ext cx="6187026" cy="839526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88272" y="4214492"/>
            <a:ext cx="323850" cy="34290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1266" name="Picture 2" descr="C:\Users\kitcoop\Desktop\ppt\공통기능\댓글\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21947" y="1317938"/>
            <a:ext cx="5081163" cy="46063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58304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3319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Comment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수정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/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삭제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-25758" y="1401299"/>
            <a:ext cx="7725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1. login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아이디 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== </a:t>
            </a:r>
            <a:r>
              <a:rPr lang="ko-KR" altLang="en-US" sz="2800" dirty="0" err="1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댓글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아이디 </a:t>
            </a:r>
            <a:r>
              <a:rPr lang="en-US" altLang="ko-KR" sz="2800" b="1" dirty="0" smtClean="0">
                <a:solidFill>
                  <a:srgbClr val="00B0F0"/>
                </a:solidFill>
                <a:latin typeface="나눔바른고딕" pitchFamily="50" charset="-127"/>
                <a:ea typeface="나눔바른고딕" pitchFamily="50" charset="-127"/>
              </a:rPr>
              <a:t>[</a:t>
            </a:r>
            <a:r>
              <a:rPr lang="ko-KR" altLang="en-US" sz="2800" b="1" dirty="0" smtClean="0">
                <a:solidFill>
                  <a:srgbClr val="00B0F0"/>
                </a:solidFill>
                <a:latin typeface="나눔바른고딕" pitchFamily="50" charset="-127"/>
                <a:ea typeface="나눔바른고딕" pitchFamily="50" charset="-127"/>
              </a:rPr>
              <a:t>수정</a:t>
            </a:r>
            <a:r>
              <a:rPr lang="en-US" altLang="ko-KR" sz="2800" b="1" dirty="0" smtClean="0">
                <a:solidFill>
                  <a:srgbClr val="00B0F0"/>
                </a:solidFill>
                <a:latin typeface="나눔바른고딕" pitchFamily="50" charset="-127"/>
                <a:ea typeface="나눔바른고딕" pitchFamily="50" charset="-127"/>
              </a:rPr>
              <a:t>] [</a:t>
            </a:r>
            <a:r>
              <a:rPr lang="ko-KR" altLang="en-US" sz="2800" b="1" dirty="0" smtClean="0">
                <a:solidFill>
                  <a:srgbClr val="00B0F0"/>
                </a:solidFill>
                <a:latin typeface="나눔바른고딕" pitchFamily="50" charset="-127"/>
                <a:ea typeface="나눔바른고딕" pitchFamily="50" charset="-127"/>
              </a:rPr>
              <a:t>삭제</a:t>
            </a:r>
            <a:r>
              <a:rPr lang="en-US" altLang="ko-KR" sz="2800" b="1" dirty="0" smtClean="0">
                <a:solidFill>
                  <a:srgbClr val="00B0F0"/>
                </a:solidFill>
                <a:latin typeface="나눔바른고딕" pitchFamily="50" charset="-127"/>
                <a:ea typeface="나눔바른고딕" pitchFamily="50" charset="-127"/>
              </a:rPr>
              <a:t>] </a:t>
            </a:r>
            <a:r>
              <a:rPr lang="ko-KR" altLang="en-US" sz="2800" b="1" dirty="0" smtClean="0">
                <a:solidFill>
                  <a:srgbClr val="00B0F0"/>
                </a:solidFill>
                <a:latin typeface="나눔바른고딕" pitchFamily="50" charset="-127"/>
                <a:ea typeface="나눔바른고딕" pitchFamily="50" charset="-127"/>
              </a:rPr>
              <a:t>활성화</a:t>
            </a:r>
            <a:endParaRPr lang="ko-KR" altLang="en-US" sz="36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2292" name="Picture 4" descr="C:\Users\kitcoop\Desktop\ppt\공통기능\댓글\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6842" y="2312017"/>
            <a:ext cx="6244616" cy="914654"/>
          </a:xfrm>
          <a:prstGeom prst="rect">
            <a:avLst/>
          </a:prstGeom>
          <a:noFill/>
        </p:spPr>
      </p:pic>
      <p:pic>
        <p:nvPicPr>
          <p:cNvPr id="12293" name="Picture 5" descr="C:\Users\kitcoop\Desktop\ppt\공통기능\댓글\2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36614" y="5233180"/>
            <a:ext cx="6272670" cy="1291844"/>
          </a:xfrm>
          <a:prstGeom prst="rect">
            <a:avLst/>
          </a:prstGeom>
          <a:noFill/>
        </p:spPr>
      </p:pic>
      <p:sp>
        <p:nvSpPr>
          <p:cNvPr id="2" name="모서리가 둥근 직사각형 1"/>
          <p:cNvSpPr/>
          <p:nvPr/>
        </p:nvSpPr>
        <p:spPr>
          <a:xfrm>
            <a:off x="1335025" y="2246503"/>
            <a:ext cx="4067292" cy="99047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1083113" y="2009364"/>
            <a:ext cx="510831" cy="4586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066800" y="5339479"/>
            <a:ext cx="4261945" cy="990473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오른쪽 화살표 20"/>
          <p:cNvSpPr/>
          <p:nvPr/>
        </p:nvSpPr>
        <p:spPr>
          <a:xfrm rot="5400000">
            <a:off x="2072357" y="4006088"/>
            <a:ext cx="1534512" cy="4381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294" name="Picture 6" descr="C:\Users\kitcoop\Desktop\ppt\공통기능\댓글\4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84270" y="1978883"/>
            <a:ext cx="5081542" cy="4476750"/>
          </a:xfrm>
          <a:prstGeom prst="rect">
            <a:avLst/>
          </a:prstGeom>
          <a:noFill/>
        </p:spPr>
      </p:pic>
      <p:sp>
        <p:nvSpPr>
          <p:cNvPr id="22" name="TextBox 21"/>
          <p:cNvSpPr txBox="1"/>
          <p:nvPr/>
        </p:nvSpPr>
        <p:spPr>
          <a:xfrm>
            <a:off x="3415862" y="3347815"/>
            <a:ext cx="361555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2.</a:t>
            </a:r>
            <a:r>
              <a:rPr lang="en-US" altLang="ko-KR" sz="2800" b="1" dirty="0" smtClean="0">
                <a:solidFill>
                  <a:srgbClr val="00B0F0"/>
                </a:solidFill>
                <a:latin typeface="나눔바른고딕" pitchFamily="50" charset="-127"/>
                <a:ea typeface="나눔바른고딕" pitchFamily="50" charset="-127"/>
              </a:rPr>
              <a:t>[</a:t>
            </a:r>
            <a:r>
              <a:rPr lang="ko-KR" altLang="en-US" sz="2800" b="1" dirty="0" smtClean="0">
                <a:solidFill>
                  <a:srgbClr val="00B0F0"/>
                </a:solidFill>
                <a:latin typeface="나눔바른고딕" pitchFamily="50" charset="-127"/>
                <a:ea typeface="나눔바른고딕" pitchFamily="50" charset="-127"/>
              </a:rPr>
              <a:t>수정</a:t>
            </a:r>
            <a:r>
              <a:rPr lang="en-US" altLang="ko-KR" sz="2800" b="1" dirty="0" smtClean="0">
                <a:solidFill>
                  <a:srgbClr val="00B0F0"/>
                </a:solidFill>
                <a:latin typeface="나눔바른고딕" pitchFamily="50" charset="-127"/>
                <a:ea typeface="나눔바른고딕" pitchFamily="50" charset="-127"/>
              </a:rPr>
              <a:t>]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클릭 시 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Ajax</a:t>
            </a:r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로</a:t>
            </a:r>
            <a:endParaRPr lang="en-US" altLang="ko-KR" sz="2800" b="1" dirty="0" smtClean="0">
              <a:solidFill>
                <a:srgbClr val="FFFF00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r>
              <a:rPr lang="ko-KR" altLang="en-US" sz="2800" dirty="0" err="1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댓글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등록 할 수 있는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r>
              <a:rPr lang="en-US" altLang="ko-KR" sz="2800" b="1" dirty="0" err="1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TextArea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창 나타남</a:t>
            </a:r>
            <a:endParaRPr lang="ko-KR" altLang="en-US" sz="36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8304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이등변 삼각형 2239"/>
          <p:cNvSpPr/>
          <p:nvPr/>
        </p:nvSpPr>
        <p:spPr>
          <a:xfrm>
            <a:off x="6011148" y="100484"/>
            <a:ext cx="1203569" cy="954593"/>
          </a:xfrm>
          <a:prstGeom prst="triangle">
            <a:avLst/>
          </a:prstGeom>
          <a:solidFill>
            <a:srgbClr val="222222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바른고딕" pitchFamily="50" charset="-127"/>
              <a:ea typeface="나눔바른고딕" pitchFamily="50" charset="-127"/>
            </a:endParaRPr>
          </a:p>
        </p:txBody>
      </p:sp>
      <p:sp>
        <p:nvSpPr>
          <p:cNvPr id="1302" name="자유형 1301"/>
          <p:cNvSpPr/>
          <p:nvPr/>
        </p:nvSpPr>
        <p:spPr>
          <a:xfrm>
            <a:off x="0" y="0"/>
            <a:ext cx="6794939" cy="1055077"/>
          </a:xfrm>
          <a:custGeom>
            <a:avLst/>
            <a:gdLst>
              <a:gd name="connsiteX0" fmla="*/ 0 w 6794939"/>
              <a:gd name="connsiteY0" fmla="*/ 0 h 1198179"/>
              <a:gd name="connsiteX1" fmla="*/ 299546 w 6794939"/>
              <a:gd name="connsiteY1" fmla="*/ 0 h 1198179"/>
              <a:gd name="connsiteX2" fmla="*/ 1418897 w 6794939"/>
              <a:gd name="connsiteY2" fmla="*/ 0 h 1198179"/>
              <a:gd name="connsiteX3" fmla="*/ 6794939 w 6794939"/>
              <a:gd name="connsiteY3" fmla="*/ 0 h 1198179"/>
              <a:gd name="connsiteX4" fmla="*/ 6495394 w 6794939"/>
              <a:gd name="connsiteY4" fmla="*/ 1198179 h 1198179"/>
              <a:gd name="connsiteX5" fmla="*/ 1418897 w 6794939"/>
              <a:gd name="connsiteY5" fmla="*/ 1198179 h 1198179"/>
              <a:gd name="connsiteX6" fmla="*/ 1 w 6794939"/>
              <a:gd name="connsiteY6" fmla="*/ 1198179 h 1198179"/>
              <a:gd name="connsiteX7" fmla="*/ 0 w 6794939"/>
              <a:gd name="connsiteY7" fmla="*/ 1198179 h 1198179"/>
              <a:gd name="connsiteX0" fmla="*/ 0 w 6794939"/>
              <a:gd name="connsiteY0" fmla="*/ 0 h 1213945"/>
              <a:gd name="connsiteX1" fmla="*/ 299546 w 6794939"/>
              <a:gd name="connsiteY1" fmla="*/ 0 h 1213945"/>
              <a:gd name="connsiteX2" fmla="*/ 1418897 w 6794939"/>
              <a:gd name="connsiteY2" fmla="*/ 0 h 1213945"/>
              <a:gd name="connsiteX3" fmla="*/ 6794939 w 6794939"/>
              <a:gd name="connsiteY3" fmla="*/ 0 h 1213945"/>
              <a:gd name="connsiteX4" fmla="*/ 5990898 w 6794939"/>
              <a:gd name="connsiteY4" fmla="*/ 1213945 h 1213945"/>
              <a:gd name="connsiteX5" fmla="*/ 1418897 w 6794939"/>
              <a:gd name="connsiteY5" fmla="*/ 1198179 h 1213945"/>
              <a:gd name="connsiteX6" fmla="*/ 1 w 6794939"/>
              <a:gd name="connsiteY6" fmla="*/ 1198179 h 1213945"/>
              <a:gd name="connsiteX7" fmla="*/ 0 w 6794939"/>
              <a:gd name="connsiteY7" fmla="*/ 1198179 h 1213945"/>
              <a:gd name="connsiteX8" fmla="*/ 0 w 6794939"/>
              <a:gd name="connsiteY8" fmla="*/ 0 h 12139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94939" h="1213945">
                <a:moveTo>
                  <a:pt x="0" y="0"/>
                </a:moveTo>
                <a:lnTo>
                  <a:pt x="299546" y="0"/>
                </a:lnTo>
                <a:lnTo>
                  <a:pt x="1418897" y="0"/>
                </a:lnTo>
                <a:lnTo>
                  <a:pt x="6794939" y="0"/>
                </a:lnTo>
                <a:lnTo>
                  <a:pt x="5990898" y="1213945"/>
                </a:lnTo>
                <a:lnTo>
                  <a:pt x="1418897" y="1198179"/>
                </a:lnTo>
                <a:lnTo>
                  <a:pt x="1" y="1198179"/>
                </a:lnTo>
                <a:lnTo>
                  <a:pt x="0" y="1198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173557" y="265928"/>
            <a:ext cx="14670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파일관리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35" name="그림 34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0507"/>
            <a:ext cx="1403643" cy="70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140" y="1880711"/>
            <a:ext cx="48950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자유게시판</a:t>
            </a:r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, Gallery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게시판에 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en-US" altLang="ko-KR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  </a:t>
            </a:r>
            <a:r>
              <a:rPr lang="ko-KR" altLang="en-US" sz="28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등록된 파일들은</a:t>
            </a:r>
            <a:endParaRPr lang="en-US" altLang="ko-KR" sz="2800" dirty="0" smtClean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  <a:p>
            <a:pPr marL="514350" indent="-514350"/>
            <a:r>
              <a:rPr lang="en-US" altLang="ko-KR" sz="28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     </a:t>
            </a:r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년</a:t>
            </a:r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/</a:t>
            </a:r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월</a:t>
            </a:r>
            <a:r>
              <a:rPr lang="en-US" altLang="ko-KR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/</a:t>
            </a:r>
            <a:r>
              <a:rPr lang="ko-KR" altLang="en-US" sz="2800" b="1" dirty="0" smtClean="0">
                <a:solidFill>
                  <a:srgbClr val="FFFF00"/>
                </a:solidFill>
                <a:latin typeface="나눔바른고딕" pitchFamily="50" charset="-127"/>
                <a:ea typeface="나눔바른고딕" pitchFamily="50" charset="-127"/>
              </a:rPr>
              <a:t>일 폴더 자동 생성</a:t>
            </a:r>
            <a:r>
              <a:rPr lang="ko-KR" altLang="en-US" sz="2800" b="1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 관리</a:t>
            </a:r>
            <a:endParaRPr lang="ko-KR" altLang="en-US" sz="36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3314" name="Picture 2" descr="C:\Users\kitcoop\Desktop\ppt\공통기능\댓글\5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66485" y="1431358"/>
            <a:ext cx="4622268" cy="2177240"/>
          </a:xfrm>
          <a:prstGeom prst="rect">
            <a:avLst/>
          </a:prstGeom>
          <a:noFill/>
        </p:spPr>
      </p:pic>
      <p:sp>
        <p:nvSpPr>
          <p:cNvPr id="12" name="모서리가 둥근 직사각형 11"/>
          <p:cNvSpPr/>
          <p:nvPr/>
        </p:nvSpPr>
        <p:spPr>
          <a:xfrm>
            <a:off x="7310623" y="1419475"/>
            <a:ext cx="1965972" cy="434638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6971849" y="1151306"/>
            <a:ext cx="510831" cy="45867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1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6147370" y="2554049"/>
            <a:ext cx="640974" cy="987938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315" name="Picture 3" descr="C:\Users\kitcoop\Desktop\ppt\공통기능\댓글\6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07801" y="3738373"/>
            <a:ext cx="9502241" cy="28148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583044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" name="그룹 2252"/>
          <p:cNvGrpSpPr/>
          <p:nvPr/>
        </p:nvGrpSpPr>
        <p:grpSpPr>
          <a:xfrm flipH="1">
            <a:off x="-20128" y="-29028"/>
            <a:ext cx="12212128" cy="1962150"/>
            <a:chOff x="-20128" y="-29028"/>
            <a:chExt cx="12212128" cy="1962150"/>
          </a:xfrm>
        </p:grpSpPr>
        <p:sp>
          <p:nvSpPr>
            <p:cNvPr id="1443" name="자유형 1442"/>
            <p:cNvSpPr/>
            <p:nvPr/>
          </p:nvSpPr>
          <p:spPr>
            <a:xfrm flipV="1">
              <a:off x="-19050" y="-29028"/>
              <a:ext cx="12192030" cy="1905000"/>
            </a:xfrm>
            <a:custGeom>
              <a:avLst/>
              <a:gdLst>
                <a:gd name="connsiteX0" fmla="*/ 19050 w 12211050"/>
                <a:gd name="connsiteY0" fmla="*/ 0 h 1905000"/>
                <a:gd name="connsiteX1" fmla="*/ 12211050 w 12211050"/>
                <a:gd name="connsiteY1" fmla="*/ 1428750 h 1905000"/>
                <a:gd name="connsiteX2" fmla="*/ 12211050 w 12211050"/>
                <a:gd name="connsiteY2" fmla="*/ 1905000 h 1905000"/>
                <a:gd name="connsiteX3" fmla="*/ 0 w 12211050"/>
                <a:gd name="connsiteY3" fmla="*/ 1866900 h 1905000"/>
                <a:gd name="connsiteX4" fmla="*/ 19050 w 12211050"/>
                <a:gd name="connsiteY4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1050" h="1905000">
                  <a:moveTo>
                    <a:pt x="19050" y="0"/>
                  </a:moveTo>
                  <a:lnTo>
                    <a:pt x="12211050" y="1428750"/>
                  </a:lnTo>
                  <a:lnTo>
                    <a:pt x="12211050" y="1905000"/>
                  </a:lnTo>
                  <a:lnTo>
                    <a:pt x="0" y="18669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45" name="자유형 1444"/>
            <p:cNvSpPr/>
            <p:nvPr/>
          </p:nvSpPr>
          <p:spPr>
            <a:xfrm flipV="1">
              <a:off x="-20128" y="-29028"/>
              <a:ext cx="12212128" cy="1962150"/>
            </a:xfrm>
            <a:custGeom>
              <a:avLst/>
              <a:gdLst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50 w 12230100"/>
                <a:gd name="connsiteY3" fmla="*/ 1943100 h 1962150"/>
                <a:gd name="connsiteX4" fmla="*/ 0 w 12230100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49 w 12230100"/>
                <a:gd name="connsiteY3" fmla="*/ 1943100 h 1962150"/>
                <a:gd name="connsiteX4" fmla="*/ 0 w 12230100"/>
                <a:gd name="connsiteY4" fmla="*/ 1447800 h 1962150"/>
                <a:gd name="connsiteX0" fmla="*/ 1080 w 12231180"/>
                <a:gd name="connsiteY0" fmla="*/ 1447800 h 1962150"/>
                <a:gd name="connsiteX1" fmla="*/ 12231180 w 12231180"/>
                <a:gd name="connsiteY1" fmla="*/ 0 h 1962150"/>
                <a:gd name="connsiteX2" fmla="*/ 12212130 w 12231180"/>
                <a:gd name="connsiteY2" fmla="*/ 1962150 h 1962150"/>
                <a:gd name="connsiteX3" fmla="*/ 0 w 12231180"/>
                <a:gd name="connsiteY3" fmla="*/ 1943100 h 1962150"/>
                <a:gd name="connsiteX4" fmla="*/ 1080 w 12231180"/>
                <a:gd name="connsiteY4" fmla="*/ 144780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180" h="1962150">
                  <a:moveTo>
                    <a:pt x="1080" y="1447800"/>
                  </a:moveTo>
                  <a:lnTo>
                    <a:pt x="12231180" y="0"/>
                  </a:lnTo>
                  <a:lnTo>
                    <a:pt x="12212130" y="1962150"/>
                  </a:lnTo>
                  <a:lnTo>
                    <a:pt x="0" y="1943100"/>
                  </a:lnTo>
                  <a:lnTo>
                    <a:pt x="1080" y="144780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448" name="그룹 1447"/>
          <p:cNvGrpSpPr/>
          <p:nvPr/>
        </p:nvGrpSpPr>
        <p:grpSpPr>
          <a:xfrm flipV="1">
            <a:off x="-10048" y="4905898"/>
            <a:ext cx="12212128" cy="1962150"/>
            <a:chOff x="-20128" y="-29028"/>
            <a:chExt cx="12212128" cy="1962150"/>
          </a:xfrm>
        </p:grpSpPr>
        <p:sp>
          <p:nvSpPr>
            <p:cNvPr id="1449" name="자유형 1448"/>
            <p:cNvSpPr/>
            <p:nvPr/>
          </p:nvSpPr>
          <p:spPr>
            <a:xfrm flipV="1">
              <a:off x="-19050" y="-29028"/>
              <a:ext cx="12192030" cy="1905000"/>
            </a:xfrm>
            <a:custGeom>
              <a:avLst/>
              <a:gdLst>
                <a:gd name="connsiteX0" fmla="*/ 19050 w 12211050"/>
                <a:gd name="connsiteY0" fmla="*/ 0 h 1905000"/>
                <a:gd name="connsiteX1" fmla="*/ 12211050 w 12211050"/>
                <a:gd name="connsiteY1" fmla="*/ 1428750 h 1905000"/>
                <a:gd name="connsiteX2" fmla="*/ 12211050 w 12211050"/>
                <a:gd name="connsiteY2" fmla="*/ 1905000 h 1905000"/>
                <a:gd name="connsiteX3" fmla="*/ 0 w 12211050"/>
                <a:gd name="connsiteY3" fmla="*/ 1866900 h 1905000"/>
                <a:gd name="connsiteX4" fmla="*/ 19050 w 12211050"/>
                <a:gd name="connsiteY4" fmla="*/ 0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1050" h="1905000">
                  <a:moveTo>
                    <a:pt x="19050" y="0"/>
                  </a:moveTo>
                  <a:lnTo>
                    <a:pt x="12211050" y="1428750"/>
                  </a:lnTo>
                  <a:lnTo>
                    <a:pt x="12211050" y="1905000"/>
                  </a:lnTo>
                  <a:lnTo>
                    <a:pt x="0" y="1866900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51" name="자유형 1450"/>
            <p:cNvSpPr/>
            <p:nvPr/>
          </p:nvSpPr>
          <p:spPr>
            <a:xfrm flipV="1">
              <a:off x="-20128" y="-29028"/>
              <a:ext cx="12212128" cy="1962150"/>
            </a:xfrm>
            <a:custGeom>
              <a:avLst/>
              <a:gdLst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50 w 12230100"/>
                <a:gd name="connsiteY3" fmla="*/ 1943100 h 1962150"/>
                <a:gd name="connsiteX4" fmla="*/ 0 w 12230100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9979 w 12240079"/>
                <a:gd name="connsiteY0" fmla="*/ 1447800 h 1962150"/>
                <a:gd name="connsiteX1" fmla="*/ 12240079 w 12240079"/>
                <a:gd name="connsiteY1" fmla="*/ 0 h 1962150"/>
                <a:gd name="connsiteX2" fmla="*/ 12221029 w 12240079"/>
                <a:gd name="connsiteY2" fmla="*/ 1962150 h 1962150"/>
                <a:gd name="connsiteX3" fmla="*/ 0 w 12240079"/>
                <a:gd name="connsiteY3" fmla="*/ 1943100 h 1962150"/>
                <a:gd name="connsiteX4" fmla="*/ 9979 w 12240079"/>
                <a:gd name="connsiteY4" fmla="*/ 1447800 h 1962150"/>
                <a:gd name="connsiteX0" fmla="*/ 0 w 12230100"/>
                <a:gd name="connsiteY0" fmla="*/ 1447800 h 1962150"/>
                <a:gd name="connsiteX1" fmla="*/ 12230100 w 12230100"/>
                <a:gd name="connsiteY1" fmla="*/ 0 h 1962150"/>
                <a:gd name="connsiteX2" fmla="*/ 12211050 w 12230100"/>
                <a:gd name="connsiteY2" fmla="*/ 1962150 h 1962150"/>
                <a:gd name="connsiteX3" fmla="*/ 19049 w 12230100"/>
                <a:gd name="connsiteY3" fmla="*/ 1943100 h 1962150"/>
                <a:gd name="connsiteX4" fmla="*/ 0 w 12230100"/>
                <a:gd name="connsiteY4" fmla="*/ 1447800 h 1962150"/>
                <a:gd name="connsiteX0" fmla="*/ 1080 w 12231180"/>
                <a:gd name="connsiteY0" fmla="*/ 1447800 h 1962150"/>
                <a:gd name="connsiteX1" fmla="*/ 12231180 w 12231180"/>
                <a:gd name="connsiteY1" fmla="*/ 0 h 1962150"/>
                <a:gd name="connsiteX2" fmla="*/ 12212130 w 12231180"/>
                <a:gd name="connsiteY2" fmla="*/ 1962150 h 1962150"/>
                <a:gd name="connsiteX3" fmla="*/ 0 w 12231180"/>
                <a:gd name="connsiteY3" fmla="*/ 1943100 h 1962150"/>
                <a:gd name="connsiteX4" fmla="*/ 1080 w 12231180"/>
                <a:gd name="connsiteY4" fmla="*/ 1447800 h 1962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180" h="1962150">
                  <a:moveTo>
                    <a:pt x="1080" y="1447800"/>
                  </a:moveTo>
                  <a:lnTo>
                    <a:pt x="12231180" y="0"/>
                  </a:lnTo>
                  <a:lnTo>
                    <a:pt x="12212130" y="1962150"/>
                  </a:lnTo>
                  <a:lnTo>
                    <a:pt x="0" y="1943100"/>
                  </a:lnTo>
                  <a:lnTo>
                    <a:pt x="1080" y="144780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414648" y="3930120"/>
            <a:ext cx="76437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dirty="0" smtClean="0">
                <a:solidFill>
                  <a:schemeClr val="bg1"/>
                </a:solidFill>
                <a:latin typeface="나눔바른고딕" pitchFamily="50" charset="-127"/>
                <a:ea typeface="나눔바른고딕" pitchFamily="50" charset="-127"/>
              </a:rPr>
              <a:t>감사합니다</a:t>
            </a:r>
            <a:endParaRPr lang="ko-KR" altLang="en-US" sz="6000" dirty="0">
              <a:solidFill>
                <a:schemeClr val="bg1"/>
              </a:solidFill>
              <a:latin typeface="나눔바른고딕" pitchFamily="50" charset="-127"/>
              <a:ea typeface="나눔바른고딕" pitchFamily="50" charset="-127"/>
            </a:endParaRPr>
          </a:p>
        </p:txBody>
      </p:sp>
      <p:pic>
        <p:nvPicPr>
          <p:cNvPr id="19" name="그림 18" descr="37587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053201" y="1848114"/>
            <a:ext cx="4149708" cy="208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0729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efault theme" id="{1C5D189E-FD72-4570-BD83-9039D56F569B}" vid="{C7FF242B-BEBB-4996-864F-8E449359303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1550</TotalTime>
  <Words>382</Words>
  <Application>Microsoft Office PowerPoint</Application>
  <PresentationFormat>사용자 지정</PresentationFormat>
  <Paragraphs>112</Paragraphs>
  <Slides>18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default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이혜강</dc:creator>
  <cp:lastModifiedBy>kitcoop</cp:lastModifiedBy>
  <cp:revision>176</cp:revision>
  <dcterms:created xsi:type="dcterms:W3CDTF">2016-03-12T15:04:52Z</dcterms:created>
  <dcterms:modified xsi:type="dcterms:W3CDTF">2017-10-18T08:09:53Z</dcterms:modified>
</cp:coreProperties>
</file>