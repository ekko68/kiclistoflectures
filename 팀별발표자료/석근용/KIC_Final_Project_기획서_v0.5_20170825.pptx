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82" r:id="rId3"/>
    <p:sldId id="279" r:id="rId4"/>
    <p:sldId id="297" r:id="rId5"/>
    <p:sldId id="283" r:id="rId6"/>
    <p:sldId id="301" r:id="rId7"/>
    <p:sldId id="309" r:id="rId8"/>
    <p:sldId id="312" r:id="rId9"/>
    <p:sldId id="314" r:id="rId10"/>
    <p:sldId id="313" r:id="rId11"/>
    <p:sldId id="315" r:id="rId12"/>
    <p:sldId id="310" r:id="rId13"/>
    <p:sldId id="316" r:id="rId14"/>
    <p:sldId id="311" r:id="rId15"/>
    <p:sldId id="317" r:id="rId16"/>
    <p:sldId id="308" r:id="rId17"/>
    <p:sldId id="319" r:id="rId18"/>
    <p:sldId id="321" r:id="rId19"/>
    <p:sldId id="294" r:id="rId20"/>
    <p:sldId id="320" r:id="rId21"/>
    <p:sldId id="300" r:id="rId22"/>
    <p:sldId id="298" r:id="rId23"/>
    <p:sldId id="322" r:id="rId24"/>
    <p:sldId id="302" r:id="rId25"/>
    <p:sldId id="303" r:id="rId26"/>
    <p:sldId id="304" r:id="rId27"/>
    <p:sldId id="306" r:id="rId28"/>
    <p:sldId id="299" r:id="rId2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ney" initials="a" lastIdx="1" clrIdx="0">
    <p:extLst>
      <p:ext uri="{19B8F6BF-5375-455C-9EA6-DF929625EA0E}">
        <p15:presenceInfo xmlns:p15="http://schemas.microsoft.com/office/powerpoint/2012/main" xmlns="" userId="aun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</p:showPr>
  <p:clrMru>
    <a:srgbClr val="FF0000"/>
    <a:srgbClr val="0D0D0D"/>
    <a:srgbClr val="002060"/>
    <a:srgbClr val="85CDBE"/>
    <a:srgbClr val="043264"/>
    <a:srgbClr val="053075"/>
    <a:srgbClr val="5864D8"/>
    <a:srgbClr val="CC0000"/>
    <a:srgbClr val="D6EEE9"/>
    <a:srgbClr val="A2DDF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43" autoAdjust="0"/>
    <p:restoredTop sz="91813" autoAdjust="0"/>
  </p:normalViewPr>
  <p:slideViewPr>
    <p:cSldViewPr snapToGrid="0">
      <p:cViewPr>
        <p:scale>
          <a:sx n="50" d="100"/>
          <a:sy n="50" d="100"/>
        </p:scale>
        <p:origin x="-90" y="-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-3288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39E21-6053-4106-AF6E-92B66E735516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4DCB5-C091-4F2F-89DC-5946777846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3443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3682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38152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sz="1800">
              <a:latin typeface="+mj-ea"/>
              <a:ea typeface="+mj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23" y="355601"/>
            <a:ext cx="2986998" cy="333173"/>
          </a:xfrm>
        </p:spPr>
        <p:txBody>
          <a:bodyPr anchor="b">
            <a:normAutofit/>
          </a:bodyPr>
          <a:lstStyle>
            <a:lvl1pPr>
              <a:defRPr sz="1500" b="1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8286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741384"/>
            <a:ext cx="9144000" cy="144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1737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391885" y="315685"/>
            <a:ext cx="161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CJK KR Medium" pitchFamily="34" charset="-127"/>
                <a:ea typeface="Noto Sans CJK KR Medium" pitchFamily="34" charset="-127"/>
              </a:rPr>
              <a:t>스토리보드</a:t>
            </a:r>
            <a:endParaRPr lang="ko-KR" altLang="en-US" dirty="0"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31" name="직사각형 30"/>
          <p:cNvSpPr/>
          <p:nvPr userDrawn="1"/>
        </p:nvSpPr>
        <p:spPr>
          <a:xfrm>
            <a:off x="382420" y="905694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</a:t>
            </a:r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ID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6462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82420" y="1164111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382420" y="1443505"/>
            <a:ext cx="6365513" cy="5033495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6828183" y="1164111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 userDrawn="1"/>
        </p:nvCxnSpPr>
        <p:spPr>
          <a:xfrm>
            <a:off x="382420" y="905693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 userDrawn="1"/>
        </p:nvCxnSpPr>
        <p:spPr>
          <a:xfrm>
            <a:off x="6828183" y="905693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 userDrawn="1"/>
        </p:nvSpPr>
        <p:spPr>
          <a:xfrm>
            <a:off x="3525788" y="905692"/>
            <a:ext cx="889789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명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382420" y="1174051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경로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9" name="직사각형 38"/>
          <p:cNvSpPr/>
          <p:nvPr userDrawn="1"/>
        </p:nvSpPr>
        <p:spPr>
          <a:xfrm>
            <a:off x="6828182" y="905691"/>
            <a:ext cx="1957250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Description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cxnSp>
        <p:nvCxnSpPr>
          <p:cNvPr id="44" name="직선 연결선 43"/>
          <p:cNvCxnSpPr/>
          <p:nvPr userDrawn="1"/>
        </p:nvCxnSpPr>
        <p:spPr>
          <a:xfrm>
            <a:off x="6745357" y="905692"/>
            <a:ext cx="0" cy="54580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 userDrawn="1"/>
        </p:nvSpPr>
        <p:spPr>
          <a:xfrm>
            <a:off x="6827425" y="905691"/>
            <a:ext cx="1958008" cy="5585012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텍스트 개체 틀 50"/>
          <p:cNvSpPr>
            <a:spLocks noGrp="1"/>
          </p:cNvSpPr>
          <p:nvPr>
            <p:ph type="body" sz="quarter" idx="13"/>
          </p:nvPr>
        </p:nvSpPr>
        <p:spPr>
          <a:xfrm>
            <a:off x="1278463" y="1208090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2" name="텍스트 개체 틀 50"/>
          <p:cNvSpPr>
            <a:spLocks noGrp="1"/>
          </p:cNvSpPr>
          <p:nvPr>
            <p:ph type="body" sz="quarter" idx="14"/>
          </p:nvPr>
        </p:nvSpPr>
        <p:spPr>
          <a:xfrm>
            <a:off x="1278463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3" name="텍스트 개체 틀 50"/>
          <p:cNvSpPr>
            <a:spLocks noGrp="1"/>
          </p:cNvSpPr>
          <p:nvPr>
            <p:ph type="body" sz="quarter" idx="15"/>
          </p:nvPr>
        </p:nvSpPr>
        <p:spPr>
          <a:xfrm>
            <a:off x="4394196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4" name="텍스트 개체 틀 50"/>
          <p:cNvSpPr>
            <a:spLocks noGrp="1"/>
          </p:cNvSpPr>
          <p:nvPr>
            <p:ph type="body" sz="quarter" idx="16"/>
          </p:nvPr>
        </p:nvSpPr>
        <p:spPr>
          <a:xfrm>
            <a:off x="6908797" y="1208090"/>
            <a:ext cx="1794937" cy="503184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xmlns="" val="1325586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7860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72196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6" y="321374"/>
            <a:ext cx="2712508" cy="422274"/>
          </a:xfrm>
        </p:spPr>
        <p:txBody>
          <a:bodyPr>
            <a:normAutofit/>
          </a:bodyPr>
          <a:lstStyle>
            <a:lvl1pPr>
              <a:def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6334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:p14="http://schemas.microsoft.com/office/powerpoint/2010/main" xmlns="" val="304135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0175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65813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813273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46639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1297-0EFD-4176-9865-89945A83B4EA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1493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prev.kr/app/ColorScripter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2036551"/>
            <a:ext cx="9144000" cy="526617"/>
          </a:xfrm>
        </p:spPr>
        <p:txBody>
          <a:bodyPr/>
          <a:lstStyle/>
          <a:p>
            <a:r>
              <a:rPr lang="en-US" altLang="ko-KR" b="1" dirty="0" smtClean="0">
                <a:solidFill>
                  <a:schemeClr val="bg1"/>
                </a:solidFill>
                <a:latin typeface="+mj-ea"/>
                <a:ea typeface="+mj-ea"/>
              </a:rPr>
              <a:t>KIC Final Project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1373" y="2678006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#5.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  화면 디자인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65666" y="3454400"/>
            <a:ext cx="8255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1373" y="3789040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kern="0" dirty="0" smtClean="0">
                <a:solidFill>
                  <a:schemeClr val="bg1"/>
                </a:solidFill>
                <a:latin typeface="+mn-ea"/>
                <a:cs typeface="나눔고딕"/>
              </a:rPr>
              <a:t>2017.08.25</a:t>
            </a:r>
            <a:endParaRPr lang="ko-KR" altLang="en-US" sz="1400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1882243" cy="333173"/>
          </a:xfrm>
        </p:spPr>
        <p:txBody>
          <a:bodyPr>
            <a:noAutofit/>
          </a:bodyPr>
          <a:lstStyle/>
          <a:p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Document History</a:t>
            </a: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6" name="Group 7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560043840"/>
              </p:ext>
            </p:extLst>
          </p:nvPr>
        </p:nvGraphicFramePr>
        <p:xfrm>
          <a:off x="426640" y="2072641"/>
          <a:ext cx="8294029" cy="4093150"/>
        </p:xfrm>
        <a:graphic>
          <a:graphicData uri="http://schemas.openxmlformats.org/drawingml/2006/table">
            <a:tbl>
              <a:tblPr/>
              <a:tblGrid>
                <a:gridCol w="898812"/>
                <a:gridCol w="5178205"/>
                <a:gridCol w="1310585"/>
                <a:gridCol w="906427"/>
              </a:tblGrid>
              <a:tr h="469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Updates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Date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Written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 0.1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초안작성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1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차발표주제발표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2017.07.23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v.0.2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DB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화면설계 추가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2017.08.03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v.0.3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 – 3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2017.08.11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v.0.4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4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2017.08.17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v.0.5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3(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퍼블리싱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– 5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2017.08.25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0119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3085719" cy="333173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프로젝트 일정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31200112"/>
              </p:ext>
            </p:extLst>
          </p:nvPr>
        </p:nvGraphicFramePr>
        <p:xfrm>
          <a:off x="386821" y="1207010"/>
          <a:ext cx="8321757" cy="51068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80202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</a:tblGrid>
              <a:tr h="4303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8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9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10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91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제안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주제 확정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자료 수집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분석 </a:t>
                      </a:r>
                      <a:r>
                        <a:rPr lang="en-US" altLang="ko-KR" sz="1200" dirty="0" smtClean="0"/>
                        <a:t>/ </a:t>
                      </a:r>
                      <a:r>
                        <a:rPr lang="ko-KR" altLang="en-US" sz="1200" dirty="0" smtClean="0"/>
                        <a:t>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화면 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디자인</a:t>
                      </a:r>
                      <a:r>
                        <a:rPr lang="en-US" altLang="ko-KR" sz="1200" dirty="0" smtClean="0"/>
                        <a:t>&amp;</a:t>
                      </a:r>
                      <a:r>
                        <a:rPr lang="ko-KR" altLang="en-US" sz="1200" dirty="0" smtClean="0"/>
                        <a:t>개발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검토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시연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7" name="직선 화살표 연결선 6"/>
          <p:cNvCxnSpPr/>
          <p:nvPr/>
        </p:nvCxnSpPr>
        <p:spPr>
          <a:xfrm>
            <a:off x="3641653" y="4991670"/>
            <a:ext cx="2807915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2248281" y="2280260"/>
            <a:ext cx="473148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2248281" y="2821366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2248281" y="3372449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694595" y="392744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2694595" y="442148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6434763" y="5539763"/>
            <a:ext cx="13716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7805057" y="6055576"/>
            <a:ext cx="9144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4325327" y="4846107"/>
            <a:ext cx="266121" cy="2688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7457151" y="987470"/>
            <a:ext cx="138857" cy="1402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595616" y="902208"/>
            <a:ext cx="134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현재 진행 상황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386955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업무분담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00821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err="1" smtClean="0"/>
              <a:t>퍼블리싱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69851" y="1949891"/>
          <a:ext cx="7963786" cy="40256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0822"/>
                <a:gridCol w="2270988"/>
                <a:gridCol w="2270988"/>
                <a:gridCol w="2270988"/>
              </a:tblGrid>
              <a:tr h="80512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주요 역할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디자인 업무분담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진행율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석근용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백엔드</a:t>
                      </a:r>
                      <a:r>
                        <a:rPr lang="ko-KR" altLang="en-US" sz="1400" dirty="0" smtClean="0"/>
                        <a:t> 총괄</a:t>
                      </a:r>
                      <a:endParaRPr lang="en-US" altLang="ko-KR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회원가입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탈퇴 폼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윤선아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프론트엔드</a:t>
                      </a:r>
                      <a:r>
                        <a:rPr lang="ko-KR" altLang="en-US" sz="1400" dirty="0" smtClean="0"/>
                        <a:t> 총괄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로그인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찜 목록 게시판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박지희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DB/</a:t>
                      </a:r>
                      <a:r>
                        <a:rPr lang="ko-KR" altLang="en-US" sz="1400" dirty="0" smtClean="0"/>
                        <a:t>자료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수집 및 디자인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인트로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이고운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DB/</a:t>
                      </a:r>
                      <a:r>
                        <a:rPr lang="ko-KR" altLang="en-US" sz="1400" dirty="0" smtClean="0"/>
                        <a:t>자료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수집 및 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지도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</a:t>
            </a:r>
            <a:r>
              <a:rPr lang="ko-KR" altLang="en-US" dirty="0" smtClean="0"/>
              <a:t>월 넷째 주 진행상황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278190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6</a:t>
            </a:r>
            <a:r>
              <a:rPr lang="ko-KR" altLang="en-US" dirty="0" smtClean="0"/>
              <a:t>주차</a:t>
            </a:r>
            <a:endParaRPr lang="ko-KR" altLang="en-US" dirty="0"/>
          </a:p>
        </p:txBody>
      </p:sp>
      <p:grpSp>
        <p:nvGrpSpPr>
          <p:cNvPr id="10" name="그룹 15"/>
          <p:cNvGrpSpPr/>
          <p:nvPr/>
        </p:nvGrpSpPr>
        <p:grpSpPr>
          <a:xfrm>
            <a:off x="3077077" y="1775653"/>
            <a:ext cx="2989846" cy="2664532"/>
            <a:chOff x="3120612" y="1714409"/>
            <a:chExt cx="2989846" cy="2664532"/>
          </a:xfrm>
        </p:grpSpPr>
        <p:sp>
          <p:nvSpPr>
            <p:cNvPr id="11" name="TextBox 10"/>
            <p:cNvSpPr txBox="1"/>
            <p:nvPr/>
          </p:nvSpPr>
          <p:spPr>
            <a:xfrm>
              <a:off x="3946121" y="400960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화면디자인</a:t>
              </a:r>
              <a:endParaRPr lang="ko-KR" altLang="en-US" b="1" dirty="0"/>
            </a:p>
          </p:txBody>
        </p:sp>
        <p:pic>
          <p:nvPicPr>
            <p:cNvPr id="13" name="Picture 2" descr="C:\Users\kitcoop\Downloads\68747470733a2f2f73332d75732d776573742d322e616d617a6f6e6177732e636f6d2f7465737464726976656e6c6561726e696e676275636b65742f68746d6c637373626c61636b2e6a7067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120612" y="1714409"/>
              <a:ext cx="2989846" cy="199422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  <p:pic>
        <p:nvPicPr>
          <p:cNvPr id="5122" name="Picture 2" descr="C:\Users\kitcoop\Downloads\aaa\01_intro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3135" y="824548"/>
            <a:ext cx="1917065" cy="1078350"/>
          </a:xfrm>
          <a:prstGeom prst="rect">
            <a:avLst/>
          </a:prstGeom>
          <a:noFill/>
        </p:spPr>
      </p:pic>
      <p:pic>
        <p:nvPicPr>
          <p:cNvPr id="5123" name="Picture 3" descr="C:\Users\kitcoop\Desktop\aaa\01_intro_2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8990" y="2104430"/>
            <a:ext cx="2152650" cy="1210866"/>
          </a:xfrm>
          <a:prstGeom prst="rect">
            <a:avLst/>
          </a:prstGeom>
          <a:noFill/>
        </p:spPr>
      </p:pic>
      <p:pic>
        <p:nvPicPr>
          <p:cNvPr id="5124" name="Picture 4" descr="C:\Users\kitcoop\Desktop\aaa\01_intro_2-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32635" y="3622357"/>
            <a:ext cx="1640205" cy="922616"/>
          </a:xfrm>
          <a:prstGeom prst="rect">
            <a:avLst/>
          </a:prstGeom>
          <a:noFill/>
        </p:spPr>
      </p:pic>
      <p:pic>
        <p:nvPicPr>
          <p:cNvPr id="5125" name="Picture 5" descr="C:\Users\kitcoop\Desktop\aaa\01_intro_2-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76850" y="3600450"/>
            <a:ext cx="1771650" cy="996554"/>
          </a:xfrm>
          <a:prstGeom prst="rect">
            <a:avLst/>
          </a:prstGeom>
          <a:noFill/>
        </p:spPr>
      </p:pic>
      <p:pic>
        <p:nvPicPr>
          <p:cNvPr id="5126" name="Picture 6" descr="C:\Users\kitcoop\Desktop\aaa\02_level_1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0101" y="4972050"/>
            <a:ext cx="2476500" cy="1393031"/>
          </a:xfrm>
          <a:prstGeom prst="rect">
            <a:avLst/>
          </a:prstGeom>
          <a:noFill/>
        </p:spPr>
      </p:pic>
      <p:pic>
        <p:nvPicPr>
          <p:cNvPr id="5127" name="Picture 7" descr="C:\Users\kitcoop\Desktop\aaa\02_level_2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24500" y="5048250"/>
            <a:ext cx="2476500" cy="139303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220099" y="4384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220099" y="4384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  <p:pic>
        <p:nvPicPr>
          <p:cNvPr id="4098" name="Picture 2" descr="C:\Users\kitcoop\Downloads\IMG_0209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27033" y="798285"/>
            <a:ext cx="2994092" cy="5624739"/>
          </a:xfrm>
          <a:prstGeom prst="rect">
            <a:avLst/>
          </a:prstGeom>
          <a:noFill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464" y="2519363"/>
            <a:ext cx="4313390" cy="216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Map API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81652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</a:t>
            </a:r>
            <a:r>
              <a:rPr lang="en-US" altLang="ko-KR" dirty="0" err="1" smtClean="0"/>
              <a:t>api</a:t>
            </a:r>
            <a:r>
              <a:rPr lang="en-US" altLang="ko-KR" dirty="0" smtClean="0"/>
              <a:t> </a:t>
            </a:r>
            <a:r>
              <a:rPr lang="ko-KR" altLang="en-US" dirty="0" smtClean="0"/>
              <a:t>선택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Map API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81652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</a:t>
            </a:r>
            <a:r>
              <a:rPr lang="en-US" altLang="ko-KR" dirty="0" err="1" smtClean="0"/>
              <a:t>api</a:t>
            </a:r>
            <a:r>
              <a:rPr lang="en-US" altLang="ko-KR" dirty="0" smtClean="0"/>
              <a:t> </a:t>
            </a:r>
            <a:r>
              <a:rPr lang="ko-KR" altLang="en-US" dirty="0" smtClean="0"/>
              <a:t>선택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Map API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81652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</a:t>
            </a:r>
            <a:r>
              <a:rPr lang="en-US" altLang="ko-KR" dirty="0" err="1" smtClean="0"/>
              <a:t>api</a:t>
            </a:r>
            <a:r>
              <a:rPr lang="en-US" altLang="ko-KR" dirty="0" smtClean="0"/>
              <a:t> </a:t>
            </a:r>
            <a:r>
              <a:rPr lang="ko-KR" altLang="en-US" dirty="0" smtClean="0"/>
              <a:t>선택</a:t>
            </a:r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t="10165" b="5763"/>
          <a:stretch>
            <a:fillRect/>
          </a:stretch>
        </p:blipFill>
        <p:spPr bwMode="auto">
          <a:xfrm>
            <a:off x="517944" y="1913868"/>
            <a:ext cx="8108112" cy="3663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921227" y="1137692"/>
            <a:ext cx="2940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600" dirty="0" err="1" smtClean="0">
                <a:latin typeface="+mn-ea"/>
              </a:rPr>
              <a:t>openstreetmap</a:t>
            </a:r>
            <a:r>
              <a:rPr lang="en-US" altLang="ko-KR" sz="1600" dirty="0" smtClean="0">
                <a:latin typeface="+mn-ea"/>
              </a:rPr>
              <a:t> – </a:t>
            </a:r>
            <a:r>
              <a:rPr lang="ko-KR" altLang="en-US" sz="1600" dirty="0" smtClean="0">
                <a:latin typeface="+mn-ea"/>
              </a:rPr>
              <a:t>오픈 데이터</a:t>
            </a:r>
            <a:endParaRPr lang="ko-KR" altLang="en-US" sz="16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MAP API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64619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smtClean="0"/>
              <a:t>코드</a:t>
            </a:r>
            <a:endParaRPr lang="ko-KR" altLang="en-US" dirty="0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228600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10101"/>
                </a:solidFill>
                <a:effectLst/>
                <a:latin typeface="굴림" pitchFamily="50" charset="-127"/>
                <a:ea typeface="나눔고딕"/>
                <a:cs typeface="굴림" pitchFamily="50" charset="-127"/>
                <a:hlinkClick r:id="rId2"/>
              </a:rPr>
              <a:t>Colored By </a:t>
            </a:r>
            <a:r>
              <a:rPr kumimoji="1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77CC"/>
                </a:solidFill>
                <a:effectLst/>
                <a:latin typeface="굴림" pitchFamily="50" charset="-127"/>
                <a:ea typeface="나눔고딕"/>
                <a:cs typeface="굴림" pitchFamily="50" charset="-127"/>
                <a:hlinkClick r:id="rId2"/>
              </a:rPr>
              <a:t>Color Scripter</a:t>
            </a:r>
            <a:r>
              <a:rPr kumimoji="1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10101"/>
                </a:solidFill>
                <a:effectLst/>
                <a:latin typeface="Arial"/>
                <a:ea typeface="나눔고딕"/>
                <a:cs typeface="굴림" pitchFamily="50" charset="-127"/>
                <a:hlinkClick r:id="rId2"/>
              </a:rPr>
              <a:t>™</a:t>
            </a:r>
            <a:endParaRPr kumimoji="1" lang="ko-KR" altLang="ko-KR" sz="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4509" y="1456216"/>
            <a:ext cx="5925517" cy="4466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직사각형 6"/>
          <p:cNvSpPr/>
          <p:nvPr/>
        </p:nvSpPr>
        <p:spPr>
          <a:xfrm>
            <a:off x="350872" y="2179672"/>
            <a:ext cx="6035519" cy="667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50872" y="3136600"/>
            <a:ext cx="6035520" cy="333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50872" y="3604428"/>
            <a:ext cx="6035516" cy="19725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472501" y="2137150"/>
            <a:ext cx="1800493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600" dirty="0" smtClean="0">
                <a:latin typeface="+mn-ea"/>
              </a:rPr>
              <a:t>Js/</a:t>
            </a:r>
            <a:r>
              <a:rPr lang="en-US" altLang="ko-KR" sz="1600" dirty="0" err="1" smtClean="0">
                <a:latin typeface="+mn-ea"/>
              </a:rPr>
              <a:t>css</a:t>
            </a:r>
            <a:r>
              <a:rPr lang="en-US" altLang="ko-KR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라이브러리</a:t>
            </a:r>
            <a:endParaRPr lang="ko-KR" altLang="en-US" sz="1600" dirty="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2501" y="2915308"/>
            <a:ext cx="1970412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dirty="0" smtClean="0">
                <a:latin typeface="+mn-ea"/>
              </a:rPr>
              <a:t>지도를 </a:t>
            </a:r>
            <a:r>
              <a:rPr lang="ko-KR" altLang="en-US" sz="1600" smtClean="0">
                <a:latin typeface="+mn-ea"/>
              </a:rPr>
              <a:t>넣어줄 태그</a:t>
            </a:r>
            <a:endParaRPr lang="ko-KR" altLang="en-US" sz="1600" dirty="0"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72501" y="4214818"/>
            <a:ext cx="1077539" cy="50635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dirty="0" smtClean="0">
                <a:latin typeface="+mn-ea"/>
              </a:rPr>
              <a:t>함수 선언</a:t>
            </a:r>
            <a:endParaRPr lang="ko-KR" altLang="en-US" sz="16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51598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8</a:t>
            </a:r>
            <a:r>
              <a:rPr lang="ko-KR" altLang="en-US" dirty="0" smtClean="0"/>
              <a:t>월 다섯째 주</a:t>
            </a:r>
            <a:r>
              <a:rPr lang="en-US" altLang="ko-KR" dirty="0" smtClean="0"/>
              <a:t>(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7</a:t>
            </a:r>
            <a:r>
              <a:rPr lang="ko-KR" altLang="en-US" dirty="0" smtClean="0"/>
              <a:t>주차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3077077" y="1775653"/>
            <a:ext cx="2989846" cy="3306695"/>
            <a:chOff x="3120612" y="1714409"/>
            <a:chExt cx="2989846" cy="3306695"/>
          </a:xfrm>
        </p:grpSpPr>
        <p:sp>
          <p:nvSpPr>
            <p:cNvPr id="5" name="TextBox 4"/>
            <p:cNvSpPr txBox="1"/>
            <p:nvPr/>
          </p:nvSpPr>
          <p:spPr>
            <a:xfrm>
              <a:off x="3946121" y="400960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화면디자인</a:t>
              </a:r>
              <a:endParaRPr lang="ko-KR" altLang="en-US" b="1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22366" y="4436329"/>
              <a:ext cx="278633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1600" dirty="0" err="1" smtClean="0"/>
                <a:t>웹표준을</a:t>
              </a:r>
              <a:r>
                <a:rPr lang="ko-KR" altLang="en-US" sz="1600" dirty="0" smtClean="0"/>
                <a:t> 준수하여 </a:t>
              </a:r>
              <a:r>
                <a:rPr lang="ko-KR" altLang="en-US" sz="1600" dirty="0" err="1" smtClean="0"/>
                <a:t>퍼블리싱</a:t>
              </a:r>
              <a:r>
                <a:rPr lang="ko-KR" altLang="en-US" sz="1600" dirty="0" smtClean="0"/>
                <a:t> </a:t>
              </a:r>
              <a:endParaRPr lang="ko-KR" altLang="en-US" sz="1600" dirty="0"/>
            </a:p>
          </p:txBody>
        </p:sp>
        <p:pic>
          <p:nvPicPr>
            <p:cNvPr id="1026" name="Picture 2" descr="C:\Users\kitcoop\Downloads\68747470733a2f2f73332d75732d776573742d322e616d617a6f6e6177732e636f6d2f7465737464726976656e6c6561726e696e676275636b65742f68746d6c637373626c61636b2e6a7067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20612" y="1714409"/>
              <a:ext cx="2989846" cy="1994227"/>
            </a:xfrm>
            <a:prstGeom prst="rect">
              <a:avLst/>
            </a:prstGeom>
            <a:noFill/>
          </p:spPr>
        </p:pic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5038" y="1595438"/>
            <a:ext cx="4733925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51598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8</a:t>
            </a:r>
            <a:r>
              <a:rPr lang="ko-KR" altLang="en-US" dirty="0" smtClean="0"/>
              <a:t>월 다섯째 주</a:t>
            </a:r>
            <a:r>
              <a:rPr lang="en-US" altLang="ko-KR" dirty="0" smtClean="0"/>
              <a:t>(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7</a:t>
            </a:r>
            <a:r>
              <a:rPr lang="ko-KR" altLang="en-US" dirty="0" smtClean="0"/>
              <a:t>주차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376363"/>
            <a:ext cx="4581525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9598" y="1257300"/>
            <a:ext cx="4052002" cy="387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51598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8</a:t>
            </a:r>
            <a:r>
              <a:rPr lang="ko-KR" altLang="en-US" dirty="0" smtClean="0"/>
              <a:t>월 다섯째 주</a:t>
            </a:r>
            <a:r>
              <a:rPr lang="en-US" altLang="ko-KR" dirty="0" smtClean="0"/>
              <a:t>(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7</a:t>
            </a:r>
            <a:r>
              <a:rPr lang="ko-KR" altLang="en-US" dirty="0" smtClean="0"/>
              <a:t>주차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338" y="1481138"/>
            <a:ext cx="9075737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51598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8</a:t>
            </a:r>
            <a:r>
              <a:rPr lang="ko-KR" altLang="en-US" dirty="0" smtClean="0"/>
              <a:t>월 다섯째 주</a:t>
            </a:r>
            <a:r>
              <a:rPr lang="en-US" altLang="ko-KR" dirty="0" smtClean="0"/>
              <a:t>(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7</a:t>
            </a:r>
            <a:r>
              <a:rPr lang="ko-KR" altLang="en-US" dirty="0" smtClean="0"/>
              <a:t>주차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5338" y="1709738"/>
            <a:ext cx="7551737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51598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8</a:t>
            </a:r>
            <a:r>
              <a:rPr lang="ko-KR" altLang="en-US" dirty="0" smtClean="0"/>
              <a:t>월 다섯째 주</a:t>
            </a:r>
            <a:r>
              <a:rPr lang="en-US" altLang="ko-KR" dirty="0" smtClean="0"/>
              <a:t>(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7</a:t>
            </a:r>
            <a:r>
              <a:rPr lang="ko-KR" altLang="en-US" dirty="0" smtClean="0"/>
              <a:t>주차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4813" y="2687638"/>
            <a:ext cx="5743575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7988" y="1033463"/>
            <a:ext cx="446722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51598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8</a:t>
            </a:r>
            <a:r>
              <a:rPr lang="ko-KR" altLang="en-US" dirty="0" smtClean="0"/>
              <a:t>월 다섯째 주</a:t>
            </a:r>
            <a:r>
              <a:rPr lang="en-US" altLang="ko-KR" dirty="0" smtClean="0"/>
              <a:t>(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7</a:t>
            </a:r>
            <a:r>
              <a:rPr lang="ko-KR" altLang="en-US" dirty="0" smtClean="0"/>
              <a:t>주차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788" y="1457325"/>
            <a:ext cx="2219325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11437" y="1309688"/>
            <a:ext cx="6494463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/>
          <p:cNvSpPr>
            <a:spLocks noGrp="1"/>
          </p:cNvSpPr>
          <p:nvPr>
            <p:ph type="subTitle" idx="1"/>
          </p:nvPr>
        </p:nvSpPr>
        <p:spPr>
          <a:xfrm>
            <a:off x="0" y="2036551"/>
            <a:ext cx="9144000" cy="526617"/>
          </a:xfrm>
        </p:spPr>
        <p:txBody>
          <a:bodyPr/>
          <a:lstStyle/>
          <a:p>
            <a:r>
              <a:rPr lang="en-US" altLang="ko-KR" b="1" dirty="0" err="1" smtClean="0">
                <a:solidFill>
                  <a:schemeClr val="bg1"/>
                </a:solidFill>
                <a:latin typeface="+mj-ea"/>
                <a:ea typeface="+mj-ea"/>
              </a:rPr>
              <a:t>Apiktour.co.kr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부제목 2"/>
          <p:cNvSpPr txBox="1">
            <a:spLocks/>
          </p:cNvSpPr>
          <p:nvPr/>
        </p:nvSpPr>
        <p:spPr>
          <a:xfrm>
            <a:off x="0" y="3465301"/>
            <a:ext cx="9144000" cy="526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400" b="1" noProof="0" dirty="0" smtClean="0">
                <a:solidFill>
                  <a:schemeClr val="bg1"/>
                </a:solidFill>
                <a:latin typeface="+mj-ea"/>
                <a:ea typeface="+mj-ea"/>
              </a:rPr>
              <a:t>Thank you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" name="부제목 2"/>
          <p:cNvSpPr txBox="1">
            <a:spLocks/>
          </p:cNvSpPr>
          <p:nvPr/>
        </p:nvSpPr>
        <p:spPr>
          <a:xfrm>
            <a:off x="0" y="4570201"/>
            <a:ext cx="9144000" cy="526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-End-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3614</TotalTime>
  <Words>361</Words>
  <Application>Microsoft Office PowerPoint</Application>
  <PresentationFormat>화면 슬라이드 쇼(4:3)</PresentationFormat>
  <Paragraphs>132</Paragraphs>
  <Slides>28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29" baseType="lpstr">
      <vt:lpstr>Office 테마</vt:lpstr>
      <vt:lpstr>슬라이드 1</vt:lpstr>
      <vt:lpstr>Document History</vt:lpstr>
      <vt:lpstr>프로젝트 일정</vt:lpstr>
      <vt:lpstr>업무분담</vt:lpstr>
      <vt:lpstr>8월 넷째 주 진행상황</vt:lpstr>
      <vt:lpstr>인트로 진행 상황</vt:lpstr>
      <vt:lpstr>인트로 진행 상황</vt:lpstr>
      <vt:lpstr>인트로 진행 상황</vt:lpstr>
      <vt:lpstr>인트로 진행 상황</vt:lpstr>
      <vt:lpstr>인트로 진행 상황</vt:lpstr>
      <vt:lpstr>인트로 진행 상황</vt:lpstr>
      <vt:lpstr>인트로 진행 상황</vt:lpstr>
      <vt:lpstr>인트로 진행 상황</vt:lpstr>
      <vt:lpstr>인트로 진행 상황</vt:lpstr>
      <vt:lpstr>인트로 진행 상황</vt:lpstr>
      <vt:lpstr>로그인/찜 목록 게시판</vt:lpstr>
      <vt:lpstr>로그인/찜 목록 게시판</vt:lpstr>
      <vt:lpstr>Map API</vt:lpstr>
      <vt:lpstr>Map API</vt:lpstr>
      <vt:lpstr>Map API</vt:lpstr>
      <vt:lpstr>MAP API</vt:lpstr>
      <vt:lpstr>향후 계획</vt:lpstr>
      <vt:lpstr>향후 계획</vt:lpstr>
      <vt:lpstr>향후 계획</vt:lpstr>
      <vt:lpstr>향후 계획</vt:lpstr>
      <vt:lpstr>향후 계획</vt:lpstr>
      <vt:lpstr>향후 계획</vt:lpstr>
      <vt:lpstr>슬라이드 28</vt:lpstr>
    </vt:vector>
  </TitlesOfParts>
  <Company>auney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auney</dc:creator>
  <cp:lastModifiedBy>kitcoop</cp:lastModifiedBy>
  <cp:revision>368</cp:revision>
  <dcterms:created xsi:type="dcterms:W3CDTF">2017-07-23T05:44:46Z</dcterms:created>
  <dcterms:modified xsi:type="dcterms:W3CDTF">2017-08-25T07:06:36Z</dcterms:modified>
</cp:coreProperties>
</file>