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82" r:id="rId3"/>
    <p:sldId id="279" r:id="rId4"/>
    <p:sldId id="283" r:id="rId5"/>
    <p:sldId id="294" r:id="rId6"/>
    <p:sldId id="295" r:id="rId7"/>
    <p:sldId id="296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:p15="http://schemas.microsoft.com/office/powerpoint/2012/main" xmlns="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43" autoAdjust="0"/>
    <p:restoredTop sz="96784" autoAdjust="0"/>
  </p:normalViewPr>
  <p:slideViewPr>
    <p:cSldViewPr snapToGrid="0">
      <p:cViewPr>
        <p:scale>
          <a:sx n="90" d="100"/>
          <a:sy n="90" d="100"/>
        </p:scale>
        <p:origin x="-1458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시험으로 프로젝트 잠시 보류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xmlns="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#3.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화면 디자인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2017.08.11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60043840"/>
              </p:ext>
            </p:extLst>
          </p:nvPr>
        </p:nvGraphicFramePr>
        <p:xfrm>
          <a:off x="426640" y="2072641"/>
          <a:ext cx="8294029" cy="4093150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3719273" y="48461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월 </a:t>
            </a:r>
            <a:r>
              <a:rPr lang="ko-KR" altLang="en-US" dirty="0" smtClean="0"/>
              <a:t>둘째 </a:t>
            </a:r>
            <a:r>
              <a:rPr lang="ko-KR" altLang="en-US" dirty="0" smtClean="0"/>
              <a:t>주 진행상황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78190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4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67550" y="345643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화면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디자인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65060" y="3883152"/>
            <a:ext cx="3196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와이어 프레임을 토대로 </a:t>
            </a:r>
            <a:r>
              <a:rPr lang="ko-KR" altLang="en-US" sz="1600" dirty="0" err="1" smtClean="0"/>
              <a:t>웹디자인</a:t>
            </a:r>
            <a:endParaRPr lang="en-US" altLang="ko-KR" sz="1600" dirty="0" smtClean="0"/>
          </a:p>
        </p:txBody>
      </p:sp>
      <p:pic>
        <p:nvPicPr>
          <p:cNvPr id="10251" name="Picture 11" descr="C:\Users\kitcoop\Downloads\icn\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0614" y="1552766"/>
            <a:ext cx="1625600" cy="162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스타일 가이드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G:\0.Final Project\4.화면디자인\UI-kit.png"/>
          <p:cNvPicPr>
            <a:picLocks noChangeAspect="1" noChangeArrowheads="1"/>
          </p:cNvPicPr>
          <p:nvPr/>
        </p:nvPicPr>
        <p:blipFill>
          <a:blip r:embed="rId3"/>
          <a:srcRect r="50286"/>
          <a:stretch>
            <a:fillRect/>
          </a:stretch>
        </p:blipFill>
        <p:spPr bwMode="auto">
          <a:xfrm>
            <a:off x="201880" y="997984"/>
            <a:ext cx="5026916" cy="3501505"/>
          </a:xfrm>
          <a:prstGeom prst="rect">
            <a:avLst/>
          </a:prstGeom>
          <a:noFill/>
        </p:spPr>
      </p:pic>
      <p:pic>
        <p:nvPicPr>
          <p:cNvPr id="5" name="Picture 2" descr="G:\0.Final Project\4.화면디자인\UI-kit.png"/>
          <p:cNvPicPr>
            <a:picLocks noChangeAspect="1" noChangeArrowheads="1"/>
          </p:cNvPicPr>
          <p:nvPr/>
        </p:nvPicPr>
        <p:blipFill>
          <a:blip r:embed="rId3"/>
          <a:srcRect l="51731" r="-822"/>
          <a:stretch>
            <a:fillRect/>
          </a:stretch>
        </p:blipFill>
        <p:spPr bwMode="auto">
          <a:xfrm>
            <a:off x="4180115" y="3181064"/>
            <a:ext cx="4963885" cy="35015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디자인 시안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 descr="G:\0.Final Project\4.화면디자인\시안_박지희\ph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3203" y="1382232"/>
            <a:ext cx="3840000" cy="2160000"/>
          </a:xfrm>
          <a:prstGeom prst="rect">
            <a:avLst/>
          </a:prstGeom>
          <a:noFill/>
        </p:spPr>
      </p:pic>
      <p:pic>
        <p:nvPicPr>
          <p:cNvPr id="2051" name="Picture 3" descr="G:\0.Final Project\4.화면디자인\시안_박지희\ph_4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9747" y="3898530"/>
            <a:ext cx="3840000" cy="2160000"/>
          </a:xfrm>
          <a:prstGeom prst="rect">
            <a:avLst/>
          </a:prstGeom>
          <a:noFill/>
        </p:spPr>
      </p:pic>
      <p:pic>
        <p:nvPicPr>
          <p:cNvPr id="2052" name="Picture 4" descr="G:\0.Final Project\4.화면디자인\시안_박지희\ph_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9747" y="1382232"/>
            <a:ext cx="3840000" cy="2160000"/>
          </a:xfrm>
          <a:prstGeom prst="rect">
            <a:avLst/>
          </a:prstGeom>
          <a:noFill/>
        </p:spPr>
      </p:pic>
      <p:pic>
        <p:nvPicPr>
          <p:cNvPr id="2053" name="Picture 5" descr="G:\0.Final Project\4.화면디자인\시안_박지희\ph_5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63203" y="3898530"/>
            <a:ext cx="3840000" cy="216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디자인 시안 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G:\0.Final Project\4.화면디자인\시안\03_ma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2877" y="4054584"/>
            <a:ext cx="3840000" cy="2160000"/>
          </a:xfrm>
          <a:prstGeom prst="rect">
            <a:avLst/>
          </a:prstGeom>
          <a:noFill/>
        </p:spPr>
      </p:pic>
      <p:pic>
        <p:nvPicPr>
          <p:cNvPr id="3075" name="Picture 3" descr="G:\0.Final Project\4.화면디자인\시안\01_intro_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713" y="1460094"/>
            <a:ext cx="3840000" cy="2160000"/>
          </a:xfrm>
          <a:prstGeom prst="rect">
            <a:avLst/>
          </a:prstGeom>
          <a:noFill/>
        </p:spPr>
      </p:pic>
      <p:pic>
        <p:nvPicPr>
          <p:cNvPr id="3076" name="Picture 4" descr="G:\0.Final Project\4.화면디자인\시안\01_intro_2-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02877" y="1460094"/>
            <a:ext cx="3840000" cy="2160000"/>
          </a:xfrm>
          <a:prstGeom prst="rect">
            <a:avLst/>
          </a:prstGeom>
          <a:noFill/>
        </p:spPr>
      </p:pic>
      <p:pic>
        <p:nvPicPr>
          <p:cNvPr id="3077" name="Picture 5" descr="G:\0.Final Project\4.화면디자인\시안\02_level_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3713" y="4054584"/>
            <a:ext cx="3840000" cy="216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3060</TotalTime>
  <Words>128</Words>
  <Application>Microsoft Office PowerPoint</Application>
  <PresentationFormat>화면 슬라이드 쇼(4:3)</PresentationFormat>
  <Paragraphs>56</Paragraphs>
  <Slides>7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슬라이드 1</vt:lpstr>
      <vt:lpstr>Document History</vt:lpstr>
      <vt:lpstr>프로젝트 일정</vt:lpstr>
      <vt:lpstr>8월 둘째 주 진행상황</vt:lpstr>
      <vt:lpstr>스타일 가이드</vt:lpstr>
      <vt:lpstr>디자인 시안 1</vt:lpstr>
      <vt:lpstr>디자인 시안 2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341</cp:revision>
  <dcterms:created xsi:type="dcterms:W3CDTF">2017-07-23T05:44:46Z</dcterms:created>
  <dcterms:modified xsi:type="dcterms:W3CDTF">2017-08-11T05:42:47Z</dcterms:modified>
</cp:coreProperties>
</file>