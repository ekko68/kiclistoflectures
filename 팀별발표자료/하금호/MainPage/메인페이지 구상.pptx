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0" r:id="rId4"/>
    <p:sldId id="270" r:id="rId5"/>
    <p:sldId id="272" r:id="rId6"/>
    <p:sldId id="273" r:id="rId7"/>
    <p:sldId id="274" r:id="rId8"/>
    <p:sldId id="271" r:id="rId9"/>
    <p:sldId id="257" r:id="rId10"/>
  </p:sldIdLst>
  <p:sldSz cx="9720263" cy="6840538"/>
  <p:notesSz cx="6858000" cy="9144000"/>
  <p:defaultTextStyle>
    <a:defPPr>
      <a:defRPr lang="ko-KR"/>
    </a:defPPr>
    <a:lvl1pPr marL="0" algn="l" defTabSz="881310" rtl="0" eaLnBrk="1" latinLnBrk="1" hangingPunct="1">
      <a:defRPr sz="1745" kern="1200">
        <a:solidFill>
          <a:schemeClr val="tx1"/>
        </a:solidFill>
        <a:latin typeface="+mn-lt"/>
        <a:ea typeface="+mn-ea"/>
        <a:cs typeface="+mn-cs"/>
      </a:defRPr>
    </a:lvl1pPr>
    <a:lvl2pPr marL="440655" algn="l" defTabSz="881310" rtl="0" eaLnBrk="1" latinLnBrk="1" hangingPunct="1">
      <a:defRPr sz="1745" kern="1200">
        <a:solidFill>
          <a:schemeClr val="tx1"/>
        </a:solidFill>
        <a:latin typeface="+mn-lt"/>
        <a:ea typeface="+mn-ea"/>
        <a:cs typeface="+mn-cs"/>
      </a:defRPr>
    </a:lvl2pPr>
    <a:lvl3pPr marL="881310" algn="l" defTabSz="881310" rtl="0" eaLnBrk="1" latinLnBrk="1" hangingPunct="1">
      <a:defRPr sz="1745" kern="1200">
        <a:solidFill>
          <a:schemeClr val="tx1"/>
        </a:solidFill>
        <a:latin typeface="+mn-lt"/>
        <a:ea typeface="+mn-ea"/>
        <a:cs typeface="+mn-cs"/>
      </a:defRPr>
    </a:lvl3pPr>
    <a:lvl4pPr marL="1321965" algn="l" defTabSz="881310" rtl="0" eaLnBrk="1" latinLnBrk="1" hangingPunct="1">
      <a:defRPr sz="1745" kern="1200">
        <a:solidFill>
          <a:schemeClr val="tx1"/>
        </a:solidFill>
        <a:latin typeface="+mn-lt"/>
        <a:ea typeface="+mn-ea"/>
        <a:cs typeface="+mn-cs"/>
      </a:defRPr>
    </a:lvl4pPr>
    <a:lvl5pPr marL="1762620" algn="l" defTabSz="881310" rtl="0" eaLnBrk="1" latinLnBrk="1" hangingPunct="1">
      <a:defRPr sz="1745" kern="1200">
        <a:solidFill>
          <a:schemeClr val="tx1"/>
        </a:solidFill>
        <a:latin typeface="+mn-lt"/>
        <a:ea typeface="+mn-ea"/>
        <a:cs typeface="+mn-cs"/>
      </a:defRPr>
    </a:lvl5pPr>
    <a:lvl6pPr marL="2203274" algn="l" defTabSz="881310" rtl="0" eaLnBrk="1" latinLnBrk="1" hangingPunct="1">
      <a:defRPr sz="1745" kern="1200">
        <a:solidFill>
          <a:schemeClr val="tx1"/>
        </a:solidFill>
        <a:latin typeface="+mn-lt"/>
        <a:ea typeface="+mn-ea"/>
        <a:cs typeface="+mn-cs"/>
      </a:defRPr>
    </a:lvl6pPr>
    <a:lvl7pPr marL="2643929" algn="l" defTabSz="881310" rtl="0" eaLnBrk="1" latinLnBrk="1" hangingPunct="1">
      <a:defRPr sz="1745" kern="1200">
        <a:solidFill>
          <a:schemeClr val="tx1"/>
        </a:solidFill>
        <a:latin typeface="+mn-lt"/>
        <a:ea typeface="+mn-ea"/>
        <a:cs typeface="+mn-cs"/>
      </a:defRPr>
    </a:lvl7pPr>
    <a:lvl8pPr marL="3084584" algn="l" defTabSz="881310" rtl="0" eaLnBrk="1" latinLnBrk="1" hangingPunct="1">
      <a:defRPr sz="1745" kern="1200">
        <a:solidFill>
          <a:schemeClr val="tx1"/>
        </a:solidFill>
        <a:latin typeface="+mn-lt"/>
        <a:ea typeface="+mn-ea"/>
        <a:cs typeface="+mn-cs"/>
      </a:defRPr>
    </a:lvl8pPr>
    <a:lvl9pPr marL="3525239" algn="l" defTabSz="881310" rtl="0" eaLnBrk="1" latinLnBrk="1" hangingPunct="1">
      <a:defRPr sz="174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55" userDrawn="1">
          <p15:clr>
            <a:srgbClr val="A4A3A4"/>
          </p15:clr>
        </p15:guide>
        <p15:guide id="2" pos="30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356" y="-96"/>
      </p:cViewPr>
      <p:guideLst>
        <p:guide orient="horz" pos="2155"/>
        <p:guide pos="30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29024" y="2125003"/>
            <a:ext cx="8262223" cy="146628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58040" y="3876305"/>
            <a:ext cx="6804185" cy="17481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55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113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67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22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7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34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89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454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AF33-7F38-428B-B3CE-3D626275687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123DD-CB82-4BB0-8998-7841E74E7B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AF33-7F38-428B-B3CE-3D626275687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123DD-CB82-4BB0-8998-7841E74E7B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67836" y="4395680"/>
            <a:ext cx="8262223" cy="1358606"/>
          </a:xfrm>
        </p:spPr>
        <p:txBody>
          <a:bodyPr anchor="t"/>
          <a:lstStyle>
            <a:lvl1pPr algn="l">
              <a:defRPr sz="49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67836" y="2899313"/>
            <a:ext cx="8262223" cy="149636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55681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1136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667043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2272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77840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33408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88976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445447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AF33-7F38-428B-B3CE-3D626275687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123DD-CB82-4BB0-8998-7841E74E7B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73384" y="2128168"/>
            <a:ext cx="2379439" cy="601872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814826" y="2128168"/>
            <a:ext cx="2379439" cy="601872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AF33-7F38-428B-B3CE-3D626275687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123DD-CB82-4BB0-8998-7841E74E7B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86013" y="273939"/>
            <a:ext cx="8748238" cy="114009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86013" y="1531205"/>
            <a:ext cx="4294804" cy="638133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55681" indent="0">
              <a:buNone/>
              <a:defRPr sz="2400" b="1"/>
            </a:lvl2pPr>
            <a:lvl3pPr marL="1111362" indent="0">
              <a:buNone/>
              <a:defRPr sz="2200" b="1"/>
            </a:lvl3pPr>
            <a:lvl4pPr marL="1667043" indent="0">
              <a:buNone/>
              <a:defRPr sz="1900" b="1"/>
            </a:lvl4pPr>
            <a:lvl5pPr marL="2222724" indent="0">
              <a:buNone/>
              <a:defRPr sz="1900" b="1"/>
            </a:lvl5pPr>
            <a:lvl6pPr marL="2778404" indent="0">
              <a:buNone/>
              <a:defRPr sz="1900" b="1"/>
            </a:lvl6pPr>
            <a:lvl7pPr marL="3334085" indent="0">
              <a:buNone/>
              <a:defRPr sz="1900" b="1"/>
            </a:lvl7pPr>
            <a:lvl8pPr marL="3889766" indent="0">
              <a:buNone/>
              <a:defRPr sz="1900" b="1"/>
            </a:lvl8pPr>
            <a:lvl9pPr marL="4445447" indent="0">
              <a:buNone/>
              <a:defRPr sz="19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86013" y="2169338"/>
            <a:ext cx="4294804" cy="3941227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937761" y="1531205"/>
            <a:ext cx="4296490" cy="638133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55681" indent="0">
              <a:buNone/>
              <a:defRPr sz="2400" b="1"/>
            </a:lvl2pPr>
            <a:lvl3pPr marL="1111362" indent="0">
              <a:buNone/>
              <a:defRPr sz="2200" b="1"/>
            </a:lvl3pPr>
            <a:lvl4pPr marL="1667043" indent="0">
              <a:buNone/>
              <a:defRPr sz="1900" b="1"/>
            </a:lvl4pPr>
            <a:lvl5pPr marL="2222724" indent="0">
              <a:buNone/>
              <a:defRPr sz="1900" b="1"/>
            </a:lvl5pPr>
            <a:lvl6pPr marL="2778404" indent="0">
              <a:buNone/>
              <a:defRPr sz="1900" b="1"/>
            </a:lvl6pPr>
            <a:lvl7pPr marL="3334085" indent="0">
              <a:buNone/>
              <a:defRPr sz="1900" b="1"/>
            </a:lvl7pPr>
            <a:lvl8pPr marL="3889766" indent="0">
              <a:buNone/>
              <a:defRPr sz="1900" b="1"/>
            </a:lvl8pPr>
            <a:lvl9pPr marL="4445447" indent="0">
              <a:buNone/>
              <a:defRPr sz="19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937761" y="2169338"/>
            <a:ext cx="4296490" cy="3941227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AF33-7F38-428B-B3CE-3D626275687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123DD-CB82-4BB0-8998-7841E74E7B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AF33-7F38-428B-B3CE-3D626275687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123DD-CB82-4BB0-8998-7841E74E7B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AF33-7F38-428B-B3CE-3D626275687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123DD-CB82-4BB0-8998-7841E74E7B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86013" y="272356"/>
            <a:ext cx="3197900" cy="1159092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00356" y="272356"/>
            <a:ext cx="5433897" cy="5838210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86013" y="1431448"/>
            <a:ext cx="3197900" cy="4679119"/>
          </a:xfrm>
        </p:spPr>
        <p:txBody>
          <a:bodyPr/>
          <a:lstStyle>
            <a:lvl1pPr marL="0" indent="0">
              <a:buNone/>
              <a:defRPr sz="1700"/>
            </a:lvl1pPr>
            <a:lvl2pPr marL="555681" indent="0">
              <a:buNone/>
              <a:defRPr sz="1500"/>
            </a:lvl2pPr>
            <a:lvl3pPr marL="1111362" indent="0">
              <a:buNone/>
              <a:defRPr sz="1200"/>
            </a:lvl3pPr>
            <a:lvl4pPr marL="1667043" indent="0">
              <a:buNone/>
              <a:defRPr sz="1100"/>
            </a:lvl4pPr>
            <a:lvl5pPr marL="2222724" indent="0">
              <a:buNone/>
              <a:defRPr sz="1100"/>
            </a:lvl5pPr>
            <a:lvl6pPr marL="2778404" indent="0">
              <a:buNone/>
              <a:defRPr sz="1100"/>
            </a:lvl6pPr>
            <a:lvl7pPr marL="3334085" indent="0">
              <a:buNone/>
              <a:defRPr sz="1100"/>
            </a:lvl7pPr>
            <a:lvl8pPr marL="3889766" indent="0">
              <a:buNone/>
              <a:defRPr sz="1100"/>
            </a:lvl8pPr>
            <a:lvl9pPr marL="4445447" indent="0">
              <a:buNone/>
              <a:defRPr sz="11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AF33-7F38-428B-B3CE-3D626275687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123DD-CB82-4BB0-8998-7841E74E7B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05240" y="4788378"/>
            <a:ext cx="5832158" cy="565295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05240" y="611215"/>
            <a:ext cx="5832158" cy="4104323"/>
          </a:xfrm>
        </p:spPr>
        <p:txBody>
          <a:bodyPr/>
          <a:lstStyle>
            <a:lvl1pPr marL="0" indent="0">
              <a:buNone/>
              <a:defRPr sz="3900"/>
            </a:lvl1pPr>
            <a:lvl2pPr marL="555681" indent="0">
              <a:buNone/>
              <a:defRPr sz="3400"/>
            </a:lvl2pPr>
            <a:lvl3pPr marL="1111362" indent="0">
              <a:buNone/>
              <a:defRPr sz="2900"/>
            </a:lvl3pPr>
            <a:lvl4pPr marL="1667043" indent="0">
              <a:buNone/>
              <a:defRPr sz="2400"/>
            </a:lvl4pPr>
            <a:lvl5pPr marL="2222724" indent="0">
              <a:buNone/>
              <a:defRPr sz="2400"/>
            </a:lvl5pPr>
            <a:lvl6pPr marL="2778404" indent="0">
              <a:buNone/>
              <a:defRPr sz="2400"/>
            </a:lvl6pPr>
            <a:lvl7pPr marL="3334085" indent="0">
              <a:buNone/>
              <a:defRPr sz="2400"/>
            </a:lvl7pPr>
            <a:lvl8pPr marL="3889766" indent="0">
              <a:buNone/>
              <a:defRPr sz="2400"/>
            </a:lvl8pPr>
            <a:lvl9pPr marL="4445447" indent="0">
              <a:buNone/>
              <a:defRPr sz="24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05240" y="5353673"/>
            <a:ext cx="5832158" cy="802812"/>
          </a:xfrm>
        </p:spPr>
        <p:txBody>
          <a:bodyPr/>
          <a:lstStyle>
            <a:lvl1pPr marL="0" indent="0">
              <a:buNone/>
              <a:defRPr sz="1700"/>
            </a:lvl1pPr>
            <a:lvl2pPr marL="555681" indent="0">
              <a:buNone/>
              <a:defRPr sz="1500"/>
            </a:lvl2pPr>
            <a:lvl3pPr marL="1111362" indent="0">
              <a:buNone/>
              <a:defRPr sz="1200"/>
            </a:lvl3pPr>
            <a:lvl4pPr marL="1667043" indent="0">
              <a:buNone/>
              <a:defRPr sz="1100"/>
            </a:lvl4pPr>
            <a:lvl5pPr marL="2222724" indent="0">
              <a:buNone/>
              <a:defRPr sz="1100"/>
            </a:lvl5pPr>
            <a:lvl6pPr marL="2778404" indent="0">
              <a:buNone/>
              <a:defRPr sz="1100"/>
            </a:lvl6pPr>
            <a:lvl7pPr marL="3334085" indent="0">
              <a:buNone/>
              <a:defRPr sz="1100"/>
            </a:lvl7pPr>
            <a:lvl8pPr marL="3889766" indent="0">
              <a:buNone/>
              <a:defRPr sz="1100"/>
            </a:lvl8pPr>
            <a:lvl9pPr marL="4445447" indent="0">
              <a:buNone/>
              <a:defRPr sz="11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AF33-7F38-428B-B3CE-3D626275687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123DD-CB82-4BB0-8998-7841E74E7B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AF33-7F38-428B-B3CE-3D626275687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123DD-CB82-4BB0-8998-7841E74E7B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964045" y="365779"/>
            <a:ext cx="1230221" cy="778111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385" y="365779"/>
            <a:ext cx="3528658" cy="778111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AF33-7F38-428B-B3CE-3D626275687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123DD-CB82-4BB0-8998-7841E74E7B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86013" y="273939"/>
            <a:ext cx="8748238" cy="1140090"/>
          </a:xfrm>
          <a:prstGeom prst="rect">
            <a:avLst/>
          </a:prstGeom>
        </p:spPr>
        <p:txBody>
          <a:bodyPr vert="horz" lIns="111136" tIns="55568" rIns="111136" bIns="55568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86013" y="1596126"/>
            <a:ext cx="8748238" cy="4514439"/>
          </a:xfrm>
          <a:prstGeom prst="rect">
            <a:avLst/>
          </a:prstGeom>
        </p:spPr>
        <p:txBody>
          <a:bodyPr vert="horz" lIns="111136" tIns="55568" rIns="111136" bIns="55568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86014" y="6340168"/>
            <a:ext cx="2268062" cy="364195"/>
          </a:xfrm>
          <a:prstGeom prst="rect">
            <a:avLst/>
          </a:prstGeom>
        </p:spPr>
        <p:txBody>
          <a:bodyPr vert="horz" lIns="111136" tIns="55568" rIns="111136" bIns="55568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0AF33-7F38-428B-B3CE-3D6262756875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21094" y="6340168"/>
            <a:ext cx="3078083" cy="364195"/>
          </a:xfrm>
          <a:prstGeom prst="rect">
            <a:avLst/>
          </a:prstGeom>
        </p:spPr>
        <p:txBody>
          <a:bodyPr vert="horz" lIns="111136" tIns="55568" rIns="111136" bIns="55568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66189" y="6340168"/>
            <a:ext cx="2268062" cy="364195"/>
          </a:xfrm>
          <a:prstGeom prst="rect">
            <a:avLst/>
          </a:prstGeom>
        </p:spPr>
        <p:txBody>
          <a:bodyPr vert="horz" lIns="111136" tIns="55568" rIns="111136" bIns="55568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123DD-CB82-4BB0-8998-7841E74E7B4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111362" rtl="0" eaLnBrk="1" latinLnBrk="1" hangingPunct="1">
        <a:spcBef>
          <a:spcPct val="0"/>
        </a:spcBef>
        <a:buNone/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6761" indent="-416761" algn="l" defTabSz="1111362" rtl="0" eaLnBrk="1" latinLnBrk="1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2981" indent="-347301" algn="l" defTabSz="1111362" rtl="0" eaLnBrk="1" latinLnBrk="1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89202" indent="-277840" algn="l" defTabSz="1111362" rtl="0" eaLnBrk="1" latinLnBrk="1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4883" indent="-277840" algn="l" defTabSz="1111362" rtl="0" eaLnBrk="1" latinLnBrk="1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500564" indent="-277840" algn="l" defTabSz="1111362" rtl="0" eaLnBrk="1" latinLnBrk="1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6245" indent="-277840" algn="l" defTabSz="1111362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11926" indent="-277840" algn="l" defTabSz="1111362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67607" indent="-277840" algn="l" defTabSz="1111362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23287" indent="-277840" algn="l" defTabSz="1111362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11362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5681" algn="l" defTabSz="1111362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1362" algn="l" defTabSz="1111362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7043" algn="l" defTabSz="1111362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2724" algn="l" defTabSz="1111362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8404" algn="l" defTabSz="1111362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4085" algn="l" defTabSz="1111362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89766" algn="l" defTabSz="1111362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45447" algn="l" defTabSz="1111362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cgv.co.kr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hyperlink" Target="http://www.megabox.co.kr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611659" y="1116013"/>
            <a:ext cx="4338497" cy="1306525"/>
            <a:chOff x="467643" y="1023100"/>
            <a:chExt cx="4338497" cy="1306525"/>
          </a:xfrm>
        </p:grpSpPr>
        <p:sp>
          <p:nvSpPr>
            <p:cNvPr id="4" name="TextBox 3"/>
            <p:cNvSpPr txBox="1"/>
            <p:nvPr/>
          </p:nvSpPr>
          <p:spPr>
            <a:xfrm>
              <a:off x="539651" y="1498628"/>
              <a:ext cx="4266489" cy="83099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 smtClean="0"/>
                <a:t>STORYBOARD</a:t>
              </a:r>
              <a:endParaRPr lang="ko-KR" altLang="en-US" sz="4800" b="1" dirty="0"/>
            </a:p>
          </p:txBody>
        </p:sp>
        <p:cxnSp>
          <p:nvCxnSpPr>
            <p:cNvPr id="3" name="직선 연결선 2"/>
            <p:cNvCxnSpPr/>
            <p:nvPr/>
          </p:nvCxnSpPr>
          <p:spPr>
            <a:xfrm>
              <a:off x="467643" y="1023100"/>
              <a:ext cx="0" cy="1306525"/>
            </a:xfrm>
            <a:prstGeom prst="line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39651" y="1023100"/>
              <a:ext cx="2592288" cy="481553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111136" tIns="55568" rIns="111136" bIns="55568" rtlCol="0">
              <a:spAutoFit/>
            </a:bodyPr>
            <a:lstStyle/>
            <a:p>
              <a:r>
                <a:rPr lang="ko-KR" altLang="en-US" sz="2400" b="1" dirty="0"/>
                <a:t>메인 페이지 설계</a:t>
              </a: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6012259" y="5580509"/>
            <a:ext cx="3073277" cy="565031"/>
            <a:chOff x="5076155" y="5075625"/>
            <a:chExt cx="3073277" cy="565031"/>
          </a:xfrm>
        </p:grpSpPr>
        <p:sp>
          <p:nvSpPr>
            <p:cNvPr id="12" name="TextBox 11"/>
            <p:cNvSpPr txBox="1"/>
            <p:nvPr/>
          </p:nvSpPr>
          <p:spPr>
            <a:xfrm>
              <a:off x="5076155" y="5363657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err="1" smtClean="0"/>
                <a:t>하금호</a:t>
              </a:r>
              <a:endParaRPr lang="ko-KR" altLang="en-US" sz="12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76155" y="5075625"/>
              <a:ext cx="30732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err="1" smtClean="0"/>
                <a:t>프론트엔드</a:t>
              </a:r>
              <a:r>
                <a:rPr lang="ko-KR" altLang="en-US" sz="1200" dirty="0" smtClean="0"/>
                <a:t> 개발 및 자바 개발자 양성과정</a:t>
              </a:r>
              <a:endParaRPr lang="ko-KR" altLang="en-US" sz="1200" dirty="0"/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148163" y="5352624"/>
              <a:ext cx="288032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5148163" y="5640656"/>
              <a:ext cx="288032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51920" y="191652"/>
            <a:ext cx="1993403" cy="389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1136" tIns="55568" rIns="111136" bIns="55568" rtlCol="0">
            <a:spAutoFit/>
          </a:bodyPr>
          <a:lstStyle/>
          <a:p>
            <a:r>
              <a:rPr lang="ko-KR" altLang="en-US" sz="1800" b="1" dirty="0"/>
              <a:t>메인 페이지 설계</a:t>
            </a:r>
          </a:p>
        </p:txBody>
      </p:sp>
      <p:grpSp>
        <p:nvGrpSpPr>
          <p:cNvPr id="32" name="그룹 31"/>
          <p:cNvGrpSpPr/>
          <p:nvPr/>
        </p:nvGrpSpPr>
        <p:grpSpPr>
          <a:xfrm>
            <a:off x="4589031" y="1288608"/>
            <a:ext cx="4844663" cy="4922550"/>
            <a:chOff x="1997968" y="1799952"/>
            <a:chExt cx="6784564" cy="68936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직사각형 4"/>
            <p:cNvSpPr/>
            <p:nvPr/>
          </p:nvSpPr>
          <p:spPr>
            <a:xfrm>
              <a:off x="1997969" y="2363385"/>
              <a:ext cx="6783229" cy="177235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>
                  <a:solidFill>
                    <a:schemeClr val="tx1"/>
                  </a:solidFill>
                </a:rPr>
                <a:t>이미지를 동적으로 움직임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(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슬라이드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)</a:t>
              </a:r>
              <a:endParaRPr lang="ko-KR" altLang="en-US" sz="1050" b="1" dirty="0"/>
            </a:p>
          </p:txBody>
        </p:sp>
        <p:grpSp>
          <p:nvGrpSpPr>
            <p:cNvPr id="8" name="그룹 7"/>
            <p:cNvGrpSpPr/>
            <p:nvPr/>
          </p:nvGrpSpPr>
          <p:grpSpPr>
            <a:xfrm>
              <a:off x="1997969" y="4561305"/>
              <a:ext cx="6783229" cy="1850805"/>
              <a:chOff x="0" y="2870583"/>
              <a:chExt cx="7200900" cy="3065483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0" y="2870583"/>
                <a:ext cx="4680569" cy="30521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동영상</a:t>
                </a:r>
              </a:p>
            </p:txBody>
          </p:sp>
          <p:sp>
            <p:nvSpPr>
              <p:cNvPr id="7" name="직사각형 6"/>
              <p:cNvSpPr/>
              <p:nvPr/>
            </p:nvSpPr>
            <p:spPr>
              <a:xfrm>
                <a:off x="4724400" y="2870585"/>
                <a:ext cx="2476500" cy="306548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동영상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_</a:t>
                </a:r>
                <a:r>
                  <a:rPr lang="ko-KR" altLang="en-US" sz="1050" b="1" dirty="0">
                    <a:solidFill>
                      <a:schemeClr val="tx1"/>
                    </a:solidFill>
                  </a:rPr>
                  <a:t>포스터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4963954" y="4170238"/>
              <a:ext cx="851258" cy="3663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dirty="0"/>
                <a:t>예고편</a:t>
              </a:r>
            </a:p>
          </p:txBody>
        </p:sp>
        <p:grpSp>
          <p:nvGrpSpPr>
            <p:cNvPr id="30" name="그룹 29"/>
            <p:cNvGrpSpPr/>
            <p:nvPr/>
          </p:nvGrpSpPr>
          <p:grpSpPr>
            <a:xfrm>
              <a:off x="1997968" y="6440131"/>
              <a:ext cx="6783231" cy="1725050"/>
              <a:chOff x="1729572" y="6584401"/>
              <a:chExt cx="5670790" cy="1725050"/>
            </a:xfrm>
          </p:grpSpPr>
          <p:sp>
            <p:nvSpPr>
              <p:cNvPr id="27" name="직사각형 26"/>
              <p:cNvSpPr/>
              <p:nvPr/>
            </p:nvSpPr>
            <p:spPr>
              <a:xfrm>
                <a:off x="3179258" y="6584401"/>
                <a:ext cx="1359665" cy="172199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2</a:t>
                </a:r>
                <a:endParaRPr lang="ko-KR" altLang="en-US" sz="105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4566549" y="6587459"/>
                <a:ext cx="1384130" cy="172199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3</a:t>
                </a:r>
                <a:endParaRPr lang="ko-KR" altLang="en-US" sz="105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5978304" y="6584401"/>
                <a:ext cx="1422058" cy="171155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4</a:t>
                </a:r>
                <a:endParaRPr lang="ko-KR" altLang="en-US" sz="105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직사각형 27"/>
              <p:cNvSpPr/>
              <p:nvPr/>
            </p:nvSpPr>
            <p:spPr>
              <a:xfrm>
                <a:off x="1729572" y="6584401"/>
                <a:ext cx="1422059" cy="171155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1</a:t>
                </a:r>
                <a:endParaRPr lang="ko-KR" altLang="en-US" sz="105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직사각형 30"/>
            <p:cNvSpPr/>
            <p:nvPr/>
          </p:nvSpPr>
          <p:spPr>
            <a:xfrm>
              <a:off x="1997968" y="8189535"/>
              <a:ext cx="1701022" cy="50405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서비스 이용약관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732039" y="8198187"/>
              <a:ext cx="1626391" cy="49284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개인정보 처리 방침</a:t>
              </a: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5391476" y="8189360"/>
              <a:ext cx="1655655" cy="50405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고객서비스 센터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080175" y="8189361"/>
              <a:ext cx="1701023" cy="50167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영상정보처리기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/>
              </a:r>
              <a:br>
                <a:rPr lang="en-US" altLang="ko-KR" sz="800" b="1" dirty="0">
                  <a:solidFill>
                    <a:schemeClr val="tx1"/>
                  </a:solidFill>
                </a:rPr>
              </a:br>
              <a:r>
                <a:rPr lang="ko-KR" altLang="en-US" sz="800" b="1" dirty="0">
                  <a:solidFill>
                    <a:schemeClr val="tx1"/>
                  </a:solidFill>
                </a:rPr>
                <a:t>운영방침</a:t>
              </a:r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2003599" y="1799952"/>
              <a:ext cx="6778933" cy="506432"/>
              <a:chOff x="1945359" y="2983658"/>
              <a:chExt cx="5791681" cy="506432"/>
            </a:xfrm>
            <a:solidFill>
              <a:schemeClr val="accent1">
                <a:alpha val="80000"/>
              </a:schemeClr>
            </a:solidFill>
          </p:grpSpPr>
          <p:sp>
            <p:nvSpPr>
              <p:cNvPr id="20" name="직사각형 19"/>
              <p:cNvSpPr/>
              <p:nvPr/>
            </p:nvSpPr>
            <p:spPr>
              <a:xfrm>
                <a:off x="1945359" y="2983704"/>
                <a:ext cx="1439092" cy="5063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영화정보</a:t>
                </a: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3400749" y="2983658"/>
                <a:ext cx="1439092" cy="5063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갤러리</a:t>
                </a: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4849348" y="2983658"/>
                <a:ext cx="1439092" cy="5063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공식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SNS</a:t>
                </a:r>
                <a:endParaRPr lang="ko-KR" altLang="en-US" sz="105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6297948" y="2983658"/>
                <a:ext cx="1439092" cy="5063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이벤트</a:t>
                </a:r>
              </a:p>
            </p:txBody>
          </p:sp>
        </p:grpSp>
      </p:grpSp>
      <p:grpSp>
        <p:nvGrpSpPr>
          <p:cNvPr id="2" name="그룹 1"/>
          <p:cNvGrpSpPr/>
          <p:nvPr/>
        </p:nvGrpSpPr>
        <p:grpSpPr>
          <a:xfrm>
            <a:off x="179611" y="1288609"/>
            <a:ext cx="4248472" cy="4535591"/>
            <a:chOff x="251619" y="1116505"/>
            <a:chExt cx="3505200" cy="288535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251619" y="1372451"/>
              <a:ext cx="3503613" cy="262940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400" b="1" dirty="0" smtClean="0">
                  <a:latin typeface="Times New Roman" pitchFamily="18" charset="0"/>
                  <a:ea typeface="휴먼새내기체"/>
                  <a:cs typeface="휴먼새내기체"/>
                </a:rPr>
                <a:t>Main &amp; Contents</a:t>
              </a:r>
              <a:endParaRPr lang="ko-KR" altLang="en-US" sz="1400" b="1" dirty="0">
                <a:latin typeface="Times New Roman" pitchFamily="18" charset="0"/>
                <a:ea typeface="휴먼새내기체"/>
                <a:cs typeface="휴먼새내기체"/>
              </a:endParaRPr>
            </a:p>
          </p:txBody>
        </p:sp>
        <p:sp>
          <p:nvSpPr>
            <p:cNvPr id="34" name="Rectangle 15"/>
            <p:cNvSpPr>
              <a:spLocks noChangeArrowheads="1"/>
            </p:cNvSpPr>
            <p:nvPr/>
          </p:nvSpPr>
          <p:spPr bwMode="auto">
            <a:xfrm>
              <a:off x="251619" y="1116505"/>
              <a:ext cx="3505200" cy="2300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70C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400" b="1" dirty="0" smtClean="0">
                  <a:latin typeface="Times New Roman" pitchFamily="18" charset="0"/>
                  <a:ea typeface="휴먼새내기체"/>
                  <a:cs typeface="휴먼새내기체"/>
                </a:rPr>
                <a:t>Menu</a:t>
              </a:r>
              <a:endParaRPr lang="ko-KR" altLang="en-US" sz="1400" b="1" dirty="0">
                <a:latin typeface="Times New Roman" pitchFamily="18" charset="0"/>
                <a:ea typeface="휴먼새내기체"/>
                <a:cs typeface="휴먼새내기체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155799" y="843883"/>
            <a:ext cx="4270360" cy="332283"/>
            <a:chOff x="117699" y="1049830"/>
            <a:chExt cx="3495675" cy="332283"/>
          </a:xfrm>
        </p:grpSpPr>
        <p:sp>
          <p:nvSpPr>
            <p:cNvPr id="37" name="Text Box 18"/>
            <p:cNvSpPr txBox="1">
              <a:spLocks noChangeArrowheads="1"/>
            </p:cNvSpPr>
            <p:nvPr/>
          </p:nvSpPr>
          <p:spPr bwMode="auto">
            <a:xfrm>
              <a:off x="1199544" y="1049830"/>
              <a:ext cx="1263166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9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9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9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9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9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ko-KR" altLang="en-US" smtClean="0">
                  <a:ln>
                    <a:solidFill>
                      <a:srgbClr val="1C2A3E">
                        <a:alpha val="16000"/>
                      </a:srgbClr>
                    </a:solidFill>
                  </a:ln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가로 해상도 </a:t>
              </a:r>
              <a:r>
                <a:rPr lang="en-US" altLang="ko-KR" smtClean="0">
                  <a:ln>
                    <a:solidFill>
                      <a:srgbClr val="1C2A3E">
                        <a:alpha val="16000"/>
                      </a:srgbClr>
                    </a:solidFill>
                  </a:ln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b="1" smtClean="0">
                  <a:ln>
                    <a:solidFill>
                      <a:srgbClr val="1C2A3E">
                        <a:alpha val="16000"/>
                      </a:srgbClr>
                    </a:solidFill>
                  </a:ln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1024</a:t>
              </a:r>
              <a:r>
                <a:rPr lang="en-US" altLang="ko-KR" smtClean="0">
                  <a:ln>
                    <a:solidFill>
                      <a:srgbClr val="1C2A3E">
                        <a:alpha val="16000"/>
                      </a:srgbClr>
                    </a:solidFill>
                  </a:ln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mtClean="0">
                  <a:ln>
                    <a:solidFill>
                      <a:srgbClr val="1C2A3E">
                        <a:alpha val="16000"/>
                      </a:srgbClr>
                    </a:solidFill>
                  </a:ln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기준</a:t>
              </a:r>
              <a:endParaRPr lang="en-US" altLang="ko-KR">
                <a:ln>
                  <a:solidFill>
                    <a:srgbClr val="1C2A3E">
                      <a:alpha val="16000"/>
                    </a:srgbClr>
                  </a:solidFill>
                </a:ln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8" name="직선 연결선 37"/>
            <p:cNvCxnSpPr/>
            <p:nvPr/>
          </p:nvCxnSpPr>
          <p:spPr>
            <a:xfrm rot="5400000" flipH="1" flipV="1">
              <a:off x="-25970" y="1238444"/>
              <a:ext cx="2873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 rot="5400000" flipH="1" flipV="1">
              <a:off x="3469705" y="1238444"/>
              <a:ext cx="2873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/>
            <p:cNvCxnSpPr/>
            <p:nvPr/>
          </p:nvCxnSpPr>
          <p:spPr>
            <a:xfrm>
              <a:off x="141511" y="1275750"/>
              <a:ext cx="3455988" cy="1588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직사각형 40"/>
          <p:cNvSpPr/>
          <p:nvPr/>
        </p:nvSpPr>
        <p:spPr>
          <a:xfrm>
            <a:off x="1403747" y="6250067"/>
            <a:ext cx="15192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50" b="1" spc="-101" dirty="0">
                <a:ln>
                  <a:solidFill>
                    <a:srgbClr val="1C2A3E">
                      <a:alpha val="16000"/>
                    </a:srgbClr>
                  </a:solidFill>
                </a:ln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메인</a:t>
            </a:r>
            <a:r>
              <a:rPr lang="ko-KR" altLang="en-US" sz="1050" spc="-101" dirty="0">
                <a:ln>
                  <a:solidFill>
                    <a:srgbClr val="1C2A3E">
                      <a:alpha val="16000"/>
                    </a:srgbClr>
                  </a:solidFill>
                </a:ln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페이지</a:t>
            </a:r>
            <a:r>
              <a:rPr lang="ko-KR" altLang="en-US" sz="1600" kern="1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50" spc="-101" dirty="0" smtClean="0">
                <a:ln>
                  <a:solidFill>
                    <a:srgbClr val="1C2A3E">
                      <a:alpha val="1600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: Main Page</a:t>
            </a:r>
            <a:endParaRPr lang="ko-KR" altLang="en-US" sz="1050" spc="-101" dirty="0">
              <a:ln>
                <a:solidFill>
                  <a:srgbClr val="1C2A3E">
                    <a:alpha val="16000"/>
                  </a:srgbClr>
                </a:solidFill>
              </a:ln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Rectangle 16"/>
          <p:cNvSpPr>
            <a:spLocks noChangeArrowheads="1"/>
          </p:cNvSpPr>
          <p:nvPr/>
        </p:nvSpPr>
        <p:spPr bwMode="auto">
          <a:xfrm>
            <a:off x="179611" y="5864934"/>
            <a:ext cx="4246548" cy="3443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7030A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b="1" dirty="0" smtClean="0">
                <a:latin typeface="Times New Roman" pitchFamily="18" charset="0"/>
                <a:ea typeface="휴먼새내기체"/>
                <a:cs typeface="휴먼새내기체"/>
              </a:rPr>
              <a:t>Footer</a:t>
            </a:r>
            <a:endParaRPr lang="ko-KR" altLang="en-US" sz="1400" b="1" dirty="0">
              <a:latin typeface="Times New Roman" pitchFamily="18" charset="0"/>
              <a:ea typeface="휴먼새내기체"/>
              <a:cs typeface="휴먼새내기체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86201" y="580872"/>
            <a:ext cx="92465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itcoop\Desktop\CGV.jpe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759" y="827981"/>
            <a:ext cx="3610244" cy="540060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3" name="직사각형 2"/>
          <p:cNvSpPr/>
          <p:nvPr/>
        </p:nvSpPr>
        <p:spPr>
          <a:xfrm>
            <a:off x="179611" y="1131711"/>
            <a:ext cx="344342" cy="34434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624" y="650807"/>
            <a:ext cx="2859240" cy="6153838"/>
          </a:xfrm>
          <a:prstGeom prst="rect">
            <a:avLst/>
          </a:prstGeom>
          <a:effectLst>
            <a:outerShdw blurRad="190500" dist="177800" dir="3000000" sx="101000" sy="101000" algn="tl" rotWithShape="0">
              <a:prstClr val="black">
                <a:alpha val="30000"/>
              </a:prstClr>
            </a:outerShdw>
          </a:effectLst>
        </p:spPr>
      </p:pic>
      <p:sp>
        <p:nvSpPr>
          <p:cNvPr id="6" name="직사각형 5"/>
          <p:cNvSpPr/>
          <p:nvPr/>
        </p:nvSpPr>
        <p:spPr>
          <a:xfrm>
            <a:off x="6876355" y="755973"/>
            <a:ext cx="2662168" cy="136815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 smtClean="0">
                <a:solidFill>
                  <a:schemeClr val="tx1"/>
                </a:solidFill>
              </a:rPr>
              <a:t>벤치마킹 사이트</a:t>
            </a:r>
            <a:endParaRPr lang="en-US" altLang="ko-KR" sz="1600" b="1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1. CGV</a:t>
            </a:r>
          </a:p>
          <a:p>
            <a:r>
              <a:rPr lang="en-US" altLang="ko-KR" sz="1400" dirty="0">
                <a:hlinkClick r:id="rId2"/>
              </a:rPr>
              <a:t>http://www.cgv.co.kr/</a:t>
            </a:r>
            <a:endParaRPr lang="en-US" altLang="ko-KR" sz="1400" dirty="0"/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2. MEGABOX</a:t>
            </a:r>
          </a:p>
          <a:p>
            <a:r>
              <a:rPr lang="en-US" altLang="ko-KR" sz="1400" dirty="0">
                <a:hlinkClick r:id="rId4"/>
              </a:rPr>
              <a:t>http://www.megabox.co.kr</a:t>
            </a:r>
            <a:r>
              <a:rPr lang="en-US" altLang="ko-KR" sz="1400" dirty="0" smtClean="0">
                <a:hlinkClick r:id="rId4"/>
              </a:rPr>
              <a:t>/</a:t>
            </a:r>
            <a:endParaRPr lang="en-US" altLang="ko-KR" sz="1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151920" y="191652"/>
            <a:ext cx="1993403" cy="389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1136" tIns="55568" rIns="111136" bIns="55568" rtlCol="0">
            <a:spAutoFit/>
          </a:bodyPr>
          <a:lstStyle/>
          <a:p>
            <a:r>
              <a:rPr lang="ko-KR" altLang="en-US" sz="1800" b="1" dirty="0" smtClean="0"/>
              <a:t>벤치마킹 사이트</a:t>
            </a:r>
            <a:endParaRPr lang="ko-KR" altLang="en-US" sz="1800" b="1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186201" y="580872"/>
            <a:ext cx="92465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4011733" y="1059703"/>
            <a:ext cx="344342" cy="34434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51920" y="191652"/>
            <a:ext cx="3412067" cy="389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1136" tIns="55568" rIns="111136" bIns="55568" rtlCol="0">
            <a:spAutoFit/>
          </a:bodyPr>
          <a:lstStyle/>
          <a:p>
            <a:r>
              <a:rPr lang="ko-KR" altLang="en-US" sz="1800" b="1" dirty="0"/>
              <a:t>메인 페이지 </a:t>
            </a:r>
            <a:r>
              <a:rPr lang="ko-KR" altLang="en-US" sz="1800" b="1" dirty="0" smtClean="0"/>
              <a:t>설계 메인 이미지</a:t>
            </a:r>
            <a:endParaRPr lang="ko-KR" altLang="en-US" sz="1800" b="1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186201" y="580872"/>
            <a:ext cx="92465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/>
          <p:cNvGrpSpPr/>
          <p:nvPr/>
        </p:nvGrpSpPr>
        <p:grpSpPr>
          <a:xfrm>
            <a:off x="2411859" y="1280159"/>
            <a:ext cx="4896544" cy="4930999"/>
            <a:chOff x="4572099" y="1280159"/>
            <a:chExt cx="4896544" cy="4930999"/>
          </a:xfrm>
        </p:grpSpPr>
        <p:grpSp>
          <p:nvGrpSpPr>
            <p:cNvPr id="2" name="그룹 31"/>
            <p:cNvGrpSpPr/>
            <p:nvPr/>
          </p:nvGrpSpPr>
          <p:grpSpPr>
            <a:xfrm>
              <a:off x="4589031" y="1288608"/>
              <a:ext cx="4844663" cy="4922550"/>
              <a:chOff x="1997968" y="1799952"/>
              <a:chExt cx="6784564" cy="689363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" name="직사각형 4"/>
              <p:cNvSpPr/>
              <p:nvPr/>
            </p:nvSpPr>
            <p:spPr>
              <a:xfrm>
                <a:off x="1997969" y="2363385"/>
                <a:ext cx="6783229" cy="177235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이미지를 동적으로 움직임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50" b="1" dirty="0">
                    <a:solidFill>
                      <a:schemeClr val="tx1"/>
                    </a:solidFill>
                  </a:rPr>
                  <a:t>슬라이드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)</a:t>
                </a:r>
                <a:endParaRPr lang="ko-KR" altLang="en-US" sz="1050" b="1" dirty="0"/>
              </a:p>
            </p:txBody>
          </p:sp>
          <p:grpSp>
            <p:nvGrpSpPr>
              <p:cNvPr id="3" name="그룹 7"/>
              <p:cNvGrpSpPr/>
              <p:nvPr/>
            </p:nvGrpSpPr>
            <p:grpSpPr>
              <a:xfrm>
                <a:off x="1997969" y="4561305"/>
                <a:ext cx="6783229" cy="1850805"/>
                <a:chOff x="0" y="2870583"/>
                <a:chExt cx="7200900" cy="3065483"/>
              </a:xfrm>
            </p:grpSpPr>
            <p:sp>
              <p:nvSpPr>
                <p:cNvPr id="6" name="직사각형 5"/>
                <p:cNvSpPr/>
                <p:nvPr/>
              </p:nvSpPr>
              <p:spPr>
                <a:xfrm>
                  <a:off x="0" y="2870583"/>
                  <a:ext cx="4680569" cy="305216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동영상</a:t>
                  </a:r>
                </a:p>
              </p:txBody>
            </p:sp>
            <p:sp>
              <p:nvSpPr>
                <p:cNvPr id="7" name="직사각형 6"/>
                <p:cNvSpPr/>
                <p:nvPr/>
              </p:nvSpPr>
              <p:spPr>
                <a:xfrm>
                  <a:off x="4724400" y="2870585"/>
                  <a:ext cx="2476500" cy="3065481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동영상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_</a:t>
                  </a:r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포스터</a:t>
                  </a: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4963954" y="4170238"/>
                <a:ext cx="851258" cy="3663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50" b="1" dirty="0"/>
                  <a:t>예고편</a:t>
                </a:r>
              </a:p>
            </p:txBody>
          </p:sp>
          <p:grpSp>
            <p:nvGrpSpPr>
              <p:cNvPr id="4" name="그룹 29"/>
              <p:cNvGrpSpPr/>
              <p:nvPr/>
            </p:nvGrpSpPr>
            <p:grpSpPr>
              <a:xfrm>
                <a:off x="1997968" y="6440131"/>
                <a:ext cx="6783231" cy="1725050"/>
                <a:chOff x="1729572" y="6584401"/>
                <a:chExt cx="5670790" cy="1725050"/>
              </a:xfrm>
            </p:grpSpPr>
            <p:sp>
              <p:nvSpPr>
                <p:cNvPr id="27" name="직사각형 26"/>
                <p:cNvSpPr/>
                <p:nvPr/>
              </p:nvSpPr>
              <p:spPr>
                <a:xfrm>
                  <a:off x="3179258" y="6584401"/>
                  <a:ext cx="1359665" cy="172199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2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4566549" y="6587459"/>
                  <a:ext cx="1384130" cy="172199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3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5978304" y="6584401"/>
                  <a:ext cx="1422058" cy="171155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4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직사각형 27"/>
                <p:cNvSpPr/>
                <p:nvPr/>
              </p:nvSpPr>
              <p:spPr>
                <a:xfrm>
                  <a:off x="1729572" y="6584401"/>
                  <a:ext cx="1422059" cy="171155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1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1" name="직사각형 30"/>
              <p:cNvSpPr/>
              <p:nvPr/>
            </p:nvSpPr>
            <p:spPr>
              <a:xfrm>
                <a:off x="1997968" y="8189535"/>
                <a:ext cx="1701022" cy="50405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서비스 이용약관</a:t>
                </a: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3732039" y="8198187"/>
                <a:ext cx="1626391" cy="49284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개인정보 처리 방침</a:t>
                </a:r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5391476" y="8189360"/>
                <a:ext cx="1655655" cy="50405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고객서비스 센터</a:t>
                </a: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7080175" y="8189361"/>
                <a:ext cx="1701023" cy="50167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영상정보처리기</a:t>
                </a:r>
                <a:r>
                  <a:rPr lang="en-US" altLang="ko-KR" sz="800" b="1" dirty="0">
                    <a:solidFill>
                      <a:schemeClr val="tx1"/>
                    </a:solidFill>
                  </a:rPr>
                  <a:t/>
                </a:r>
                <a:br>
                  <a:rPr lang="en-US" altLang="ko-KR" sz="800" b="1" dirty="0">
                    <a:solidFill>
                      <a:schemeClr val="tx1"/>
                    </a:solidFill>
                  </a:rPr>
                </a:br>
                <a:r>
                  <a:rPr lang="ko-KR" altLang="en-US" sz="800" b="1" dirty="0">
                    <a:solidFill>
                      <a:schemeClr val="tx1"/>
                    </a:solidFill>
                  </a:rPr>
                  <a:t>운영방침</a:t>
                </a:r>
              </a:p>
            </p:txBody>
          </p:sp>
          <p:grpSp>
            <p:nvGrpSpPr>
              <p:cNvPr id="8" name="그룹 18"/>
              <p:cNvGrpSpPr/>
              <p:nvPr/>
            </p:nvGrpSpPr>
            <p:grpSpPr>
              <a:xfrm>
                <a:off x="2003599" y="1799952"/>
                <a:ext cx="6778933" cy="1307731"/>
                <a:chOff x="1945359" y="2983658"/>
                <a:chExt cx="5791681" cy="1307731"/>
              </a:xfrm>
              <a:solidFill>
                <a:schemeClr val="accent1">
                  <a:alpha val="80000"/>
                </a:schemeClr>
              </a:solidFill>
            </p:grpSpPr>
            <p:sp>
              <p:nvSpPr>
                <p:cNvPr id="20" name="직사각형 19"/>
                <p:cNvSpPr/>
                <p:nvPr/>
              </p:nvSpPr>
              <p:spPr>
                <a:xfrm>
                  <a:off x="1945359" y="2983704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영화정보</a:t>
                  </a: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3400749" y="2983658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갤러리</a:t>
                  </a:r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4849348" y="2983658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공식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SNS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6297948" y="2983658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이벤트</a:t>
                  </a:r>
                </a:p>
              </p:txBody>
            </p:sp>
            <p:sp>
              <p:nvSpPr>
                <p:cNvPr id="45" name="직사각형 44"/>
                <p:cNvSpPr/>
                <p:nvPr/>
              </p:nvSpPr>
              <p:spPr>
                <a:xfrm>
                  <a:off x="4835897" y="3447841"/>
                  <a:ext cx="1439092" cy="42036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 err="1" smtClean="0">
                      <a:solidFill>
                        <a:schemeClr val="tx1"/>
                      </a:solidFill>
                    </a:rPr>
                    <a:t>페이스</a:t>
                  </a:r>
                  <a:r>
                    <a:rPr lang="ko-KR" altLang="en-US" sz="1050" b="1" dirty="0" err="1" smtClean="0">
                      <a:solidFill>
                        <a:schemeClr val="tx1"/>
                      </a:solidFill>
                    </a:rPr>
                    <a:t>북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직사각형 45"/>
                <p:cNvSpPr/>
                <p:nvPr/>
              </p:nvSpPr>
              <p:spPr>
                <a:xfrm>
                  <a:off x="4835897" y="3871023"/>
                  <a:ext cx="1439092" cy="42036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 err="1" smtClean="0">
                      <a:solidFill>
                        <a:schemeClr val="tx1"/>
                      </a:solidFill>
                    </a:rPr>
                    <a:t>인스타그램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43" name="직사각형 42"/>
            <p:cNvSpPr/>
            <p:nvPr/>
          </p:nvSpPr>
          <p:spPr>
            <a:xfrm>
              <a:off x="4572099" y="1280159"/>
              <a:ext cx="4896544" cy="352149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7020372" y="1638299"/>
              <a:ext cx="1178748" cy="5578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사다리꼴 33"/>
          <p:cNvSpPr/>
          <p:nvPr/>
        </p:nvSpPr>
        <p:spPr>
          <a:xfrm>
            <a:off x="1648348" y="1653065"/>
            <a:ext cx="6428852" cy="687084"/>
          </a:xfrm>
          <a:prstGeom prst="trapezoid">
            <a:avLst>
              <a:gd name="adj" fmla="val 110035"/>
            </a:avLst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 descr="Menu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91778" y="2331720"/>
            <a:ext cx="6332082" cy="1160557"/>
          </a:xfrm>
          <a:prstGeom prst="rect">
            <a:avLst/>
          </a:prstGeom>
          <a:ln w="285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7" name="직사각형 36"/>
          <p:cNvSpPr/>
          <p:nvPr/>
        </p:nvSpPr>
        <p:spPr>
          <a:xfrm>
            <a:off x="179611" y="683965"/>
            <a:ext cx="2088232" cy="82878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solidFill>
                  <a:schemeClr val="tx1"/>
                </a:solidFill>
              </a:rPr>
              <a:t>1.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메뉴</a:t>
            </a: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900" b="1" dirty="0" err="1" smtClean="0">
                <a:solidFill>
                  <a:schemeClr val="tx1"/>
                </a:solidFill>
              </a:rPr>
              <a:t>Dropdownmenu</a:t>
            </a:r>
            <a:endParaRPr lang="en-US" altLang="ko-KR" sz="900" b="1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900" dirty="0" smtClean="0">
                <a:solidFill>
                  <a:schemeClr val="tx1"/>
                </a:solidFill>
              </a:rPr>
              <a:t>마우스 커서를 올리면 메뉴 배경색 변경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900" dirty="0" smtClean="0">
                <a:solidFill>
                  <a:schemeClr val="tx1"/>
                </a:solidFill>
              </a:rPr>
              <a:t>커서 올릴 시 하위 메뉴가 나타남</a:t>
            </a:r>
            <a:endParaRPr lang="en-US" altLang="ko-KR" sz="9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51920" y="191652"/>
            <a:ext cx="3412067" cy="389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1136" tIns="55568" rIns="111136" bIns="55568" rtlCol="0">
            <a:spAutoFit/>
          </a:bodyPr>
          <a:lstStyle/>
          <a:p>
            <a:r>
              <a:rPr lang="ko-KR" altLang="en-US" sz="1800" b="1" dirty="0"/>
              <a:t>메인 페이지 </a:t>
            </a:r>
            <a:r>
              <a:rPr lang="ko-KR" altLang="en-US" sz="1800" b="1" dirty="0" smtClean="0"/>
              <a:t>설계 메인 이미지</a:t>
            </a:r>
            <a:endParaRPr lang="ko-KR" altLang="en-US" sz="1800" b="1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186201" y="580872"/>
            <a:ext cx="92465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29"/>
          <p:cNvGrpSpPr/>
          <p:nvPr/>
        </p:nvGrpSpPr>
        <p:grpSpPr>
          <a:xfrm>
            <a:off x="2411858" y="1288608"/>
            <a:ext cx="4861596" cy="4922550"/>
            <a:chOff x="4572098" y="1288608"/>
            <a:chExt cx="4861596" cy="4922550"/>
          </a:xfrm>
        </p:grpSpPr>
        <p:grpSp>
          <p:nvGrpSpPr>
            <p:cNvPr id="3" name="그룹 31"/>
            <p:cNvGrpSpPr/>
            <p:nvPr/>
          </p:nvGrpSpPr>
          <p:grpSpPr>
            <a:xfrm>
              <a:off x="4589031" y="1288608"/>
              <a:ext cx="4844663" cy="4922550"/>
              <a:chOff x="1997968" y="1799952"/>
              <a:chExt cx="6784564" cy="689363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" name="직사각형 4"/>
              <p:cNvSpPr/>
              <p:nvPr/>
            </p:nvSpPr>
            <p:spPr>
              <a:xfrm>
                <a:off x="1997969" y="2363385"/>
                <a:ext cx="6783229" cy="177235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이미지를 동적으로 움직임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50" b="1" dirty="0">
                    <a:solidFill>
                      <a:schemeClr val="tx1"/>
                    </a:solidFill>
                  </a:rPr>
                  <a:t>슬라이드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)</a:t>
                </a:r>
                <a:endParaRPr lang="ko-KR" altLang="en-US" sz="1050" b="1" dirty="0"/>
              </a:p>
            </p:txBody>
          </p:sp>
          <p:grpSp>
            <p:nvGrpSpPr>
              <p:cNvPr id="4" name="그룹 7"/>
              <p:cNvGrpSpPr/>
              <p:nvPr/>
            </p:nvGrpSpPr>
            <p:grpSpPr>
              <a:xfrm>
                <a:off x="1997969" y="4561305"/>
                <a:ext cx="6783229" cy="1850805"/>
                <a:chOff x="0" y="2870583"/>
                <a:chExt cx="7200900" cy="3065483"/>
              </a:xfrm>
            </p:grpSpPr>
            <p:sp>
              <p:nvSpPr>
                <p:cNvPr id="6" name="직사각형 5"/>
                <p:cNvSpPr/>
                <p:nvPr/>
              </p:nvSpPr>
              <p:spPr>
                <a:xfrm>
                  <a:off x="0" y="2870583"/>
                  <a:ext cx="4680569" cy="305216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동영상</a:t>
                  </a:r>
                </a:p>
              </p:txBody>
            </p:sp>
            <p:sp>
              <p:nvSpPr>
                <p:cNvPr id="7" name="직사각형 6"/>
                <p:cNvSpPr/>
                <p:nvPr/>
              </p:nvSpPr>
              <p:spPr>
                <a:xfrm>
                  <a:off x="4724400" y="2870585"/>
                  <a:ext cx="2476500" cy="3065481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동영상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_</a:t>
                  </a:r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포스터</a:t>
                  </a: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4963954" y="4170238"/>
                <a:ext cx="851258" cy="3663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50" b="1" dirty="0"/>
                  <a:t>예고편</a:t>
                </a:r>
              </a:p>
            </p:txBody>
          </p:sp>
          <p:grpSp>
            <p:nvGrpSpPr>
              <p:cNvPr id="8" name="그룹 29"/>
              <p:cNvGrpSpPr/>
              <p:nvPr/>
            </p:nvGrpSpPr>
            <p:grpSpPr>
              <a:xfrm>
                <a:off x="1997968" y="6440131"/>
                <a:ext cx="6783231" cy="1725050"/>
                <a:chOff x="1729572" y="6584401"/>
                <a:chExt cx="5670790" cy="1725050"/>
              </a:xfrm>
            </p:grpSpPr>
            <p:sp>
              <p:nvSpPr>
                <p:cNvPr id="27" name="직사각형 26"/>
                <p:cNvSpPr/>
                <p:nvPr/>
              </p:nvSpPr>
              <p:spPr>
                <a:xfrm>
                  <a:off x="3179258" y="6584401"/>
                  <a:ext cx="1359665" cy="172199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2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4566549" y="6587459"/>
                  <a:ext cx="1384130" cy="172199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3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5978304" y="6584401"/>
                  <a:ext cx="1422058" cy="171155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4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직사각형 27"/>
                <p:cNvSpPr/>
                <p:nvPr/>
              </p:nvSpPr>
              <p:spPr>
                <a:xfrm>
                  <a:off x="1729572" y="6584401"/>
                  <a:ext cx="1422059" cy="171155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1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1" name="직사각형 30"/>
              <p:cNvSpPr/>
              <p:nvPr/>
            </p:nvSpPr>
            <p:spPr>
              <a:xfrm>
                <a:off x="1997968" y="8189535"/>
                <a:ext cx="1701022" cy="50405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서비스 이용약관</a:t>
                </a: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3732039" y="8198187"/>
                <a:ext cx="1626391" cy="49284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개인정보 처리 방침</a:t>
                </a:r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5391476" y="8189360"/>
                <a:ext cx="1655655" cy="50405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고객서비스 센터</a:t>
                </a: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7080175" y="8189361"/>
                <a:ext cx="1701023" cy="50167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영상정보처리기</a:t>
                </a:r>
                <a:r>
                  <a:rPr lang="en-US" altLang="ko-KR" sz="800" b="1" dirty="0">
                    <a:solidFill>
                      <a:schemeClr val="tx1"/>
                    </a:solidFill>
                  </a:rPr>
                  <a:t/>
                </a:r>
                <a:br>
                  <a:rPr lang="en-US" altLang="ko-KR" sz="800" b="1" dirty="0">
                    <a:solidFill>
                      <a:schemeClr val="tx1"/>
                    </a:solidFill>
                  </a:rPr>
                </a:br>
                <a:r>
                  <a:rPr lang="ko-KR" altLang="en-US" sz="800" b="1" dirty="0">
                    <a:solidFill>
                      <a:schemeClr val="tx1"/>
                    </a:solidFill>
                  </a:rPr>
                  <a:t>운영방침</a:t>
                </a:r>
              </a:p>
            </p:txBody>
          </p:sp>
          <p:grpSp>
            <p:nvGrpSpPr>
              <p:cNvPr id="10" name="그룹 18"/>
              <p:cNvGrpSpPr/>
              <p:nvPr/>
            </p:nvGrpSpPr>
            <p:grpSpPr>
              <a:xfrm>
                <a:off x="2003599" y="1799952"/>
                <a:ext cx="6778933" cy="506432"/>
                <a:chOff x="1945359" y="2983658"/>
                <a:chExt cx="5791681" cy="506432"/>
              </a:xfrm>
              <a:solidFill>
                <a:schemeClr val="accent1">
                  <a:alpha val="80000"/>
                </a:schemeClr>
              </a:solidFill>
            </p:grpSpPr>
            <p:sp>
              <p:nvSpPr>
                <p:cNvPr id="20" name="직사각형 19"/>
                <p:cNvSpPr/>
                <p:nvPr/>
              </p:nvSpPr>
              <p:spPr>
                <a:xfrm>
                  <a:off x="1945359" y="2983704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영화정보</a:t>
                  </a: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3400749" y="2983658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갤러리</a:t>
                  </a:r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4849348" y="2983658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공식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SNS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6297948" y="2983658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이벤트</a:t>
                  </a:r>
                </a:p>
              </p:txBody>
            </p:sp>
          </p:grpSp>
        </p:grpSp>
        <p:sp>
          <p:nvSpPr>
            <p:cNvPr id="43" name="직사각형 42"/>
            <p:cNvSpPr/>
            <p:nvPr/>
          </p:nvSpPr>
          <p:spPr>
            <a:xfrm>
              <a:off x="4572098" y="1699968"/>
              <a:ext cx="4857621" cy="1288253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사다리꼴 33"/>
          <p:cNvSpPr/>
          <p:nvPr/>
        </p:nvSpPr>
        <p:spPr>
          <a:xfrm>
            <a:off x="1648348" y="2988221"/>
            <a:ext cx="6428852" cy="687084"/>
          </a:xfrm>
          <a:prstGeom prst="trapezoid">
            <a:avLst>
              <a:gd name="adj" fmla="val 110035"/>
            </a:avLst>
          </a:prstGeom>
          <a:solidFill>
            <a:schemeClr val="accent5">
              <a:alpha val="9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 descr="1_1024x64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91778" y="3674547"/>
            <a:ext cx="6343511" cy="2193994"/>
          </a:xfrm>
          <a:prstGeom prst="rect">
            <a:avLst/>
          </a:prstGeom>
          <a:ln w="28575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6" name="직사각형 35"/>
          <p:cNvSpPr/>
          <p:nvPr/>
        </p:nvSpPr>
        <p:spPr>
          <a:xfrm>
            <a:off x="179611" y="1692077"/>
            <a:ext cx="2088232" cy="831678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chemeClr val="tx1"/>
                </a:solidFill>
              </a:rPr>
              <a:t>2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.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이미지 슬라이드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000" b="1" dirty="0" smtClean="0">
                <a:solidFill>
                  <a:schemeClr val="tx1"/>
                </a:solidFill>
              </a:rPr>
              <a:t>cycle-slideshow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tx1"/>
                </a:solidFill>
              </a:rPr>
              <a:t>이미지가 </a:t>
            </a:r>
            <a:r>
              <a:rPr lang="en-US" altLang="ko-KR" sz="1000" dirty="0" smtClean="0">
                <a:solidFill>
                  <a:schemeClr val="tx1"/>
                </a:solidFill>
              </a:rPr>
              <a:t>4</a:t>
            </a:r>
            <a:r>
              <a:rPr lang="ko-KR" altLang="en-US" sz="1000" dirty="0" smtClean="0">
                <a:solidFill>
                  <a:schemeClr val="tx1"/>
                </a:solidFill>
              </a:rPr>
              <a:t>초마다 바뀜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51920" y="191652"/>
            <a:ext cx="3412067" cy="389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1136" tIns="55568" rIns="111136" bIns="55568" rtlCol="0">
            <a:spAutoFit/>
          </a:bodyPr>
          <a:lstStyle/>
          <a:p>
            <a:r>
              <a:rPr lang="ko-KR" altLang="en-US" sz="1800" b="1" dirty="0"/>
              <a:t>메인 페이지 </a:t>
            </a:r>
            <a:r>
              <a:rPr lang="ko-KR" altLang="en-US" sz="1800" b="1" dirty="0" smtClean="0"/>
              <a:t>설계 메인 이미지</a:t>
            </a:r>
            <a:endParaRPr lang="ko-KR" altLang="en-US" sz="1800" b="1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186201" y="580872"/>
            <a:ext cx="92465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29"/>
          <p:cNvGrpSpPr/>
          <p:nvPr/>
        </p:nvGrpSpPr>
        <p:grpSpPr>
          <a:xfrm>
            <a:off x="2411858" y="1288608"/>
            <a:ext cx="4861596" cy="4922550"/>
            <a:chOff x="4572098" y="1288608"/>
            <a:chExt cx="4861596" cy="4922550"/>
          </a:xfrm>
        </p:grpSpPr>
        <p:grpSp>
          <p:nvGrpSpPr>
            <p:cNvPr id="3" name="그룹 31"/>
            <p:cNvGrpSpPr/>
            <p:nvPr/>
          </p:nvGrpSpPr>
          <p:grpSpPr>
            <a:xfrm>
              <a:off x="4589031" y="1288608"/>
              <a:ext cx="4844663" cy="4922550"/>
              <a:chOff x="1997968" y="1799952"/>
              <a:chExt cx="6784564" cy="689363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" name="직사각형 4"/>
              <p:cNvSpPr/>
              <p:nvPr/>
            </p:nvSpPr>
            <p:spPr>
              <a:xfrm>
                <a:off x="1997969" y="2363385"/>
                <a:ext cx="6783229" cy="177235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이미지를 동적으로 움직임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50" b="1" dirty="0">
                    <a:solidFill>
                      <a:schemeClr val="tx1"/>
                    </a:solidFill>
                  </a:rPr>
                  <a:t>슬라이드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)</a:t>
                </a:r>
                <a:endParaRPr lang="ko-KR" altLang="en-US" sz="1050" b="1" dirty="0"/>
              </a:p>
            </p:txBody>
          </p:sp>
          <p:grpSp>
            <p:nvGrpSpPr>
              <p:cNvPr id="4" name="그룹 7"/>
              <p:cNvGrpSpPr/>
              <p:nvPr/>
            </p:nvGrpSpPr>
            <p:grpSpPr>
              <a:xfrm>
                <a:off x="1997969" y="4561305"/>
                <a:ext cx="6783229" cy="1850805"/>
                <a:chOff x="0" y="2870583"/>
                <a:chExt cx="7200900" cy="3065483"/>
              </a:xfrm>
            </p:grpSpPr>
            <p:sp>
              <p:nvSpPr>
                <p:cNvPr id="6" name="직사각형 5"/>
                <p:cNvSpPr/>
                <p:nvPr/>
              </p:nvSpPr>
              <p:spPr>
                <a:xfrm>
                  <a:off x="0" y="2870583"/>
                  <a:ext cx="4680569" cy="305216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동영상</a:t>
                  </a:r>
                </a:p>
              </p:txBody>
            </p:sp>
            <p:sp>
              <p:nvSpPr>
                <p:cNvPr id="7" name="직사각형 6"/>
                <p:cNvSpPr/>
                <p:nvPr/>
              </p:nvSpPr>
              <p:spPr>
                <a:xfrm>
                  <a:off x="4724400" y="2870585"/>
                  <a:ext cx="2476500" cy="3065481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동영상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_</a:t>
                  </a:r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포스터</a:t>
                  </a: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4963954" y="4170238"/>
                <a:ext cx="851258" cy="3663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50" b="1" dirty="0"/>
                  <a:t>예고편</a:t>
                </a:r>
              </a:p>
            </p:txBody>
          </p:sp>
          <p:grpSp>
            <p:nvGrpSpPr>
              <p:cNvPr id="8" name="그룹 29"/>
              <p:cNvGrpSpPr/>
              <p:nvPr/>
            </p:nvGrpSpPr>
            <p:grpSpPr>
              <a:xfrm>
                <a:off x="1997968" y="6440131"/>
                <a:ext cx="6783231" cy="1725050"/>
                <a:chOff x="1729572" y="6584401"/>
                <a:chExt cx="5670790" cy="1725050"/>
              </a:xfrm>
            </p:grpSpPr>
            <p:sp>
              <p:nvSpPr>
                <p:cNvPr id="27" name="직사각형 26"/>
                <p:cNvSpPr/>
                <p:nvPr/>
              </p:nvSpPr>
              <p:spPr>
                <a:xfrm>
                  <a:off x="3179258" y="6584401"/>
                  <a:ext cx="1359665" cy="172199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2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4566549" y="6587459"/>
                  <a:ext cx="1384130" cy="172199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3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5978304" y="6584401"/>
                  <a:ext cx="1422058" cy="171155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4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직사각형 27"/>
                <p:cNvSpPr/>
                <p:nvPr/>
              </p:nvSpPr>
              <p:spPr>
                <a:xfrm>
                  <a:off x="1729572" y="6584401"/>
                  <a:ext cx="1422059" cy="171155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1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1" name="직사각형 30"/>
              <p:cNvSpPr/>
              <p:nvPr/>
            </p:nvSpPr>
            <p:spPr>
              <a:xfrm>
                <a:off x="1997968" y="8189535"/>
                <a:ext cx="1701022" cy="50405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서비스 이용약관</a:t>
                </a: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3732039" y="8198187"/>
                <a:ext cx="1626391" cy="49284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개인정보 처리 방침</a:t>
                </a:r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5391476" y="8189360"/>
                <a:ext cx="1655655" cy="50405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고객서비스 센터</a:t>
                </a: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7080175" y="8189361"/>
                <a:ext cx="1701023" cy="50167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영상정보처리기</a:t>
                </a:r>
                <a:r>
                  <a:rPr lang="en-US" altLang="ko-KR" sz="800" b="1" dirty="0">
                    <a:solidFill>
                      <a:schemeClr val="tx1"/>
                    </a:solidFill>
                  </a:rPr>
                  <a:t/>
                </a:r>
                <a:br>
                  <a:rPr lang="en-US" altLang="ko-KR" sz="800" b="1" dirty="0">
                    <a:solidFill>
                      <a:schemeClr val="tx1"/>
                    </a:solidFill>
                  </a:rPr>
                </a:br>
                <a:r>
                  <a:rPr lang="ko-KR" altLang="en-US" sz="800" b="1" dirty="0">
                    <a:solidFill>
                      <a:schemeClr val="tx1"/>
                    </a:solidFill>
                  </a:rPr>
                  <a:t>운영방침</a:t>
                </a:r>
              </a:p>
            </p:txBody>
          </p:sp>
          <p:grpSp>
            <p:nvGrpSpPr>
              <p:cNvPr id="10" name="그룹 18"/>
              <p:cNvGrpSpPr/>
              <p:nvPr/>
            </p:nvGrpSpPr>
            <p:grpSpPr>
              <a:xfrm>
                <a:off x="2003599" y="1799952"/>
                <a:ext cx="6778933" cy="506432"/>
                <a:chOff x="1945359" y="2983658"/>
                <a:chExt cx="5791681" cy="506432"/>
              </a:xfrm>
              <a:solidFill>
                <a:schemeClr val="accent1">
                  <a:alpha val="80000"/>
                </a:schemeClr>
              </a:solidFill>
            </p:grpSpPr>
            <p:sp>
              <p:nvSpPr>
                <p:cNvPr id="20" name="직사각형 19"/>
                <p:cNvSpPr/>
                <p:nvPr/>
              </p:nvSpPr>
              <p:spPr>
                <a:xfrm>
                  <a:off x="1945359" y="2983704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영화정보</a:t>
                  </a: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3400749" y="2983658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갤러리</a:t>
                  </a:r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4849348" y="2983658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공식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SNS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6297948" y="2983658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이벤트</a:t>
                  </a:r>
                </a:p>
              </p:txBody>
            </p:sp>
          </p:grpSp>
        </p:grpSp>
        <p:sp>
          <p:nvSpPr>
            <p:cNvPr id="43" name="직사각형 42"/>
            <p:cNvSpPr/>
            <p:nvPr/>
          </p:nvSpPr>
          <p:spPr>
            <a:xfrm>
              <a:off x="4572098" y="3284144"/>
              <a:ext cx="4857621" cy="1288253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사다리꼴 33"/>
          <p:cNvSpPr/>
          <p:nvPr/>
        </p:nvSpPr>
        <p:spPr>
          <a:xfrm rot="10800000">
            <a:off x="1648348" y="2589168"/>
            <a:ext cx="6428852" cy="687084"/>
          </a:xfrm>
          <a:prstGeom prst="trapezoid">
            <a:avLst>
              <a:gd name="adj" fmla="val 110035"/>
            </a:avLst>
          </a:prstGeom>
          <a:solidFill>
            <a:schemeClr val="accent5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771" y="839411"/>
            <a:ext cx="6408712" cy="1712564"/>
          </a:xfrm>
          <a:prstGeom prst="rect">
            <a:avLst/>
          </a:prstGeom>
          <a:noFill/>
          <a:ln w="28575">
            <a:solidFill>
              <a:schemeClr val="accent5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직사각형 29"/>
          <p:cNvSpPr/>
          <p:nvPr/>
        </p:nvSpPr>
        <p:spPr>
          <a:xfrm>
            <a:off x="179611" y="3308672"/>
            <a:ext cx="2016224" cy="831677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</a:rPr>
              <a:t>3.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동영상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000" b="1" dirty="0" smtClean="0">
                <a:solidFill>
                  <a:schemeClr val="tx1"/>
                </a:solidFill>
              </a:rPr>
              <a:t>video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tx1"/>
                </a:solidFill>
              </a:rPr>
              <a:t>동영상을 재생 키실 수 있다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51920" y="191652"/>
            <a:ext cx="3412067" cy="389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1136" tIns="55568" rIns="111136" bIns="55568" rtlCol="0">
            <a:spAutoFit/>
          </a:bodyPr>
          <a:lstStyle/>
          <a:p>
            <a:r>
              <a:rPr lang="ko-KR" altLang="en-US" sz="1800" b="1" dirty="0"/>
              <a:t>메인 페이지 </a:t>
            </a:r>
            <a:r>
              <a:rPr lang="ko-KR" altLang="en-US" sz="1800" b="1" dirty="0" smtClean="0"/>
              <a:t>설계 메인 이미지</a:t>
            </a:r>
            <a:endParaRPr lang="ko-KR" altLang="en-US" sz="1800" b="1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186201" y="580872"/>
            <a:ext cx="92465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29"/>
          <p:cNvGrpSpPr/>
          <p:nvPr/>
        </p:nvGrpSpPr>
        <p:grpSpPr>
          <a:xfrm>
            <a:off x="2411858" y="1288608"/>
            <a:ext cx="4861596" cy="4922550"/>
            <a:chOff x="4572098" y="1288608"/>
            <a:chExt cx="4861596" cy="4922550"/>
          </a:xfrm>
        </p:grpSpPr>
        <p:grpSp>
          <p:nvGrpSpPr>
            <p:cNvPr id="3" name="그룹 31"/>
            <p:cNvGrpSpPr/>
            <p:nvPr/>
          </p:nvGrpSpPr>
          <p:grpSpPr>
            <a:xfrm>
              <a:off x="4589031" y="1288608"/>
              <a:ext cx="4844663" cy="4922550"/>
              <a:chOff x="1997968" y="1799952"/>
              <a:chExt cx="6784564" cy="689363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" name="직사각형 4"/>
              <p:cNvSpPr/>
              <p:nvPr/>
            </p:nvSpPr>
            <p:spPr>
              <a:xfrm>
                <a:off x="1997969" y="2363385"/>
                <a:ext cx="6783229" cy="177235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이미지를 동적으로 움직임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50" b="1" dirty="0">
                    <a:solidFill>
                      <a:schemeClr val="tx1"/>
                    </a:solidFill>
                  </a:rPr>
                  <a:t>슬라이드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)</a:t>
                </a:r>
                <a:endParaRPr lang="ko-KR" altLang="en-US" sz="1050" b="1" dirty="0"/>
              </a:p>
            </p:txBody>
          </p:sp>
          <p:grpSp>
            <p:nvGrpSpPr>
              <p:cNvPr id="4" name="그룹 7"/>
              <p:cNvGrpSpPr/>
              <p:nvPr/>
            </p:nvGrpSpPr>
            <p:grpSpPr>
              <a:xfrm>
                <a:off x="1997969" y="4561305"/>
                <a:ext cx="6783229" cy="1850805"/>
                <a:chOff x="0" y="2870583"/>
                <a:chExt cx="7200900" cy="3065483"/>
              </a:xfrm>
            </p:grpSpPr>
            <p:sp>
              <p:nvSpPr>
                <p:cNvPr id="6" name="직사각형 5"/>
                <p:cNvSpPr/>
                <p:nvPr/>
              </p:nvSpPr>
              <p:spPr>
                <a:xfrm>
                  <a:off x="0" y="2870583"/>
                  <a:ext cx="4680569" cy="305216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동영상</a:t>
                  </a:r>
                </a:p>
              </p:txBody>
            </p:sp>
            <p:sp>
              <p:nvSpPr>
                <p:cNvPr id="7" name="직사각형 6"/>
                <p:cNvSpPr/>
                <p:nvPr/>
              </p:nvSpPr>
              <p:spPr>
                <a:xfrm>
                  <a:off x="4724400" y="2870585"/>
                  <a:ext cx="2476500" cy="3065481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동영상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_</a:t>
                  </a:r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포스터</a:t>
                  </a: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4963954" y="4170238"/>
                <a:ext cx="851258" cy="3663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50" b="1" dirty="0"/>
                  <a:t>예고편</a:t>
                </a:r>
              </a:p>
            </p:txBody>
          </p:sp>
          <p:grpSp>
            <p:nvGrpSpPr>
              <p:cNvPr id="8" name="그룹 29"/>
              <p:cNvGrpSpPr/>
              <p:nvPr/>
            </p:nvGrpSpPr>
            <p:grpSpPr>
              <a:xfrm>
                <a:off x="1997968" y="6440131"/>
                <a:ext cx="6783231" cy="1725050"/>
                <a:chOff x="1729572" y="6584401"/>
                <a:chExt cx="5670790" cy="1725050"/>
              </a:xfrm>
            </p:grpSpPr>
            <p:sp>
              <p:nvSpPr>
                <p:cNvPr id="27" name="직사각형 26"/>
                <p:cNvSpPr/>
                <p:nvPr/>
              </p:nvSpPr>
              <p:spPr>
                <a:xfrm>
                  <a:off x="3179258" y="6584401"/>
                  <a:ext cx="1359665" cy="172199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2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4566549" y="6587459"/>
                  <a:ext cx="1384130" cy="172199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3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5978304" y="6584401"/>
                  <a:ext cx="1422058" cy="171155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4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직사각형 27"/>
                <p:cNvSpPr/>
                <p:nvPr/>
              </p:nvSpPr>
              <p:spPr>
                <a:xfrm>
                  <a:off x="1729572" y="6584401"/>
                  <a:ext cx="1422059" cy="171155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이미지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1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1" name="직사각형 30"/>
              <p:cNvSpPr/>
              <p:nvPr/>
            </p:nvSpPr>
            <p:spPr>
              <a:xfrm>
                <a:off x="1997968" y="8189535"/>
                <a:ext cx="1701022" cy="50405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서비스 이용약관</a:t>
                </a: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3732039" y="8198187"/>
                <a:ext cx="1626391" cy="49284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개인정보 처리 방침</a:t>
                </a:r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5391476" y="8189360"/>
                <a:ext cx="1655655" cy="50405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고객서비스 센터</a:t>
                </a: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7080175" y="8189361"/>
                <a:ext cx="1701023" cy="50167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</a:rPr>
                  <a:t>영상정보처리기</a:t>
                </a:r>
                <a:r>
                  <a:rPr lang="en-US" altLang="ko-KR" sz="800" b="1" dirty="0">
                    <a:solidFill>
                      <a:schemeClr val="tx1"/>
                    </a:solidFill>
                  </a:rPr>
                  <a:t/>
                </a:r>
                <a:br>
                  <a:rPr lang="en-US" altLang="ko-KR" sz="800" b="1" dirty="0">
                    <a:solidFill>
                      <a:schemeClr val="tx1"/>
                    </a:solidFill>
                  </a:rPr>
                </a:br>
                <a:r>
                  <a:rPr lang="ko-KR" altLang="en-US" sz="800" b="1" dirty="0">
                    <a:solidFill>
                      <a:schemeClr val="tx1"/>
                    </a:solidFill>
                  </a:rPr>
                  <a:t>운영방침</a:t>
                </a:r>
              </a:p>
            </p:txBody>
          </p:sp>
          <p:grpSp>
            <p:nvGrpSpPr>
              <p:cNvPr id="10" name="그룹 18"/>
              <p:cNvGrpSpPr/>
              <p:nvPr/>
            </p:nvGrpSpPr>
            <p:grpSpPr>
              <a:xfrm>
                <a:off x="2003599" y="1799952"/>
                <a:ext cx="6778933" cy="506432"/>
                <a:chOff x="1945359" y="2983658"/>
                <a:chExt cx="5791681" cy="506432"/>
              </a:xfrm>
              <a:solidFill>
                <a:schemeClr val="accent1">
                  <a:alpha val="80000"/>
                </a:schemeClr>
              </a:solidFill>
            </p:grpSpPr>
            <p:sp>
              <p:nvSpPr>
                <p:cNvPr id="20" name="직사각형 19"/>
                <p:cNvSpPr/>
                <p:nvPr/>
              </p:nvSpPr>
              <p:spPr>
                <a:xfrm>
                  <a:off x="1945359" y="2983704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영화정보</a:t>
                  </a: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3400749" y="2983658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갤러리</a:t>
                  </a:r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4849348" y="2983658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공식</a:t>
                  </a:r>
                  <a:r>
                    <a:rPr lang="en-US" altLang="ko-KR" sz="1050" b="1" dirty="0">
                      <a:solidFill>
                        <a:schemeClr val="tx1"/>
                      </a:solidFill>
                    </a:rPr>
                    <a:t>SNS</a:t>
                  </a:r>
                  <a:endParaRPr lang="ko-KR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직사각형 25"/>
                <p:cNvSpPr/>
                <p:nvPr/>
              </p:nvSpPr>
              <p:spPr>
                <a:xfrm>
                  <a:off x="6297948" y="2983658"/>
                  <a:ext cx="1439092" cy="5063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>
                      <a:solidFill>
                        <a:schemeClr val="tx1"/>
                      </a:solidFill>
                    </a:rPr>
                    <a:t>이벤트</a:t>
                  </a:r>
                </a:p>
              </p:txBody>
            </p:sp>
          </p:grpSp>
        </p:grpSp>
        <p:sp>
          <p:nvSpPr>
            <p:cNvPr id="43" name="직사각형 42"/>
            <p:cNvSpPr/>
            <p:nvPr/>
          </p:nvSpPr>
          <p:spPr>
            <a:xfrm>
              <a:off x="4572098" y="4572397"/>
              <a:ext cx="4857621" cy="1239105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사다리꼴 33"/>
          <p:cNvSpPr/>
          <p:nvPr/>
        </p:nvSpPr>
        <p:spPr>
          <a:xfrm rot="10800000">
            <a:off x="1648348" y="3885312"/>
            <a:ext cx="6428852" cy="687084"/>
          </a:xfrm>
          <a:prstGeom prst="trapezoid">
            <a:avLst>
              <a:gd name="adj" fmla="val 110035"/>
            </a:avLst>
          </a:prstGeom>
          <a:solidFill>
            <a:schemeClr val="accent5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1201" y="2601893"/>
            <a:ext cx="6408712" cy="1253873"/>
          </a:xfrm>
          <a:prstGeom prst="rect">
            <a:avLst/>
          </a:prstGeom>
          <a:noFill/>
          <a:ln w="28575">
            <a:solidFill>
              <a:schemeClr val="accent5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직사각형 34"/>
          <p:cNvSpPr/>
          <p:nvPr/>
        </p:nvSpPr>
        <p:spPr>
          <a:xfrm>
            <a:off x="107603" y="4601924"/>
            <a:ext cx="2086104" cy="834569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</a:rPr>
              <a:t>5.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갤러리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51920" y="191652"/>
            <a:ext cx="3196043" cy="389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1136" tIns="55568" rIns="111136" bIns="55568" rtlCol="0">
            <a:spAutoFit/>
          </a:bodyPr>
          <a:lstStyle/>
          <a:p>
            <a:r>
              <a:rPr lang="ko-KR" altLang="en-US" sz="1800" b="1" dirty="0"/>
              <a:t>메인 페이지 </a:t>
            </a:r>
            <a:r>
              <a:rPr lang="ko-KR" altLang="en-US" sz="1800" b="1" dirty="0" smtClean="0"/>
              <a:t>설계 </a:t>
            </a:r>
            <a:r>
              <a:rPr lang="en-US" altLang="ko-KR" sz="1800" b="1" dirty="0" smtClean="0"/>
              <a:t>FOOTER</a:t>
            </a:r>
            <a:r>
              <a:rPr lang="ko-KR" altLang="en-US" sz="1800" b="1" dirty="0" smtClean="0"/>
              <a:t> </a:t>
            </a:r>
            <a:endParaRPr lang="ko-KR" altLang="en-US" sz="1800" b="1" dirty="0"/>
          </a:p>
        </p:txBody>
      </p:sp>
      <p:grpSp>
        <p:nvGrpSpPr>
          <p:cNvPr id="2" name="그룹 31"/>
          <p:cNvGrpSpPr/>
          <p:nvPr/>
        </p:nvGrpSpPr>
        <p:grpSpPr>
          <a:xfrm>
            <a:off x="2428791" y="1288608"/>
            <a:ext cx="4844663" cy="4922550"/>
            <a:chOff x="1997968" y="1799952"/>
            <a:chExt cx="6784564" cy="68936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직사각형 4"/>
            <p:cNvSpPr/>
            <p:nvPr/>
          </p:nvSpPr>
          <p:spPr>
            <a:xfrm>
              <a:off x="1997969" y="2363385"/>
              <a:ext cx="6783229" cy="177235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>
                  <a:solidFill>
                    <a:schemeClr val="tx1"/>
                  </a:solidFill>
                </a:rPr>
                <a:t>이미지를 동적으로 움직임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(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슬라이드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)</a:t>
              </a:r>
              <a:endParaRPr lang="ko-KR" altLang="en-US" sz="1050" b="1" dirty="0"/>
            </a:p>
          </p:txBody>
        </p:sp>
        <p:grpSp>
          <p:nvGrpSpPr>
            <p:cNvPr id="3" name="그룹 7"/>
            <p:cNvGrpSpPr/>
            <p:nvPr/>
          </p:nvGrpSpPr>
          <p:grpSpPr>
            <a:xfrm>
              <a:off x="1997969" y="4561305"/>
              <a:ext cx="6783229" cy="1850805"/>
              <a:chOff x="0" y="2870583"/>
              <a:chExt cx="7200900" cy="3065483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0" y="2870583"/>
                <a:ext cx="4680569" cy="30521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동영상</a:t>
                </a:r>
              </a:p>
            </p:txBody>
          </p:sp>
          <p:sp>
            <p:nvSpPr>
              <p:cNvPr id="7" name="직사각형 6"/>
              <p:cNvSpPr/>
              <p:nvPr/>
            </p:nvSpPr>
            <p:spPr>
              <a:xfrm>
                <a:off x="4724400" y="2870585"/>
                <a:ext cx="2476500" cy="306548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동영상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_</a:t>
                </a:r>
                <a:r>
                  <a:rPr lang="ko-KR" altLang="en-US" sz="1050" b="1" dirty="0">
                    <a:solidFill>
                      <a:schemeClr val="tx1"/>
                    </a:solidFill>
                  </a:rPr>
                  <a:t>포스터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4963954" y="4170238"/>
              <a:ext cx="851258" cy="3663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dirty="0"/>
                <a:t>예고편</a:t>
              </a:r>
            </a:p>
          </p:txBody>
        </p:sp>
        <p:grpSp>
          <p:nvGrpSpPr>
            <p:cNvPr id="4" name="그룹 29"/>
            <p:cNvGrpSpPr/>
            <p:nvPr/>
          </p:nvGrpSpPr>
          <p:grpSpPr>
            <a:xfrm>
              <a:off x="1997968" y="6440131"/>
              <a:ext cx="6783231" cy="1725050"/>
              <a:chOff x="1729572" y="6584401"/>
              <a:chExt cx="5670790" cy="1725050"/>
            </a:xfrm>
          </p:grpSpPr>
          <p:sp>
            <p:nvSpPr>
              <p:cNvPr id="27" name="직사각형 26"/>
              <p:cNvSpPr/>
              <p:nvPr/>
            </p:nvSpPr>
            <p:spPr>
              <a:xfrm>
                <a:off x="3179258" y="6584401"/>
                <a:ext cx="1359665" cy="172199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2</a:t>
                </a:r>
                <a:endParaRPr lang="ko-KR" altLang="en-US" sz="105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4566549" y="6587459"/>
                <a:ext cx="1384130" cy="172199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3</a:t>
                </a:r>
                <a:endParaRPr lang="ko-KR" altLang="en-US" sz="105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5978304" y="6584401"/>
                <a:ext cx="1422058" cy="171155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4</a:t>
                </a:r>
                <a:endParaRPr lang="ko-KR" altLang="en-US" sz="105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직사각형 27"/>
              <p:cNvSpPr/>
              <p:nvPr/>
            </p:nvSpPr>
            <p:spPr>
              <a:xfrm>
                <a:off x="1729572" y="6584401"/>
                <a:ext cx="1422059" cy="171155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이미지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1</a:t>
                </a:r>
                <a:endParaRPr lang="ko-KR" altLang="en-US" sz="105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직사각형 30"/>
            <p:cNvSpPr/>
            <p:nvPr/>
          </p:nvSpPr>
          <p:spPr>
            <a:xfrm>
              <a:off x="1997968" y="8189535"/>
              <a:ext cx="1701022" cy="50405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서비스 이용약관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732039" y="8198187"/>
              <a:ext cx="1626391" cy="49284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개인정보 처리 방침</a:t>
              </a: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5391476" y="8189360"/>
              <a:ext cx="1655655" cy="50405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고객서비스 센터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080175" y="8189361"/>
              <a:ext cx="1701023" cy="50167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영상정보처리기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/>
              </a:r>
              <a:br>
                <a:rPr lang="en-US" altLang="ko-KR" sz="800" b="1" dirty="0">
                  <a:solidFill>
                    <a:schemeClr val="tx1"/>
                  </a:solidFill>
                </a:rPr>
              </a:br>
              <a:r>
                <a:rPr lang="ko-KR" altLang="en-US" sz="800" b="1" dirty="0">
                  <a:solidFill>
                    <a:schemeClr val="tx1"/>
                  </a:solidFill>
                </a:rPr>
                <a:t>운영방침</a:t>
              </a:r>
            </a:p>
          </p:txBody>
        </p:sp>
        <p:grpSp>
          <p:nvGrpSpPr>
            <p:cNvPr id="8" name="그룹 18"/>
            <p:cNvGrpSpPr/>
            <p:nvPr/>
          </p:nvGrpSpPr>
          <p:grpSpPr>
            <a:xfrm>
              <a:off x="2003599" y="1799952"/>
              <a:ext cx="6778933" cy="506432"/>
              <a:chOff x="1945359" y="2983658"/>
              <a:chExt cx="5791681" cy="506432"/>
            </a:xfrm>
            <a:solidFill>
              <a:schemeClr val="accent1">
                <a:alpha val="80000"/>
              </a:schemeClr>
            </a:solidFill>
          </p:grpSpPr>
          <p:sp>
            <p:nvSpPr>
              <p:cNvPr id="20" name="직사각형 19"/>
              <p:cNvSpPr/>
              <p:nvPr/>
            </p:nvSpPr>
            <p:spPr>
              <a:xfrm>
                <a:off x="1945359" y="2983704"/>
                <a:ext cx="1439092" cy="5063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영화정보</a:t>
                </a: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3400749" y="2983658"/>
                <a:ext cx="1439092" cy="5063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갤러리</a:t>
                </a: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4849348" y="2983658"/>
                <a:ext cx="1439092" cy="5063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공식</a:t>
                </a:r>
                <a:r>
                  <a:rPr lang="en-US" altLang="ko-KR" sz="1050" b="1" dirty="0">
                    <a:solidFill>
                      <a:schemeClr val="tx1"/>
                    </a:solidFill>
                  </a:rPr>
                  <a:t>SNS</a:t>
                </a:r>
                <a:endParaRPr lang="ko-KR" altLang="en-US" sz="105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6297948" y="2983658"/>
                <a:ext cx="1439092" cy="5063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tx1"/>
                    </a:solidFill>
                  </a:rPr>
                  <a:t>이벤트</a:t>
                </a:r>
              </a:p>
            </p:txBody>
          </p:sp>
        </p:grpSp>
      </p:grpSp>
      <p:cxnSp>
        <p:nvCxnSpPr>
          <p:cNvPr id="13" name="직선 연결선 12"/>
          <p:cNvCxnSpPr/>
          <p:nvPr/>
        </p:nvCxnSpPr>
        <p:spPr>
          <a:xfrm>
            <a:off x="186201" y="580872"/>
            <a:ext cx="92465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2411859" y="5868541"/>
            <a:ext cx="4896544" cy="360040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29"/>
          <p:cNvGrpSpPr/>
          <p:nvPr/>
        </p:nvGrpSpPr>
        <p:grpSpPr>
          <a:xfrm>
            <a:off x="1648348" y="4648597"/>
            <a:ext cx="6428852" cy="1219953"/>
            <a:chOff x="611656" y="4685531"/>
            <a:chExt cx="4912844" cy="894978"/>
          </a:xfrm>
        </p:grpSpPr>
        <p:pic>
          <p:nvPicPr>
            <p:cNvPr id="3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11659" y="4695676"/>
              <a:ext cx="4896544" cy="380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" name="사다리꼴 33"/>
            <p:cNvSpPr/>
            <p:nvPr/>
          </p:nvSpPr>
          <p:spPr>
            <a:xfrm rot="10800000">
              <a:off x="611656" y="5076453"/>
              <a:ext cx="4912844" cy="504056"/>
            </a:xfrm>
            <a:prstGeom prst="trapezoid">
              <a:avLst>
                <a:gd name="adj" fmla="val 110035"/>
              </a:avLst>
            </a:prstGeom>
            <a:solidFill>
              <a:schemeClr val="accent4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614983" y="4685531"/>
              <a:ext cx="4893220" cy="380628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직사각형 28"/>
          <p:cNvSpPr/>
          <p:nvPr/>
        </p:nvSpPr>
        <p:spPr>
          <a:xfrm>
            <a:off x="251619" y="5687829"/>
            <a:ext cx="1872208" cy="828784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chemeClr val="tx1"/>
                </a:solidFill>
              </a:rPr>
              <a:t>6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. FOOTER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/>
          <p:cNvGrpSpPr/>
          <p:nvPr/>
        </p:nvGrpSpPr>
        <p:grpSpPr>
          <a:xfrm>
            <a:off x="191683" y="659123"/>
            <a:ext cx="5892584" cy="6068817"/>
            <a:chOff x="72083" y="1158294"/>
            <a:chExt cx="7544804" cy="77704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6" name="그룹 25"/>
            <p:cNvGrpSpPr/>
            <p:nvPr/>
          </p:nvGrpSpPr>
          <p:grpSpPr>
            <a:xfrm>
              <a:off x="72083" y="1158294"/>
              <a:ext cx="7544804" cy="7770450"/>
              <a:chOff x="648122" y="447253"/>
              <a:chExt cx="5976664" cy="6938339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648122" y="684138"/>
                <a:ext cx="5976664" cy="67014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50800" dist="114300" dir="30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" name="직사각형 4"/>
              <p:cNvSpPr/>
              <p:nvPr/>
            </p:nvSpPr>
            <p:spPr>
              <a:xfrm>
                <a:off x="648122" y="684138"/>
                <a:ext cx="5976664" cy="216024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874422" y="447253"/>
                <a:ext cx="936104" cy="21602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dirty="0" smtClean="0"/>
                  <a:t>메뉴</a:t>
                </a:r>
                <a:endParaRPr lang="ko-KR" altLang="en-US" sz="1100" dirty="0"/>
              </a:p>
            </p:txBody>
          </p:sp>
          <p:sp>
            <p:nvSpPr>
              <p:cNvPr id="7" name="직사각형 6"/>
              <p:cNvSpPr/>
              <p:nvPr/>
            </p:nvSpPr>
            <p:spPr>
              <a:xfrm>
                <a:off x="1728242" y="972170"/>
                <a:ext cx="3888432" cy="2088232"/>
              </a:xfrm>
              <a:prstGeom prst="rect">
                <a:avLst/>
              </a:prstGeom>
              <a:noFill/>
              <a:ln w="190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/>
              <p:cNvSpPr/>
              <p:nvPr/>
            </p:nvSpPr>
            <p:spPr>
              <a:xfrm>
                <a:off x="1970268" y="989624"/>
                <a:ext cx="1232040" cy="216024"/>
              </a:xfrm>
              <a:prstGeom prst="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50" b="1" dirty="0"/>
                  <a:t>이미지 슬라이드</a:t>
                </a:r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4392538" y="3420442"/>
                <a:ext cx="1224136" cy="1440160"/>
              </a:xfrm>
              <a:prstGeom prst="rect">
                <a:avLst/>
              </a:prstGeom>
              <a:noFill/>
              <a:ln w="190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1728242" y="3420442"/>
                <a:ext cx="2592288" cy="1440160"/>
              </a:xfrm>
              <a:prstGeom prst="rect">
                <a:avLst/>
              </a:prstGeom>
              <a:noFill/>
              <a:ln w="190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4638223" y="3441045"/>
                <a:ext cx="944653" cy="216024"/>
              </a:xfrm>
              <a:prstGeom prst="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 dirty="0"/>
                  <a:t>포스터</a:t>
                </a:r>
                <a:r>
                  <a:rPr lang="en-US" altLang="ko-KR" sz="1000" b="1" dirty="0"/>
                  <a:t>(</a:t>
                </a:r>
                <a:r>
                  <a:rPr lang="ko-KR" altLang="en-US" sz="1000" b="1" dirty="0"/>
                  <a:t>링크</a:t>
                </a:r>
                <a:r>
                  <a:rPr lang="en-US" altLang="ko-KR" sz="1000" b="1" dirty="0"/>
                  <a:t>)</a:t>
                </a:r>
                <a:endParaRPr lang="ko-KR" altLang="en-US" sz="1000" b="1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648664" y="447253"/>
                <a:ext cx="216024" cy="21602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500" b="1" dirty="0"/>
                  <a:t>1</a:t>
                </a:r>
                <a:endParaRPr lang="ko-KR" altLang="en-US" sz="1500" b="1" dirty="0"/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1747586" y="989624"/>
                <a:ext cx="216024" cy="216024"/>
              </a:xfrm>
              <a:prstGeom prst="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500" b="1" dirty="0"/>
                  <a:t>2</a:t>
                </a:r>
                <a:endParaRPr lang="ko-KR" altLang="en-US" sz="1500" b="1" dirty="0"/>
              </a:p>
            </p:txBody>
          </p:sp>
          <p:grpSp>
            <p:nvGrpSpPr>
              <p:cNvPr id="22" name="그룹 21"/>
              <p:cNvGrpSpPr/>
              <p:nvPr/>
            </p:nvGrpSpPr>
            <p:grpSpPr>
              <a:xfrm>
                <a:off x="1745880" y="3441045"/>
                <a:ext cx="1160492" cy="216024"/>
                <a:chOff x="1745880" y="3441045"/>
                <a:chExt cx="1160492" cy="216024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1970268" y="3441045"/>
                  <a:ext cx="936104" cy="216024"/>
                </a:xfrm>
                <a:prstGeom prst="rect">
                  <a:avLst/>
                </a:prstGeom>
                <a:solidFill>
                  <a:schemeClr val="accent5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/>
                    <a:t>동영상</a:t>
                  </a:r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1745880" y="3441045"/>
                  <a:ext cx="216024" cy="216024"/>
                </a:xfrm>
                <a:prstGeom prst="rect">
                  <a:avLst/>
                </a:prstGeom>
                <a:solidFill>
                  <a:schemeClr val="accent5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500" b="1" dirty="0"/>
                    <a:t>3</a:t>
                  </a:r>
                  <a:endParaRPr lang="ko-KR" altLang="en-US" sz="1500" b="1" dirty="0"/>
                </a:p>
              </p:txBody>
            </p:sp>
          </p:grpSp>
          <p:sp>
            <p:nvSpPr>
              <p:cNvPr id="19" name="직사각형 18"/>
              <p:cNvSpPr/>
              <p:nvPr/>
            </p:nvSpPr>
            <p:spPr>
              <a:xfrm>
                <a:off x="4412465" y="3441045"/>
                <a:ext cx="216024" cy="216024"/>
              </a:xfrm>
              <a:prstGeom prst="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500" b="1" dirty="0"/>
                  <a:t>4</a:t>
                </a:r>
                <a:endParaRPr lang="ko-KR" altLang="en-US" sz="1500" b="1" dirty="0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1728242" y="5055062"/>
                <a:ext cx="3866108" cy="1005484"/>
              </a:xfrm>
              <a:prstGeom prst="rect">
                <a:avLst/>
              </a:prstGeom>
              <a:noFill/>
              <a:ln w="190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3" name="그룹 22"/>
              <p:cNvGrpSpPr/>
              <p:nvPr/>
            </p:nvGrpSpPr>
            <p:grpSpPr>
              <a:xfrm>
                <a:off x="1745879" y="5072347"/>
                <a:ext cx="928657" cy="216024"/>
                <a:chOff x="1745879" y="3416163"/>
                <a:chExt cx="928657" cy="216024"/>
              </a:xfrm>
            </p:grpSpPr>
            <p:sp>
              <p:nvSpPr>
                <p:cNvPr id="24" name="직사각형 23"/>
                <p:cNvSpPr/>
                <p:nvPr/>
              </p:nvSpPr>
              <p:spPr>
                <a:xfrm>
                  <a:off x="1970268" y="3416163"/>
                  <a:ext cx="704268" cy="216024"/>
                </a:xfrm>
                <a:prstGeom prst="rect">
                  <a:avLst/>
                </a:prstGeom>
                <a:solidFill>
                  <a:schemeClr val="accent5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50" b="1" dirty="0"/>
                    <a:t>갤러리</a:t>
                  </a:r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1745879" y="3416163"/>
                  <a:ext cx="216024" cy="216024"/>
                </a:xfrm>
                <a:prstGeom prst="rect">
                  <a:avLst/>
                </a:prstGeom>
                <a:solidFill>
                  <a:schemeClr val="accent5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500" b="1" dirty="0"/>
                    <a:t>5</a:t>
                  </a:r>
                  <a:endParaRPr lang="ko-KR" altLang="en-US" sz="1500" b="1" dirty="0"/>
                </a:p>
              </p:txBody>
            </p:sp>
          </p:grpSp>
        </p:grpSp>
        <p:sp>
          <p:nvSpPr>
            <p:cNvPr id="30" name="직사각형 29"/>
            <p:cNvSpPr/>
            <p:nvPr/>
          </p:nvSpPr>
          <p:spPr>
            <a:xfrm>
              <a:off x="1368227" y="7458075"/>
              <a:ext cx="5328592" cy="147066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68227" y="7488584"/>
              <a:ext cx="4968552" cy="4255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7" name="TextBox 56"/>
          <p:cNvSpPr txBox="1"/>
          <p:nvPr/>
        </p:nvSpPr>
        <p:spPr>
          <a:xfrm>
            <a:off x="151920" y="191652"/>
            <a:ext cx="1993403" cy="389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1136" tIns="55568" rIns="111136" bIns="55568" rtlCol="0">
            <a:spAutoFit/>
          </a:bodyPr>
          <a:lstStyle/>
          <a:p>
            <a:r>
              <a:rPr lang="ko-KR" altLang="en-US" sz="1800" b="1" dirty="0" smtClean="0"/>
              <a:t>메인 페이지</a:t>
            </a:r>
            <a:endParaRPr lang="ko-KR" altLang="en-US" sz="1800" b="1" dirty="0"/>
          </a:p>
        </p:txBody>
      </p:sp>
      <p:cxnSp>
        <p:nvCxnSpPr>
          <p:cNvPr id="58" name="직선 연결선 57"/>
          <p:cNvCxnSpPr/>
          <p:nvPr/>
        </p:nvCxnSpPr>
        <p:spPr>
          <a:xfrm>
            <a:off x="186201" y="580872"/>
            <a:ext cx="92465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1256609" y="5598052"/>
            <a:ext cx="3809800" cy="34249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273997" y="5615077"/>
            <a:ext cx="212120" cy="19438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/>
              <a:t>6</a:t>
            </a:r>
            <a:endParaRPr lang="ko-KR" altLang="en-US" sz="1500" b="1" dirty="0"/>
          </a:p>
        </p:txBody>
      </p:sp>
      <p:sp>
        <p:nvSpPr>
          <p:cNvPr id="62" name="직사각형 61"/>
          <p:cNvSpPr/>
          <p:nvPr/>
        </p:nvSpPr>
        <p:spPr>
          <a:xfrm>
            <a:off x="1495229" y="5615077"/>
            <a:ext cx="694360" cy="19438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FOOTER</a:t>
            </a:r>
            <a:endParaRPr lang="ko-KR" altLang="en-US" sz="1000" b="1" dirty="0"/>
          </a:p>
        </p:txBody>
      </p:sp>
      <p:sp>
        <p:nvSpPr>
          <p:cNvPr id="59" name="직사각형 58"/>
          <p:cNvSpPr/>
          <p:nvPr/>
        </p:nvSpPr>
        <p:spPr>
          <a:xfrm>
            <a:off x="6770574" y="866321"/>
            <a:ext cx="2662168" cy="82878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</a:rPr>
              <a:t>1.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메뉴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000" b="1" dirty="0" err="1" smtClean="0">
                <a:solidFill>
                  <a:schemeClr val="tx1"/>
                </a:solidFill>
              </a:rPr>
              <a:t>Dropdownmenu</a:t>
            </a:r>
            <a:endParaRPr lang="en-US" altLang="ko-KR" sz="1000" b="1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tx1"/>
                </a:solidFill>
              </a:rPr>
              <a:t>마우스 커서를 올리면 메뉴 배경색 변경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tx1"/>
                </a:solidFill>
              </a:rPr>
              <a:t>커서 올릴 시 하위 메뉴가 나타남</a:t>
            </a:r>
            <a:endParaRPr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6770574" y="1733421"/>
            <a:ext cx="2665692" cy="831678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chemeClr val="tx1"/>
                </a:solidFill>
              </a:rPr>
              <a:t>2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.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이미지 슬라이드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000" b="1" dirty="0" smtClean="0">
                <a:solidFill>
                  <a:schemeClr val="tx1"/>
                </a:solidFill>
              </a:rPr>
              <a:t>cycle-slideshow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tx1"/>
                </a:solidFill>
              </a:rPr>
              <a:t>이미지가 </a:t>
            </a:r>
            <a:r>
              <a:rPr lang="en-US" altLang="ko-KR" sz="1000" dirty="0" smtClean="0">
                <a:solidFill>
                  <a:schemeClr val="tx1"/>
                </a:solidFill>
              </a:rPr>
              <a:t>4</a:t>
            </a:r>
            <a:r>
              <a:rPr lang="ko-KR" altLang="en-US" sz="1000" dirty="0" smtClean="0">
                <a:solidFill>
                  <a:schemeClr val="tx1"/>
                </a:solidFill>
              </a:rPr>
              <a:t>초마다 바뀜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770574" y="2603413"/>
            <a:ext cx="2665692" cy="831677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</a:rPr>
              <a:t>3.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동영상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000" b="1" dirty="0" smtClean="0">
                <a:solidFill>
                  <a:schemeClr val="tx1"/>
                </a:solidFill>
              </a:rPr>
              <a:t>video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tx1"/>
                </a:solidFill>
              </a:rPr>
              <a:t>동영상을 재생 키실 수 있다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770574" y="3473405"/>
            <a:ext cx="2662168" cy="831678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chemeClr val="tx1"/>
                </a:solidFill>
              </a:rPr>
              <a:t>4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.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영화 포스터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000" b="1" dirty="0" smtClean="0">
                <a:solidFill>
                  <a:schemeClr val="tx1"/>
                </a:solidFill>
              </a:rPr>
              <a:t>&lt;a </a:t>
            </a:r>
            <a:r>
              <a:rPr lang="en-US" altLang="ko-KR" sz="1000" b="1" dirty="0" err="1" smtClean="0">
                <a:solidFill>
                  <a:schemeClr val="tx1"/>
                </a:solidFill>
              </a:rPr>
              <a:t>href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=“”&gt;&lt;/a&gt;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>
                <a:solidFill>
                  <a:schemeClr val="tx1"/>
                </a:solidFill>
              </a:rPr>
              <a:t>영화 포스터 클릭 시 해당 사이트로 이동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6770574" y="4343398"/>
            <a:ext cx="2662168" cy="834569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</a:rPr>
              <a:t>5.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갤러리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770574" y="5216282"/>
            <a:ext cx="2662168" cy="828784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chemeClr val="tx1"/>
                </a:solidFill>
              </a:rPr>
              <a:t>6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. FOOTER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384</Words>
  <Application>Microsoft Office PowerPoint</Application>
  <PresentationFormat>사용자 지정</PresentationFormat>
  <Paragraphs>161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kitcoop</dc:creator>
  <cp:lastModifiedBy>kitcoop</cp:lastModifiedBy>
  <cp:revision>173</cp:revision>
  <dcterms:created xsi:type="dcterms:W3CDTF">2017-05-23T09:52:56Z</dcterms:created>
  <dcterms:modified xsi:type="dcterms:W3CDTF">2017-05-26T08:28:36Z</dcterms:modified>
</cp:coreProperties>
</file>