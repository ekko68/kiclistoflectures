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-1482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253F2-BD08-4158-B833-F36B2506DE72}" type="datetimeFigureOut">
              <a:rPr lang="ko-KR" altLang="en-US" smtClean="0"/>
              <a:t>2017-08-07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5AFA6D-3E31-4157-B677-45F445D0B055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err="1" smtClean="0"/>
              <a:t>jQuery</a:t>
            </a:r>
            <a:r>
              <a:rPr lang="en-US" altLang="ko-KR" dirty="0" smtClean="0"/>
              <a:t> </a:t>
            </a:r>
            <a:r>
              <a:rPr lang="ko-KR" altLang="en-US" dirty="0" smtClean="0"/>
              <a:t>간단한 활용예제</a:t>
            </a:r>
            <a:endParaRPr lang="ko-KR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1.Tabmenu </a:t>
            </a:r>
            <a:r>
              <a:rPr lang="ko-KR" altLang="en-US" sz="2400" dirty="0" smtClean="0"/>
              <a:t>형태</a:t>
            </a:r>
            <a:endParaRPr lang="ko-KR" altLang="en-US" sz="24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1628800"/>
            <a:ext cx="7334250" cy="4476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2.SlideMenu</a:t>
            </a:r>
            <a:endParaRPr lang="ko-KR" altLang="en-US" sz="24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79712" y="1556792"/>
            <a:ext cx="5544616" cy="47954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아래쪽 화살표 4"/>
          <p:cNvSpPr/>
          <p:nvPr/>
        </p:nvSpPr>
        <p:spPr>
          <a:xfrm rot="2886334">
            <a:off x="5782790" y="5105084"/>
            <a:ext cx="504056" cy="57606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6372200" y="4653136"/>
            <a:ext cx="25074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클릭시</a:t>
            </a:r>
            <a:r>
              <a:rPr lang="ko-KR" altLang="en-US" b="1" dirty="0" smtClean="0">
                <a:solidFill>
                  <a:srgbClr val="FF0000"/>
                </a:solidFill>
              </a:rPr>
              <a:t> 선택된 항목은 </a:t>
            </a:r>
            <a:endParaRPr lang="en-US" altLang="ko-KR" b="1" dirty="0" smtClean="0">
              <a:solidFill>
                <a:srgbClr val="FF0000"/>
              </a:solidFill>
            </a:endParaRPr>
          </a:p>
          <a:p>
            <a:r>
              <a:rPr lang="ko-KR" altLang="en-US" b="1" dirty="0" smtClean="0">
                <a:solidFill>
                  <a:srgbClr val="FF0000"/>
                </a:solidFill>
              </a:rPr>
              <a:t>위로 천천히 올라간다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2400" dirty="0" smtClean="0"/>
              <a:t>3.Slideimage </a:t>
            </a:r>
            <a:r>
              <a:rPr lang="ko-KR" altLang="en-US" sz="2400" dirty="0" smtClean="0"/>
              <a:t>형 </a:t>
            </a:r>
            <a:endParaRPr lang="ko-KR" altLang="en-US" sz="24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27584" y="1484784"/>
            <a:ext cx="7505700" cy="4391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15</Words>
  <Application>Microsoft Office PowerPoint</Application>
  <PresentationFormat>화면 슬라이드 쇼(4:3)</PresentationFormat>
  <Paragraphs>6</Paragraphs>
  <Slides>4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5" baseType="lpstr">
      <vt:lpstr>Office 테마</vt:lpstr>
      <vt:lpstr>jQuery 간단한 활용예제</vt:lpstr>
      <vt:lpstr>1.Tabmenu 형태</vt:lpstr>
      <vt:lpstr>2.SlideMenu</vt:lpstr>
      <vt:lpstr>3.Slideimage 형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jQuery 간단한 활용예제</dc:title>
  <dc:creator>이연수님</dc:creator>
  <cp:lastModifiedBy>이연수님</cp:lastModifiedBy>
  <cp:revision>1</cp:revision>
  <dcterms:created xsi:type="dcterms:W3CDTF">2017-08-07T10:38:25Z</dcterms:created>
  <dcterms:modified xsi:type="dcterms:W3CDTF">2017-08-07T10:45:37Z</dcterms:modified>
</cp:coreProperties>
</file>