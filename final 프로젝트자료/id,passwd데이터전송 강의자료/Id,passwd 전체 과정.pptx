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9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3246-2C87-4BEE-B1CF-E6B88EF8C5BA}" type="datetimeFigureOut">
              <a:rPr lang="ko-KR" altLang="en-US" smtClean="0"/>
              <a:t>2015-06-29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BD4C-5CC8-4434-A009-FFF697EC97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992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3246-2C87-4BEE-B1CF-E6B88EF8C5BA}" type="datetimeFigureOut">
              <a:rPr lang="ko-KR" altLang="en-US" smtClean="0"/>
              <a:t>2015-06-29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BD4C-5CC8-4434-A009-FFF697EC97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879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3246-2C87-4BEE-B1CF-E6B88EF8C5BA}" type="datetimeFigureOut">
              <a:rPr lang="ko-KR" altLang="en-US" smtClean="0"/>
              <a:t>2015-06-29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BD4C-5CC8-4434-A009-FFF697EC97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335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3246-2C87-4BEE-B1CF-E6B88EF8C5BA}" type="datetimeFigureOut">
              <a:rPr lang="ko-KR" altLang="en-US" smtClean="0"/>
              <a:t>2015-06-29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BD4C-5CC8-4434-A009-FFF697EC97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355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3246-2C87-4BEE-B1CF-E6B88EF8C5BA}" type="datetimeFigureOut">
              <a:rPr lang="ko-KR" altLang="en-US" smtClean="0"/>
              <a:t>2015-06-29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BD4C-5CC8-4434-A009-FFF697EC97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151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3246-2C87-4BEE-B1CF-E6B88EF8C5BA}" type="datetimeFigureOut">
              <a:rPr lang="ko-KR" altLang="en-US" smtClean="0"/>
              <a:t>2015-06-29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BD4C-5CC8-4434-A009-FFF697EC97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802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3246-2C87-4BEE-B1CF-E6B88EF8C5BA}" type="datetimeFigureOut">
              <a:rPr lang="ko-KR" altLang="en-US" smtClean="0"/>
              <a:t>2015-06-29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BD4C-5CC8-4434-A009-FFF697EC97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31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3246-2C87-4BEE-B1CF-E6B88EF8C5BA}" type="datetimeFigureOut">
              <a:rPr lang="ko-KR" altLang="en-US" smtClean="0"/>
              <a:t>2015-06-29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BD4C-5CC8-4434-A009-FFF697EC97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91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3246-2C87-4BEE-B1CF-E6B88EF8C5BA}" type="datetimeFigureOut">
              <a:rPr lang="ko-KR" altLang="en-US" smtClean="0"/>
              <a:t>2015-06-29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BD4C-5CC8-4434-A009-FFF697EC97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722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3246-2C87-4BEE-B1CF-E6B88EF8C5BA}" type="datetimeFigureOut">
              <a:rPr lang="ko-KR" altLang="en-US" smtClean="0"/>
              <a:t>2015-06-29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BD4C-5CC8-4434-A009-FFF697EC97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59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3246-2C87-4BEE-B1CF-E6B88EF8C5BA}" type="datetimeFigureOut">
              <a:rPr lang="ko-KR" altLang="en-US" smtClean="0"/>
              <a:t>2015-06-29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BD4C-5CC8-4434-A009-FFF697EC97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23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83246-2C87-4BEE-B1CF-E6B88EF8C5BA}" type="datetimeFigureOut">
              <a:rPr lang="ko-KR" altLang="en-US" smtClean="0"/>
              <a:t>2015-06-29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ABD4C-5CC8-4434-A009-FFF697EC97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94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55576" y="1052736"/>
            <a:ext cx="7772400" cy="1470025"/>
          </a:xfrm>
        </p:spPr>
        <p:txBody>
          <a:bodyPr/>
          <a:lstStyle/>
          <a:p>
            <a:r>
              <a:rPr lang="en-US" altLang="ko-KR" dirty="0" err="1" smtClean="0"/>
              <a:t>Id,passwd</a:t>
            </a:r>
            <a:r>
              <a:rPr lang="en-US" altLang="ko-KR" dirty="0" smtClean="0"/>
              <a:t> </a:t>
            </a:r>
            <a:r>
              <a:rPr lang="ko-KR" altLang="en-US" dirty="0" smtClean="0"/>
              <a:t>전체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6777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/>
          <p:cNvSpPr/>
          <p:nvPr/>
        </p:nvSpPr>
        <p:spPr>
          <a:xfrm>
            <a:off x="2198492" y="584684"/>
            <a:ext cx="1584176" cy="136815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339752" y="945594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공개키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개인키 생성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90310" y="213285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LoginFormServlet</a:t>
            </a:r>
            <a:endParaRPr lang="ko-KR" altLang="en-US" dirty="0"/>
          </a:p>
        </p:txBody>
      </p:sp>
      <p:sp>
        <p:nvSpPr>
          <p:cNvPr id="7" name="오른쪽 화살표 6"/>
          <p:cNvSpPr/>
          <p:nvPr/>
        </p:nvSpPr>
        <p:spPr>
          <a:xfrm>
            <a:off x="1619672" y="1268759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79512" y="1268760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</a:t>
            </a:r>
            <a:r>
              <a:rPr lang="en-US" altLang="ko-KR" dirty="0" err="1" smtClean="0"/>
              <a:t>ndex.jsp</a:t>
            </a:r>
            <a:endParaRPr lang="ko-KR" altLang="en-US" dirty="0"/>
          </a:p>
        </p:txBody>
      </p:sp>
      <p:sp>
        <p:nvSpPr>
          <p:cNvPr id="9" name="오른쪽 화살표 8"/>
          <p:cNvSpPr/>
          <p:nvPr/>
        </p:nvSpPr>
        <p:spPr>
          <a:xfrm>
            <a:off x="4355976" y="1124744"/>
            <a:ext cx="720080" cy="4671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5508104" y="596960"/>
            <a:ext cx="1584176" cy="136815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649364" y="95787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공개키 전달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091256" y="213285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logForm.jsp</a:t>
            </a:r>
            <a:r>
              <a:rPr lang="ko-KR" altLang="en-US" dirty="0" smtClean="0"/>
              <a:t>로 전환</a:t>
            </a:r>
            <a:endParaRPr lang="ko-KR" altLang="en-US" dirty="0"/>
          </a:p>
        </p:txBody>
      </p:sp>
      <p:sp>
        <p:nvSpPr>
          <p:cNvPr id="13" name="아래쪽 화살표 12"/>
          <p:cNvSpPr/>
          <p:nvPr/>
        </p:nvSpPr>
        <p:spPr>
          <a:xfrm>
            <a:off x="6427544" y="2672368"/>
            <a:ext cx="360040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5292080" y="3383880"/>
            <a:ext cx="2952328" cy="936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5578844" y="3527774"/>
            <a:ext cx="2844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login.js</a:t>
            </a:r>
            <a:r>
              <a:rPr lang="ko-KR" altLang="en-US" dirty="0" smtClean="0"/>
              <a:t>로 </a:t>
            </a:r>
            <a:r>
              <a:rPr lang="ko-KR" altLang="en-US" dirty="0" err="1" smtClean="0"/>
              <a:t>공개키전달</a:t>
            </a:r>
            <a:endParaRPr lang="en-US" altLang="ko-KR" dirty="0" smtClean="0"/>
          </a:p>
          <a:p>
            <a:r>
              <a:rPr lang="en-US" altLang="ko-KR" dirty="0" smtClean="0"/>
              <a:t>=&gt;</a:t>
            </a:r>
            <a:r>
              <a:rPr lang="en-US" altLang="ko-KR" dirty="0" err="1" smtClean="0"/>
              <a:t>id,passwd</a:t>
            </a:r>
            <a:r>
              <a:rPr lang="en-US" altLang="ko-KR" dirty="0" smtClean="0"/>
              <a:t> </a:t>
            </a:r>
            <a:r>
              <a:rPr lang="ko-KR" altLang="en-US" dirty="0" smtClean="0"/>
              <a:t>암호화시킴</a:t>
            </a:r>
            <a:endParaRPr lang="ko-KR" altLang="en-US" dirty="0"/>
          </a:p>
        </p:txBody>
      </p:sp>
      <p:sp>
        <p:nvSpPr>
          <p:cNvPr id="16" name="아래쪽 화살표 15"/>
          <p:cNvSpPr/>
          <p:nvPr/>
        </p:nvSpPr>
        <p:spPr>
          <a:xfrm>
            <a:off x="6516216" y="4581128"/>
            <a:ext cx="360040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5904148" y="5196016"/>
            <a:ext cx="1584176" cy="136815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7039486" y="4479787"/>
            <a:ext cx="170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암호화된 </a:t>
            </a:r>
            <a:r>
              <a:rPr lang="en-US" altLang="ko-KR" dirty="0" smtClean="0"/>
              <a:t>id,</a:t>
            </a:r>
          </a:p>
          <a:p>
            <a:r>
              <a:rPr lang="en-US" altLang="ko-KR" dirty="0" err="1" smtClean="0"/>
              <a:t>Passwd</a:t>
            </a:r>
            <a:r>
              <a:rPr lang="en-US" altLang="ko-KR" dirty="0" smtClean="0"/>
              <a:t> </a:t>
            </a:r>
            <a:r>
              <a:rPr lang="ko-KR" altLang="en-US" dirty="0" smtClean="0"/>
              <a:t>전송</a:t>
            </a:r>
            <a:endParaRPr lang="en-US" altLang="ko-KR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5976156" y="5556925"/>
            <a:ext cx="170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solidFill>
                  <a:srgbClr val="FF0000"/>
                </a:solidFill>
              </a:rPr>
              <a:t>개인키를</a:t>
            </a:r>
            <a:r>
              <a:rPr lang="ko-KR" altLang="en-US" dirty="0" smtClean="0">
                <a:solidFill>
                  <a:srgbClr val="FF0000"/>
                </a:solidFill>
              </a:rPr>
              <a:t> 이용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해서 </a:t>
            </a:r>
            <a:r>
              <a:rPr lang="ko-KR" altLang="en-US" dirty="0" err="1" smtClean="0">
                <a:solidFill>
                  <a:srgbClr val="FF0000"/>
                </a:solidFill>
              </a:rPr>
              <a:t>복호화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45408" y="6483019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LoginServlet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491880" y="400018"/>
            <a:ext cx="2679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비밀키</a:t>
            </a:r>
            <a:r>
              <a:rPr lang="en-US" altLang="ko-KR" b="1" dirty="0" smtClean="0">
                <a:solidFill>
                  <a:srgbClr val="FF0000"/>
                </a:solidFill>
              </a:rPr>
              <a:t>-&gt;</a:t>
            </a:r>
            <a:r>
              <a:rPr lang="ko-KR" altLang="en-US" b="1" dirty="0" smtClean="0">
                <a:solidFill>
                  <a:srgbClr val="FF0000"/>
                </a:solidFill>
              </a:rPr>
              <a:t>세션에 저장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2" name="아래쪽 화살표 21"/>
          <p:cNvSpPr/>
          <p:nvPr/>
        </p:nvSpPr>
        <p:spPr>
          <a:xfrm rot="5400000">
            <a:off x="4571297" y="5594977"/>
            <a:ext cx="460452" cy="4643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961710" y="5227477"/>
            <a:ext cx="21962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l</a:t>
            </a:r>
            <a:r>
              <a:rPr lang="en-US" altLang="ko-KR" dirty="0" err="1" smtClean="0"/>
              <a:t>ogin.jsp</a:t>
            </a:r>
            <a:r>
              <a:rPr lang="ko-KR" altLang="en-US" dirty="0" smtClean="0"/>
              <a:t>파일에서 </a:t>
            </a:r>
            <a:r>
              <a:rPr lang="ko-KR" altLang="en-US" dirty="0" err="1" smtClean="0"/>
              <a:t>복호화된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id,passwd</a:t>
            </a:r>
            <a:r>
              <a:rPr lang="ko-KR" altLang="en-US" dirty="0" smtClean="0"/>
              <a:t>를 출력</a:t>
            </a:r>
            <a:endParaRPr lang="ko-KR" altLang="en-US" dirty="0"/>
          </a:p>
        </p:txBody>
      </p:sp>
      <p:sp>
        <p:nvSpPr>
          <p:cNvPr id="24" name="아래쪽 화살표 23"/>
          <p:cNvSpPr/>
          <p:nvPr/>
        </p:nvSpPr>
        <p:spPr>
          <a:xfrm rot="18571692">
            <a:off x="5649364" y="5126118"/>
            <a:ext cx="326792" cy="3191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4139952" y="4484833"/>
            <a:ext cx="2013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세션에서 개인키 가져옴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839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43</Words>
  <Application>Microsoft Office PowerPoint</Application>
  <PresentationFormat>화면 슬라이드 쇼(4:3)</PresentationFormat>
  <Paragraphs>17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Id,passwd 전체 과정</vt:lpstr>
      <vt:lpstr>PowerPoint 프레젠테이션</vt:lpstr>
    </vt:vector>
  </TitlesOfParts>
  <Company>XP R2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Id,passwd 전체 과정</dc:title>
  <dc:creator>User</dc:creator>
  <cp:lastModifiedBy>User</cp:lastModifiedBy>
  <cp:revision>3</cp:revision>
  <dcterms:created xsi:type="dcterms:W3CDTF">2015-06-29T13:37:04Z</dcterms:created>
  <dcterms:modified xsi:type="dcterms:W3CDTF">2015-06-29T13:54:09Z</dcterms:modified>
</cp:coreProperties>
</file>