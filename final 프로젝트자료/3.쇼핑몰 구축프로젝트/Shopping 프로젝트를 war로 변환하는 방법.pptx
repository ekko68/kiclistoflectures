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016CC-FAD5-474C-9BBE-2082D7B2588B}" type="datetimeFigureOut">
              <a:rPr lang="ko-KR" altLang="en-US" smtClean="0"/>
              <a:t>2017-01-23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71F7D-1109-4FB8-B620-BD39C0B614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Shopping </a:t>
            </a:r>
            <a:r>
              <a:rPr lang="ko-KR" altLang="en-US" dirty="0" smtClean="0"/>
              <a:t>프로젝트를</a:t>
            </a:r>
            <a:r>
              <a:rPr lang="en-US" altLang="ko-KR" dirty="0"/>
              <a:t> </a:t>
            </a:r>
            <a:r>
              <a:rPr lang="en-US" altLang="ko-KR" dirty="0" smtClean="0"/>
              <a:t>war</a:t>
            </a:r>
            <a:r>
              <a:rPr lang="ko-KR" altLang="en-US" dirty="0" smtClean="0"/>
              <a:t>로 변환하는 방법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test2 </a:t>
            </a:r>
            <a:r>
              <a:rPr lang="ko-KR" altLang="en-US" sz="3200" dirty="0" smtClean="0"/>
              <a:t>폴더를 생성하고 </a:t>
            </a:r>
            <a:r>
              <a:rPr lang="en-US" altLang="ko-KR" sz="3200" dirty="0" smtClean="0"/>
              <a:t>shopping</a:t>
            </a:r>
            <a:r>
              <a:rPr lang="ko-KR" altLang="en-US" sz="3200" dirty="0" smtClean="0"/>
              <a:t>복사</a:t>
            </a:r>
            <a:endParaRPr lang="ko-KR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85926"/>
            <a:ext cx="75723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2425406">
            <a:off x="3676728" y="2613227"/>
            <a:ext cx="285752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j</a:t>
            </a:r>
            <a:r>
              <a:rPr lang="en-US" altLang="ko-KR" dirty="0" smtClean="0"/>
              <a:t>ar </a:t>
            </a:r>
            <a:r>
              <a:rPr lang="en-US" altLang="ko-KR" dirty="0" err="1" smtClean="0"/>
              <a:t>cvf</a:t>
            </a:r>
            <a:r>
              <a:rPr lang="en-US" altLang="ko-KR" dirty="0" smtClean="0"/>
              <a:t> </a:t>
            </a:r>
            <a:r>
              <a:rPr lang="ko-KR" altLang="en-US" dirty="0" smtClean="0"/>
              <a:t>압축파일명</a:t>
            </a:r>
            <a:r>
              <a:rPr lang="en-US" altLang="ko-KR" dirty="0" smtClean="0"/>
              <a:t>.war</a:t>
            </a:r>
            <a:r>
              <a:rPr lang="ko-KR" altLang="en-US" dirty="0" smtClean="0"/>
              <a:t> 압축대상자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71612"/>
            <a:ext cx="73056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7308091">
            <a:off x="4741099" y="4765294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214942" y="4786322"/>
            <a:ext cx="3802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Shopping</a:t>
            </a:r>
            <a:r>
              <a:rPr lang="ko-KR" altLang="en-US" dirty="0" smtClean="0"/>
              <a:t>폴더가 들어가 있는</a:t>
            </a:r>
            <a:endParaRPr lang="en-US" altLang="ko-KR" dirty="0" smtClean="0"/>
          </a:p>
          <a:p>
            <a:r>
              <a:rPr lang="ko-KR" altLang="en-US" dirty="0" smtClean="0"/>
              <a:t>폴더로 전환한 후</a:t>
            </a:r>
            <a:endParaRPr lang="en-US" altLang="ko-KR" dirty="0" smtClean="0"/>
          </a:p>
          <a:p>
            <a:r>
              <a:rPr lang="en-US" altLang="ko-KR" b="1" dirty="0">
                <a:solidFill>
                  <a:srgbClr val="FF0000"/>
                </a:solidFill>
              </a:rPr>
              <a:t>j</a:t>
            </a:r>
            <a:r>
              <a:rPr lang="en-US" altLang="ko-KR" b="1" dirty="0" smtClean="0">
                <a:solidFill>
                  <a:srgbClr val="FF0000"/>
                </a:solidFill>
              </a:rPr>
              <a:t>ar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cvf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압축파일명</a:t>
            </a:r>
            <a:r>
              <a:rPr lang="en-US" altLang="ko-KR" b="1" dirty="0" smtClean="0">
                <a:solidFill>
                  <a:srgbClr val="FF0000"/>
                </a:solidFill>
              </a:rPr>
              <a:t>.war </a:t>
            </a:r>
            <a:r>
              <a:rPr lang="ko-KR" altLang="en-US" b="1" dirty="0" smtClean="0">
                <a:solidFill>
                  <a:srgbClr val="FF0000"/>
                </a:solidFill>
              </a:rPr>
              <a:t>압축대상자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실행결과 확인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00174"/>
            <a:ext cx="7848600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5400000">
            <a:off x="3857620" y="2857496"/>
            <a:ext cx="357190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</Words>
  <Application>Microsoft Office PowerPoint</Application>
  <PresentationFormat>화면 슬라이드 쇼(4:3)</PresentationFormat>
  <Paragraphs>7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Shopping 프로젝트를 war로 변환하는 방법</vt:lpstr>
      <vt:lpstr>test2 폴더를 생성하고 shopping복사</vt:lpstr>
      <vt:lpstr>jar cvf 압축파일명.war 압축대상자</vt:lpstr>
      <vt:lpstr>실행결과 확인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프로젝트를 war로 변환하는 방법</dc:title>
  <dc:creator>kitcoop</dc:creator>
  <cp:lastModifiedBy>kitcoop</cp:lastModifiedBy>
  <cp:revision>2</cp:revision>
  <dcterms:created xsi:type="dcterms:W3CDTF">2017-01-23T07:45:27Z</dcterms:created>
  <dcterms:modified xsi:type="dcterms:W3CDTF">2017-01-23T07:52:20Z</dcterms:modified>
</cp:coreProperties>
</file>