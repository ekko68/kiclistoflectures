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8A45-A626-45FC-B0A1-2B76B3974E9C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B602D-F8F3-456B-8265-0B8ECD2FF6C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8A45-A626-45FC-B0A1-2B76B3974E9C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B602D-F8F3-456B-8265-0B8ECD2FF6C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8A45-A626-45FC-B0A1-2B76B3974E9C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B602D-F8F3-456B-8265-0B8ECD2FF6C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8A45-A626-45FC-B0A1-2B76B3974E9C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B602D-F8F3-456B-8265-0B8ECD2FF6C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8A45-A626-45FC-B0A1-2B76B3974E9C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B602D-F8F3-456B-8265-0B8ECD2FF6C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8A45-A626-45FC-B0A1-2B76B3974E9C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B602D-F8F3-456B-8265-0B8ECD2FF6C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8A45-A626-45FC-B0A1-2B76B3974E9C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B602D-F8F3-456B-8265-0B8ECD2FF6C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8A45-A626-45FC-B0A1-2B76B3974E9C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B602D-F8F3-456B-8265-0B8ECD2FF6C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8A45-A626-45FC-B0A1-2B76B3974E9C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B602D-F8F3-456B-8265-0B8ECD2FF6C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8A45-A626-45FC-B0A1-2B76B3974E9C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B602D-F8F3-456B-8265-0B8ECD2FF6C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8A45-A626-45FC-B0A1-2B76B3974E9C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B602D-F8F3-456B-8265-0B8ECD2FF6C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8A45-A626-45FC-B0A1-2B76B3974E9C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B602D-F8F3-456B-8265-0B8ECD2FF6C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ko-KR" altLang="en-US" dirty="0" smtClean="0"/>
              <a:t>쿠키 </a:t>
            </a:r>
            <a:r>
              <a:rPr lang="ko-KR" altLang="en-US" dirty="0" err="1" smtClean="0"/>
              <a:t>대칭키</a:t>
            </a:r>
            <a:r>
              <a:rPr lang="ko-KR" altLang="en-US" dirty="0" smtClean="0"/>
              <a:t> 알고리즘 암호화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187624" y="2060848"/>
            <a:ext cx="1440160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비밀 키</a:t>
            </a:r>
            <a:endParaRPr lang="ko-KR" altLang="en-US" dirty="0"/>
          </a:p>
        </p:txBody>
      </p:sp>
      <p:sp>
        <p:nvSpPr>
          <p:cNvPr id="6" name="타원 5"/>
          <p:cNvSpPr/>
          <p:nvPr/>
        </p:nvSpPr>
        <p:spPr>
          <a:xfrm>
            <a:off x="1403648" y="4005064"/>
            <a:ext cx="1224136" cy="93610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서버</a:t>
            </a:r>
            <a:endParaRPr lang="ko-KR" altLang="en-US" dirty="0"/>
          </a:p>
        </p:txBody>
      </p:sp>
      <p:sp>
        <p:nvSpPr>
          <p:cNvPr id="7" name="위쪽/아래쪽 화살표 6"/>
          <p:cNvSpPr/>
          <p:nvPr/>
        </p:nvSpPr>
        <p:spPr>
          <a:xfrm>
            <a:off x="1763688" y="3140968"/>
            <a:ext cx="360040" cy="648072"/>
          </a:xfrm>
          <a:prstGeom prst="up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11560" y="3212976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암호화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267744" y="3212976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복호</a:t>
            </a:r>
            <a:r>
              <a:rPr lang="ko-KR" altLang="en-US" dirty="0" err="1"/>
              <a:t>화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3563888" y="4149080"/>
            <a:ext cx="1440160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암호쿠</a:t>
            </a:r>
            <a:r>
              <a:rPr lang="ko-KR" altLang="en-US" dirty="0"/>
              <a:t>키</a:t>
            </a:r>
          </a:p>
        </p:txBody>
      </p:sp>
      <p:sp>
        <p:nvSpPr>
          <p:cNvPr id="11" name="타원 10"/>
          <p:cNvSpPr/>
          <p:nvPr/>
        </p:nvSpPr>
        <p:spPr>
          <a:xfrm>
            <a:off x="6156176" y="4005064"/>
            <a:ext cx="1512168" cy="93610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사용</a:t>
            </a:r>
            <a:r>
              <a:rPr lang="ko-KR" altLang="en-US"/>
              <a:t>자</a:t>
            </a:r>
            <a:endParaRPr lang="ko-KR" altLang="en-US" dirty="0"/>
          </a:p>
        </p:txBody>
      </p:sp>
      <p:sp>
        <p:nvSpPr>
          <p:cNvPr id="12" name="위쪽/아래쪽 화살표 11"/>
          <p:cNvSpPr/>
          <p:nvPr/>
        </p:nvSpPr>
        <p:spPr>
          <a:xfrm rot="5400000">
            <a:off x="2843808" y="4149080"/>
            <a:ext cx="360040" cy="648072"/>
          </a:xfrm>
          <a:prstGeom prst="up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위쪽/아래쪽 화살표 12"/>
          <p:cNvSpPr/>
          <p:nvPr/>
        </p:nvSpPr>
        <p:spPr>
          <a:xfrm rot="5400000">
            <a:off x="5364088" y="4221088"/>
            <a:ext cx="360040" cy="648072"/>
          </a:xfrm>
          <a:prstGeom prst="up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DES</a:t>
            </a:r>
            <a:r>
              <a:rPr lang="ko-KR" altLang="en-US" dirty="0" smtClean="0"/>
              <a:t>로 쿠키 암호화</a:t>
            </a:r>
            <a:r>
              <a:rPr lang="en-US" altLang="ko-KR" dirty="0" smtClean="0"/>
              <a:t>(1)-encode.jsp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412776"/>
            <a:ext cx="7092280" cy="5048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오른쪽 화살표 4"/>
          <p:cNvSpPr/>
          <p:nvPr/>
        </p:nvSpPr>
        <p:spPr>
          <a:xfrm>
            <a:off x="4932040" y="3861048"/>
            <a:ext cx="288032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292080" y="3573016"/>
            <a:ext cx="36615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키를 생성하는데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실행할때마다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키가 변경이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되기때문에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특정키를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하나 생성해서 코딩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DES</a:t>
            </a:r>
            <a:r>
              <a:rPr lang="ko-KR" altLang="en-US" dirty="0" smtClean="0"/>
              <a:t>로 쿠키 암호화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628800"/>
            <a:ext cx="8229600" cy="2927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3968" y="5085184"/>
            <a:ext cx="3857625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>
            <a:off x="5076056" y="2564904"/>
            <a:ext cx="288032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68144" y="2348880"/>
            <a:ext cx="2969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이 부분을 생략하면 문자열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끝에 </a:t>
            </a:r>
            <a:r>
              <a:rPr lang="en-US" altLang="ko-KR" b="1" dirty="0" smtClean="0">
                <a:solidFill>
                  <a:srgbClr val="FF0000"/>
                </a:solidFill>
              </a:rPr>
              <a:t>==</a:t>
            </a:r>
            <a:r>
              <a:rPr lang="ko-KR" altLang="en-US" b="1" dirty="0" smtClean="0">
                <a:solidFill>
                  <a:srgbClr val="FF0000"/>
                </a:solidFill>
              </a:rPr>
              <a:t>이 발생이 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5085184"/>
            <a:ext cx="3168352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아래쪽 화살표 8"/>
          <p:cNvSpPr/>
          <p:nvPr/>
        </p:nvSpPr>
        <p:spPr>
          <a:xfrm>
            <a:off x="6876256" y="3645024"/>
            <a:ext cx="504056" cy="11521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오른쪽 화살표 9"/>
          <p:cNvSpPr/>
          <p:nvPr/>
        </p:nvSpPr>
        <p:spPr>
          <a:xfrm>
            <a:off x="3635896" y="5517232"/>
            <a:ext cx="43204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DES</a:t>
            </a:r>
            <a:r>
              <a:rPr lang="ko-KR" altLang="en-US" dirty="0" smtClean="0"/>
              <a:t>로 쿠키 </a:t>
            </a:r>
            <a:r>
              <a:rPr lang="ko-KR" altLang="en-US" dirty="0" err="1" smtClean="0"/>
              <a:t>복호화</a:t>
            </a:r>
            <a:r>
              <a:rPr lang="en-US" altLang="ko-KR" dirty="0" smtClean="0"/>
              <a:t>(decode.jsp)(1)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12776"/>
            <a:ext cx="6984776" cy="4992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오른쪽 화살표 4"/>
          <p:cNvSpPr/>
          <p:nvPr/>
        </p:nvSpPr>
        <p:spPr>
          <a:xfrm rot="1818388">
            <a:off x="6348264" y="3860201"/>
            <a:ext cx="360040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439413" y="4149080"/>
            <a:ext cx="27045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디코딩할</a:t>
            </a:r>
            <a:r>
              <a:rPr lang="ko-KR" altLang="en-US" dirty="0" smtClean="0"/>
              <a:t> 문자열</a:t>
            </a:r>
            <a:endParaRPr lang="en-US" altLang="ko-KR" dirty="0" smtClean="0"/>
          </a:p>
          <a:p>
            <a:r>
              <a:rPr lang="ko-KR" altLang="en-US" dirty="0" smtClean="0"/>
              <a:t>을 위한 </a:t>
            </a:r>
            <a:r>
              <a:rPr lang="en-US" altLang="ko-KR" dirty="0" smtClean="0"/>
              <a:t>BASE64Decoder</a:t>
            </a:r>
          </a:p>
          <a:p>
            <a:r>
              <a:rPr lang="ko-KR" altLang="en-US" dirty="0" smtClean="0"/>
              <a:t>객체 생성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DES</a:t>
            </a:r>
            <a:r>
              <a:rPr lang="ko-KR" altLang="en-US" dirty="0" smtClean="0"/>
              <a:t>로 쿠키 </a:t>
            </a:r>
            <a:r>
              <a:rPr lang="ko-KR" altLang="en-US" dirty="0" err="1" smtClean="0"/>
              <a:t>복호화</a:t>
            </a:r>
            <a:r>
              <a:rPr lang="en-US" altLang="ko-KR" dirty="0" smtClean="0"/>
              <a:t>(decode.jsp)(2)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72816"/>
            <a:ext cx="6552728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413765" y="1916832"/>
            <a:ext cx="27077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이부분의</a:t>
            </a:r>
            <a:r>
              <a:rPr lang="ko-KR" altLang="en-US" b="1" dirty="0" smtClean="0">
                <a:solidFill>
                  <a:srgbClr val="FF0000"/>
                </a:solidFill>
              </a:rPr>
              <a:t> 문자열이 앞의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encode</a:t>
            </a:r>
            <a:r>
              <a:rPr lang="ko-KR" altLang="en-US" b="1" dirty="0" smtClean="0">
                <a:solidFill>
                  <a:srgbClr val="FF0000"/>
                </a:solidFill>
              </a:rPr>
              <a:t>와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틀리면 에러유발이 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4797152"/>
            <a:ext cx="4086225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4797152"/>
            <a:ext cx="3857625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오른쪽 화살표 7"/>
          <p:cNvSpPr/>
          <p:nvPr/>
        </p:nvSpPr>
        <p:spPr>
          <a:xfrm>
            <a:off x="4355976" y="5373216"/>
            <a:ext cx="360040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81</Words>
  <Application>Microsoft Office PowerPoint</Application>
  <PresentationFormat>화면 슬라이드 쇼(4:3)</PresentationFormat>
  <Paragraphs>22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쿠키 대칭키 알고리즘 암호화</vt:lpstr>
      <vt:lpstr>DES로 쿠키 암호화(1)-encode.jsp</vt:lpstr>
      <vt:lpstr>DES로 쿠키 암호화(2)</vt:lpstr>
      <vt:lpstr>DES로 쿠키 복호화(decode.jsp)(1)</vt:lpstr>
      <vt:lpstr>DES로 쿠키 복호화(decode.jsp)(2)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쿠키 대칭키 알고리즘 암호화</dc:title>
  <dc:creator>test</dc:creator>
  <cp:lastModifiedBy>test</cp:lastModifiedBy>
  <cp:revision>10</cp:revision>
  <dcterms:created xsi:type="dcterms:W3CDTF">2015-06-22T09:32:31Z</dcterms:created>
  <dcterms:modified xsi:type="dcterms:W3CDTF">2015-06-22T13:54:24Z</dcterms:modified>
</cp:coreProperties>
</file>