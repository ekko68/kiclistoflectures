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7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1B64-868A-4EFD-B343-A765D257C9EF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D451-48F8-4EEB-B731-967AF817D41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1B64-868A-4EFD-B343-A765D257C9EF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D451-48F8-4EEB-B731-967AF817D41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1B64-868A-4EFD-B343-A765D257C9EF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D451-48F8-4EEB-B731-967AF817D41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1B64-868A-4EFD-B343-A765D257C9EF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D451-48F8-4EEB-B731-967AF817D41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1B64-868A-4EFD-B343-A765D257C9EF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D451-48F8-4EEB-B731-967AF817D41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1B64-868A-4EFD-B343-A765D257C9EF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D451-48F8-4EEB-B731-967AF817D41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1B64-868A-4EFD-B343-A765D257C9EF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D451-48F8-4EEB-B731-967AF817D41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1B64-868A-4EFD-B343-A765D257C9EF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D451-48F8-4EEB-B731-967AF817D41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1B64-868A-4EFD-B343-A765D257C9EF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D451-48F8-4EEB-B731-967AF817D41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1B64-868A-4EFD-B343-A765D257C9EF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D451-48F8-4EEB-B731-967AF817D41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1B64-868A-4EFD-B343-A765D257C9EF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D451-48F8-4EEB-B731-967AF817D41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11B64-868A-4EFD-B343-A765D257C9EF}" type="datetimeFigureOut">
              <a:rPr lang="ko-KR" altLang="en-US" smtClean="0"/>
              <a:t>2015-06-22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3D451-48F8-4EEB-B731-967AF817D41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67544" y="404664"/>
            <a:ext cx="7772400" cy="1470025"/>
          </a:xfrm>
        </p:spPr>
        <p:txBody>
          <a:bodyPr/>
          <a:lstStyle/>
          <a:p>
            <a:r>
              <a:rPr lang="ko-KR" altLang="en-US" dirty="0" smtClean="0"/>
              <a:t>쿠키 생성</a:t>
            </a:r>
            <a:r>
              <a:rPr lang="en-US" altLang="ko-KR" dirty="0" smtClean="0"/>
              <a:t>(cookie.jsp)</a:t>
            </a:r>
            <a:endParaRPr lang="ko-KR" altLang="en-US" dirty="0"/>
          </a:p>
        </p:txBody>
      </p:sp>
      <p:pic>
        <p:nvPicPr>
          <p:cNvPr id="4" name="그림 3" descr="cookie.jsp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5535" y="2132856"/>
            <a:ext cx="6406361" cy="4104456"/>
          </a:xfrm>
          <a:prstGeom prst="rect">
            <a:avLst/>
          </a:prstGeom>
        </p:spPr>
      </p:pic>
      <p:sp>
        <p:nvSpPr>
          <p:cNvPr id="5" name="오른쪽 화살표 4"/>
          <p:cNvSpPr/>
          <p:nvPr/>
        </p:nvSpPr>
        <p:spPr>
          <a:xfrm>
            <a:off x="5364088" y="3140968"/>
            <a:ext cx="57606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084168" y="2924944"/>
            <a:ext cx="2641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쿠키의 이름</a:t>
            </a:r>
            <a:r>
              <a:rPr lang="en-US" altLang="ko-KR" b="1" dirty="0" smtClean="0">
                <a:solidFill>
                  <a:srgbClr val="FF0000"/>
                </a:solidFill>
              </a:rPr>
              <a:t>: id</a:t>
            </a: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쿠키의 값</a:t>
            </a:r>
            <a:r>
              <a:rPr lang="en-US" altLang="ko-KR" b="1" dirty="0" smtClean="0">
                <a:solidFill>
                  <a:srgbClr val="FF0000"/>
                </a:solidFill>
              </a:rPr>
              <a:t>:</a:t>
            </a:r>
            <a:r>
              <a:rPr lang="en-US" altLang="ko-KR" b="1" dirty="0" err="1" smtClean="0">
                <a:solidFill>
                  <a:srgbClr val="FF0000"/>
                </a:solidFill>
              </a:rPr>
              <a:t>cookie_value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오른쪽 화살표 6"/>
          <p:cNvSpPr/>
          <p:nvPr/>
        </p:nvSpPr>
        <p:spPr>
          <a:xfrm>
            <a:off x="5580112" y="5013176"/>
            <a:ext cx="57606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300192" y="4869160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쿠키의 내용확인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 cookie2.jsp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쿠키의 내용확인</a:t>
            </a:r>
            <a:r>
              <a:rPr lang="en-US" altLang="ko-KR" dirty="0" smtClean="0"/>
              <a:t>(cookie2.jsp)</a:t>
            </a:r>
            <a:endParaRPr lang="ko-KR" altLang="en-US" dirty="0"/>
          </a:p>
        </p:txBody>
      </p:sp>
      <p:pic>
        <p:nvPicPr>
          <p:cNvPr id="4" name="그림 3" descr="cookie2.jsp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1412776"/>
            <a:ext cx="7416824" cy="5032929"/>
          </a:xfrm>
          <a:prstGeom prst="rect">
            <a:avLst/>
          </a:prstGeom>
        </p:spPr>
      </p:pic>
      <p:sp>
        <p:nvSpPr>
          <p:cNvPr id="5" name="오른쪽 화살표 4"/>
          <p:cNvSpPr/>
          <p:nvPr/>
        </p:nvSpPr>
        <p:spPr>
          <a:xfrm rot="2359554">
            <a:off x="5436096" y="4797152"/>
            <a:ext cx="576064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084168" y="5013176"/>
            <a:ext cx="28873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쿠키의 값이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imsitest</a:t>
            </a:r>
            <a:r>
              <a:rPr lang="ko-KR" altLang="en-US" b="1" dirty="0" smtClean="0">
                <a:solidFill>
                  <a:srgbClr val="FF0000"/>
                </a:solidFill>
              </a:rPr>
              <a:t>라고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변조가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된경우에만</a:t>
            </a:r>
            <a:r>
              <a:rPr lang="ko-KR" altLang="en-US" b="1" dirty="0" smtClean="0">
                <a:solidFill>
                  <a:srgbClr val="FF0000"/>
                </a:solidFill>
              </a:rPr>
              <a:t> 출력이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쿠키의 </a:t>
            </a:r>
            <a:r>
              <a:rPr lang="ko-KR" altLang="en-US" dirty="0" err="1" smtClean="0"/>
              <a:t>스푸핑</a:t>
            </a:r>
            <a:r>
              <a:rPr lang="ko-KR" altLang="en-US" dirty="0" smtClean="0"/>
              <a:t> 실습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628800"/>
            <a:ext cx="38004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1628800"/>
            <a:ext cx="432435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오른쪽 화살표 6"/>
          <p:cNvSpPr/>
          <p:nvPr/>
        </p:nvSpPr>
        <p:spPr>
          <a:xfrm>
            <a:off x="3851920" y="2348880"/>
            <a:ext cx="4320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868144" y="3140968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</a:t>
            </a:r>
            <a:r>
              <a:rPr lang="en-US" altLang="ko-KR" dirty="0" smtClean="0"/>
              <a:t>ookie2.jsp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547664" y="314096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cookie.jsp</a:t>
            </a:r>
            <a:endParaRPr lang="ko-KR" altLang="en-US" dirty="0"/>
          </a:p>
        </p:txBody>
      </p:sp>
      <p:sp>
        <p:nvSpPr>
          <p:cNvPr id="10" name="아래쪽 화살표 9"/>
          <p:cNvSpPr/>
          <p:nvPr/>
        </p:nvSpPr>
        <p:spPr>
          <a:xfrm rot="19561995">
            <a:off x="2867920" y="3688625"/>
            <a:ext cx="288032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39752" y="4437112"/>
            <a:ext cx="4248472" cy="228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347864" y="3861048"/>
            <a:ext cx="3904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j</a:t>
            </a:r>
            <a:r>
              <a:rPr lang="en-US" altLang="ko-KR" b="1" dirty="0" err="1" smtClean="0">
                <a:solidFill>
                  <a:srgbClr val="FF0000"/>
                </a:solidFill>
              </a:rPr>
              <a:t>avascript:alert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en-US" altLang="ko-KR" b="1" dirty="0" err="1" smtClean="0">
                <a:solidFill>
                  <a:srgbClr val="FF0000"/>
                </a:solidFill>
              </a:rPr>
              <a:t>document.cookie</a:t>
            </a:r>
            <a:r>
              <a:rPr lang="en-US" altLang="ko-KR" b="1" dirty="0" smtClean="0">
                <a:solidFill>
                  <a:srgbClr val="FF0000"/>
                </a:solidFill>
              </a:rPr>
              <a:t>);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60232" y="4221088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현재의 쿠키내용을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확인 할 수 있다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쿠키의 </a:t>
            </a:r>
            <a:r>
              <a:rPr lang="ko-KR" altLang="en-US" dirty="0" err="1" smtClean="0"/>
              <a:t>스푸핑</a:t>
            </a:r>
            <a:r>
              <a:rPr lang="ko-KR" altLang="en-US" dirty="0" smtClean="0"/>
              <a:t> 실습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060849"/>
            <a:ext cx="3914183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67544" y="1628800"/>
            <a:ext cx="6336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u</a:t>
            </a:r>
            <a:r>
              <a:rPr lang="en-US" altLang="ko-KR" b="1" dirty="0" err="1" smtClean="0">
                <a:solidFill>
                  <a:srgbClr val="FF0000"/>
                </a:solidFill>
              </a:rPr>
              <a:t>rl</a:t>
            </a:r>
            <a:r>
              <a:rPr lang="ko-KR" altLang="en-US" b="1" dirty="0" smtClean="0">
                <a:solidFill>
                  <a:srgbClr val="FF0000"/>
                </a:solidFill>
              </a:rPr>
              <a:t>창에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javascript:alert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en-US" altLang="ko-KR" b="1" dirty="0" err="1" smtClean="0">
                <a:solidFill>
                  <a:srgbClr val="FF0000"/>
                </a:solidFill>
              </a:rPr>
              <a:t>document.cookie</a:t>
            </a:r>
            <a:r>
              <a:rPr lang="en-US" altLang="ko-KR" b="1" dirty="0" smtClean="0">
                <a:solidFill>
                  <a:srgbClr val="FF0000"/>
                </a:solidFill>
              </a:rPr>
              <a:t>=‘id=‘</a:t>
            </a:r>
            <a:r>
              <a:rPr lang="en-US" altLang="ko-KR" b="1" dirty="0" err="1" smtClean="0">
                <a:solidFill>
                  <a:srgbClr val="FF0000"/>
                </a:solidFill>
              </a:rPr>
              <a:t>imsitest</a:t>
            </a:r>
            <a:r>
              <a:rPr lang="en-US" altLang="ko-KR" b="1" dirty="0" smtClean="0">
                <a:solidFill>
                  <a:srgbClr val="FF0000"/>
                </a:solidFill>
              </a:rPr>
              <a:t>’);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아래쪽 화살표 5"/>
          <p:cNvSpPr/>
          <p:nvPr/>
        </p:nvSpPr>
        <p:spPr>
          <a:xfrm>
            <a:off x="5364088" y="2060848"/>
            <a:ext cx="216024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716016" y="2636912"/>
            <a:ext cx="35923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</a:t>
            </a:r>
            <a:r>
              <a:rPr lang="en-US" altLang="ko-KR" dirty="0" smtClean="0"/>
              <a:t>d=&gt;</a:t>
            </a:r>
            <a:r>
              <a:rPr lang="en-US" altLang="ko-KR" dirty="0" err="1" smtClean="0"/>
              <a:t>imsitest</a:t>
            </a:r>
            <a:r>
              <a:rPr lang="ko-KR" altLang="en-US" dirty="0" smtClean="0"/>
              <a:t>로 변경을 시킨 경우</a:t>
            </a:r>
            <a:endParaRPr lang="en-US" altLang="ko-KR" dirty="0" smtClean="0"/>
          </a:p>
          <a:p>
            <a:r>
              <a:rPr lang="en-US" altLang="ko-KR" dirty="0"/>
              <a:t>a</a:t>
            </a:r>
            <a:r>
              <a:rPr lang="en-US" altLang="ko-KR" dirty="0" smtClean="0"/>
              <a:t>lert</a:t>
            </a:r>
            <a:r>
              <a:rPr lang="ko-KR" altLang="en-US" dirty="0" smtClean="0"/>
              <a:t>창을 닫고 </a:t>
            </a:r>
            <a:r>
              <a:rPr lang="en-US" altLang="ko-KR" dirty="0" smtClean="0"/>
              <a:t>send</a:t>
            </a:r>
            <a:r>
              <a:rPr lang="ko-KR" altLang="en-US" dirty="0" err="1" smtClean="0"/>
              <a:t>버튼누르면</a:t>
            </a:r>
            <a:endParaRPr lang="en-US" altLang="ko-KR" dirty="0" smtClean="0"/>
          </a:p>
          <a:p>
            <a:r>
              <a:rPr lang="ko-KR" altLang="en-US" dirty="0" smtClean="0"/>
              <a:t>중간에 변경시킨 </a:t>
            </a:r>
            <a:r>
              <a:rPr lang="en-US" altLang="ko-KR" dirty="0" err="1" smtClean="0"/>
              <a:t>imsitest</a:t>
            </a:r>
            <a:r>
              <a:rPr lang="ko-KR" altLang="en-US" dirty="0" smtClean="0"/>
              <a:t>로 저장</a:t>
            </a:r>
            <a:endParaRPr lang="en-US" altLang="ko-KR" dirty="0" smtClean="0"/>
          </a:p>
          <a:p>
            <a:r>
              <a:rPr lang="ko-KR" altLang="en-US" dirty="0" smtClean="0"/>
              <a:t>됨을 확인할 수가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4509120"/>
            <a:ext cx="4229100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아래쪽 화살표 8"/>
          <p:cNvSpPr/>
          <p:nvPr/>
        </p:nvSpPr>
        <p:spPr>
          <a:xfrm rot="18033653">
            <a:off x="3787734" y="4660958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84</Words>
  <Application>Microsoft Office PowerPoint</Application>
  <PresentationFormat>화면 슬라이드 쇼(4:3)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쿠키 생성(cookie.jsp)</vt:lpstr>
      <vt:lpstr>쿠키의 내용확인(cookie2.jsp)</vt:lpstr>
      <vt:lpstr>쿠키의 스푸핑 실습(1)</vt:lpstr>
      <vt:lpstr>쿠키의 스푸핑 실습(2)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쿠키 생성(cookie.jsp)</dc:title>
  <dc:creator>test</dc:creator>
  <cp:lastModifiedBy>test</cp:lastModifiedBy>
  <cp:revision>5</cp:revision>
  <dcterms:created xsi:type="dcterms:W3CDTF">2015-06-22T09:00:32Z</dcterms:created>
  <dcterms:modified xsi:type="dcterms:W3CDTF">2015-06-22T09:29:34Z</dcterms:modified>
</cp:coreProperties>
</file>