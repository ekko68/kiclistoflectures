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61" r:id="rId3"/>
    <p:sldId id="257" r:id="rId4"/>
    <p:sldId id="259" r:id="rId5"/>
    <p:sldId id="258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0E65637-E1DD-40E8-A672-BE90E1BFCA9A}">
          <p14:sldIdLst>
            <p14:sldId id="256"/>
            <p14:sldId id="261"/>
            <p14:sldId id="257"/>
            <p14:sldId id="259"/>
            <p14:sldId id="258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45" autoAdjust="0"/>
    <p:restoredTop sz="94660"/>
  </p:normalViewPr>
  <p:slideViewPr>
    <p:cSldViewPr>
      <p:cViewPr>
        <p:scale>
          <a:sx n="66" d="100"/>
          <a:sy n="66" d="100"/>
        </p:scale>
        <p:origin x="-1470" y="-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직사각형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직사각형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직선 연결선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직선 연결선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직선 연결선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직선 연결선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직사각형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타원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타원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타원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타원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타원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선 연결선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선 연결선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직선 연결선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직선 연결선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직사각형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타원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타원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타원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타원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타원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직선 연결선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선 연결선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선 연결선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타원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내용 개체 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21" name="날짜 개체 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3" name="바닥글 개체 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타원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직사각형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선 연결선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직선 연결선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직선 연결선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날짜 개체 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1BBCF9F-3AB6-4A15-B488-E78F2C4DD1B1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타원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F7FD7DF-3CF3-4347-A04D-A1026B60E5E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1" latinLnBrk="1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1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1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88232" y="1484784"/>
            <a:ext cx="6172200" cy="1440160"/>
          </a:xfrm>
        </p:spPr>
        <p:txBody>
          <a:bodyPr>
            <a:noAutofit/>
          </a:bodyPr>
          <a:lstStyle/>
          <a:p>
            <a:pPr algn="ctr"/>
            <a:r>
              <a:rPr lang="en-US" altLang="ko-KR" sz="5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5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조</a:t>
            </a:r>
            <a:r>
              <a:rPr lang="en-US" altLang="ko-KR" sz="4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ko-KR" sz="4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altLang="ko-KR" sz="35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en-US" sz="35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남성의류 쇼핑몰</a:t>
            </a:r>
            <a:endParaRPr lang="ko-KR" altLang="en-US" sz="3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4168" y="3789040"/>
            <a:ext cx="2232248" cy="2376264"/>
          </a:xfrm>
        </p:spPr>
        <p:txBody>
          <a:bodyPr>
            <a:normAutofit/>
          </a:bodyPr>
          <a:lstStyle/>
          <a:p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팀장</a:t>
            </a:r>
            <a:r>
              <a:rPr lang="en-US" altLang="ko-KR" sz="2500" dirty="0" smtClean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박준호</a:t>
            </a:r>
            <a:endParaRPr lang="en-US" altLang="ko-KR" sz="25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조원</a:t>
            </a:r>
            <a:r>
              <a:rPr lang="en-US" altLang="ko-KR" sz="2500" dirty="0" smtClean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강인한</a:t>
            </a:r>
            <a:endParaRPr lang="en-US" altLang="ko-KR" sz="25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sz="2500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이영철</a:t>
            </a:r>
            <a:endParaRPr lang="en-US" altLang="ko-KR" sz="25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sz="2500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ko-KR" altLang="en-US" sz="2500" dirty="0" err="1" smtClean="0">
                <a:solidFill>
                  <a:schemeClr val="accent2">
                    <a:lumMod val="75000"/>
                  </a:schemeClr>
                </a:solidFill>
              </a:rPr>
              <a:t>임벼리</a:t>
            </a:r>
            <a:endParaRPr lang="en-US" altLang="ko-KR" sz="25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sz="2500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ko-KR" altLang="en-US" sz="2500" dirty="0" smtClean="0">
                <a:solidFill>
                  <a:schemeClr val="accent2">
                    <a:lumMod val="75000"/>
                  </a:schemeClr>
                </a:solidFill>
              </a:rPr>
              <a:t>김상균</a:t>
            </a:r>
            <a:endParaRPr lang="en-US" altLang="ko-KR" sz="25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0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000" dirty="0" smtClean="0"/>
              <a:t>▣ 목차</a:t>
            </a:r>
            <a:endParaRPr lang="ko-KR" altLang="en-US" sz="50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3500" dirty="0" smtClean="0"/>
              <a:t>1. </a:t>
            </a:r>
            <a:r>
              <a:rPr lang="ko-KR" altLang="en-US" sz="3500" dirty="0" smtClean="0"/>
              <a:t>주제 선정 이유</a:t>
            </a:r>
            <a:endParaRPr lang="en-US" altLang="ko-KR" sz="3500" dirty="0" smtClean="0"/>
          </a:p>
          <a:p>
            <a:pPr marL="0" indent="0">
              <a:buNone/>
            </a:pPr>
            <a:r>
              <a:rPr lang="en-US" altLang="ko-KR" sz="3500" dirty="0" smtClean="0"/>
              <a:t>2. </a:t>
            </a:r>
            <a:r>
              <a:rPr lang="ko-KR" altLang="en-US" sz="3500" dirty="0" smtClean="0"/>
              <a:t>개발환경</a:t>
            </a:r>
            <a:endParaRPr lang="en-US" altLang="ko-KR" sz="3500" dirty="0" smtClean="0"/>
          </a:p>
          <a:p>
            <a:pPr marL="0" indent="0">
              <a:buNone/>
            </a:pPr>
            <a:r>
              <a:rPr lang="en-US" altLang="ko-KR" sz="3500" dirty="0" smtClean="0"/>
              <a:t>3. </a:t>
            </a:r>
            <a:r>
              <a:rPr lang="ko-KR" altLang="en-US" sz="3500" dirty="0" smtClean="0"/>
              <a:t>개발일정</a:t>
            </a:r>
            <a:endParaRPr lang="en-US" altLang="ko-KR" sz="3500" dirty="0" smtClean="0"/>
          </a:p>
          <a:p>
            <a:pPr marL="0" indent="0">
              <a:buNone/>
            </a:pPr>
            <a:r>
              <a:rPr lang="en-US" altLang="ko-KR" sz="3500" dirty="0" smtClean="0"/>
              <a:t>4. </a:t>
            </a:r>
            <a:r>
              <a:rPr lang="ko-KR" altLang="en-US" sz="3500" dirty="0" smtClean="0"/>
              <a:t>참고사이트</a:t>
            </a:r>
            <a:endParaRPr lang="en-US" altLang="ko-KR" sz="3500" dirty="0" smtClean="0"/>
          </a:p>
        </p:txBody>
      </p:sp>
    </p:spTree>
    <p:extLst>
      <p:ext uri="{BB962C8B-B14F-4D97-AF65-F5344CB8AC3E}">
        <p14:creationId xmlns:p14="http://schemas.microsoft.com/office/powerpoint/2010/main" val="270924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주제 선정 이유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 smtClean="0"/>
              <a:t>지금껏 배운 내용을 종합하여 봤을 때 쇼핑몰 사이트가 가장 적합한 것 </a:t>
            </a:r>
            <a:r>
              <a:rPr lang="ko-KR" altLang="en-US" sz="3000" dirty="0" smtClean="0"/>
              <a:t>같았고</a:t>
            </a:r>
            <a:r>
              <a:rPr lang="en-US" altLang="ko-KR" sz="3000" dirty="0" smtClean="0"/>
              <a:t>, </a:t>
            </a:r>
            <a:r>
              <a:rPr lang="ko-KR" altLang="en-US" sz="3000" dirty="0" smtClean="0"/>
              <a:t>직접 돌아다니지 않고 온라인으로 가격비교를 할 수 있고 시간이 절약된다는 점이 좋아 남성의류사이트를 자주 이용하는 편이었는데 프로젝트라는 좋은 기회가 생겨 만들어   보게 되었습니다</a:t>
            </a:r>
            <a:r>
              <a:rPr lang="en-US" altLang="ko-KR" sz="3000" dirty="0" smtClean="0"/>
              <a:t>.</a:t>
            </a:r>
            <a:r>
              <a:rPr lang="ko-KR" altLang="en-US" sz="3000" dirty="0" smtClean="0"/>
              <a:t> </a:t>
            </a:r>
            <a:endParaRPr lang="en-US" altLang="ko-KR" sz="3000" dirty="0"/>
          </a:p>
        </p:txBody>
      </p:sp>
    </p:spTree>
    <p:extLst>
      <p:ext uri="{BB962C8B-B14F-4D97-AF65-F5344CB8AC3E}">
        <p14:creationId xmlns:p14="http://schemas.microsoft.com/office/powerpoint/2010/main" val="192116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7467600" cy="652934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개발환경</a:t>
            </a:r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338777"/>
              </p:ext>
            </p:extLst>
          </p:nvPr>
        </p:nvGraphicFramePr>
        <p:xfrm>
          <a:off x="395536" y="1070952"/>
          <a:ext cx="7992888" cy="480632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7000"/>
                    </a:prstClr>
                  </a:innerShdw>
                </a:effectLst>
                <a:tableStyleId>{5C22544A-7EE6-4342-B048-85BDC9FD1C3A}</a:tableStyleId>
              </a:tblPr>
              <a:tblGrid>
                <a:gridCol w="7992888"/>
              </a:tblGrid>
              <a:tr h="4806320">
                <a:tc>
                  <a:txBody>
                    <a:bodyPr/>
                    <a:lstStyle/>
                    <a:p>
                      <a:pPr algn="l" latinLnBrk="1"/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ko-KR" sz="2500" dirty="0" smtClean="0">
                          <a:solidFill>
                            <a:schemeClr val="tx1"/>
                          </a:solidFill>
                        </a:rPr>
                        <a:t>◈ O/S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: Window 7</a:t>
                      </a:r>
                    </a:p>
                    <a:p>
                      <a:pPr algn="l" latinLnBrk="1"/>
                      <a:endParaRPr lang="en-US" altLang="ko-KR" sz="15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     ◈ Web Server : Tomcat 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8.0</a:t>
                      </a:r>
                    </a:p>
                    <a:p>
                      <a:pPr algn="l" latinLnBrk="1"/>
                      <a:endParaRPr lang="en-US" altLang="ko-KR" sz="15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     ◈ </a:t>
                      </a:r>
                      <a:r>
                        <a:rPr lang="en-US" altLang="ko-KR" sz="2500" baseline="0" dirty="0" err="1" smtClean="0">
                          <a:solidFill>
                            <a:schemeClr val="tx1"/>
                          </a:solidFill>
                        </a:rPr>
                        <a:t>DataBase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: Oracle 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11g</a:t>
                      </a:r>
                    </a:p>
                    <a:p>
                      <a:pPr algn="l" latinLnBrk="1"/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2500" dirty="0" smtClean="0">
                          <a:solidFill>
                            <a:schemeClr val="tx1"/>
                          </a:solidFill>
                        </a:rPr>
                        <a:t>      ◈ </a:t>
                      </a:r>
                      <a:r>
                        <a:rPr lang="en-US" altLang="ko-KR" sz="2500" dirty="0" smtClean="0">
                          <a:solidFill>
                            <a:schemeClr val="tx1"/>
                          </a:solidFill>
                        </a:rPr>
                        <a:t>Tool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2500" dirty="0" smtClean="0">
                          <a:solidFill>
                            <a:schemeClr val="tx1"/>
                          </a:solidFill>
                        </a:rPr>
                        <a:t>Eclipse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2500" baseline="0" dirty="0" err="1" smtClean="0">
                          <a:solidFill>
                            <a:schemeClr val="tx1"/>
                          </a:solidFill>
                        </a:rPr>
                        <a:t>luna</a:t>
                      </a:r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/ Edit Plus / ER Win</a:t>
                      </a:r>
                    </a:p>
                    <a:p>
                      <a:pPr algn="l" latinLnBrk="1"/>
                      <a:endParaRPr lang="en-US" altLang="ko-KR" sz="15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2500" baseline="0" dirty="0" smtClean="0">
                          <a:solidFill>
                            <a:schemeClr val="tx1"/>
                          </a:solidFill>
                        </a:rPr>
                        <a:t>      ◈ Language </a:t>
                      </a:r>
                    </a:p>
                    <a:p>
                      <a:pPr algn="l" latinLnBrk="1"/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          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# JAVA </a:t>
                      </a:r>
                    </a:p>
                    <a:p>
                      <a:pPr algn="l" latinLnBrk="1"/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           # HTML</a:t>
                      </a:r>
                    </a:p>
                    <a:p>
                      <a:pPr algn="l" latinLnBrk="1"/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           # JSP (Spring Framework)</a:t>
                      </a:r>
                    </a:p>
                    <a:p>
                      <a:pPr algn="l" latinLnBrk="1"/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           # JAVASCRIPT  </a:t>
                      </a:r>
                    </a:p>
                    <a:p>
                      <a:pPr algn="l" latinLnBrk="1"/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           # </a:t>
                      </a:r>
                      <a:r>
                        <a:rPr lang="en-US" altLang="ko-KR" sz="1800" baseline="0" dirty="0" err="1" smtClean="0">
                          <a:solidFill>
                            <a:schemeClr val="tx1"/>
                          </a:solidFill>
                        </a:rPr>
                        <a:t>jQuery</a:t>
                      </a:r>
                      <a:endParaRPr lang="en-US" altLang="ko-KR" sz="18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24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7467600" cy="652934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개발일정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20215118"/>
              </p:ext>
            </p:extLst>
          </p:nvPr>
        </p:nvGraphicFramePr>
        <p:xfrm>
          <a:off x="395538" y="980728"/>
          <a:ext cx="8064894" cy="4893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104"/>
                <a:gridCol w="1112104"/>
                <a:gridCol w="1112104"/>
                <a:gridCol w="1112104"/>
                <a:gridCol w="1112104"/>
                <a:gridCol w="1342482"/>
                <a:gridCol w="1161892"/>
              </a:tblGrid>
              <a:tr h="32855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 smtClean="0"/>
                        <a:t>4</a:t>
                      </a:r>
                      <a:r>
                        <a:rPr lang="ko-KR" altLang="en-US" baseline="0" dirty="0" smtClean="0"/>
                        <a:t>월</a:t>
                      </a:r>
                      <a:endParaRPr lang="en-US" altLang="ko-KR" baseline="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월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r>
                        <a:rPr lang="ko-KR" altLang="en-US" dirty="0" smtClean="0"/>
                        <a:t>월</a:t>
                      </a:r>
                      <a:endParaRPr lang="ko-KR" altLang="en-US" dirty="0"/>
                    </a:p>
                  </a:txBody>
                  <a:tcPr/>
                </a:tc>
              </a:tr>
              <a:tr h="525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주</a:t>
                      </a:r>
                      <a:r>
                        <a:rPr lang="ko-KR" altLang="en-US" baseline="0" dirty="0" smtClean="0"/>
                        <a:t> </a:t>
                      </a:r>
                      <a:endParaRPr lang="en-US" altLang="ko-KR" baseline="0" dirty="0" smtClean="0"/>
                    </a:p>
                    <a:p>
                      <a:pPr algn="ctr" latinLnBrk="1"/>
                      <a:r>
                        <a:rPr lang="en-US" altLang="ko-KR" baseline="0" dirty="0" smtClean="0"/>
                        <a:t>(20 ~ 24)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(27 ~ 5.1)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(4~</a:t>
                      </a:r>
                      <a:r>
                        <a:rPr lang="en-US" altLang="ko-KR" baseline="0" dirty="0" smtClean="0"/>
                        <a:t> 8)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(11~15)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(18~22)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6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/>
                      <a:r>
                        <a:rPr lang="en-US" altLang="ko-KR" dirty="0" smtClean="0"/>
                        <a:t>(25~29)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</a:t>
                      </a:r>
                      <a:r>
                        <a:rPr lang="ko-KR" altLang="en-US" dirty="0" smtClean="0"/>
                        <a:t>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(2~5)</a:t>
                      </a:r>
                      <a:endParaRPr lang="ko-KR" altLang="en-US" dirty="0"/>
                    </a:p>
                  </a:txBody>
                  <a:tcPr/>
                </a:tc>
              </a:tr>
              <a:tr h="751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주제 선정</a:t>
                      </a:r>
                      <a:r>
                        <a:rPr lang="ko-KR" altLang="en-US" baseline="0" dirty="0" smtClean="0"/>
                        <a:t>        </a:t>
                      </a:r>
                      <a:endParaRPr lang="en-US" altLang="ko-KR" baseline="0" dirty="0" smtClean="0"/>
                    </a:p>
                    <a:p>
                      <a:pPr algn="ctr" latinLnBrk="1"/>
                      <a:r>
                        <a:rPr lang="en-US" altLang="ko-KR" baseline="0" dirty="0" smtClean="0"/>
                        <a:t>&amp;</a:t>
                      </a:r>
                    </a:p>
                    <a:p>
                      <a:pPr algn="ctr" latinLnBrk="1"/>
                      <a:r>
                        <a:rPr lang="en-US" altLang="ko-KR" baseline="0" dirty="0" smtClean="0"/>
                        <a:t>DB</a:t>
                      </a:r>
                      <a:r>
                        <a:rPr lang="ko-KR" altLang="en-US" baseline="0" dirty="0" smtClean="0"/>
                        <a:t>설계</a:t>
                      </a:r>
                      <a:endParaRPr lang="en-US" altLang="ko-KR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</a:tr>
              <a:tr h="75101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설계 마무리 </a:t>
                      </a:r>
                      <a:r>
                        <a:rPr lang="en-US" altLang="ko-KR" dirty="0" smtClean="0"/>
                        <a:t>&amp; </a:t>
                      </a:r>
                      <a:r>
                        <a:rPr lang="ko-KR" altLang="en-US" dirty="0" smtClean="0"/>
                        <a:t>역할 분담</a:t>
                      </a:r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</a:tr>
              <a:tr h="617642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  <a:p>
                      <a:pPr algn="ctr" latinLnBrk="1"/>
                      <a:r>
                        <a:rPr lang="ko-KR" altLang="en-US" dirty="0" smtClean="0"/>
                        <a:t>소스구현 </a:t>
                      </a:r>
                      <a:r>
                        <a:rPr lang="en-US" altLang="ko-KR" dirty="0" smtClean="0"/>
                        <a:t>&amp; </a:t>
                      </a:r>
                      <a:r>
                        <a:rPr lang="ko-KR" altLang="en-US" dirty="0" smtClean="0"/>
                        <a:t>디자인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</a:tr>
              <a:tr h="72319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기능구현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&amp;</a:t>
                      </a:r>
                    </a:p>
                    <a:p>
                      <a:pPr algn="ctr" latinLnBrk="1"/>
                      <a:r>
                        <a:rPr lang="ko-KR" altLang="en-US" baseline="0" dirty="0" smtClean="0"/>
                        <a:t>디자인 마무리</a:t>
                      </a:r>
                      <a:endParaRPr lang="en-US" altLang="ko-KR" dirty="0" smtClean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</a:tr>
              <a:tr h="69535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테스트</a:t>
                      </a:r>
                      <a:r>
                        <a:rPr lang="en-US" altLang="ko-KR" baseline="0" dirty="0" smtClean="0"/>
                        <a:t> &amp;</a:t>
                      </a:r>
                    </a:p>
                    <a:p>
                      <a:pPr algn="ctr" latinLnBrk="1"/>
                      <a:r>
                        <a:rPr lang="ko-KR" altLang="en-US" baseline="0" dirty="0" smtClean="0"/>
                        <a:t>기능보완</a:t>
                      </a:r>
                      <a:endParaRPr lang="en-US" altLang="ko-KR" baseline="0" dirty="0" smtClean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70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참고사이트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7663282" cy="4680520"/>
          </a:xfrm>
        </p:spPr>
      </p:pic>
    </p:spTree>
    <p:extLst>
      <p:ext uri="{BB962C8B-B14F-4D97-AF65-F5344CB8AC3E}">
        <p14:creationId xmlns:p14="http://schemas.microsoft.com/office/powerpoint/2010/main" val="348256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오렌지">
  <a:themeElements>
    <a:clrScheme name="오렌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오렌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오렌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121</TotalTime>
  <Words>202</Words>
  <Application>Microsoft Office PowerPoint</Application>
  <PresentationFormat>화면 슬라이드 쇼(4:3)</PresentationFormat>
  <Paragraphs>59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오렌지</vt:lpstr>
      <vt:lpstr>2조 -남성의류 쇼핑몰</vt:lpstr>
      <vt:lpstr>▣ 목차</vt:lpstr>
      <vt:lpstr>1. 주제 선정 이유</vt:lpstr>
      <vt:lpstr>3. 개발환경</vt:lpstr>
      <vt:lpstr>2. 개발일정</vt:lpstr>
      <vt:lpstr>4. 참고사이트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2조</dc:title>
  <dc:creator>easy</dc:creator>
  <cp:lastModifiedBy>easy</cp:lastModifiedBy>
  <cp:revision>15</cp:revision>
  <dcterms:created xsi:type="dcterms:W3CDTF">2015-04-17T08:05:15Z</dcterms:created>
  <dcterms:modified xsi:type="dcterms:W3CDTF">2015-04-20T07:58:51Z</dcterms:modified>
</cp:coreProperties>
</file>