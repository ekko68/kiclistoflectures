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6" r:id="rId2"/>
    <p:sldId id="283" r:id="rId3"/>
    <p:sldId id="284" r:id="rId4"/>
    <p:sldId id="288" r:id="rId5"/>
    <p:sldId id="292" r:id="rId6"/>
    <p:sldId id="293" r:id="rId7"/>
    <p:sldId id="294" r:id="rId8"/>
    <p:sldId id="300" r:id="rId9"/>
    <p:sldId id="299" r:id="rId10"/>
    <p:sldId id="298" r:id="rId11"/>
    <p:sldId id="301" r:id="rId12"/>
    <p:sldId id="302" r:id="rId13"/>
    <p:sldId id="303" r:id="rId14"/>
    <p:sldId id="307" r:id="rId15"/>
    <p:sldId id="308" r:id="rId16"/>
    <p:sldId id="305" r:id="rId17"/>
    <p:sldId id="306" r:id="rId18"/>
    <p:sldId id="291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99"/>
    <a:srgbClr val="9942E0"/>
    <a:srgbClr val="33CCCC"/>
    <a:srgbClr val="FFCC66"/>
    <a:srgbClr val="63ECEF"/>
    <a:srgbClr val="56B0CC"/>
    <a:srgbClr val="CCECFF"/>
    <a:srgbClr val="CCCC00"/>
  </p:clrMru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4" autoAdjust="0"/>
    <p:restoredTop sz="94614" autoAdjust="0"/>
  </p:normalViewPr>
  <p:slideViewPr>
    <p:cSldViewPr>
      <p:cViewPr varScale="1">
        <p:scale>
          <a:sx n="90" d="100"/>
          <a:sy n="90" d="100"/>
        </p:scale>
        <p:origin x="-108" y="-3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-2064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E62AA0-E10B-46A0-9722-0CF7A4E519B8}" type="datetimeFigureOut">
              <a:rPr lang="ko-KR" altLang="en-US" smtClean="0"/>
              <a:pPr/>
              <a:t>2011-01-07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1CF9E-F70A-4978-856D-C161D495627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1CF9E-F70A-4978-856D-C161D4956276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1CF9E-F70A-4978-856D-C161D4956276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 bwMode="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124200" y="6477000"/>
            <a:ext cx="1828800" cy="244475"/>
          </a:xfrm>
        </p:spPr>
        <p:txBody>
          <a:bodyPr/>
          <a:lstStyle>
            <a:lvl1pPr>
              <a:defRPr/>
            </a:lvl1pPr>
          </a:lstStyle>
          <a:p>
            <a:fld id="{037EEC3C-BB78-46E7-91EE-98DFE1BED1A8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2286000" y="3962400"/>
            <a:ext cx="6172200" cy="381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000" b="1"/>
            </a:lvl1pPr>
          </a:lstStyle>
          <a:p>
            <a:r>
              <a:rPr lang="ko-KR" altLang="en-US" smtClean="0"/>
              <a:t>마스터 부제목 스타일 편집</a:t>
            </a:r>
            <a:endParaRPr lang="en-US" altLang="ko-KR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3200400"/>
            <a:ext cx="6400800" cy="682625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DECB7F-7C21-467C-A28F-D8FAB5AC5F59}" type="slidenum">
              <a:rPr lang="en-US" altLang="ko-KR"/>
              <a:pPr/>
              <a:t>‹#›</a:t>
            </a:fld>
            <a:endParaRPr lang="en-US" altLang="ko-KR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64" y="6000768"/>
            <a:ext cx="2547145" cy="419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396B81-AABB-4FEB-8CD4-0241C0969FF5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3400" y="1219200"/>
            <a:ext cx="40767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62500" y="1219200"/>
            <a:ext cx="40767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089B60-2968-476A-8A01-8C9AF100CB66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868A4C-75CE-4892-A91B-CD421231EF35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26073B-01B1-4E03-B82C-AC0915A6B959}" type="slidenum">
              <a:rPr lang="en-US" altLang="ko-KR"/>
              <a:pPr/>
              <a:t>‹#›</a:t>
            </a:fld>
            <a:endParaRPr lang="en-US" altLang="ko-KR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64" y="6000768"/>
            <a:ext cx="2547145" cy="419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945503-8DB6-4B7F-A062-52FB902DB27C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8796DC-1D85-4FE1-8444-C0FB9304F022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F1A431-EA8B-4821-BA41-47D3F4EFE4EF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6CE0FC-4EEB-4F4B-BE96-DD574CC4B572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62750" y="350838"/>
            <a:ext cx="2076450" cy="5592762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3400" y="350838"/>
            <a:ext cx="6076950" cy="5592762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BB5E47-9790-40D7-93CA-2E52BEC4FB17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8800" y="350838"/>
            <a:ext cx="6934200" cy="56356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533400" y="1219200"/>
            <a:ext cx="8305800" cy="4724400"/>
          </a:xfrm>
        </p:spPr>
        <p:txBody>
          <a:bodyPr/>
          <a:lstStyle/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304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2971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A51E468D-2C26-4324-A8DE-0A7389CE403C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Rectangle 50"/>
          <p:cNvSpPr>
            <a:spLocks noChangeArrowheads="1"/>
          </p:cNvSpPr>
          <p:nvPr/>
        </p:nvSpPr>
        <p:spPr bwMode="gray">
          <a:xfrm>
            <a:off x="2133600" y="381000"/>
            <a:ext cx="7010400" cy="533400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chemeClr val="accent1">
                  <a:alpha val="32001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75" name="Rectangle 51"/>
          <p:cNvSpPr>
            <a:spLocks noChangeArrowheads="1"/>
          </p:cNvSpPr>
          <p:nvPr/>
        </p:nvSpPr>
        <p:spPr bwMode="gray">
          <a:xfrm>
            <a:off x="1981200" y="457200"/>
            <a:ext cx="7162800" cy="381000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chemeClr val="accent1">
                  <a:alpha val="32001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19200"/>
            <a:ext cx="8305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altLang="ko-KR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304800" y="6553200"/>
            <a:ext cx="213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5943600" y="63246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2971800" y="6553200"/>
            <a:ext cx="213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ea typeface="굴림" charset="-127"/>
              </a:defRPr>
            </a:lvl1pPr>
          </a:lstStyle>
          <a:p>
            <a:fld id="{72BB615A-38D6-4BE6-BCE1-FC615E8590F9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828800" y="350838"/>
            <a:ext cx="69342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en-US" altLang="ko-KR" smtClean="0"/>
          </a:p>
        </p:txBody>
      </p:sp>
      <p:sp>
        <p:nvSpPr>
          <p:cNvPr id="1069" name="Text Box 45"/>
          <p:cNvSpPr txBox="1">
            <a:spLocks noChangeArrowheads="1"/>
          </p:cNvSpPr>
          <p:nvPr/>
        </p:nvSpPr>
        <p:spPr bwMode="white">
          <a:xfrm>
            <a:off x="7196138" y="5943600"/>
            <a:ext cx="16430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2800" b="1" i="1">
                <a:solidFill>
                  <a:schemeClr val="accent1"/>
                </a:solidFill>
                <a:ea typeface="굴림" charset="-127"/>
              </a:rPr>
              <a:t>LOGO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2700046" y="3143248"/>
            <a:ext cx="38779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5400" b="1" cap="all" dirty="0" smtClean="0">
                <a:ln w="0">
                  <a:solidFill>
                    <a:schemeClr val="tx1">
                      <a:alpha val="52000"/>
                    </a:schemeClr>
                  </a:solidFill>
                </a:ln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dist="38100" dir="18960000" sx="101000" sy="101000" algn="ctr" rotWithShape="0">
                    <a:srgbClr val="000000">
                      <a:alpha val="59000"/>
                    </a:srgbClr>
                  </a:outerShdw>
                  <a:reflection blurRad="12700" stA="50000" endPos="50000" dist="5000" dir="5400000" sy="-100000" rotWithShape="0"/>
                </a:effectLst>
              </a:rPr>
              <a:t>scorpion</a:t>
            </a:r>
            <a:endParaRPr lang="ko-KR" altLang="en-US" sz="5400" b="1" cap="all" dirty="0">
              <a:ln w="0">
                <a:solidFill>
                  <a:schemeClr val="tx1">
                    <a:alpha val="52000"/>
                  </a:schemeClr>
                </a:solidFill>
              </a:ln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outerShdw dist="38100" dir="18960000" sx="101000" sy="101000" algn="ctr" rotWithShape="0">
                  <a:srgbClr val="000000">
                    <a:alpha val="59000"/>
                  </a:srgbClr>
                </a:outerShdw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37EEC3C-BB78-46E7-91EE-98DFE1BED1A8}" type="slidenum">
              <a:rPr lang="en-US" altLang="ko-KR" smtClean="0"/>
              <a:pPr/>
              <a:t>1</a:t>
            </a:fld>
            <a:endParaRPr lang="en-US" altLang="ko-KR"/>
          </a:p>
        </p:txBody>
      </p:sp>
      <p:pic>
        <p:nvPicPr>
          <p:cNvPr id="2051" name="Picture 3" descr="C:\Documents and Settings\USER\바탕 화면\칼무리\5479474815.jp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 rot="4561741">
            <a:off x="6683608" y="3092336"/>
            <a:ext cx="1580305" cy="1580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팀원 소개 및 담당 업무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ECB7F-7C21-467C-A28F-D8FAB5AC5F59}" type="slidenum">
              <a:rPr lang="en-US" altLang="ko-KR" smtClean="0"/>
              <a:pPr/>
              <a:t>2</a:t>
            </a:fld>
            <a:endParaRPr lang="en-US" altLang="ko-KR"/>
          </a:p>
        </p:txBody>
      </p:sp>
      <p:graphicFrame>
        <p:nvGraphicFramePr>
          <p:cNvPr id="6" name="내용 개체 틀 8"/>
          <p:cNvGraphicFramePr>
            <a:graphicFrameLocks/>
          </p:cNvGraphicFramePr>
          <p:nvPr/>
        </p:nvGraphicFramePr>
        <p:xfrm>
          <a:off x="539553" y="1000111"/>
          <a:ext cx="7961538" cy="4445112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533875"/>
                <a:gridCol w="1826041"/>
                <a:gridCol w="4601622"/>
              </a:tblGrid>
              <a:tr h="635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/>
                        <a:t>직책</a:t>
                      </a:r>
                      <a:endParaRPr lang="ko-KR" altLang="en-US" sz="3200" dirty="0"/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/>
                        <a:t>이름</a:t>
                      </a:r>
                      <a:endParaRPr lang="ko-KR" altLang="en-US" sz="3200" dirty="0"/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/>
                        <a:t>담당업무</a:t>
                      </a:r>
                      <a:endParaRPr lang="ko-KR" altLang="en-US" sz="3200" dirty="0"/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</a:tr>
              <a:tr h="635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/>
                        <a:t>팀장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/>
                        <a:t>이희재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/>
                        <a:t>자바</a:t>
                      </a:r>
                      <a:r>
                        <a:rPr lang="en-US" altLang="ko-KR" sz="3200" dirty="0" smtClean="0"/>
                        <a:t>,</a:t>
                      </a:r>
                      <a:r>
                        <a:rPr lang="ko-KR" altLang="en-US" sz="3200" dirty="0" smtClean="0"/>
                        <a:t>일정관리</a:t>
                      </a:r>
                      <a:endParaRPr lang="ko-KR" altLang="en-US" sz="3200" dirty="0"/>
                    </a:p>
                  </a:txBody>
                  <a:tcPr/>
                </a:tc>
              </a:tr>
              <a:tr h="635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/>
                        <a:t>팀원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/>
                        <a:t>장인수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/>
                        <a:t>자바</a:t>
                      </a:r>
                      <a:r>
                        <a:rPr lang="en-US" altLang="ko-KR" sz="3200" dirty="0" smtClean="0"/>
                        <a:t>,</a:t>
                      </a:r>
                      <a:r>
                        <a:rPr lang="ko-KR" altLang="en-US" sz="3200" dirty="0" smtClean="0"/>
                        <a:t>문서</a:t>
                      </a:r>
                      <a:endParaRPr lang="ko-KR" altLang="en-US" sz="3200" dirty="0"/>
                    </a:p>
                  </a:txBody>
                  <a:tcPr/>
                </a:tc>
              </a:tr>
              <a:tr h="635016">
                <a:tc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/>
                        <a:t>권오승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/>
                        <a:t>자바</a:t>
                      </a:r>
                      <a:endParaRPr lang="ko-KR" altLang="en-US" sz="3200" dirty="0"/>
                    </a:p>
                  </a:txBody>
                  <a:tcPr/>
                </a:tc>
              </a:tr>
              <a:tr h="635016">
                <a:tc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/>
                        <a:t>민병국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/>
                        <a:t>자바</a:t>
                      </a:r>
                      <a:r>
                        <a:rPr lang="en-US" altLang="ko-KR" sz="3200" dirty="0" smtClean="0"/>
                        <a:t>,</a:t>
                      </a:r>
                      <a:r>
                        <a:rPr lang="ko-KR" altLang="en-US" sz="3200" dirty="0" smtClean="0"/>
                        <a:t>문서</a:t>
                      </a:r>
                      <a:endParaRPr lang="ko-KR" altLang="en-US" sz="3200" dirty="0"/>
                    </a:p>
                  </a:txBody>
                  <a:tcPr/>
                </a:tc>
              </a:tr>
              <a:tr h="635016">
                <a:tc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/>
                        <a:t>김아름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/>
                        <a:t>자바</a:t>
                      </a:r>
                      <a:r>
                        <a:rPr lang="en-US" altLang="ko-KR" sz="3200" dirty="0" smtClean="0"/>
                        <a:t>,DB</a:t>
                      </a:r>
                      <a:r>
                        <a:rPr lang="ko-KR" altLang="en-US" sz="3200" dirty="0" smtClean="0"/>
                        <a:t>설계</a:t>
                      </a:r>
                      <a:endParaRPr lang="ko-KR" altLang="en-US" sz="3200" dirty="0"/>
                    </a:p>
                  </a:txBody>
                  <a:tcPr/>
                </a:tc>
              </a:tr>
              <a:tr h="635016">
                <a:tc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err="1" smtClean="0"/>
                        <a:t>이원형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/>
                        <a:t>자바</a:t>
                      </a:r>
                      <a:r>
                        <a:rPr lang="en-US" altLang="ko-KR" sz="3200" dirty="0" smtClean="0"/>
                        <a:t>,</a:t>
                      </a:r>
                      <a:r>
                        <a:rPr lang="ko-KR" altLang="en-US" sz="3200" dirty="0" smtClean="0"/>
                        <a:t>디자인</a:t>
                      </a:r>
                      <a:endParaRPr lang="ko-KR" altLang="en-US" sz="3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프로젝트 주제</a:t>
            </a:r>
            <a:endParaRPr lang="ko-KR" altLang="en-US" dirty="0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533400" y="1000108"/>
            <a:ext cx="8305800" cy="47244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pPr algn="ctr">
              <a:buNone/>
            </a:pPr>
            <a:endParaRPr lang="en-US" altLang="ko-KR" sz="800" b="1" dirty="0" smtClean="0"/>
          </a:p>
          <a:p>
            <a:pPr algn="ctr">
              <a:buNone/>
            </a:pPr>
            <a:endParaRPr lang="en-US" altLang="ko-KR" sz="800" b="1" dirty="0" smtClean="0"/>
          </a:p>
          <a:p>
            <a:pPr algn="ctr">
              <a:buNone/>
            </a:pPr>
            <a:r>
              <a:rPr lang="ko-KR" altLang="en-US" sz="3600" b="1" dirty="0" smtClean="0"/>
              <a:t>실시간 경매사이트</a:t>
            </a:r>
            <a:endParaRPr lang="en-US" altLang="ko-KR" sz="3600" b="1" dirty="0" smtClean="0"/>
          </a:p>
          <a:p>
            <a:pPr algn="ctr">
              <a:buNone/>
            </a:pPr>
            <a:endParaRPr lang="en-US" altLang="ko-KR" sz="2500" dirty="0" smtClean="0"/>
          </a:p>
          <a:p>
            <a:pPr algn="ctr">
              <a:lnSpc>
                <a:spcPct val="200000"/>
              </a:lnSpc>
              <a:buNone/>
            </a:pPr>
            <a:r>
              <a:rPr lang="ko-KR" altLang="en-US" sz="2500" spc="200" dirty="0" smtClean="0"/>
              <a:t>상업적인 목적으로서 관리자 및 사용자가 </a:t>
            </a:r>
            <a:endParaRPr lang="en-US" altLang="ko-KR" sz="2500" spc="200" dirty="0" smtClean="0"/>
          </a:p>
          <a:p>
            <a:pPr algn="ctr">
              <a:lnSpc>
                <a:spcPct val="200000"/>
              </a:lnSpc>
              <a:buNone/>
            </a:pPr>
            <a:r>
              <a:rPr lang="ko-KR" altLang="en-US" sz="2500" spc="200" dirty="0" smtClean="0"/>
              <a:t>사이트에 접속하여 경매를 통하여 자유롭고</a:t>
            </a:r>
            <a:endParaRPr lang="en-US" altLang="ko-KR" sz="2500" spc="200" dirty="0" smtClean="0"/>
          </a:p>
          <a:p>
            <a:pPr algn="ctr">
              <a:lnSpc>
                <a:spcPct val="200000"/>
              </a:lnSpc>
              <a:buNone/>
            </a:pPr>
            <a:r>
              <a:rPr lang="ko-KR" altLang="en-US" sz="2500" spc="200" dirty="0" smtClean="0"/>
              <a:t>저렴하게 물품거래를 할 수 있도록 하는데 </a:t>
            </a:r>
            <a:endParaRPr lang="en-US" altLang="ko-KR" sz="2500" spc="200" dirty="0" smtClean="0"/>
          </a:p>
          <a:p>
            <a:pPr algn="ctr">
              <a:lnSpc>
                <a:spcPct val="200000"/>
              </a:lnSpc>
              <a:buNone/>
            </a:pPr>
            <a:r>
              <a:rPr lang="ko-KR" altLang="en-US" sz="2500" spc="200" dirty="0" smtClean="0"/>
              <a:t>의의를 두고 있다</a:t>
            </a:r>
            <a:r>
              <a:rPr lang="en-US" altLang="ko-KR" sz="2500" spc="200" dirty="0" smtClean="0"/>
              <a:t>.</a:t>
            </a:r>
            <a:r>
              <a:rPr lang="ko-KR" altLang="en-US" sz="2500" spc="200" dirty="0" smtClean="0"/>
              <a:t> </a:t>
            </a:r>
            <a:endParaRPr lang="ko-KR" altLang="en-US" sz="2500" spc="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ECB7F-7C21-467C-A28F-D8FAB5AC5F59}" type="slidenum">
              <a:rPr lang="en-US" altLang="ko-KR" smtClean="0"/>
              <a:pPr/>
              <a:t>3</a:t>
            </a:fld>
            <a:endParaRPr lang="en-US" altLang="ko-K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프로젝트 구조도</a:t>
            </a:r>
            <a:endParaRPr lang="ko-KR" altLang="en-US" dirty="0"/>
          </a:p>
        </p:txBody>
      </p:sp>
      <p:grpSp>
        <p:nvGrpSpPr>
          <p:cNvPr id="51" name="그룹 50"/>
          <p:cNvGrpSpPr/>
          <p:nvPr/>
        </p:nvGrpSpPr>
        <p:grpSpPr>
          <a:xfrm>
            <a:off x="714348" y="1214422"/>
            <a:ext cx="7929586" cy="4236867"/>
            <a:chOff x="1214414" y="928670"/>
            <a:chExt cx="7929586" cy="4236867"/>
          </a:xfrm>
        </p:grpSpPr>
        <p:grpSp>
          <p:nvGrpSpPr>
            <p:cNvPr id="78" name="그룹 77"/>
            <p:cNvGrpSpPr/>
            <p:nvPr/>
          </p:nvGrpSpPr>
          <p:grpSpPr>
            <a:xfrm>
              <a:off x="3286116" y="3214686"/>
              <a:ext cx="928694" cy="785818"/>
              <a:chOff x="2857488" y="3000372"/>
              <a:chExt cx="1000132" cy="857256"/>
            </a:xfrm>
          </p:grpSpPr>
          <p:sp>
            <p:nvSpPr>
              <p:cNvPr id="74" name="TextBox 73"/>
              <p:cNvSpPr txBox="1"/>
              <p:nvPr/>
            </p:nvSpPr>
            <p:spPr>
              <a:xfrm>
                <a:off x="2857488" y="3549851"/>
                <a:ext cx="1000132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b="1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바탕" pitchFamily="18" charset="-127"/>
                    <a:ea typeface="바탕" pitchFamily="18" charset="-127"/>
                  </a:rPr>
                  <a:t>고객관리</a:t>
                </a:r>
                <a:endParaRPr lang="ko-KR" alt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바탕" pitchFamily="18" charset="-127"/>
                  <a:ea typeface="바탕" pitchFamily="18" charset="-127"/>
                </a:endParaRPr>
              </a:p>
            </p:txBody>
          </p:sp>
          <p:grpSp>
            <p:nvGrpSpPr>
              <p:cNvPr id="33" name="Group 32"/>
              <p:cNvGrpSpPr>
                <a:grpSpLocks/>
              </p:cNvGrpSpPr>
              <p:nvPr/>
            </p:nvGrpSpPr>
            <p:grpSpPr bwMode="auto">
              <a:xfrm>
                <a:off x="3000364" y="3000372"/>
                <a:ext cx="745985" cy="609057"/>
                <a:chOff x="1354" y="1179"/>
                <a:chExt cx="409" cy="450"/>
              </a:xfrm>
            </p:grpSpPr>
            <p:sp>
              <p:nvSpPr>
                <p:cNvPr id="34" name="Freeform 33"/>
                <p:cNvSpPr>
                  <a:spLocks/>
                </p:cNvSpPr>
                <p:nvPr/>
              </p:nvSpPr>
              <p:spPr bwMode="auto">
                <a:xfrm>
                  <a:off x="1360" y="1400"/>
                  <a:ext cx="329" cy="183"/>
                </a:xfrm>
                <a:custGeom>
                  <a:avLst/>
                  <a:gdLst/>
                  <a:ahLst/>
                  <a:cxnLst>
                    <a:cxn ang="0">
                      <a:pos x="106" y="182"/>
                    </a:cxn>
                    <a:cxn ang="0">
                      <a:pos x="328" y="119"/>
                    </a:cxn>
                    <a:cxn ang="0">
                      <a:pos x="328" y="90"/>
                    </a:cxn>
                    <a:cxn ang="0">
                      <a:pos x="176" y="0"/>
                    </a:cxn>
                    <a:cxn ang="0">
                      <a:pos x="0" y="106"/>
                    </a:cxn>
                    <a:cxn ang="0">
                      <a:pos x="0" y="120"/>
                    </a:cxn>
                    <a:cxn ang="0">
                      <a:pos x="106" y="182"/>
                    </a:cxn>
                  </a:cxnLst>
                  <a:rect l="0" t="0" r="r" b="b"/>
                  <a:pathLst>
                    <a:path w="329" h="183">
                      <a:moveTo>
                        <a:pt x="106" y="182"/>
                      </a:moveTo>
                      <a:lnTo>
                        <a:pt x="328" y="119"/>
                      </a:lnTo>
                      <a:lnTo>
                        <a:pt x="328" y="90"/>
                      </a:lnTo>
                      <a:lnTo>
                        <a:pt x="176" y="0"/>
                      </a:lnTo>
                      <a:lnTo>
                        <a:pt x="0" y="106"/>
                      </a:lnTo>
                      <a:lnTo>
                        <a:pt x="0" y="120"/>
                      </a:lnTo>
                      <a:lnTo>
                        <a:pt x="106" y="182"/>
                      </a:lnTo>
                    </a:path>
                  </a:pathLst>
                </a:custGeom>
                <a:solidFill>
                  <a:srgbClr val="868686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5" name="Freeform 34"/>
                <p:cNvSpPr>
                  <a:spLocks/>
                </p:cNvSpPr>
                <p:nvPr/>
              </p:nvSpPr>
              <p:spPr bwMode="auto">
                <a:xfrm>
                  <a:off x="1354" y="1368"/>
                  <a:ext cx="338" cy="194"/>
                </a:xfrm>
                <a:custGeom>
                  <a:avLst/>
                  <a:gdLst/>
                  <a:ahLst/>
                  <a:cxnLst>
                    <a:cxn ang="0">
                      <a:pos x="110" y="193"/>
                    </a:cxn>
                    <a:cxn ang="0">
                      <a:pos x="337" y="130"/>
                    </a:cxn>
                    <a:cxn ang="0">
                      <a:pos x="337" y="54"/>
                    </a:cxn>
                    <a:cxn ang="0">
                      <a:pos x="240" y="0"/>
                    </a:cxn>
                    <a:cxn ang="0">
                      <a:pos x="0" y="63"/>
                    </a:cxn>
                    <a:cxn ang="0">
                      <a:pos x="0" y="129"/>
                    </a:cxn>
                    <a:cxn ang="0">
                      <a:pos x="110" y="193"/>
                    </a:cxn>
                  </a:cxnLst>
                  <a:rect l="0" t="0" r="r" b="b"/>
                  <a:pathLst>
                    <a:path w="338" h="194">
                      <a:moveTo>
                        <a:pt x="110" y="193"/>
                      </a:moveTo>
                      <a:lnTo>
                        <a:pt x="337" y="130"/>
                      </a:lnTo>
                      <a:lnTo>
                        <a:pt x="337" y="54"/>
                      </a:lnTo>
                      <a:lnTo>
                        <a:pt x="240" y="0"/>
                      </a:lnTo>
                      <a:lnTo>
                        <a:pt x="0" y="63"/>
                      </a:lnTo>
                      <a:lnTo>
                        <a:pt x="0" y="129"/>
                      </a:lnTo>
                      <a:lnTo>
                        <a:pt x="110" y="193"/>
                      </a:lnTo>
                    </a:path>
                  </a:pathLst>
                </a:custGeom>
                <a:solidFill>
                  <a:srgbClr val="DDDDDD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6" name="Freeform 35"/>
                <p:cNvSpPr>
                  <a:spLocks/>
                </p:cNvSpPr>
                <p:nvPr/>
              </p:nvSpPr>
              <p:spPr bwMode="auto">
                <a:xfrm>
                  <a:off x="1358" y="1439"/>
                  <a:ext cx="108" cy="118"/>
                </a:xfrm>
                <a:custGeom>
                  <a:avLst/>
                  <a:gdLst/>
                  <a:ahLst/>
                  <a:cxnLst>
                    <a:cxn ang="0">
                      <a:pos x="0" y="57"/>
                    </a:cxn>
                    <a:cxn ang="0">
                      <a:pos x="0" y="0"/>
                    </a:cxn>
                    <a:cxn ang="0">
                      <a:pos x="104" y="52"/>
                    </a:cxn>
                    <a:cxn ang="0">
                      <a:pos x="107" y="117"/>
                    </a:cxn>
                    <a:cxn ang="0">
                      <a:pos x="0" y="57"/>
                    </a:cxn>
                  </a:cxnLst>
                  <a:rect l="0" t="0" r="r" b="b"/>
                  <a:pathLst>
                    <a:path w="108" h="118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04" y="52"/>
                      </a:lnTo>
                      <a:lnTo>
                        <a:pt x="107" y="117"/>
                      </a:lnTo>
                      <a:lnTo>
                        <a:pt x="0" y="57"/>
                      </a:lnTo>
                    </a:path>
                  </a:pathLst>
                </a:custGeom>
                <a:solidFill>
                  <a:srgbClr val="B2B2B2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7" name="Freeform 36"/>
                <p:cNvSpPr>
                  <a:spLocks/>
                </p:cNvSpPr>
                <p:nvPr/>
              </p:nvSpPr>
              <p:spPr bwMode="auto">
                <a:xfrm>
                  <a:off x="1475" y="1519"/>
                  <a:ext cx="286" cy="110"/>
                </a:xfrm>
                <a:custGeom>
                  <a:avLst/>
                  <a:gdLst/>
                  <a:ahLst/>
                  <a:cxnLst>
                    <a:cxn ang="0">
                      <a:pos x="51" y="109"/>
                    </a:cxn>
                    <a:cxn ang="0">
                      <a:pos x="285" y="45"/>
                    </a:cxn>
                    <a:cxn ang="0">
                      <a:pos x="204" y="0"/>
                    </a:cxn>
                    <a:cxn ang="0">
                      <a:pos x="0" y="51"/>
                    </a:cxn>
                    <a:cxn ang="0">
                      <a:pos x="51" y="109"/>
                    </a:cxn>
                  </a:cxnLst>
                  <a:rect l="0" t="0" r="r" b="b"/>
                  <a:pathLst>
                    <a:path w="286" h="110">
                      <a:moveTo>
                        <a:pt x="51" y="109"/>
                      </a:moveTo>
                      <a:lnTo>
                        <a:pt x="285" y="45"/>
                      </a:lnTo>
                      <a:lnTo>
                        <a:pt x="204" y="0"/>
                      </a:lnTo>
                      <a:lnTo>
                        <a:pt x="0" y="51"/>
                      </a:lnTo>
                      <a:lnTo>
                        <a:pt x="51" y="109"/>
                      </a:lnTo>
                    </a:path>
                  </a:pathLst>
                </a:custGeom>
                <a:solidFill>
                  <a:srgbClr val="868686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8" name="Freeform 37"/>
                <p:cNvSpPr>
                  <a:spLocks/>
                </p:cNvSpPr>
                <p:nvPr/>
              </p:nvSpPr>
              <p:spPr bwMode="auto">
                <a:xfrm>
                  <a:off x="1477" y="1513"/>
                  <a:ext cx="286" cy="111"/>
                </a:xfrm>
                <a:custGeom>
                  <a:avLst/>
                  <a:gdLst/>
                  <a:ahLst/>
                  <a:cxnLst>
                    <a:cxn ang="0">
                      <a:pos x="50" y="110"/>
                    </a:cxn>
                    <a:cxn ang="0">
                      <a:pos x="285" y="45"/>
                    </a:cxn>
                    <a:cxn ang="0">
                      <a:pos x="204" y="0"/>
                    </a:cxn>
                    <a:cxn ang="0">
                      <a:pos x="0" y="53"/>
                    </a:cxn>
                    <a:cxn ang="0">
                      <a:pos x="50" y="110"/>
                    </a:cxn>
                  </a:cxnLst>
                  <a:rect l="0" t="0" r="r" b="b"/>
                  <a:pathLst>
                    <a:path w="286" h="111">
                      <a:moveTo>
                        <a:pt x="50" y="110"/>
                      </a:moveTo>
                      <a:lnTo>
                        <a:pt x="285" y="45"/>
                      </a:lnTo>
                      <a:lnTo>
                        <a:pt x="204" y="0"/>
                      </a:lnTo>
                      <a:lnTo>
                        <a:pt x="0" y="53"/>
                      </a:lnTo>
                      <a:lnTo>
                        <a:pt x="50" y="110"/>
                      </a:lnTo>
                    </a:path>
                  </a:pathLst>
                </a:custGeom>
                <a:solidFill>
                  <a:srgbClr val="DDDDDD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9" name="Line 38"/>
                <p:cNvSpPr>
                  <a:spLocks noChangeShapeType="1"/>
                </p:cNvSpPr>
                <p:nvPr/>
              </p:nvSpPr>
              <p:spPr bwMode="auto">
                <a:xfrm flipV="1">
                  <a:off x="1485" y="1446"/>
                  <a:ext cx="183" cy="49"/>
                </a:xfrm>
                <a:prstGeom prst="line">
                  <a:avLst/>
                </a:prstGeom>
                <a:noFill/>
                <a:ln w="9525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40" name="Freeform 39"/>
                <p:cNvSpPr>
                  <a:spLocks/>
                </p:cNvSpPr>
                <p:nvPr/>
              </p:nvSpPr>
              <p:spPr bwMode="auto">
                <a:xfrm>
                  <a:off x="1485" y="1446"/>
                  <a:ext cx="184" cy="50"/>
                </a:xfrm>
                <a:custGeom>
                  <a:avLst/>
                  <a:gdLst/>
                  <a:ahLst/>
                  <a:cxnLst>
                    <a:cxn ang="0">
                      <a:pos x="0" y="49"/>
                    </a:cxn>
                    <a:cxn ang="0">
                      <a:pos x="183" y="0"/>
                    </a:cxn>
                    <a:cxn ang="0">
                      <a:pos x="0" y="49"/>
                    </a:cxn>
                  </a:cxnLst>
                  <a:rect l="0" t="0" r="r" b="b"/>
                  <a:pathLst>
                    <a:path w="184" h="50">
                      <a:moveTo>
                        <a:pt x="0" y="49"/>
                      </a:moveTo>
                      <a:lnTo>
                        <a:pt x="183" y="0"/>
                      </a:lnTo>
                      <a:lnTo>
                        <a:pt x="0" y="49"/>
                      </a:lnTo>
                    </a:path>
                  </a:pathLst>
                </a:custGeom>
                <a:noFill/>
                <a:ln w="12700" cap="rnd" cmpd="sng">
                  <a:solidFill>
                    <a:srgbClr val="B2B2B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1" name="Freeform 40"/>
                <p:cNvSpPr>
                  <a:spLocks/>
                </p:cNvSpPr>
                <p:nvPr/>
              </p:nvSpPr>
              <p:spPr bwMode="auto">
                <a:xfrm>
                  <a:off x="1495" y="1484"/>
                  <a:ext cx="40" cy="17"/>
                </a:xfrm>
                <a:custGeom>
                  <a:avLst/>
                  <a:gdLst/>
                  <a:ahLst/>
                  <a:cxnLst>
                    <a:cxn ang="0">
                      <a:pos x="0" y="10"/>
                    </a:cxn>
                    <a:cxn ang="0">
                      <a:pos x="38" y="0"/>
                    </a:cxn>
                    <a:cxn ang="0">
                      <a:pos x="39" y="5"/>
                    </a:cxn>
                    <a:cxn ang="0">
                      <a:pos x="0" y="16"/>
                    </a:cxn>
                    <a:cxn ang="0">
                      <a:pos x="0" y="10"/>
                    </a:cxn>
                  </a:cxnLst>
                  <a:rect l="0" t="0" r="r" b="b"/>
                  <a:pathLst>
                    <a:path w="40" h="17">
                      <a:moveTo>
                        <a:pt x="0" y="10"/>
                      </a:moveTo>
                      <a:lnTo>
                        <a:pt x="38" y="0"/>
                      </a:lnTo>
                      <a:lnTo>
                        <a:pt x="39" y="5"/>
                      </a:lnTo>
                      <a:lnTo>
                        <a:pt x="0" y="16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4C4C4C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2" name="Freeform 41"/>
                <p:cNvSpPr>
                  <a:spLocks/>
                </p:cNvSpPr>
                <p:nvPr/>
              </p:nvSpPr>
              <p:spPr bwMode="auto">
                <a:xfrm>
                  <a:off x="1495" y="1484"/>
                  <a:ext cx="40" cy="17"/>
                </a:xfrm>
                <a:custGeom>
                  <a:avLst/>
                  <a:gdLst/>
                  <a:ahLst/>
                  <a:cxnLst>
                    <a:cxn ang="0">
                      <a:pos x="0" y="10"/>
                    </a:cxn>
                    <a:cxn ang="0">
                      <a:pos x="38" y="0"/>
                    </a:cxn>
                    <a:cxn ang="0">
                      <a:pos x="39" y="5"/>
                    </a:cxn>
                    <a:cxn ang="0">
                      <a:pos x="0" y="16"/>
                    </a:cxn>
                    <a:cxn ang="0">
                      <a:pos x="0" y="10"/>
                    </a:cxn>
                  </a:cxnLst>
                  <a:rect l="0" t="0" r="r" b="b"/>
                  <a:pathLst>
                    <a:path w="40" h="17">
                      <a:moveTo>
                        <a:pt x="0" y="10"/>
                      </a:moveTo>
                      <a:lnTo>
                        <a:pt x="38" y="0"/>
                      </a:lnTo>
                      <a:lnTo>
                        <a:pt x="39" y="5"/>
                      </a:lnTo>
                      <a:lnTo>
                        <a:pt x="0" y="16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B2B2B2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3" name="Freeform 42"/>
                <p:cNvSpPr>
                  <a:spLocks/>
                </p:cNvSpPr>
                <p:nvPr/>
              </p:nvSpPr>
              <p:spPr bwMode="auto">
                <a:xfrm>
                  <a:off x="1547" y="1471"/>
                  <a:ext cx="40" cy="17"/>
                </a:xfrm>
                <a:custGeom>
                  <a:avLst/>
                  <a:gdLst/>
                  <a:ahLst/>
                  <a:cxnLst>
                    <a:cxn ang="0">
                      <a:pos x="0" y="11"/>
                    </a:cxn>
                    <a:cxn ang="0">
                      <a:pos x="38" y="0"/>
                    </a:cxn>
                    <a:cxn ang="0">
                      <a:pos x="39" y="4"/>
                    </a:cxn>
                    <a:cxn ang="0">
                      <a:pos x="1" y="16"/>
                    </a:cxn>
                    <a:cxn ang="0">
                      <a:pos x="0" y="11"/>
                    </a:cxn>
                  </a:cxnLst>
                  <a:rect l="0" t="0" r="r" b="b"/>
                  <a:pathLst>
                    <a:path w="40" h="17">
                      <a:moveTo>
                        <a:pt x="0" y="11"/>
                      </a:moveTo>
                      <a:lnTo>
                        <a:pt x="38" y="0"/>
                      </a:lnTo>
                      <a:lnTo>
                        <a:pt x="39" y="4"/>
                      </a:lnTo>
                      <a:lnTo>
                        <a:pt x="1" y="16"/>
                      </a:lnTo>
                      <a:lnTo>
                        <a:pt x="0" y="11"/>
                      </a:lnTo>
                    </a:path>
                  </a:pathLst>
                </a:custGeom>
                <a:solidFill>
                  <a:srgbClr val="4C4C4C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4" name="Freeform 43"/>
                <p:cNvSpPr>
                  <a:spLocks/>
                </p:cNvSpPr>
                <p:nvPr/>
              </p:nvSpPr>
              <p:spPr bwMode="auto">
                <a:xfrm>
                  <a:off x="1547" y="1471"/>
                  <a:ext cx="40" cy="17"/>
                </a:xfrm>
                <a:custGeom>
                  <a:avLst/>
                  <a:gdLst/>
                  <a:ahLst/>
                  <a:cxnLst>
                    <a:cxn ang="0">
                      <a:pos x="0" y="11"/>
                    </a:cxn>
                    <a:cxn ang="0">
                      <a:pos x="38" y="0"/>
                    </a:cxn>
                    <a:cxn ang="0">
                      <a:pos x="39" y="4"/>
                    </a:cxn>
                    <a:cxn ang="0">
                      <a:pos x="1" y="16"/>
                    </a:cxn>
                    <a:cxn ang="0">
                      <a:pos x="0" y="11"/>
                    </a:cxn>
                  </a:cxnLst>
                  <a:rect l="0" t="0" r="r" b="b"/>
                  <a:pathLst>
                    <a:path w="40" h="17">
                      <a:moveTo>
                        <a:pt x="0" y="11"/>
                      </a:moveTo>
                      <a:lnTo>
                        <a:pt x="38" y="0"/>
                      </a:lnTo>
                      <a:lnTo>
                        <a:pt x="39" y="4"/>
                      </a:lnTo>
                      <a:lnTo>
                        <a:pt x="1" y="16"/>
                      </a:lnTo>
                      <a:lnTo>
                        <a:pt x="0" y="11"/>
                      </a:lnTo>
                    </a:path>
                  </a:pathLst>
                </a:custGeom>
                <a:solidFill>
                  <a:srgbClr val="B2B2B2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5" name="Freeform 44"/>
                <p:cNvSpPr>
                  <a:spLocks/>
                </p:cNvSpPr>
                <p:nvPr/>
              </p:nvSpPr>
              <p:spPr bwMode="auto">
                <a:xfrm>
                  <a:off x="1370" y="1213"/>
                  <a:ext cx="312" cy="268"/>
                </a:xfrm>
                <a:custGeom>
                  <a:avLst/>
                  <a:gdLst/>
                  <a:ahLst/>
                  <a:cxnLst>
                    <a:cxn ang="0">
                      <a:pos x="89" y="267"/>
                    </a:cxn>
                    <a:cxn ang="0">
                      <a:pos x="311" y="208"/>
                    </a:cxn>
                    <a:cxn ang="0">
                      <a:pos x="304" y="11"/>
                    </a:cxn>
                    <a:cxn ang="0">
                      <a:pos x="290" y="0"/>
                    </a:cxn>
                    <a:cxn ang="0">
                      <a:pos x="90" y="53"/>
                    </a:cxn>
                    <a:cxn ang="0">
                      <a:pos x="43" y="28"/>
                    </a:cxn>
                    <a:cxn ang="0">
                      <a:pos x="0" y="55"/>
                    </a:cxn>
                    <a:cxn ang="0">
                      <a:pos x="19" y="212"/>
                    </a:cxn>
                    <a:cxn ang="0">
                      <a:pos x="89" y="267"/>
                    </a:cxn>
                  </a:cxnLst>
                  <a:rect l="0" t="0" r="r" b="b"/>
                  <a:pathLst>
                    <a:path w="312" h="268">
                      <a:moveTo>
                        <a:pt x="89" y="267"/>
                      </a:moveTo>
                      <a:lnTo>
                        <a:pt x="311" y="208"/>
                      </a:lnTo>
                      <a:lnTo>
                        <a:pt x="304" y="11"/>
                      </a:lnTo>
                      <a:lnTo>
                        <a:pt x="290" y="0"/>
                      </a:lnTo>
                      <a:lnTo>
                        <a:pt x="90" y="53"/>
                      </a:lnTo>
                      <a:lnTo>
                        <a:pt x="43" y="28"/>
                      </a:lnTo>
                      <a:lnTo>
                        <a:pt x="0" y="55"/>
                      </a:lnTo>
                      <a:lnTo>
                        <a:pt x="19" y="212"/>
                      </a:lnTo>
                      <a:lnTo>
                        <a:pt x="89" y="267"/>
                      </a:lnTo>
                    </a:path>
                  </a:pathLst>
                </a:custGeom>
                <a:solidFill>
                  <a:srgbClr val="4C4C4C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6" name="Freeform 45"/>
                <p:cNvSpPr>
                  <a:spLocks/>
                </p:cNvSpPr>
                <p:nvPr/>
              </p:nvSpPr>
              <p:spPr bwMode="auto">
                <a:xfrm>
                  <a:off x="1364" y="1203"/>
                  <a:ext cx="322" cy="271"/>
                </a:xfrm>
                <a:custGeom>
                  <a:avLst/>
                  <a:gdLst/>
                  <a:ahLst/>
                  <a:cxnLst>
                    <a:cxn ang="0">
                      <a:pos x="55" y="241"/>
                    </a:cxn>
                    <a:cxn ang="0">
                      <a:pos x="100" y="270"/>
                    </a:cxn>
                    <a:cxn ang="0">
                      <a:pos x="321" y="208"/>
                    </a:cxn>
                    <a:cxn ang="0">
                      <a:pos x="313" y="11"/>
                    </a:cxn>
                    <a:cxn ang="0">
                      <a:pos x="300" y="0"/>
                    </a:cxn>
                    <a:cxn ang="0">
                      <a:pos x="98" y="53"/>
                    </a:cxn>
                    <a:cxn ang="0">
                      <a:pos x="51" y="29"/>
                    </a:cxn>
                    <a:cxn ang="0">
                      <a:pos x="6" y="47"/>
                    </a:cxn>
                    <a:cxn ang="0">
                      <a:pos x="0" y="53"/>
                    </a:cxn>
                    <a:cxn ang="0">
                      <a:pos x="0" y="187"/>
                    </a:cxn>
                    <a:cxn ang="0">
                      <a:pos x="55" y="241"/>
                    </a:cxn>
                  </a:cxnLst>
                  <a:rect l="0" t="0" r="r" b="b"/>
                  <a:pathLst>
                    <a:path w="322" h="271">
                      <a:moveTo>
                        <a:pt x="55" y="241"/>
                      </a:moveTo>
                      <a:lnTo>
                        <a:pt x="100" y="270"/>
                      </a:lnTo>
                      <a:lnTo>
                        <a:pt x="321" y="208"/>
                      </a:lnTo>
                      <a:lnTo>
                        <a:pt x="313" y="11"/>
                      </a:lnTo>
                      <a:lnTo>
                        <a:pt x="300" y="0"/>
                      </a:lnTo>
                      <a:lnTo>
                        <a:pt x="98" y="53"/>
                      </a:lnTo>
                      <a:lnTo>
                        <a:pt x="51" y="29"/>
                      </a:lnTo>
                      <a:lnTo>
                        <a:pt x="6" y="47"/>
                      </a:lnTo>
                      <a:lnTo>
                        <a:pt x="0" y="53"/>
                      </a:lnTo>
                      <a:lnTo>
                        <a:pt x="0" y="187"/>
                      </a:lnTo>
                      <a:lnTo>
                        <a:pt x="55" y="241"/>
                      </a:lnTo>
                    </a:path>
                  </a:pathLst>
                </a:custGeom>
                <a:solidFill>
                  <a:srgbClr val="DDDDDD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7" name="Freeform 46"/>
                <p:cNvSpPr>
                  <a:spLocks/>
                </p:cNvSpPr>
                <p:nvPr/>
              </p:nvSpPr>
              <p:spPr bwMode="auto">
                <a:xfrm>
                  <a:off x="1370" y="1242"/>
                  <a:ext cx="43" cy="184"/>
                </a:xfrm>
                <a:custGeom>
                  <a:avLst/>
                  <a:gdLst/>
                  <a:ahLst/>
                  <a:cxnLst>
                    <a:cxn ang="0">
                      <a:pos x="0" y="142"/>
                    </a:cxn>
                    <a:cxn ang="0">
                      <a:pos x="1" y="18"/>
                    </a:cxn>
                    <a:cxn ang="0">
                      <a:pos x="42" y="0"/>
                    </a:cxn>
                    <a:cxn ang="0">
                      <a:pos x="41" y="183"/>
                    </a:cxn>
                    <a:cxn ang="0">
                      <a:pos x="0" y="142"/>
                    </a:cxn>
                  </a:cxnLst>
                  <a:rect l="0" t="0" r="r" b="b"/>
                  <a:pathLst>
                    <a:path w="43" h="184">
                      <a:moveTo>
                        <a:pt x="0" y="142"/>
                      </a:moveTo>
                      <a:lnTo>
                        <a:pt x="1" y="18"/>
                      </a:lnTo>
                      <a:lnTo>
                        <a:pt x="42" y="0"/>
                      </a:lnTo>
                      <a:lnTo>
                        <a:pt x="41" y="183"/>
                      </a:lnTo>
                      <a:lnTo>
                        <a:pt x="0" y="142"/>
                      </a:lnTo>
                    </a:path>
                  </a:pathLst>
                </a:custGeom>
                <a:solidFill>
                  <a:srgbClr val="B2B2B2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8" name="Freeform 47"/>
                <p:cNvSpPr>
                  <a:spLocks/>
                </p:cNvSpPr>
                <p:nvPr/>
              </p:nvSpPr>
              <p:spPr bwMode="auto">
                <a:xfrm>
                  <a:off x="1423" y="1246"/>
                  <a:ext cx="38" cy="214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37" y="213"/>
                    </a:cxn>
                    <a:cxn ang="0">
                      <a:pos x="37" y="19"/>
                    </a:cxn>
                    <a:cxn ang="0">
                      <a:pos x="2" y="0"/>
                    </a:cxn>
                    <a:cxn ang="0">
                      <a:pos x="0" y="191"/>
                    </a:cxn>
                  </a:cxnLst>
                  <a:rect l="0" t="0" r="r" b="b"/>
                  <a:pathLst>
                    <a:path w="38" h="214">
                      <a:moveTo>
                        <a:pt x="0" y="191"/>
                      </a:moveTo>
                      <a:lnTo>
                        <a:pt x="37" y="213"/>
                      </a:lnTo>
                      <a:lnTo>
                        <a:pt x="37" y="19"/>
                      </a:lnTo>
                      <a:lnTo>
                        <a:pt x="2" y="0"/>
                      </a:lnTo>
                      <a:lnTo>
                        <a:pt x="0" y="191"/>
                      </a:lnTo>
                    </a:path>
                  </a:pathLst>
                </a:custGeom>
                <a:solidFill>
                  <a:srgbClr val="B2B2B2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9" name="Freeform 48"/>
                <p:cNvSpPr>
                  <a:spLocks/>
                </p:cNvSpPr>
                <p:nvPr/>
              </p:nvSpPr>
              <p:spPr bwMode="auto">
                <a:xfrm>
                  <a:off x="1497" y="1237"/>
                  <a:ext cx="160" cy="201"/>
                </a:xfrm>
                <a:custGeom>
                  <a:avLst/>
                  <a:gdLst/>
                  <a:ahLst/>
                  <a:cxnLst>
                    <a:cxn ang="0">
                      <a:pos x="159" y="157"/>
                    </a:cxn>
                    <a:cxn ang="0">
                      <a:pos x="0" y="200"/>
                    </a:cxn>
                    <a:cxn ang="0">
                      <a:pos x="0" y="43"/>
                    </a:cxn>
                    <a:cxn ang="0">
                      <a:pos x="154" y="0"/>
                    </a:cxn>
                    <a:cxn ang="0">
                      <a:pos x="159" y="157"/>
                    </a:cxn>
                  </a:cxnLst>
                  <a:rect l="0" t="0" r="r" b="b"/>
                  <a:pathLst>
                    <a:path w="160" h="201">
                      <a:moveTo>
                        <a:pt x="159" y="157"/>
                      </a:moveTo>
                      <a:lnTo>
                        <a:pt x="0" y="200"/>
                      </a:lnTo>
                      <a:lnTo>
                        <a:pt x="0" y="43"/>
                      </a:lnTo>
                      <a:lnTo>
                        <a:pt x="154" y="0"/>
                      </a:lnTo>
                      <a:lnTo>
                        <a:pt x="159" y="157"/>
                      </a:lnTo>
                    </a:path>
                  </a:pathLst>
                </a:custGeom>
                <a:solidFill>
                  <a:srgbClr val="032896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0" name="Freeform 49"/>
                <p:cNvSpPr>
                  <a:spLocks/>
                </p:cNvSpPr>
                <p:nvPr/>
              </p:nvSpPr>
              <p:spPr bwMode="auto">
                <a:xfrm>
                  <a:off x="1416" y="1179"/>
                  <a:ext cx="249" cy="79"/>
                </a:xfrm>
                <a:custGeom>
                  <a:avLst/>
                  <a:gdLst/>
                  <a:ahLst/>
                  <a:cxnLst>
                    <a:cxn ang="0">
                      <a:pos x="201" y="0"/>
                    </a:cxn>
                    <a:cxn ang="0">
                      <a:pos x="248" y="24"/>
                    </a:cxn>
                    <a:cxn ang="0">
                      <a:pos x="47" y="78"/>
                    </a:cxn>
                    <a:cxn ang="0">
                      <a:pos x="0" y="54"/>
                    </a:cxn>
                    <a:cxn ang="0">
                      <a:pos x="201" y="0"/>
                    </a:cxn>
                  </a:cxnLst>
                  <a:rect l="0" t="0" r="r" b="b"/>
                  <a:pathLst>
                    <a:path w="249" h="79">
                      <a:moveTo>
                        <a:pt x="201" y="0"/>
                      </a:moveTo>
                      <a:lnTo>
                        <a:pt x="248" y="24"/>
                      </a:lnTo>
                      <a:lnTo>
                        <a:pt x="47" y="78"/>
                      </a:lnTo>
                      <a:lnTo>
                        <a:pt x="0" y="54"/>
                      </a:lnTo>
                      <a:lnTo>
                        <a:pt x="201" y="0"/>
                      </a:lnTo>
                    </a:path>
                  </a:pathLst>
                </a:custGeom>
                <a:solidFill>
                  <a:srgbClr val="B2B2B2"/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76" name="그룹 75"/>
            <p:cNvGrpSpPr/>
            <p:nvPr/>
          </p:nvGrpSpPr>
          <p:grpSpPr>
            <a:xfrm>
              <a:off x="3786182" y="4071942"/>
              <a:ext cx="1000132" cy="1093595"/>
              <a:chOff x="3571868" y="4071942"/>
              <a:chExt cx="1000132" cy="1093595"/>
            </a:xfrm>
          </p:grpSpPr>
          <p:sp>
            <p:nvSpPr>
              <p:cNvPr id="75" name="TextBox 74"/>
              <p:cNvSpPr txBox="1"/>
              <p:nvPr/>
            </p:nvSpPr>
            <p:spPr>
              <a:xfrm>
                <a:off x="3571868" y="4857760"/>
                <a:ext cx="1000132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b="1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바탕" pitchFamily="18" charset="-127"/>
                    <a:ea typeface="바탕" pitchFamily="18" charset="-127"/>
                  </a:rPr>
                  <a:t>배송업체</a:t>
                </a:r>
                <a:endParaRPr lang="ko-KR" alt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바탕" pitchFamily="18" charset="-127"/>
                  <a:ea typeface="바탕" pitchFamily="18" charset="-127"/>
                </a:endParaRPr>
              </a:p>
            </p:txBody>
          </p:sp>
          <p:pic>
            <p:nvPicPr>
              <p:cNvPr id="78854" name="Picture 6" descr="C:\Documents and Settings\ca\Local Settings\Temporary Internet Files\Content.IE5\0NDZAYJ5\MC900429373[1].wmf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571868" y="4071942"/>
                <a:ext cx="939660" cy="833445"/>
              </a:xfrm>
              <a:prstGeom prst="rect">
                <a:avLst/>
              </a:prstGeom>
              <a:noFill/>
            </p:spPr>
          </p:pic>
        </p:grpSp>
        <p:grpSp>
          <p:nvGrpSpPr>
            <p:cNvPr id="79" name="그룹 78"/>
            <p:cNvGrpSpPr/>
            <p:nvPr/>
          </p:nvGrpSpPr>
          <p:grpSpPr>
            <a:xfrm>
              <a:off x="4214810" y="928670"/>
              <a:ext cx="937775" cy="1165033"/>
              <a:chOff x="4000496" y="928670"/>
              <a:chExt cx="937775" cy="1165033"/>
            </a:xfrm>
          </p:grpSpPr>
          <p:sp>
            <p:nvSpPr>
              <p:cNvPr id="73" name="TextBox 72"/>
              <p:cNvSpPr txBox="1"/>
              <p:nvPr/>
            </p:nvSpPr>
            <p:spPr>
              <a:xfrm>
                <a:off x="4000496" y="1785926"/>
                <a:ext cx="92869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b="1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바탕" pitchFamily="18" charset="-127"/>
                    <a:ea typeface="바탕" pitchFamily="18" charset="-127"/>
                  </a:rPr>
                  <a:t>금융기관</a:t>
                </a:r>
                <a:endParaRPr lang="ko-KR" alt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바탕" pitchFamily="18" charset="-127"/>
                  <a:ea typeface="바탕" pitchFamily="18" charset="-127"/>
                </a:endParaRPr>
              </a:p>
            </p:txBody>
          </p:sp>
          <p:pic>
            <p:nvPicPr>
              <p:cNvPr id="78855" name="Picture 7" descr="C:\Documents and Settings\ca\Local Settings\Temporary Internet Files\Content.IE5\U1KFWVGD\MC900343683[1].wmf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000496" y="928670"/>
                <a:ext cx="937775" cy="928694"/>
              </a:xfrm>
              <a:prstGeom prst="rect">
                <a:avLst/>
              </a:prstGeom>
              <a:noFill/>
            </p:spPr>
          </p:pic>
        </p:grpSp>
        <p:grpSp>
          <p:nvGrpSpPr>
            <p:cNvPr id="80" name="그룹 79"/>
            <p:cNvGrpSpPr/>
            <p:nvPr/>
          </p:nvGrpSpPr>
          <p:grpSpPr>
            <a:xfrm>
              <a:off x="1214414" y="1571612"/>
              <a:ext cx="752225" cy="1022157"/>
              <a:chOff x="1214414" y="1571612"/>
              <a:chExt cx="752225" cy="1022157"/>
            </a:xfrm>
          </p:grpSpPr>
          <p:sp>
            <p:nvSpPr>
              <p:cNvPr id="69" name="TextBox 68"/>
              <p:cNvSpPr txBox="1"/>
              <p:nvPr/>
            </p:nvSpPr>
            <p:spPr>
              <a:xfrm>
                <a:off x="1214414" y="2285992"/>
                <a:ext cx="71438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b="1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바탕" pitchFamily="18" charset="-127"/>
                    <a:ea typeface="바탕" pitchFamily="18" charset="-127"/>
                  </a:rPr>
                  <a:t>고객</a:t>
                </a:r>
                <a:endParaRPr lang="ko-KR" alt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바탕" pitchFamily="18" charset="-127"/>
                  <a:ea typeface="바탕" pitchFamily="18" charset="-127"/>
                </a:endParaRPr>
              </a:p>
            </p:txBody>
          </p:sp>
          <p:pic>
            <p:nvPicPr>
              <p:cNvPr id="78858" name="Picture 10" descr="C:\Documents and Settings\ca\Local Settings\Temporary Internet Files\Content.IE5\C9YF8NMR\MC900237733[1].wmf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214414" y="1571612"/>
                <a:ext cx="752225" cy="812352"/>
              </a:xfrm>
              <a:prstGeom prst="rect">
                <a:avLst/>
              </a:prstGeom>
              <a:noFill/>
            </p:spPr>
          </p:pic>
        </p:grpSp>
        <p:grpSp>
          <p:nvGrpSpPr>
            <p:cNvPr id="77" name="그룹 76"/>
            <p:cNvGrpSpPr/>
            <p:nvPr/>
          </p:nvGrpSpPr>
          <p:grpSpPr>
            <a:xfrm>
              <a:off x="4746626" y="2500306"/>
              <a:ext cx="1539886" cy="997483"/>
              <a:chOff x="4460874" y="2360079"/>
              <a:chExt cx="1539886" cy="997483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5000628" y="2931583"/>
                <a:ext cx="1000132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b="1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바탕" pitchFamily="18" charset="-127"/>
                    <a:ea typeface="바탕" pitchFamily="18" charset="-127"/>
                  </a:rPr>
                  <a:t>경</a:t>
                </a:r>
                <a:r>
                  <a:rPr lang="ko-KR" altLang="en-US" sz="1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바탕" pitchFamily="18" charset="-127"/>
                    <a:ea typeface="바탕" pitchFamily="18" charset="-127"/>
                  </a:rPr>
                  <a:t>매</a:t>
                </a:r>
                <a:r>
                  <a:rPr lang="ko-KR" altLang="en-US" sz="1400" b="1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바탕" pitchFamily="18" charset="-127"/>
                    <a:ea typeface="바탕" pitchFamily="18" charset="-127"/>
                  </a:rPr>
                  <a:t>서버</a:t>
                </a:r>
                <a:endParaRPr lang="ko-KR" alt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바탕" pitchFamily="18" charset="-127"/>
                  <a:ea typeface="바탕" pitchFamily="18" charset="-127"/>
                </a:endParaRPr>
              </a:p>
            </p:txBody>
          </p:sp>
          <p:pic>
            <p:nvPicPr>
              <p:cNvPr id="78861" name="Picture 13" descr="C:\Documents and Settings\ca\Local Settings\Temporary Internet Files\Content.IE5\XK8N1XKP\dglxasset[1].aspx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4460874" y="2360079"/>
                <a:ext cx="682630" cy="997483"/>
              </a:xfrm>
              <a:prstGeom prst="rect">
                <a:avLst/>
              </a:prstGeom>
              <a:noFill/>
            </p:spPr>
          </p:pic>
        </p:grpSp>
        <p:grpSp>
          <p:nvGrpSpPr>
            <p:cNvPr id="107" name="그룹 106"/>
            <p:cNvGrpSpPr/>
            <p:nvPr/>
          </p:nvGrpSpPr>
          <p:grpSpPr>
            <a:xfrm>
              <a:off x="6838943" y="1071546"/>
              <a:ext cx="2305057" cy="1533524"/>
              <a:chOff x="6553223" y="1752600"/>
              <a:chExt cx="2376495" cy="1604962"/>
            </a:xfrm>
          </p:grpSpPr>
          <p:sp>
            <p:nvSpPr>
              <p:cNvPr id="72" name="TextBox 71"/>
              <p:cNvSpPr txBox="1"/>
              <p:nvPr/>
            </p:nvSpPr>
            <p:spPr>
              <a:xfrm>
                <a:off x="7643834" y="2786058"/>
                <a:ext cx="128588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b="1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바탕" pitchFamily="18" charset="-127"/>
                    <a:ea typeface="바탕" pitchFamily="18" charset="-127"/>
                  </a:rPr>
                  <a:t>개인 판매자</a:t>
                </a:r>
                <a:endParaRPr lang="ko-KR" alt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바탕" pitchFamily="18" charset="-127"/>
                  <a:ea typeface="바탕" pitchFamily="18" charset="-127"/>
                </a:endParaRPr>
              </a:p>
            </p:txBody>
          </p:sp>
          <p:pic>
            <p:nvPicPr>
              <p:cNvPr id="5" name="Picture 4" descr="j0079072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6553223" y="1752600"/>
                <a:ext cx="1376363" cy="863600"/>
              </a:xfrm>
              <a:prstGeom prst="rect">
                <a:avLst/>
              </a:prstGeom>
              <a:noFill/>
            </p:spPr>
          </p:pic>
          <p:pic>
            <p:nvPicPr>
              <p:cNvPr id="78859" name="Picture 11" descr="C:\Documents and Settings\ca\Local Settings\Temporary Internet Files\Content.IE5\BSVP9FXA\MC900300928[1].wmf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6938195" y="2643182"/>
                <a:ext cx="848515" cy="714380"/>
              </a:xfrm>
              <a:prstGeom prst="rect">
                <a:avLst/>
              </a:prstGeom>
              <a:noFill/>
            </p:spPr>
          </p:pic>
          <p:sp>
            <p:nvSpPr>
              <p:cNvPr id="71" name="TextBox 70"/>
              <p:cNvSpPr txBox="1"/>
              <p:nvPr/>
            </p:nvSpPr>
            <p:spPr>
              <a:xfrm>
                <a:off x="7858148" y="2285992"/>
                <a:ext cx="92869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b="1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바탕" pitchFamily="18" charset="-127"/>
                    <a:ea typeface="바탕" pitchFamily="18" charset="-127"/>
                  </a:rPr>
                  <a:t>공급업체</a:t>
                </a:r>
                <a:endParaRPr lang="ko-KR" altLang="en-US" sz="14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바탕" pitchFamily="18" charset="-127"/>
                  <a:ea typeface="바탕" pitchFamily="18" charset="-127"/>
                </a:endParaRPr>
              </a:p>
            </p:txBody>
          </p:sp>
        </p:grpSp>
        <p:cxnSp>
          <p:nvCxnSpPr>
            <p:cNvPr id="86" name="직선 화살표 연결선 85"/>
            <p:cNvCxnSpPr>
              <a:stCxn id="78858" idx="3"/>
              <a:endCxn id="78861" idx="1"/>
            </p:cNvCxnSpPr>
            <p:nvPr/>
          </p:nvCxnSpPr>
          <p:spPr bwMode="auto">
            <a:xfrm>
              <a:off x="1966639" y="1977788"/>
              <a:ext cx="2779987" cy="1021260"/>
            </a:xfrm>
            <a:prstGeom prst="bentConnector3">
              <a:avLst>
                <a:gd name="adj1" fmla="val 50000"/>
              </a:avLst>
            </a:prstGeom>
            <a:ln>
              <a:headEnd type="none" w="med" len="med"/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8" name="직선 화살표 연결선 87"/>
            <p:cNvCxnSpPr/>
            <p:nvPr/>
          </p:nvCxnSpPr>
          <p:spPr bwMode="auto">
            <a:xfrm rot="16200000" flipV="1">
              <a:off x="4750595" y="2178835"/>
              <a:ext cx="357190" cy="142876"/>
            </a:xfrm>
            <a:prstGeom prst="bentConnector3">
              <a:avLst>
                <a:gd name="adj1" fmla="val 50000"/>
              </a:avLst>
            </a:prstGeom>
            <a:ln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화살표 연결선 89"/>
            <p:cNvCxnSpPr/>
            <p:nvPr/>
          </p:nvCxnSpPr>
          <p:spPr bwMode="auto">
            <a:xfrm>
              <a:off x="5214942" y="1571612"/>
              <a:ext cx="1571636" cy="357190"/>
            </a:xfrm>
            <a:prstGeom prst="bentConnector3">
              <a:avLst>
                <a:gd name="adj1" fmla="val 50000"/>
              </a:avLst>
            </a:prstGeom>
            <a:ln>
              <a:headEnd type="none" w="med" len="med"/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92" name="직선 화살표 연결선 91"/>
            <p:cNvCxnSpPr>
              <a:endCxn id="78854" idx="3"/>
            </p:cNvCxnSpPr>
            <p:nvPr/>
          </p:nvCxnSpPr>
          <p:spPr bwMode="auto">
            <a:xfrm rot="10800000" flipV="1">
              <a:off x="4725842" y="2500305"/>
              <a:ext cx="2549836" cy="1988360"/>
            </a:xfrm>
            <a:prstGeom prst="bentConnector3">
              <a:avLst>
                <a:gd name="adj1" fmla="val 12"/>
              </a:avLst>
            </a:prstGeom>
            <a:ln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화살표 연결선 93"/>
            <p:cNvCxnSpPr>
              <a:stCxn id="78854" idx="1"/>
              <a:endCxn id="78858" idx="2"/>
            </p:cNvCxnSpPr>
            <p:nvPr/>
          </p:nvCxnSpPr>
          <p:spPr bwMode="auto">
            <a:xfrm rot="10800000">
              <a:off x="1590528" y="2383965"/>
              <a:ext cx="2195655" cy="2104701"/>
            </a:xfrm>
            <a:prstGeom prst="bentConnector2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화살표 연결선 95"/>
            <p:cNvCxnSpPr>
              <a:stCxn id="78861" idx="3"/>
            </p:cNvCxnSpPr>
            <p:nvPr/>
          </p:nvCxnSpPr>
          <p:spPr bwMode="auto">
            <a:xfrm flipV="1">
              <a:off x="5429256" y="2285992"/>
              <a:ext cx="1571636" cy="713056"/>
            </a:xfrm>
            <a:prstGeom prst="bentConnector3">
              <a:avLst>
                <a:gd name="adj1" fmla="val 50000"/>
              </a:avLst>
            </a:prstGeom>
            <a:ln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/>
            <p:cNvCxnSpPr>
              <a:stCxn id="78861" idx="2"/>
            </p:cNvCxnSpPr>
            <p:nvPr/>
          </p:nvCxnSpPr>
          <p:spPr bwMode="auto">
            <a:xfrm rot="5400000">
              <a:off x="4542896" y="3098268"/>
              <a:ext cx="145525" cy="944567"/>
            </a:xfrm>
            <a:prstGeom prst="bentConnector2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화살표 연결선 116"/>
            <p:cNvCxnSpPr/>
            <p:nvPr/>
          </p:nvCxnSpPr>
          <p:spPr bwMode="auto">
            <a:xfrm rot="10800000">
              <a:off x="1928794" y="2285992"/>
              <a:ext cx="1428760" cy="1000132"/>
            </a:xfrm>
            <a:prstGeom prst="bentConnector3">
              <a:avLst>
                <a:gd name="adj1" fmla="val 50000"/>
              </a:avLst>
            </a:prstGeom>
            <a:ln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슬라이드 번호 개체 틀 5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ECB7F-7C21-467C-A28F-D8FAB5AC5F59}" type="slidenum">
              <a:rPr lang="en-US" altLang="ko-KR" smtClean="0"/>
              <a:pPr/>
              <a:t>4</a:t>
            </a:fld>
            <a:endParaRPr lang="en-US" altLang="ko-KR"/>
          </a:p>
        </p:txBody>
      </p:sp>
      <p:sp>
        <p:nvSpPr>
          <p:cNvPr id="53" name="TextBox 52"/>
          <p:cNvSpPr txBox="1"/>
          <p:nvPr/>
        </p:nvSpPr>
        <p:spPr>
          <a:xfrm>
            <a:off x="2786050" y="2223307"/>
            <a:ext cx="7143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인터넷</a:t>
            </a:r>
            <a:endParaRPr lang="ko-KR" altLang="en-US" sz="12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ERD</a:t>
            </a:r>
            <a:endParaRPr lang="ko-KR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64" y="6000768"/>
            <a:ext cx="2547145" cy="419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그림 8" descr="K-6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928784"/>
            <a:ext cx="9144000" cy="5929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그룹 88"/>
          <p:cNvGrpSpPr/>
          <p:nvPr/>
        </p:nvGrpSpPr>
        <p:grpSpPr>
          <a:xfrm>
            <a:off x="5857884" y="4429132"/>
            <a:ext cx="2163763" cy="869950"/>
            <a:chOff x="1149350" y="4308475"/>
            <a:chExt cx="2163763" cy="869950"/>
          </a:xfrm>
        </p:grpSpPr>
        <p:sp>
          <p:nvSpPr>
            <p:cNvPr id="90" name="AutoShape 8"/>
            <p:cNvSpPr>
              <a:spLocks noChangeArrowheads="1"/>
            </p:cNvSpPr>
            <p:nvPr/>
          </p:nvSpPr>
          <p:spPr bwMode="gray">
            <a:xfrm>
              <a:off x="1149350" y="4308475"/>
              <a:ext cx="2163763" cy="869950"/>
            </a:xfrm>
            <a:prstGeom prst="roundRect">
              <a:avLst>
                <a:gd name="adj" fmla="val 40389"/>
              </a:avLst>
            </a:prstGeom>
            <a:gradFill rotWithShape="1">
              <a:gsLst>
                <a:gs pos="0">
                  <a:srgbClr val="729EB4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1" name="AutoShape 9"/>
            <p:cNvSpPr>
              <a:spLocks noChangeArrowheads="1"/>
            </p:cNvSpPr>
            <p:nvPr/>
          </p:nvSpPr>
          <p:spPr bwMode="gray">
            <a:xfrm>
              <a:off x="1193800" y="4332288"/>
              <a:ext cx="2070100" cy="77311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DAFD4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ea typeface="굴림" charset="-127"/>
              </a:rPr>
              <a:t>개발환경</a:t>
            </a:r>
            <a:endParaRPr lang="en-US" altLang="ko-KR" dirty="0">
              <a:ea typeface="굴림" charset="-127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3505200" y="1450975"/>
            <a:ext cx="2163763" cy="2978158"/>
            <a:chOff x="3505200" y="1450975"/>
            <a:chExt cx="2163763" cy="2857500"/>
          </a:xfrm>
        </p:grpSpPr>
        <p:sp>
          <p:nvSpPr>
            <p:cNvPr id="74771" name="AutoShape 19"/>
            <p:cNvSpPr>
              <a:spLocks noChangeArrowheads="1"/>
            </p:cNvSpPr>
            <p:nvPr/>
          </p:nvSpPr>
          <p:spPr bwMode="gray">
            <a:xfrm>
              <a:off x="3505200" y="1450975"/>
              <a:ext cx="2163763" cy="2857500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rgbClr val="34B034"/>
                </a:gs>
                <a:gs pos="100000">
                  <a:srgbClr val="3F8B4A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grpSp>
          <p:nvGrpSpPr>
            <p:cNvPr id="55" name="그룹 54"/>
            <p:cNvGrpSpPr/>
            <p:nvPr/>
          </p:nvGrpSpPr>
          <p:grpSpPr>
            <a:xfrm>
              <a:off x="3553445" y="1458913"/>
              <a:ext cx="2098675" cy="2803525"/>
              <a:chOff x="3553445" y="1458913"/>
              <a:chExt cx="2098675" cy="2803525"/>
            </a:xfrm>
          </p:grpSpPr>
          <p:sp>
            <p:nvSpPr>
              <p:cNvPr id="74772" name="AutoShape 20"/>
              <p:cNvSpPr>
                <a:spLocks noChangeArrowheads="1"/>
              </p:cNvSpPr>
              <p:nvPr/>
            </p:nvSpPr>
            <p:spPr bwMode="gray">
              <a:xfrm>
                <a:off x="3553445" y="1458913"/>
                <a:ext cx="2098675" cy="2803525"/>
              </a:xfrm>
              <a:prstGeom prst="roundRect">
                <a:avLst>
                  <a:gd name="adj" fmla="val 16667"/>
                </a:avLst>
              </a:prstGeom>
              <a:solidFill>
                <a:srgbClr val="73E77E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74773" name="AutoShape 21"/>
              <p:cNvSpPr>
                <a:spLocks noChangeArrowheads="1"/>
              </p:cNvSpPr>
              <p:nvPr/>
            </p:nvSpPr>
            <p:spPr bwMode="gray">
              <a:xfrm>
                <a:off x="3556000" y="3522663"/>
                <a:ext cx="2070100" cy="70961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73E77E"/>
                  </a:gs>
                  <a:gs pos="100000">
                    <a:srgbClr val="73E77E">
                      <a:gamma/>
                      <a:tint val="54510"/>
                      <a:invGamma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74774" name="AutoShape 22"/>
              <p:cNvSpPr>
                <a:spLocks noChangeArrowheads="1"/>
              </p:cNvSpPr>
              <p:nvPr/>
            </p:nvSpPr>
            <p:spPr bwMode="gray">
              <a:xfrm>
                <a:off x="3556000" y="1481138"/>
                <a:ext cx="2070100" cy="70802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73E77E">
                      <a:gamma/>
                      <a:tint val="33333"/>
                      <a:invGamma/>
                    </a:srgbClr>
                  </a:gs>
                  <a:gs pos="100000">
                    <a:srgbClr val="73E77E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74781" name="Text Box 29"/>
          <p:cNvSpPr txBox="1">
            <a:spLocks noChangeArrowheads="1"/>
          </p:cNvSpPr>
          <p:nvPr/>
        </p:nvSpPr>
        <p:spPr bwMode="gray">
          <a:xfrm>
            <a:off x="3581400" y="1905000"/>
            <a:ext cx="205740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altLang="ko-KR" dirty="0">
              <a:ea typeface="굴림" charset="-127"/>
            </a:endParaRP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3857620" y="1142984"/>
            <a:ext cx="1428760" cy="642938"/>
            <a:chOff x="1289" y="582"/>
            <a:chExt cx="668" cy="668"/>
          </a:xfrm>
        </p:grpSpPr>
        <p:sp>
          <p:nvSpPr>
            <p:cNvPr id="50" name="Oval 11"/>
            <p:cNvSpPr>
              <a:spLocks noChangeArrowheads="1"/>
            </p:cNvSpPr>
            <p:nvPr/>
          </p:nvSpPr>
          <p:spPr bwMode="gray">
            <a:xfrm>
              <a:off x="1289" y="582"/>
              <a:ext cx="668" cy="668"/>
            </a:xfrm>
            <a:prstGeom prst="ellipse">
              <a:avLst/>
            </a:prstGeom>
            <a:solidFill>
              <a:srgbClr val="333333"/>
            </a:soli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51" name="Oval 12"/>
            <p:cNvSpPr>
              <a:spLocks noChangeArrowheads="1"/>
            </p:cNvSpPr>
            <p:nvPr/>
          </p:nvSpPr>
          <p:spPr bwMode="gray">
            <a:xfrm>
              <a:off x="1296" y="587"/>
              <a:ext cx="646" cy="64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ko-KR" altLang="en-US"/>
            </a:p>
          </p:txBody>
        </p:sp>
        <p:sp>
          <p:nvSpPr>
            <p:cNvPr id="52" name="Oval 13"/>
            <p:cNvSpPr>
              <a:spLocks noChangeArrowheads="1"/>
            </p:cNvSpPr>
            <p:nvPr/>
          </p:nvSpPr>
          <p:spPr bwMode="gray">
            <a:xfrm>
              <a:off x="1304" y="591"/>
              <a:ext cx="631" cy="63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ko-KR" altLang="en-US"/>
            </a:p>
          </p:txBody>
        </p:sp>
        <p:sp>
          <p:nvSpPr>
            <p:cNvPr id="53" name="Oval 14"/>
            <p:cNvSpPr>
              <a:spLocks noChangeArrowheads="1"/>
            </p:cNvSpPr>
            <p:nvPr/>
          </p:nvSpPr>
          <p:spPr bwMode="gray">
            <a:xfrm>
              <a:off x="1311" y="597"/>
              <a:ext cx="600" cy="589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ko-KR" altLang="en-US"/>
            </a:p>
          </p:txBody>
        </p:sp>
        <p:sp>
          <p:nvSpPr>
            <p:cNvPr id="54" name="Oval 15"/>
            <p:cNvSpPr>
              <a:spLocks noChangeArrowheads="1"/>
            </p:cNvSpPr>
            <p:nvPr/>
          </p:nvSpPr>
          <p:spPr bwMode="gray">
            <a:xfrm>
              <a:off x="1346" y="613"/>
              <a:ext cx="533" cy="479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ko-KR" altLang="en-US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3857620" y="1285860"/>
            <a:ext cx="14287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 smtClean="0">
                <a:solidFill>
                  <a:schemeClr val="tx2"/>
                </a:solidFill>
                <a:latin typeface="Verdana" pitchFamily="34" charset="0"/>
              </a:rPr>
              <a:t>Language</a:t>
            </a:r>
            <a:endParaRPr lang="ko-KR" altLang="en-US" sz="1500" b="1" dirty="0">
              <a:solidFill>
                <a:schemeClr val="tx2"/>
              </a:solidFill>
              <a:latin typeface="Verdana" pitchFamily="34" charset="0"/>
            </a:endParaRPr>
          </a:p>
        </p:txBody>
      </p:sp>
      <p:grpSp>
        <p:nvGrpSpPr>
          <p:cNvPr id="75" name="그룹 74"/>
          <p:cNvGrpSpPr/>
          <p:nvPr/>
        </p:nvGrpSpPr>
        <p:grpSpPr>
          <a:xfrm>
            <a:off x="1071538" y="1428736"/>
            <a:ext cx="2143140" cy="3000396"/>
            <a:chOff x="1143000" y="1450975"/>
            <a:chExt cx="2163763" cy="2857500"/>
          </a:xfrm>
        </p:grpSpPr>
        <p:sp>
          <p:nvSpPr>
            <p:cNvPr id="74756" name="AutoShape 4"/>
            <p:cNvSpPr>
              <a:spLocks noChangeArrowheads="1"/>
            </p:cNvSpPr>
            <p:nvPr/>
          </p:nvSpPr>
          <p:spPr bwMode="gray">
            <a:xfrm>
              <a:off x="1143000" y="1450975"/>
              <a:ext cx="2163763" cy="2857500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rgbClr val="4E91D4"/>
                </a:gs>
                <a:gs pos="100000">
                  <a:srgbClr val="3477A4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74757" name="AutoShape 5"/>
            <p:cNvSpPr>
              <a:spLocks noChangeArrowheads="1"/>
            </p:cNvSpPr>
            <p:nvPr/>
          </p:nvSpPr>
          <p:spPr bwMode="gray">
            <a:xfrm>
              <a:off x="1176338" y="1458913"/>
              <a:ext cx="2098675" cy="2803525"/>
            </a:xfrm>
            <a:prstGeom prst="roundRect">
              <a:avLst>
                <a:gd name="adj" fmla="val 16667"/>
              </a:avLst>
            </a:prstGeom>
            <a:solidFill>
              <a:srgbClr val="3CA1E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74759" name="AutoShape 7"/>
            <p:cNvSpPr>
              <a:spLocks noChangeArrowheads="1"/>
            </p:cNvSpPr>
            <p:nvPr/>
          </p:nvSpPr>
          <p:spPr bwMode="gray">
            <a:xfrm>
              <a:off x="1193800" y="1481138"/>
              <a:ext cx="2070100" cy="70802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3CA1E6">
                    <a:gamma/>
                    <a:tint val="33333"/>
                    <a:invGamma/>
                  </a:srgbClr>
                </a:gs>
                <a:gs pos="100000">
                  <a:srgbClr val="3CA1E6">
                    <a:alpha val="0"/>
                  </a:srgb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grpSp>
          <p:nvGrpSpPr>
            <p:cNvPr id="74" name="그룹 73"/>
            <p:cNvGrpSpPr/>
            <p:nvPr/>
          </p:nvGrpSpPr>
          <p:grpSpPr>
            <a:xfrm>
              <a:off x="1193800" y="1857364"/>
              <a:ext cx="2070100" cy="2374912"/>
              <a:chOff x="1193800" y="1857364"/>
              <a:chExt cx="2070100" cy="2374912"/>
            </a:xfrm>
          </p:grpSpPr>
          <p:sp>
            <p:nvSpPr>
              <p:cNvPr id="74758" name="AutoShape 6"/>
              <p:cNvSpPr>
                <a:spLocks noChangeArrowheads="1"/>
              </p:cNvSpPr>
              <p:nvPr/>
            </p:nvSpPr>
            <p:spPr bwMode="gray">
              <a:xfrm>
                <a:off x="1193800" y="3522663"/>
                <a:ext cx="2070100" cy="70961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3CA1E6">
                      <a:alpha val="0"/>
                    </a:srgbClr>
                  </a:gs>
                  <a:gs pos="100000">
                    <a:srgbClr val="3CA1E6">
                      <a:gamma/>
                      <a:tint val="51373"/>
                      <a:invGamma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1285852" y="1857364"/>
                <a:ext cx="1785950" cy="1260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altLang="ko-KR" sz="1600" b="1" dirty="0" smtClean="0">
                    <a:solidFill>
                      <a:srgbClr val="FFFFFF"/>
                    </a:solidFill>
                    <a:latin typeface="Verdana" pitchFamily="34" charset="0"/>
                    <a:ea typeface="굴림" charset="-127"/>
                  </a:rPr>
                  <a:t>■ Oracle 10g</a:t>
                </a:r>
              </a:p>
              <a:p>
                <a:pPr eaLnBrk="0" hangingPunct="0"/>
                <a:endParaRPr lang="en-US" altLang="ko-KR" sz="1600" b="1" dirty="0" smtClean="0">
                  <a:solidFill>
                    <a:srgbClr val="FFFFFF"/>
                  </a:solidFill>
                  <a:latin typeface="Verdana" pitchFamily="34" charset="0"/>
                  <a:ea typeface="굴림" charset="-127"/>
                </a:endParaRPr>
              </a:p>
              <a:p>
                <a:pPr eaLnBrk="0" hangingPunct="0"/>
                <a:r>
                  <a:rPr lang="en-US" altLang="ko-KR" sz="1600" b="1" dirty="0" smtClean="0">
                    <a:solidFill>
                      <a:srgbClr val="FFFFFF"/>
                    </a:solidFill>
                    <a:latin typeface="Verdana" pitchFamily="34" charset="0"/>
                    <a:ea typeface="굴림" charset="-127"/>
                  </a:rPr>
                  <a:t>■ Tomcat 6.0</a:t>
                </a:r>
              </a:p>
              <a:p>
                <a:pPr eaLnBrk="0" hangingPunct="0"/>
                <a:endParaRPr lang="en-US" altLang="ko-KR" sz="1600" b="1" dirty="0" smtClean="0">
                  <a:solidFill>
                    <a:srgbClr val="FFFFFF"/>
                  </a:solidFill>
                  <a:latin typeface="Verdana" pitchFamily="34" charset="0"/>
                  <a:ea typeface="굴림" charset="-127"/>
                </a:endParaRPr>
              </a:p>
              <a:p>
                <a:pPr eaLnBrk="0" hangingPunct="0"/>
                <a:r>
                  <a:rPr lang="en-US" altLang="ko-KR" sz="1600" b="1" dirty="0" smtClean="0">
                    <a:solidFill>
                      <a:srgbClr val="FFFFFF"/>
                    </a:solidFill>
                    <a:latin typeface="Verdana" pitchFamily="34" charset="0"/>
                    <a:ea typeface="굴림" charset="-127"/>
                  </a:rPr>
                  <a:t>■ </a:t>
                </a:r>
                <a:r>
                  <a:rPr lang="en-US" altLang="ko-KR" sz="1500" b="1" dirty="0" smtClean="0">
                    <a:solidFill>
                      <a:srgbClr val="FFFFFF"/>
                    </a:solidFill>
                    <a:latin typeface="Verdana" pitchFamily="34" charset="0"/>
                    <a:ea typeface="굴림" charset="-127"/>
                  </a:rPr>
                  <a:t>Windows </a:t>
                </a:r>
                <a:r>
                  <a:rPr lang="en-US" altLang="ko-KR" sz="1500" b="1" dirty="0" err="1" smtClean="0">
                    <a:solidFill>
                      <a:srgbClr val="FFFFFF"/>
                    </a:solidFill>
                    <a:latin typeface="Verdana" pitchFamily="34" charset="0"/>
                    <a:ea typeface="굴림" charset="-127"/>
                  </a:rPr>
                  <a:t>Xp</a:t>
                </a:r>
                <a:endParaRPr lang="en-US" altLang="ko-KR" sz="1500" b="1" dirty="0">
                  <a:solidFill>
                    <a:srgbClr val="FFFFFF"/>
                  </a:solidFill>
                  <a:latin typeface="Verdana" pitchFamily="34" charset="0"/>
                  <a:ea typeface="굴림" charset="-127"/>
                </a:endParaRPr>
              </a:p>
            </p:txBody>
          </p:sp>
        </p:grpSp>
      </p:grpSp>
      <p:sp>
        <p:nvSpPr>
          <p:cNvPr id="46" name="Text Box 14"/>
          <p:cNvSpPr txBox="1">
            <a:spLocks noChangeArrowheads="1"/>
          </p:cNvSpPr>
          <p:nvPr/>
        </p:nvSpPr>
        <p:spPr bwMode="gray">
          <a:xfrm>
            <a:off x="3786193" y="1785926"/>
            <a:ext cx="150018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endParaRPr lang="en-US" altLang="ko-KR" b="1" dirty="0">
              <a:solidFill>
                <a:schemeClr val="bg1"/>
              </a:solidFill>
              <a:latin typeface="Verdana" pitchFamily="34" charset="0"/>
              <a:ea typeface="굴림" charset="-127"/>
            </a:endParaRPr>
          </a:p>
        </p:txBody>
      </p:sp>
      <p:grpSp>
        <p:nvGrpSpPr>
          <p:cNvPr id="71" name="그룹 70"/>
          <p:cNvGrpSpPr/>
          <p:nvPr/>
        </p:nvGrpSpPr>
        <p:grpSpPr>
          <a:xfrm>
            <a:off x="5867120" y="1428736"/>
            <a:ext cx="2205342" cy="3000396"/>
            <a:chOff x="5900738" y="1458914"/>
            <a:chExt cx="2100262" cy="2803526"/>
          </a:xfrm>
        </p:grpSpPr>
        <p:sp>
          <p:nvSpPr>
            <p:cNvPr id="74786" name="AutoShape 34"/>
            <p:cNvSpPr>
              <a:spLocks noChangeArrowheads="1"/>
            </p:cNvSpPr>
            <p:nvPr/>
          </p:nvSpPr>
          <p:spPr bwMode="gray">
            <a:xfrm>
              <a:off x="5900738" y="1458914"/>
              <a:ext cx="2098675" cy="2803526"/>
            </a:xfrm>
            <a:prstGeom prst="roundRect">
              <a:avLst>
                <a:gd name="adj" fmla="val 16667"/>
              </a:avLst>
            </a:prstGeom>
            <a:solidFill>
              <a:srgbClr val="E9E065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grpSp>
          <p:nvGrpSpPr>
            <p:cNvPr id="70" name="그룹 69"/>
            <p:cNvGrpSpPr/>
            <p:nvPr/>
          </p:nvGrpSpPr>
          <p:grpSpPr>
            <a:xfrm>
              <a:off x="5918200" y="1481138"/>
              <a:ext cx="2082800" cy="2751138"/>
              <a:chOff x="5918200" y="1481138"/>
              <a:chExt cx="2082800" cy="2751138"/>
            </a:xfrm>
          </p:grpSpPr>
          <p:sp>
            <p:nvSpPr>
              <p:cNvPr id="74787" name="AutoShape 35"/>
              <p:cNvSpPr>
                <a:spLocks noChangeArrowheads="1"/>
              </p:cNvSpPr>
              <p:nvPr/>
            </p:nvSpPr>
            <p:spPr bwMode="gray">
              <a:xfrm>
                <a:off x="5918200" y="3522663"/>
                <a:ext cx="2070100" cy="70961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E9E065"/>
                  </a:gs>
                  <a:gs pos="100000">
                    <a:srgbClr val="E9E065">
                      <a:gamma/>
                      <a:tint val="57647"/>
                      <a:invGamma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74788" name="AutoShape 36"/>
              <p:cNvSpPr>
                <a:spLocks noChangeArrowheads="1"/>
              </p:cNvSpPr>
              <p:nvPr/>
            </p:nvSpPr>
            <p:spPr bwMode="gray">
              <a:xfrm>
                <a:off x="5918200" y="1481138"/>
                <a:ext cx="2070100" cy="70802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E9E065">
                      <a:gamma/>
                      <a:tint val="33333"/>
                      <a:invGamma/>
                    </a:srgbClr>
                  </a:gs>
                  <a:gs pos="100000">
                    <a:srgbClr val="E9E065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74796" name="Text Box 44"/>
              <p:cNvSpPr txBox="1">
                <a:spLocks noChangeArrowheads="1"/>
              </p:cNvSpPr>
              <p:nvPr/>
            </p:nvSpPr>
            <p:spPr bwMode="gray">
              <a:xfrm>
                <a:off x="5943600" y="1905000"/>
                <a:ext cx="2057400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endParaRPr lang="en-US" altLang="ko-KR" dirty="0">
                  <a:ea typeface="굴림" charset="-127"/>
                </a:endParaRPr>
              </a:p>
            </p:txBody>
          </p:sp>
        </p:grpSp>
      </p:grpSp>
      <p:sp>
        <p:nvSpPr>
          <p:cNvPr id="47" name="Text Box 14"/>
          <p:cNvSpPr txBox="1">
            <a:spLocks noChangeArrowheads="1"/>
          </p:cNvSpPr>
          <p:nvPr/>
        </p:nvSpPr>
        <p:spPr bwMode="gray">
          <a:xfrm>
            <a:off x="6143636" y="1785926"/>
            <a:ext cx="1643074" cy="24929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ko-KR" sz="1400" b="1" dirty="0" smtClean="0">
                <a:solidFill>
                  <a:srgbClr val="FFFFFF"/>
                </a:solidFill>
                <a:latin typeface="Verdana" pitchFamily="34" charset="0"/>
                <a:ea typeface="굴림" charset="-127"/>
              </a:rPr>
              <a:t>■ </a:t>
            </a:r>
            <a:r>
              <a:rPr lang="en-US" altLang="ko-KR" sz="1400" b="1" dirty="0" smtClean="0">
                <a:solidFill>
                  <a:schemeClr val="bg1"/>
                </a:solidFill>
                <a:latin typeface="Verdana" pitchFamily="34" charset="0"/>
              </a:rPr>
              <a:t>Eclipse -Helios Service Release 1 </a:t>
            </a:r>
          </a:p>
          <a:p>
            <a:pPr eaLnBrk="0" hangingPunct="0"/>
            <a:endParaRPr lang="en-US" altLang="ko-KR" sz="1400" b="1" dirty="0" smtClean="0">
              <a:solidFill>
                <a:srgbClr val="FFFFFF"/>
              </a:solidFill>
              <a:latin typeface="Verdana" pitchFamily="34" charset="0"/>
              <a:ea typeface="굴림" charset="-127"/>
            </a:endParaRPr>
          </a:p>
          <a:p>
            <a:pPr eaLnBrk="0" hangingPunct="0"/>
            <a:r>
              <a:rPr lang="en-US" altLang="ko-KR" sz="1400" b="1" dirty="0" smtClean="0">
                <a:solidFill>
                  <a:srgbClr val="FFFFFF"/>
                </a:solidFill>
                <a:latin typeface="Verdana" pitchFamily="34" charset="0"/>
                <a:ea typeface="굴림" charset="-127"/>
              </a:rPr>
              <a:t>■ </a:t>
            </a:r>
            <a:r>
              <a:rPr lang="en-US" sz="1400" b="1" dirty="0" err="1" smtClean="0">
                <a:solidFill>
                  <a:schemeClr val="bg1"/>
                </a:solidFill>
                <a:latin typeface="Verdana" pitchFamily="34" charset="0"/>
              </a:rPr>
              <a:t>namo</a:t>
            </a:r>
            <a:r>
              <a:rPr lang="en-US" sz="1400" b="1" dirty="0" smtClean="0">
                <a:solidFill>
                  <a:schemeClr val="bg1"/>
                </a:solidFill>
                <a:latin typeface="Verdana" pitchFamily="34" charset="0"/>
              </a:rPr>
              <a:t> web editor</a:t>
            </a:r>
            <a:r>
              <a:rPr lang="ko-KR" altLang="en-US" sz="1400" b="1" dirty="0" smtClean="0">
                <a:solidFill>
                  <a:schemeClr val="bg1"/>
                </a:solidFill>
                <a:latin typeface="Verdana" pitchFamily="34" charset="0"/>
                <a:ea typeface="굴림" charset="-127"/>
              </a:rPr>
              <a:t>  </a:t>
            </a:r>
            <a:r>
              <a:rPr lang="en-US" altLang="ko-KR" sz="1400" b="1" dirty="0" smtClean="0">
                <a:solidFill>
                  <a:schemeClr val="bg1"/>
                </a:solidFill>
                <a:latin typeface="Verdana" pitchFamily="34" charset="0"/>
                <a:ea typeface="굴림" charset="-127"/>
              </a:rPr>
              <a:t>FX</a:t>
            </a:r>
          </a:p>
          <a:p>
            <a:pPr eaLnBrk="0" hangingPunct="0"/>
            <a:endParaRPr lang="en-US" altLang="ko-KR" sz="1200" b="1" dirty="0" smtClean="0">
              <a:solidFill>
                <a:schemeClr val="bg1"/>
              </a:solidFill>
              <a:latin typeface="Verdana" pitchFamily="34" charset="0"/>
              <a:ea typeface="굴림" charset="-127"/>
            </a:endParaRPr>
          </a:p>
          <a:p>
            <a:pPr eaLnBrk="0" hangingPunct="0"/>
            <a:r>
              <a:rPr lang="en-US" altLang="ko-KR" sz="1200" b="1" dirty="0" smtClean="0">
                <a:solidFill>
                  <a:schemeClr val="bg1"/>
                </a:solidFill>
                <a:latin typeface="Verdana" pitchFamily="34" charset="0"/>
                <a:ea typeface="굴림" charset="-127"/>
              </a:rPr>
              <a:t>■ </a:t>
            </a:r>
            <a:r>
              <a:rPr lang="en-US" altLang="ko-KR" sz="1200" b="1" dirty="0" err="1" smtClean="0">
                <a:solidFill>
                  <a:schemeClr val="bg1"/>
                </a:solidFill>
                <a:latin typeface="Verdana" pitchFamily="34" charset="0"/>
              </a:rPr>
              <a:t>PhotoShop</a:t>
            </a:r>
            <a:r>
              <a:rPr lang="en-US" altLang="ko-KR" sz="1200" b="1" dirty="0" smtClean="0">
                <a:solidFill>
                  <a:schemeClr val="bg1"/>
                </a:solidFill>
                <a:latin typeface="Verdana" pitchFamily="34" charset="0"/>
              </a:rPr>
              <a:t> 7.0</a:t>
            </a:r>
          </a:p>
          <a:p>
            <a:pPr eaLnBrk="0" hangingPunct="0"/>
            <a:endParaRPr lang="en-US" altLang="ko-KR" sz="1200" b="1" dirty="0" smtClean="0">
              <a:solidFill>
                <a:schemeClr val="bg1"/>
              </a:solidFill>
              <a:latin typeface="Verdana" pitchFamily="34" charset="0"/>
              <a:ea typeface="굴림" charset="-127"/>
            </a:endParaRPr>
          </a:p>
          <a:p>
            <a:pPr eaLnBrk="0" hangingPunct="0"/>
            <a:r>
              <a:rPr lang="en-US" altLang="ko-KR" sz="1200" b="1" dirty="0" smtClean="0">
                <a:solidFill>
                  <a:schemeClr val="bg1"/>
                </a:solidFill>
                <a:latin typeface="Verdana" pitchFamily="34" charset="0"/>
                <a:ea typeface="굴림" charset="-127"/>
              </a:rPr>
              <a:t>■ </a:t>
            </a:r>
            <a:r>
              <a:rPr lang="en-US" altLang="ko-KR" sz="1200" b="1" dirty="0" err="1" smtClean="0">
                <a:solidFill>
                  <a:schemeClr val="bg1"/>
                </a:solidFill>
                <a:latin typeface="Verdana" pitchFamily="34" charset="0"/>
                <a:ea typeface="굴림" charset="-127"/>
              </a:rPr>
              <a:t>Er</a:t>
            </a:r>
            <a:r>
              <a:rPr lang="en-US" altLang="ko-KR" sz="1200" b="1" dirty="0" smtClean="0">
                <a:solidFill>
                  <a:schemeClr val="bg1"/>
                </a:solidFill>
                <a:latin typeface="Verdana" pitchFamily="34" charset="0"/>
                <a:ea typeface="굴림" charset="-127"/>
              </a:rPr>
              <a:t> win 7.0</a:t>
            </a:r>
          </a:p>
          <a:p>
            <a:pPr eaLnBrk="0" hangingPunct="0"/>
            <a:endParaRPr lang="en-US" altLang="ko-KR" sz="1200" b="1" dirty="0" smtClean="0">
              <a:solidFill>
                <a:schemeClr val="bg1"/>
              </a:solidFill>
              <a:latin typeface="Verdana" pitchFamily="34" charset="0"/>
              <a:ea typeface="굴림" charset="-127"/>
            </a:endParaRPr>
          </a:p>
          <a:p>
            <a:pPr eaLnBrk="0" hangingPunct="0"/>
            <a:r>
              <a:rPr lang="en-US" altLang="ko-KR" sz="1200" b="1" dirty="0" smtClean="0">
                <a:solidFill>
                  <a:schemeClr val="bg1"/>
                </a:solidFill>
                <a:latin typeface="Verdana" pitchFamily="34" charset="0"/>
                <a:ea typeface="굴림" charset="-127"/>
              </a:rPr>
              <a:t>■ Dreamweaver</a:t>
            </a:r>
            <a:endParaRPr lang="en-US" altLang="ko-KR" sz="1200" b="1" dirty="0">
              <a:solidFill>
                <a:schemeClr val="bg1"/>
              </a:solidFill>
              <a:latin typeface="Verdana" pitchFamily="34" charset="0"/>
              <a:ea typeface="굴림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714744" y="1857364"/>
            <a:ext cx="16430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chemeClr val="bg1"/>
                </a:solidFill>
                <a:latin typeface="Verdana" pitchFamily="34" charset="0"/>
                <a:ea typeface="굴림" charset="-127"/>
              </a:rPr>
              <a:t>■ </a:t>
            </a:r>
            <a:r>
              <a:rPr lang="en-US" altLang="ko-KR" sz="1600" b="1" dirty="0" smtClean="0">
                <a:solidFill>
                  <a:schemeClr val="bg1"/>
                </a:solidFill>
                <a:latin typeface="Verdana" pitchFamily="34" charset="0"/>
              </a:rPr>
              <a:t>jdk1.6</a:t>
            </a:r>
          </a:p>
          <a:p>
            <a:endParaRPr lang="en-US" altLang="ko-KR" sz="1600" b="1" dirty="0" smtClean="0">
              <a:solidFill>
                <a:schemeClr val="bg1"/>
              </a:solidFill>
              <a:latin typeface="Verdana" pitchFamily="34" charset="0"/>
              <a:ea typeface="굴림" charset="-127"/>
            </a:endParaRPr>
          </a:p>
          <a:p>
            <a:r>
              <a:rPr lang="en-US" altLang="ko-KR" sz="1600" b="1" dirty="0" smtClean="0">
                <a:solidFill>
                  <a:schemeClr val="bg1"/>
                </a:solidFill>
                <a:latin typeface="Verdana" pitchFamily="34" charset="0"/>
                <a:ea typeface="굴림" charset="-127"/>
              </a:rPr>
              <a:t>■ </a:t>
            </a:r>
            <a:r>
              <a:rPr lang="en-US" altLang="ko-KR" sz="1600" b="1" dirty="0" smtClean="0">
                <a:solidFill>
                  <a:schemeClr val="bg1"/>
                </a:solidFill>
                <a:latin typeface="Verdana" pitchFamily="34" charset="0"/>
              </a:rPr>
              <a:t>JSP2.0 </a:t>
            </a:r>
          </a:p>
          <a:p>
            <a:endParaRPr lang="en-US" altLang="ko-KR" sz="1600" b="1" dirty="0" smtClean="0">
              <a:solidFill>
                <a:schemeClr val="bg1"/>
              </a:solidFill>
              <a:latin typeface="Verdana" pitchFamily="34" charset="0"/>
              <a:ea typeface="굴림" charset="-127"/>
            </a:endParaRPr>
          </a:p>
          <a:p>
            <a:r>
              <a:rPr lang="en-US" altLang="ko-KR" sz="1600" b="1" dirty="0" smtClean="0">
                <a:solidFill>
                  <a:schemeClr val="bg1"/>
                </a:solidFill>
                <a:latin typeface="Verdana" pitchFamily="34" charset="0"/>
                <a:ea typeface="굴림" charset="-127"/>
              </a:rPr>
              <a:t>■ </a:t>
            </a:r>
            <a:r>
              <a:rPr lang="en-US" altLang="ko-KR" sz="1600" b="1" dirty="0" smtClean="0">
                <a:solidFill>
                  <a:schemeClr val="bg1"/>
                </a:solidFill>
                <a:latin typeface="Verdana" pitchFamily="34" charset="0"/>
              </a:rPr>
              <a:t>JavaScript</a:t>
            </a:r>
          </a:p>
          <a:p>
            <a:endParaRPr lang="en-US" altLang="ko-KR" sz="1600" b="1" dirty="0" smtClean="0">
              <a:solidFill>
                <a:schemeClr val="bg1"/>
              </a:solidFill>
              <a:latin typeface="Verdana" pitchFamily="34" charset="0"/>
            </a:endParaRPr>
          </a:p>
          <a:p>
            <a:r>
              <a:rPr lang="en-US" altLang="ko-KR" sz="1600" b="1" dirty="0" smtClean="0">
                <a:solidFill>
                  <a:schemeClr val="bg1"/>
                </a:solidFill>
                <a:latin typeface="Verdana" pitchFamily="34" charset="0"/>
                <a:ea typeface="굴림" charset="-127"/>
              </a:rPr>
              <a:t>■ Struts2</a:t>
            </a:r>
          </a:p>
          <a:p>
            <a:endParaRPr lang="en-US" altLang="ko-KR" sz="1600" b="1" dirty="0" smtClean="0">
              <a:solidFill>
                <a:schemeClr val="bg1"/>
              </a:solidFill>
              <a:latin typeface="Verdana" pitchFamily="34" charset="0"/>
              <a:ea typeface="굴림" charset="-127"/>
            </a:endParaRPr>
          </a:p>
          <a:p>
            <a:r>
              <a:rPr lang="en-US" altLang="ko-KR" sz="1600" b="1" dirty="0" smtClean="0">
                <a:solidFill>
                  <a:schemeClr val="bg1"/>
                </a:solidFill>
                <a:latin typeface="Verdana" pitchFamily="34" charset="0"/>
                <a:ea typeface="굴림" charset="-127"/>
              </a:rPr>
              <a:t>■ Ajax</a:t>
            </a:r>
            <a:endParaRPr lang="ko-KR" altLang="en-US" sz="1600" dirty="0">
              <a:solidFill>
                <a:schemeClr val="bg1"/>
              </a:solidFill>
              <a:latin typeface="Verdana" pitchFamily="34" charset="0"/>
            </a:endParaRPr>
          </a:p>
        </p:txBody>
      </p:sp>
      <p:grpSp>
        <p:nvGrpSpPr>
          <p:cNvPr id="73" name="그룹 72"/>
          <p:cNvGrpSpPr/>
          <p:nvPr/>
        </p:nvGrpSpPr>
        <p:grpSpPr>
          <a:xfrm>
            <a:off x="6215074" y="1142988"/>
            <a:ext cx="1428760" cy="642938"/>
            <a:chOff x="6215074" y="1142988"/>
            <a:chExt cx="1428760" cy="642938"/>
          </a:xfrm>
        </p:grpSpPr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6215074" y="1142988"/>
              <a:ext cx="1428760" cy="642938"/>
              <a:chOff x="1289" y="582"/>
              <a:chExt cx="668" cy="668"/>
            </a:xfrm>
          </p:grpSpPr>
          <p:sp>
            <p:nvSpPr>
              <p:cNvPr id="56" name="Oval 11"/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57" name="Oval 12"/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46275"/>
                      <a:invGamma/>
                    </a:srgbClr>
                  </a:gs>
                  <a:gs pos="100000">
                    <a:srgbClr val="D6E1E2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58" name="Oval 13"/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D6E1E2">
                      <a:gamma/>
                      <a:tint val="34902"/>
                      <a:invGamma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59" name="Oval 14"/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79216"/>
                      <a:invGamma/>
                    </a:srgbClr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60" name="Oval 15"/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tint val="0"/>
                      <a:invGamma/>
                    </a:srgbClr>
                  </a:gs>
                  <a:gs pos="100000">
                    <a:srgbClr val="D6E1E2">
                      <a:alpha val="38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4" name="TextBox 43"/>
            <p:cNvSpPr txBox="1"/>
            <p:nvPr/>
          </p:nvSpPr>
          <p:spPr>
            <a:xfrm>
              <a:off x="6215074" y="1285860"/>
              <a:ext cx="1428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 smtClean="0">
                  <a:solidFill>
                    <a:schemeClr val="tx2"/>
                  </a:solidFill>
                  <a:latin typeface="Verdana" pitchFamily="34" charset="0"/>
                </a:rPr>
                <a:t>Tool</a:t>
              </a:r>
              <a:endParaRPr lang="ko-KR" altLang="en-US" b="1" dirty="0">
                <a:solidFill>
                  <a:schemeClr val="tx2"/>
                </a:solidFill>
                <a:latin typeface="Verdana" pitchFamily="34" charset="0"/>
              </a:endParaRPr>
            </a:p>
          </p:txBody>
        </p:sp>
      </p:grpSp>
      <p:grpSp>
        <p:nvGrpSpPr>
          <p:cNvPr id="76" name="그룹 75"/>
          <p:cNvGrpSpPr/>
          <p:nvPr/>
        </p:nvGrpSpPr>
        <p:grpSpPr>
          <a:xfrm>
            <a:off x="1428728" y="1142984"/>
            <a:ext cx="1428760" cy="642938"/>
            <a:chOff x="1571604" y="2000240"/>
            <a:chExt cx="1428760" cy="642938"/>
          </a:xfrm>
        </p:grpSpPr>
        <p:grpSp>
          <p:nvGrpSpPr>
            <p:cNvPr id="2" name="Group 10"/>
            <p:cNvGrpSpPr>
              <a:grpSpLocks/>
            </p:cNvGrpSpPr>
            <p:nvPr/>
          </p:nvGrpSpPr>
          <p:grpSpPr bwMode="auto">
            <a:xfrm>
              <a:off x="1571604" y="2000240"/>
              <a:ext cx="1428760" cy="642938"/>
              <a:chOff x="1289" y="582"/>
              <a:chExt cx="668" cy="668"/>
            </a:xfrm>
          </p:grpSpPr>
          <p:sp>
            <p:nvSpPr>
              <p:cNvPr id="74763" name="Oval 11"/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74764" name="Oval 12"/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46275"/>
                      <a:invGamma/>
                    </a:srgbClr>
                  </a:gs>
                  <a:gs pos="100000">
                    <a:srgbClr val="D6E1E2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74765" name="Oval 13"/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D6E1E2">
                      <a:gamma/>
                      <a:tint val="34902"/>
                      <a:invGamma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74766" name="Oval 14"/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79216"/>
                      <a:invGamma/>
                    </a:srgbClr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74767" name="Oval 15"/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tint val="0"/>
                      <a:invGamma/>
                    </a:srgbClr>
                  </a:gs>
                  <a:gs pos="100000">
                    <a:srgbClr val="D6E1E2">
                      <a:alpha val="38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42" name="TextBox 41"/>
            <p:cNvSpPr txBox="1"/>
            <p:nvPr/>
          </p:nvSpPr>
          <p:spPr>
            <a:xfrm>
              <a:off x="1571604" y="2143116"/>
              <a:ext cx="14287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tx2"/>
                  </a:solidFill>
                  <a:latin typeface="Verdana" pitchFamily="34" charset="0"/>
                </a:rPr>
                <a:t>Db &amp; Server</a:t>
              </a:r>
              <a:endParaRPr lang="ko-KR" altLang="en-US" sz="1400" b="1" dirty="0">
                <a:solidFill>
                  <a:schemeClr val="tx2"/>
                </a:solidFill>
                <a:latin typeface="Verdana" pitchFamily="34" charset="0"/>
              </a:endParaRPr>
            </a:p>
          </p:txBody>
        </p:sp>
      </p:grpSp>
      <p:grpSp>
        <p:nvGrpSpPr>
          <p:cNvPr id="83" name="그룹 82"/>
          <p:cNvGrpSpPr/>
          <p:nvPr/>
        </p:nvGrpSpPr>
        <p:grpSpPr>
          <a:xfrm>
            <a:off x="1071538" y="4429132"/>
            <a:ext cx="2163763" cy="869950"/>
            <a:chOff x="1149350" y="4308475"/>
            <a:chExt cx="2163763" cy="869950"/>
          </a:xfrm>
        </p:grpSpPr>
        <p:sp>
          <p:nvSpPr>
            <p:cNvPr id="84" name="AutoShape 8"/>
            <p:cNvSpPr>
              <a:spLocks noChangeArrowheads="1"/>
            </p:cNvSpPr>
            <p:nvPr/>
          </p:nvSpPr>
          <p:spPr bwMode="gray">
            <a:xfrm>
              <a:off x="1149350" y="4308475"/>
              <a:ext cx="2163763" cy="869950"/>
            </a:xfrm>
            <a:prstGeom prst="roundRect">
              <a:avLst>
                <a:gd name="adj" fmla="val 40389"/>
              </a:avLst>
            </a:prstGeom>
            <a:gradFill rotWithShape="1">
              <a:gsLst>
                <a:gs pos="0">
                  <a:srgbClr val="729EB4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85" name="AutoShape 9"/>
            <p:cNvSpPr>
              <a:spLocks noChangeArrowheads="1"/>
            </p:cNvSpPr>
            <p:nvPr/>
          </p:nvSpPr>
          <p:spPr bwMode="gray">
            <a:xfrm>
              <a:off x="1193800" y="4332288"/>
              <a:ext cx="2070100" cy="77311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DAFD4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3500430" y="4429132"/>
            <a:ext cx="2163763" cy="869950"/>
            <a:chOff x="1149350" y="4308475"/>
            <a:chExt cx="2163763" cy="869950"/>
          </a:xfrm>
        </p:grpSpPr>
        <p:sp>
          <p:nvSpPr>
            <p:cNvPr id="87" name="AutoShape 8"/>
            <p:cNvSpPr>
              <a:spLocks noChangeArrowheads="1"/>
            </p:cNvSpPr>
            <p:nvPr/>
          </p:nvSpPr>
          <p:spPr bwMode="gray">
            <a:xfrm>
              <a:off x="1149350" y="4308475"/>
              <a:ext cx="2163763" cy="869950"/>
            </a:xfrm>
            <a:prstGeom prst="roundRect">
              <a:avLst>
                <a:gd name="adj" fmla="val 40389"/>
              </a:avLst>
            </a:prstGeom>
            <a:gradFill rotWithShape="1">
              <a:gsLst>
                <a:gs pos="0">
                  <a:srgbClr val="729EB4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88" name="AutoShape 9"/>
            <p:cNvSpPr>
              <a:spLocks noChangeArrowheads="1"/>
            </p:cNvSpPr>
            <p:nvPr/>
          </p:nvSpPr>
          <p:spPr bwMode="gray">
            <a:xfrm>
              <a:off x="1193800" y="4332288"/>
              <a:ext cx="2070100" cy="77311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DAFD4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908720"/>
            <a:ext cx="5184576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회원가입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ECB7F-7C21-467C-A28F-D8FAB5AC5F59}" type="slidenum">
              <a:rPr lang="en-US" altLang="ko-KR" smtClean="0"/>
              <a:pPr/>
              <a:t>7</a:t>
            </a:fld>
            <a:endParaRPr lang="en-US" altLang="ko-KR"/>
          </a:p>
        </p:txBody>
      </p:sp>
      <p:sp>
        <p:nvSpPr>
          <p:cNvPr id="31" name="직사각형 30"/>
          <p:cNvSpPr/>
          <p:nvPr/>
        </p:nvSpPr>
        <p:spPr bwMode="auto">
          <a:xfrm>
            <a:off x="1763688" y="1196752"/>
            <a:ext cx="648072" cy="28803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3" name="꺾인 연결선 32"/>
          <p:cNvCxnSpPr>
            <a:stCxn id="31" idx="3"/>
            <a:endCxn id="17" idx="1"/>
          </p:cNvCxnSpPr>
          <p:nvPr/>
        </p:nvCxnSpPr>
        <p:spPr bwMode="auto">
          <a:xfrm>
            <a:off x="2411760" y="1340768"/>
            <a:ext cx="2160240" cy="72008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hape 34"/>
          <p:cNvCxnSpPr>
            <a:stCxn id="31" idx="2"/>
            <a:endCxn id="18" idx="1"/>
          </p:cNvCxnSpPr>
          <p:nvPr/>
        </p:nvCxnSpPr>
        <p:spPr bwMode="auto">
          <a:xfrm rot="16200000" flipH="1">
            <a:off x="2213738" y="1358770"/>
            <a:ext cx="2088232" cy="2340260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2123728" y="1484784"/>
            <a:ext cx="97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Click!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323528" y="5085184"/>
            <a:ext cx="8640960" cy="1080120"/>
            <a:chOff x="57103" y="4495570"/>
            <a:chExt cx="5904656" cy="1224136"/>
          </a:xfrm>
        </p:grpSpPr>
        <p:sp>
          <p:nvSpPr>
            <p:cNvPr id="37" name="모서리가 둥근 직사각형 36"/>
            <p:cNvSpPr/>
            <p:nvPr/>
          </p:nvSpPr>
          <p:spPr bwMode="auto">
            <a:xfrm>
              <a:off x="57103" y="4495570"/>
              <a:ext cx="5904656" cy="1224136"/>
            </a:xfrm>
            <a:prstGeom prst="roundRect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Font typeface="Arial" pitchFamily="34" charset="0"/>
                <a:buChar char="•"/>
              </a:pPr>
              <a:endParaRPr lang="ko-KR" altLang="en-US" smtClean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73374" y="4666686"/>
              <a:ext cx="417646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ko-KR" altLang="en-US" dirty="0" smtClean="0"/>
                <a:t>회원가입 시 </a:t>
              </a:r>
              <a:r>
                <a:rPr lang="en-US" altLang="ko-KR" dirty="0" smtClean="0"/>
                <a:t>ID </a:t>
              </a:r>
              <a:r>
                <a:rPr lang="ko-KR" altLang="en-US" dirty="0" smtClean="0"/>
                <a:t>중복확인 가능</a:t>
              </a:r>
              <a:endParaRPr lang="en-US" altLang="ko-KR" dirty="0" smtClean="0"/>
            </a:p>
            <a:p>
              <a:pPr>
                <a:buFont typeface="Arial" pitchFamily="34" charset="0"/>
                <a:buChar char="•"/>
              </a:pPr>
              <a:r>
                <a:rPr lang="ko-KR" altLang="en-US" dirty="0" smtClean="0"/>
                <a:t>우편번호 검색 가능</a:t>
              </a:r>
              <a:endParaRPr lang="en-US" altLang="ko-KR" dirty="0" smtClean="0"/>
            </a:p>
            <a:p>
              <a:pPr>
                <a:buFont typeface="Arial" pitchFamily="34" charset="0"/>
                <a:buChar char="•"/>
              </a:pPr>
              <a:r>
                <a:rPr lang="en-US" altLang="ko-KR" dirty="0" smtClean="0"/>
                <a:t> </a:t>
              </a:r>
              <a:r>
                <a:rPr lang="ko-KR" altLang="en-US" dirty="0" smtClean="0"/>
                <a:t>회원가입 가능</a:t>
              </a:r>
              <a:endParaRPr lang="ko-KR" altLang="en-US" dirty="0"/>
            </a:p>
          </p:txBody>
        </p:sp>
      </p:grpSp>
      <p:sp>
        <p:nvSpPr>
          <p:cNvPr id="54" name="TextBox 53"/>
          <p:cNvSpPr txBox="1"/>
          <p:nvPr/>
        </p:nvSpPr>
        <p:spPr>
          <a:xfrm rot="20718429">
            <a:off x="3649768" y="2382511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Click!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55" name="직선 화살표 연결선 54"/>
          <p:cNvCxnSpPr/>
          <p:nvPr/>
        </p:nvCxnSpPr>
        <p:spPr bwMode="auto">
          <a:xfrm flipV="1">
            <a:off x="2555776" y="2636911"/>
            <a:ext cx="2880320" cy="504057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0" name="직사각형 49"/>
          <p:cNvSpPr/>
          <p:nvPr/>
        </p:nvSpPr>
        <p:spPr bwMode="auto">
          <a:xfrm>
            <a:off x="1331640" y="2996952"/>
            <a:ext cx="1080120" cy="21602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오른쪽 화살표 16"/>
          <p:cNvSpPr/>
          <p:nvPr/>
        </p:nvSpPr>
        <p:spPr bwMode="auto">
          <a:xfrm>
            <a:off x="4572000" y="1844824"/>
            <a:ext cx="1296144" cy="432048"/>
          </a:xfrm>
          <a:prstGeom prst="rightArrow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사용가능아이디</a:t>
            </a: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0152" y="908720"/>
            <a:ext cx="299085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40152" y="2780928"/>
            <a:ext cx="297180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오른쪽 화살표 17"/>
          <p:cNvSpPr/>
          <p:nvPr/>
        </p:nvSpPr>
        <p:spPr bwMode="auto">
          <a:xfrm>
            <a:off x="4427984" y="3356992"/>
            <a:ext cx="1440160" cy="432048"/>
          </a:xfrm>
          <a:prstGeom prst="rightArrow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사용중인아이디</a:t>
            </a:r>
          </a:p>
        </p:txBody>
      </p:sp>
      <p:grpSp>
        <p:nvGrpSpPr>
          <p:cNvPr id="51" name="그룹 50"/>
          <p:cNvGrpSpPr/>
          <p:nvPr/>
        </p:nvGrpSpPr>
        <p:grpSpPr>
          <a:xfrm>
            <a:off x="5580112" y="908719"/>
            <a:ext cx="2520280" cy="2592288"/>
            <a:chOff x="6084168" y="980728"/>
            <a:chExt cx="2520280" cy="2592288"/>
          </a:xfrm>
        </p:grpSpPr>
        <p:sp>
          <p:nvSpPr>
            <p:cNvPr id="52" name="직사각형 51"/>
            <p:cNvSpPr/>
            <p:nvPr/>
          </p:nvSpPr>
          <p:spPr bwMode="auto">
            <a:xfrm>
              <a:off x="6084168" y="980728"/>
              <a:ext cx="2520280" cy="25922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53" name="직선 연결선 52"/>
            <p:cNvCxnSpPr/>
            <p:nvPr/>
          </p:nvCxnSpPr>
          <p:spPr bwMode="auto">
            <a:xfrm>
              <a:off x="6228184" y="2564904"/>
              <a:ext cx="144016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64088" y="980728"/>
            <a:ext cx="3162300" cy="382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직사각형 24"/>
          <p:cNvSpPr/>
          <p:nvPr/>
        </p:nvSpPr>
        <p:spPr bwMode="auto">
          <a:xfrm>
            <a:off x="1907704" y="4797152"/>
            <a:ext cx="720080" cy="216024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7" name="직선 화살표 연결선 26"/>
          <p:cNvCxnSpPr/>
          <p:nvPr/>
        </p:nvCxnSpPr>
        <p:spPr bwMode="auto">
          <a:xfrm flipV="1">
            <a:off x="2627784" y="4221088"/>
            <a:ext cx="2664296" cy="64807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8" name="TextBox 27"/>
          <p:cNvSpPr txBox="1"/>
          <p:nvPr/>
        </p:nvSpPr>
        <p:spPr>
          <a:xfrm rot="20743794">
            <a:off x="3203848" y="429309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Click!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6156176" y="4509120"/>
            <a:ext cx="648072" cy="216024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1" name="직선 화살표 연결선 40"/>
          <p:cNvCxnSpPr/>
          <p:nvPr/>
        </p:nvCxnSpPr>
        <p:spPr bwMode="auto">
          <a:xfrm rot="5400000" flipH="1" flipV="1">
            <a:off x="6120172" y="4905164"/>
            <a:ext cx="432048" cy="7200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699792" y="2492896"/>
            <a:ext cx="3816424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31"/>
          <p:cNvSpPr txBox="1"/>
          <p:nvPr/>
        </p:nvSpPr>
        <p:spPr>
          <a:xfrm>
            <a:off x="5940152" y="5085184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Click!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3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5" presetClass="exit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checkerboard(across)">
                                      <p:cBhvr>
                                        <p:cTn id="1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3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  <p:bldP spid="36" grpId="0"/>
      <p:bldP spid="36" grpId="1"/>
      <p:bldP spid="54" grpId="0"/>
      <p:bldP spid="54" grpId="1"/>
      <p:bldP spid="50" grpId="0" animBg="1"/>
      <p:bldP spid="50" grpId="1" animBg="1"/>
      <p:bldP spid="17" grpId="0" animBg="1"/>
      <p:bldP spid="17" grpId="1" animBg="1"/>
      <p:bldP spid="18" grpId="0" animBg="1"/>
      <p:bldP spid="18" grpId="1" animBg="1"/>
      <p:bldP spid="25" grpId="0" animBg="1"/>
      <p:bldP spid="25" grpId="1" animBg="1"/>
      <p:bldP spid="28" grpId="0"/>
      <p:bldP spid="28" grpId="1"/>
      <p:bldP spid="30" grpId="0" animBg="1"/>
      <p:bldP spid="30" grpId="1" animBg="1"/>
      <p:bldP spid="32" grpId="0"/>
      <p:bldP spid="3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403647" y="785794"/>
            <a:ext cx="6820429" cy="393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357290" y="785794"/>
            <a:ext cx="6696744" cy="3868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1331640" y="785794"/>
            <a:ext cx="6912444" cy="393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직사각형 8"/>
          <p:cNvSpPr/>
          <p:nvPr/>
        </p:nvSpPr>
        <p:spPr bwMode="auto">
          <a:xfrm>
            <a:off x="2428860" y="2143116"/>
            <a:ext cx="500066" cy="14458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4" name="직선 화살표 연결선 13"/>
          <p:cNvCxnSpPr>
            <a:stCxn id="12" idx="2"/>
            <a:endCxn id="9" idx="3"/>
          </p:cNvCxnSpPr>
          <p:nvPr/>
        </p:nvCxnSpPr>
        <p:spPr bwMode="auto">
          <a:xfrm rot="10800000">
            <a:off x="2928926" y="2215410"/>
            <a:ext cx="490946" cy="52951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" name="타원 11"/>
          <p:cNvSpPr/>
          <p:nvPr/>
        </p:nvSpPr>
        <p:spPr bwMode="auto">
          <a:xfrm>
            <a:off x="3419872" y="2492896"/>
            <a:ext cx="1080120" cy="504056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Click!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563888" y="227687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Click!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3" name="직사각형 42"/>
          <p:cNvSpPr/>
          <p:nvPr/>
        </p:nvSpPr>
        <p:spPr bwMode="auto">
          <a:xfrm>
            <a:off x="1428728" y="2643182"/>
            <a:ext cx="642942" cy="21431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8" name="직선 화살표 연결선 47"/>
          <p:cNvCxnSpPr>
            <a:stCxn id="43" idx="3"/>
            <a:endCxn id="1029" idx="1"/>
          </p:cNvCxnSpPr>
          <p:nvPr/>
        </p:nvCxnSpPr>
        <p:spPr bwMode="auto">
          <a:xfrm flipV="1">
            <a:off x="2071670" y="2593678"/>
            <a:ext cx="3796474" cy="15666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68144" y="1988840"/>
            <a:ext cx="2238375" cy="12096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회원 로그인 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6073B-01B1-4E03-B82C-AC0915A6B959}" type="slidenum">
              <a:rPr lang="en-US" altLang="ko-KR" smtClean="0"/>
              <a:pPr/>
              <a:t>8</a:t>
            </a:fld>
            <a:endParaRPr lang="en-US" altLang="ko-KR"/>
          </a:p>
        </p:txBody>
      </p:sp>
      <p:grpSp>
        <p:nvGrpSpPr>
          <p:cNvPr id="6" name="그룹 5"/>
          <p:cNvGrpSpPr/>
          <p:nvPr/>
        </p:nvGrpSpPr>
        <p:grpSpPr>
          <a:xfrm>
            <a:off x="323528" y="4869160"/>
            <a:ext cx="8640960" cy="1080120"/>
            <a:chOff x="57103" y="4495570"/>
            <a:chExt cx="5904656" cy="1224136"/>
          </a:xfrm>
        </p:grpSpPr>
        <p:sp>
          <p:nvSpPr>
            <p:cNvPr id="7" name="모서리가 둥근 직사각형 6"/>
            <p:cNvSpPr/>
            <p:nvPr/>
          </p:nvSpPr>
          <p:spPr bwMode="auto">
            <a:xfrm>
              <a:off x="57103" y="4495570"/>
              <a:ext cx="5904656" cy="1224136"/>
            </a:xfrm>
            <a:prstGeom prst="roundRect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Font typeface="Arial" pitchFamily="34" charset="0"/>
                <a:buChar char="•"/>
              </a:pPr>
              <a:endParaRPr lang="ko-KR" altLang="en-US" smtClean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2336" y="4577179"/>
              <a:ext cx="4176465" cy="732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ko-KR" altLang="en-US" dirty="0" smtClean="0"/>
                <a:t>로그인 가능</a:t>
              </a:r>
              <a:endParaRPr lang="en-US" altLang="ko-KR" dirty="0" smtClean="0"/>
            </a:p>
            <a:p>
              <a:pPr>
                <a:buFont typeface="Arial" pitchFamily="34" charset="0"/>
                <a:buChar char="•"/>
              </a:pPr>
              <a:r>
                <a:rPr lang="ko-KR" altLang="en-US" dirty="0" smtClean="0"/>
                <a:t>로그아웃 가능</a:t>
              </a:r>
              <a:endParaRPr lang="ko-KR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3" dur="1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0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6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9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2" grpId="1" animBg="1"/>
      <p:bldP spid="12" grpId="2" animBg="1"/>
      <p:bldP spid="46" grpId="0"/>
      <p:bldP spid="46" grpId="1"/>
      <p:bldP spid="43" grpId="0" animBg="1"/>
      <p:bldP spid="4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회원 정보 수정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6073B-01B1-4E03-B82C-AC0915A6B959}" type="slidenum">
              <a:rPr lang="en-US" altLang="ko-KR" smtClean="0"/>
              <a:pPr/>
              <a:t>9</a:t>
            </a:fld>
            <a:endParaRPr lang="en-US" altLang="ko-KR"/>
          </a:p>
        </p:txBody>
      </p:sp>
      <p:sp>
        <p:nvSpPr>
          <p:cNvPr id="5" name="모서리가 둥근 직사각형 4"/>
          <p:cNvSpPr/>
          <p:nvPr/>
        </p:nvSpPr>
        <p:spPr bwMode="auto">
          <a:xfrm>
            <a:off x="323528" y="4797152"/>
            <a:ext cx="8640960" cy="1080120"/>
          </a:xfrm>
          <a:prstGeom prst="round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Font typeface="Arial" pitchFamily="34" charset="0"/>
              <a:buChar char="•"/>
            </a:pPr>
            <a:endParaRPr lang="ko-KR" altLang="en-US" smtClean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1268760"/>
            <a:ext cx="5400600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4208" y="1700808"/>
            <a:ext cx="1782763" cy="9525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9" name="직사각형 8"/>
          <p:cNvSpPr/>
          <p:nvPr/>
        </p:nvSpPr>
        <p:spPr bwMode="auto">
          <a:xfrm>
            <a:off x="3635896" y="4005064"/>
            <a:ext cx="648072" cy="21602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0" name="직선 화살표 연결선 9"/>
          <p:cNvCxnSpPr>
            <a:stCxn id="9" idx="3"/>
          </p:cNvCxnSpPr>
          <p:nvPr/>
        </p:nvCxnSpPr>
        <p:spPr bwMode="auto">
          <a:xfrm flipV="1">
            <a:off x="4283968" y="2492896"/>
            <a:ext cx="2736304" cy="162018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Box 10"/>
          <p:cNvSpPr txBox="1"/>
          <p:nvPr/>
        </p:nvSpPr>
        <p:spPr>
          <a:xfrm rot="19615813">
            <a:off x="5048118" y="3085999"/>
            <a:ext cx="69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Click!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5085184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회원 정보 수정 가능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1" grpId="0"/>
      <p:bldP spid="1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2000232" y="785794"/>
            <a:ext cx="6560153" cy="3868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직사각형 11"/>
          <p:cNvSpPr/>
          <p:nvPr/>
        </p:nvSpPr>
        <p:spPr bwMode="auto">
          <a:xfrm>
            <a:off x="5436096" y="764704"/>
            <a:ext cx="3096344" cy="38884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57884" y="1357298"/>
            <a:ext cx="2381250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57884" y="3143248"/>
            <a:ext cx="2376264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회원 탈퇴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6073B-01B1-4E03-B82C-AC0915A6B959}" type="slidenum">
              <a:rPr lang="en-US" altLang="ko-KR" smtClean="0"/>
              <a:pPr/>
              <a:t>10</a:t>
            </a:fld>
            <a:endParaRPr lang="en-US" altLang="ko-KR"/>
          </a:p>
        </p:txBody>
      </p:sp>
      <p:sp>
        <p:nvSpPr>
          <p:cNvPr id="7" name="직사각형 6"/>
          <p:cNvSpPr/>
          <p:nvPr/>
        </p:nvSpPr>
        <p:spPr bwMode="auto">
          <a:xfrm>
            <a:off x="3000364" y="2357430"/>
            <a:ext cx="500066" cy="21431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20694348">
            <a:off x="4101389" y="1777314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Click!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 bwMode="auto">
          <a:xfrm>
            <a:off x="323528" y="4797152"/>
            <a:ext cx="8640960" cy="1080120"/>
          </a:xfrm>
          <a:prstGeom prst="round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ko-KR" altLang="en-US" smtClean="0"/>
          </a:p>
        </p:txBody>
      </p:sp>
      <p:cxnSp>
        <p:nvCxnSpPr>
          <p:cNvPr id="9" name="직선 화살표 연결선 8"/>
          <p:cNvCxnSpPr>
            <a:stCxn id="7" idx="3"/>
            <a:endCxn id="13" idx="1"/>
          </p:cNvCxnSpPr>
          <p:nvPr/>
        </p:nvCxnSpPr>
        <p:spPr bwMode="auto">
          <a:xfrm flipV="1">
            <a:off x="3500430" y="1825350"/>
            <a:ext cx="2357454" cy="63923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611560" y="5085184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회원 탈퇴 가능</a:t>
            </a:r>
            <a:endParaRPr lang="ko-KR" altLang="en-US" dirty="0"/>
          </a:p>
        </p:txBody>
      </p:sp>
      <p:cxnSp>
        <p:nvCxnSpPr>
          <p:cNvPr id="16" name="직선 연결선 15"/>
          <p:cNvCxnSpPr/>
          <p:nvPr/>
        </p:nvCxnSpPr>
        <p:spPr bwMode="auto">
          <a:xfrm>
            <a:off x="6643702" y="3929066"/>
            <a:ext cx="36004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직선 연결선 14"/>
          <p:cNvCxnSpPr/>
          <p:nvPr/>
        </p:nvCxnSpPr>
        <p:spPr bwMode="auto">
          <a:xfrm>
            <a:off x="6000760" y="2143116"/>
            <a:ext cx="36004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86182" y="1714488"/>
            <a:ext cx="2857500" cy="150019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7" grpId="0" animBg="1"/>
      <p:bldP spid="7" grpId="1" animBg="1"/>
      <p:bldP spid="8" grpId="0"/>
      <p:bldP spid="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진행 상품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6073B-01B1-4E03-B82C-AC0915A6B959}" type="slidenum">
              <a:rPr lang="en-US" altLang="ko-KR" smtClean="0"/>
              <a:pPr/>
              <a:t>11</a:t>
            </a:fld>
            <a:endParaRPr lang="en-US" altLang="ko-KR"/>
          </a:p>
        </p:txBody>
      </p:sp>
      <p:sp>
        <p:nvSpPr>
          <p:cNvPr id="4" name="모서리가 둥근 직사각형 3"/>
          <p:cNvSpPr/>
          <p:nvPr/>
        </p:nvSpPr>
        <p:spPr bwMode="auto">
          <a:xfrm>
            <a:off x="323528" y="4797152"/>
            <a:ext cx="8640960" cy="1080120"/>
          </a:xfrm>
          <a:prstGeom prst="round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Font typeface="Arial" pitchFamily="34" charset="0"/>
              <a:buChar char="•"/>
            </a:pPr>
            <a:endParaRPr lang="ko-KR" altLang="en-US" smtClean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2012374" y="836712"/>
            <a:ext cx="6560154" cy="3868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68" y="2428868"/>
            <a:ext cx="4929222" cy="122795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7" name="직사각형 6"/>
          <p:cNvSpPr/>
          <p:nvPr/>
        </p:nvSpPr>
        <p:spPr bwMode="auto">
          <a:xfrm>
            <a:off x="3000364" y="3143248"/>
            <a:ext cx="500066" cy="21431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472" y="5072074"/>
            <a:ext cx="521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진행상품 확인 가능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980728"/>
            <a:ext cx="684076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1052736"/>
            <a:ext cx="6751637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상세조회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6073B-01B1-4E03-B82C-AC0915A6B959}" type="slidenum">
              <a:rPr lang="en-US" altLang="ko-KR" smtClean="0"/>
              <a:pPr/>
              <a:t>12</a:t>
            </a:fld>
            <a:endParaRPr lang="en-US" altLang="ko-KR"/>
          </a:p>
        </p:txBody>
      </p:sp>
      <p:sp>
        <p:nvSpPr>
          <p:cNvPr id="4" name="모서리가 둥근 직사각형 3"/>
          <p:cNvSpPr/>
          <p:nvPr/>
        </p:nvSpPr>
        <p:spPr bwMode="auto">
          <a:xfrm>
            <a:off x="323528" y="4797152"/>
            <a:ext cx="8640960" cy="1080120"/>
          </a:xfrm>
          <a:prstGeom prst="round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Font typeface="Arial" pitchFamily="34" charset="0"/>
              <a:buChar char="•"/>
            </a:pPr>
            <a:endParaRPr lang="ko-KR" altLang="en-US" smtClean="0"/>
          </a:p>
        </p:txBody>
      </p:sp>
      <p:sp>
        <p:nvSpPr>
          <p:cNvPr id="8" name="TextBox 7"/>
          <p:cNvSpPr txBox="1"/>
          <p:nvPr/>
        </p:nvSpPr>
        <p:spPr>
          <a:xfrm>
            <a:off x="539552" y="5085184"/>
            <a:ext cx="6048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상세조회 가능</a:t>
            </a:r>
            <a:endParaRPr lang="en-US" altLang="ko-KR" dirty="0" smtClean="0"/>
          </a:p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달팽이 충전 가능</a:t>
            </a:r>
            <a:endParaRPr lang="en-US" altLang="ko-KR" dirty="0" smtClean="0"/>
          </a:p>
        </p:txBody>
      </p:sp>
      <p:sp>
        <p:nvSpPr>
          <p:cNvPr id="9" name="직사각형 8"/>
          <p:cNvSpPr/>
          <p:nvPr/>
        </p:nvSpPr>
        <p:spPr bwMode="auto">
          <a:xfrm>
            <a:off x="4357686" y="3500438"/>
            <a:ext cx="785818" cy="28575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타원 9"/>
          <p:cNvSpPr/>
          <p:nvPr/>
        </p:nvSpPr>
        <p:spPr bwMode="auto">
          <a:xfrm>
            <a:off x="2928926" y="2786058"/>
            <a:ext cx="285752" cy="142876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"/>
                            </p:stCondLst>
                            <p:childTnLst>
                              <p:par>
                                <p:cTn id="2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고객센터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6073B-01B1-4E03-B82C-AC0915A6B959}" type="slidenum">
              <a:rPr lang="en-US" altLang="ko-KR" smtClean="0"/>
              <a:pPr/>
              <a:t>13</a:t>
            </a:fld>
            <a:endParaRPr lang="en-US" altLang="ko-KR"/>
          </a:p>
        </p:txBody>
      </p:sp>
      <p:sp>
        <p:nvSpPr>
          <p:cNvPr id="4" name="모서리가 둥근 직사각형 3"/>
          <p:cNvSpPr/>
          <p:nvPr/>
        </p:nvSpPr>
        <p:spPr bwMode="auto">
          <a:xfrm>
            <a:off x="323528" y="4797152"/>
            <a:ext cx="8640960" cy="1080120"/>
          </a:xfrm>
          <a:prstGeom prst="round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Font typeface="Arial" pitchFamily="34" charset="0"/>
              <a:buChar char="•"/>
            </a:pPr>
            <a:endParaRPr lang="ko-KR" altLang="en-US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908720"/>
            <a:ext cx="7560840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 bwMode="auto">
          <a:xfrm>
            <a:off x="6732240" y="908720"/>
            <a:ext cx="720080" cy="28803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9792" y="1412776"/>
            <a:ext cx="4752528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67544" y="5013176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자주 묻는 질문 확인 가능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배송지</a:t>
            </a:r>
            <a:r>
              <a:rPr lang="ko-KR" altLang="en-US" dirty="0" smtClean="0"/>
              <a:t> 조회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6073B-01B1-4E03-B82C-AC0915A6B959}" type="slidenum">
              <a:rPr lang="en-US" altLang="ko-KR" smtClean="0"/>
              <a:pPr/>
              <a:t>14</a:t>
            </a:fld>
            <a:endParaRPr lang="en-US" altLang="ko-KR"/>
          </a:p>
        </p:txBody>
      </p:sp>
      <p:sp>
        <p:nvSpPr>
          <p:cNvPr id="4" name="모서리가 둥근 직사각형 3"/>
          <p:cNvSpPr/>
          <p:nvPr/>
        </p:nvSpPr>
        <p:spPr bwMode="auto">
          <a:xfrm>
            <a:off x="323528" y="4797152"/>
            <a:ext cx="8640960" cy="1080120"/>
          </a:xfrm>
          <a:prstGeom prst="round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Font typeface="Arial" pitchFamily="34" charset="0"/>
              <a:buChar char="•"/>
            </a:pPr>
            <a:endParaRPr lang="ko-KR" altLang="en-US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908720"/>
            <a:ext cx="7560840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 bwMode="auto">
          <a:xfrm>
            <a:off x="6156176" y="908720"/>
            <a:ext cx="504056" cy="28803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1556792"/>
            <a:ext cx="397192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83568" y="5085184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b="1" dirty="0" err="1" smtClean="0"/>
              <a:t>배송지</a:t>
            </a:r>
            <a:r>
              <a:rPr lang="ko-KR" altLang="en-US" b="1" dirty="0" smtClean="0"/>
              <a:t> 정보 조회 가능</a:t>
            </a:r>
            <a:endParaRPr lang="ko-KR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마이 페이지</a:t>
            </a:r>
            <a:r>
              <a:rPr lang="en-US" altLang="ko-KR" dirty="0" smtClean="0"/>
              <a:t>(</a:t>
            </a:r>
            <a:r>
              <a:rPr lang="ko-KR" altLang="en-US" dirty="0" smtClean="0"/>
              <a:t>상품 등록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6073B-01B1-4E03-B82C-AC0915A6B959}" type="slidenum">
              <a:rPr lang="en-US" altLang="ko-KR" smtClean="0"/>
              <a:pPr/>
              <a:t>15</a:t>
            </a:fld>
            <a:endParaRPr lang="en-US" altLang="ko-KR"/>
          </a:p>
        </p:txBody>
      </p:sp>
      <p:sp>
        <p:nvSpPr>
          <p:cNvPr id="4" name="모서리가 둥근 직사각형 3"/>
          <p:cNvSpPr/>
          <p:nvPr/>
        </p:nvSpPr>
        <p:spPr bwMode="auto">
          <a:xfrm>
            <a:off x="323528" y="4797152"/>
            <a:ext cx="8640960" cy="1080120"/>
          </a:xfrm>
          <a:prstGeom prst="round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Font typeface="Arial" pitchFamily="34" charset="0"/>
              <a:buChar char="•"/>
            </a:pPr>
            <a:endParaRPr lang="ko-KR" altLang="en-US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6338" y="908719"/>
            <a:ext cx="6789737" cy="38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908720"/>
            <a:ext cx="6840760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직사각형 6"/>
          <p:cNvSpPr/>
          <p:nvPr/>
        </p:nvSpPr>
        <p:spPr bwMode="auto">
          <a:xfrm>
            <a:off x="3995936" y="4509120"/>
            <a:ext cx="648072" cy="21602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5856" y="2276872"/>
            <a:ext cx="30765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611560" y="5013176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상품  등록 가능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4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관리자 로그인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6073B-01B1-4E03-B82C-AC0915A6B959}" type="slidenum">
              <a:rPr lang="en-US" altLang="ko-KR" smtClean="0"/>
              <a:pPr/>
              <a:t>16</a:t>
            </a:fld>
            <a:endParaRPr lang="en-US" altLang="ko-KR"/>
          </a:p>
        </p:txBody>
      </p:sp>
      <p:sp>
        <p:nvSpPr>
          <p:cNvPr id="4" name="모서리가 둥근 직사각형 3"/>
          <p:cNvSpPr/>
          <p:nvPr/>
        </p:nvSpPr>
        <p:spPr bwMode="auto">
          <a:xfrm>
            <a:off x="323528" y="4797152"/>
            <a:ext cx="8640960" cy="1080120"/>
          </a:xfrm>
          <a:prstGeom prst="round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Font typeface="Arial" pitchFamily="34" charset="0"/>
              <a:buChar char="•"/>
            </a:pPr>
            <a:endParaRPr lang="ko-KR" alt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844824"/>
            <a:ext cx="6475413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1720" y="1412776"/>
            <a:ext cx="51054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직사각형 6"/>
          <p:cNvSpPr/>
          <p:nvPr/>
        </p:nvSpPr>
        <p:spPr bwMode="auto">
          <a:xfrm>
            <a:off x="3635896" y="2780928"/>
            <a:ext cx="648072" cy="36004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1560" y="5157192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b="1" dirty="0" smtClean="0"/>
              <a:t>관리자 로그인 가능</a:t>
            </a:r>
            <a:endParaRPr lang="ko-KR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관리자 회원관리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6073B-01B1-4E03-B82C-AC0915A6B959}" type="slidenum">
              <a:rPr lang="en-US" altLang="ko-KR" smtClean="0"/>
              <a:pPr/>
              <a:t>17</a:t>
            </a:fld>
            <a:endParaRPr lang="en-US" altLang="ko-KR"/>
          </a:p>
        </p:txBody>
      </p:sp>
      <p:sp>
        <p:nvSpPr>
          <p:cNvPr id="4" name="모서리가 둥근 직사각형 3"/>
          <p:cNvSpPr/>
          <p:nvPr/>
        </p:nvSpPr>
        <p:spPr bwMode="auto">
          <a:xfrm>
            <a:off x="323528" y="4797152"/>
            <a:ext cx="8640960" cy="1080120"/>
          </a:xfrm>
          <a:prstGeom prst="round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Font typeface="Arial" pitchFamily="34" charset="0"/>
              <a:buChar char="•"/>
            </a:pPr>
            <a:endParaRPr lang="ko-KR" altLang="en-US" dirty="0" smtClean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1340768"/>
            <a:ext cx="5105400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83568" y="5085184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관리자 회원관리 가능</a:t>
            </a:r>
            <a:endParaRPr lang="en-US" altLang="ko-KR" dirty="0" smtClean="0"/>
          </a:p>
          <a:p>
            <a:pPr>
              <a:buFont typeface="Arial" pitchFamily="34" charset="0"/>
              <a:buChar char="•"/>
            </a:pPr>
            <a:r>
              <a:rPr lang="ko-KR" altLang="en-US" dirty="0" smtClean="0"/>
              <a:t>회원 삭제 가능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 bwMode="auto">
          <a:xfrm>
            <a:off x="3563888" y="1340768"/>
            <a:ext cx="864096" cy="28803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2132856"/>
            <a:ext cx="62644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WordArt 3"/>
          <p:cNvSpPr>
            <a:spLocks noChangeArrowheads="1" noChangeShapeType="1" noTextEdit="1"/>
          </p:cNvSpPr>
          <p:nvPr/>
        </p:nvSpPr>
        <p:spPr bwMode="gray">
          <a:xfrm>
            <a:off x="2209800" y="3276600"/>
            <a:ext cx="5029200" cy="6858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ko-KR" sz="5400" b="1" kern="1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  <a:latin typeface="Verdana"/>
              </a:rPr>
              <a:t>Thank You !</a:t>
            </a:r>
            <a:endParaRPr lang="ko-KR" altLang="en-US" sz="5400" b="1" kern="10">
              <a:ln w="19050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5400000" scaled="1"/>
              </a:gradFill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  <a:latin typeface="Verdan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37EEC3C-BB78-46E7-91EE-98DFE1BED1A8}" type="slidenum">
              <a:rPr lang="en-US" altLang="ko-KR" smtClean="0"/>
              <a:pPr/>
              <a:t>18</a:t>
            </a:fld>
            <a:endParaRPr lang="en-US" altLang="ko-K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db2004190l">
  <a:themeElements>
    <a:clrScheme name="Office 테마 3">
      <a:dk1>
        <a:srgbClr val="000000"/>
      </a:dk1>
      <a:lt1>
        <a:srgbClr val="FFFFFF"/>
      </a:lt1>
      <a:dk2>
        <a:srgbClr val="000066"/>
      </a:dk2>
      <a:lt2>
        <a:srgbClr val="969696"/>
      </a:lt2>
      <a:accent1>
        <a:srgbClr val="6FB4E3"/>
      </a:accent1>
      <a:accent2>
        <a:srgbClr val="5DBDAB"/>
      </a:accent2>
      <a:accent3>
        <a:srgbClr val="FFFFFF"/>
      </a:accent3>
      <a:accent4>
        <a:srgbClr val="000000"/>
      </a:accent4>
      <a:accent5>
        <a:srgbClr val="BBD6EF"/>
      </a:accent5>
      <a:accent6>
        <a:srgbClr val="53AB9B"/>
      </a:accent6>
      <a:hlink>
        <a:srgbClr val="D17FB6"/>
      </a:hlink>
      <a:folHlink>
        <a:srgbClr val="E3981D"/>
      </a:folHlink>
    </a:clrScheme>
    <a:fontScheme name="Office 테마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테마 1">
        <a:dk1>
          <a:srgbClr val="000000"/>
        </a:dk1>
        <a:lt1>
          <a:srgbClr val="FFFFFF"/>
        </a:lt1>
        <a:dk2>
          <a:srgbClr val="165E86"/>
        </a:dk2>
        <a:lt2>
          <a:srgbClr val="969696"/>
        </a:lt2>
        <a:accent1>
          <a:srgbClr val="33C5A9"/>
        </a:accent1>
        <a:accent2>
          <a:srgbClr val="90DE88"/>
        </a:accent2>
        <a:accent3>
          <a:srgbClr val="FFFFFF"/>
        </a:accent3>
        <a:accent4>
          <a:srgbClr val="000000"/>
        </a:accent4>
        <a:accent5>
          <a:srgbClr val="ADDFD1"/>
        </a:accent5>
        <a:accent6>
          <a:srgbClr val="82C97B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2">
        <a:dk1>
          <a:srgbClr val="000000"/>
        </a:dk1>
        <a:lt1>
          <a:srgbClr val="FFFFFF"/>
        </a:lt1>
        <a:dk2>
          <a:srgbClr val="37399B"/>
        </a:dk2>
        <a:lt2>
          <a:srgbClr val="C0C0C0"/>
        </a:lt2>
        <a:accent1>
          <a:srgbClr val="699DE9"/>
        </a:accent1>
        <a:accent2>
          <a:srgbClr val="E3663F"/>
        </a:accent2>
        <a:accent3>
          <a:srgbClr val="FFFFFF"/>
        </a:accent3>
        <a:accent4>
          <a:srgbClr val="000000"/>
        </a:accent4>
        <a:accent5>
          <a:srgbClr val="B9CCF2"/>
        </a:accent5>
        <a:accent6>
          <a:srgbClr val="CE5C38"/>
        </a:accent6>
        <a:hlink>
          <a:srgbClr val="7476DC"/>
        </a:hlink>
        <a:folHlink>
          <a:srgbClr val="7FB24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3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6FB4E3"/>
        </a:accent1>
        <a:accent2>
          <a:srgbClr val="5DBDAB"/>
        </a:accent2>
        <a:accent3>
          <a:srgbClr val="FFFFFF"/>
        </a:accent3>
        <a:accent4>
          <a:srgbClr val="000000"/>
        </a:accent4>
        <a:accent5>
          <a:srgbClr val="BBD6EF"/>
        </a:accent5>
        <a:accent6>
          <a:srgbClr val="53AB9B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cdb2004190l</Template>
  <TotalTime>1936</TotalTime>
  <Words>230</Words>
  <Application>Microsoft Office PowerPoint</Application>
  <PresentationFormat>화면 슬라이드 쇼(4:3)</PresentationFormat>
  <Paragraphs>121</Paragraphs>
  <Slides>18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cdb2004190l</vt:lpstr>
      <vt:lpstr>슬라이드 1</vt:lpstr>
      <vt:lpstr>팀원 소개 및 담당 업무</vt:lpstr>
      <vt:lpstr>프로젝트 주제</vt:lpstr>
      <vt:lpstr>프로젝트 구조도</vt:lpstr>
      <vt:lpstr>ERD</vt:lpstr>
      <vt:lpstr>개발환경</vt:lpstr>
      <vt:lpstr>회원가입</vt:lpstr>
      <vt:lpstr>회원 로그인 </vt:lpstr>
      <vt:lpstr>회원 정보 수정</vt:lpstr>
      <vt:lpstr>회원 탈퇴</vt:lpstr>
      <vt:lpstr>진행 상품</vt:lpstr>
      <vt:lpstr>상세조회</vt:lpstr>
      <vt:lpstr>고객센터</vt:lpstr>
      <vt:lpstr>배송지 조회</vt:lpstr>
      <vt:lpstr>마이 페이지(상품 등록)</vt:lpstr>
      <vt:lpstr>관리자 로그인</vt:lpstr>
      <vt:lpstr>관리자 회원관리</vt:lpstr>
      <vt:lpstr>슬라이드 18</vt:lpstr>
    </vt:vector>
  </TitlesOfParts>
  <Company>jongro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choongang</dc:creator>
  <cp:lastModifiedBy>SEC</cp:lastModifiedBy>
  <cp:revision>213</cp:revision>
  <dcterms:created xsi:type="dcterms:W3CDTF">2010-11-16T07:08:34Z</dcterms:created>
  <dcterms:modified xsi:type="dcterms:W3CDTF">2011-01-07T09:14:19Z</dcterms:modified>
</cp:coreProperties>
</file>