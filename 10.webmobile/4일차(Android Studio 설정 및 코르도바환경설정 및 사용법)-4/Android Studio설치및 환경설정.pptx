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02" r:id="rId26"/>
    <p:sldId id="306" r:id="rId27"/>
    <p:sldId id="321" r:id="rId28"/>
    <p:sldId id="322" r:id="rId29"/>
    <p:sldId id="323" r:id="rId30"/>
    <p:sldId id="324" r:id="rId31"/>
    <p:sldId id="308" r:id="rId32"/>
    <p:sldId id="325" r:id="rId33"/>
    <p:sldId id="326" r:id="rId34"/>
    <p:sldId id="312" r:id="rId35"/>
    <p:sldId id="311" r:id="rId36"/>
    <p:sldId id="287" r:id="rId37"/>
    <p:sldId id="292" r:id="rId38"/>
    <p:sldId id="291" r:id="rId39"/>
    <p:sldId id="290" r:id="rId40"/>
    <p:sldId id="289" r:id="rId41"/>
    <p:sldId id="288" r:id="rId42"/>
    <p:sldId id="293" r:id="rId43"/>
    <p:sldId id="297" r:id="rId44"/>
    <p:sldId id="296" r:id="rId45"/>
    <p:sldId id="295" r:id="rId46"/>
    <p:sldId id="294" r:id="rId47"/>
    <p:sldId id="313" r:id="rId48"/>
    <p:sldId id="310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303" r:id="rId57"/>
    <p:sldId id="304" r:id="rId58"/>
    <p:sldId id="314" r:id="rId59"/>
    <p:sldId id="315" r:id="rId60"/>
    <p:sldId id="316" r:id="rId61"/>
    <p:sldId id="317" r:id="rId62"/>
    <p:sldId id="320" r:id="rId63"/>
    <p:sldId id="319" r:id="rId64"/>
    <p:sldId id="327" r:id="rId65"/>
    <p:sldId id="318" r:id="rId6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7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A2E53-312C-46F3-B82C-15070F2A2BB6}" type="datetimeFigureOut">
              <a:rPr lang="ko-KR" altLang="en-US" smtClean="0"/>
              <a:pPr/>
              <a:t>2017-10-23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B8FA-22F2-4B5C-BD66-45F0E0C03C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34672" cy="1470025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 및 환경설정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시스템 환경변수 설정</a:t>
            </a:r>
            <a:r>
              <a:rPr lang="en-US" altLang="ko-KR" sz="3200" dirty="0" smtClean="0"/>
              <a:t>(JAVA_HOME </a:t>
            </a:r>
            <a:r>
              <a:rPr lang="ko-KR" altLang="en-US" sz="3200" dirty="0" smtClean="0"/>
              <a:t>생성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00808"/>
            <a:ext cx="625792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4581128"/>
            <a:ext cx="6286500" cy="1835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3419872" y="3861048"/>
            <a:ext cx="504056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355976" y="4149080"/>
            <a:ext cx="246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%JAVA_HOME%\bin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28800"/>
            <a:ext cx="5328592" cy="4166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(2)-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Android SDK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설치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700808"/>
            <a:ext cx="5735160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(3)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484784"/>
            <a:ext cx="5575529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1143000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(4)- </a:t>
            </a:r>
            <a:r>
              <a:rPr lang="ko-KR" altLang="en-US" sz="3200" dirty="0" smtClean="0"/>
              <a:t>사용자 설치경로 지정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5472608" cy="425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(5)-</a:t>
            </a:r>
            <a:r>
              <a:rPr lang="ko-KR" altLang="en-US" sz="3200" dirty="0" smtClean="0"/>
              <a:t>설치 시작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628800"/>
            <a:ext cx="5760640" cy="441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(6)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772816"/>
            <a:ext cx="5618863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설치</a:t>
            </a:r>
            <a:r>
              <a:rPr lang="en-US" altLang="ko-KR" sz="3200" dirty="0" smtClean="0"/>
              <a:t>(7)-</a:t>
            </a:r>
            <a:r>
              <a:rPr lang="ko-KR" altLang="en-US" sz="3200" dirty="0" smtClean="0"/>
              <a:t>설치 종료</a:t>
            </a:r>
            <a:endParaRPr lang="ko-KR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700808"/>
            <a:ext cx="5904656" cy="457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</a:t>
            </a:r>
            <a:r>
              <a:rPr lang="ko-KR" altLang="en-US" sz="3200" dirty="0" smtClean="0"/>
              <a:t>시</a:t>
            </a:r>
            <a:r>
              <a:rPr lang="ko-KR" altLang="en-US" sz="3200" dirty="0"/>
              <a:t>작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4724400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19872" y="3284984"/>
            <a:ext cx="5724128" cy="334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 rot="19360957">
            <a:off x="2699792" y="3573016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studio Type</a:t>
            </a:r>
            <a:r>
              <a:rPr lang="ko-KR" altLang="en-US" sz="3200" dirty="0" smtClean="0"/>
              <a:t>설정</a:t>
            </a:r>
            <a:r>
              <a:rPr lang="en-US" altLang="ko-KR" sz="3200" dirty="0" smtClean="0"/>
              <a:t>-standard</a:t>
            </a:r>
            <a:endParaRPr lang="ko-KR" alt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628800"/>
            <a:ext cx="745807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</a:t>
            </a:r>
            <a:r>
              <a:rPr lang="ko-KR" altLang="en-US" sz="3200" dirty="0" smtClean="0"/>
              <a:t>다운로드 </a:t>
            </a:r>
            <a:endParaRPr lang="ko-KR" alt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48550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설정 마무리 </a:t>
            </a:r>
            <a:endParaRPr lang="ko-KR" altLang="en-US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67600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</a:t>
            </a:r>
            <a:r>
              <a:rPr lang="ko-KR" altLang="en-US" sz="3200" dirty="0" smtClean="0"/>
              <a:t>다운로드 시작</a:t>
            </a:r>
            <a:endParaRPr lang="ko-KR" altLang="en-US" sz="3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534275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</a:t>
            </a:r>
            <a:r>
              <a:rPr lang="ko-KR" altLang="en-US" sz="3200" dirty="0" smtClean="0"/>
              <a:t>다운로드 종료</a:t>
            </a:r>
            <a:endParaRPr lang="ko-KR" altLang="en-US" sz="32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00808"/>
            <a:ext cx="749617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Start a new Android Studio project </a:t>
            </a:r>
            <a:r>
              <a:rPr lang="ko-KR" altLang="en-US" sz="3200" dirty="0" smtClean="0"/>
              <a:t>선택</a:t>
            </a:r>
            <a:endParaRPr lang="ko-KR" altLang="en-US" sz="32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772816"/>
            <a:ext cx="631507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프로젝트 생성</a:t>
            </a:r>
            <a:endParaRPr lang="ko-KR" altLang="en-US" sz="32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844824"/>
            <a:ext cx="77724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Target Android Devices </a:t>
            </a:r>
            <a:r>
              <a:rPr lang="ko-KR" altLang="en-US" sz="3200" dirty="0" smtClean="0"/>
              <a:t>선택</a:t>
            </a:r>
            <a:endParaRPr lang="ko-KR" altLang="en-US" sz="32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7819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installed (next)</a:t>
            </a:r>
            <a:endParaRPr lang="ko-KR" altLang="en-US" sz="32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77819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Empty Activity </a:t>
            </a:r>
            <a:r>
              <a:rPr lang="ko-KR" altLang="en-US" sz="3200" dirty="0" smtClean="0"/>
              <a:t>선택</a:t>
            </a:r>
            <a:endParaRPr lang="ko-KR" altLang="en-US" sz="32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916832"/>
            <a:ext cx="782002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MainActivity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설정</a:t>
            </a:r>
            <a:endParaRPr lang="ko-KR" altLang="en-US" sz="32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628800"/>
            <a:ext cx="770572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프로젝트 시작</a:t>
            </a:r>
            <a:endParaRPr lang="ko-KR" altLang="en-US" sz="32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916832"/>
            <a:ext cx="63246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방화벽 해제</a:t>
            </a:r>
            <a:endParaRPr lang="ko-KR" altLang="en-US" sz="32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772816"/>
            <a:ext cx="584835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프로젝트 시작화면</a:t>
            </a:r>
            <a:endParaRPr lang="ko-KR" altLang="en-US" sz="3200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12776"/>
            <a:ext cx="846043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8964488" cy="1143000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ANDRIO_HOME </a:t>
            </a:r>
            <a:r>
              <a:rPr lang="ko-KR" altLang="en-US" sz="3200" dirty="0" smtClean="0"/>
              <a:t>환경변수 설정 및 </a:t>
            </a:r>
            <a:r>
              <a:rPr lang="en-US" altLang="ko-KR" sz="3200" dirty="0" smtClean="0"/>
              <a:t>PATH</a:t>
            </a:r>
            <a:r>
              <a:rPr lang="ko-KR" altLang="en-US" sz="3200" dirty="0" smtClean="0"/>
              <a:t>에 추가</a:t>
            </a:r>
            <a:endParaRPr lang="ko-KR" altLang="en-US" sz="32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628800"/>
            <a:ext cx="622935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4211960" y="3573016"/>
            <a:ext cx="576064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27584" y="4149080"/>
            <a:ext cx="7330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%ANDROID_HOME%\tools;%ANDROID_HOME%\platform-tools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869160"/>
            <a:ext cx="62769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Emulator </a:t>
            </a:r>
            <a:r>
              <a:rPr lang="ko-KR" altLang="en-US" sz="3200" dirty="0" smtClean="0"/>
              <a:t>설치하기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(Tools-&gt;Android-&gt;</a:t>
            </a:r>
            <a:r>
              <a:rPr lang="en-US" altLang="ko-KR" sz="3200" dirty="0" err="1" smtClean="0"/>
              <a:t>SDKManager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선택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3286124"/>
            <a:ext cx="664373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571612"/>
            <a:ext cx="653415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오른쪽 화살표 4"/>
          <p:cNvSpPr/>
          <p:nvPr/>
        </p:nvSpPr>
        <p:spPr>
          <a:xfrm rot="9551637">
            <a:off x="6123990" y="1837718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786578" y="1857364"/>
            <a:ext cx="2015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Android/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sdk</a:t>
            </a:r>
            <a:r>
              <a:rPr lang="ko-KR" altLang="en-US" b="1" dirty="0" smtClean="0">
                <a:solidFill>
                  <a:srgbClr val="FF0000"/>
                </a:solidFill>
              </a:rPr>
              <a:t>경로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지정할것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주의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</a:t>
            </a:r>
            <a:r>
              <a:rPr lang="en-US" altLang="ko-KR" sz="3200" dirty="0" err="1" smtClean="0"/>
              <a:t>Sdk</a:t>
            </a:r>
            <a:r>
              <a:rPr lang="en-US" altLang="ko-KR" sz="3200" dirty="0" smtClean="0"/>
              <a:t> Location </a:t>
            </a:r>
            <a:r>
              <a:rPr lang="ko-KR" altLang="en-US" sz="3200" dirty="0" smtClean="0"/>
              <a:t>경로 변경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116896" cy="4767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Verify Settings 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714488"/>
            <a:ext cx="8001024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7000892" y="5572140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Downloading Components </a:t>
            </a:r>
            <a:r>
              <a:rPr lang="ko-KR" altLang="en-US" sz="3200" dirty="0" smtClean="0"/>
              <a:t>마무리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2"/>
            <a:ext cx="7715304" cy="4990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7643834" y="5572140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Android </a:t>
            </a:r>
            <a:r>
              <a:rPr lang="en-US" altLang="ko-KR" sz="3200" dirty="0" err="1" smtClean="0"/>
              <a:t>sdk</a:t>
            </a:r>
            <a:r>
              <a:rPr lang="ko-KR" altLang="en-US" sz="3200" dirty="0" smtClean="0"/>
              <a:t>경로 </a:t>
            </a:r>
            <a:r>
              <a:rPr lang="ko-KR" altLang="en-US" sz="3200" dirty="0" err="1" smtClean="0"/>
              <a:t>설정후</a:t>
            </a:r>
            <a:r>
              <a:rPr lang="ko-KR" altLang="en-US" sz="3200" dirty="0" smtClean="0"/>
              <a:t> </a:t>
            </a:r>
            <a:r>
              <a:rPr lang="ko-KR" altLang="en-US" sz="3200" dirty="0" smtClean="0"/>
              <a:t>아래체</a:t>
            </a:r>
            <a:r>
              <a:rPr lang="ko-KR" altLang="en-US" sz="3200" dirty="0" smtClean="0"/>
              <a:t>크</a:t>
            </a:r>
            <a:endParaRPr lang="ko-KR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71612"/>
            <a:ext cx="8215338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6286512" y="5715016"/>
            <a:ext cx="285752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071934" y="335756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애뮬레이터체크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57686" y="5214950"/>
            <a:ext cx="237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Haxm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드라이버 체크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428736"/>
            <a:ext cx="6777058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2751347">
            <a:off x="2864567" y="2972777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1714488"/>
            <a:ext cx="3571900" cy="1549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96974"/>
          </a:xfrm>
        </p:spPr>
        <p:txBody>
          <a:bodyPr>
            <a:normAutofit/>
          </a:bodyPr>
          <a:lstStyle/>
          <a:p>
            <a:r>
              <a:rPr lang="ko-KR" altLang="en-US" sz="3200" dirty="0" smtClean="0"/>
              <a:t>라이선스 동의 각각 </a:t>
            </a:r>
            <a:r>
              <a:rPr lang="ko-KR" altLang="en-US" sz="3200" dirty="0" err="1" smtClean="0"/>
              <a:t>체크할것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2428868"/>
            <a:ext cx="6425448" cy="423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 smtClean="0"/>
              <a:t>Invoking installer </a:t>
            </a:r>
            <a:endParaRPr lang="ko-KR" altLang="en-US" sz="32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714488"/>
            <a:ext cx="3389069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19357666">
            <a:off x="3000364" y="2857496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786446" y="5500702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컴포넌트 모두 설치 마무리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후 </a:t>
            </a:r>
            <a:r>
              <a:rPr lang="en-US" altLang="ko-KR" dirty="0" smtClean="0">
                <a:solidFill>
                  <a:srgbClr val="FF0000"/>
                </a:solidFill>
              </a:rPr>
              <a:t>finish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8429652" y="5857892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Component Installer </a:t>
            </a:r>
            <a:r>
              <a:rPr lang="ko-KR" altLang="en-US" sz="3200" dirty="0" smtClean="0"/>
              <a:t>마무리</a:t>
            </a:r>
            <a:endParaRPr lang="ko-KR" alt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85926"/>
            <a:ext cx="6715172" cy="483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7000892" y="5715016"/>
            <a:ext cx="285752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smtClean="0"/>
              <a:t>C:\android\sdk\extras\intel\Hardware_Accelerated_Execution_Manager</a:t>
            </a:r>
            <a:endParaRPr lang="ko-KR" altLang="en-US" sz="1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72199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780928"/>
            <a:ext cx="4705350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아래쪽 화살표 7"/>
          <p:cNvSpPr/>
          <p:nvPr/>
        </p:nvSpPr>
        <p:spPr>
          <a:xfrm rot="19548162">
            <a:off x="3281688" y="3101255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5400000">
            <a:off x="3357554" y="4786322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42976" y="4643446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이미 설치가 되어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있다면 또 설치할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필요가 없다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Sc query </a:t>
            </a:r>
            <a:r>
              <a:rPr lang="en-US" altLang="ko-KR" sz="3200" dirty="0" err="1" smtClean="0"/>
              <a:t>intelhaxm</a:t>
            </a:r>
            <a:r>
              <a:rPr lang="ko-KR" altLang="en-US" sz="3200" dirty="0" smtClean="0"/>
              <a:t>명령어로 실행확인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862012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 rot="13680224">
            <a:off x="4860032" y="4293096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508104" y="4797152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현재 실행중임을 알 수 있다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가상 디바이스 생성하기</a:t>
            </a:r>
            <a:endParaRPr lang="ko-KR" alt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7992888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2886828">
            <a:off x="5551929" y="1201807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Create Virtual Device </a:t>
            </a:r>
            <a:r>
              <a:rPr lang="ko-KR" altLang="en-US" sz="3200" dirty="0" smtClean="0"/>
              <a:t>생성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870585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4283968" y="4869160"/>
            <a:ext cx="432048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Nexus 5</a:t>
            </a:r>
            <a:r>
              <a:rPr lang="ko-KR" altLang="en-US" sz="3200" dirty="0" smtClean="0"/>
              <a:t>를 기본선택</a:t>
            </a:r>
            <a:r>
              <a:rPr lang="en-US" altLang="ko-KR" sz="3200" dirty="0" smtClean="0"/>
              <a:t>(next)</a:t>
            </a:r>
            <a:endParaRPr lang="ko-KR" altLang="en-US" sz="32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818" y="1772816"/>
            <a:ext cx="8344131" cy="450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System Image </a:t>
            </a:r>
            <a:r>
              <a:rPr lang="ko-KR" altLang="en-US" sz="3200" dirty="0" smtClean="0"/>
              <a:t>다운로드</a:t>
            </a:r>
            <a:r>
              <a:rPr lang="en-US" altLang="ko-KR" sz="3200" dirty="0" smtClean="0"/>
              <a:t>(next)</a:t>
            </a:r>
            <a:endParaRPr lang="ko-KR" alt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8648700" cy="460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License Agreement </a:t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smtClean="0"/>
              <a:t>전부 </a:t>
            </a:r>
            <a:r>
              <a:rPr lang="en-US" altLang="ko-KR" sz="3200" dirty="0" smtClean="0"/>
              <a:t>accept)next</a:t>
            </a:r>
            <a:endParaRPr lang="ko-KR" alt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988840"/>
            <a:ext cx="765810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2555776" y="3212976"/>
            <a:ext cx="360040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선택한 시스템 이미지 다운로드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72816"/>
            <a:ext cx="76390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선택한 시스템 이미지 다운로드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16832"/>
            <a:ext cx="762000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최소사항 </a:t>
            </a:r>
            <a:r>
              <a:rPr lang="en-US" altLang="ko-KR" sz="3200" dirty="0" smtClean="0"/>
              <a:t>4.4. </a:t>
            </a:r>
            <a:r>
              <a:rPr lang="ko-KR" altLang="en-US" sz="3200" dirty="0" smtClean="0"/>
              <a:t>다운로드</a:t>
            </a:r>
            <a:r>
              <a:rPr lang="en-US" altLang="ko-KR" sz="3200" dirty="0" smtClean="0"/>
              <a:t>(1</a:t>
            </a:r>
            <a:r>
              <a:rPr lang="en-US" altLang="ko-KR" sz="3200" dirty="0" smtClean="0"/>
              <a:t>) x86_64</a:t>
            </a:r>
            <a:endParaRPr lang="ko-KR" altLang="en-US" sz="3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628800"/>
            <a:ext cx="8506147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최소사항 </a:t>
            </a:r>
            <a:r>
              <a:rPr lang="en-US" altLang="ko-KR" sz="3200" dirty="0" smtClean="0"/>
              <a:t>4.4. </a:t>
            </a:r>
            <a:r>
              <a:rPr lang="ko-KR" altLang="en-US" sz="3200" dirty="0" smtClean="0"/>
              <a:t>다운로드</a:t>
            </a:r>
            <a:r>
              <a:rPr lang="en-US" altLang="ko-KR" sz="3200" dirty="0" smtClean="0"/>
              <a:t>(2) </a:t>
            </a:r>
            <a:r>
              <a:rPr lang="ko-KR" altLang="en-US" sz="3200" dirty="0" smtClean="0"/>
              <a:t>마무리</a:t>
            </a:r>
            <a:endParaRPr lang="ko-KR" altLang="en-US" sz="32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553325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4.4 </a:t>
            </a:r>
            <a:r>
              <a:rPr lang="ko-KR" altLang="en-US" sz="3200" dirty="0" smtClean="0"/>
              <a:t>선택하고 </a:t>
            </a:r>
            <a:r>
              <a:rPr lang="en-US" altLang="ko-KR" sz="3200" dirty="0" smtClean="0"/>
              <a:t>next</a:t>
            </a:r>
            <a:endParaRPr lang="ko-KR" altLang="en-US" sz="32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988840"/>
            <a:ext cx="8208912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AVDTest</a:t>
            </a:r>
            <a:r>
              <a:rPr lang="en-US" altLang="ko-KR" sz="3200" dirty="0" smtClean="0"/>
              <a:t> </a:t>
            </a:r>
            <a:r>
              <a:rPr lang="ko-KR" altLang="en-US" sz="3200" dirty="0" err="1" smtClean="0"/>
              <a:t>애뮬레이터</a:t>
            </a:r>
            <a:r>
              <a:rPr lang="ko-KR" altLang="en-US" sz="3200" dirty="0" smtClean="0"/>
              <a:t> 생성</a:t>
            </a:r>
            <a:endParaRPr lang="ko-KR" altLang="en-US" sz="32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0105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Emulator</a:t>
            </a:r>
            <a:r>
              <a:rPr lang="ko-KR" altLang="en-US" sz="3200" dirty="0" smtClean="0"/>
              <a:t>에서 앱 실행하기</a:t>
            </a:r>
            <a:endParaRPr lang="ko-KR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6848475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Emulator</a:t>
            </a:r>
            <a:r>
              <a:rPr lang="ko-KR" altLang="en-US" sz="3200" dirty="0" smtClean="0"/>
              <a:t>에서 앱 실행하기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12776"/>
            <a:ext cx="64293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068960"/>
            <a:ext cx="4779441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아래쪽 화살표 7"/>
          <p:cNvSpPr/>
          <p:nvPr/>
        </p:nvSpPr>
        <p:spPr>
          <a:xfrm>
            <a:off x="2915816" y="3212976"/>
            <a:ext cx="360040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835696" y="2636912"/>
            <a:ext cx="394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컴포넌트를 다운로드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한후</a:t>
            </a:r>
            <a:r>
              <a:rPr lang="ko-KR" altLang="en-US" b="1" dirty="0" smtClean="0">
                <a:solidFill>
                  <a:srgbClr val="FF0000"/>
                </a:solidFill>
              </a:rPr>
              <a:t> 실행된다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99523" y="2708920"/>
            <a:ext cx="2644477" cy="3963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오른쪽 화살표 10"/>
          <p:cNvSpPr/>
          <p:nvPr/>
        </p:nvSpPr>
        <p:spPr>
          <a:xfrm>
            <a:off x="5724128" y="4365104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995936" y="4869160"/>
            <a:ext cx="2656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앱이</a:t>
            </a:r>
            <a:r>
              <a:rPr lang="ko-KR" altLang="en-US" b="1" dirty="0" smtClean="0">
                <a:solidFill>
                  <a:srgbClr val="FF0000"/>
                </a:solidFill>
              </a:rPr>
              <a:t> 없다는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에러메세지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가나오면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앱을</a:t>
            </a:r>
            <a:r>
              <a:rPr lang="ko-KR" altLang="en-US" b="1" dirty="0" smtClean="0">
                <a:solidFill>
                  <a:srgbClr val="FF0000"/>
                </a:solidFill>
              </a:rPr>
              <a:t> 선택하고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다시 실행시킨다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node</a:t>
            </a:r>
            <a:r>
              <a:rPr lang="ko-KR" altLang="en-US" sz="3200" dirty="0" smtClean="0"/>
              <a:t> </a:t>
            </a:r>
            <a:r>
              <a:rPr lang="en-US" altLang="ko-KR" sz="3200" dirty="0" err="1" smtClean="0"/>
              <a:t>js</a:t>
            </a:r>
            <a:r>
              <a:rPr lang="ko-KR" altLang="en-US" sz="3200" dirty="0" smtClean="0"/>
              <a:t>를 이용한 아파치 </a:t>
            </a:r>
            <a:r>
              <a:rPr lang="ko-KR" altLang="en-US" sz="3200" dirty="0" err="1" smtClean="0"/>
              <a:t>코르도바</a:t>
            </a:r>
            <a:r>
              <a:rPr lang="ko-KR" altLang="en-US" sz="3200" dirty="0" smtClean="0"/>
              <a:t> 설치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install –g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8064896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82581" y="3861048"/>
            <a:ext cx="6261419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99992" y="4221088"/>
            <a:ext cx="2034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b="1" dirty="0" smtClean="0">
                <a:solidFill>
                  <a:srgbClr val="FF0000"/>
                </a:solidFill>
              </a:rPr>
              <a:t> -version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cli</a:t>
            </a:r>
            <a:r>
              <a:rPr lang="ko-KR" altLang="en-US" sz="3200" dirty="0" err="1" smtClean="0"/>
              <a:t>를</a:t>
            </a:r>
            <a:r>
              <a:rPr lang="ko-KR" altLang="en-US" sz="3200" dirty="0" smtClean="0"/>
              <a:t> 이용한 </a:t>
            </a:r>
            <a:r>
              <a:rPr lang="ko-KR" altLang="en-US" sz="3200" dirty="0" err="1" smtClean="0"/>
              <a:t>코르도바</a:t>
            </a:r>
            <a:r>
              <a:rPr lang="ko-KR" altLang="en-US" sz="3200" dirty="0" smtClean="0"/>
              <a:t> 프로젝트 생성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496944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 smtClean="0"/>
              <a:t>안드로이드</a:t>
            </a:r>
            <a:r>
              <a:rPr lang="ko-KR" altLang="en-US" sz="3200" dirty="0" smtClean="0"/>
              <a:t> 플랫폼을 추가</a:t>
            </a:r>
            <a:r>
              <a:rPr lang="en-US" altLang="ko-KR" sz="3200" dirty="0" smtClean="0"/>
              <a:t/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platform add android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828092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 smtClean="0"/>
              <a:t>코르도바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빌드</a:t>
            </a:r>
            <a:endParaRPr lang="ko-KR" altLang="en-US" sz="32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988840"/>
            <a:ext cx="5895975" cy="3682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</a:t>
            </a:r>
            <a:r>
              <a:rPr lang="ko-KR" altLang="en-US" sz="3200" dirty="0" smtClean="0"/>
              <a:t>명령어 사용</a:t>
            </a:r>
            <a:endParaRPr lang="ko-KR" altLang="en-US" sz="32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772816"/>
            <a:ext cx="6984776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한글계정인 경고 </a:t>
            </a:r>
            <a:r>
              <a:rPr lang="ko-KR" altLang="en-US" sz="3200" dirty="0" err="1" smtClean="0"/>
              <a:t>에러메세지</a:t>
            </a:r>
            <a:r>
              <a:rPr lang="ko-KR" altLang="en-US" sz="3200" dirty="0" smtClean="0"/>
              <a:t> 출력</a:t>
            </a:r>
            <a:endParaRPr lang="ko-KR" altLang="en-US" sz="32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8100392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cordova</a:t>
            </a:r>
            <a:r>
              <a:rPr lang="en-US" altLang="ko-KR" sz="3200" dirty="0" smtClean="0"/>
              <a:t> build </a:t>
            </a:r>
            <a:r>
              <a:rPr lang="ko-KR" altLang="en-US" sz="3200" dirty="0" smtClean="0"/>
              <a:t>성공한 경우</a:t>
            </a:r>
            <a:endParaRPr lang="ko-KR" altLang="en-US" sz="32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1" y="2060848"/>
            <a:ext cx="8064896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android </a:t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err="1" smtClean="0"/>
              <a:t>안드로이드</a:t>
            </a:r>
            <a:r>
              <a:rPr lang="ko-KR" altLang="en-US" sz="3200" dirty="0" smtClean="0"/>
              <a:t> </a:t>
            </a:r>
            <a:r>
              <a:rPr lang="ko-KR" altLang="en-US" sz="3200" dirty="0" err="1" smtClean="0"/>
              <a:t>빌드하는</a:t>
            </a:r>
            <a:r>
              <a:rPr lang="ko-KR" altLang="en-US" sz="3200" dirty="0" smtClean="0"/>
              <a:t> 경우</a:t>
            </a:r>
            <a:r>
              <a:rPr lang="en-US" altLang="ko-KR" sz="3200" dirty="0" smtClean="0"/>
              <a:t>) -</a:t>
            </a:r>
            <a:r>
              <a:rPr lang="ko-KR" altLang="en-US" sz="3200" dirty="0" smtClean="0"/>
              <a:t>디버그모드</a:t>
            </a:r>
            <a:endParaRPr lang="ko-KR" altLang="en-US" sz="32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2816"/>
            <a:ext cx="7128792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--release </a:t>
            </a:r>
            <a:r>
              <a:rPr lang="en-US" altLang="ko-KR" sz="3200" dirty="0" smtClean="0"/>
              <a:t>android</a:t>
            </a:r>
            <a:br>
              <a:rPr lang="en-US" altLang="ko-KR" sz="3200" dirty="0" smtClean="0"/>
            </a:br>
            <a:r>
              <a:rPr lang="en-US" altLang="ko-KR" sz="3200" dirty="0" smtClean="0"/>
              <a:t>(</a:t>
            </a:r>
            <a:r>
              <a:rPr lang="ko-KR" altLang="en-US" sz="3200" dirty="0" err="1" smtClean="0"/>
              <a:t>릴리즈</a:t>
            </a:r>
            <a:r>
              <a:rPr lang="ko-KR" altLang="en-US" sz="3200" dirty="0" smtClean="0"/>
              <a:t> 모드로 </a:t>
            </a:r>
            <a:r>
              <a:rPr lang="ko-KR" altLang="en-US" sz="3200" dirty="0" err="1" smtClean="0"/>
              <a:t>빌드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2060848"/>
            <a:ext cx="7430160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 smtClean="0"/>
              <a:t>애뮬레이터를</a:t>
            </a:r>
            <a:r>
              <a:rPr lang="ko-KR" altLang="en-US" sz="3200" dirty="0" smtClean="0"/>
              <a:t> 실행</a:t>
            </a:r>
            <a:r>
              <a:rPr lang="en-US" altLang="ko-KR" sz="3200" dirty="0" smtClean="0"/>
              <a:t>(</a:t>
            </a:r>
            <a:r>
              <a:rPr lang="ko-KR" altLang="en-US" sz="3200" dirty="0" err="1" smtClean="0"/>
              <a:t>코르도바프로젝트</a:t>
            </a:r>
            <a:r>
              <a:rPr lang="en-US" altLang="ko-KR" sz="3200" dirty="0" smtClean="0"/>
              <a:t>)</a:t>
            </a:r>
            <a:br>
              <a:rPr lang="en-US" altLang="ko-KR" sz="3200" dirty="0" smtClean="0"/>
            </a:b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emulate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andor</a:t>
            </a:r>
            <a:r>
              <a:rPr lang="en-US" altLang="ko-KR" sz="3200" dirty="0" err="1" smtClean="0"/>
              <a:t>id</a:t>
            </a:r>
            <a:endParaRPr lang="ko-KR" alt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060848"/>
            <a:ext cx="7776864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err="1" smtClean="0"/>
              <a:t>Helloworld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프로젝트 실행한 결과</a:t>
            </a:r>
            <a:endParaRPr lang="ko-KR" alt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7920880" cy="5040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1403648" y="3068960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15616" y="3861048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Hax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가 활성화되어야 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Friend </a:t>
            </a:r>
            <a:r>
              <a:rPr lang="en-US" altLang="ko-KR" sz="3200" dirty="0" err="1" smtClean="0"/>
              <a:t>cordova</a:t>
            </a:r>
            <a:r>
              <a:rPr lang="en-US" altLang="ko-KR" sz="3200" dirty="0" smtClean="0"/>
              <a:t> project</a:t>
            </a:r>
            <a:r>
              <a:rPr lang="ko-KR" altLang="en-US" sz="3200" dirty="0" smtClean="0"/>
              <a:t>생성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776864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21088"/>
            <a:ext cx="4032448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1979712" y="3429000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4048" y="3789040"/>
            <a:ext cx="38671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오른쪽 화살표 8"/>
          <p:cNvSpPr/>
          <p:nvPr/>
        </p:nvSpPr>
        <p:spPr>
          <a:xfrm>
            <a:off x="4283968" y="4941168"/>
            <a:ext cx="576064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Friend </a:t>
            </a:r>
            <a:r>
              <a:rPr lang="en-US" altLang="ko-KR" sz="3200" dirty="0" err="1" smtClean="0"/>
              <a:t>cordova</a:t>
            </a:r>
            <a:r>
              <a:rPr lang="en-US" altLang="ko-KR" sz="3200" dirty="0" smtClean="0"/>
              <a:t> project</a:t>
            </a:r>
            <a:r>
              <a:rPr lang="ko-KR" altLang="en-US" sz="3200" dirty="0" smtClean="0"/>
              <a:t>생성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556792"/>
            <a:ext cx="7992888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w</a:t>
            </a:r>
            <a:r>
              <a:rPr lang="en-US" altLang="ko-KR" sz="3200" dirty="0" smtClean="0"/>
              <a:t>ww</a:t>
            </a:r>
            <a:r>
              <a:rPr lang="ko-KR" altLang="en-US" sz="3200" dirty="0" smtClean="0"/>
              <a:t>폴더에 라이브러리 추가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및 환경설정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71613"/>
            <a:ext cx="5643602" cy="2079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18479328">
            <a:off x="5129702" y="3373312"/>
            <a:ext cx="50006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8523706">
            <a:off x="1486606" y="3517079"/>
            <a:ext cx="50006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4214818"/>
            <a:ext cx="191452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929322" y="3500438"/>
            <a:ext cx="2869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c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ss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jquery</a:t>
            </a:r>
            <a:r>
              <a:rPr lang="en-US" altLang="ko-KR" b="1" dirty="0" smtClean="0">
                <a:solidFill>
                  <a:srgbClr val="FF0000"/>
                </a:solidFill>
              </a:rPr>
              <a:t> mobile</a:t>
            </a: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c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ss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라이브러리 파일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4143380"/>
            <a:ext cx="3798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Js</a:t>
            </a:r>
            <a:r>
              <a:rPr lang="ko-KR" altLang="en-US" b="1" dirty="0" smtClean="0">
                <a:solidFill>
                  <a:srgbClr val="FF0000"/>
                </a:solidFill>
              </a:rPr>
              <a:t>폴더에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jquery</a:t>
            </a:r>
            <a:r>
              <a:rPr lang="ko-KR" altLang="en-US" b="1" dirty="0" smtClean="0">
                <a:solidFill>
                  <a:srgbClr val="FF0000"/>
                </a:solidFill>
              </a:rPr>
              <a:t>와 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jquery</a:t>
            </a:r>
            <a:r>
              <a:rPr lang="en-US" altLang="ko-KR" b="1" dirty="0" smtClean="0">
                <a:solidFill>
                  <a:srgbClr val="FF0000"/>
                </a:solidFill>
              </a:rPr>
              <a:t> mobile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Js </a:t>
            </a:r>
            <a:r>
              <a:rPr lang="ko-KR" altLang="en-US" b="1" dirty="0" smtClean="0">
                <a:solidFill>
                  <a:srgbClr val="FF0000"/>
                </a:solidFill>
              </a:rPr>
              <a:t>라이브러리 파일 추가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4857760"/>
            <a:ext cx="4152900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www</a:t>
            </a:r>
            <a:r>
              <a:rPr lang="ko-KR" altLang="en-US" sz="3200" dirty="0" smtClean="0"/>
              <a:t>폴더에 라이브러리 추가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및 환경설정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714752"/>
            <a:ext cx="7358082" cy="283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1357298"/>
            <a:ext cx="4905375" cy="1962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2428860" y="3143248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43240" y="3143248"/>
            <a:ext cx="5833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i</a:t>
            </a:r>
            <a:r>
              <a:rPr lang="en-US" altLang="ko-KR" b="1" dirty="0" smtClean="0">
                <a:solidFill>
                  <a:srgbClr val="FF0000"/>
                </a:solidFill>
              </a:rPr>
              <a:t>ndex.html</a:t>
            </a:r>
            <a:r>
              <a:rPr lang="ko-KR" altLang="en-US" b="1" dirty="0" smtClean="0">
                <a:solidFill>
                  <a:srgbClr val="FF0000"/>
                </a:solidFill>
              </a:rPr>
              <a:t>파일에서 각각 라이브러리 불러오는 경로를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설정해 줘야 된다</a:t>
            </a:r>
            <a:r>
              <a:rPr lang="en-US" altLang="ko-KR" b="1" dirty="0" smtClean="0">
                <a:solidFill>
                  <a:srgbClr val="FF0000"/>
                </a:solidFill>
              </a:rPr>
              <a:t>.(</a:t>
            </a:r>
            <a:r>
              <a:rPr lang="ko-KR" altLang="en-US" b="1" dirty="0" smtClean="0">
                <a:solidFill>
                  <a:srgbClr val="FF0000"/>
                </a:solidFill>
              </a:rPr>
              <a:t>경로 주의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할것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 smtClean="0"/>
              <a:t>Cordova build android</a:t>
            </a:r>
            <a:endParaRPr lang="ko-KR" altLang="en-US" sz="3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" y="1785926"/>
            <a:ext cx="863917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최종 실행 결과</a:t>
            </a:r>
            <a:r>
              <a:rPr lang="en-US" altLang="ko-KR" sz="3200" dirty="0" smtClean="0"/>
              <a:t>(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cordova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emulate android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7828929" cy="475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406</Words>
  <Application>Microsoft Office PowerPoint</Application>
  <PresentationFormat>화면 슬라이드 쇼(4:3)</PresentationFormat>
  <Paragraphs>89</Paragraphs>
  <Slides>65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6" baseType="lpstr">
      <vt:lpstr>Office 테마</vt:lpstr>
      <vt:lpstr>Android studio 설치 및 환경설정</vt:lpstr>
      <vt:lpstr>시스템 환경변수 설정(JAVA_HOME 생성)</vt:lpstr>
      <vt:lpstr>Android studio 설치(1)</vt:lpstr>
      <vt:lpstr>Android studio 설치(2)-Android SDK 설치  </vt:lpstr>
      <vt:lpstr>Android studio 설치(3)</vt:lpstr>
      <vt:lpstr>Android studio 설치(4)- 사용자 설치경로 지정</vt:lpstr>
      <vt:lpstr>Android studio 설치(5)-설치 시작</vt:lpstr>
      <vt:lpstr>Android studio 설치(6)</vt:lpstr>
      <vt:lpstr>Android studio 설치(7)-설치 종료</vt:lpstr>
      <vt:lpstr>Android studio 시작</vt:lpstr>
      <vt:lpstr>Android studio Type설정-standard</vt:lpstr>
      <vt:lpstr>Component 다운로드 </vt:lpstr>
      <vt:lpstr>설정 마무리 </vt:lpstr>
      <vt:lpstr>Component 다운로드 시작</vt:lpstr>
      <vt:lpstr>Component 다운로드 종료</vt:lpstr>
      <vt:lpstr>Start a new Android Studio project 선택</vt:lpstr>
      <vt:lpstr>프로젝트 생성</vt:lpstr>
      <vt:lpstr>Target Android Devices 선택</vt:lpstr>
      <vt:lpstr>Component installed (next)</vt:lpstr>
      <vt:lpstr>Empty Activity 선택</vt:lpstr>
      <vt:lpstr>MainActivity 설정</vt:lpstr>
      <vt:lpstr>프로젝트 시작</vt:lpstr>
      <vt:lpstr>방화벽 해제</vt:lpstr>
      <vt:lpstr>프로젝트 시작화면</vt:lpstr>
      <vt:lpstr>ANDRIO_HOME 환경변수 설정 및 PATH에 추가</vt:lpstr>
      <vt:lpstr>Android Emulator 설치하기 (Tools-&gt;Android-&gt;SDKManager 선택)</vt:lpstr>
      <vt:lpstr>Android Sdk Location 경로 변경</vt:lpstr>
      <vt:lpstr>Verify Settings </vt:lpstr>
      <vt:lpstr>Downloading Components 마무리</vt:lpstr>
      <vt:lpstr>Android sdk경로 설정후 아래체크</vt:lpstr>
      <vt:lpstr>라이선스 동의 각각 체크할것</vt:lpstr>
      <vt:lpstr>Invoking installer </vt:lpstr>
      <vt:lpstr>Component Installer 마무리</vt:lpstr>
      <vt:lpstr>C:\android\sdk\extras\intel\Hardware_Accelerated_Execution_Manager</vt:lpstr>
      <vt:lpstr>Sc query intelhaxm명령어로 실행확인</vt:lpstr>
      <vt:lpstr>가상 디바이스 생성하기</vt:lpstr>
      <vt:lpstr>Create Virtual Device 생성</vt:lpstr>
      <vt:lpstr>Nexus 5를 기본선택(next)</vt:lpstr>
      <vt:lpstr>System Image 다운로드(next)</vt:lpstr>
      <vt:lpstr>License Agreement  (전부 accept)next</vt:lpstr>
      <vt:lpstr>선택한 시스템 이미지 다운로드(1)</vt:lpstr>
      <vt:lpstr>선택한 시스템 이미지 다운로드(2)</vt:lpstr>
      <vt:lpstr>최소사항 4.4. 다운로드(1) x86_64</vt:lpstr>
      <vt:lpstr>최소사항 4.4. 다운로드(2) 마무리</vt:lpstr>
      <vt:lpstr>4.4 선택하고 next</vt:lpstr>
      <vt:lpstr>AVDTest 애뮬레이터 생성</vt:lpstr>
      <vt:lpstr>Emulator에서 앱 실행하기</vt:lpstr>
      <vt:lpstr>Emulator에서 앱 실행하기(2)</vt:lpstr>
      <vt:lpstr>node js를 이용한 아파치 코르도바 설치 (npm install –g cordova)</vt:lpstr>
      <vt:lpstr>cli를 이용한 코르도바 프로젝트 생성</vt:lpstr>
      <vt:lpstr>안드로이드 플랫폼을 추가 (cordova platform add android)</vt:lpstr>
      <vt:lpstr>코르도바 빌드</vt:lpstr>
      <vt:lpstr>Cordova build 명령어 사용</vt:lpstr>
      <vt:lpstr>한글계정인 경고 에러메세지 출력</vt:lpstr>
      <vt:lpstr>cordova build 성공한 경우</vt:lpstr>
      <vt:lpstr>Cordova build android  (안드로이드 빌드하는 경우) -디버그모드</vt:lpstr>
      <vt:lpstr>Cordova build --release android (릴리즈 모드로 빌드)</vt:lpstr>
      <vt:lpstr>애뮬레이터를 실행(코르도바프로젝트) cordova emulate andorid</vt:lpstr>
      <vt:lpstr>Helloworld 프로젝트 실행한 결과</vt:lpstr>
      <vt:lpstr>Friend cordova project생성</vt:lpstr>
      <vt:lpstr>Friend cordova project생성(2)</vt:lpstr>
      <vt:lpstr>www폴더에 라이브러리 추가 및 환경설정(1)</vt:lpstr>
      <vt:lpstr>www폴더에 라이브러리 추가 및 환경설정(2)</vt:lpstr>
      <vt:lpstr>Cordova build android</vt:lpstr>
      <vt:lpstr>최종 실행 결과(cordova emulate android)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이연수님</dc:creator>
  <cp:lastModifiedBy>kitcoop</cp:lastModifiedBy>
  <cp:revision>113</cp:revision>
  <dcterms:created xsi:type="dcterms:W3CDTF">2017-10-16T14:32:58Z</dcterms:created>
  <dcterms:modified xsi:type="dcterms:W3CDTF">2017-10-23T06:47:16Z</dcterms:modified>
</cp:coreProperties>
</file>